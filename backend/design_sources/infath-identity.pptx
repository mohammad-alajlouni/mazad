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embedTrueTypeFonts="1" autoCompressPictures="0">
  <p:sldMasterIdLst>
    <p:sldMasterId id="2147483674" r:id="rId1"/>
    <p:sldMasterId id="2147483672" r:id="rId2"/>
    <p:sldMasterId id="2147483730" r:id="rId3"/>
    <p:sldMasterId id="2147483728" r:id="rId4"/>
    <p:sldMasterId id="2147483689" r:id="rId5"/>
    <p:sldMasterId id="2147483726" r:id="rId6"/>
    <p:sldMasterId id="2147483713" r:id="rId7"/>
    <p:sldMasterId id="2147483687" r:id="rId8"/>
  </p:sldMasterIdLst>
  <p:notesMasterIdLst>
    <p:notesMasterId r:id="rId14"/>
  </p:notesMasterIdLst>
  <p:handoutMasterIdLst>
    <p:handoutMasterId r:id="rId15"/>
  </p:handoutMasterIdLst>
  <p:sldIdLst>
    <p:sldId id="293" r:id="rId9"/>
    <p:sldId id="264" r:id="rId10"/>
    <p:sldId id="294" r:id="rId11"/>
    <p:sldId id="295" r:id="rId12"/>
    <p:sldId id="285" r:id="rId13"/>
  </p:sldIdLst>
  <p:sldSz cx="12192000" cy="6858000"/>
  <p:notesSz cx="6858000" cy="9144000"/>
  <p:embeddedFontLst>
    <p:embeddedFont>
      <p:font typeface="Calibri" panose="020F0502020204030204" pitchFamily="34" charset="0"/>
      <p:regular r:id="rId16"/>
      <p:bold r:id="rId17"/>
      <p:italic r:id="rId18"/>
      <p:boldItalic r:id="rId19"/>
    </p:embeddedFont>
    <p:embeddedFont>
      <p:font typeface="Lama Sans Black" panose="00000200000000000000" pitchFamily="2" charset="-78"/>
      <p:bold r:id="rId20"/>
    </p:embeddedFont>
    <p:embeddedFont>
      <p:font typeface="Lama Sans Light" panose="00000200000000000000" pitchFamily="2" charset="-78"/>
      <p:regular r:id="rId21"/>
    </p:embeddedFont>
    <p:embeddedFont>
      <p:font typeface="Lama Sans Medium" panose="00000200000000000000" pitchFamily="2" charset="-78"/>
      <p:regular r:id="rId22"/>
    </p:embeddedFont>
    <p:embeddedFont>
      <p:font typeface="Ruaq Arabic" pitchFamily="2" charset="-78"/>
      <p:regular r:id="rId23"/>
      <p:bold r:id="rId24"/>
    </p:embeddedFont>
    <p:embeddedFont>
      <p:font typeface="Ruaq Arabic Light" pitchFamily="2" charset="-78"/>
      <p:regular r:id="rId25"/>
    </p:embeddedFont>
    <p:embeddedFont>
      <p:font typeface="Ruaq Arabic Med" pitchFamily="2" charset="-78"/>
      <p:regular r:id="rId26"/>
    </p:embeddedFont>
  </p:embeddedFontLst>
  <p:defaultText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A6A4"/>
    <a:srgbClr val="00365D"/>
    <a:srgbClr val="13778D"/>
    <a:srgbClr val="8BC8AE"/>
    <a:srgbClr val="64BFBE"/>
    <a:srgbClr val="D1D3D4"/>
    <a:srgbClr val="001447"/>
    <a:srgbClr val="37C2BF"/>
    <a:srgbClr val="D1EDF3"/>
    <a:srgbClr val="78CA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2466B7-1585-9CA5-CEAE-39BB57641B70}" v="1" dt="2023-10-10T07:08:00.7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5211"/>
    <p:restoredTop sz="91317"/>
  </p:normalViewPr>
  <p:slideViewPr>
    <p:cSldViewPr snapToGrid="0">
      <p:cViewPr varScale="1">
        <p:scale>
          <a:sx n="54" d="100"/>
          <a:sy n="54" d="100"/>
        </p:scale>
        <p:origin x="64" y="220"/>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114" d="100"/>
          <a:sy n="114" d="100"/>
        </p:scale>
        <p:origin x="3248" y="1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5.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Master" Target="slideMasters/slideMaster3.xml"/><Relationship Id="rId21" Type="http://schemas.openxmlformats.org/officeDocument/2006/relationships/font" Target="fonts/font6.fntdata"/><Relationship Id="rId7" Type="http://schemas.openxmlformats.org/officeDocument/2006/relationships/slideMaster" Target="slideMasters/slideMaster7.xml"/><Relationship Id="rId12" Type="http://schemas.openxmlformats.org/officeDocument/2006/relationships/slide" Target="slides/slide4.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3.xml"/><Relationship Id="rId24" Type="http://schemas.openxmlformats.org/officeDocument/2006/relationships/font" Target="fonts/font9.fntdata"/><Relationship Id="rId5" Type="http://schemas.openxmlformats.org/officeDocument/2006/relationships/slideMaster" Target="slideMasters/slideMaster5.xml"/><Relationship Id="rId15" Type="http://schemas.openxmlformats.org/officeDocument/2006/relationships/handoutMaster" Target="handoutMasters/handoutMaster1.xml"/><Relationship Id="rId23" Type="http://schemas.openxmlformats.org/officeDocument/2006/relationships/font" Target="fonts/font8.fntdata"/><Relationship Id="rId28" Type="http://schemas.openxmlformats.org/officeDocument/2006/relationships/viewProps" Target="viewProps.xml"/><Relationship Id="rId10" Type="http://schemas.openxmlformats.org/officeDocument/2006/relationships/slide" Target="slides/slide2.xml"/><Relationship Id="rId19" Type="http://schemas.openxmlformats.org/officeDocument/2006/relationships/font" Target="fonts/font4.fntdata"/><Relationship Id="rId31" Type="http://schemas.microsoft.com/office/2015/10/relationships/revisionInfo" Target="revisionInfo.xml"/><Relationship Id="rId4" Type="http://schemas.openxmlformats.org/officeDocument/2006/relationships/slideMaster" Target="slideMasters/slideMaster4.xml"/><Relationship Id="rId9" Type="http://schemas.openxmlformats.org/officeDocument/2006/relationships/slide" Target="slides/slide1.xml"/><Relationship Id="rId14" Type="http://schemas.openxmlformats.org/officeDocument/2006/relationships/notesMaster" Target="notesMasters/notesMaster1.xml"/><Relationship Id="rId22" Type="http://schemas.openxmlformats.org/officeDocument/2006/relationships/font" Target="fonts/font7.fntdata"/><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a:extLst>
              <a:ext uri="{FF2B5EF4-FFF2-40B4-BE49-F238E27FC236}">
                <a16:creationId xmlns:a16="http://schemas.microsoft.com/office/drawing/2014/main" id="{3078C1AB-E736-830E-2ADC-7F520148DD43}"/>
              </a:ext>
            </a:extLst>
          </p:cNvPr>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ar-SA"/>
          </a:p>
        </p:txBody>
      </p:sp>
      <p:sp>
        <p:nvSpPr>
          <p:cNvPr id="3" name="عنصر نائب للتاريخ 2">
            <a:extLst>
              <a:ext uri="{FF2B5EF4-FFF2-40B4-BE49-F238E27FC236}">
                <a16:creationId xmlns:a16="http://schemas.microsoft.com/office/drawing/2014/main" id="{29A5F7F2-E383-B298-9DD0-5A5A3A3AFB96}"/>
              </a:ext>
            </a:extLst>
          </p:cNvPr>
          <p:cNvSpPr>
            <a:spLocks noGrp="1"/>
          </p:cNvSpPr>
          <p:nvPr>
            <p:ph type="dt" sz="quarter" idx="1"/>
          </p:nvPr>
        </p:nvSpPr>
        <p:spPr>
          <a:xfrm>
            <a:off x="1588" y="0"/>
            <a:ext cx="2971800" cy="458788"/>
          </a:xfrm>
          <a:prstGeom prst="rect">
            <a:avLst/>
          </a:prstGeom>
        </p:spPr>
        <p:txBody>
          <a:bodyPr vert="horz" lIns="91440" tIns="45720" rIns="91440" bIns="45720" rtlCol="1"/>
          <a:lstStyle>
            <a:lvl1pPr algn="l">
              <a:defRPr sz="1200"/>
            </a:lvl1pPr>
          </a:lstStyle>
          <a:p>
            <a:fld id="{7312C939-45CF-F840-AEC3-5E1D60A413E8}" type="datetime11">
              <a:rPr lang="ar-SA" smtClean="0"/>
              <a:t>كانون الثاني-25</a:t>
            </a:fld>
            <a:endParaRPr lang="ar-SA"/>
          </a:p>
        </p:txBody>
      </p:sp>
      <p:sp>
        <p:nvSpPr>
          <p:cNvPr id="4" name="عنصر نائب للتذييل 3">
            <a:extLst>
              <a:ext uri="{FF2B5EF4-FFF2-40B4-BE49-F238E27FC236}">
                <a16:creationId xmlns:a16="http://schemas.microsoft.com/office/drawing/2014/main" id="{E78DECD8-325E-37B8-3B9D-9AE7F545BCFF}"/>
              </a:ext>
            </a:extLst>
          </p:cNvPr>
          <p:cNvSpPr>
            <a:spLocks noGrp="1"/>
          </p:cNvSpPr>
          <p:nvPr>
            <p:ph type="ftr" sz="quarter" idx="2"/>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ar-SA"/>
          </a:p>
        </p:txBody>
      </p:sp>
      <p:sp>
        <p:nvSpPr>
          <p:cNvPr id="5" name="عنصر نائب لرقم الشريحة 4">
            <a:extLst>
              <a:ext uri="{FF2B5EF4-FFF2-40B4-BE49-F238E27FC236}">
                <a16:creationId xmlns:a16="http://schemas.microsoft.com/office/drawing/2014/main" id="{F947ADC5-A5BB-D69B-7E03-2C6BEF3488F7}"/>
              </a:ext>
            </a:extLst>
          </p:cNvPr>
          <p:cNvSpPr>
            <a:spLocks noGrp="1"/>
          </p:cNvSpPr>
          <p:nvPr>
            <p:ph type="sldNum" sz="quarter" idx="3"/>
          </p:nvPr>
        </p:nvSpPr>
        <p:spPr>
          <a:xfrm>
            <a:off x="1588" y="8685213"/>
            <a:ext cx="2971800" cy="458787"/>
          </a:xfrm>
          <a:prstGeom prst="rect">
            <a:avLst/>
          </a:prstGeom>
        </p:spPr>
        <p:txBody>
          <a:bodyPr vert="horz" lIns="91440" tIns="45720" rIns="91440" bIns="45720" rtlCol="1" anchor="b"/>
          <a:lstStyle>
            <a:lvl1pPr algn="l">
              <a:defRPr sz="1200"/>
            </a:lvl1pPr>
          </a:lstStyle>
          <a:p>
            <a:fld id="{1ACCB507-164F-8945-888C-283DB98DD757}" type="slidenum">
              <a:rPr lang="ar-SA" smtClean="0"/>
              <a:t>‹#›</a:t>
            </a:fld>
            <a:endParaRPr lang="ar-SA"/>
          </a:p>
        </p:txBody>
      </p:sp>
    </p:spTree>
    <p:extLst>
      <p:ext uri="{BB962C8B-B14F-4D97-AF65-F5344CB8AC3E}">
        <p14:creationId xmlns:p14="http://schemas.microsoft.com/office/powerpoint/2010/main" val="1520638295"/>
      </p:ext>
    </p:extLst>
  </p:cSld>
  <p:clrMap bg1="lt1" tx1="dk1" bg2="lt2" tx2="dk2" accent1="accent1" accent2="accent2" accent3="accent3" accent4="accent4" accent5="accent5" accent6="accent6" hlink="hlink" folHlink="folHlink"/>
  <p:hf hdr="0" ftr="0"/>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ar-SA"/>
          </a:p>
        </p:txBody>
      </p:sp>
      <p:sp>
        <p:nvSpPr>
          <p:cNvPr id="3" name="عنصر نائب للتاريخ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F5765C08-0A6D-D946-B0EE-7C03CA6299F9}" type="datetime11">
              <a:rPr lang="ar-SA" smtClean="0"/>
              <a:t>كانون الثاني-25</a:t>
            </a:fld>
            <a:endParaRPr lang="ar-SA"/>
          </a:p>
        </p:txBody>
      </p:sp>
      <p:sp>
        <p:nvSpPr>
          <p:cNvPr id="4" name="عنصر نائب لصورة الشريحة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ar-SA"/>
          </a:p>
        </p:txBody>
      </p:sp>
      <p:sp>
        <p:nvSpPr>
          <p:cNvPr id="5" name="عنصر نائب للملاحظا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6" name="عنصر نائب للتذييل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ar-SA"/>
          </a:p>
        </p:txBody>
      </p:sp>
      <p:sp>
        <p:nvSpPr>
          <p:cNvPr id="7" name="عنصر نائب لرقم الشريحة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25EBFC3A-CAA1-214B-BDD3-231CF8AA1341}" type="slidenum">
              <a:rPr lang="ar-SA" smtClean="0"/>
              <a:t>‹#›</a:t>
            </a:fld>
            <a:endParaRPr lang="ar-SA"/>
          </a:p>
        </p:txBody>
      </p:sp>
    </p:spTree>
    <p:extLst>
      <p:ext uri="{BB962C8B-B14F-4D97-AF65-F5344CB8AC3E}">
        <p14:creationId xmlns:p14="http://schemas.microsoft.com/office/powerpoint/2010/main" val="2630277705"/>
      </p:ext>
    </p:extLst>
  </p:cSld>
  <p:clrMap bg1="lt1" tx1="dk1" bg2="lt2" tx2="dk2" accent1="accent1" accent2="accent2" accent3="accent3" accent4="accent4" accent5="accent5" accent6="accent6" hlink="hlink" folHlink="folHlink"/>
  <p:hf hdr="0" ftr="0"/>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غلاف ١">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C9E52AD1-7FC7-DD20-1475-DD899FE7D4FF}"/>
              </a:ext>
            </a:extLst>
          </p:cNvPr>
          <p:cNvSpPr>
            <a:spLocks noGrp="1"/>
          </p:cNvSpPr>
          <p:nvPr>
            <p:ph type="ctrTitle"/>
          </p:nvPr>
        </p:nvSpPr>
        <p:spPr>
          <a:xfrm>
            <a:off x="5872899" y="2356702"/>
            <a:ext cx="5480901" cy="1181542"/>
          </a:xfrm>
          <a:prstGeom prst="rect">
            <a:avLst/>
          </a:prstGeom>
        </p:spPr>
        <p:txBody>
          <a:bodyPr anchor="b"/>
          <a:lstStyle>
            <a:lvl1pPr algn="r">
              <a:lnSpc>
                <a:spcPct val="100000"/>
              </a:lnSpc>
              <a:defRPr sz="3600" b="1" i="0">
                <a:solidFill>
                  <a:schemeClr val="bg1"/>
                </a:solidFill>
                <a:latin typeface="Ruaq Arabic" pitchFamily="2" charset="-78"/>
                <a:cs typeface="Ruaq Arabic" pitchFamily="2" charset="-78"/>
              </a:defRPr>
            </a:lvl1pPr>
          </a:lstStyle>
          <a:p>
            <a:r>
              <a:rPr lang="ar-SA"/>
              <a:t>انقر لتحرير نمط عنوان الشكل الرئيسي</a:t>
            </a:r>
          </a:p>
        </p:txBody>
      </p:sp>
      <p:sp>
        <p:nvSpPr>
          <p:cNvPr id="3" name="عنوان فرعي 2">
            <a:extLst>
              <a:ext uri="{FF2B5EF4-FFF2-40B4-BE49-F238E27FC236}">
                <a16:creationId xmlns:a16="http://schemas.microsoft.com/office/drawing/2014/main" id="{E6069557-F0CE-D36C-AEC4-FD0444E54AC3}"/>
              </a:ext>
            </a:extLst>
          </p:cNvPr>
          <p:cNvSpPr>
            <a:spLocks noGrp="1"/>
          </p:cNvSpPr>
          <p:nvPr>
            <p:ph type="subTitle" idx="1"/>
          </p:nvPr>
        </p:nvSpPr>
        <p:spPr>
          <a:xfrm>
            <a:off x="7239000" y="3630319"/>
            <a:ext cx="4114800" cy="867540"/>
          </a:xfrm>
          <a:prstGeom prst="rect">
            <a:avLst/>
          </a:prstGeom>
        </p:spPr>
        <p:txBody>
          <a:bodyPr anchor="t"/>
          <a:lstStyle>
            <a:lvl1pPr marL="0" indent="0" algn="r">
              <a:lnSpc>
                <a:spcPct val="100000"/>
              </a:lnSpc>
              <a:buNone/>
              <a:defRPr sz="2400" b="0" i="0">
                <a:solidFill>
                  <a:schemeClr val="bg1"/>
                </a:solidFill>
                <a:latin typeface="Ruaq Arabic Light" pitchFamily="2" charset="-78"/>
                <a:cs typeface="Ruaq Arabic Light"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dirty="0"/>
              <a:t>انقر لتحرير نمط العنوان الفرعي للشكل الرئيسي</a:t>
            </a:r>
          </a:p>
        </p:txBody>
      </p:sp>
      <p:sp>
        <p:nvSpPr>
          <p:cNvPr id="9" name="عنصر نائب للتاريخ 8">
            <a:extLst>
              <a:ext uri="{FF2B5EF4-FFF2-40B4-BE49-F238E27FC236}">
                <a16:creationId xmlns:a16="http://schemas.microsoft.com/office/drawing/2014/main" id="{73D049B3-03C6-2749-980A-53674FAF91C5}"/>
              </a:ext>
            </a:extLst>
          </p:cNvPr>
          <p:cNvSpPr>
            <a:spLocks noGrp="1"/>
          </p:cNvSpPr>
          <p:nvPr>
            <p:ph type="dt" sz="half" idx="10"/>
          </p:nvPr>
        </p:nvSpPr>
        <p:spPr>
          <a:xfrm>
            <a:off x="8613349" y="5934319"/>
            <a:ext cx="2743200" cy="365125"/>
          </a:xfrm>
          <a:prstGeom prst="rect">
            <a:avLst/>
          </a:prstGeom>
        </p:spPr>
        <p:txBody>
          <a:bodyPr/>
          <a:lstStyle>
            <a:lvl1pPr>
              <a:defRPr b="0" i="0">
                <a:solidFill>
                  <a:schemeClr val="bg1"/>
                </a:solidFill>
                <a:latin typeface="Lama Sans Light" pitchFamily="2" charset="-78"/>
                <a:cs typeface="Lama Sans Light" pitchFamily="2" charset="-78"/>
              </a:defRPr>
            </a:lvl1pPr>
          </a:lstStyle>
          <a:p>
            <a:endParaRPr lang="ar-SA"/>
          </a:p>
        </p:txBody>
      </p:sp>
    </p:spTree>
    <p:extLst>
      <p:ext uri="{BB962C8B-B14F-4D97-AF65-F5344CB8AC3E}">
        <p14:creationId xmlns:p14="http://schemas.microsoft.com/office/powerpoint/2010/main" val="603219084"/>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غلاف ٢">
    <p:spTree>
      <p:nvGrpSpPr>
        <p:cNvPr id="1" name=""/>
        <p:cNvGrpSpPr/>
        <p:nvPr/>
      </p:nvGrpSpPr>
      <p:grpSpPr>
        <a:xfrm>
          <a:off x="0" y="0"/>
          <a:ext cx="0" cy="0"/>
          <a:chOff x="0" y="0"/>
          <a:chExt cx="0" cy="0"/>
        </a:xfrm>
      </p:grpSpPr>
      <p:sp>
        <p:nvSpPr>
          <p:cNvPr id="4" name="مربع نص 3">
            <a:extLst>
              <a:ext uri="{FF2B5EF4-FFF2-40B4-BE49-F238E27FC236}">
                <a16:creationId xmlns:a16="http://schemas.microsoft.com/office/drawing/2014/main" id="{7F642B38-FE07-03B0-F2EA-577647EF9CCC}"/>
              </a:ext>
            </a:extLst>
          </p:cNvPr>
          <p:cNvSpPr txBox="1"/>
          <p:nvPr userDrawn="1"/>
        </p:nvSpPr>
        <p:spPr>
          <a:xfrm>
            <a:off x="16262252" y="-3179298"/>
            <a:ext cx="0" cy="0"/>
          </a:xfrm>
          <a:prstGeom prst="rect">
            <a:avLst/>
          </a:prstGeom>
        </p:spPr>
        <p:txBody>
          <a:bodyPr vert="horz" wrap="none" lIns="91440" tIns="45720" rIns="91440" bIns="45720" rtlCol="1" anchor="ctr">
            <a:normAutofit fontScale="25000" lnSpcReduction="20000"/>
          </a:bodyPr>
          <a:lstStyle/>
          <a:p>
            <a:pPr marL="0" algn="l" defTabSz="914400" rtl="0" eaLnBrk="1" latinLnBrk="0" hangingPunct="1"/>
            <a:endParaRPr lang="ar-SA" dirty="0"/>
          </a:p>
        </p:txBody>
      </p:sp>
      <p:sp>
        <p:nvSpPr>
          <p:cNvPr id="7" name="عنوان 1">
            <a:extLst>
              <a:ext uri="{FF2B5EF4-FFF2-40B4-BE49-F238E27FC236}">
                <a16:creationId xmlns:a16="http://schemas.microsoft.com/office/drawing/2014/main" id="{897D7F50-0D32-159B-EE0A-6008A73C3BF0}"/>
              </a:ext>
            </a:extLst>
          </p:cNvPr>
          <p:cNvSpPr>
            <a:spLocks noGrp="1"/>
          </p:cNvSpPr>
          <p:nvPr>
            <p:ph type="ctrTitle"/>
          </p:nvPr>
        </p:nvSpPr>
        <p:spPr>
          <a:xfrm>
            <a:off x="5872899" y="2356702"/>
            <a:ext cx="5480901" cy="1181542"/>
          </a:xfrm>
          <a:prstGeom prst="rect">
            <a:avLst/>
          </a:prstGeom>
        </p:spPr>
        <p:txBody>
          <a:bodyPr anchor="b"/>
          <a:lstStyle>
            <a:lvl1pPr algn="r">
              <a:lnSpc>
                <a:spcPct val="100000"/>
              </a:lnSpc>
              <a:defRPr sz="3600" b="1" i="0">
                <a:solidFill>
                  <a:schemeClr val="bg1"/>
                </a:solidFill>
                <a:latin typeface="Ruaq Arabic" pitchFamily="2" charset="-78"/>
                <a:cs typeface="Ruaq Arabic" pitchFamily="2" charset="-78"/>
              </a:defRPr>
            </a:lvl1pPr>
          </a:lstStyle>
          <a:p>
            <a:r>
              <a:rPr lang="ar-SA"/>
              <a:t>انقر لتحرير نمط عنوان الشكل الرئيسي</a:t>
            </a:r>
          </a:p>
        </p:txBody>
      </p:sp>
      <p:sp>
        <p:nvSpPr>
          <p:cNvPr id="8" name="عنوان فرعي 2">
            <a:extLst>
              <a:ext uri="{FF2B5EF4-FFF2-40B4-BE49-F238E27FC236}">
                <a16:creationId xmlns:a16="http://schemas.microsoft.com/office/drawing/2014/main" id="{C690F95E-7E23-F6FA-7944-B80273D54D31}"/>
              </a:ext>
            </a:extLst>
          </p:cNvPr>
          <p:cNvSpPr>
            <a:spLocks noGrp="1"/>
          </p:cNvSpPr>
          <p:nvPr>
            <p:ph type="subTitle" idx="1"/>
          </p:nvPr>
        </p:nvSpPr>
        <p:spPr>
          <a:xfrm>
            <a:off x="7239000" y="3630319"/>
            <a:ext cx="4114800" cy="867540"/>
          </a:xfrm>
          <a:prstGeom prst="rect">
            <a:avLst/>
          </a:prstGeom>
        </p:spPr>
        <p:txBody>
          <a:bodyPr anchor="t"/>
          <a:lstStyle>
            <a:lvl1pPr marL="0" indent="0" algn="r">
              <a:lnSpc>
                <a:spcPct val="100000"/>
              </a:lnSpc>
              <a:buNone/>
              <a:defRPr sz="2400" b="0" i="0">
                <a:solidFill>
                  <a:schemeClr val="bg1"/>
                </a:solidFill>
                <a:latin typeface="Ruaq Arabic Light" pitchFamily="2" charset="-78"/>
                <a:cs typeface="Ruaq Arabic Light"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dirty="0"/>
              <a:t>انقر لتحرير نمط العنوان الفرعي للشكل الرئيسي</a:t>
            </a:r>
          </a:p>
        </p:txBody>
      </p:sp>
      <p:sp>
        <p:nvSpPr>
          <p:cNvPr id="9" name="عنصر نائب للتاريخ 3">
            <a:extLst>
              <a:ext uri="{FF2B5EF4-FFF2-40B4-BE49-F238E27FC236}">
                <a16:creationId xmlns:a16="http://schemas.microsoft.com/office/drawing/2014/main" id="{F82A2B31-D25F-5C29-C1EE-D39A51D9A4D5}"/>
              </a:ext>
            </a:extLst>
          </p:cNvPr>
          <p:cNvSpPr>
            <a:spLocks noGrp="1"/>
          </p:cNvSpPr>
          <p:nvPr>
            <p:ph type="dt" sz="half" idx="10"/>
          </p:nvPr>
        </p:nvSpPr>
        <p:spPr>
          <a:xfrm>
            <a:off x="8610600" y="5825010"/>
            <a:ext cx="2743200" cy="365125"/>
          </a:xfrm>
          <a:prstGeom prst="rect">
            <a:avLst/>
          </a:prstGeom>
        </p:spPr>
        <p:txBody>
          <a:bodyPr/>
          <a:lstStyle>
            <a:lvl1pPr>
              <a:defRPr b="0" i="0">
                <a:solidFill>
                  <a:schemeClr val="bg1"/>
                </a:solidFill>
                <a:latin typeface="Lama Sans Light" pitchFamily="2" charset="-78"/>
                <a:cs typeface="Lama Sans Light" pitchFamily="2" charset="-78"/>
              </a:defRPr>
            </a:lvl1pPr>
          </a:lstStyle>
          <a:p>
            <a:endParaRPr lang="ar-SA"/>
          </a:p>
        </p:txBody>
      </p:sp>
    </p:spTree>
    <p:extLst>
      <p:ext uri="{BB962C8B-B14F-4D97-AF65-F5344CB8AC3E}">
        <p14:creationId xmlns:p14="http://schemas.microsoft.com/office/powerpoint/2010/main" val="3501224344"/>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غلاف + صورة">
    <p:spTree>
      <p:nvGrpSpPr>
        <p:cNvPr id="1" name=""/>
        <p:cNvGrpSpPr/>
        <p:nvPr/>
      </p:nvGrpSpPr>
      <p:grpSpPr>
        <a:xfrm>
          <a:off x="0" y="0"/>
          <a:ext cx="0" cy="0"/>
          <a:chOff x="0" y="0"/>
          <a:chExt cx="0" cy="0"/>
        </a:xfrm>
      </p:grpSpPr>
      <p:sp>
        <p:nvSpPr>
          <p:cNvPr id="4" name="مربع نص 3">
            <a:extLst>
              <a:ext uri="{FF2B5EF4-FFF2-40B4-BE49-F238E27FC236}">
                <a16:creationId xmlns:a16="http://schemas.microsoft.com/office/drawing/2014/main" id="{7F642B38-FE07-03B0-F2EA-577647EF9CCC}"/>
              </a:ext>
            </a:extLst>
          </p:cNvPr>
          <p:cNvSpPr txBox="1"/>
          <p:nvPr userDrawn="1"/>
        </p:nvSpPr>
        <p:spPr>
          <a:xfrm>
            <a:off x="16262252" y="-3179298"/>
            <a:ext cx="0" cy="0"/>
          </a:xfrm>
          <a:prstGeom prst="rect">
            <a:avLst/>
          </a:prstGeom>
        </p:spPr>
        <p:txBody>
          <a:bodyPr vert="horz" wrap="none" lIns="91440" tIns="45720" rIns="91440" bIns="45720" rtlCol="1" anchor="ctr">
            <a:normAutofit fontScale="25000" lnSpcReduction="20000"/>
          </a:bodyPr>
          <a:lstStyle/>
          <a:p>
            <a:pPr marL="0" algn="l" defTabSz="914400" rtl="0" eaLnBrk="1" latinLnBrk="0" hangingPunct="1"/>
            <a:endParaRPr lang="ar-SA" dirty="0"/>
          </a:p>
        </p:txBody>
      </p:sp>
      <p:sp>
        <p:nvSpPr>
          <p:cNvPr id="7" name="عنوان 1">
            <a:extLst>
              <a:ext uri="{FF2B5EF4-FFF2-40B4-BE49-F238E27FC236}">
                <a16:creationId xmlns:a16="http://schemas.microsoft.com/office/drawing/2014/main" id="{897D7F50-0D32-159B-EE0A-6008A73C3BF0}"/>
              </a:ext>
            </a:extLst>
          </p:cNvPr>
          <p:cNvSpPr>
            <a:spLocks noGrp="1"/>
          </p:cNvSpPr>
          <p:nvPr>
            <p:ph type="ctrTitle"/>
          </p:nvPr>
        </p:nvSpPr>
        <p:spPr>
          <a:xfrm>
            <a:off x="6224155" y="2356702"/>
            <a:ext cx="5129645" cy="1181542"/>
          </a:xfrm>
          <a:prstGeom prst="rect">
            <a:avLst/>
          </a:prstGeom>
        </p:spPr>
        <p:txBody>
          <a:bodyPr anchor="b"/>
          <a:lstStyle>
            <a:lvl1pPr algn="r">
              <a:lnSpc>
                <a:spcPct val="100000"/>
              </a:lnSpc>
              <a:defRPr sz="3600" b="1" i="0">
                <a:solidFill>
                  <a:schemeClr val="bg1"/>
                </a:solidFill>
                <a:latin typeface="Ruaq Arabic" pitchFamily="2" charset="-78"/>
                <a:cs typeface="Ruaq Arabic" pitchFamily="2" charset="-78"/>
              </a:defRPr>
            </a:lvl1pPr>
          </a:lstStyle>
          <a:p>
            <a:r>
              <a:rPr lang="ar-SA"/>
              <a:t>انقر لتحرير نمط عنوان الشكل الرئيسي</a:t>
            </a:r>
          </a:p>
        </p:txBody>
      </p:sp>
      <p:sp>
        <p:nvSpPr>
          <p:cNvPr id="8" name="عنوان فرعي 2">
            <a:extLst>
              <a:ext uri="{FF2B5EF4-FFF2-40B4-BE49-F238E27FC236}">
                <a16:creationId xmlns:a16="http://schemas.microsoft.com/office/drawing/2014/main" id="{C690F95E-7E23-F6FA-7944-B80273D54D31}"/>
              </a:ext>
            </a:extLst>
          </p:cNvPr>
          <p:cNvSpPr>
            <a:spLocks noGrp="1"/>
          </p:cNvSpPr>
          <p:nvPr>
            <p:ph type="subTitle" idx="1"/>
          </p:nvPr>
        </p:nvSpPr>
        <p:spPr>
          <a:xfrm>
            <a:off x="7239000" y="3630319"/>
            <a:ext cx="4114800" cy="867540"/>
          </a:xfrm>
          <a:prstGeom prst="rect">
            <a:avLst/>
          </a:prstGeom>
        </p:spPr>
        <p:txBody>
          <a:bodyPr anchor="t"/>
          <a:lstStyle>
            <a:lvl1pPr marL="0" indent="0" algn="r">
              <a:lnSpc>
                <a:spcPct val="100000"/>
              </a:lnSpc>
              <a:buNone/>
              <a:defRPr sz="2400" b="0" i="0">
                <a:solidFill>
                  <a:schemeClr val="bg1"/>
                </a:solidFill>
                <a:latin typeface="Ruaq Arabic Light" pitchFamily="2" charset="-78"/>
                <a:cs typeface="Ruaq Arabic Light"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dirty="0"/>
              <a:t>انقر لتحرير نمط العنوان الفرعي للشكل الرئيسي</a:t>
            </a:r>
          </a:p>
        </p:txBody>
      </p:sp>
      <p:sp>
        <p:nvSpPr>
          <p:cNvPr id="9" name="عنصر نائب للتاريخ 3">
            <a:extLst>
              <a:ext uri="{FF2B5EF4-FFF2-40B4-BE49-F238E27FC236}">
                <a16:creationId xmlns:a16="http://schemas.microsoft.com/office/drawing/2014/main" id="{F82A2B31-D25F-5C29-C1EE-D39A51D9A4D5}"/>
              </a:ext>
            </a:extLst>
          </p:cNvPr>
          <p:cNvSpPr>
            <a:spLocks noGrp="1"/>
          </p:cNvSpPr>
          <p:nvPr>
            <p:ph type="dt" sz="half" idx="10"/>
          </p:nvPr>
        </p:nvSpPr>
        <p:spPr>
          <a:xfrm>
            <a:off x="8610600" y="5825010"/>
            <a:ext cx="2743200" cy="365125"/>
          </a:xfrm>
          <a:prstGeom prst="rect">
            <a:avLst/>
          </a:prstGeom>
        </p:spPr>
        <p:txBody>
          <a:bodyPr/>
          <a:lstStyle>
            <a:lvl1pPr>
              <a:defRPr b="0" i="0">
                <a:solidFill>
                  <a:schemeClr val="bg1"/>
                </a:solidFill>
                <a:latin typeface="Lama Sans Light" pitchFamily="2" charset="-78"/>
                <a:cs typeface="Lama Sans Light" pitchFamily="2" charset="-78"/>
              </a:defRPr>
            </a:lvl1pPr>
          </a:lstStyle>
          <a:p>
            <a:endParaRPr lang="ar-SA"/>
          </a:p>
        </p:txBody>
      </p:sp>
      <p:sp>
        <p:nvSpPr>
          <p:cNvPr id="10" name="عنصر نائب للصورة 9">
            <a:extLst>
              <a:ext uri="{FF2B5EF4-FFF2-40B4-BE49-F238E27FC236}">
                <a16:creationId xmlns:a16="http://schemas.microsoft.com/office/drawing/2014/main" id="{DC4351D9-F9E4-817E-A78C-C3AC43530D14}"/>
              </a:ext>
            </a:extLst>
          </p:cNvPr>
          <p:cNvSpPr>
            <a:spLocks noGrp="1"/>
          </p:cNvSpPr>
          <p:nvPr>
            <p:ph type="pic" sz="quarter" idx="11"/>
          </p:nvPr>
        </p:nvSpPr>
        <p:spPr>
          <a:xfrm>
            <a:off x="0" y="0"/>
            <a:ext cx="5351318" cy="6858000"/>
          </a:xfrm>
          <a:custGeom>
            <a:avLst/>
            <a:gdLst>
              <a:gd name="connsiteX0" fmla="*/ 0 w 5351318"/>
              <a:gd name="connsiteY0" fmla="*/ 0 h 6858000"/>
              <a:gd name="connsiteX1" fmla="*/ 3337189 w 5351318"/>
              <a:gd name="connsiteY1" fmla="*/ 0 h 6858000"/>
              <a:gd name="connsiteX2" fmla="*/ 5351318 w 5351318"/>
              <a:gd name="connsiteY2" fmla="*/ 2014129 h 6858000"/>
              <a:gd name="connsiteX3" fmla="*/ 5351318 w 5351318"/>
              <a:gd name="connsiteY3" fmla="*/ 6858000 h 6858000"/>
              <a:gd name="connsiteX4" fmla="*/ 0 w 535131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51318" h="6858000">
                <a:moveTo>
                  <a:pt x="0" y="0"/>
                </a:moveTo>
                <a:lnTo>
                  <a:pt x="3337189" y="0"/>
                </a:lnTo>
                <a:lnTo>
                  <a:pt x="5351318" y="2014129"/>
                </a:lnTo>
                <a:lnTo>
                  <a:pt x="5351318" y="6858000"/>
                </a:lnTo>
                <a:lnTo>
                  <a:pt x="0" y="6858000"/>
                </a:lnTo>
                <a:close/>
              </a:path>
            </a:pathLst>
          </a:custGeom>
        </p:spPr>
        <p:txBody>
          <a:bodyPr wrap="square">
            <a:noAutofit/>
          </a:bodyPr>
          <a:lstStyle>
            <a:lvl1pPr>
              <a:defRPr sz="2400" b="0" i="0">
                <a:solidFill>
                  <a:schemeClr val="bg1"/>
                </a:solidFill>
                <a:latin typeface="Ruaq Arabic Med" pitchFamily="2" charset="-78"/>
                <a:cs typeface="Ruaq Arabic Med" pitchFamily="2" charset="-78"/>
              </a:defRPr>
            </a:lvl1pPr>
          </a:lstStyle>
          <a:p>
            <a:endParaRPr lang="ar-SA" dirty="0"/>
          </a:p>
        </p:txBody>
      </p:sp>
    </p:spTree>
    <p:extLst>
      <p:ext uri="{BB962C8B-B14F-4D97-AF65-F5344CB8AC3E}">
        <p14:creationId xmlns:p14="http://schemas.microsoft.com/office/powerpoint/2010/main" val="3956912973"/>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فاصل">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F053F03-C9A3-86C1-A69E-980D2C958145}"/>
              </a:ext>
            </a:extLst>
          </p:cNvPr>
          <p:cNvSpPr>
            <a:spLocks noGrp="1"/>
          </p:cNvSpPr>
          <p:nvPr>
            <p:ph type="ctrTitle" hasCustomPrompt="1"/>
          </p:nvPr>
        </p:nvSpPr>
        <p:spPr>
          <a:xfrm>
            <a:off x="5433848" y="2930004"/>
            <a:ext cx="5318234" cy="997991"/>
          </a:xfrm>
          <a:prstGeom prst="rect">
            <a:avLst/>
          </a:prstGeom>
        </p:spPr>
        <p:txBody>
          <a:bodyPr anchor="t"/>
          <a:lstStyle>
            <a:lvl1pPr algn="r">
              <a:defRPr sz="3600" b="0" i="0">
                <a:solidFill>
                  <a:schemeClr val="bg1"/>
                </a:solidFill>
                <a:latin typeface="Ruaq Arabic Light" pitchFamily="2" charset="-78"/>
                <a:cs typeface="Ruaq Arabic Light" pitchFamily="2" charset="-78"/>
              </a:defRPr>
            </a:lvl1pPr>
          </a:lstStyle>
          <a:p>
            <a:r>
              <a:rPr lang="ar-SA" dirty="0"/>
              <a:t>انقر لتحرير نص الفاصل</a:t>
            </a:r>
          </a:p>
        </p:txBody>
      </p:sp>
      <p:sp>
        <p:nvSpPr>
          <p:cNvPr id="3" name="عنوان فرعي 2">
            <a:extLst>
              <a:ext uri="{FF2B5EF4-FFF2-40B4-BE49-F238E27FC236}">
                <a16:creationId xmlns:a16="http://schemas.microsoft.com/office/drawing/2014/main" id="{CA446C81-B4C8-1FD3-4F9D-BA6903E224D7}"/>
              </a:ext>
            </a:extLst>
          </p:cNvPr>
          <p:cNvSpPr>
            <a:spLocks noGrp="1"/>
          </p:cNvSpPr>
          <p:nvPr>
            <p:ph type="subTitle" idx="1" hasCustomPrompt="1"/>
          </p:nvPr>
        </p:nvSpPr>
        <p:spPr>
          <a:xfrm>
            <a:off x="8996855" y="1040525"/>
            <a:ext cx="1755227" cy="1555529"/>
          </a:xfrm>
          <a:prstGeom prst="rect">
            <a:avLst/>
          </a:prstGeom>
        </p:spPr>
        <p:txBody>
          <a:bodyPr anchor="b"/>
          <a:lstStyle>
            <a:lvl1pPr marL="0" indent="0" algn="r">
              <a:buNone/>
              <a:defRPr sz="8000" b="1" i="0">
                <a:solidFill>
                  <a:schemeClr val="bg1"/>
                </a:solidFill>
                <a:latin typeface="Ruaq Arabic" pitchFamily="2" charset="-78"/>
                <a:cs typeface="Ruaq Arabic"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01</a:t>
            </a:r>
            <a:endParaRPr lang="ar-SA" dirty="0"/>
          </a:p>
        </p:txBody>
      </p:sp>
    </p:spTree>
    <p:extLst>
      <p:ext uri="{BB962C8B-B14F-4D97-AF65-F5344CB8AC3E}">
        <p14:creationId xmlns:p14="http://schemas.microsoft.com/office/powerpoint/2010/main" val="2927537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شريحة صورة">
    <p:spTree>
      <p:nvGrpSpPr>
        <p:cNvPr id="1" name=""/>
        <p:cNvGrpSpPr/>
        <p:nvPr/>
      </p:nvGrpSpPr>
      <p:grpSpPr>
        <a:xfrm>
          <a:off x="0" y="0"/>
          <a:ext cx="0" cy="0"/>
          <a:chOff x="0" y="0"/>
          <a:chExt cx="0" cy="0"/>
        </a:xfrm>
      </p:grpSpPr>
      <p:sp>
        <p:nvSpPr>
          <p:cNvPr id="16" name="عنصر نائب للصورة 15">
            <a:extLst>
              <a:ext uri="{FF2B5EF4-FFF2-40B4-BE49-F238E27FC236}">
                <a16:creationId xmlns:a16="http://schemas.microsoft.com/office/drawing/2014/main" id="{44E3C47B-37EA-9520-7F61-6B4C3A79D113}"/>
              </a:ext>
            </a:extLst>
          </p:cNvPr>
          <p:cNvSpPr>
            <a:spLocks noGrp="1"/>
          </p:cNvSpPr>
          <p:nvPr>
            <p:ph type="pic" sz="quarter" idx="10"/>
          </p:nvPr>
        </p:nvSpPr>
        <p:spPr>
          <a:xfrm>
            <a:off x="-4" y="2"/>
            <a:ext cx="11280778" cy="6148549"/>
          </a:xfrm>
          <a:custGeom>
            <a:avLst/>
            <a:gdLst>
              <a:gd name="connsiteX0" fmla="*/ 0 w 11280778"/>
              <a:gd name="connsiteY0" fmla="*/ 0 h 6148549"/>
              <a:gd name="connsiteX1" fmla="*/ 11280778 w 11280778"/>
              <a:gd name="connsiteY1" fmla="*/ 0 h 6148549"/>
              <a:gd name="connsiteX2" fmla="*/ 11280778 w 11280778"/>
              <a:gd name="connsiteY2" fmla="*/ 5873709 h 6148549"/>
              <a:gd name="connsiteX3" fmla="*/ 11005938 w 11280778"/>
              <a:gd name="connsiteY3" fmla="*/ 6148549 h 6148549"/>
              <a:gd name="connsiteX4" fmla="*/ 0 w 11280778"/>
              <a:gd name="connsiteY4" fmla="*/ 6148549 h 61485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80778" h="6148549">
                <a:moveTo>
                  <a:pt x="0" y="0"/>
                </a:moveTo>
                <a:lnTo>
                  <a:pt x="11280778" y="0"/>
                </a:lnTo>
                <a:lnTo>
                  <a:pt x="11280778" y="5873709"/>
                </a:lnTo>
                <a:lnTo>
                  <a:pt x="11005938" y="6148549"/>
                </a:lnTo>
                <a:lnTo>
                  <a:pt x="0" y="6148549"/>
                </a:lnTo>
                <a:close/>
              </a:path>
            </a:pathLst>
          </a:custGeom>
        </p:spPr>
        <p:txBody>
          <a:bodyPr wrap="square">
            <a:noAutofit/>
          </a:bodyPr>
          <a:lstStyle>
            <a:lvl1pPr>
              <a:defRPr sz="2000" b="0" i="0">
                <a:solidFill>
                  <a:srgbClr val="00365D"/>
                </a:solidFill>
                <a:latin typeface="Ruaq Arabic Med" pitchFamily="2" charset="-78"/>
                <a:cs typeface="Ruaq Arabic Med" pitchFamily="2" charset="-78"/>
              </a:defRPr>
            </a:lvl1pPr>
          </a:lstStyle>
          <a:p>
            <a:pPr marL="228600" indent="-228600" algn="l" defTabSz="914400" rtl="0" eaLnBrk="1" latinLnBrk="0" hangingPunct="1">
              <a:lnSpc>
                <a:spcPct val="90000"/>
              </a:lnSpc>
              <a:spcBef>
                <a:spcPts val="1000"/>
              </a:spcBef>
              <a:buFont typeface="Arial" panose="020B0604020202020204" pitchFamily="34" charset="0"/>
              <a:buChar char="•"/>
            </a:pPr>
            <a:endParaRPr lang="ar-SA" dirty="0"/>
          </a:p>
        </p:txBody>
      </p:sp>
    </p:spTree>
    <p:extLst>
      <p:ext uri="{BB962C8B-B14F-4D97-AF65-F5344CB8AC3E}">
        <p14:creationId xmlns:p14="http://schemas.microsoft.com/office/powerpoint/2010/main" val="2295858516"/>
      </p:ext>
    </p:extLst>
  </p:cSld>
  <p:clrMapOvr>
    <a:masterClrMapping/>
  </p:clrMapOvr>
  <p:extLst>
    <p:ext uri="{DCECCB84-F9BA-43D5-87BE-67443E8EF086}">
      <p15:sldGuideLst xmlns:p15="http://schemas.microsoft.com/office/powerpoint/2012/main">
        <p15:guide id="1" orient="horz" pos="3612" userDrawn="1">
          <p15:clr>
            <a:srgbClr val="FBAE40"/>
          </p15:clr>
        </p15:guide>
        <p15:guide id="2" pos="710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محتوى نص">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259FF188-58B6-8FFD-DA09-2B3438BFF6B7}"/>
              </a:ext>
            </a:extLst>
          </p:cNvPr>
          <p:cNvSpPr>
            <a:spLocks noGrp="1"/>
          </p:cNvSpPr>
          <p:nvPr>
            <p:ph type="ctrTitle"/>
          </p:nvPr>
        </p:nvSpPr>
        <p:spPr>
          <a:xfrm>
            <a:off x="830316" y="397144"/>
            <a:ext cx="10505091" cy="769500"/>
          </a:xfrm>
          <a:prstGeom prst="rect">
            <a:avLst/>
          </a:prstGeom>
        </p:spPr>
        <p:txBody>
          <a:bodyPr anchor="b"/>
          <a:lstStyle>
            <a:lvl1pPr algn="r">
              <a:defRPr sz="2400" b="1" i="0">
                <a:solidFill>
                  <a:srgbClr val="04A6A4"/>
                </a:solidFill>
                <a:latin typeface="Ruaq Arabic" pitchFamily="2" charset="-78"/>
                <a:cs typeface="Ruaq Arabic" pitchFamily="2" charset="-78"/>
              </a:defRPr>
            </a:lvl1pPr>
          </a:lstStyle>
          <a:p>
            <a:r>
              <a:rPr lang="ar-SA" dirty="0"/>
              <a:t>انقر لتحرير نمط عنوان الشكل الرئيسي</a:t>
            </a:r>
          </a:p>
        </p:txBody>
      </p:sp>
      <p:sp>
        <p:nvSpPr>
          <p:cNvPr id="3" name="عنوان فرعي 2">
            <a:extLst>
              <a:ext uri="{FF2B5EF4-FFF2-40B4-BE49-F238E27FC236}">
                <a16:creationId xmlns:a16="http://schemas.microsoft.com/office/drawing/2014/main" id="{4A5ACE77-3F21-6584-E9DA-9A34504CCA14}"/>
              </a:ext>
            </a:extLst>
          </p:cNvPr>
          <p:cNvSpPr>
            <a:spLocks noGrp="1"/>
          </p:cNvSpPr>
          <p:nvPr>
            <p:ph type="subTitle" idx="1"/>
          </p:nvPr>
        </p:nvSpPr>
        <p:spPr>
          <a:xfrm>
            <a:off x="830316" y="1321292"/>
            <a:ext cx="10505090" cy="4648583"/>
          </a:xfrm>
          <a:prstGeom prst="rect">
            <a:avLst/>
          </a:prstGeom>
        </p:spPr>
        <p:txBody>
          <a:bodyPr/>
          <a:lstStyle>
            <a:lvl1pPr marL="0" indent="0" algn="r">
              <a:buNone/>
              <a:defRPr sz="1400" b="0" i="0">
                <a:solidFill>
                  <a:srgbClr val="00365D"/>
                </a:solidFill>
                <a:latin typeface="Ruaq Arabic Med" pitchFamily="2" charset="-78"/>
                <a:cs typeface="Ruaq Arabic Med"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a:t>انقر لتحرير نمط العنوان الفرعي للشكل الرئيسي</a:t>
            </a:r>
          </a:p>
        </p:txBody>
      </p:sp>
    </p:spTree>
    <p:extLst>
      <p:ext uri="{BB962C8B-B14F-4D97-AF65-F5344CB8AC3E}">
        <p14:creationId xmlns:p14="http://schemas.microsoft.com/office/powerpoint/2010/main" val="40755974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محتوى نص + صورة">
    <p:spTree>
      <p:nvGrpSpPr>
        <p:cNvPr id="1" name=""/>
        <p:cNvGrpSpPr/>
        <p:nvPr/>
      </p:nvGrpSpPr>
      <p:grpSpPr>
        <a:xfrm>
          <a:off x="0" y="0"/>
          <a:ext cx="0" cy="0"/>
          <a:chOff x="0" y="0"/>
          <a:chExt cx="0" cy="0"/>
        </a:xfrm>
      </p:grpSpPr>
      <p:pic>
        <p:nvPicPr>
          <p:cNvPr id="20" name="صورة 19">
            <a:extLst>
              <a:ext uri="{FF2B5EF4-FFF2-40B4-BE49-F238E27FC236}">
                <a16:creationId xmlns:a16="http://schemas.microsoft.com/office/drawing/2014/main" id="{2CA2ADE5-0E10-6834-1765-82A17ACD3D55}"/>
              </a:ext>
            </a:extLst>
          </p:cNvPr>
          <p:cNvPicPr>
            <a:picLocks noChangeAspect="1"/>
          </p:cNvPicPr>
          <p:nvPr userDrawn="1"/>
        </p:nvPicPr>
        <p:blipFill>
          <a:blip r:embed="rId2"/>
          <a:stretch>
            <a:fillRect/>
          </a:stretch>
        </p:blipFill>
        <p:spPr>
          <a:xfrm>
            <a:off x="258492" y="6165850"/>
            <a:ext cx="608286" cy="464218"/>
          </a:xfrm>
          <a:prstGeom prst="rect">
            <a:avLst/>
          </a:prstGeom>
        </p:spPr>
      </p:pic>
      <p:sp>
        <p:nvSpPr>
          <p:cNvPr id="21" name="مربع نص 20">
            <a:extLst>
              <a:ext uri="{FF2B5EF4-FFF2-40B4-BE49-F238E27FC236}">
                <a16:creationId xmlns:a16="http://schemas.microsoft.com/office/drawing/2014/main" id="{45A641A9-A0A0-AA98-4783-876466F8BDDF}"/>
              </a:ext>
            </a:extLst>
          </p:cNvPr>
          <p:cNvSpPr txBox="1"/>
          <p:nvPr userDrawn="1"/>
        </p:nvSpPr>
        <p:spPr>
          <a:xfrm>
            <a:off x="318449" y="6236057"/>
            <a:ext cx="488373" cy="307777"/>
          </a:xfrm>
          <a:prstGeom prst="rect">
            <a:avLst/>
          </a:prstGeom>
          <a:noFill/>
        </p:spPr>
        <p:txBody>
          <a:bodyPr wrap="square" rtlCol="1">
            <a:spAutoFit/>
          </a:bodyPr>
          <a:lstStyle/>
          <a:p>
            <a:pPr algn="ctr"/>
            <a:fld id="{D3E9FE05-3493-4499-B834-2B6B689ABB51}" type="slidenum">
              <a:rPr lang="ar-SA" sz="1400" b="0" i="0" smtClean="0">
                <a:solidFill>
                  <a:schemeClr val="bg1"/>
                </a:solidFill>
                <a:latin typeface="Lama Sans Light" pitchFamily="2" charset="-78"/>
                <a:cs typeface="Lama Sans Light" pitchFamily="2" charset="-78"/>
              </a:rPr>
              <a:pPr algn="ctr"/>
              <a:t>‹#›</a:t>
            </a:fld>
            <a:endParaRPr lang="ar-SA" b="0" i="0" dirty="0">
              <a:solidFill>
                <a:schemeClr val="bg1"/>
              </a:solidFill>
              <a:latin typeface="Lama Sans Light" pitchFamily="2" charset="-78"/>
              <a:cs typeface="Lama Sans Light" pitchFamily="2" charset="-78"/>
            </a:endParaRPr>
          </a:p>
        </p:txBody>
      </p:sp>
      <p:sp>
        <p:nvSpPr>
          <p:cNvPr id="25" name="عنوان فرعي 2">
            <a:extLst>
              <a:ext uri="{FF2B5EF4-FFF2-40B4-BE49-F238E27FC236}">
                <a16:creationId xmlns:a16="http://schemas.microsoft.com/office/drawing/2014/main" id="{9DA0EA2B-B9FC-9D86-0DAC-FE390F4A8621}"/>
              </a:ext>
            </a:extLst>
          </p:cNvPr>
          <p:cNvSpPr>
            <a:spLocks noGrp="1"/>
          </p:cNvSpPr>
          <p:nvPr>
            <p:ph type="subTitle" idx="1"/>
          </p:nvPr>
        </p:nvSpPr>
        <p:spPr>
          <a:xfrm>
            <a:off x="6795169" y="1657624"/>
            <a:ext cx="4356538" cy="4144086"/>
          </a:xfrm>
          <a:prstGeom prst="rect">
            <a:avLst/>
          </a:prstGeom>
        </p:spPr>
        <p:txBody>
          <a:bodyPr/>
          <a:lstStyle>
            <a:lvl1pPr marL="0" indent="0" algn="just">
              <a:buNone/>
              <a:defRPr sz="1400" b="0" i="0">
                <a:solidFill>
                  <a:srgbClr val="00365D"/>
                </a:solidFill>
                <a:latin typeface="Ruaq Arabic Med" pitchFamily="2" charset="-78"/>
                <a:cs typeface="Ruaq Arabic Med" pitchFamily="2" charset="-7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a:t>انقر لتحرير نمط العنوان الفرعي للشكل الرئيسي</a:t>
            </a:r>
          </a:p>
        </p:txBody>
      </p:sp>
      <p:sp>
        <p:nvSpPr>
          <p:cNvPr id="26" name="عنوان 1">
            <a:extLst>
              <a:ext uri="{FF2B5EF4-FFF2-40B4-BE49-F238E27FC236}">
                <a16:creationId xmlns:a16="http://schemas.microsoft.com/office/drawing/2014/main" id="{C394F4B0-A108-8DEF-6467-21C4E81E7EF5}"/>
              </a:ext>
            </a:extLst>
          </p:cNvPr>
          <p:cNvSpPr>
            <a:spLocks noGrp="1"/>
          </p:cNvSpPr>
          <p:nvPr>
            <p:ph type="ctrTitle"/>
          </p:nvPr>
        </p:nvSpPr>
        <p:spPr>
          <a:xfrm>
            <a:off x="6795167" y="733475"/>
            <a:ext cx="4356539" cy="769500"/>
          </a:xfrm>
          <a:prstGeom prst="rect">
            <a:avLst/>
          </a:prstGeom>
        </p:spPr>
        <p:txBody>
          <a:bodyPr anchor="b"/>
          <a:lstStyle>
            <a:lvl1pPr algn="r">
              <a:defRPr sz="2400" b="1" i="0">
                <a:solidFill>
                  <a:srgbClr val="04A6A4"/>
                </a:solidFill>
                <a:latin typeface="Ruaq Arabic" pitchFamily="2" charset="-78"/>
                <a:cs typeface="Ruaq Arabic" pitchFamily="2" charset="-78"/>
              </a:defRPr>
            </a:lvl1pPr>
          </a:lstStyle>
          <a:p>
            <a:r>
              <a:rPr lang="ar-SA" dirty="0"/>
              <a:t>انقر لتحرير نمط عنوان الشكل الرئيسي</a:t>
            </a:r>
          </a:p>
        </p:txBody>
      </p:sp>
      <p:sp>
        <p:nvSpPr>
          <p:cNvPr id="6" name="عنصر نائب للصورة 5">
            <a:extLst>
              <a:ext uri="{FF2B5EF4-FFF2-40B4-BE49-F238E27FC236}">
                <a16:creationId xmlns:a16="http://schemas.microsoft.com/office/drawing/2014/main" id="{87106A31-3058-16F2-FE5F-A7761A04A4A1}"/>
              </a:ext>
            </a:extLst>
          </p:cNvPr>
          <p:cNvSpPr>
            <a:spLocks noGrp="1"/>
          </p:cNvSpPr>
          <p:nvPr>
            <p:ph type="pic" sz="quarter" idx="10"/>
          </p:nvPr>
        </p:nvSpPr>
        <p:spPr>
          <a:xfrm>
            <a:off x="0" y="0"/>
            <a:ext cx="5476352" cy="5801710"/>
          </a:xfrm>
          <a:custGeom>
            <a:avLst/>
            <a:gdLst>
              <a:gd name="connsiteX0" fmla="*/ 0 w 5476352"/>
              <a:gd name="connsiteY0" fmla="*/ 0 h 5801710"/>
              <a:gd name="connsiteX1" fmla="*/ 5476352 w 5476352"/>
              <a:gd name="connsiteY1" fmla="*/ 0 h 5801710"/>
              <a:gd name="connsiteX2" fmla="*/ 5476352 w 5476352"/>
              <a:gd name="connsiteY2" fmla="*/ 4777304 h 5801710"/>
              <a:gd name="connsiteX3" fmla="*/ 4451946 w 5476352"/>
              <a:gd name="connsiteY3" fmla="*/ 5801710 h 5801710"/>
              <a:gd name="connsiteX4" fmla="*/ 0 w 5476352"/>
              <a:gd name="connsiteY4" fmla="*/ 5801710 h 5801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76352" h="5801710">
                <a:moveTo>
                  <a:pt x="0" y="0"/>
                </a:moveTo>
                <a:lnTo>
                  <a:pt x="5476352" y="0"/>
                </a:lnTo>
                <a:lnTo>
                  <a:pt x="5476352" y="4777304"/>
                </a:lnTo>
                <a:lnTo>
                  <a:pt x="4451946" y="5801710"/>
                </a:lnTo>
                <a:lnTo>
                  <a:pt x="0" y="5801710"/>
                </a:lnTo>
                <a:close/>
              </a:path>
            </a:pathLst>
          </a:custGeom>
        </p:spPr>
        <p:txBody>
          <a:bodyPr wrap="square">
            <a:noAutofit/>
          </a:bodyPr>
          <a:lstStyle>
            <a:lvl1pPr algn="r">
              <a:defRPr sz="2000" b="0" i="0">
                <a:solidFill>
                  <a:srgbClr val="00365D"/>
                </a:solidFill>
                <a:latin typeface="Ruaq Arabic Med" pitchFamily="2" charset="-78"/>
                <a:cs typeface="Ruaq Arabic Med" pitchFamily="2" charset="-78"/>
              </a:defRPr>
            </a:lvl1pPr>
          </a:lstStyle>
          <a:p>
            <a:pPr marL="228600" indent="-228600" algn="l" defTabSz="914400" rtl="0" eaLnBrk="1" latinLnBrk="0" hangingPunct="1">
              <a:lnSpc>
                <a:spcPct val="90000"/>
              </a:lnSpc>
              <a:spcBef>
                <a:spcPts val="1000"/>
              </a:spcBef>
              <a:buFont typeface="Arial" panose="020B0604020202020204" pitchFamily="34" charset="0"/>
              <a:buChar char="•"/>
            </a:pPr>
            <a:endParaRPr lang="ar-SA"/>
          </a:p>
        </p:txBody>
      </p:sp>
    </p:spTree>
    <p:extLst>
      <p:ext uri="{BB962C8B-B14F-4D97-AF65-F5344CB8AC3E}">
        <p14:creationId xmlns:p14="http://schemas.microsoft.com/office/powerpoint/2010/main" val="1409251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غلاف ختام">
    <p:spTree>
      <p:nvGrpSpPr>
        <p:cNvPr id="1" name=""/>
        <p:cNvGrpSpPr/>
        <p:nvPr/>
      </p:nvGrpSpPr>
      <p:grpSpPr>
        <a:xfrm>
          <a:off x="0" y="0"/>
          <a:ext cx="0" cy="0"/>
          <a:chOff x="0" y="0"/>
          <a:chExt cx="0" cy="0"/>
        </a:xfrm>
      </p:grpSpPr>
      <p:sp>
        <p:nvSpPr>
          <p:cNvPr id="11" name="مربع نص 10">
            <a:extLst>
              <a:ext uri="{FF2B5EF4-FFF2-40B4-BE49-F238E27FC236}">
                <a16:creationId xmlns:a16="http://schemas.microsoft.com/office/drawing/2014/main" id="{AC3CB6C4-0674-C64E-7BBD-F1D508AE3B60}"/>
              </a:ext>
            </a:extLst>
          </p:cNvPr>
          <p:cNvSpPr txBox="1"/>
          <p:nvPr userDrawn="1"/>
        </p:nvSpPr>
        <p:spPr>
          <a:xfrm>
            <a:off x="672526" y="6187171"/>
            <a:ext cx="2457696" cy="369332"/>
          </a:xfrm>
          <a:prstGeom prst="rect">
            <a:avLst/>
          </a:prstGeom>
          <a:noFill/>
        </p:spPr>
        <p:txBody>
          <a:bodyPr wrap="square" rtlCol="1">
            <a:spAutoFit/>
          </a:bodyPr>
          <a:lstStyle/>
          <a:p>
            <a:pPr algn="l"/>
            <a:r>
              <a:rPr lang="en-US" b="0" i="0" dirty="0">
                <a:solidFill>
                  <a:schemeClr val="bg1"/>
                </a:solidFill>
                <a:latin typeface="Lama Sans Medium" pitchFamily="2" charset="-78"/>
                <a:cs typeface="Lama Sans Medium" pitchFamily="2" charset="-78"/>
              </a:rPr>
              <a:t>infath.gov.sa</a:t>
            </a:r>
            <a:endParaRPr lang="ar-SA" b="0" i="0" dirty="0">
              <a:solidFill>
                <a:schemeClr val="bg1"/>
              </a:solidFill>
              <a:latin typeface="Lama Sans Medium" pitchFamily="2" charset="-78"/>
              <a:cs typeface="Lama Sans Medium" pitchFamily="2" charset="-78"/>
            </a:endParaRPr>
          </a:p>
        </p:txBody>
      </p:sp>
      <p:pic>
        <p:nvPicPr>
          <p:cNvPr id="14" name="صورة 13">
            <a:extLst>
              <a:ext uri="{FF2B5EF4-FFF2-40B4-BE49-F238E27FC236}">
                <a16:creationId xmlns:a16="http://schemas.microsoft.com/office/drawing/2014/main" id="{A07ABD1D-273E-21D5-4195-C0EA16467555}"/>
              </a:ext>
            </a:extLst>
          </p:cNvPr>
          <p:cNvPicPr>
            <a:picLocks noChangeAspect="1"/>
          </p:cNvPicPr>
          <p:nvPr userDrawn="1"/>
        </p:nvPicPr>
        <p:blipFill>
          <a:blip r:embed="rId2"/>
          <a:stretch>
            <a:fillRect/>
          </a:stretch>
        </p:blipFill>
        <p:spPr>
          <a:xfrm flipV="1">
            <a:off x="470175" y="6271887"/>
            <a:ext cx="202351" cy="202351"/>
          </a:xfrm>
          <a:prstGeom prst="rect">
            <a:avLst/>
          </a:prstGeom>
        </p:spPr>
      </p:pic>
      <p:sp>
        <p:nvSpPr>
          <p:cNvPr id="15" name="عنوان 14">
            <a:extLst>
              <a:ext uri="{FF2B5EF4-FFF2-40B4-BE49-F238E27FC236}">
                <a16:creationId xmlns:a16="http://schemas.microsoft.com/office/drawing/2014/main" id="{146BA549-A4C8-2C61-2715-5501AB8B083E}"/>
              </a:ext>
            </a:extLst>
          </p:cNvPr>
          <p:cNvSpPr>
            <a:spLocks noGrp="1"/>
          </p:cNvSpPr>
          <p:nvPr>
            <p:ph type="title" hasCustomPrompt="1"/>
          </p:nvPr>
        </p:nvSpPr>
        <p:spPr>
          <a:xfrm>
            <a:off x="2917371" y="3072719"/>
            <a:ext cx="6302828" cy="712562"/>
          </a:xfrm>
          <a:prstGeom prst="rect">
            <a:avLst/>
          </a:prstGeom>
        </p:spPr>
        <p:txBody>
          <a:bodyPr anchor="ctr"/>
          <a:lstStyle>
            <a:lvl1pPr>
              <a:defRPr/>
            </a:lvl1pPr>
          </a:lstStyle>
          <a:p>
            <a:pPr algn="r" defTabSz="914400" rtl="0" eaLnBrk="1" latinLnBrk="0" hangingPunct="1">
              <a:lnSpc>
                <a:spcPct val="90000"/>
              </a:lnSpc>
              <a:spcBef>
                <a:spcPct val="0"/>
              </a:spcBef>
              <a:buNone/>
            </a:pPr>
            <a:r>
              <a:rPr lang="ar-SA" dirty="0"/>
              <a:t>شكرًا لكم</a:t>
            </a:r>
          </a:p>
        </p:txBody>
      </p:sp>
    </p:spTree>
    <p:extLst>
      <p:ext uri="{BB962C8B-B14F-4D97-AF65-F5344CB8AC3E}">
        <p14:creationId xmlns:p14="http://schemas.microsoft.com/office/powerpoint/2010/main" val="21927538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emf"/></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theme" Target="../theme/theme5.xml"/><Relationship Id="rId1" Type="http://schemas.openxmlformats.org/officeDocument/2006/relationships/slideLayout" Target="../slideLayouts/slideLayout5.xml"/><Relationship Id="rId4" Type="http://schemas.openxmlformats.org/officeDocument/2006/relationships/image" Target="../media/image5.emf"/></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theme" Target="../theme/theme6.xml"/><Relationship Id="rId1" Type="http://schemas.openxmlformats.org/officeDocument/2006/relationships/slideLayout" Target="../slideLayouts/slideLayout6.xml"/><Relationship Id="rId4" Type="http://schemas.openxmlformats.org/officeDocument/2006/relationships/image" Target="../media/image5.emf"/></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theme" Target="../theme/theme7.xml"/><Relationship Id="rId1" Type="http://schemas.openxmlformats.org/officeDocument/2006/relationships/slideLayout" Target="../slideLayouts/slideLayout7.xml"/><Relationship Id="rId4" Type="http://schemas.openxmlformats.org/officeDocument/2006/relationships/image" Target="../media/image5.emf"/></Relationships>
</file>

<file path=ppt/slideMasters/_rels/slideMaster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theme" Target="../theme/theme8.xml"/><Relationship Id="rId1" Type="http://schemas.openxmlformats.org/officeDocument/2006/relationships/slideLayout" Target="../slideLayouts/slideLayout8.xml"/><Relationship Id="rId4"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1" name="صورة 10">
            <a:extLst>
              <a:ext uri="{FF2B5EF4-FFF2-40B4-BE49-F238E27FC236}">
                <a16:creationId xmlns:a16="http://schemas.microsoft.com/office/drawing/2014/main" id="{6696AA81-D4E7-CA8E-3586-2B97AB8C3693}"/>
              </a:ext>
            </a:extLst>
          </p:cNvPr>
          <p:cNvPicPr>
            <a:picLocks noChangeAspect="1"/>
          </p:cNvPicPr>
          <p:nvPr userDrawn="1"/>
        </p:nvPicPr>
        <p:blipFill>
          <a:blip r:embed="rId3"/>
          <a:stretch>
            <a:fillRect/>
          </a:stretch>
        </p:blipFill>
        <p:spPr>
          <a:xfrm>
            <a:off x="0" y="0"/>
            <a:ext cx="12192000" cy="6858000"/>
          </a:xfrm>
          <a:prstGeom prst="rect">
            <a:avLst/>
          </a:prstGeom>
        </p:spPr>
      </p:pic>
      <p:pic>
        <p:nvPicPr>
          <p:cNvPr id="8" name="صورة 7">
            <a:extLst>
              <a:ext uri="{FF2B5EF4-FFF2-40B4-BE49-F238E27FC236}">
                <a16:creationId xmlns:a16="http://schemas.microsoft.com/office/drawing/2014/main" id="{43062A18-EE65-EE18-B143-0991134FD9C8}"/>
              </a:ext>
            </a:extLst>
          </p:cNvPr>
          <p:cNvPicPr>
            <a:picLocks noChangeAspect="1"/>
          </p:cNvPicPr>
          <p:nvPr userDrawn="1"/>
        </p:nvPicPr>
        <p:blipFill>
          <a:blip r:embed="rId4"/>
          <a:stretch>
            <a:fillRect/>
          </a:stretch>
        </p:blipFill>
        <p:spPr>
          <a:xfrm>
            <a:off x="698664" y="5617418"/>
            <a:ext cx="890988" cy="675158"/>
          </a:xfrm>
          <a:prstGeom prst="rect">
            <a:avLst/>
          </a:prstGeom>
        </p:spPr>
      </p:pic>
    </p:spTree>
    <p:extLst>
      <p:ext uri="{BB962C8B-B14F-4D97-AF65-F5344CB8AC3E}">
        <p14:creationId xmlns:p14="http://schemas.microsoft.com/office/powerpoint/2010/main" val="3497605826"/>
      </p:ext>
    </p:extLst>
  </p:cSld>
  <p:clrMap bg1="lt1" tx1="dk1" bg2="lt2" tx2="dk2" accent1="accent1" accent2="accent2" accent3="accent3" accent4="accent4" accent5="accent5" accent6="accent6" hlink="hlink" folHlink="folHlink"/>
  <p:sldLayoutIdLst>
    <p:sldLayoutId id="2147483675" r:id="rId1"/>
  </p:sldLayoutIdLst>
  <p:hf sldNum="0" hdr="0" ftr="0" dt="0"/>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مستطيل 2">
            <a:extLst>
              <a:ext uri="{FF2B5EF4-FFF2-40B4-BE49-F238E27FC236}">
                <a16:creationId xmlns:a16="http://schemas.microsoft.com/office/drawing/2014/main" id="{1F91DAD3-6E92-F9C3-CDCA-786F412101F8}"/>
              </a:ext>
            </a:extLst>
          </p:cNvPr>
          <p:cNvSpPr/>
          <p:nvPr userDrawn="1"/>
        </p:nvSpPr>
        <p:spPr>
          <a:xfrm>
            <a:off x="0" y="0"/>
            <a:ext cx="12192000" cy="6858000"/>
          </a:xfrm>
          <a:prstGeom prst="rect">
            <a:avLst/>
          </a:prstGeom>
          <a:gradFill flip="none" rotWithShape="1">
            <a:gsLst>
              <a:gs pos="17000">
                <a:srgbClr val="13778D"/>
              </a:gs>
              <a:gs pos="100000">
                <a:srgbClr val="04A6A4"/>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dirty="0"/>
          </a:p>
        </p:txBody>
      </p:sp>
      <p:pic>
        <p:nvPicPr>
          <p:cNvPr id="4" name="صورة 3">
            <a:extLst>
              <a:ext uri="{FF2B5EF4-FFF2-40B4-BE49-F238E27FC236}">
                <a16:creationId xmlns:a16="http://schemas.microsoft.com/office/drawing/2014/main" id="{ED686AD2-C910-5B2E-C460-1B0D0E965C01}"/>
              </a:ext>
            </a:extLst>
          </p:cNvPr>
          <p:cNvPicPr>
            <a:picLocks noChangeAspect="1"/>
          </p:cNvPicPr>
          <p:nvPr userDrawn="1"/>
        </p:nvPicPr>
        <p:blipFill>
          <a:blip r:embed="rId3"/>
          <a:stretch>
            <a:fillRect/>
          </a:stretch>
        </p:blipFill>
        <p:spPr>
          <a:xfrm>
            <a:off x="698664" y="5617418"/>
            <a:ext cx="890988" cy="675158"/>
          </a:xfrm>
          <a:prstGeom prst="rect">
            <a:avLst/>
          </a:prstGeom>
        </p:spPr>
      </p:pic>
    </p:spTree>
    <p:extLst>
      <p:ext uri="{BB962C8B-B14F-4D97-AF65-F5344CB8AC3E}">
        <p14:creationId xmlns:p14="http://schemas.microsoft.com/office/powerpoint/2010/main" val="3812837116"/>
      </p:ext>
    </p:extLst>
  </p:cSld>
  <p:clrMap bg1="lt1" tx1="dk1" bg2="lt2" tx2="dk2" accent1="accent1" accent2="accent2" accent3="accent3" accent4="accent4" accent5="accent5" accent6="accent6" hlink="hlink" folHlink="folHlink"/>
  <p:sldLayoutIdLst>
    <p:sldLayoutId id="2147483673" r:id="rId1"/>
  </p:sldLayoutIdLst>
  <p:hf sldNum="0" hdr="0" ftr="0" dt="0"/>
  <p:txStyles>
    <p:titleStyle>
      <a:lvl1pPr algn="r" defTabSz="914400" rtl="1" eaLnBrk="1" latinLnBrk="0" hangingPunct="1">
        <a:lnSpc>
          <a:spcPct val="100000"/>
        </a:lnSpc>
        <a:spcBef>
          <a:spcPct val="0"/>
        </a:spcBef>
        <a:buNone/>
        <a:defRPr sz="4400" b="0" i="0" kern="1200">
          <a:solidFill>
            <a:schemeClr val="bg1"/>
          </a:solidFill>
          <a:latin typeface="Ruaq Arabic" pitchFamily="2" charset="-78"/>
          <a:ea typeface="+mj-ea"/>
          <a:cs typeface="Ruaq Arabic" pitchFamily="2" charset="-78"/>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مستطيل 2">
            <a:extLst>
              <a:ext uri="{FF2B5EF4-FFF2-40B4-BE49-F238E27FC236}">
                <a16:creationId xmlns:a16="http://schemas.microsoft.com/office/drawing/2014/main" id="{D46B4B9C-5BD5-7E16-6DEB-943451CD5B95}"/>
              </a:ext>
            </a:extLst>
          </p:cNvPr>
          <p:cNvSpPr/>
          <p:nvPr userDrawn="1"/>
        </p:nvSpPr>
        <p:spPr>
          <a:xfrm>
            <a:off x="0" y="0"/>
            <a:ext cx="12192000" cy="6858000"/>
          </a:xfrm>
          <a:prstGeom prst="rect">
            <a:avLst/>
          </a:prstGeom>
          <a:gradFill flip="none" rotWithShape="1">
            <a:gsLst>
              <a:gs pos="17000">
                <a:srgbClr val="13778D"/>
              </a:gs>
              <a:gs pos="100000">
                <a:srgbClr val="04A6A4"/>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dirty="0"/>
          </a:p>
        </p:txBody>
      </p:sp>
      <p:pic>
        <p:nvPicPr>
          <p:cNvPr id="4" name="صورة 3">
            <a:extLst>
              <a:ext uri="{FF2B5EF4-FFF2-40B4-BE49-F238E27FC236}">
                <a16:creationId xmlns:a16="http://schemas.microsoft.com/office/drawing/2014/main" id="{ED686AD2-C910-5B2E-C460-1B0D0E965C01}"/>
              </a:ext>
            </a:extLst>
          </p:cNvPr>
          <p:cNvPicPr>
            <a:picLocks noChangeAspect="1"/>
          </p:cNvPicPr>
          <p:nvPr userDrawn="1"/>
        </p:nvPicPr>
        <p:blipFill>
          <a:blip r:embed="rId3"/>
          <a:stretch>
            <a:fillRect/>
          </a:stretch>
        </p:blipFill>
        <p:spPr>
          <a:xfrm>
            <a:off x="10902537" y="380400"/>
            <a:ext cx="893155" cy="676800"/>
          </a:xfrm>
          <a:prstGeom prst="rect">
            <a:avLst/>
          </a:prstGeom>
        </p:spPr>
      </p:pic>
    </p:spTree>
    <p:extLst>
      <p:ext uri="{BB962C8B-B14F-4D97-AF65-F5344CB8AC3E}">
        <p14:creationId xmlns:p14="http://schemas.microsoft.com/office/powerpoint/2010/main" val="4032742480"/>
      </p:ext>
    </p:extLst>
  </p:cSld>
  <p:clrMap bg1="lt1" tx1="dk1" bg2="lt2" tx2="dk2" accent1="accent1" accent2="accent2" accent3="accent3" accent4="accent4" accent5="accent5" accent6="accent6" hlink="hlink" folHlink="folHlink"/>
  <p:sldLayoutIdLst>
    <p:sldLayoutId id="2147483731" r:id="rId1"/>
  </p:sldLayoutIdLst>
  <p:hf sldNum="0" hdr="0" ftr="0" dt="0"/>
  <p:txStyles>
    <p:titleStyle>
      <a:lvl1pPr algn="r" defTabSz="914400" rtl="1" eaLnBrk="1" latinLnBrk="0" hangingPunct="1">
        <a:lnSpc>
          <a:spcPct val="100000"/>
        </a:lnSpc>
        <a:spcBef>
          <a:spcPct val="0"/>
        </a:spcBef>
        <a:buNone/>
        <a:defRPr sz="4400" b="0" i="0" kern="1200">
          <a:solidFill>
            <a:schemeClr val="bg1"/>
          </a:solidFill>
          <a:latin typeface="Ruaq Arabic" pitchFamily="2" charset="-78"/>
          <a:ea typeface="+mj-ea"/>
          <a:cs typeface="Ruaq Arabic" pitchFamily="2" charset="-78"/>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2" name="صورة 11">
            <a:extLst>
              <a:ext uri="{FF2B5EF4-FFF2-40B4-BE49-F238E27FC236}">
                <a16:creationId xmlns:a16="http://schemas.microsoft.com/office/drawing/2014/main" id="{168570AE-E2C6-DDAF-6054-34B205EEBFAF}"/>
              </a:ext>
            </a:extLst>
          </p:cNvPr>
          <p:cNvPicPr>
            <a:picLocks noChangeAspect="1"/>
          </p:cNvPicPr>
          <p:nvPr userDrawn="1"/>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1891194983"/>
      </p:ext>
    </p:extLst>
  </p:cSld>
  <p:clrMap bg1="lt1" tx1="dk1" bg2="lt2" tx2="dk2" accent1="accent1" accent2="accent2" accent3="accent3" accent4="accent4" accent5="accent5" accent6="accent6" hlink="hlink" folHlink="folHlink"/>
  <p:sldLayoutIdLst>
    <p:sldLayoutId id="2147483729" r:id="rId1"/>
  </p:sldLayoutIdLst>
  <p:hf sldNum="0" hdr="0" ftr="0" dt="0"/>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صورة 8">
            <a:extLst>
              <a:ext uri="{FF2B5EF4-FFF2-40B4-BE49-F238E27FC236}">
                <a16:creationId xmlns:a16="http://schemas.microsoft.com/office/drawing/2014/main" id="{B4478EA8-A398-8C82-2560-8FB5C8B28EB0}"/>
              </a:ext>
            </a:extLst>
          </p:cNvPr>
          <p:cNvPicPr>
            <a:picLocks noChangeAspect="1"/>
          </p:cNvPicPr>
          <p:nvPr userDrawn="1"/>
        </p:nvPicPr>
        <p:blipFill rotWithShape="1">
          <a:blip r:embed="rId3"/>
          <a:srcRect l="1070" b="27476"/>
          <a:stretch/>
        </p:blipFill>
        <p:spPr>
          <a:xfrm>
            <a:off x="0" y="6594277"/>
            <a:ext cx="11400655" cy="266399"/>
          </a:xfrm>
          <a:prstGeom prst="rect">
            <a:avLst/>
          </a:prstGeom>
        </p:spPr>
      </p:pic>
      <p:pic>
        <p:nvPicPr>
          <p:cNvPr id="13" name="صورة 12">
            <a:extLst>
              <a:ext uri="{FF2B5EF4-FFF2-40B4-BE49-F238E27FC236}">
                <a16:creationId xmlns:a16="http://schemas.microsoft.com/office/drawing/2014/main" id="{E72C8DA1-47CB-A29E-25C2-7B8F0B1529CC}"/>
              </a:ext>
            </a:extLst>
          </p:cNvPr>
          <p:cNvPicPr>
            <a:picLocks noChangeAspect="1"/>
          </p:cNvPicPr>
          <p:nvPr userDrawn="1"/>
        </p:nvPicPr>
        <p:blipFill>
          <a:blip r:embed="rId4"/>
          <a:stretch>
            <a:fillRect/>
          </a:stretch>
        </p:blipFill>
        <p:spPr>
          <a:xfrm>
            <a:off x="11317510" y="6147962"/>
            <a:ext cx="595087" cy="446315"/>
          </a:xfrm>
          <a:prstGeom prst="rect">
            <a:avLst/>
          </a:prstGeom>
        </p:spPr>
      </p:pic>
      <p:sp>
        <p:nvSpPr>
          <p:cNvPr id="17" name="مربع نص 16">
            <a:extLst>
              <a:ext uri="{FF2B5EF4-FFF2-40B4-BE49-F238E27FC236}">
                <a16:creationId xmlns:a16="http://schemas.microsoft.com/office/drawing/2014/main" id="{32E9D811-96E5-707A-5D7F-B2979DE225C7}"/>
              </a:ext>
            </a:extLst>
          </p:cNvPr>
          <p:cNvSpPr txBox="1"/>
          <p:nvPr userDrawn="1"/>
        </p:nvSpPr>
        <p:spPr>
          <a:xfrm>
            <a:off x="318449" y="6236057"/>
            <a:ext cx="488373" cy="307777"/>
          </a:xfrm>
          <a:prstGeom prst="rect">
            <a:avLst/>
          </a:prstGeom>
          <a:noFill/>
        </p:spPr>
        <p:txBody>
          <a:bodyPr wrap="square" rtlCol="1">
            <a:spAutoFit/>
          </a:bodyPr>
          <a:lstStyle/>
          <a:p>
            <a:pPr algn="ctr"/>
            <a:fld id="{D3E9FE05-3493-4499-B834-2B6B689ABB51}" type="slidenum">
              <a:rPr lang="ar-SA" sz="1400" b="0" i="0" smtClean="0">
                <a:solidFill>
                  <a:srgbClr val="00365D"/>
                </a:solidFill>
                <a:latin typeface="Lama Sans Light" pitchFamily="2" charset="-78"/>
                <a:cs typeface="Lama Sans Light" pitchFamily="2" charset="-78"/>
              </a:rPr>
              <a:pPr algn="ctr"/>
              <a:t>‹#›</a:t>
            </a:fld>
            <a:endParaRPr lang="ar-SA" b="0" i="0" dirty="0">
              <a:solidFill>
                <a:srgbClr val="00365D"/>
              </a:solidFill>
              <a:latin typeface="Lama Sans Light" pitchFamily="2" charset="-78"/>
              <a:cs typeface="Lama Sans Light" pitchFamily="2" charset="-78"/>
            </a:endParaRPr>
          </a:p>
        </p:txBody>
      </p:sp>
    </p:spTree>
    <p:extLst>
      <p:ext uri="{BB962C8B-B14F-4D97-AF65-F5344CB8AC3E}">
        <p14:creationId xmlns:p14="http://schemas.microsoft.com/office/powerpoint/2010/main" val="2320790381"/>
      </p:ext>
    </p:extLst>
  </p:cSld>
  <p:clrMap bg1="lt1" tx1="dk1" bg2="lt2" tx2="dk2" accent1="accent1" accent2="accent2" accent3="accent3" accent4="accent4" accent5="accent5" accent6="accent6" hlink="hlink" folHlink="folHlink"/>
  <p:sldLayoutIdLst>
    <p:sldLayoutId id="2147483690" r:id="rId1"/>
  </p:sldLayoutIdLst>
  <p:hf sldNum="0" hdr="0" ftr="0" dt="0"/>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24"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صورة 6">
            <a:extLst>
              <a:ext uri="{FF2B5EF4-FFF2-40B4-BE49-F238E27FC236}">
                <a16:creationId xmlns:a16="http://schemas.microsoft.com/office/drawing/2014/main" id="{70033EB7-A46D-BE9D-53C2-5D9ABE7F7071}"/>
              </a:ext>
            </a:extLst>
          </p:cNvPr>
          <p:cNvPicPr>
            <a:picLocks noChangeAspect="1"/>
          </p:cNvPicPr>
          <p:nvPr userDrawn="1"/>
        </p:nvPicPr>
        <p:blipFill rotWithShape="1">
          <a:blip r:embed="rId3"/>
          <a:srcRect l="1070" b="27476"/>
          <a:stretch/>
        </p:blipFill>
        <p:spPr>
          <a:xfrm>
            <a:off x="0" y="6594277"/>
            <a:ext cx="11400655" cy="266399"/>
          </a:xfrm>
          <a:prstGeom prst="rect">
            <a:avLst/>
          </a:prstGeom>
        </p:spPr>
      </p:pic>
      <p:pic>
        <p:nvPicPr>
          <p:cNvPr id="8" name="صورة 7">
            <a:extLst>
              <a:ext uri="{FF2B5EF4-FFF2-40B4-BE49-F238E27FC236}">
                <a16:creationId xmlns:a16="http://schemas.microsoft.com/office/drawing/2014/main" id="{16083F64-9F3F-63D4-A2C2-58AAB5578162}"/>
              </a:ext>
            </a:extLst>
          </p:cNvPr>
          <p:cNvPicPr>
            <a:picLocks noChangeAspect="1"/>
          </p:cNvPicPr>
          <p:nvPr userDrawn="1"/>
        </p:nvPicPr>
        <p:blipFill>
          <a:blip r:embed="rId4"/>
          <a:stretch>
            <a:fillRect/>
          </a:stretch>
        </p:blipFill>
        <p:spPr>
          <a:xfrm>
            <a:off x="11317510" y="6147962"/>
            <a:ext cx="595087" cy="446315"/>
          </a:xfrm>
          <a:prstGeom prst="rect">
            <a:avLst/>
          </a:prstGeom>
        </p:spPr>
      </p:pic>
      <p:sp>
        <p:nvSpPr>
          <p:cNvPr id="9" name="مربع نص 8">
            <a:extLst>
              <a:ext uri="{FF2B5EF4-FFF2-40B4-BE49-F238E27FC236}">
                <a16:creationId xmlns:a16="http://schemas.microsoft.com/office/drawing/2014/main" id="{97C7962E-E331-C593-5FE7-B122DAE54FAF}"/>
              </a:ext>
            </a:extLst>
          </p:cNvPr>
          <p:cNvSpPr txBox="1"/>
          <p:nvPr userDrawn="1"/>
        </p:nvSpPr>
        <p:spPr>
          <a:xfrm>
            <a:off x="318449" y="6236057"/>
            <a:ext cx="488373" cy="307777"/>
          </a:xfrm>
          <a:prstGeom prst="rect">
            <a:avLst/>
          </a:prstGeom>
          <a:noFill/>
        </p:spPr>
        <p:txBody>
          <a:bodyPr wrap="square" rtlCol="1">
            <a:spAutoFit/>
          </a:bodyPr>
          <a:lstStyle/>
          <a:p>
            <a:pPr algn="ctr"/>
            <a:fld id="{D3E9FE05-3493-4499-B834-2B6B689ABB51}" type="slidenum">
              <a:rPr lang="ar-SA" sz="1400" b="0" i="0" smtClean="0">
                <a:solidFill>
                  <a:srgbClr val="00365D"/>
                </a:solidFill>
                <a:latin typeface="Lama Sans Light" pitchFamily="2" charset="-78"/>
                <a:cs typeface="Lama Sans Light" pitchFamily="2" charset="-78"/>
              </a:rPr>
              <a:pPr algn="ctr"/>
              <a:t>‹#›</a:t>
            </a:fld>
            <a:endParaRPr lang="ar-SA" b="0" i="0" dirty="0">
              <a:solidFill>
                <a:srgbClr val="00365D"/>
              </a:solidFill>
              <a:latin typeface="Lama Sans Light" pitchFamily="2" charset="-78"/>
              <a:cs typeface="Lama Sans Light" pitchFamily="2" charset="-78"/>
            </a:endParaRPr>
          </a:p>
        </p:txBody>
      </p:sp>
    </p:spTree>
    <p:extLst>
      <p:ext uri="{BB962C8B-B14F-4D97-AF65-F5344CB8AC3E}">
        <p14:creationId xmlns:p14="http://schemas.microsoft.com/office/powerpoint/2010/main" val="533176294"/>
      </p:ext>
    </p:extLst>
  </p:cSld>
  <p:clrMap bg1="lt1" tx1="dk1" bg2="lt2" tx2="dk2" accent1="accent1" accent2="accent2" accent3="accent3" accent4="accent4" accent5="accent5" accent6="accent6" hlink="hlink" folHlink="folHlink"/>
  <p:sldLayoutIdLst>
    <p:sldLayoutId id="2147483727" r:id="rId1"/>
  </p:sldLayoutIdLst>
  <p:hf sldNum="0" hdr="0" ftr="0" dt="0"/>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6" name="صورة 15">
            <a:extLst>
              <a:ext uri="{FF2B5EF4-FFF2-40B4-BE49-F238E27FC236}">
                <a16:creationId xmlns:a16="http://schemas.microsoft.com/office/drawing/2014/main" id="{154BFC78-3D69-1F48-B593-43B0F991D24F}"/>
              </a:ext>
            </a:extLst>
          </p:cNvPr>
          <p:cNvPicPr>
            <a:picLocks noChangeAspect="1"/>
          </p:cNvPicPr>
          <p:nvPr userDrawn="1"/>
        </p:nvPicPr>
        <p:blipFill>
          <a:blip r:embed="rId3"/>
          <a:stretch>
            <a:fillRect/>
          </a:stretch>
        </p:blipFill>
        <p:spPr>
          <a:xfrm>
            <a:off x="258492" y="6165850"/>
            <a:ext cx="608286" cy="464218"/>
          </a:xfrm>
          <a:prstGeom prst="rect">
            <a:avLst/>
          </a:prstGeom>
        </p:spPr>
      </p:pic>
      <p:sp>
        <p:nvSpPr>
          <p:cNvPr id="17" name="مربع نص 16">
            <a:extLst>
              <a:ext uri="{FF2B5EF4-FFF2-40B4-BE49-F238E27FC236}">
                <a16:creationId xmlns:a16="http://schemas.microsoft.com/office/drawing/2014/main" id="{1ED8F483-FC8B-9626-ED05-6A5C1417F368}"/>
              </a:ext>
            </a:extLst>
          </p:cNvPr>
          <p:cNvSpPr txBox="1"/>
          <p:nvPr userDrawn="1"/>
        </p:nvSpPr>
        <p:spPr>
          <a:xfrm>
            <a:off x="318449" y="6236057"/>
            <a:ext cx="488373" cy="307777"/>
          </a:xfrm>
          <a:prstGeom prst="rect">
            <a:avLst/>
          </a:prstGeom>
          <a:noFill/>
        </p:spPr>
        <p:txBody>
          <a:bodyPr wrap="square" rtlCol="1">
            <a:spAutoFit/>
          </a:bodyPr>
          <a:lstStyle/>
          <a:p>
            <a:pPr algn="ctr"/>
            <a:fld id="{D3E9FE05-3493-4499-B834-2B6B689ABB51}" type="slidenum">
              <a:rPr lang="ar-SA" sz="1400" b="0" i="0" smtClean="0">
                <a:solidFill>
                  <a:schemeClr val="bg1"/>
                </a:solidFill>
                <a:latin typeface="Lama Sans Light" pitchFamily="2" charset="-78"/>
                <a:cs typeface="Lama Sans Light" pitchFamily="2" charset="-78"/>
              </a:rPr>
              <a:pPr algn="ctr"/>
              <a:t>‹#›</a:t>
            </a:fld>
            <a:endParaRPr lang="ar-SA" b="0" i="0" dirty="0">
              <a:solidFill>
                <a:schemeClr val="bg1"/>
              </a:solidFill>
              <a:latin typeface="Lama Sans Light" pitchFamily="2" charset="-78"/>
              <a:cs typeface="Lama Sans Light" pitchFamily="2" charset="-78"/>
            </a:endParaRPr>
          </a:p>
        </p:txBody>
      </p:sp>
      <p:pic>
        <p:nvPicPr>
          <p:cNvPr id="18" name="صورة 17">
            <a:extLst>
              <a:ext uri="{FF2B5EF4-FFF2-40B4-BE49-F238E27FC236}">
                <a16:creationId xmlns:a16="http://schemas.microsoft.com/office/drawing/2014/main" id="{A015844A-4F27-3D8E-9403-E0724B69210F}"/>
              </a:ext>
            </a:extLst>
          </p:cNvPr>
          <p:cNvPicPr>
            <a:picLocks noChangeAspect="1"/>
          </p:cNvPicPr>
          <p:nvPr userDrawn="1"/>
        </p:nvPicPr>
        <p:blipFill>
          <a:blip r:embed="rId4"/>
          <a:stretch>
            <a:fillRect/>
          </a:stretch>
        </p:blipFill>
        <p:spPr>
          <a:xfrm>
            <a:off x="11317510" y="6147962"/>
            <a:ext cx="595087" cy="446315"/>
          </a:xfrm>
          <a:prstGeom prst="rect">
            <a:avLst/>
          </a:prstGeom>
        </p:spPr>
      </p:pic>
    </p:spTree>
    <p:extLst>
      <p:ext uri="{BB962C8B-B14F-4D97-AF65-F5344CB8AC3E}">
        <p14:creationId xmlns:p14="http://schemas.microsoft.com/office/powerpoint/2010/main" val="3130120799"/>
      </p:ext>
    </p:extLst>
  </p:cSld>
  <p:clrMap bg1="lt1" tx1="dk1" bg2="lt2" tx2="dk2" accent1="accent1" accent2="accent2" accent3="accent3" accent4="accent4" accent5="accent5" accent6="accent6" hlink="hlink" folHlink="folHlink"/>
  <p:sldLayoutIdLst>
    <p:sldLayoutId id="2147483714" r:id="rId1"/>
  </p:sldLayoutIdLst>
  <p:hf sldNum="0" hdr="0" ftr="0" dt="0"/>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3884" userDrawn="1">
          <p15:clr>
            <a:srgbClr val="F26B43"/>
          </p15:clr>
        </p15:guide>
        <p15:guide id="3" orient="horz" pos="4178"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1" name="صورة 10">
            <a:extLst>
              <a:ext uri="{FF2B5EF4-FFF2-40B4-BE49-F238E27FC236}">
                <a16:creationId xmlns:a16="http://schemas.microsoft.com/office/drawing/2014/main" id="{46542F7B-5BB6-31F5-10BA-E12937780ACB}"/>
              </a:ext>
            </a:extLst>
          </p:cNvPr>
          <p:cNvPicPr>
            <a:picLocks noChangeAspect="1"/>
          </p:cNvPicPr>
          <p:nvPr userDrawn="1"/>
        </p:nvPicPr>
        <p:blipFill>
          <a:blip r:embed="rId3"/>
          <a:stretch>
            <a:fillRect/>
          </a:stretch>
        </p:blipFill>
        <p:spPr>
          <a:xfrm>
            <a:off x="0" y="0"/>
            <a:ext cx="12192000" cy="6858000"/>
          </a:xfrm>
          <a:prstGeom prst="rect">
            <a:avLst/>
          </a:prstGeom>
        </p:spPr>
      </p:pic>
      <p:pic>
        <p:nvPicPr>
          <p:cNvPr id="13" name="صورة 12">
            <a:extLst>
              <a:ext uri="{FF2B5EF4-FFF2-40B4-BE49-F238E27FC236}">
                <a16:creationId xmlns:a16="http://schemas.microsoft.com/office/drawing/2014/main" id="{815C16D9-90CC-146C-1278-D57799B4DFBD}"/>
              </a:ext>
            </a:extLst>
          </p:cNvPr>
          <p:cNvPicPr>
            <a:picLocks noChangeAspect="1"/>
          </p:cNvPicPr>
          <p:nvPr userDrawn="1"/>
        </p:nvPicPr>
        <p:blipFill>
          <a:blip r:embed="rId4"/>
          <a:stretch>
            <a:fillRect/>
          </a:stretch>
        </p:blipFill>
        <p:spPr>
          <a:xfrm>
            <a:off x="10621598" y="5617418"/>
            <a:ext cx="890988" cy="675158"/>
          </a:xfrm>
          <a:prstGeom prst="rect">
            <a:avLst/>
          </a:prstGeom>
        </p:spPr>
      </p:pic>
    </p:spTree>
    <p:extLst>
      <p:ext uri="{BB962C8B-B14F-4D97-AF65-F5344CB8AC3E}">
        <p14:creationId xmlns:p14="http://schemas.microsoft.com/office/powerpoint/2010/main" val="3107626674"/>
      </p:ext>
    </p:extLst>
  </p:cSld>
  <p:clrMap bg1="lt1" tx1="dk1" bg2="lt2" tx2="dk2" accent1="accent1" accent2="accent2" accent3="accent3" accent4="accent4" accent5="accent5" accent6="accent6" hlink="hlink" folHlink="folHlink"/>
  <p:sldLayoutIdLst>
    <p:sldLayoutId id="2147483688" r:id="rId1"/>
  </p:sldLayoutIdLst>
  <p:hf sldNum="0" hdr="0" ftr="0" dt="0"/>
  <p:txStyles>
    <p:titleStyle>
      <a:lvl1pPr algn="r" defTabSz="914400" rtl="1" eaLnBrk="1" latinLnBrk="0" hangingPunct="1">
        <a:lnSpc>
          <a:spcPct val="90000"/>
        </a:lnSpc>
        <a:spcBef>
          <a:spcPct val="0"/>
        </a:spcBef>
        <a:buNone/>
        <a:defRPr sz="4400" b="1" i="0" kern="1200">
          <a:solidFill>
            <a:schemeClr val="bg1"/>
          </a:solidFill>
          <a:latin typeface="Ruaq Arabic" pitchFamily="2" charset="-78"/>
          <a:ea typeface="+mj-ea"/>
          <a:cs typeface="Ruaq Arabic" pitchFamily="2" charset="-78"/>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6.xml"/><Relationship Id="rId4" Type="http://schemas.openxmlformats.org/officeDocument/2006/relationships/image" Target="../media/image11.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مجموعة 12">
            <a:extLst>
              <a:ext uri="{FF2B5EF4-FFF2-40B4-BE49-F238E27FC236}">
                <a16:creationId xmlns:a16="http://schemas.microsoft.com/office/drawing/2014/main" id="{C46FEC5B-AD96-F16F-7BA1-B3DB3767796D}"/>
              </a:ext>
            </a:extLst>
          </p:cNvPr>
          <p:cNvGrpSpPr/>
          <p:nvPr/>
        </p:nvGrpSpPr>
        <p:grpSpPr>
          <a:xfrm>
            <a:off x="2912533" y="2542822"/>
            <a:ext cx="6366934" cy="1772356"/>
            <a:chOff x="2456108" y="2630310"/>
            <a:chExt cx="6366934" cy="1772356"/>
          </a:xfrm>
        </p:grpSpPr>
        <p:sp>
          <p:nvSpPr>
            <p:cNvPr id="10" name="مستطيل 9">
              <a:extLst>
                <a:ext uri="{FF2B5EF4-FFF2-40B4-BE49-F238E27FC236}">
                  <a16:creationId xmlns:a16="http://schemas.microsoft.com/office/drawing/2014/main" id="{F6B8B18E-31C2-58FF-A9D0-E62EFC0FB123}"/>
                </a:ext>
              </a:extLst>
            </p:cNvPr>
            <p:cNvSpPr/>
            <p:nvPr/>
          </p:nvSpPr>
          <p:spPr>
            <a:xfrm>
              <a:off x="2456108" y="2630310"/>
              <a:ext cx="2122311" cy="1772356"/>
            </a:xfrm>
            <a:prstGeom prst="rect">
              <a:avLst/>
            </a:prstGeom>
            <a:solidFill>
              <a:srgbClr val="00365D"/>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11" name="مستطيل 10">
              <a:extLst>
                <a:ext uri="{FF2B5EF4-FFF2-40B4-BE49-F238E27FC236}">
                  <a16:creationId xmlns:a16="http://schemas.microsoft.com/office/drawing/2014/main" id="{DD519562-1D34-D9DC-472D-86D97D4B061A}"/>
                </a:ext>
              </a:extLst>
            </p:cNvPr>
            <p:cNvSpPr/>
            <p:nvPr/>
          </p:nvSpPr>
          <p:spPr>
            <a:xfrm>
              <a:off x="4589708" y="2630310"/>
              <a:ext cx="2122311" cy="177235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12" name="مستطيل 11">
              <a:extLst>
                <a:ext uri="{FF2B5EF4-FFF2-40B4-BE49-F238E27FC236}">
                  <a16:creationId xmlns:a16="http://schemas.microsoft.com/office/drawing/2014/main" id="{55422915-CDAA-F208-A93D-262A22156BF6}"/>
                </a:ext>
              </a:extLst>
            </p:cNvPr>
            <p:cNvSpPr/>
            <p:nvPr/>
          </p:nvSpPr>
          <p:spPr>
            <a:xfrm>
              <a:off x="6700731" y="2630310"/>
              <a:ext cx="2122311" cy="1772356"/>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a:p>
          </p:txBody>
        </p:sp>
      </p:grpSp>
      <p:sp>
        <p:nvSpPr>
          <p:cNvPr id="5" name="عنوان 4">
            <a:extLst>
              <a:ext uri="{FF2B5EF4-FFF2-40B4-BE49-F238E27FC236}">
                <a16:creationId xmlns:a16="http://schemas.microsoft.com/office/drawing/2014/main" id="{A0BA431C-2B8F-7657-F9EA-D3AF02BDC3B0}"/>
              </a:ext>
            </a:extLst>
          </p:cNvPr>
          <p:cNvSpPr>
            <a:spLocks noGrp="1"/>
          </p:cNvSpPr>
          <p:nvPr>
            <p:ph type="ctrTitle"/>
          </p:nvPr>
        </p:nvSpPr>
        <p:spPr/>
        <p:txBody>
          <a:bodyPr/>
          <a:lstStyle/>
          <a:p>
            <a:r>
              <a:rPr lang="ar-SA"/>
              <a:t>شعار إنفــاذ</a:t>
            </a:r>
            <a:endParaRPr lang="ar-SA" dirty="0"/>
          </a:p>
        </p:txBody>
      </p:sp>
      <p:pic>
        <p:nvPicPr>
          <p:cNvPr id="7" name="صورة 6">
            <a:extLst>
              <a:ext uri="{FF2B5EF4-FFF2-40B4-BE49-F238E27FC236}">
                <a16:creationId xmlns:a16="http://schemas.microsoft.com/office/drawing/2014/main" id="{CC532C07-283C-AFE7-F725-81FF765E4227}"/>
              </a:ext>
            </a:extLst>
          </p:cNvPr>
          <p:cNvPicPr>
            <a:picLocks noChangeAspect="1"/>
          </p:cNvPicPr>
          <p:nvPr/>
        </p:nvPicPr>
        <p:blipFill>
          <a:blip r:embed="rId2"/>
          <a:stretch>
            <a:fillRect/>
          </a:stretch>
        </p:blipFill>
        <p:spPr>
          <a:xfrm>
            <a:off x="7471127" y="2864581"/>
            <a:ext cx="1494367" cy="1128838"/>
          </a:xfrm>
          <a:prstGeom prst="rect">
            <a:avLst/>
          </a:prstGeom>
        </p:spPr>
      </p:pic>
      <p:pic>
        <p:nvPicPr>
          <p:cNvPr id="8" name="صورة 7">
            <a:extLst>
              <a:ext uri="{FF2B5EF4-FFF2-40B4-BE49-F238E27FC236}">
                <a16:creationId xmlns:a16="http://schemas.microsoft.com/office/drawing/2014/main" id="{6C9DD172-433E-CB8A-A255-658B88EA4353}"/>
              </a:ext>
            </a:extLst>
          </p:cNvPr>
          <p:cNvPicPr>
            <a:picLocks noChangeAspect="1"/>
          </p:cNvPicPr>
          <p:nvPr/>
        </p:nvPicPr>
        <p:blipFill>
          <a:blip r:embed="rId3"/>
          <a:stretch>
            <a:fillRect/>
          </a:stretch>
        </p:blipFill>
        <p:spPr>
          <a:xfrm>
            <a:off x="5343017" y="2864581"/>
            <a:ext cx="1500166" cy="1128838"/>
          </a:xfrm>
          <a:prstGeom prst="rect">
            <a:avLst/>
          </a:prstGeom>
        </p:spPr>
      </p:pic>
      <p:pic>
        <p:nvPicPr>
          <p:cNvPr id="9" name="صورة 8">
            <a:extLst>
              <a:ext uri="{FF2B5EF4-FFF2-40B4-BE49-F238E27FC236}">
                <a16:creationId xmlns:a16="http://schemas.microsoft.com/office/drawing/2014/main" id="{2AE5EFC0-C6C2-56B8-F340-DE8EBF94144D}"/>
              </a:ext>
            </a:extLst>
          </p:cNvPr>
          <p:cNvPicPr>
            <a:picLocks noChangeAspect="1"/>
          </p:cNvPicPr>
          <p:nvPr/>
        </p:nvPicPr>
        <p:blipFill>
          <a:blip r:embed="rId4"/>
          <a:stretch>
            <a:fillRect/>
          </a:stretch>
        </p:blipFill>
        <p:spPr>
          <a:xfrm>
            <a:off x="3231995" y="2864581"/>
            <a:ext cx="1500166" cy="1128838"/>
          </a:xfrm>
          <a:prstGeom prst="rect">
            <a:avLst/>
          </a:prstGeom>
        </p:spPr>
      </p:pic>
    </p:spTree>
    <p:extLst>
      <p:ext uri="{BB962C8B-B14F-4D97-AF65-F5344CB8AC3E}">
        <p14:creationId xmlns:p14="http://schemas.microsoft.com/office/powerpoint/2010/main" val="3432285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عنوان 31">
            <a:extLst>
              <a:ext uri="{FF2B5EF4-FFF2-40B4-BE49-F238E27FC236}">
                <a16:creationId xmlns:a16="http://schemas.microsoft.com/office/drawing/2014/main" id="{D678D79A-6335-3E29-A490-43DE9AC72FBD}"/>
              </a:ext>
            </a:extLst>
          </p:cNvPr>
          <p:cNvSpPr>
            <a:spLocks noGrp="1"/>
          </p:cNvSpPr>
          <p:nvPr>
            <p:ph type="ctrTitle"/>
          </p:nvPr>
        </p:nvSpPr>
        <p:spPr/>
        <p:txBody>
          <a:bodyPr/>
          <a:lstStyle/>
          <a:p>
            <a:r>
              <a:rPr lang="ar-SA" dirty="0"/>
              <a:t>الألوان</a:t>
            </a:r>
          </a:p>
        </p:txBody>
      </p:sp>
      <p:grpSp>
        <p:nvGrpSpPr>
          <p:cNvPr id="53" name="مجموعة 52">
            <a:extLst>
              <a:ext uri="{FF2B5EF4-FFF2-40B4-BE49-F238E27FC236}">
                <a16:creationId xmlns:a16="http://schemas.microsoft.com/office/drawing/2014/main" id="{DADE9783-9D82-F623-9A71-1D688E440B9D}"/>
              </a:ext>
            </a:extLst>
          </p:cNvPr>
          <p:cNvGrpSpPr/>
          <p:nvPr/>
        </p:nvGrpSpPr>
        <p:grpSpPr>
          <a:xfrm>
            <a:off x="1426844" y="3960912"/>
            <a:ext cx="9777184" cy="967722"/>
            <a:chOff x="1426844" y="4142499"/>
            <a:chExt cx="9777184" cy="967722"/>
          </a:xfrm>
        </p:grpSpPr>
        <p:grpSp>
          <p:nvGrpSpPr>
            <p:cNvPr id="49" name="مجموعة 48">
              <a:extLst>
                <a:ext uri="{FF2B5EF4-FFF2-40B4-BE49-F238E27FC236}">
                  <a16:creationId xmlns:a16="http://schemas.microsoft.com/office/drawing/2014/main" id="{7C13D5D9-8187-842C-1C4C-0B04EFEB84B0}"/>
                </a:ext>
              </a:extLst>
            </p:cNvPr>
            <p:cNvGrpSpPr/>
            <p:nvPr/>
          </p:nvGrpSpPr>
          <p:grpSpPr>
            <a:xfrm>
              <a:off x="1426844" y="4320325"/>
              <a:ext cx="6771225" cy="712953"/>
              <a:chOff x="1426844" y="4519447"/>
              <a:chExt cx="6771225" cy="712953"/>
            </a:xfrm>
          </p:grpSpPr>
          <p:sp>
            <p:nvSpPr>
              <p:cNvPr id="35" name="مستطيل 34">
                <a:extLst>
                  <a:ext uri="{FF2B5EF4-FFF2-40B4-BE49-F238E27FC236}">
                    <a16:creationId xmlns:a16="http://schemas.microsoft.com/office/drawing/2014/main" id="{04A592BA-8FB8-E108-71D5-EE6A8D7260A5}"/>
                  </a:ext>
                </a:extLst>
              </p:cNvPr>
              <p:cNvSpPr/>
              <p:nvPr/>
            </p:nvSpPr>
            <p:spPr>
              <a:xfrm>
                <a:off x="1550276" y="4519447"/>
                <a:ext cx="1183165" cy="405175"/>
              </a:xfrm>
              <a:prstGeom prst="rect">
                <a:avLst/>
              </a:prstGeom>
              <a:solidFill>
                <a:srgbClr val="37C2BF"/>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endParaRPr lang="ar-SA"/>
              </a:p>
            </p:txBody>
          </p:sp>
          <p:sp>
            <p:nvSpPr>
              <p:cNvPr id="36" name="مستطيل 35">
                <a:extLst>
                  <a:ext uri="{FF2B5EF4-FFF2-40B4-BE49-F238E27FC236}">
                    <a16:creationId xmlns:a16="http://schemas.microsoft.com/office/drawing/2014/main" id="{A54E42E7-D8A0-63A8-D1E0-902B3A1F136A}"/>
                  </a:ext>
                </a:extLst>
              </p:cNvPr>
              <p:cNvSpPr/>
              <p:nvPr/>
            </p:nvSpPr>
            <p:spPr>
              <a:xfrm>
                <a:off x="3346419" y="4519447"/>
                <a:ext cx="1183165" cy="405175"/>
              </a:xfrm>
              <a:prstGeom prst="rect">
                <a:avLst/>
              </a:prstGeom>
              <a:solidFill>
                <a:srgbClr val="78C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endParaRPr lang="ar-SA"/>
              </a:p>
            </p:txBody>
          </p:sp>
          <p:sp>
            <p:nvSpPr>
              <p:cNvPr id="37" name="مستطيل 36">
                <a:extLst>
                  <a:ext uri="{FF2B5EF4-FFF2-40B4-BE49-F238E27FC236}">
                    <a16:creationId xmlns:a16="http://schemas.microsoft.com/office/drawing/2014/main" id="{E818FF28-780B-F5C7-0766-7A61C07C2899}"/>
                  </a:ext>
                </a:extLst>
              </p:cNvPr>
              <p:cNvSpPr/>
              <p:nvPr/>
            </p:nvSpPr>
            <p:spPr>
              <a:xfrm>
                <a:off x="5142561" y="4519447"/>
                <a:ext cx="1183165" cy="405175"/>
              </a:xfrm>
              <a:prstGeom prst="rect">
                <a:avLst/>
              </a:prstGeom>
              <a:solidFill>
                <a:srgbClr val="D1EDF3"/>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endParaRPr lang="ar-SA"/>
              </a:p>
            </p:txBody>
          </p:sp>
          <p:sp>
            <p:nvSpPr>
              <p:cNvPr id="38" name="مستطيل 37">
                <a:extLst>
                  <a:ext uri="{FF2B5EF4-FFF2-40B4-BE49-F238E27FC236}">
                    <a16:creationId xmlns:a16="http://schemas.microsoft.com/office/drawing/2014/main" id="{A842CBBD-920A-2159-CCD3-AAEE7B692B06}"/>
                  </a:ext>
                </a:extLst>
              </p:cNvPr>
              <p:cNvSpPr/>
              <p:nvPr/>
            </p:nvSpPr>
            <p:spPr>
              <a:xfrm>
                <a:off x="7014904" y="4519447"/>
                <a:ext cx="1183165" cy="405175"/>
              </a:xfrm>
              <a:prstGeom prst="rect">
                <a:avLst/>
              </a:prstGeom>
              <a:solidFill>
                <a:srgbClr val="D1D3D4"/>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endParaRPr lang="ar-SA"/>
              </a:p>
            </p:txBody>
          </p:sp>
          <p:sp>
            <p:nvSpPr>
              <p:cNvPr id="39" name="مربع نص 38">
                <a:extLst>
                  <a:ext uri="{FF2B5EF4-FFF2-40B4-BE49-F238E27FC236}">
                    <a16:creationId xmlns:a16="http://schemas.microsoft.com/office/drawing/2014/main" id="{D60B45B9-CBB3-6282-1A83-E922DA83724C}"/>
                  </a:ext>
                </a:extLst>
              </p:cNvPr>
              <p:cNvSpPr txBox="1"/>
              <p:nvPr/>
            </p:nvSpPr>
            <p:spPr>
              <a:xfrm>
                <a:off x="1426844" y="4924623"/>
                <a:ext cx="955711" cy="307777"/>
              </a:xfrm>
              <a:prstGeom prst="rect">
                <a:avLst/>
              </a:prstGeom>
              <a:noFill/>
            </p:spPr>
            <p:txBody>
              <a:bodyPr wrap="none" rtlCol="1">
                <a:spAutoFit/>
              </a:bodyPr>
              <a:lstStyle/>
              <a:p>
                <a:pPr algn="r"/>
                <a:r>
                  <a:rPr lang="en-US" sz="1400" dirty="0">
                    <a:solidFill>
                      <a:schemeClr val="bg1">
                        <a:lumMod val="65000"/>
                      </a:schemeClr>
                    </a:solidFill>
                    <a:latin typeface="Lama Sans Medium" pitchFamily="2" charset="-78"/>
                    <a:cs typeface="Lama Sans Medium" pitchFamily="2" charset="-78"/>
                  </a:rPr>
                  <a:t>243866</a:t>
                </a:r>
                <a:r>
                  <a:rPr lang="ar-SA" sz="1400" dirty="0">
                    <a:solidFill>
                      <a:schemeClr val="bg1">
                        <a:lumMod val="65000"/>
                      </a:schemeClr>
                    </a:solidFill>
                    <a:latin typeface="Lama Sans Medium" pitchFamily="2" charset="-78"/>
                    <a:cs typeface="Lama Sans Medium" pitchFamily="2" charset="-78"/>
                  </a:rPr>
                  <a:t>#</a:t>
                </a:r>
              </a:p>
            </p:txBody>
          </p:sp>
          <p:sp>
            <p:nvSpPr>
              <p:cNvPr id="40" name="مربع نص 39">
                <a:extLst>
                  <a:ext uri="{FF2B5EF4-FFF2-40B4-BE49-F238E27FC236}">
                    <a16:creationId xmlns:a16="http://schemas.microsoft.com/office/drawing/2014/main" id="{15BC65A1-CBA1-A359-7985-F1429EEBAFF3}"/>
                  </a:ext>
                </a:extLst>
              </p:cNvPr>
              <p:cNvSpPr txBox="1"/>
              <p:nvPr/>
            </p:nvSpPr>
            <p:spPr>
              <a:xfrm>
                <a:off x="3102326" y="4924623"/>
                <a:ext cx="1043877" cy="307777"/>
              </a:xfrm>
              <a:prstGeom prst="rect">
                <a:avLst/>
              </a:prstGeom>
              <a:noFill/>
            </p:spPr>
            <p:txBody>
              <a:bodyPr wrap="none" rtlCol="1">
                <a:spAutoFit/>
              </a:bodyPr>
              <a:lstStyle/>
              <a:p>
                <a:pPr algn="r"/>
                <a:r>
                  <a:rPr lang="en-US" sz="1400" dirty="0">
                    <a:solidFill>
                      <a:schemeClr val="bg1">
                        <a:lumMod val="65000"/>
                      </a:schemeClr>
                    </a:solidFill>
                    <a:latin typeface="Lama Sans Medium" pitchFamily="2" charset="-78"/>
                    <a:cs typeface="Lama Sans Medium" pitchFamily="2" charset="-78"/>
                  </a:rPr>
                  <a:t>02AD9C</a:t>
                </a:r>
                <a:r>
                  <a:rPr lang="ar-SA" sz="1400" dirty="0">
                    <a:solidFill>
                      <a:schemeClr val="bg1">
                        <a:lumMod val="65000"/>
                      </a:schemeClr>
                    </a:solidFill>
                    <a:latin typeface="Lama Sans Medium" pitchFamily="2" charset="-78"/>
                    <a:cs typeface="Lama Sans Medium" pitchFamily="2" charset="-78"/>
                  </a:rPr>
                  <a:t>#</a:t>
                </a:r>
              </a:p>
            </p:txBody>
          </p:sp>
          <p:sp>
            <p:nvSpPr>
              <p:cNvPr id="41" name="مربع نص 40">
                <a:extLst>
                  <a:ext uri="{FF2B5EF4-FFF2-40B4-BE49-F238E27FC236}">
                    <a16:creationId xmlns:a16="http://schemas.microsoft.com/office/drawing/2014/main" id="{83F95489-B010-B3ED-17A6-FEAF3415A972}"/>
                  </a:ext>
                </a:extLst>
              </p:cNvPr>
              <p:cNvSpPr txBox="1"/>
              <p:nvPr/>
            </p:nvSpPr>
            <p:spPr>
              <a:xfrm>
                <a:off x="5007322" y="4924623"/>
                <a:ext cx="998991" cy="307777"/>
              </a:xfrm>
              <a:prstGeom prst="rect">
                <a:avLst/>
              </a:prstGeom>
              <a:noFill/>
            </p:spPr>
            <p:txBody>
              <a:bodyPr wrap="none" rtlCol="1">
                <a:spAutoFit/>
              </a:bodyPr>
              <a:lstStyle/>
              <a:p>
                <a:pPr algn="r"/>
                <a:r>
                  <a:rPr lang="en-US" sz="1400" dirty="0">
                    <a:solidFill>
                      <a:schemeClr val="bg1">
                        <a:lumMod val="65000"/>
                      </a:schemeClr>
                    </a:solidFill>
                    <a:latin typeface="Lama Sans Medium" pitchFamily="2" charset="-78"/>
                    <a:cs typeface="Lama Sans Medium" pitchFamily="2" charset="-78"/>
                  </a:rPr>
                  <a:t>5D4A99</a:t>
                </a:r>
                <a:r>
                  <a:rPr lang="ar-SA" sz="1400" dirty="0">
                    <a:solidFill>
                      <a:schemeClr val="bg1">
                        <a:lumMod val="65000"/>
                      </a:schemeClr>
                    </a:solidFill>
                    <a:latin typeface="Lama Sans Medium" pitchFamily="2" charset="-78"/>
                    <a:cs typeface="Lama Sans Medium" pitchFamily="2" charset="-78"/>
                  </a:rPr>
                  <a:t>#</a:t>
                </a:r>
              </a:p>
            </p:txBody>
          </p:sp>
          <p:sp>
            <p:nvSpPr>
              <p:cNvPr id="42" name="مربع نص 41">
                <a:extLst>
                  <a:ext uri="{FF2B5EF4-FFF2-40B4-BE49-F238E27FC236}">
                    <a16:creationId xmlns:a16="http://schemas.microsoft.com/office/drawing/2014/main" id="{2A718A3E-687C-00E0-4AB0-AAA7A73732D1}"/>
                  </a:ext>
                </a:extLst>
              </p:cNvPr>
              <p:cNvSpPr txBox="1"/>
              <p:nvPr/>
            </p:nvSpPr>
            <p:spPr>
              <a:xfrm>
                <a:off x="6917120" y="4924623"/>
                <a:ext cx="949299" cy="307777"/>
              </a:xfrm>
              <a:prstGeom prst="rect">
                <a:avLst/>
              </a:prstGeom>
              <a:noFill/>
            </p:spPr>
            <p:txBody>
              <a:bodyPr wrap="none" rtlCol="1">
                <a:spAutoFit/>
              </a:bodyPr>
              <a:lstStyle/>
              <a:p>
                <a:pPr algn="r"/>
                <a:r>
                  <a:rPr lang="en-US" sz="1400" dirty="0">
                    <a:solidFill>
                      <a:schemeClr val="bg1">
                        <a:lumMod val="65000"/>
                      </a:schemeClr>
                    </a:solidFill>
                    <a:latin typeface="Lama Sans Medium" pitchFamily="2" charset="-78"/>
                    <a:cs typeface="Lama Sans Medium" pitchFamily="2" charset="-78"/>
                  </a:rPr>
                  <a:t>8D8179</a:t>
                </a:r>
                <a:r>
                  <a:rPr lang="ar-SA" sz="1400" dirty="0">
                    <a:solidFill>
                      <a:schemeClr val="bg1">
                        <a:lumMod val="65000"/>
                      </a:schemeClr>
                    </a:solidFill>
                    <a:latin typeface="Lama Sans Medium" pitchFamily="2" charset="-78"/>
                    <a:cs typeface="Lama Sans Medium" pitchFamily="2" charset="-78"/>
                  </a:rPr>
                  <a:t>#</a:t>
                </a:r>
              </a:p>
            </p:txBody>
          </p:sp>
        </p:grpSp>
        <p:sp>
          <p:nvSpPr>
            <p:cNvPr id="46" name="مربع نص 45">
              <a:extLst>
                <a:ext uri="{FF2B5EF4-FFF2-40B4-BE49-F238E27FC236}">
                  <a16:creationId xmlns:a16="http://schemas.microsoft.com/office/drawing/2014/main" id="{690FD307-FFE9-F0DF-DA2C-3EF6A95FF77B}"/>
                </a:ext>
              </a:extLst>
            </p:cNvPr>
            <p:cNvSpPr txBox="1"/>
            <p:nvPr/>
          </p:nvSpPr>
          <p:spPr>
            <a:xfrm>
              <a:off x="9228083" y="4279224"/>
              <a:ext cx="1975945" cy="830997"/>
            </a:xfrm>
            <a:prstGeom prst="rect">
              <a:avLst/>
            </a:prstGeom>
            <a:noFill/>
          </p:spPr>
          <p:txBody>
            <a:bodyPr wrap="square" rtlCol="1">
              <a:spAutoFit/>
            </a:bodyPr>
            <a:lstStyle/>
            <a:p>
              <a:r>
                <a:rPr lang="ar-SA" sz="1600" dirty="0">
                  <a:solidFill>
                    <a:schemeClr val="bg1">
                      <a:lumMod val="50000"/>
                    </a:schemeClr>
                  </a:solidFill>
                  <a:latin typeface="Ruaq Arabic Light" pitchFamily="2" charset="-78"/>
                  <a:cs typeface="Ruaq Arabic Light" pitchFamily="2" charset="-78"/>
                </a:rPr>
                <a:t>الألوان الفرعية المساندة للاستخدام في الرسم البياني</a:t>
              </a:r>
            </a:p>
          </p:txBody>
        </p:sp>
        <p:cxnSp>
          <p:nvCxnSpPr>
            <p:cNvPr id="51" name="موصل مستقيم 50">
              <a:extLst>
                <a:ext uri="{FF2B5EF4-FFF2-40B4-BE49-F238E27FC236}">
                  <a16:creationId xmlns:a16="http://schemas.microsoft.com/office/drawing/2014/main" id="{E55CC49E-F682-9B53-1F96-8EECB7BDA4F9}"/>
                </a:ext>
              </a:extLst>
            </p:cNvPr>
            <p:cNvCxnSpPr/>
            <p:nvPr/>
          </p:nvCxnSpPr>
          <p:spPr>
            <a:xfrm flipH="1">
              <a:off x="1550276" y="4142499"/>
              <a:ext cx="9548648"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4" name="مجموعة 53">
            <a:extLst>
              <a:ext uri="{FF2B5EF4-FFF2-40B4-BE49-F238E27FC236}">
                <a16:creationId xmlns:a16="http://schemas.microsoft.com/office/drawing/2014/main" id="{94CF62E8-9092-4012-BEB3-E8A9DDEE2518}"/>
              </a:ext>
            </a:extLst>
          </p:cNvPr>
          <p:cNvGrpSpPr/>
          <p:nvPr/>
        </p:nvGrpSpPr>
        <p:grpSpPr>
          <a:xfrm>
            <a:off x="1550276" y="1777667"/>
            <a:ext cx="9653752" cy="1374601"/>
            <a:chOff x="1550276" y="1777667"/>
            <a:chExt cx="9653752" cy="1374601"/>
          </a:xfrm>
        </p:grpSpPr>
        <p:grpSp>
          <p:nvGrpSpPr>
            <p:cNvPr id="48" name="مجموعة 47">
              <a:extLst>
                <a:ext uri="{FF2B5EF4-FFF2-40B4-BE49-F238E27FC236}">
                  <a16:creationId xmlns:a16="http://schemas.microsoft.com/office/drawing/2014/main" id="{EB112176-200E-BD99-D4AC-CE868CB08DC7}"/>
                </a:ext>
              </a:extLst>
            </p:cNvPr>
            <p:cNvGrpSpPr/>
            <p:nvPr/>
          </p:nvGrpSpPr>
          <p:grpSpPr>
            <a:xfrm>
              <a:off x="1550276" y="1972784"/>
              <a:ext cx="6647793" cy="1179484"/>
              <a:chOff x="1550276" y="2182990"/>
              <a:chExt cx="6647793" cy="1179484"/>
            </a:xfrm>
          </p:grpSpPr>
          <p:sp>
            <p:nvSpPr>
              <p:cNvPr id="17" name="مستطيل 16">
                <a:extLst>
                  <a:ext uri="{FF2B5EF4-FFF2-40B4-BE49-F238E27FC236}">
                    <a16:creationId xmlns:a16="http://schemas.microsoft.com/office/drawing/2014/main" id="{2EAE5431-890A-ECF3-2797-6E9DC0EAA877}"/>
                  </a:ext>
                </a:extLst>
              </p:cNvPr>
              <p:cNvSpPr/>
              <p:nvPr/>
            </p:nvSpPr>
            <p:spPr>
              <a:xfrm>
                <a:off x="1550276" y="2182990"/>
                <a:ext cx="1183165" cy="868597"/>
              </a:xfrm>
              <a:prstGeom prst="rect">
                <a:avLst/>
              </a:prstGeom>
              <a:solidFill>
                <a:srgbClr val="001447"/>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endParaRPr lang="ar-SA"/>
              </a:p>
            </p:txBody>
          </p:sp>
          <p:sp>
            <p:nvSpPr>
              <p:cNvPr id="18" name="مستطيل 17">
                <a:extLst>
                  <a:ext uri="{FF2B5EF4-FFF2-40B4-BE49-F238E27FC236}">
                    <a16:creationId xmlns:a16="http://schemas.microsoft.com/office/drawing/2014/main" id="{71BED032-06DD-1714-263F-277F89B85FAF}"/>
                  </a:ext>
                </a:extLst>
              </p:cNvPr>
              <p:cNvSpPr/>
              <p:nvPr/>
            </p:nvSpPr>
            <p:spPr>
              <a:xfrm>
                <a:off x="3346419" y="2182990"/>
                <a:ext cx="1183165" cy="868597"/>
              </a:xfrm>
              <a:prstGeom prst="rect">
                <a:avLst/>
              </a:prstGeom>
              <a:solidFill>
                <a:srgbClr val="00365D"/>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0" eaLnBrk="1" latinLnBrk="0" hangingPunct="1"/>
                <a:endParaRPr lang="ar-SA"/>
              </a:p>
            </p:txBody>
          </p:sp>
          <p:sp>
            <p:nvSpPr>
              <p:cNvPr id="19" name="مستطيل 18">
                <a:extLst>
                  <a:ext uri="{FF2B5EF4-FFF2-40B4-BE49-F238E27FC236}">
                    <a16:creationId xmlns:a16="http://schemas.microsoft.com/office/drawing/2014/main" id="{72069FC7-54FF-9A5D-4DA0-DEB92C507B37}"/>
                  </a:ext>
                </a:extLst>
              </p:cNvPr>
              <p:cNvSpPr/>
              <p:nvPr/>
            </p:nvSpPr>
            <p:spPr>
              <a:xfrm>
                <a:off x="5142561" y="2182990"/>
                <a:ext cx="1183165" cy="868597"/>
              </a:xfrm>
              <a:prstGeom prst="rect">
                <a:avLst/>
              </a:prstGeom>
              <a:solidFill>
                <a:srgbClr val="04A6A4"/>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0" eaLnBrk="1" latinLnBrk="0" hangingPunct="1"/>
                <a:endParaRPr lang="ar-SA"/>
              </a:p>
            </p:txBody>
          </p:sp>
          <p:sp>
            <p:nvSpPr>
              <p:cNvPr id="25" name="مستطيل 24">
                <a:extLst>
                  <a:ext uri="{FF2B5EF4-FFF2-40B4-BE49-F238E27FC236}">
                    <a16:creationId xmlns:a16="http://schemas.microsoft.com/office/drawing/2014/main" id="{C06BA2E3-AD3C-AC92-610E-34562F0CE441}"/>
                  </a:ext>
                </a:extLst>
              </p:cNvPr>
              <p:cNvSpPr/>
              <p:nvPr/>
            </p:nvSpPr>
            <p:spPr>
              <a:xfrm>
                <a:off x="7014904" y="2182990"/>
                <a:ext cx="1183165" cy="868597"/>
              </a:xfrm>
              <a:prstGeom prst="rect">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marL="0" algn="ctr" defTabSz="914400" rtl="1" eaLnBrk="1" latinLnBrk="0" hangingPunct="1"/>
                <a:endParaRPr lang="ar-SA"/>
              </a:p>
            </p:txBody>
          </p:sp>
          <p:sp>
            <p:nvSpPr>
              <p:cNvPr id="27" name="مربع نص 26">
                <a:extLst>
                  <a:ext uri="{FF2B5EF4-FFF2-40B4-BE49-F238E27FC236}">
                    <a16:creationId xmlns:a16="http://schemas.microsoft.com/office/drawing/2014/main" id="{1664D949-EEB5-B6B4-CC2C-41BE3F9DCF70}"/>
                  </a:ext>
                </a:extLst>
              </p:cNvPr>
              <p:cNvSpPr txBox="1"/>
              <p:nvPr/>
            </p:nvSpPr>
            <p:spPr>
              <a:xfrm>
                <a:off x="1550276" y="3054697"/>
                <a:ext cx="1002611" cy="307777"/>
              </a:xfrm>
              <a:prstGeom prst="rect">
                <a:avLst/>
              </a:prstGeom>
              <a:noFill/>
            </p:spPr>
            <p:txBody>
              <a:bodyPr wrap="square" rtlCol="1">
                <a:spAutoFit/>
              </a:bodyPr>
              <a:lstStyle/>
              <a:p>
                <a:pPr algn="l" rtl="0"/>
                <a:r>
                  <a:rPr lang="ar-SA" sz="1400" dirty="0">
                    <a:solidFill>
                      <a:schemeClr val="bg1">
                        <a:lumMod val="65000"/>
                      </a:schemeClr>
                    </a:solidFill>
                    <a:latin typeface="Lama Sans Medium" pitchFamily="2" charset="-78"/>
                    <a:cs typeface="Lama Sans Medium" pitchFamily="2" charset="-78"/>
                  </a:rPr>
                  <a:t>243866#</a:t>
                </a:r>
              </a:p>
            </p:txBody>
          </p:sp>
          <p:sp>
            <p:nvSpPr>
              <p:cNvPr id="29" name="مربع نص 28">
                <a:extLst>
                  <a:ext uri="{FF2B5EF4-FFF2-40B4-BE49-F238E27FC236}">
                    <a16:creationId xmlns:a16="http://schemas.microsoft.com/office/drawing/2014/main" id="{36993DC7-F758-3247-550B-880B96EBD5C8}"/>
                  </a:ext>
                </a:extLst>
              </p:cNvPr>
              <p:cNvSpPr txBox="1"/>
              <p:nvPr/>
            </p:nvSpPr>
            <p:spPr>
              <a:xfrm>
                <a:off x="3346418" y="3054697"/>
                <a:ext cx="1002611" cy="307777"/>
              </a:xfrm>
              <a:prstGeom prst="rect">
                <a:avLst/>
              </a:prstGeom>
              <a:noFill/>
            </p:spPr>
            <p:txBody>
              <a:bodyPr wrap="square" rtlCol="1">
                <a:spAutoFit/>
              </a:bodyPr>
              <a:lstStyle/>
              <a:p>
                <a:pPr algn="l" rtl="0"/>
                <a:r>
                  <a:rPr lang="ar-SA" sz="1400" dirty="0">
                    <a:solidFill>
                      <a:schemeClr val="bg1">
                        <a:lumMod val="65000"/>
                      </a:schemeClr>
                    </a:solidFill>
                    <a:latin typeface="Lama Sans Medium" pitchFamily="2" charset="-78"/>
                    <a:cs typeface="Lama Sans Medium" pitchFamily="2" charset="-78"/>
                  </a:rPr>
                  <a:t>243866#</a:t>
                </a:r>
              </a:p>
            </p:txBody>
          </p:sp>
          <p:sp>
            <p:nvSpPr>
              <p:cNvPr id="30" name="مربع نص 29">
                <a:extLst>
                  <a:ext uri="{FF2B5EF4-FFF2-40B4-BE49-F238E27FC236}">
                    <a16:creationId xmlns:a16="http://schemas.microsoft.com/office/drawing/2014/main" id="{903729B0-9F95-6B7A-7F0A-38708A8B50E3}"/>
                  </a:ext>
                </a:extLst>
              </p:cNvPr>
              <p:cNvSpPr txBox="1"/>
              <p:nvPr/>
            </p:nvSpPr>
            <p:spPr>
              <a:xfrm>
                <a:off x="5142561" y="3054697"/>
                <a:ext cx="1002611" cy="307777"/>
              </a:xfrm>
              <a:prstGeom prst="rect">
                <a:avLst/>
              </a:prstGeom>
              <a:noFill/>
            </p:spPr>
            <p:txBody>
              <a:bodyPr wrap="square" rtlCol="1">
                <a:spAutoFit/>
              </a:bodyPr>
              <a:lstStyle/>
              <a:p>
                <a:pPr algn="l" rtl="0"/>
                <a:r>
                  <a:rPr lang="ar-SA" sz="1400" dirty="0">
                    <a:solidFill>
                      <a:schemeClr val="bg1">
                        <a:lumMod val="65000"/>
                      </a:schemeClr>
                    </a:solidFill>
                    <a:latin typeface="Lama Sans Medium" pitchFamily="2" charset="-78"/>
                    <a:cs typeface="Lama Sans Medium" pitchFamily="2" charset="-78"/>
                  </a:rPr>
                  <a:t>243866#</a:t>
                </a:r>
              </a:p>
            </p:txBody>
          </p:sp>
          <p:sp>
            <p:nvSpPr>
              <p:cNvPr id="31" name="مربع نص 30">
                <a:extLst>
                  <a:ext uri="{FF2B5EF4-FFF2-40B4-BE49-F238E27FC236}">
                    <a16:creationId xmlns:a16="http://schemas.microsoft.com/office/drawing/2014/main" id="{1ED86A2F-450C-1854-C6B3-045138B1F8EB}"/>
                  </a:ext>
                </a:extLst>
              </p:cNvPr>
              <p:cNvSpPr txBox="1"/>
              <p:nvPr/>
            </p:nvSpPr>
            <p:spPr>
              <a:xfrm>
                <a:off x="7014904" y="3054697"/>
                <a:ext cx="1002611" cy="307777"/>
              </a:xfrm>
              <a:prstGeom prst="rect">
                <a:avLst/>
              </a:prstGeom>
              <a:noFill/>
            </p:spPr>
            <p:txBody>
              <a:bodyPr wrap="square" rtlCol="1">
                <a:spAutoFit/>
              </a:bodyPr>
              <a:lstStyle/>
              <a:p>
                <a:pPr algn="l" rtl="0"/>
                <a:r>
                  <a:rPr lang="ar-SA" sz="1400" dirty="0">
                    <a:solidFill>
                      <a:schemeClr val="bg1">
                        <a:lumMod val="65000"/>
                      </a:schemeClr>
                    </a:solidFill>
                    <a:latin typeface="Lama Sans Medium" pitchFamily="2" charset="-78"/>
                    <a:cs typeface="Lama Sans Medium" pitchFamily="2" charset="-78"/>
                  </a:rPr>
                  <a:t>243866#</a:t>
                </a:r>
              </a:p>
            </p:txBody>
          </p:sp>
        </p:grpSp>
        <p:sp>
          <p:nvSpPr>
            <p:cNvPr id="45" name="مربع نص 44">
              <a:extLst>
                <a:ext uri="{FF2B5EF4-FFF2-40B4-BE49-F238E27FC236}">
                  <a16:creationId xmlns:a16="http://schemas.microsoft.com/office/drawing/2014/main" id="{11C0BF72-A7CD-F3EC-B97B-726FC0C14385}"/>
                </a:ext>
              </a:extLst>
            </p:cNvPr>
            <p:cNvSpPr txBox="1"/>
            <p:nvPr/>
          </p:nvSpPr>
          <p:spPr>
            <a:xfrm>
              <a:off x="9228083" y="1906992"/>
              <a:ext cx="1975945" cy="584775"/>
            </a:xfrm>
            <a:prstGeom prst="rect">
              <a:avLst/>
            </a:prstGeom>
            <a:noFill/>
          </p:spPr>
          <p:txBody>
            <a:bodyPr wrap="square" rtlCol="1">
              <a:spAutoFit/>
            </a:bodyPr>
            <a:lstStyle/>
            <a:p>
              <a:r>
                <a:rPr lang="ar-SA" sz="1600" dirty="0">
                  <a:solidFill>
                    <a:schemeClr val="bg1">
                      <a:lumMod val="50000"/>
                    </a:schemeClr>
                  </a:solidFill>
                  <a:latin typeface="Ruaq Arabic Light" pitchFamily="2" charset="-78"/>
                  <a:cs typeface="Ruaq Arabic Light" pitchFamily="2" charset="-78"/>
                </a:rPr>
                <a:t>الألوان الأساسية للنصوص</a:t>
              </a:r>
            </a:p>
          </p:txBody>
        </p:sp>
        <p:cxnSp>
          <p:nvCxnSpPr>
            <p:cNvPr id="52" name="موصل مستقيم 51">
              <a:extLst>
                <a:ext uri="{FF2B5EF4-FFF2-40B4-BE49-F238E27FC236}">
                  <a16:creationId xmlns:a16="http://schemas.microsoft.com/office/drawing/2014/main" id="{B0FC2E7C-15FC-0819-BE82-C098AE75694D}"/>
                </a:ext>
              </a:extLst>
            </p:cNvPr>
            <p:cNvCxnSpPr/>
            <p:nvPr/>
          </p:nvCxnSpPr>
          <p:spPr>
            <a:xfrm flipH="1">
              <a:off x="1550276" y="1777667"/>
              <a:ext cx="9548648"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606094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2B499369-869C-F339-3AC5-71487C2E1BE6}"/>
              </a:ext>
            </a:extLst>
          </p:cNvPr>
          <p:cNvSpPr>
            <a:spLocks noGrp="1"/>
          </p:cNvSpPr>
          <p:nvPr>
            <p:ph type="ctrTitle"/>
          </p:nvPr>
        </p:nvSpPr>
        <p:spPr/>
        <p:txBody>
          <a:bodyPr/>
          <a:lstStyle/>
          <a:p>
            <a:r>
              <a:rPr lang="ar-SA" dirty="0"/>
              <a:t>نوع الخط والحجم المستخدم (عربي)</a:t>
            </a:r>
          </a:p>
        </p:txBody>
      </p:sp>
      <p:sp>
        <p:nvSpPr>
          <p:cNvPr id="3" name="عنوان فرعي 2">
            <a:extLst>
              <a:ext uri="{FF2B5EF4-FFF2-40B4-BE49-F238E27FC236}">
                <a16:creationId xmlns:a16="http://schemas.microsoft.com/office/drawing/2014/main" id="{6D6027CF-5C67-5466-5A6D-29E84F532296}"/>
              </a:ext>
            </a:extLst>
          </p:cNvPr>
          <p:cNvSpPr>
            <a:spLocks noGrp="1"/>
          </p:cNvSpPr>
          <p:nvPr>
            <p:ph type="subTitle" idx="1"/>
          </p:nvPr>
        </p:nvSpPr>
        <p:spPr>
          <a:xfrm>
            <a:off x="6189787" y="1321292"/>
            <a:ext cx="5145618" cy="4648583"/>
          </a:xfrm>
        </p:spPr>
        <p:txBody>
          <a:bodyPr/>
          <a:lstStyle/>
          <a:p>
            <a:pPr algn="just">
              <a:lnSpc>
                <a:spcPct val="150000"/>
              </a:lnSpc>
            </a:pPr>
            <a:r>
              <a:rPr lang="ar-SA" sz="2400" b="1" dirty="0">
                <a:solidFill>
                  <a:srgbClr val="04A6A4"/>
                </a:solidFill>
                <a:effectLst/>
                <a:latin typeface="Ruaq Arabic" pitchFamily="2" charset="-78"/>
                <a:cs typeface="Ruaq Arabic" pitchFamily="2" charset="-78"/>
              </a:rPr>
              <a:t>هذا النص مثال</a:t>
            </a:r>
          </a:p>
          <a:p>
            <a:pPr algn="just">
              <a:lnSpc>
                <a:spcPct val="150000"/>
              </a:lnSpc>
            </a:pPr>
            <a:r>
              <a:rPr lang="ar-SA" dirty="0">
                <a:effectLst/>
              </a:rPr>
              <a:t>إذا كنت تحتاج إلى عدد أكبر من الفقرات يتيح لك مولد النص العربي:</a:t>
            </a:r>
          </a:p>
          <a:p>
            <a:pPr algn="just">
              <a:lnSpc>
                <a:spcPct val="150000"/>
              </a:lnSpc>
            </a:pPr>
            <a:r>
              <a:rPr lang="ar-SA" dirty="0">
                <a:effectLst/>
              </a:rPr>
              <a:t> </a:t>
            </a:r>
            <a:r>
              <a:rPr lang="ar-SA" dirty="0">
                <a:latin typeface="Ruaq Arabic Light" pitchFamily="2" charset="-78"/>
                <a:cs typeface="Ruaq Arabic Light" pitchFamily="2" charset="-78"/>
              </a:rPr>
              <a:t>يمكن</a:t>
            </a:r>
            <a:r>
              <a:rPr lang="ar-SA" dirty="0"/>
              <a:t> </a:t>
            </a:r>
            <a:r>
              <a:rPr lang="ar-SA" dirty="0">
                <a:effectLst/>
                <a:latin typeface="Ruaq Arabic Light" pitchFamily="2" charset="-78"/>
                <a:cs typeface="Ruaq Arabic Light" pitchFamily="2" charset="-78"/>
              </a:rPr>
              <a:t>زيادة عدد الفقرات كما تريد، النص لن يبدو مقسما ولا يحوي أخطاء لغوية إذا كنت تحتاج إلى عدد أكبر من الفقرات يتيح لك مولد النص العربي زيادة عدد الفقرات كما تريد، النص لن يبدو مقسما ولا يحوي أخطاء لغوية.</a:t>
            </a:r>
          </a:p>
          <a:p>
            <a:pPr algn="just">
              <a:lnSpc>
                <a:spcPct val="150000"/>
              </a:lnSpc>
            </a:pPr>
            <a:endParaRPr lang="ar-SA" sz="1800" dirty="0">
              <a:effectLst/>
              <a:latin typeface="Ruaq Arabic Light" pitchFamily="2" charset="-78"/>
              <a:cs typeface="Ruaq Arabic Light" pitchFamily="2" charset="-78"/>
            </a:endParaRPr>
          </a:p>
          <a:p>
            <a:endParaRPr lang="ar-SA" dirty="0"/>
          </a:p>
        </p:txBody>
      </p:sp>
      <p:sp>
        <p:nvSpPr>
          <p:cNvPr id="5" name="مربع نص 4">
            <a:extLst>
              <a:ext uri="{FF2B5EF4-FFF2-40B4-BE49-F238E27FC236}">
                <a16:creationId xmlns:a16="http://schemas.microsoft.com/office/drawing/2014/main" id="{9B93AB85-6632-BBE7-BDAF-510FF0731988}"/>
              </a:ext>
            </a:extLst>
          </p:cNvPr>
          <p:cNvSpPr txBox="1"/>
          <p:nvPr/>
        </p:nvSpPr>
        <p:spPr>
          <a:xfrm>
            <a:off x="3902195" y="2589379"/>
            <a:ext cx="369011" cy="307777"/>
          </a:xfrm>
          <a:prstGeom prst="rect">
            <a:avLst/>
          </a:prstGeom>
          <a:noFill/>
        </p:spPr>
        <p:txBody>
          <a:bodyPr wrap="none" rtlCol="1">
            <a:spAutoFit/>
          </a:bodyPr>
          <a:lstStyle/>
          <a:p>
            <a:r>
              <a:rPr lang="en-US" sz="1400" dirty="0">
                <a:solidFill>
                  <a:schemeClr val="bg1">
                    <a:lumMod val="50000"/>
                  </a:schemeClr>
                </a:solidFill>
                <a:latin typeface="Lama Sans Light" pitchFamily="2" charset="-78"/>
                <a:cs typeface="Lama Sans Light" pitchFamily="2" charset="-78"/>
              </a:rPr>
              <a:t>14</a:t>
            </a:r>
            <a:endParaRPr lang="ar-SA" sz="1400" dirty="0">
              <a:solidFill>
                <a:schemeClr val="bg1">
                  <a:lumMod val="50000"/>
                </a:schemeClr>
              </a:solidFill>
              <a:latin typeface="Lama Sans Light" pitchFamily="2" charset="-78"/>
              <a:cs typeface="Lama Sans Light" pitchFamily="2" charset="-78"/>
            </a:endParaRPr>
          </a:p>
        </p:txBody>
      </p:sp>
      <p:sp>
        <p:nvSpPr>
          <p:cNvPr id="7" name="مربع نص 6">
            <a:extLst>
              <a:ext uri="{FF2B5EF4-FFF2-40B4-BE49-F238E27FC236}">
                <a16:creationId xmlns:a16="http://schemas.microsoft.com/office/drawing/2014/main" id="{EBF5ED68-35E4-74BC-D1E7-4FE607479641}"/>
              </a:ext>
            </a:extLst>
          </p:cNvPr>
          <p:cNvSpPr txBox="1"/>
          <p:nvPr/>
        </p:nvSpPr>
        <p:spPr>
          <a:xfrm>
            <a:off x="3896887" y="1538297"/>
            <a:ext cx="397865" cy="307777"/>
          </a:xfrm>
          <a:prstGeom prst="rect">
            <a:avLst/>
          </a:prstGeom>
          <a:noFill/>
        </p:spPr>
        <p:txBody>
          <a:bodyPr wrap="none" rtlCol="1">
            <a:spAutoFit/>
          </a:bodyPr>
          <a:lstStyle/>
          <a:p>
            <a:r>
              <a:rPr lang="en-US" sz="1400" dirty="0">
                <a:solidFill>
                  <a:schemeClr val="bg1">
                    <a:lumMod val="50000"/>
                  </a:schemeClr>
                </a:solidFill>
                <a:latin typeface="Lama Sans Light" pitchFamily="2" charset="-78"/>
                <a:cs typeface="Lama Sans Light" pitchFamily="2" charset="-78"/>
              </a:rPr>
              <a:t>24</a:t>
            </a:r>
            <a:endParaRPr lang="ar-SA" sz="1400" dirty="0">
              <a:solidFill>
                <a:schemeClr val="bg1">
                  <a:lumMod val="50000"/>
                </a:schemeClr>
              </a:solidFill>
              <a:latin typeface="Lama Sans Light" pitchFamily="2" charset="-78"/>
              <a:cs typeface="Lama Sans Light" pitchFamily="2" charset="-78"/>
            </a:endParaRPr>
          </a:p>
        </p:txBody>
      </p:sp>
      <p:sp>
        <p:nvSpPr>
          <p:cNvPr id="8" name="مربع نص 7">
            <a:extLst>
              <a:ext uri="{FF2B5EF4-FFF2-40B4-BE49-F238E27FC236}">
                <a16:creationId xmlns:a16="http://schemas.microsoft.com/office/drawing/2014/main" id="{58F13095-364D-E7A3-422A-DC536922F57B}"/>
              </a:ext>
            </a:extLst>
          </p:cNvPr>
          <p:cNvSpPr txBox="1"/>
          <p:nvPr/>
        </p:nvSpPr>
        <p:spPr>
          <a:xfrm>
            <a:off x="2368340" y="1538297"/>
            <a:ext cx="1047082" cy="307777"/>
          </a:xfrm>
          <a:prstGeom prst="rect">
            <a:avLst/>
          </a:prstGeom>
          <a:noFill/>
        </p:spPr>
        <p:txBody>
          <a:bodyPr wrap="none" rtlCol="1">
            <a:spAutoFit/>
          </a:bodyPr>
          <a:lstStyle/>
          <a:p>
            <a:r>
              <a:rPr lang="en-US" sz="1400" dirty="0">
                <a:solidFill>
                  <a:schemeClr val="bg1">
                    <a:lumMod val="50000"/>
                  </a:schemeClr>
                </a:solidFill>
                <a:latin typeface="Lama Sans Light" pitchFamily="2" charset="-78"/>
                <a:cs typeface="Lama Sans Light" pitchFamily="2" charset="-78"/>
              </a:rPr>
              <a:t>Ruaq bold</a:t>
            </a:r>
            <a:endParaRPr lang="ar-SA" sz="1400" dirty="0">
              <a:solidFill>
                <a:schemeClr val="bg1">
                  <a:lumMod val="50000"/>
                </a:schemeClr>
              </a:solidFill>
              <a:latin typeface="Lama Sans Light" pitchFamily="2" charset="-78"/>
              <a:cs typeface="Lama Sans Light" pitchFamily="2" charset="-78"/>
            </a:endParaRPr>
          </a:p>
        </p:txBody>
      </p:sp>
      <p:sp>
        <p:nvSpPr>
          <p:cNvPr id="9" name="مربع نص 8">
            <a:extLst>
              <a:ext uri="{FF2B5EF4-FFF2-40B4-BE49-F238E27FC236}">
                <a16:creationId xmlns:a16="http://schemas.microsoft.com/office/drawing/2014/main" id="{5C0CA048-1F7A-CA7B-2EEB-9191A99CE449}"/>
              </a:ext>
            </a:extLst>
          </p:cNvPr>
          <p:cNvSpPr txBox="1"/>
          <p:nvPr/>
        </p:nvSpPr>
        <p:spPr>
          <a:xfrm>
            <a:off x="2379643" y="2589379"/>
            <a:ext cx="1045478" cy="307777"/>
          </a:xfrm>
          <a:prstGeom prst="rect">
            <a:avLst/>
          </a:prstGeom>
          <a:noFill/>
        </p:spPr>
        <p:txBody>
          <a:bodyPr wrap="none" rtlCol="1">
            <a:spAutoFit/>
          </a:bodyPr>
          <a:lstStyle/>
          <a:p>
            <a:r>
              <a:rPr lang="en-US" sz="1400" dirty="0">
                <a:solidFill>
                  <a:schemeClr val="bg1">
                    <a:lumMod val="50000"/>
                  </a:schemeClr>
                </a:solidFill>
                <a:latin typeface="Lama Sans Light" pitchFamily="2" charset="-78"/>
                <a:cs typeface="Lama Sans Light" pitchFamily="2" charset="-78"/>
              </a:rPr>
              <a:t>Ruaq light</a:t>
            </a:r>
            <a:endParaRPr lang="ar-SA" sz="1400" dirty="0">
              <a:solidFill>
                <a:schemeClr val="bg1">
                  <a:lumMod val="50000"/>
                </a:schemeClr>
              </a:solidFill>
              <a:latin typeface="Lama Sans Light" pitchFamily="2" charset="-78"/>
              <a:cs typeface="Lama Sans Light" pitchFamily="2" charset="-78"/>
            </a:endParaRPr>
          </a:p>
        </p:txBody>
      </p:sp>
      <p:sp>
        <p:nvSpPr>
          <p:cNvPr id="11" name="مربع نص 10">
            <a:extLst>
              <a:ext uri="{FF2B5EF4-FFF2-40B4-BE49-F238E27FC236}">
                <a16:creationId xmlns:a16="http://schemas.microsoft.com/office/drawing/2014/main" id="{A3B8E62F-5923-5D80-F8D2-0C941F091394}"/>
              </a:ext>
            </a:extLst>
          </p:cNvPr>
          <p:cNvSpPr txBox="1"/>
          <p:nvPr/>
        </p:nvSpPr>
        <p:spPr>
          <a:xfrm>
            <a:off x="2368163" y="2063838"/>
            <a:ext cx="1364477" cy="307777"/>
          </a:xfrm>
          <a:prstGeom prst="rect">
            <a:avLst/>
          </a:prstGeom>
          <a:noFill/>
        </p:spPr>
        <p:txBody>
          <a:bodyPr wrap="none" rtlCol="1">
            <a:spAutoFit/>
          </a:bodyPr>
          <a:lstStyle/>
          <a:p>
            <a:r>
              <a:rPr lang="en-US" sz="1400" dirty="0">
                <a:solidFill>
                  <a:schemeClr val="bg1">
                    <a:lumMod val="50000"/>
                  </a:schemeClr>
                </a:solidFill>
                <a:latin typeface="Lama Sans Light" pitchFamily="2" charset="-78"/>
                <a:cs typeface="Lama Sans Light" pitchFamily="2" charset="-78"/>
              </a:rPr>
              <a:t>Ruaq medium</a:t>
            </a:r>
            <a:endParaRPr lang="ar-SA" sz="1400" dirty="0">
              <a:solidFill>
                <a:schemeClr val="bg1">
                  <a:lumMod val="50000"/>
                </a:schemeClr>
              </a:solidFill>
              <a:latin typeface="Lama Sans Light" pitchFamily="2" charset="-78"/>
              <a:cs typeface="Lama Sans Light" pitchFamily="2" charset="-78"/>
            </a:endParaRPr>
          </a:p>
        </p:txBody>
      </p:sp>
      <p:sp>
        <p:nvSpPr>
          <p:cNvPr id="12" name="مربع نص 11">
            <a:extLst>
              <a:ext uri="{FF2B5EF4-FFF2-40B4-BE49-F238E27FC236}">
                <a16:creationId xmlns:a16="http://schemas.microsoft.com/office/drawing/2014/main" id="{3E59DBE6-5B03-3907-2EC9-AD32A010F356}"/>
              </a:ext>
            </a:extLst>
          </p:cNvPr>
          <p:cNvSpPr txBox="1"/>
          <p:nvPr/>
        </p:nvSpPr>
        <p:spPr>
          <a:xfrm>
            <a:off x="3902195" y="2063838"/>
            <a:ext cx="369011" cy="307777"/>
          </a:xfrm>
          <a:prstGeom prst="rect">
            <a:avLst/>
          </a:prstGeom>
          <a:noFill/>
        </p:spPr>
        <p:txBody>
          <a:bodyPr wrap="none" rtlCol="1">
            <a:spAutoFit/>
          </a:bodyPr>
          <a:lstStyle/>
          <a:p>
            <a:r>
              <a:rPr lang="en-US" sz="1400" dirty="0">
                <a:solidFill>
                  <a:schemeClr val="bg1">
                    <a:lumMod val="50000"/>
                  </a:schemeClr>
                </a:solidFill>
                <a:latin typeface="Lama Sans Light" pitchFamily="2" charset="-78"/>
                <a:cs typeface="Lama Sans Light" pitchFamily="2" charset="-78"/>
              </a:rPr>
              <a:t>14</a:t>
            </a:r>
            <a:endParaRPr lang="ar-SA" sz="1400" dirty="0">
              <a:solidFill>
                <a:schemeClr val="bg1">
                  <a:lumMod val="50000"/>
                </a:schemeClr>
              </a:solidFill>
              <a:latin typeface="Lama Sans Light" pitchFamily="2" charset="-78"/>
              <a:cs typeface="Lama Sans Light" pitchFamily="2" charset="-78"/>
            </a:endParaRPr>
          </a:p>
        </p:txBody>
      </p:sp>
      <p:cxnSp>
        <p:nvCxnSpPr>
          <p:cNvPr id="14" name="موصل مستقيم 13">
            <a:extLst>
              <a:ext uri="{FF2B5EF4-FFF2-40B4-BE49-F238E27FC236}">
                <a16:creationId xmlns:a16="http://schemas.microsoft.com/office/drawing/2014/main" id="{B273BB04-B042-E551-F01B-ABDE6C355E62}"/>
              </a:ext>
            </a:extLst>
          </p:cNvPr>
          <p:cNvCxnSpPr>
            <a:cxnSpLocks/>
          </p:cNvCxnSpPr>
          <p:nvPr/>
        </p:nvCxnSpPr>
        <p:spPr>
          <a:xfrm flipH="1">
            <a:off x="4431323" y="1692186"/>
            <a:ext cx="4566448"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موصل مستقيم 15">
            <a:extLst>
              <a:ext uri="{FF2B5EF4-FFF2-40B4-BE49-F238E27FC236}">
                <a16:creationId xmlns:a16="http://schemas.microsoft.com/office/drawing/2014/main" id="{06D9037B-AA7E-3F33-2552-05761175159C}"/>
              </a:ext>
            </a:extLst>
          </p:cNvPr>
          <p:cNvCxnSpPr>
            <a:cxnSpLocks/>
          </p:cNvCxnSpPr>
          <p:nvPr/>
        </p:nvCxnSpPr>
        <p:spPr>
          <a:xfrm flipH="1">
            <a:off x="4419600" y="2219725"/>
            <a:ext cx="1582615"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موصل مستقيم 17">
            <a:extLst>
              <a:ext uri="{FF2B5EF4-FFF2-40B4-BE49-F238E27FC236}">
                <a16:creationId xmlns:a16="http://schemas.microsoft.com/office/drawing/2014/main" id="{E51B5F9B-B0F6-C593-4CAD-60364D8B6D0A}"/>
              </a:ext>
            </a:extLst>
          </p:cNvPr>
          <p:cNvCxnSpPr>
            <a:cxnSpLocks/>
          </p:cNvCxnSpPr>
          <p:nvPr/>
        </p:nvCxnSpPr>
        <p:spPr>
          <a:xfrm flipH="1">
            <a:off x="4419600" y="2757498"/>
            <a:ext cx="1582615"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2770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2B499369-869C-F339-3AC5-71487C2E1BE6}"/>
              </a:ext>
            </a:extLst>
          </p:cNvPr>
          <p:cNvSpPr>
            <a:spLocks noGrp="1"/>
          </p:cNvSpPr>
          <p:nvPr>
            <p:ph type="ctrTitle"/>
          </p:nvPr>
        </p:nvSpPr>
        <p:spPr/>
        <p:txBody>
          <a:bodyPr/>
          <a:lstStyle/>
          <a:p>
            <a:r>
              <a:rPr lang="ar-SA" dirty="0"/>
              <a:t>نوع الخط والحجم المستخدم (إنجليزي)</a:t>
            </a:r>
          </a:p>
        </p:txBody>
      </p:sp>
      <p:sp>
        <p:nvSpPr>
          <p:cNvPr id="3" name="عنوان فرعي 2">
            <a:extLst>
              <a:ext uri="{FF2B5EF4-FFF2-40B4-BE49-F238E27FC236}">
                <a16:creationId xmlns:a16="http://schemas.microsoft.com/office/drawing/2014/main" id="{6D6027CF-5C67-5466-5A6D-29E84F532296}"/>
              </a:ext>
            </a:extLst>
          </p:cNvPr>
          <p:cNvSpPr>
            <a:spLocks noGrp="1"/>
          </p:cNvSpPr>
          <p:nvPr>
            <p:ph type="subTitle" idx="1"/>
          </p:nvPr>
        </p:nvSpPr>
        <p:spPr>
          <a:xfrm>
            <a:off x="830315" y="1321292"/>
            <a:ext cx="5265686" cy="4648583"/>
          </a:xfrm>
        </p:spPr>
        <p:txBody>
          <a:bodyPr/>
          <a:lstStyle/>
          <a:p>
            <a:pPr algn="l">
              <a:lnSpc>
                <a:spcPct val="100000"/>
              </a:lnSpc>
            </a:pPr>
            <a:r>
              <a:rPr lang="en-US" sz="4000" b="1" dirty="0">
                <a:solidFill>
                  <a:srgbClr val="04A6A4"/>
                </a:solidFill>
                <a:latin typeface="Lama Sans Black" pitchFamily="2" charset="-78"/>
                <a:cs typeface="Lama Sans Black" pitchFamily="2" charset="-78"/>
              </a:rPr>
              <a:t>Lorem ipsum</a:t>
            </a:r>
          </a:p>
          <a:p>
            <a:pPr algn="l">
              <a:lnSpc>
                <a:spcPct val="100000"/>
              </a:lnSpc>
            </a:pPr>
            <a:r>
              <a:rPr lang="en-US" dirty="0">
                <a:effectLst/>
                <a:latin typeface="Lama Sans Medium" pitchFamily="2" charset="-78"/>
                <a:cs typeface="Lama Sans Medium" pitchFamily="2" charset="-78"/>
              </a:rPr>
              <a:t>Lorem ipsum dolor sit </a:t>
            </a:r>
            <a:r>
              <a:rPr lang="en-US" dirty="0" err="1">
                <a:effectLst/>
                <a:latin typeface="Lama Sans Medium" pitchFamily="2" charset="-78"/>
                <a:cs typeface="Lama Sans Medium" pitchFamily="2" charset="-78"/>
              </a:rPr>
              <a:t>amet</a:t>
            </a:r>
            <a:r>
              <a:rPr lang="en-US" dirty="0">
                <a:effectLst/>
                <a:latin typeface="Lama Sans Medium" pitchFamily="2" charset="-78"/>
                <a:cs typeface="Lama Sans Medium" pitchFamily="2" charset="-78"/>
              </a:rPr>
              <a:t>, cons </a:t>
            </a:r>
            <a:r>
              <a:rPr lang="en-US" dirty="0" err="1">
                <a:effectLst/>
                <a:latin typeface="Lama Sans Medium" pitchFamily="2" charset="-78"/>
                <a:cs typeface="Lama Sans Medium" pitchFamily="2" charset="-78"/>
              </a:rPr>
              <a:t>ectetuer</a:t>
            </a:r>
            <a:r>
              <a:rPr lang="en-US" dirty="0">
                <a:effectLst/>
                <a:latin typeface="Lama Sans Medium" pitchFamily="2" charset="-78"/>
                <a:cs typeface="Lama Sans Medium" pitchFamily="2" charset="-78"/>
              </a:rPr>
              <a:t> </a:t>
            </a:r>
            <a:r>
              <a:rPr lang="en-US" dirty="0" err="1">
                <a:effectLst/>
                <a:latin typeface="Lama Sans Medium" pitchFamily="2" charset="-78"/>
                <a:cs typeface="Lama Sans Medium" pitchFamily="2" charset="-78"/>
              </a:rPr>
              <a:t>adipiscing</a:t>
            </a:r>
            <a:r>
              <a:rPr lang="en-US" dirty="0">
                <a:effectLst/>
                <a:latin typeface="Lama Sans Medium" pitchFamily="2" charset="-78"/>
                <a:cs typeface="Lama Sans Medium" pitchFamily="2" charset="-78"/>
              </a:rPr>
              <a:t> </a:t>
            </a:r>
            <a:r>
              <a:rPr lang="en-US" dirty="0" err="1">
                <a:effectLst/>
                <a:latin typeface="Lama Sans Medium" pitchFamily="2" charset="-78"/>
                <a:cs typeface="Lama Sans Medium" pitchFamily="2" charset="-78"/>
              </a:rPr>
              <a:t>elit</a:t>
            </a:r>
            <a:r>
              <a:rPr lang="en-US" dirty="0">
                <a:effectLst/>
                <a:latin typeface="Lama Sans Medium" pitchFamily="2" charset="-78"/>
                <a:cs typeface="Lama Sans Medium" pitchFamily="2" charset="-78"/>
              </a:rPr>
              <a:t>:</a:t>
            </a:r>
          </a:p>
          <a:p>
            <a:pPr algn="l">
              <a:lnSpc>
                <a:spcPct val="150000"/>
              </a:lnSpc>
            </a:pPr>
            <a:r>
              <a:rPr lang="en-US" dirty="0">
                <a:effectLst/>
                <a:latin typeface="Lama Sans Light" pitchFamily="2" charset="-78"/>
                <a:cs typeface="Lama Sans Light" pitchFamily="2" charset="-78"/>
              </a:rPr>
              <a:t> Lorem ipsum dolor sit </a:t>
            </a:r>
            <a:r>
              <a:rPr lang="en-US" dirty="0" err="1">
                <a:effectLst/>
                <a:latin typeface="Lama Sans Light" pitchFamily="2" charset="-78"/>
                <a:cs typeface="Lama Sans Light" pitchFamily="2" charset="-78"/>
              </a:rPr>
              <a:t>amet</a:t>
            </a:r>
            <a:r>
              <a:rPr lang="en-US" dirty="0">
                <a:effectLst/>
                <a:latin typeface="Lama Sans Light" pitchFamily="2" charset="-78"/>
                <a:cs typeface="Lama Sans Light" pitchFamily="2" charset="-78"/>
              </a:rPr>
              <a:t>, cons </a:t>
            </a:r>
            <a:r>
              <a:rPr lang="en-US" dirty="0" err="1">
                <a:effectLst/>
                <a:latin typeface="Lama Sans Light" pitchFamily="2" charset="-78"/>
                <a:cs typeface="Lama Sans Light" pitchFamily="2" charset="-78"/>
              </a:rPr>
              <a:t>ectetuer</a:t>
            </a:r>
            <a:r>
              <a:rPr lang="en-US" dirty="0">
                <a:effectLst/>
                <a:latin typeface="Lama Sans Light" pitchFamily="2" charset="-78"/>
                <a:cs typeface="Lama Sans Light" pitchFamily="2" charset="-78"/>
              </a:rPr>
              <a:t> </a:t>
            </a:r>
            <a:r>
              <a:rPr lang="en-US" dirty="0" err="1">
                <a:effectLst/>
                <a:latin typeface="Lama Sans Light" pitchFamily="2" charset="-78"/>
                <a:cs typeface="Lama Sans Light" pitchFamily="2" charset="-78"/>
              </a:rPr>
              <a:t>adipiscing</a:t>
            </a:r>
            <a:r>
              <a:rPr lang="en-US" dirty="0">
                <a:effectLst/>
                <a:latin typeface="Lama Sans Light" pitchFamily="2" charset="-78"/>
                <a:cs typeface="Lama Sans Light" pitchFamily="2" charset="-78"/>
              </a:rPr>
              <a:t> </a:t>
            </a:r>
            <a:r>
              <a:rPr lang="en-US" dirty="0" err="1">
                <a:effectLst/>
                <a:latin typeface="Lama Sans Light" pitchFamily="2" charset="-78"/>
                <a:cs typeface="Lama Sans Light" pitchFamily="2" charset="-78"/>
              </a:rPr>
              <a:t>elit</a:t>
            </a:r>
            <a:r>
              <a:rPr lang="en-US" dirty="0">
                <a:effectLst/>
                <a:latin typeface="Lama Sans Light" pitchFamily="2" charset="-78"/>
                <a:cs typeface="Lama Sans Light" pitchFamily="2" charset="-78"/>
              </a:rPr>
              <a:t>, sed diam </a:t>
            </a:r>
            <a:r>
              <a:rPr lang="en-US" dirty="0" err="1">
                <a:effectLst/>
                <a:latin typeface="Lama Sans Light" pitchFamily="2" charset="-78"/>
                <a:cs typeface="Lama Sans Light" pitchFamily="2" charset="-78"/>
              </a:rPr>
              <a:t>nonummy</a:t>
            </a:r>
            <a:r>
              <a:rPr lang="en-US" dirty="0">
                <a:effectLst/>
                <a:latin typeface="Lama Sans Light" pitchFamily="2" charset="-78"/>
                <a:cs typeface="Lama Sans Light" pitchFamily="2" charset="-78"/>
              </a:rPr>
              <a:t> </a:t>
            </a:r>
            <a:r>
              <a:rPr lang="en-US" dirty="0" err="1">
                <a:effectLst/>
                <a:latin typeface="Lama Sans Light" pitchFamily="2" charset="-78"/>
                <a:cs typeface="Lama Sans Light" pitchFamily="2" charset="-78"/>
              </a:rPr>
              <a:t>nibh</a:t>
            </a:r>
            <a:r>
              <a:rPr lang="en-US" dirty="0">
                <a:effectLst/>
                <a:latin typeface="Lama Sans Light" pitchFamily="2" charset="-78"/>
                <a:cs typeface="Lama Sans Light" pitchFamily="2" charset="-78"/>
              </a:rPr>
              <a:t> </a:t>
            </a:r>
            <a:r>
              <a:rPr lang="en-US" dirty="0" err="1">
                <a:effectLst/>
                <a:latin typeface="Lama Sans Light" pitchFamily="2" charset="-78"/>
                <a:cs typeface="Lama Sans Light" pitchFamily="2" charset="-78"/>
              </a:rPr>
              <a:t>euismod</a:t>
            </a:r>
            <a:r>
              <a:rPr lang="en-US" dirty="0">
                <a:effectLst/>
                <a:latin typeface="Lama Sans Light" pitchFamily="2" charset="-78"/>
                <a:cs typeface="Lama Sans Light" pitchFamily="2" charset="-78"/>
              </a:rPr>
              <a:t> </a:t>
            </a:r>
            <a:r>
              <a:rPr lang="en-US" dirty="0" err="1">
                <a:effectLst/>
                <a:latin typeface="Lama Sans Light" pitchFamily="2" charset="-78"/>
                <a:cs typeface="Lama Sans Light" pitchFamily="2" charset="-78"/>
              </a:rPr>
              <a:t>tincidunt</a:t>
            </a:r>
            <a:r>
              <a:rPr lang="en-US" dirty="0">
                <a:effectLst/>
                <a:latin typeface="Lama Sans Light" pitchFamily="2" charset="-78"/>
                <a:cs typeface="Lama Sans Light" pitchFamily="2" charset="-78"/>
              </a:rPr>
              <a:t> </a:t>
            </a:r>
            <a:r>
              <a:rPr lang="en-US" dirty="0" err="1">
                <a:effectLst/>
                <a:latin typeface="Lama Sans Light" pitchFamily="2" charset="-78"/>
                <a:cs typeface="Lama Sans Light" pitchFamily="2" charset="-78"/>
              </a:rPr>
              <a:t>ut</a:t>
            </a:r>
            <a:r>
              <a:rPr lang="en-US" dirty="0">
                <a:effectLst/>
                <a:latin typeface="Lama Sans Light" pitchFamily="2" charset="-78"/>
                <a:cs typeface="Lama Sans Light" pitchFamily="2" charset="-78"/>
              </a:rPr>
              <a:t> </a:t>
            </a:r>
            <a:r>
              <a:rPr lang="en-US" dirty="0" err="1">
                <a:effectLst/>
                <a:latin typeface="Lama Sans Light" pitchFamily="2" charset="-78"/>
                <a:cs typeface="Lama Sans Light" pitchFamily="2" charset="-78"/>
              </a:rPr>
              <a:t>laoreet</a:t>
            </a:r>
            <a:r>
              <a:rPr lang="en-US" dirty="0">
                <a:effectLst/>
                <a:latin typeface="Lama Sans Light" pitchFamily="2" charset="-78"/>
                <a:cs typeface="Lama Sans Light" pitchFamily="2" charset="-78"/>
              </a:rPr>
              <a:t> Lorem ipsum dolor sit </a:t>
            </a:r>
            <a:r>
              <a:rPr lang="en-US" dirty="0" err="1">
                <a:effectLst/>
                <a:latin typeface="Lama Sans Light" pitchFamily="2" charset="-78"/>
                <a:cs typeface="Lama Sans Light" pitchFamily="2" charset="-78"/>
              </a:rPr>
              <a:t>amet</a:t>
            </a:r>
            <a:r>
              <a:rPr lang="en-US" dirty="0">
                <a:effectLst/>
                <a:latin typeface="Lama Sans Light" pitchFamily="2" charset="-78"/>
                <a:cs typeface="Lama Sans Light" pitchFamily="2" charset="-78"/>
              </a:rPr>
              <a:t>, cons </a:t>
            </a:r>
            <a:r>
              <a:rPr lang="en-US" dirty="0" err="1">
                <a:effectLst/>
                <a:latin typeface="Lama Sans Light" pitchFamily="2" charset="-78"/>
                <a:cs typeface="Lama Sans Light" pitchFamily="2" charset="-78"/>
              </a:rPr>
              <a:t>ectetuer</a:t>
            </a:r>
            <a:r>
              <a:rPr lang="en-US" dirty="0">
                <a:effectLst/>
                <a:latin typeface="Lama Sans Light" pitchFamily="2" charset="-78"/>
                <a:cs typeface="Lama Sans Light" pitchFamily="2" charset="-78"/>
              </a:rPr>
              <a:t> </a:t>
            </a:r>
            <a:r>
              <a:rPr lang="en-US" dirty="0" err="1">
                <a:effectLst/>
                <a:latin typeface="Lama Sans Light" pitchFamily="2" charset="-78"/>
                <a:cs typeface="Lama Sans Light" pitchFamily="2" charset="-78"/>
              </a:rPr>
              <a:t>adipiscing</a:t>
            </a:r>
            <a:r>
              <a:rPr lang="en-US" dirty="0">
                <a:effectLst/>
                <a:latin typeface="Lama Sans Light" pitchFamily="2" charset="-78"/>
                <a:cs typeface="Lama Sans Light" pitchFamily="2" charset="-78"/>
              </a:rPr>
              <a:t> </a:t>
            </a:r>
            <a:r>
              <a:rPr lang="en-US" dirty="0" err="1">
                <a:effectLst/>
                <a:latin typeface="Lama Sans Light" pitchFamily="2" charset="-78"/>
                <a:cs typeface="Lama Sans Light" pitchFamily="2" charset="-78"/>
              </a:rPr>
              <a:t>elit</a:t>
            </a:r>
            <a:r>
              <a:rPr lang="en-US" dirty="0">
                <a:effectLst/>
                <a:latin typeface="Lama Sans Light" pitchFamily="2" charset="-78"/>
                <a:cs typeface="Lama Sans Light" pitchFamily="2" charset="-78"/>
              </a:rPr>
              <a:t>.</a:t>
            </a:r>
            <a:endParaRPr lang="ar-SA" sz="1800" dirty="0">
              <a:effectLst/>
              <a:latin typeface="Lama Sans Light" pitchFamily="2" charset="-78"/>
              <a:cs typeface="Lama Sans Light" pitchFamily="2" charset="-78"/>
            </a:endParaRPr>
          </a:p>
          <a:p>
            <a:pPr algn="l"/>
            <a:endParaRPr lang="ar-SA" dirty="0"/>
          </a:p>
        </p:txBody>
      </p:sp>
      <p:sp>
        <p:nvSpPr>
          <p:cNvPr id="5" name="مربع نص 4">
            <a:extLst>
              <a:ext uri="{FF2B5EF4-FFF2-40B4-BE49-F238E27FC236}">
                <a16:creationId xmlns:a16="http://schemas.microsoft.com/office/drawing/2014/main" id="{9B93AB85-6632-BBE7-BDAF-510FF0731988}"/>
              </a:ext>
            </a:extLst>
          </p:cNvPr>
          <p:cNvSpPr txBox="1"/>
          <p:nvPr/>
        </p:nvSpPr>
        <p:spPr>
          <a:xfrm>
            <a:off x="8026012" y="2589379"/>
            <a:ext cx="369011" cy="307777"/>
          </a:xfrm>
          <a:prstGeom prst="rect">
            <a:avLst/>
          </a:prstGeom>
          <a:noFill/>
        </p:spPr>
        <p:txBody>
          <a:bodyPr wrap="none" rtlCol="1">
            <a:spAutoFit/>
          </a:bodyPr>
          <a:lstStyle/>
          <a:p>
            <a:r>
              <a:rPr lang="en-US" sz="1400" dirty="0">
                <a:solidFill>
                  <a:schemeClr val="bg1">
                    <a:lumMod val="50000"/>
                  </a:schemeClr>
                </a:solidFill>
                <a:latin typeface="Lama Sans Light" pitchFamily="2" charset="-78"/>
                <a:cs typeface="Lama Sans Light" pitchFamily="2" charset="-78"/>
              </a:rPr>
              <a:t>14</a:t>
            </a:r>
            <a:endParaRPr lang="ar-SA" sz="1400" dirty="0">
              <a:solidFill>
                <a:schemeClr val="bg1">
                  <a:lumMod val="50000"/>
                </a:schemeClr>
              </a:solidFill>
              <a:latin typeface="Lama Sans Light" pitchFamily="2" charset="-78"/>
              <a:cs typeface="Lama Sans Light" pitchFamily="2" charset="-78"/>
            </a:endParaRPr>
          </a:p>
        </p:txBody>
      </p:sp>
      <p:sp>
        <p:nvSpPr>
          <p:cNvPr id="7" name="مربع نص 6">
            <a:extLst>
              <a:ext uri="{FF2B5EF4-FFF2-40B4-BE49-F238E27FC236}">
                <a16:creationId xmlns:a16="http://schemas.microsoft.com/office/drawing/2014/main" id="{EBF5ED68-35E4-74BC-D1E7-4FE607479641}"/>
              </a:ext>
            </a:extLst>
          </p:cNvPr>
          <p:cNvSpPr txBox="1"/>
          <p:nvPr/>
        </p:nvSpPr>
        <p:spPr>
          <a:xfrm>
            <a:off x="8011585" y="1538297"/>
            <a:ext cx="397865" cy="307777"/>
          </a:xfrm>
          <a:prstGeom prst="rect">
            <a:avLst/>
          </a:prstGeom>
          <a:noFill/>
        </p:spPr>
        <p:txBody>
          <a:bodyPr wrap="none" rtlCol="1">
            <a:spAutoFit/>
          </a:bodyPr>
          <a:lstStyle/>
          <a:p>
            <a:r>
              <a:rPr lang="en-US" sz="1400" dirty="0">
                <a:solidFill>
                  <a:schemeClr val="bg1">
                    <a:lumMod val="50000"/>
                  </a:schemeClr>
                </a:solidFill>
                <a:latin typeface="Lama Sans Light" pitchFamily="2" charset="-78"/>
                <a:cs typeface="Lama Sans Light" pitchFamily="2" charset="-78"/>
              </a:rPr>
              <a:t>24</a:t>
            </a:r>
            <a:endParaRPr lang="ar-SA" sz="1400" dirty="0">
              <a:solidFill>
                <a:schemeClr val="bg1">
                  <a:lumMod val="50000"/>
                </a:schemeClr>
              </a:solidFill>
              <a:latin typeface="Lama Sans Light" pitchFamily="2" charset="-78"/>
              <a:cs typeface="Lama Sans Light" pitchFamily="2" charset="-78"/>
            </a:endParaRPr>
          </a:p>
        </p:txBody>
      </p:sp>
      <p:sp>
        <p:nvSpPr>
          <p:cNvPr id="8" name="مربع نص 7">
            <a:extLst>
              <a:ext uri="{FF2B5EF4-FFF2-40B4-BE49-F238E27FC236}">
                <a16:creationId xmlns:a16="http://schemas.microsoft.com/office/drawing/2014/main" id="{58F13095-364D-E7A3-422A-DC536922F57B}"/>
              </a:ext>
            </a:extLst>
          </p:cNvPr>
          <p:cNvSpPr txBox="1"/>
          <p:nvPr/>
        </p:nvSpPr>
        <p:spPr>
          <a:xfrm>
            <a:off x="8703783" y="1538297"/>
            <a:ext cx="1542410" cy="307777"/>
          </a:xfrm>
          <a:prstGeom prst="rect">
            <a:avLst/>
          </a:prstGeom>
          <a:noFill/>
        </p:spPr>
        <p:txBody>
          <a:bodyPr wrap="none" rtlCol="1">
            <a:spAutoFit/>
          </a:bodyPr>
          <a:lstStyle/>
          <a:p>
            <a:pPr algn="l" rtl="0"/>
            <a:r>
              <a:rPr lang="en-US" sz="1400" dirty="0">
                <a:solidFill>
                  <a:schemeClr val="bg1">
                    <a:lumMod val="50000"/>
                  </a:schemeClr>
                </a:solidFill>
                <a:latin typeface="Lama Sans Light" pitchFamily="2" charset="-78"/>
                <a:cs typeface="Lama Sans Light" pitchFamily="2" charset="-78"/>
              </a:rPr>
              <a:t>Lama sans black</a:t>
            </a:r>
            <a:endParaRPr lang="ar-SA" sz="1400" dirty="0">
              <a:solidFill>
                <a:schemeClr val="bg1">
                  <a:lumMod val="50000"/>
                </a:schemeClr>
              </a:solidFill>
              <a:latin typeface="Lama Sans Light" pitchFamily="2" charset="-78"/>
              <a:cs typeface="Lama Sans Light" pitchFamily="2" charset="-78"/>
            </a:endParaRPr>
          </a:p>
        </p:txBody>
      </p:sp>
      <p:sp>
        <p:nvSpPr>
          <p:cNvPr id="9" name="مربع نص 8">
            <a:extLst>
              <a:ext uri="{FF2B5EF4-FFF2-40B4-BE49-F238E27FC236}">
                <a16:creationId xmlns:a16="http://schemas.microsoft.com/office/drawing/2014/main" id="{5C0CA048-1F7A-CA7B-2EEB-9191A99CE449}"/>
              </a:ext>
            </a:extLst>
          </p:cNvPr>
          <p:cNvSpPr txBox="1"/>
          <p:nvPr/>
        </p:nvSpPr>
        <p:spPr>
          <a:xfrm>
            <a:off x="8703606" y="2589379"/>
            <a:ext cx="1483098" cy="307777"/>
          </a:xfrm>
          <a:prstGeom prst="rect">
            <a:avLst/>
          </a:prstGeom>
          <a:noFill/>
        </p:spPr>
        <p:txBody>
          <a:bodyPr wrap="none" rtlCol="1">
            <a:spAutoFit/>
          </a:bodyPr>
          <a:lstStyle/>
          <a:p>
            <a:pPr algn="l"/>
            <a:r>
              <a:rPr lang="en-US" sz="1400" dirty="0">
                <a:solidFill>
                  <a:schemeClr val="bg1">
                    <a:lumMod val="50000"/>
                  </a:schemeClr>
                </a:solidFill>
                <a:latin typeface="Lama Sans Light" pitchFamily="2" charset="-78"/>
                <a:cs typeface="Lama Sans Light" pitchFamily="2" charset="-78"/>
              </a:rPr>
              <a:t>Lama sans light</a:t>
            </a:r>
            <a:endParaRPr lang="ar-SA" sz="1400" dirty="0">
              <a:solidFill>
                <a:schemeClr val="bg1">
                  <a:lumMod val="50000"/>
                </a:schemeClr>
              </a:solidFill>
              <a:latin typeface="Lama Sans Light" pitchFamily="2" charset="-78"/>
              <a:cs typeface="Lama Sans Light" pitchFamily="2" charset="-78"/>
            </a:endParaRPr>
          </a:p>
        </p:txBody>
      </p:sp>
      <p:sp>
        <p:nvSpPr>
          <p:cNvPr id="11" name="مربع نص 10">
            <a:extLst>
              <a:ext uri="{FF2B5EF4-FFF2-40B4-BE49-F238E27FC236}">
                <a16:creationId xmlns:a16="http://schemas.microsoft.com/office/drawing/2014/main" id="{A3B8E62F-5923-5D80-F8D2-0C941F091394}"/>
              </a:ext>
            </a:extLst>
          </p:cNvPr>
          <p:cNvSpPr txBox="1"/>
          <p:nvPr/>
        </p:nvSpPr>
        <p:spPr>
          <a:xfrm>
            <a:off x="8703606" y="2063838"/>
            <a:ext cx="1802096" cy="307777"/>
          </a:xfrm>
          <a:prstGeom prst="rect">
            <a:avLst/>
          </a:prstGeom>
          <a:noFill/>
        </p:spPr>
        <p:txBody>
          <a:bodyPr wrap="none" rtlCol="1">
            <a:spAutoFit/>
          </a:bodyPr>
          <a:lstStyle/>
          <a:p>
            <a:pPr algn="l" rtl="0"/>
            <a:r>
              <a:rPr lang="en-US" sz="1400" dirty="0">
                <a:solidFill>
                  <a:schemeClr val="bg1">
                    <a:lumMod val="50000"/>
                  </a:schemeClr>
                </a:solidFill>
                <a:latin typeface="Lama Sans Light" pitchFamily="2" charset="-78"/>
                <a:cs typeface="Lama Sans Light" pitchFamily="2" charset="-78"/>
              </a:rPr>
              <a:t>Lama sans medium</a:t>
            </a:r>
            <a:endParaRPr lang="ar-SA" sz="1400" dirty="0">
              <a:solidFill>
                <a:schemeClr val="bg1">
                  <a:lumMod val="50000"/>
                </a:schemeClr>
              </a:solidFill>
              <a:latin typeface="Lama Sans Light" pitchFamily="2" charset="-78"/>
              <a:cs typeface="Lama Sans Light" pitchFamily="2" charset="-78"/>
            </a:endParaRPr>
          </a:p>
        </p:txBody>
      </p:sp>
      <p:sp>
        <p:nvSpPr>
          <p:cNvPr id="12" name="مربع نص 11">
            <a:extLst>
              <a:ext uri="{FF2B5EF4-FFF2-40B4-BE49-F238E27FC236}">
                <a16:creationId xmlns:a16="http://schemas.microsoft.com/office/drawing/2014/main" id="{3E59DBE6-5B03-3907-2EC9-AD32A010F356}"/>
              </a:ext>
            </a:extLst>
          </p:cNvPr>
          <p:cNvSpPr txBox="1"/>
          <p:nvPr/>
        </p:nvSpPr>
        <p:spPr>
          <a:xfrm>
            <a:off x="8026012" y="2063838"/>
            <a:ext cx="369011" cy="307777"/>
          </a:xfrm>
          <a:prstGeom prst="rect">
            <a:avLst/>
          </a:prstGeom>
          <a:noFill/>
        </p:spPr>
        <p:txBody>
          <a:bodyPr wrap="none" rtlCol="1">
            <a:spAutoFit/>
          </a:bodyPr>
          <a:lstStyle/>
          <a:p>
            <a:r>
              <a:rPr lang="en-US" sz="1400" dirty="0">
                <a:solidFill>
                  <a:schemeClr val="bg1">
                    <a:lumMod val="50000"/>
                  </a:schemeClr>
                </a:solidFill>
                <a:latin typeface="Lama Sans Light" pitchFamily="2" charset="-78"/>
                <a:cs typeface="Lama Sans Light" pitchFamily="2" charset="-78"/>
              </a:rPr>
              <a:t>14</a:t>
            </a:r>
            <a:endParaRPr lang="ar-SA" sz="1400" dirty="0">
              <a:solidFill>
                <a:schemeClr val="bg1">
                  <a:lumMod val="50000"/>
                </a:schemeClr>
              </a:solidFill>
              <a:latin typeface="Lama Sans Light" pitchFamily="2" charset="-78"/>
              <a:cs typeface="Lama Sans Light" pitchFamily="2" charset="-78"/>
            </a:endParaRPr>
          </a:p>
        </p:txBody>
      </p:sp>
      <p:cxnSp>
        <p:nvCxnSpPr>
          <p:cNvPr id="14" name="موصل مستقيم 13">
            <a:extLst>
              <a:ext uri="{FF2B5EF4-FFF2-40B4-BE49-F238E27FC236}">
                <a16:creationId xmlns:a16="http://schemas.microsoft.com/office/drawing/2014/main" id="{B273BB04-B042-E551-F01B-ABDE6C355E62}"/>
              </a:ext>
            </a:extLst>
          </p:cNvPr>
          <p:cNvCxnSpPr>
            <a:cxnSpLocks/>
          </p:cNvCxnSpPr>
          <p:nvPr/>
        </p:nvCxnSpPr>
        <p:spPr>
          <a:xfrm flipH="1">
            <a:off x="4466492" y="1692186"/>
            <a:ext cx="3212123"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موصل مستقيم 15">
            <a:extLst>
              <a:ext uri="{FF2B5EF4-FFF2-40B4-BE49-F238E27FC236}">
                <a16:creationId xmlns:a16="http://schemas.microsoft.com/office/drawing/2014/main" id="{06D9037B-AA7E-3F33-2552-05761175159C}"/>
              </a:ext>
            </a:extLst>
          </p:cNvPr>
          <p:cNvCxnSpPr>
            <a:cxnSpLocks/>
          </p:cNvCxnSpPr>
          <p:nvPr/>
        </p:nvCxnSpPr>
        <p:spPr>
          <a:xfrm flipH="1">
            <a:off x="6096000" y="2219725"/>
            <a:ext cx="1582615"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موصل مستقيم 17">
            <a:extLst>
              <a:ext uri="{FF2B5EF4-FFF2-40B4-BE49-F238E27FC236}">
                <a16:creationId xmlns:a16="http://schemas.microsoft.com/office/drawing/2014/main" id="{E51B5F9B-B0F6-C593-4CAD-60364D8B6D0A}"/>
              </a:ext>
            </a:extLst>
          </p:cNvPr>
          <p:cNvCxnSpPr>
            <a:cxnSpLocks/>
          </p:cNvCxnSpPr>
          <p:nvPr/>
        </p:nvCxnSpPr>
        <p:spPr>
          <a:xfrm flipH="1">
            <a:off x="6096000" y="2757498"/>
            <a:ext cx="1582615"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8603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17" name="عنوان 7116">
            <a:extLst>
              <a:ext uri="{FF2B5EF4-FFF2-40B4-BE49-F238E27FC236}">
                <a16:creationId xmlns:a16="http://schemas.microsoft.com/office/drawing/2014/main" id="{238FB2F2-1D3D-3DB6-3D30-0A92391649E0}"/>
              </a:ext>
            </a:extLst>
          </p:cNvPr>
          <p:cNvSpPr>
            <a:spLocks noGrp="1"/>
          </p:cNvSpPr>
          <p:nvPr>
            <p:ph type="ctrTitle"/>
          </p:nvPr>
        </p:nvSpPr>
        <p:spPr/>
        <p:txBody>
          <a:bodyPr/>
          <a:lstStyle/>
          <a:p>
            <a:pPr algn="r" defTabSz="914400" rtl="0" eaLnBrk="1" latinLnBrk="0" hangingPunct="1">
              <a:lnSpc>
                <a:spcPct val="90000"/>
              </a:lnSpc>
              <a:spcBef>
                <a:spcPct val="0"/>
              </a:spcBef>
              <a:buNone/>
            </a:pPr>
            <a:r>
              <a:rPr lang="ar-SA" dirty="0"/>
              <a:t>الأيقونات</a:t>
            </a:r>
          </a:p>
        </p:txBody>
      </p:sp>
      <p:grpSp>
        <p:nvGrpSpPr>
          <p:cNvPr id="7118" name="رسم 8014">
            <a:extLst>
              <a:ext uri="{FF2B5EF4-FFF2-40B4-BE49-F238E27FC236}">
                <a16:creationId xmlns:a16="http://schemas.microsoft.com/office/drawing/2014/main" id="{9B529F40-5A8F-5DA8-054F-A249C7352F16}"/>
              </a:ext>
            </a:extLst>
          </p:cNvPr>
          <p:cNvGrpSpPr/>
          <p:nvPr/>
        </p:nvGrpSpPr>
        <p:grpSpPr>
          <a:xfrm>
            <a:off x="6832678" y="1829793"/>
            <a:ext cx="304454" cy="229886"/>
            <a:chOff x="7248528" y="506130"/>
            <a:chExt cx="363914" cy="291662"/>
          </a:xfrm>
        </p:grpSpPr>
        <p:grpSp>
          <p:nvGrpSpPr>
            <p:cNvPr id="7119" name="رسم 8014">
              <a:extLst>
                <a:ext uri="{FF2B5EF4-FFF2-40B4-BE49-F238E27FC236}">
                  <a16:creationId xmlns:a16="http://schemas.microsoft.com/office/drawing/2014/main" id="{2D04DE78-45A8-96C6-D466-CFFF176F4830}"/>
                </a:ext>
              </a:extLst>
            </p:cNvPr>
            <p:cNvGrpSpPr/>
            <p:nvPr/>
          </p:nvGrpSpPr>
          <p:grpSpPr>
            <a:xfrm>
              <a:off x="7248528" y="506130"/>
              <a:ext cx="285432" cy="291662"/>
              <a:chOff x="7248528" y="506130"/>
              <a:chExt cx="285432" cy="291662"/>
            </a:xfrm>
            <a:solidFill>
              <a:srgbClr val="01355A"/>
            </a:solidFill>
          </p:grpSpPr>
          <p:sp>
            <p:nvSpPr>
              <p:cNvPr id="7123" name="شكل حر: شكل 8018">
                <a:extLst>
                  <a:ext uri="{FF2B5EF4-FFF2-40B4-BE49-F238E27FC236}">
                    <a16:creationId xmlns:a16="http://schemas.microsoft.com/office/drawing/2014/main" id="{7EB49F60-3986-D612-65C7-BC24A31EFAA8}"/>
                  </a:ext>
                </a:extLst>
              </p:cNvPr>
              <p:cNvSpPr/>
              <p:nvPr/>
            </p:nvSpPr>
            <p:spPr>
              <a:xfrm>
                <a:off x="7248528" y="506130"/>
                <a:ext cx="285432" cy="291662"/>
              </a:xfrm>
              <a:custGeom>
                <a:avLst/>
                <a:gdLst>
                  <a:gd name="connsiteX0" fmla="*/ 145803 w 285432"/>
                  <a:gd name="connsiteY0" fmla="*/ 291663 h 291662"/>
                  <a:gd name="connsiteX1" fmla="*/ 30985 w 285432"/>
                  <a:gd name="connsiteY1" fmla="*/ 235680 h 291662"/>
                  <a:gd name="connsiteX2" fmla="*/ 0 w 285432"/>
                  <a:gd name="connsiteY2" fmla="*/ 145831 h 291662"/>
                  <a:gd name="connsiteX3" fmla="*/ 145831 w 285432"/>
                  <a:gd name="connsiteY3" fmla="*/ 0 h 291662"/>
                  <a:gd name="connsiteX4" fmla="*/ 260593 w 285432"/>
                  <a:gd name="connsiteY4" fmla="*/ 55926 h 291662"/>
                  <a:gd name="connsiteX5" fmla="*/ 285279 w 285432"/>
                  <a:gd name="connsiteY5" fmla="*/ 103011 h 291662"/>
                  <a:gd name="connsiteX6" fmla="*/ 282991 w 285432"/>
                  <a:gd name="connsiteY6" fmla="*/ 107305 h 291662"/>
                  <a:gd name="connsiteX7" fmla="*/ 278698 w 285432"/>
                  <a:gd name="connsiteY7" fmla="*/ 105017 h 291662"/>
                  <a:gd name="connsiteX8" fmla="*/ 255197 w 285432"/>
                  <a:gd name="connsiteY8" fmla="*/ 60163 h 291662"/>
                  <a:gd name="connsiteX9" fmla="*/ 145859 w 285432"/>
                  <a:gd name="connsiteY9" fmla="*/ 6864 h 291662"/>
                  <a:gd name="connsiteX10" fmla="*/ 6920 w 285432"/>
                  <a:gd name="connsiteY10" fmla="*/ 145803 h 291662"/>
                  <a:gd name="connsiteX11" fmla="*/ 36436 w 285432"/>
                  <a:gd name="connsiteY11" fmla="*/ 231387 h 291662"/>
                  <a:gd name="connsiteX12" fmla="*/ 145831 w 285432"/>
                  <a:gd name="connsiteY12" fmla="*/ 284743 h 291662"/>
                  <a:gd name="connsiteX13" fmla="*/ 234664 w 285432"/>
                  <a:gd name="connsiteY13" fmla="*/ 252599 h 291662"/>
                  <a:gd name="connsiteX14" fmla="*/ 239522 w 285432"/>
                  <a:gd name="connsiteY14" fmla="*/ 253051 h 291662"/>
                  <a:gd name="connsiteX15" fmla="*/ 239069 w 285432"/>
                  <a:gd name="connsiteY15" fmla="*/ 257909 h 291662"/>
                  <a:gd name="connsiteX16" fmla="*/ 145831 w 285432"/>
                  <a:gd name="connsiteY16" fmla="*/ 291663 h 291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85432" h="291662">
                    <a:moveTo>
                      <a:pt x="145803" y="291663"/>
                    </a:moveTo>
                    <a:cubicBezTo>
                      <a:pt x="100638" y="291663"/>
                      <a:pt x="58807" y="271270"/>
                      <a:pt x="30985" y="235680"/>
                    </a:cubicBezTo>
                    <a:cubicBezTo>
                      <a:pt x="10705" y="209864"/>
                      <a:pt x="0" y="178794"/>
                      <a:pt x="0" y="145831"/>
                    </a:cubicBezTo>
                    <a:cubicBezTo>
                      <a:pt x="0" y="65417"/>
                      <a:pt x="65416" y="0"/>
                      <a:pt x="145831" y="0"/>
                    </a:cubicBezTo>
                    <a:cubicBezTo>
                      <a:pt x="190967" y="0"/>
                      <a:pt x="232799" y="20393"/>
                      <a:pt x="260593" y="55926"/>
                    </a:cubicBezTo>
                    <a:cubicBezTo>
                      <a:pt x="271721" y="70049"/>
                      <a:pt x="280025" y="85894"/>
                      <a:pt x="285279" y="103011"/>
                    </a:cubicBezTo>
                    <a:cubicBezTo>
                      <a:pt x="285844" y="104819"/>
                      <a:pt x="284799" y="106768"/>
                      <a:pt x="282991" y="107305"/>
                    </a:cubicBezTo>
                    <a:cubicBezTo>
                      <a:pt x="281184" y="107869"/>
                      <a:pt x="279234" y="106824"/>
                      <a:pt x="278698" y="105017"/>
                    </a:cubicBezTo>
                    <a:cubicBezTo>
                      <a:pt x="273698" y="88691"/>
                      <a:pt x="265789" y="73608"/>
                      <a:pt x="255197" y="60163"/>
                    </a:cubicBezTo>
                    <a:cubicBezTo>
                      <a:pt x="228703" y="26297"/>
                      <a:pt x="188849" y="6864"/>
                      <a:pt x="145859" y="6864"/>
                    </a:cubicBezTo>
                    <a:cubicBezTo>
                      <a:pt x="69258" y="6864"/>
                      <a:pt x="6920" y="69201"/>
                      <a:pt x="6920" y="145803"/>
                    </a:cubicBezTo>
                    <a:cubicBezTo>
                      <a:pt x="6920" y="177184"/>
                      <a:pt x="17117" y="206785"/>
                      <a:pt x="36436" y="231387"/>
                    </a:cubicBezTo>
                    <a:cubicBezTo>
                      <a:pt x="62959" y="265281"/>
                      <a:pt x="102813" y="284743"/>
                      <a:pt x="145831" y="284743"/>
                    </a:cubicBezTo>
                    <a:cubicBezTo>
                      <a:pt x="178257" y="284743"/>
                      <a:pt x="209807" y="273331"/>
                      <a:pt x="234664" y="252599"/>
                    </a:cubicBezTo>
                    <a:cubicBezTo>
                      <a:pt x="236132" y="251385"/>
                      <a:pt x="238307" y="251582"/>
                      <a:pt x="239522" y="253051"/>
                    </a:cubicBezTo>
                    <a:cubicBezTo>
                      <a:pt x="240736" y="254520"/>
                      <a:pt x="240538" y="256695"/>
                      <a:pt x="239069" y="257909"/>
                    </a:cubicBezTo>
                    <a:cubicBezTo>
                      <a:pt x="212971" y="279658"/>
                      <a:pt x="179867" y="291663"/>
                      <a:pt x="145831" y="291663"/>
                    </a:cubicBezTo>
                    <a:close/>
                  </a:path>
                </a:pathLst>
              </a:custGeom>
              <a:solidFill>
                <a:srgbClr val="01355A"/>
              </a:solidFill>
              <a:ln w="2824" cap="flat">
                <a:noFill/>
                <a:prstDash val="solid"/>
                <a:miter/>
              </a:ln>
            </p:spPr>
            <p:txBody>
              <a:bodyPr rtlCol="1" anchor="ctr"/>
              <a:lstStyle/>
              <a:p>
                <a:endParaRPr lang="ar-SA"/>
              </a:p>
            </p:txBody>
          </p:sp>
          <p:sp>
            <p:nvSpPr>
              <p:cNvPr id="7124" name="شكل حر: شكل 8019">
                <a:extLst>
                  <a:ext uri="{FF2B5EF4-FFF2-40B4-BE49-F238E27FC236}">
                    <a16:creationId xmlns:a16="http://schemas.microsoft.com/office/drawing/2014/main" id="{247C1001-BA42-E390-2830-61CE420BE8FF}"/>
                  </a:ext>
                </a:extLst>
              </p:cNvPr>
              <p:cNvSpPr/>
              <p:nvPr/>
            </p:nvSpPr>
            <p:spPr>
              <a:xfrm>
                <a:off x="7332247" y="506130"/>
                <a:ext cx="124166" cy="291662"/>
              </a:xfrm>
              <a:custGeom>
                <a:avLst/>
                <a:gdLst>
                  <a:gd name="connsiteX0" fmla="*/ 62083 w 124166"/>
                  <a:gd name="connsiteY0" fmla="*/ 291663 h 291662"/>
                  <a:gd name="connsiteX1" fmla="*/ 0 w 124166"/>
                  <a:gd name="connsiteY1" fmla="*/ 145831 h 291662"/>
                  <a:gd name="connsiteX2" fmla="*/ 62083 w 124166"/>
                  <a:gd name="connsiteY2" fmla="*/ 0 h 291662"/>
                  <a:gd name="connsiteX3" fmla="*/ 124167 w 124166"/>
                  <a:gd name="connsiteY3" fmla="*/ 145831 h 291662"/>
                  <a:gd name="connsiteX4" fmla="*/ 62083 w 124166"/>
                  <a:gd name="connsiteY4" fmla="*/ 291663 h 291662"/>
                  <a:gd name="connsiteX5" fmla="*/ 62083 w 124166"/>
                  <a:gd name="connsiteY5" fmla="*/ 6920 h 291662"/>
                  <a:gd name="connsiteX6" fmla="*/ 6892 w 124166"/>
                  <a:gd name="connsiteY6" fmla="*/ 145860 h 291662"/>
                  <a:gd name="connsiteX7" fmla="*/ 62083 w 124166"/>
                  <a:gd name="connsiteY7" fmla="*/ 284799 h 291662"/>
                  <a:gd name="connsiteX8" fmla="*/ 117275 w 124166"/>
                  <a:gd name="connsiteY8" fmla="*/ 145860 h 291662"/>
                  <a:gd name="connsiteX9" fmla="*/ 62083 w 124166"/>
                  <a:gd name="connsiteY9" fmla="*/ 6920 h 291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4166" h="291662">
                    <a:moveTo>
                      <a:pt x="62083" y="291663"/>
                    </a:moveTo>
                    <a:cubicBezTo>
                      <a:pt x="27286" y="291663"/>
                      <a:pt x="0" y="227602"/>
                      <a:pt x="0" y="145831"/>
                    </a:cubicBezTo>
                    <a:cubicBezTo>
                      <a:pt x="0" y="64061"/>
                      <a:pt x="27257" y="0"/>
                      <a:pt x="62083" y="0"/>
                    </a:cubicBezTo>
                    <a:cubicBezTo>
                      <a:pt x="96910" y="0"/>
                      <a:pt x="124167" y="64061"/>
                      <a:pt x="124167" y="145831"/>
                    </a:cubicBezTo>
                    <a:cubicBezTo>
                      <a:pt x="124167" y="227602"/>
                      <a:pt x="96910" y="291663"/>
                      <a:pt x="62083" y="291663"/>
                    </a:cubicBezTo>
                    <a:close/>
                    <a:moveTo>
                      <a:pt x="62083" y="6920"/>
                    </a:moveTo>
                    <a:cubicBezTo>
                      <a:pt x="32172" y="6920"/>
                      <a:pt x="6892" y="70529"/>
                      <a:pt x="6892" y="145860"/>
                    </a:cubicBezTo>
                    <a:cubicBezTo>
                      <a:pt x="6892" y="221190"/>
                      <a:pt x="32172" y="284799"/>
                      <a:pt x="62083" y="284799"/>
                    </a:cubicBezTo>
                    <a:cubicBezTo>
                      <a:pt x="91996" y="284799"/>
                      <a:pt x="117275" y="221190"/>
                      <a:pt x="117275" y="145860"/>
                    </a:cubicBezTo>
                    <a:cubicBezTo>
                      <a:pt x="117275" y="70529"/>
                      <a:pt x="91996" y="6920"/>
                      <a:pt x="62083" y="6920"/>
                    </a:cubicBezTo>
                    <a:close/>
                  </a:path>
                </a:pathLst>
              </a:custGeom>
              <a:solidFill>
                <a:srgbClr val="01355A"/>
              </a:solidFill>
              <a:ln w="2824" cap="flat">
                <a:noFill/>
                <a:prstDash val="solid"/>
                <a:miter/>
              </a:ln>
            </p:spPr>
            <p:txBody>
              <a:bodyPr rtlCol="1" anchor="ctr"/>
              <a:lstStyle/>
              <a:p>
                <a:endParaRPr lang="ar-SA"/>
              </a:p>
            </p:txBody>
          </p:sp>
          <p:sp>
            <p:nvSpPr>
              <p:cNvPr id="7125" name="شكل حر: شكل 8020">
                <a:extLst>
                  <a:ext uri="{FF2B5EF4-FFF2-40B4-BE49-F238E27FC236}">
                    <a16:creationId xmlns:a16="http://schemas.microsoft.com/office/drawing/2014/main" id="{3D3C7CDF-F4C6-2C5D-2B4B-61D1500C1CE0}"/>
                  </a:ext>
                </a:extLst>
              </p:cNvPr>
              <p:cNvSpPr/>
              <p:nvPr/>
            </p:nvSpPr>
            <p:spPr>
              <a:xfrm>
                <a:off x="7248528" y="648515"/>
                <a:ext cx="207886" cy="6891"/>
              </a:xfrm>
              <a:custGeom>
                <a:avLst/>
                <a:gdLst>
                  <a:gd name="connsiteX0" fmla="*/ 204440 w 207886"/>
                  <a:gd name="connsiteY0" fmla="*/ 6892 h 6891"/>
                  <a:gd name="connsiteX1" fmla="*/ 3446 w 207886"/>
                  <a:gd name="connsiteY1" fmla="*/ 6892 h 6891"/>
                  <a:gd name="connsiteX2" fmla="*/ 0 w 207886"/>
                  <a:gd name="connsiteY2" fmla="*/ 3446 h 6891"/>
                  <a:gd name="connsiteX3" fmla="*/ 3446 w 207886"/>
                  <a:gd name="connsiteY3" fmla="*/ 0 h 6891"/>
                  <a:gd name="connsiteX4" fmla="*/ 204440 w 207886"/>
                  <a:gd name="connsiteY4" fmla="*/ 0 h 6891"/>
                  <a:gd name="connsiteX5" fmla="*/ 207886 w 207886"/>
                  <a:gd name="connsiteY5" fmla="*/ 3446 h 6891"/>
                  <a:gd name="connsiteX6" fmla="*/ 204440 w 207886"/>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7886" h="6891">
                    <a:moveTo>
                      <a:pt x="204440" y="6892"/>
                    </a:moveTo>
                    <a:lnTo>
                      <a:pt x="3446" y="6892"/>
                    </a:lnTo>
                    <a:cubicBezTo>
                      <a:pt x="1554" y="6892"/>
                      <a:pt x="0" y="5338"/>
                      <a:pt x="0" y="3446"/>
                    </a:cubicBezTo>
                    <a:cubicBezTo>
                      <a:pt x="0" y="1553"/>
                      <a:pt x="1554" y="0"/>
                      <a:pt x="3446" y="0"/>
                    </a:cubicBezTo>
                    <a:lnTo>
                      <a:pt x="204440" y="0"/>
                    </a:lnTo>
                    <a:cubicBezTo>
                      <a:pt x="206333" y="0"/>
                      <a:pt x="207886" y="1553"/>
                      <a:pt x="207886" y="3446"/>
                    </a:cubicBezTo>
                    <a:cubicBezTo>
                      <a:pt x="207886" y="5338"/>
                      <a:pt x="206333" y="6892"/>
                      <a:pt x="204440" y="6892"/>
                    </a:cubicBezTo>
                    <a:close/>
                  </a:path>
                </a:pathLst>
              </a:custGeom>
              <a:solidFill>
                <a:srgbClr val="01355A"/>
              </a:solidFill>
              <a:ln w="2824" cap="flat">
                <a:noFill/>
                <a:prstDash val="solid"/>
                <a:miter/>
              </a:ln>
            </p:spPr>
            <p:txBody>
              <a:bodyPr rtlCol="1" anchor="ctr"/>
              <a:lstStyle/>
              <a:p>
                <a:endParaRPr lang="ar-SA"/>
              </a:p>
            </p:txBody>
          </p:sp>
          <p:sp>
            <p:nvSpPr>
              <p:cNvPr id="7126" name="شكل حر: شكل 8021">
                <a:extLst>
                  <a:ext uri="{FF2B5EF4-FFF2-40B4-BE49-F238E27FC236}">
                    <a16:creationId xmlns:a16="http://schemas.microsoft.com/office/drawing/2014/main" id="{4031A377-6295-A18E-F311-C4BC53831B1F}"/>
                  </a:ext>
                </a:extLst>
              </p:cNvPr>
              <p:cNvSpPr/>
              <p:nvPr/>
            </p:nvSpPr>
            <p:spPr>
              <a:xfrm>
                <a:off x="7278801" y="560759"/>
                <a:ext cx="231080" cy="40247"/>
              </a:xfrm>
              <a:custGeom>
                <a:avLst/>
                <a:gdLst>
                  <a:gd name="connsiteX0" fmla="*/ 115473 w 231080"/>
                  <a:gd name="connsiteY0" fmla="*/ 40219 h 40247"/>
                  <a:gd name="connsiteX1" fmla="*/ 1560 w 231080"/>
                  <a:gd name="connsiteY1" fmla="*/ 6409 h 40247"/>
                  <a:gd name="connsiteX2" fmla="*/ 543 w 231080"/>
                  <a:gd name="connsiteY2" fmla="*/ 1636 h 40247"/>
                  <a:gd name="connsiteX3" fmla="*/ 5316 w 231080"/>
                  <a:gd name="connsiteY3" fmla="*/ 619 h 40247"/>
                  <a:gd name="connsiteX4" fmla="*/ 115473 w 231080"/>
                  <a:gd name="connsiteY4" fmla="*/ 33327 h 40247"/>
                  <a:gd name="connsiteX5" fmla="*/ 225744 w 231080"/>
                  <a:gd name="connsiteY5" fmla="*/ 563 h 40247"/>
                  <a:gd name="connsiteX6" fmla="*/ 230518 w 231080"/>
                  <a:gd name="connsiteY6" fmla="*/ 1579 h 40247"/>
                  <a:gd name="connsiteX7" fmla="*/ 229501 w 231080"/>
                  <a:gd name="connsiteY7" fmla="*/ 6353 h 40247"/>
                  <a:gd name="connsiteX8" fmla="*/ 115473 w 231080"/>
                  <a:gd name="connsiteY8" fmla="*/ 40247 h 40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1080" h="40247">
                    <a:moveTo>
                      <a:pt x="115473" y="40219"/>
                    </a:moveTo>
                    <a:cubicBezTo>
                      <a:pt x="74942" y="40219"/>
                      <a:pt x="35539" y="28526"/>
                      <a:pt x="1560" y="6409"/>
                    </a:cubicBezTo>
                    <a:cubicBezTo>
                      <a:pt x="-22" y="5364"/>
                      <a:pt x="-474" y="3246"/>
                      <a:pt x="543" y="1636"/>
                    </a:cubicBezTo>
                    <a:cubicBezTo>
                      <a:pt x="1588" y="54"/>
                      <a:pt x="3707" y="-398"/>
                      <a:pt x="5316" y="619"/>
                    </a:cubicBezTo>
                    <a:cubicBezTo>
                      <a:pt x="38194" y="22001"/>
                      <a:pt x="76269" y="33327"/>
                      <a:pt x="115473" y="33327"/>
                    </a:cubicBezTo>
                    <a:cubicBezTo>
                      <a:pt x="154678" y="33327"/>
                      <a:pt x="192838" y="22001"/>
                      <a:pt x="225744" y="563"/>
                    </a:cubicBezTo>
                    <a:cubicBezTo>
                      <a:pt x="227326" y="-483"/>
                      <a:pt x="229472" y="-31"/>
                      <a:pt x="230518" y="1579"/>
                    </a:cubicBezTo>
                    <a:cubicBezTo>
                      <a:pt x="231563" y="3161"/>
                      <a:pt x="231111" y="5308"/>
                      <a:pt x="229501" y="6353"/>
                    </a:cubicBezTo>
                    <a:cubicBezTo>
                      <a:pt x="195493" y="28526"/>
                      <a:pt x="156062" y="40247"/>
                      <a:pt x="115473" y="40247"/>
                    </a:cubicBezTo>
                    <a:close/>
                  </a:path>
                </a:pathLst>
              </a:custGeom>
              <a:solidFill>
                <a:srgbClr val="01355A"/>
              </a:solidFill>
              <a:ln w="2824" cap="flat">
                <a:noFill/>
                <a:prstDash val="solid"/>
                <a:miter/>
              </a:ln>
            </p:spPr>
            <p:txBody>
              <a:bodyPr rtlCol="1" anchor="ctr"/>
              <a:lstStyle/>
              <a:p>
                <a:endParaRPr lang="ar-SA"/>
              </a:p>
            </p:txBody>
          </p:sp>
          <p:sp>
            <p:nvSpPr>
              <p:cNvPr id="7127" name="شكل حر: شكل 8022">
                <a:extLst>
                  <a:ext uri="{FF2B5EF4-FFF2-40B4-BE49-F238E27FC236}">
                    <a16:creationId xmlns:a16="http://schemas.microsoft.com/office/drawing/2014/main" id="{5B460476-0C9B-60AD-1EBE-BAA682659F2C}"/>
                  </a:ext>
                </a:extLst>
              </p:cNvPr>
              <p:cNvSpPr/>
              <p:nvPr/>
            </p:nvSpPr>
            <p:spPr>
              <a:xfrm>
                <a:off x="7278781" y="702997"/>
                <a:ext cx="171656" cy="40140"/>
              </a:xfrm>
              <a:custGeom>
                <a:avLst/>
                <a:gdLst>
                  <a:gd name="connsiteX0" fmla="*/ 3443 w 171656"/>
                  <a:gd name="connsiteY0" fmla="*/ 40140 h 40140"/>
                  <a:gd name="connsiteX1" fmla="*/ 562 w 171656"/>
                  <a:gd name="connsiteY1" fmla="*/ 38587 h 40140"/>
                  <a:gd name="connsiteX2" fmla="*/ 1579 w 171656"/>
                  <a:gd name="connsiteY2" fmla="*/ 33813 h 40140"/>
                  <a:gd name="connsiteX3" fmla="*/ 61742 w 171656"/>
                  <a:gd name="connsiteY3" fmla="*/ 6980 h 40140"/>
                  <a:gd name="connsiteX4" fmla="*/ 169104 w 171656"/>
                  <a:gd name="connsiteY4" fmla="*/ 6980 h 40140"/>
                  <a:gd name="connsiteX5" fmla="*/ 171532 w 171656"/>
                  <a:gd name="connsiteY5" fmla="*/ 11189 h 40140"/>
                  <a:gd name="connsiteX6" fmla="*/ 167324 w 171656"/>
                  <a:gd name="connsiteY6" fmla="*/ 13618 h 40140"/>
                  <a:gd name="connsiteX7" fmla="*/ 63522 w 171656"/>
                  <a:gd name="connsiteY7" fmla="*/ 13618 h 40140"/>
                  <a:gd name="connsiteX8" fmla="*/ 5336 w 171656"/>
                  <a:gd name="connsiteY8" fmla="*/ 39547 h 40140"/>
                  <a:gd name="connsiteX9" fmla="*/ 3472 w 171656"/>
                  <a:gd name="connsiteY9" fmla="*/ 40112 h 40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656" h="40140">
                    <a:moveTo>
                      <a:pt x="3443" y="40140"/>
                    </a:moveTo>
                    <a:cubicBezTo>
                      <a:pt x="2314" y="40140"/>
                      <a:pt x="1212" y="39575"/>
                      <a:pt x="562" y="38587"/>
                    </a:cubicBezTo>
                    <a:cubicBezTo>
                      <a:pt x="-482" y="37005"/>
                      <a:pt x="-31" y="34858"/>
                      <a:pt x="1579" y="33813"/>
                    </a:cubicBezTo>
                    <a:cubicBezTo>
                      <a:pt x="20165" y="21696"/>
                      <a:pt x="40417" y="12686"/>
                      <a:pt x="61742" y="6980"/>
                    </a:cubicBezTo>
                    <a:cubicBezTo>
                      <a:pt x="96597" y="-2313"/>
                      <a:pt x="134192" y="-2341"/>
                      <a:pt x="169104" y="6980"/>
                    </a:cubicBezTo>
                    <a:cubicBezTo>
                      <a:pt x="170939" y="7460"/>
                      <a:pt x="172040" y="9353"/>
                      <a:pt x="171532" y="11189"/>
                    </a:cubicBezTo>
                    <a:cubicBezTo>
                      <a:pt x="171052" y="13025"/>
                      <a:pt x="169159" y="14126"/>
                      <a:pt x="167324" y="13618"/>
                    </a:cubicBezTo>
                    <a:cubicBezTo>
                      <a:pt x="133570" y="4636"/>
                      <a:pt x="97218" y="4664"/>
                      <a:pt x="63522" y="13618"/>
                    </a:cubicBezTo>
                    <a:cubicBezTo>
                      <a:pt x="42874" y="19126"/>
                      <a:pt x="23300" y="27854"/>
                      <a:pt x="5336" y="39547"/>
                    </a:cubicBezTo>
                    <a:cubicBezTo>
                      <a:pt x="4743" y="39914"/>
                      <a:pt x="4093" y="40112"/>
                      <a:pt x="3472" y="40112"/>
                    </a:cubicBezTo>
                    <a:close/>
                  </a:path>
                </a:pathLst>
              </a:custGeom>
              <a:solidFill>
                <a:srgbClr val="01355A"/>
              </a:solidFill>
              <a:ln w="2824" cap="flat">
                <a:noFill/>
                <a:prstDash val="solid"/>
                <a:miter/>
              </a:ln>
            </p:spPr>
            <p:txBody>
              <a:bodyPr rtlCol="1" anchor="ctr"/>
              <a:lstStyle/>
              <a:p>
                <a:endParaRPr lang="ar-SA"/>
              </a:p>
            </p:txBody>
          </p:sp>
        </p:grpSp>
        <p:grpSp>
          <p:nvGrpSpPr>
            <p:cNvPr id="7120" name="رسم 8014">
              <a:extLst>
                <a:ext uri="{FF2B5EF4-FFF2-40B4-BE49-F238E27FC236}">
                  <a16:creationId xmlns:a16="http://schemas.microsoft.com/office/drawing/2014/main" id="{EBFF86A7-6AE9-62CE-FCB9-7CDC2AB87DF7}"/>
                </a:ext>
              </a:extLst>
            </p:cNvPr>
            <p:cNvGrpSpPr/>
            <p:nvPr/>
          </p:nvGrpSpPr>
          <p:grpSpPr>
            <a:xfrm>
              <a:off x="7471046" y="634421"/>
              <a:ext cx="141396" cy="141368"/>
              <a:chOff x="7471046" y="634421"/>
              <a:chExt cx="141396" cy="141368"/>
            </a:xfrm>
            <a:solidFill>
              <a:srgbClr val="17A3A3"/>
            </a:solidFill>
          </p:grpSpPr>
          <p:sp>
            <p:nvSpPr>
              <p:cNvPr id="7121" name="شكل حر: شكل 8024">
                <a:extLst>
                  <a:ext uri="{FF2B5EF4-FFF2-40B4-BE49-F238E27FC236}">
                    <a16:creationId xmlns:a16="http://schemas.microsoft.com/office/drawing/2014/main" id="{EDEF94BB-0E92-5B52-72BE-CF2FDE61707A}"/>
                  </a:ext>
                </a:extLst>
              </p:cNvPr>
              <p:cNvSpPr/>
              <p:nvPr/>
            </p:nvSpPr>
            <p:spPr>
              <a:xfrm>
                <a:off x="7471046" y="634421"/>
                <a:ext cx="112699" cy="112699"/>
              </a:xfrm>
              <a:custGeom>
                <a:avLst/>
                <a:gdLst>
                  <a:gd name="connsiteX0" fmla="*/ 56350 w 112699"/>
                  <a:gd name="connsiteY0" fmla="*/ 112699 h 112699"/>
                  <a:gd name="connsiteX1" fmla="*/ 0 w 112699"/>
                  <a:gd name="connsiteY1" fmla="*/ 56350 h 112699"/>
                  <a:gd name="connsiteX2" fmla="*/ 56350 w 112699"/>
                  <a:gd name="connsiteY2" fmla="*/ 0 h 112699"/>
                  <a:gd name="connsiteX3" fmla="*/ 112699 w 112699"/>
                  <a:gd name="connsiteY3" fmla="*/ 56350 h 112699"/>
                  <a:gd name="connsiteX4" fmla="*/ 56350 w 112699"/>
                  <a:gd name="connsiteY4" fmla="*/ 112699 h 112699"/>
                  <a:gd name="connsiteX5" fmla="*/ 56350 w 112699"/>
                  <a:gd name="connsiteY5" fmla="*/ 6892 h 112699"/>
                  <a:gd name="connsiteX6" fmla="*/ 6892 w 112699"/>
                  <a:gd name="connsiteY6" fmla="*/ 56350 h 112699"/>
                  <a:gd name="connsiteX7" fmla="*/ 56350 w 112699"/>
                  <a:gd name="connsiteY7" fmla="*/ 105808 h 112699"/>
                  <a:gd name="connsiteX8" fmla="*/ 105807 w 112699"/>
                  <a:gd name="connsiteY8" fmla="*/ 56350 h 112699"/>
                  <a:gd name="connsiteX9" fmla="*/ 56350 w 112699"/>
                  <a:gd name="connsiteY9" fmla="*/ 6892 h 112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2699" h="112699">
                    <a:moveTo>
                      <a:pt x="56350" y="112699"/>
                    </a:moveTo>
                    <a:cubicBezTo>
                      <a:pt x="25280" y="112699"/>
                      <a:pt x="0" y="87420"/>
                      <a:pt x="0" y="56350"/>
                    </a:cubicBezTo>
                    <a:cubicBezTo>
                      <a:pt x="0" y="25280"/>
                      <a:pt x="25280" y="0"/>
                      <a:pt x="56350" y="0"/>
                    </a:cubicBezTo>
                    <a:cubicBezTo>
                      <a:pt x="87420" y="0"/>
                      <a:pt x="112699" y="25280"/>
                      <a:pt x="112699" y="56350"/>
                    </a:cubicBezTo>
                    <a:cubicBezTo>
                      <a:pt x="112699" y="87420"/>
                      <a:pt x="87420" y="112699"/>
                      <a:pt x="56350" y="112699"/>
                    </a:cubicBezTo>
                    <a:close/>
                    <a:moveTo>
                      <a:pt x="56350" y="6892"/>
                    </a:moveTo>
                    <a:cubicBezTo>
                      <a:pt x="29065" y="6892"/>
                      <a:pt x="6892" y="29093"/>
                      <a:pt x="6892" y="56350"/>
                    </a:cubicBezTo>
                    <a:cubicBezTo>
                      <a:pt x="6892" y="83607"/>
                      <a:pt x="29093" y="105808"/>
                      <a:pt x="56350" y="105808"/>
                    </a:cubicBezTo>
                    <a:cubicBezTo>
                      <a:pt x="83606" y="105808"/>
                      <a:pt x="105807" y="83607"/>
                      <a:pt x="105807" y="56350"/>
                    </a:cubicBezTo>
                    <a:cubicBezTo>
                      <a:pt x="105807" y="29093"/>
                      <a:pt x="83606" y="6892"/>
                      <a:pt x="56350" y="6892"/>
                    </a:cubicBezTo>
                    <a:close/>
                  </a:path>
                </a:pathLst>
              </a:custGeom>
              <a:solidFill>
                <a:srgbClr val="17A3A3"/>
              </a:solidFill>
              <a:ln w="2824" cap="flat">
                <a:noFill/>
                <a:prstDash val="solid"/>
                <a:miter/>
              </a:ln>
            </p:spPr>
            <p:txBody>
              <a:bodyPr rtlCol="1" anchor="ctr"/>
              <a:lstStyle/>
              <a:p>
                <a:endParaRPr lang="ar-SA"/>
              </a:p>
            </p:txBody>
          </p:sp>
          <p:sp>
            <p:nvSpPr>
              <p:cNvPr id="7122" name="شكل حر: شكل 8025">
                <a:extLst>
                  <a:ext uri="{FF2B5EF4-FFF2-40B4-BE49-F238E27FC236}">
                    <a16:creationId xmlns:a16="http://schemas.microsoft.com/office/drawing/2014/main" id="{AA1415B1-565B-3301-A25D-57296E750245}"/>
                  </a:ext>
                </a:extLst>
              </p:cNvPr>
              <p:cNvSpPr/>
              <p:nvPr/>
            </p:nvSpPr>
            <p:spPr>
              <a:xfrm>
                <a:off x="7581089" y="744448"/>
                <a:ext cx="31352" cy="31341"/>
              </a:xfrm>
              <a:custGeom>
                <a:avLst/>
                <a:gdLst>
                  <a:gd name="connsiteX0" fmla="*/ 27907 w 31352"/>
                  <a:gd name="connsiteY0" fmla="*/ 31342 h 31341"/>
                  <a:gd name="connsiteX1" fmla="*/ 25478 w 31352"/>
                  <a:gd name="connsiteY1" fmla="*/ 30325 h 31341"/>
                  <a:gd name="connsiteX2" fmla="*/ 1017 w 31352"/>
                  <a:gd name="connsiteY2" fmla="*/ 5865 h 31341"/>
                  <a:gd name="connsiteX3" fmla="*/ 1017 w 31352"/>
                  <a:gd name="connsiteY3" fmla="*/ 1006 h 31341"/>
                  <a:gd name="connsiteX4" fmla="*/ 5876 w 31352"/>
                  <a:gd name="connsiteY4" fmla="*/ 1006 h 31341"/>
                  <a:gd name="connsiteX5" fmla="*/ 30336 w 31352"/>
                  <a:gd name="connsiteY5" fmla="*/ 25467 h 31341"/>
                  <a:gd name="connsiteX6" fmla="*/ 30336 w 31352"/>
                  <a:gd name="connsiteY6" fmla="*/ 30325 h 31341"/>
                  <a:gd name="connsiteX7" fmla="*/ 27907 w 31352"/>
                  <a:gd name="connsiteY7" fmla="*/ 31342 h 31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352" h="31341">
                    <a:moveTo>
                      <a:pt x="27907" y="31342"/>
                    </a:moveTo>
                    <a:cubicBezTo>
                      <a:pt x="27031" y="31342"/>
                      <a:pt x="26156" y="31003"/>
                      <a:pt x="25478" y="30325"/>
                    </a:cubicBezTo>
                    <a:lnTo>
                      <a:pt x="1017" y="5865"/>
                    </a:lnTo>
                    <a:cubicBezTo>
                      <a:pt x="-339" y="4509"/>
                      <a:pt x="-339" y="2334"/>
                      <a:pt x="1017" y="1006"/>
                    </a:cubicBezTo>
                    <a:cubicBezTo>
                      <a:pt x="2373" y="-321"/>
                      <a:pt x="4547" y="-350"/>
                      <a:pt x="5876" y="1006"/>
                    </a:cubicBezTo>
                    <a:lnTo>
                      <a:pt x="30336" y="25467"/>
                    </a:lnTo>
                    <a:cubicBezTo>
                      <a:pt x="31692" y="26823"/>
                      <a:pt x="31692" y="28997"/>
                      <a:pt x="30336" y="30325"/>
                    </a:cubicBezTo>
                    <a:cubicBezTo>
                      <a:pt x="29658" y="31003"/>
                      <a:pt x="28782" y="31342"/>
                      <a:pt x="27907" y="31342"/>
                    </a:cubicBezTo>
                    <a:close/>
                  </a:path>
                </a:pathLst>
              </a:custGeom>
              <a:solidFill>
                <a:srgbClr val="17A3A3"/>
              </a:solidFill>
              <a:ln w="2824" cap="flat">
                <a:noFill/>
                <a:prstDash val="solid"/>
                <a:miter/>
              </a:ln>
            </p:spPr>
            <p:txBody>
              <a:bodyPr rtlCol="1" anchor="ctr"/>
              <a:lstStyle/>
              <a:p>
                <a:endParaRPr lang="ar-SA"/>
              </a:p>
            </p:txBody>
          </p:sp>
        </p:grpSp>
      </p:grpSp>
      <p:grpSp>
        <p:nvGrpSpPr>
          <p:cNvPr id="7128" name="رسم 8014">
            <a:extLst>
              <a:ext uri="{FF2B5EF4-FFF2-40B4-BE49-F238E27FC236}">
                <a16:creationId xmlns:a16="http://schemas.microsoft.com/office/drawing/2014/main" id="{D4A8188E-BB11-2B11-E649-5171350DA10A}"/>
              </a:ext>
            </a:extLst>
          </p:cNvPr>
          <p:cNvGrpSpPr/>
          <p:nvPr/>
        </p:nvGrpSpPr>
        <p:grpSpPr>
          <a:xfrm>
            <a:off x="5479008" y="2155966"/>
            <a:ext cx="254358" cy="211875"/>
            <a:chOff x="5630486" y="919954"/>
            <a:chExt cx="304034" cy="268812"/>
          </a:xfrm>
        </p:grpSpPr>
        <p:grpSp>
          <p:nvGrpSpPr>
            <p:cNvPr id="7129" name="رسم 8014">
              <a:extLst>
                <a:ext uri="{FF2B5EF4-FFF2-40B4-BE49-F238E27FC236}">
                  <a16:creationId xmlns:a16="http://schemas.microsoft.com/office/drawing/2014/main" id="{C48C88D7-32EA-221F-00CA-8FA34DFCF718}"/>
                </a:ext>
              </a:extLst>
            </p:cNvPr>
            <p:cNvGrpSpPr/>
            <p:nvPr/>
          </p:nvGrpSpPr>
          <p:grpSpPr>
            <a:xfrm>
              <a:off x="5630486" y="1039292"/>
              <a:ext cx="304034" cy="119393"/>
              <a:chOff x="5630486" y="1039292"/>
              <a:chExt cx="304034" cy="119393"/>
            </a:xfrm>
            <a:solidFill>
              <a:srgbClr val="01355A"/>
            </a:solidFill>
          </p:grpSpPr>
          <p:sp>
            <p:nvSpPr>
              <p:cNvPr id="7134" name="شكل حر: شكل 8028">
                <a:extLst>
                  <a:ext uri="{FF2B5EF4-FFF2-40B4-BE49-F238E27FC236}">
                    <a16:creationId xmlns:a16="http://schemas.microsoft.com/office/drawing/2014/main" id="{F347740A-2717-1C11-BA6C-D5C7D3AC1FD7}"/>
                  </a:ext>
                </a:extLst>
              </p:cNvPr>
              <p:cNvSpPr/>
              <p:nvPr/>
            </p:nvSpPr>
            <p:spPr>
              <a:xfrm>
                <a:off x="5630486" y="1039292"/>
                <a:ext cx="304034" cy="119393"/>
              </a:xfrm>
              <a:custGeom>
                <a:avLst/>
                <a:gdLst>
                  <a:gd name="connsiteX0" fmla="*/ 273049 w 304034"/>
                  <a:gd name="connsiteY0" fmla="*/ 119394 h 119393"/>
                  <a:gd name="connsiteX1" fmla="*/ 261525 w 304034"/>
                  <a:gd name="connsiteY1" fmla="*/ 119394 h 119393"/>
                  <a:gd name="connsiteX2" fmla="*/ 258079 w 304034"/>
                  <a:gd name="connsiteY2" fmla="*/ 115948 h 119393"/>
                  <a:gd name="connsiteX3" fmla="*/ 261525 w 304034"/>
                  <a:gd name="connsiteY3" fmla="*/ 112502 h 119393"/>
                  <a:gd name="connsiteX4" fmla="*/ 273049 w 304034"/>
                  <a:gd name="connsiteY4" fmla="*/ 112502 h 119393"/>
                  <a:gd name="connsiteX5" fmla="*/ 297143 w 304034"/>
                  <a:gd name="connsiteY5" fmla="*/ 88408 h 119393"/>
                  <a:gd name="connsiteX6" fmla="*/ 297143 w 304034"/>
                  <a:gd name="connsiteY6" fmla="*/ 30985 h 119393"/>
                  <a:gd name="connsiteX7" fmla="*/ 273049 w 304034"/>
                  <a:gd name="connsiteY7" fmla="*/ 6892 h 119393"/>
                  <a:gd name="connsiteX8" fmla="*/ 30986 w 304034"/>
                  <a:gd name="connsiteY8" fmla="*/ 6892 h 119393"/>
                  <a:gd name="connsiteX9" fmla="*/ 6892 w 304034"/>
                  <a:gd name="connsiteY9" fmla="*/ 30985 h 119393"/>
                  <a:gd name="connsiteX10" fmla="*/ 6892 w 304034"/>
                  <a:gd name="connsiteY10" fmla="*/ 88408 h 119393"/>
                  <a:gd name="connsiteX11" fmla="*/ 30986 w 304034"/>
                  <a:gd name="connsiteY11" fmla="*/ 112502 h 119393"/>
                  <a:gd name="connsiteX12" fmla="*/ 42510 w 304034"/>
                  <a:gd name="connsiteY12" fmla="*/ 112502 h 119393"/>
                  <a:gd name="connsiteX13" fmla="*/ 45955 w 304034"/>
                  <a:gd name="connsiteY13" fmla="*/ 115948 h 119393"/>
                  <a:gd name="connsiteX14" fmla="*/ 42510 w 304034"/>
                  <a:gd name="connsiteY14" fmla="*/ 119394 h 119393"/>
                  <a:gd name="connsiteX15" fmla="*/ 30986 w 304034"/>
                  <a:gd name="connsiteY15" fmla="*/ 119394 h 119393"/>
                  <a:gd name="connsiteX16" fmla="*/ 0 w 304034"/>
                  <a:gd name="connsiteY16" fmla="*/ 88408 h 119393"/>
                  <a:gd name="connsiteX17" fmla="*/ 0 w 304034"/>
                  <a:gd name="connsiteY17" fmla="*/ 30985 h 119393"/>
                  <a:gd name="connsiteX18" fmla="*/ 30986 w 304034"/>
                  <a:gd name="connsiteY18" fmla="*/ 0 h 119393"/>
                  <a:gd name="connsiteX19" fmla="*/ 273049 w 304034"/>
                  <a:gd name="connsiteY19" fmla="*/ 0 h 119393"/>
                  <a:gd name="connsiteX20" fmla="*/ 304034 w 304034"/>
                  <a:gd name="connsiteY20" fmla="*/ 30985 h 119393"/>
                  <a:gd name="connsiteX21" fmla="*/ 304034 w 304034"/>
                  <a:gd name="connsiteY21" fmla="*/ 88408 h 119393"/>
                  <a:gd name="connsiteX22" fmla="*/ 273049 w 304034"/>
                  <a:gd name="connsiteY22" fmla="*/ 119394 h 11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04034" h="119393">
                    <a:moveTo>
                      <a:pt x="273049" y="119394"/>
                    </a:moveTo>
                    <a:lnTo>
                      <a:pt x="261525" y="119394"/>
                    </a:lnTo>
                    <a:cubicBezTo>
                      <a:pt x="259632" y="119394"/>
                      <a:pt x="258079" y="117840"/>
                      <a:pt x="258079" y="115948"/>
                    </a:cubicBezTo>
                    <a:cubicBezTo>
                      <a:pt x="258079" y="114055"/>
                      <a:pt x="259632" y="112502"/>
                      <a:pt x="261525" y="112502"/>
                    </a:cubicBezTo>
                    <a:lnTo>
                      <a:pt x="273049" y="112502"/>
                    </a:lnTo>
                    <a:cubicBezTo>
                      <a:pt x="286325" y="112502"/>
                      <a:pt x="297143" y="101684"/>
                      <a:pt x="297143" y="88408"/>
                    </a:cubicBezTo>
                    <a:lnTo>
                      <a:pt x="297143" y="30985"/>
                    </a:lnTo>
                    <a:cubicBezTo>
                      <a:pt x="297143" y="17710"/>
                      <a:pt x="286325" y="6892"/>
                      <a:pt x="273049" y="6892"/>
                    </a:cubicBezTo>
                    <a:lnTo>
                      <a:pt x="30986" y="6892"/>
                    </a:lnTo>
                    <a:cubicBezTo>
                      <a:pt x="17710" y="6892"/>
                      <a:pt x="6892" y="17710"/>
                      <a:pt x="6892" y="30985"/>
                    </a:cubicBezTo>
                    <a:lnTo>
                      <a:pt x="6892" y="88408"/>
                    </a:lnTo>
                    <a:cubicBezTo>
                      <a:pt x="6892" y="101684"/>
                      <a:pt x="17710" y="112502"/>
                      <a:pt x="30986" y="112502"/>
                    </a:cubicBezTo>
                    <a:lnTo>
                      <a:pt x="42510" y="112502"/>
                    </a:lnTo>
                    <a:cubicBezTo>
                      <a:pt x="44402" y="112502"/>
                      <a:pt x="45955" y="114055"/>
                      <a:pt x="45955" y="115948"/>
                    </a:cubicBezTo>
                    <a:cubicBezTo>
                      <a:pt x="45955" y="117840"/>
                      <a:pt x="44402" y="119394"/>
                      <a:pt x="42510" y="119394"/>
                    </a:cubicBezTo>
                    <a:lnTo>
                      <a:pt x="30986" y="119394"/>
                    </a:lnTo>
                    <a:cubicBezTo>
                      <a:pt x="13897" y="119394"/>
                      <a:pt x="0" y="105497"/>
                      <a:pt x="0" y="88408"/>
                    </a:cubicBezTo>
                    <a:lnTo>
                      <a:pt x="0" y="30985"/>
                    </a:lnTo>
                    <a:cubicBezTo>
                      <a:pt x="0" y="13897"/>
                      <a:pt x="13897" y="0"/>
                      <a:pt x="30986" y="0"/>
                    </a:cubicBezTo>
                    <a:lnTo>
                      <a:pt x="273049" y="0"/>
                    </a:lnTo>
                    <a:cubicBezTo>
                      <a:pt x="290138" y="0"/>
                      <a:pt x="304034" y="13897"/>
                      <a:pt x="304034" y="30985"/>
                    </a:cubicBezTo>
                    <a:lnTo>
                      <a:pt x="304034" y="88408"/>
                    </a:lnTo>
                    <a:cubicBezTo>
                      <a:pt x="304034" y="105497"/>
                      <a:pt x="290138" y="119394"/>
                      <a:pt x="273049" y="119394"/>
                    </a:cubicBezTo>
                    <a:close/>
                  </a:path>
                </a:pathLst>
              </a:custGeom>
              <a:solidFill>
                <a:srgbClr val="01355A"/>
              </a:solidFill>
              <a:ln w="2824" cap="flat">
                <a:noFill/>
                <a:prstDash val="solid"/>
                <a:miter/>
              </a:ln>
            </p:spPr>
            <p:txBody>
              <a:bodyPr rtlCol="1" anchor="ctr"/>
              <a:lstStyle/>
              <a:p>
                <a:endParaRPr lang="ar-SA"/>
              </a:p>
            </p:txBody>
          </p:sp>
          <p:sp>
            <p:nvSpPr>
              <p:cNvPr id="7135" name="شكل حر: شكل 8029">
                <a:extLst>
                  <a:ext uri="{FF2B5EF4-FFF2-40B4-BE49-F238E27FC236}">
                    <a16:creationId xmlns:a16="http://schemas.microsoft.com/office/drawing/2014/main" id="{F1DEDDDD-9813-103E-45F3-5E92DB2F3E5E}"/>
                  </a:ext>
                </a:extLst>
              </p:cNvPr>
              <p:cNvSpPr/>
              <p:nvPr/>
            </p:nvSpPr>
            <p:spPr>
              <a:xfrm>
                <a:off x="5676780" y="1072904"/>
                <a:ext cx="31126" cy="6891"/>
              </a:xfrm>
              <a:custGeom>
                <a:avLst/>
                <a:gdLst>
                  <a:gd name="connsiteX0" fmla="*/ 27681 w 31126"/>
                  <a:gd name="connsiteY0" fmla="*/ 6892 h 6891"/>
                  <a:gd name="connsiteX1" fmla="*/ 3446 w 31126"/>
                  <a:gd name="connsiteY1" fmla="*/ 6892 h 6891"/>
                  <a:gd name="connsiteX2" fmla="*/ 0 w 31126"/>
                  <a:gd name="connsiteY2" fmla="*/ 3446 h 6891"/>
                  <a:gd name="connsiteX3" fmla="*/ 3446 w 31126"/>
                  <a:gd name="connsiteY3" fmla="*/ 0 h 6891"/>
                  <a:gd name="connsiteX4" fmla="*/ 27681 w 31126"/>
                  <a:gd name="connsiteY4" fmla="*/ 0 h 6891"/>
                  <a:gd name="connsiteX5" fmla="*/ 31127 w 31126"/>
                  <a:gd name="connsiteY5" fmla="*/ 3446 h 6891"/>
                  <a:gd name="connsiteX6" fmla="*/ 27681 w 31126"/>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26" h="6891">
                    <a:moveTo>
                      <a:pt x="27681" y="6892"/>
                    </a:moveTo>
                    <a:lnTo>
                      <a:pt x="3446" y="6892"/>
                    </a:lnTo>
                    <a:cubicBezTo>
                      <a:pt x="1554" y="6892"/>
                      <a:pt x="0" y="5338"/>
                      <a:pt x="0" y="3446"/>
                    </a:cubicBezTo>
                    <a:cubicBezTo>
                      <a:pt x="0" y="1553"/>
                      <a:pt x="1554" y="0"/>
                      <a:pt x="3446" y="0"/>
                    </a:cubicBezTo>
                    <a:lnTo>
                      <a:pt x="27681" y="0"/>
                    </a:lnTo>
                    <a:cubicBezTo>
                      <a:pt x="29573" y="0"/>
                      <a:pt x="31127" y="1553"/>
                      <a:pt x="31127" y="3446"/>
                    </a:cubicBezTo>
                    <a:cubicBezTo>
                      <a:pt x="31127" y="5338"/>
                      <a:pt x="29573" y="6892"/>
                      <a:pt x="27681" y="6892"/>
                    </a:cubicBezTo>
                    <a:close/>
                  </a:path>
                </a:pathLst>
              </a:custGeom>
              <a:solidFill>
                <a:srgbClr val="01355A"/>
              </a:solidFill>
              <a:ln w="2824" cap="flat">
                <a:noFill/>
                <a:prstDash val="solid"/>
                <a:miter/>
              </a:ln>
            </p:spPr>
            <p:txBody>
              <a:bodyPr rtlCol="1" anchor="ctr"/>
              <a:lstStyle/>
              <a:p>
                <a:endParaRPr lang="ar-SA"/>
              </a:p>
            </p:txBody>
          </p:sp>
          <p:sp>
            <p:nvSpPr>
              <p:cNvPr id="7136" name="شكل حر: شكل 8030">
                <a:extLst>
                  <a:ext uri="{FF2B5EF4-FFF2-40B4-BE49-F238E27FC236}">
                    <a16:creationId xmlns:a16="http://schemas.microsoft.com/office/drawing/2014/main" id="{89EB1051-C708-795D-69E1-2FD456CCF365}"/>
                  </a:ext>
                </a:extLst>
              </p:cNvPr>
              <p:cNvSpPr/>
              <p:nvPr/>
            </p:nvSpPr>
            <p:spPr>
              <a:xfrm>
                <a:off x="5857128" y="1072904"/>
                <a:ext cx="31126" cy="6891"/>
              </a:xfrm>
              <a:custGeom>
                <a:avLst/>
                <a:gdLst>
                  <a:gd name="connsiteX0" fmla="*/ 27680 w 31126"/>
                  <a:gd name="connsiteY0" fmla="*/ 6892 h 6891"/>
                  <a:gd name="connsiteX1" fmla="*/ 3446 w 31126"/>
                  <a:gd name="connsiteY1" fmla="*/ 6892 h 6891"/>
                  <a:gd name="connsiteX2" fmla="*/ 0 w 31126"/>
                  <a:gd name="connsiteY2" fmla="*/ 3446 h 6891"/>
                  <a:gd name="connsiteX3" fmla="*/ 3446 w 31126"/>
                  <a:gd name="connsiteY3" fmla="*/ 0 h 6891"/>
                  <a:gd name="connsiteX4" fmla="*/ 27680 w 31126"/>
                  <a:gd name="connsiteY4" fmla="*/ 0 h 6891"/>
                  <a:gd name="connsiteX5" fmla="*/ 31126 w 31126"/>
                  <a:gd name="connsiteY5" fmla="*/ 3446 h 6891"/>
                  <a:gd name="connsiteX6" fmla="*/ 27680 w 31126"/>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26" h="6891">
                    <a:moveTo>
                      <a:pt x="27680" y="6892"/>
                    </a:moveTo>
                    <a:lnTo>
                      <a:pt x="3446" y="6892"/>
                    </a:lnTo>
                    <a:cubicBezTo>
                      <a:pt x="1553" y="6892"/>
                      <a:pt x="0" y="5338"/>
                      <a:pt x="0" y="3446"/>
                    </a:cubicBezTo>
                    <a:cubicBezTo>
                      <a:pt x="0" y="1553"/>
                      <a:pt x="1553" y="0"/>
                      <a:pt x="3446" y="0"/>
                    </a:cubicBezTo>
                    <a:lnTo>
                      <a:pt x="27680" y="0"/>
                    </a:lnTo>
                    <a:cubicBezTo>
                      <a:pt x="29573" y="0"/>
                      <a:pt x="31126" y="1553"/>
                      <a:pt x="31126" y="3446"/>
                    </a:cubicBezTo>
                    <a:cubicBezTo>
                      <a:pt x="31126" y="5338"/>
                      <a:pt x="29573" y="6892"/>
                      <a:pt x="27680" y="6892"/>
                    </a:cubicBezTo>
                    <a:close/>
                  </a:path>
                </a:pathLst>
              </a:custGeom>
              <a:solidFill>
                <a:srgbClr val="01355A"/>
              </a:solidFill>
              <a:ln w="2824" cap="flat">
                <a:noFill/>
                <a:prstDash val="solid"/>
                <a:miter/>
              </a:ln>
            </p:spPr>
            <p:txBody>
              <a:bodyPr rtlCol="1" anchor="ctr"/>
              <a:lstStyle/>
              <a:p>
                <a:endParaRPr lang="ar-SA"/>
              </a:p>
            </p:txBody>
          </p:sp>
        </p:grpSp>
        <p:sp>
          <p:nvSpPr>
            <p:cNvPr id="7130" name="شكل حر: شكل 8031">
              <a:extLst>
                <a:ext uri="{FF2B5EF4-FFF2-40B4-BE49-F238E27FC236}">
                  <a16:creationId xmlns:a16="http://schemas.microsoft.com/office/drawing/2014/main" id="{B0E30B2A-20E2-7A82-51E9-63C1318E887B}"/>
                </a:ext>
              </a:extLst>
            </p:cNvPr>
            <p:cNvSpPr/>
            <p:nvPr/>
          </p:nvSpPr>
          <p:spPr>
            <a:xfrm>
              <a:off x="5692513" y="1121401"/>
              <a:ext cx="179980" cy="67365"/>
            </a:xfrm>
            <a:custGeom>
              <a:avLst/>
              <a:gdLst>
                <a:gd name="connsiteX0" fmla="*/ 176534 w 179980"/>
                <a:gd name="connsiteY0" fmla="*/ 67365 h 67365"/>
                <a:gd name="connsiteX1" fmla="*/ 3446 w 179980"/>
                <a:gd name="connsiteY1" fmla="*/ 67365 h 67365"/>
                <a:gd name="connsiteX2" fmla="*/ 0 w 179980"/>
                <a:gd name="connsiteY2" fmla="*/ 63920 h 67365"/>
                <a:gd name="connsiteX3" fmla="*/ 0 w 179980"/>
                <a:gd name="connsiteY3" fmla="*/ 3446 h 67365"/>
                <a:gd name="connsiteX4" fmla="*/ 3446 w 179980"/>
                <a:gd name="connsiteY4" fmla="*/ 0 h 67365"/>
                <a:gd name="connsiteX5" fmla="*/ 176534 w 179980"/>
                <a:gd name="connsiteY5" fmla="*/ 0 h 67365"/>
                <a:gd name="connsiteX6" fmla="*/ 179980 w 179980"/>
                <a:gd name="connsiteY6" fmla="*/ 3446 h 67365"/>
                <a:gd name="connsiteX7" fmla="*/ 179980 w 179980"/>
                <a:gd name="connsiteY7" fmla="*/ 63920 h 67365"/>
                <a:gd name="connsiteX8" fmla="*/ 176534 w 179980"/>
                <a:gd name="connsiteY8" fmla="*/ 67365 h 67365"/>
                <a:gd name="connsiteX9" fmla="*/ 6892 w 179980"/>
                <a:gd name="connsiteY9" fmla="*/ 60474 h 67365"/>
                <a:gd name="connsiteX10" fmla="*/ 173088 w 179980"/>
                <a:gd name="connsiteY10" fmla="*/ 60474 h 67365"/>
                <a:gd name="connsiteX11" fmla="*/ 173088 w 179980"/>
                <a:gd name="connsiteY11" fmla="*/ 6892 h 67365"/>
                <a:gd name="connsiteX12" fmla="*/ 6892 w 179980"/>
                <a:gd name="connsiteY12" fmla="*/ 6892 h 67365"/>
                <a:gd name="connsiteX13" fmla="*/ 6892 w 179980"/>
                <a:gd name="connsiteY13" fmla="*/ 60474 h 67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9980" h="67365">
                  <a:moveTo>
                    <a:pt x="176534" y="67365"/>
                  </a:moveTo>
                  <a:lnTo>
                    <a:pt x="3446" y="67365"/>
                  </a:lnTo>
                  <a:cubicBezTo>
                    <a:pt x="1553" y="67365"/>
                    <a:pt x="0" y="65812"/>
                    <a:pt x="0" y="63920"/>
                  </a:cubicBezTo>
                  <a:lnTo>
                    <a:pt x="0" y="3446"/>
                  </a:lnTo>
                  <a:cubicBezTo>
                    <a:pt x="0" y="1554"/>
                    <a:pt x="1553" y="0"/>
                    <a:pt x="3446" y="0"/>
                  </a:cubicBezTo>
                  <a:lnTo>
                    <a:pt x="176534" y="0"/>
                  </a:lnTo>
                  <a:cubicBezTo>
                    <a:pt x="178426" y="0"/>
                    <a:pt x="179980" y="1554"/>
                    <a:pt x="179980" y="3446"/>
                  </a:cubicBezTo>
                  <a:lnTo>
                    <a:pt x="179980" y="63920"/>
                  </a:lnTo>
                  <a:cubicBezTo>
                    <a:pt x="179980" y="65812"/>
                    <a:pt x="178426" y="67365"/>
                    <a:pt x="176534" y="67365"/>
                  </a:cubicBezTo>
                  <a:close/>
                  <a:moveTo>
                    <a:pt x="6892" y="60474"/>
                  </a:moveTo>
                  <a:lnTo>
                    <a:pt x="173088" y="60474"/>
                  </a:lnTo>
                  <a:lnTo>
                    <a:pt x="173088" y="6892"/>
                  </a:lnTo>
                  <a:lnTo>
                    <a:pt x="6892" y="6892"/>
                  </a:lnTo>
                  <a:lnTo>
                    <a:pt x="6892" y="60474"/>
                  </a:lnTo>
                  <a:close/>
                </a:path>
              </a:pathLst>
            </a:custGeom>
            <a:solidFill>
              <a:srgbClr val="01355A"/>
            </a:solidFill>
            <a:ln w="2824" cap="flat">
              <a:noFill/>
              <a:prstDash val="solid"/>
              <a:miter/>
            </a:ln>
          </p:spPr>
          <p:txBody>
            <a:bodyPr rtlCol="1" anchor="ctr"/>
            <a:lstStyle/>
            <a:p>
              <a:endParaRPr lang="ar-SA"/>
            </a:p>
          </p:txBody>
        </p:sp>
        <p:grpSp>
          <p:nvGrpSpPr>
            <p:cNvPr id="7131" name="رسم 8014">
              <a:extLst>
                <a:ext uri="{FF2B5EF4-FFF2-40B4-BE49-F238E27FC236}">
                  <a16:creationId xmlns:a16="http://schemas.microsoft.com/office/drawing/2014/main" id="{0227A310-6287-805A-5AD0-8603B352A2AB}"/>
                </a:ext>
              </a:extLst>
            </p:cNvPr>
            <p:cNvGrpSpPr/>
            <p:nvPr/>
          </p:nvGrpSpPr>
          <p:grpSpPr>
            <a:xfrm>
              <a:off x="5692534" y="919954"/>
              <a:ext cx="179987" cy="126257"/>
              <a:chOff x="5692534" y="919954"/>
              <a:chExt cx="179987" cy="126257"/>
            </a:xfrm>
            <a:solidFill>
              <a:srgbClr val="17A3A3"/>
            </a:solidFill>
          </p:grpSpPr>
          <p:sp>
            <p:nvSpPr>
              <p:cNvPr id="7132" name="شكل حر: شكل 8033">
                <a:extLst>
                  <a:ext uri="{FF2B5EF4-FFF2-40B4-BE49-F238E27FC236}">
                    <a16:creationId xmlns:a16="http://schemas.microsoft.com/office/drawing/2014/main" id="{5CE4CD44-740B-700A-A476-69B75E3812B2}"/>
                  </a:ext>
                </a:extLst>
              </p:cNvPr>
              <p:cNvSpPr/>
              <p:nvPr/>
            </p:nvSpPr>
            <p:spPr>
              <a:xfrm>
                <a:off x="5692541" y="919954"/>
                <a:ext cx="179980" cy="126257"/>
              </a:xfrm>
              <a:custGeom>
                <a:avLst/>
                <a:gdLst>
                  <a:gd name="connsiteX0" fmla="*/ 176506 w 179980"/>
                  <a:gd name="connsiteY0" fmla="*/ 126257 h 126257"/>
                  <a:gd name="connsiteX1" fmla="*/ 3446 w 179980"/>
                  <a:gd name="connsiteY1" fmla="*/ 126257 h 126257"/>
                  <a:gd name="connsiteX2" fmla="*/ 0 w 179980"/>
                  <a:gd name="connsiteY2" fmla="*/ 122811 h 126257"/>
                  <a:gd name="connsiteX3" fmla="*/ 0 w 179980"/>
                  <a:gd name="connsiteY3" fmla="*/ 46238 h 126257"/>
                  <a:gd name="connsiteX4" fmla="*/ 1017 w 179980"/>
                  <a:gd name="connsiteY4" fmla="*/ 43809 h 126257"/>
                  <a:gd name="connsiteX5" fmla="*/ 43809 w 179980"/>
                  <a:gd name="connsiteY5" fmla="*/ 1017 h 126257"/>
                  <a:gd name="connsiteX6" fmla="*/ 46238 w 179980"/>
                  <a:gd name="connsiteY6" fmla="*/ 0 h 126257"/>
                  <a:gd name="connsiteX7" fmla="*/ 176534 w 179980"/>
                  <a:gd name="connsiteY7" fmla="*/ 0 h 126257"/>
                  <a:gd name="connsiteX8" fmla="*/ 179980 w 179980"/>
                  <a:gd name="connsiteY8" fmla="*/ 3446 h 126257"/>
                  <a:gd name="connsiteX9" fmla="*/ 179980 w 179980"/>
                  <a:gd name="connsiteY9" fmla="*/ 122811 h 126257"/>
                  <a:gd name="connsiteX10" fmla="*/ 176534 w 179980"/>
                  <a:gd name="connsiteY10" fmla="*/ 126257 h 126257"/>
                  <a:gd name="connsiteX11" fmla="*/ 6892 w 179980"/>
                  <a:gd name="connsiteY11" fmla="*/ 119365 h 126257"/>
                  <a:gd name="connsiteX12" fmla="*/ 173060 w 179980"/>
                  <a:gd name="connsiteY12" fmla="*/ 119365 h 126257"/>
                  <a:gd name="connsiteX13" fmla="*/ 173060 w 179980"/>
                  <a:gd name="connsiteY13" fmla="*/ 6892 h 126257"/>
                  <a:gd name="connsiteX14" fmla="*/ 47650 w 179980"/>
                  <a:gd name="connsiteY14" fmla="*/ 6892 h 126257"/>
                  <a:gd name="connsiteX15" fmla="*/ 6892 w 179980"/>
                  <a:gd name="connsiteY15" fmla="*/ 47650 h 126257"/>
                  <a:gd name="connsiteX16" fmla="*/ 6892 w 179980"/>
                  <a:gd name="connsiteY16" fmla="*/ 119337 h 126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9980" h="126257">
                    <a:moveTo>
                      <a:pt x="176506" y="126257"/>
                    </a:moveTo>
                    <a:lnTo>
                      <a:pt x="3446" y="126257"/>
                    </a:lnTo>
                    <a:cubicBezTo>
                      <a:pt x="1553" y="126257"/>
                      <a:pt x="0" y="124704"/>
                      <a:pt x="0" y="122811"/>
                    </a:cubicBezTo>
                    <a:lnTo>
                      <a:pt x="0" y="46238"/>
                    </a:lnTo>
                    <a:cubicBezTo>
                      <a:pt x="0" y="45334"/>
                      <a:pt x="367" y="44458"/>
                      <a:pt x="1017" y="43809"/>
                    </a:cubicBezTo>
                    <a:lnTo>
                      <a:pt x="43809" y="1017"/>
                    </a:lnTo>
                    <a:cubicBezTo>
                      <a:pt x="44458" y="367"/>
                      <a:pt x="45334" y="0"/>
                      <a:pt x="46238" y="0"/>
                    </a:cubicBezTo>
                    <a:lnTo>
                      <a:pt x="176534" y="0"/>
                    </a:lnTo>
                    <a:cubicBezTo>
                      <a:pt x="178426" y="0"/>
                      <a:pt x="179980" y="1553"/>
                      <a:pt x="179980" y="3446"/>
                    </a:cubicBezTo>
                    <a:lnTo>
                      <a:pt x="179980" y="122811"/>
                    </a:lnTo>
                    <a:cubicBezTo>
                      <a:pt x="179980" y="124704"/>
                      <a:pt x="178426" y="126257"/>
                      <a:pt x="176534" y="126257"/>
                    </a:cubicBezTo>
                    <a:close/>
                    <a:moveTo>
                      <a:pt x="6892" y="119365"/>
                    </a:moveTo>
                    <a:lnTo>
                      <a:pt x="173060" y="119365"/>
                    </a:lnTo>
                    <a:lnTo>
                      <a:pt x="173060" y="6892"/>
                    </a:lnTo>
                    <a:lnTo>
                      <a:pt x="47650" y="6892"/>
                    </a:lnTo>
                    <a:lnTo>
                      <a:pt x="6892" y="47650"/>
                    </a:lnTo>
                    <a:lnTo>
                      <a:pt x="6892" y="119337"/>
                    </a:lnTo>
                    <a:close/>
                  </a:path>
                </a:pathLst>
              </a:custGeom>
              <a:solidFill>
                <a:srgbClr val="17A3A3"/>
              </a:solidFill>
              <a:ln w="2824" cap="flat">
                <a:noFill/>
                <a:prstDash val="solid"/>
                <a:miter/>
              </a:ln>
            </p:spPr>
            <p:txBody>
              <a:bodyPr rtlCol="1" anchor="ctr"/>
              <a:lstStyle/>
              <a:p>
                <a:endParaRPr lang="ar-SA"/>
              </a:p>
            </p:txBody>
          </p:sp>
          <p:sp>
            <p:nvSpPr>
              <p:cNvPr id="7133" name="شكل حر: شكل 8034">
                <a:extLst>
                  <a:ext uri="{FF2B5EF4-FFF2-40B4-BE49-F238E27FC236}">
                    <a16:creationId xmlns:a16="http://schemas.microsoft.com/office/drawing/2014/main" id="{0701274B-C984-8382-E789-588C52665061}"/>
                  </a:ext>
                </a:extLst>
              </p:cNvPr>
              <p:cNvSpPr/>
              <p:nvPr/>
            </p:nvSpPr>
            <p:spPr>
              <a:xfrm>
                <a:off x="5692534" y="919969"/>
                <a:ext cx="49662" cy="49697"/>
              </a:xfrm>
              <a:custGeom>
                <a:avLst/>
                <a:gdLst>
                  <a:gd name="connsiteX0" fmla="*/ 46245 w 49662"/>
                  <a:gd name="connsiteY0" fmla="*/ 49669 h 49697"/>
                  <a:gd name="connsiteX1" fmla="*/ 3453 w 49662"/>
                  <a:gd name="connsiteY1" fmla="*/ 49669 h 49697"/>
                  <a:gd name="connsiteX2" fmla="*/ 261 w 49662"/>
                  <a:gd name="connsiteY2" fmla="*/ 47551 h 49697"/>
                  <a:gd name="connsiteX3" fmla="*/ 996 w 49662"/>
                  <a:gd name="connsiteY3" fmla="*/ 43794 h 49697"/>
                  <a:gd name="connsiteX4" fmla="*/ 43788 w 49662"/>
                  <a:gd name="connsiteY4" fmla="*/ 1002 h 49697"/>
                  <a:gd name="connsiteX5" fmla="*/ 47544 w 49662"/>
                  <a:gd name="connsiteY5" fmla="*/ 268 h 49697"/>
                  <a:gd name="connsiteX6" fmla="*/ 49663 w 49662"/>
                  <a:gd name="connsiteY6" fmla="*/ 3460 h 49697"/>
                  <a:gd name="connsiteX7" fmla="*/ 49663 w 49662"/>
                  <a:gd name="connsiteY7" fmla="*/ 46251 h 49697"/>
                  <a:gd name="connsiteX8" fmla="*/ 46217 w 49662"/>
                  <a:gd name="connsiteY8" fmla="*/ 49697 h 49697"/>
                  <a:gd name="connsiteX9" fmla="*/ 11785 w 49662"/>
                  <a:gd name="connsiteY9" fmla="*/ 42777 h 49697"/>
                  <a:gd name="connsiteX10" fmla="*/ 42799 w 49662"/>
                  <a:gd name="connsiteY10" fmla="*/ 42777 h 49697"/>
                  <a:gd name="connsiteX11" fmla="*/ 42799 w 49662"/>
                  <a:gd name="connsiteY11" fmla="*/ 11764 h 49697"/>
                  <a:gd name="connsiteX12" fmla="*/ 11785 w 49662"/>
                  <a:gd name="connsiteY12" fmla="*/ 42777 h 49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9662" h="49697">
                    <a:moveTo>
                      <a:pt x="46245" y="49669"/>
                    </a:moveTo>
                    <a:lnTo>
                      <a:pt x="3453" y="49669"/>
                    </a:lnTo>
                    <a:cubicBezTo>
                      <a:pt x="2069" y="49669"/>
                      <a:pt x="798" y="48822"/>
                      <a:pt x="261" y="47551"/>
                    </a:cubicBezTo>
                    <a:cubicBezTo>
                      <a:pt x="-275" y="46251"/>
                      <a:pt x="36" y="44783"/>
                      <a:pt x="996" y="43794"/>
                    </a:cubicBezTo>
                    <a:lnTo>
                      <a:pt x="43788" y="1002"/>
                    </a:lnTo>
                    <a:cubicBezTo>
                      <a:pt x="44776" y="14"/>
                      <a:pt x="46245" y="-269"/>
                      <a:pt x="47544" y="268"/>
                    </a:cubicBezTo>
                    <a:cubicBezTo>
                      <a:pt x="48844" y="804"/>
                      <a:pt x="49663" y="2047"/>
                      <a:pt x="49663" y="3460"/>
                    </a:cubicBezTo>
                    <a:lnTo>
                      <a:pt x="49663" y="46251"/>
                    </a:lnTo>
                    <a:cubicBezTo>
                      <a:pt x="49663" y="48144"/>
                      <a:pt x="48109" y="49697"/>
                      <a:pt x="46217" y="49697"/>
                    </a:cubicBezTo>
                    <a:close/>
                    <a:moveTo>
                      <a:pt x="11785" y="42777"/>
                    </a:moveTo>
                    <a:lnTo>
                      <a:pt x="42799" y="42777"/>
                    </a:lnTo>
                    <a:lnTo>
                      <a:pt x="42799" y="11764"/>
                    </a:lnTo>
                    <a:lnTo>
                      <a:pt x="11785" y="42777"/>
                    </a:lnTo>
                    <a:close/>
                  </a:path>
                </a:pathLst>
              </a:custGeom>
              <a:solidFill>
                <a:srgbClr val="17A3A3"/>
              </a:solidFill>
              <a:ln w="2824" cap="flat">
                <a:noFill/>
                <a:prstDash val="solid"/>
                <a:miter/>
              </a:ln>
            </p:spPr>
            <p:txBody>
              <a:bodyPr rtlCol="1" anchor="ctr"/>
              <a:lstStyle/>
              <a:p>
                <a:endParaRPr lang="ar-SA"/>
              </a:p>
            </p:txBody>
          </p:sp>
        </p:grpSp>
      </p:grpSp>
      <p:grpSp>
        <p:nvGrpSpPr>
          <p:cNvPr id="7137" name="رسم 8014">
            <a:extLst>
              <a:ext uri="{FF2B5EF4-FFF2-40B4-BE49-F238E27FC236}">
                <a16:creationId xmlns:a16="http://schemas.microsoft.com/office/drawing/2014/main" id="{6AD25DE2-0C56-2416-336C-E34DE9358D33}"/>
              </a:ext>
            </a:extLst>
          </p:cNvPr>
          <p:cNvGrpSpPr/>
          <p:nvPr/>
        </p:nvGrpSpPr>
        <p:grpSpPr>
          <a:xfrm>
            <a:off x="4647618" y="1812940"/>
            <a:ext cx="249916" cy="225389"/>
            <a:chOff x="4636726" y="484748"/>
            <a:chExt cx="298724" cy="285957"/>
          </a:xfrm>
        </p:grpSpPr>
        <p:sp>
          <p:nvSpPr>
            <p:cNvPr id="7138" name="شكل حر: شكل 8036">
              <a:extLst>
                <a:ext uri="{FF2B5EF4-FFF2-40B4-BE49-F238E27FC236}">
                  <a16:creationId xmlns:a16="http://schemas.microsoft.com/office/drawing/2014/main" id="{D667C99C-15A3-6257-348D-14470AC99097}"/>
                </a:ext>
              </a:extLst>
            </p:cNvPr>
            <p:cNvSpPr/>
            <p:nvPr/>
          </p:nvSpPr>
          <p:spPr>
            <a:xfrm>
              <a:off x="4636726" y="705157"/>
              <a:ext cx="298724" cy="65547"/>
            </a:xfrm>
            <a:custGeom>
              <a:avLst/>
              <a:gdLst>
                <a:gd name="connsiteX0" fmla="*/ 149362 w 298724"/>
                <a:gd name="connsiteY0" fmla="*/ 65548 h 65547"/>
                <a:gd name="connsiteX1" fmla="*/ 0 w 298724"/>
                <a:gd name="connsiteY1" fmla="*/ 31371 h 65547"/>
                <a:gd name="connsiteX2" fmla="*/ 88324 w 298724"/>
                <a:gd name="connsiteY2" fmla="*/ 18 h 65547"/>
                <a:gd name="connsiteX3" fmla="*/ 92080 w 298724"/>
                <a:gd name="connsiteY3" fmla="*/ 3125 h 65547"/>
                <a:gd name="connsiteX4" fmla="*/ 88973 w 298724"/>
                <a:gd name="connsiteY4" fmla="*/ 6882 h 65547"/>
                <a:gd name="connsiteX5" fmla="*/ 6892 w 298724"/>
                <a:gd name="connsiteY5" fmla="*/ 31371 h 65547"/>
                <a:gd name="connsiteX6" fmla="*/ 149362 w 298724"/>
                <a:gd name="connsiteY6" fmla="*/ 58656 h 65547"/>
                <a:gd name="connsiteX7" fmla="*/ 291832 w 298724"/>
                <a:gd name="connsiteY7" fmla="*/ 31371 h 65547"/>
                <a:gd name="connsiteX8" fmla="*/ 209751 w 298724"/>
                <a:gd name="connsiteY8" fmla="*/ 6882 h 65547"/>
                <a:gd name="connsiteX9" fmla="*/ 206644 w 298724"/>
                <a:gd name="connsiteY9" fmla="*/ 3125 h 65547"/>
                <a:gd name="connsiteX10" fmla="*/ 210400 w 298724"/>
                <a:gd name="connsiteY10" fmla="*/ 18 h 65547"/>
                <a:gd name="connsiteX11" fmla="*/ 298724 w 298724"/>
                <a:gd name="connsiteY11" fmla="*/ 31371 h 65547"/>
                <a:gd name="connsiteX12" fmla="*/ 149362 w 298724"/>
                <a:gd name="connsiteY12" fmla="*/ 65548 h 65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8724" h="65547">
                  <a:moveTo>
                    <a:pt x="149362" y="65548"/>
                  </a:moveTo>
                  <a:cubicBezTo>
                    <a:pt x="75133" y="65548"/>
                    <a:pt x="0" y="53826"/>
                    <a:pt x="0" y="31371"/>
                  </a:cubicBezTo>
                  <a:cubicBezTo>
                    <a:pt x="0" y="10752"/>
                    <a:pt x="61773" y="2561"/>
                    <a:pt x="88324" y="18"/>
                  </a:cubicBezTo>
                  <a:cubicBezTo>
                    <a:pt x="90216" y="-179"/>
                    <a:pt x="91911" y="1233"/>
                    <a:pt x="92080" y="3125"/>
                  </a:cubicBezTo>
                  <a:cubicBezTo>
                    <a:pt x="92250" y="5018"/>
                    <a:pt x="90866" y="6713"/>
                    <a:pt x="88973" y="6882"/>
                  </a:cubicBezTo>
                  <a:cubicBezTo>
                    <a:pt x="28754" y="12672"/>
                    <a:pt x="6892" y="24705"/>
                    <a:pt x="6892" y="31371"/>
                  </a:cubicBezTo>
                  <a:cubicBezTo>
                    <a:pt x="6892" y="42754"/>
                    <a:pt x="61095" y="58656"/>
                    <a:pt x="149362" y="58656"/>
                  </a:cubicBezTo>
                  <a:cubicBezTo>
                    <a:pt x="237629" y="58656"/>
                    <a:pt x="291832" y="42782"/>
                    <a:pt x="291832" y="31371"/>
                  </a:cubicBezTo>
                  <a:cubicBezTo>
                    <a:pt x="291832" y="24705"/>
                    <a:pt x="269970" y="12672"/>
                    <a:pt x="209751" y="6882"/>
                  </a:cubicBezTo>
                  <a:cubicBezTo>
                    <a:pt x="207858" y="6713"/>
                    <a:pt x="206474" y="5018"/>
                    <a:pt x="206644" y="3125"/>
                  </a:cubicBezTo>
                  <a:cubicBezTo>
                    <a:pt x="206813" y="1233"/>
                    <a:pt x="208508" y="-179"/>
                    <a:pt x="210400" y="18"/>
                  </a:cubicBezTo>
                  <a:cubicBezTo>
                    <a:pt x="236951" y="2561"/>
                    <a:pt x="298724" y="10752"/>
                    <a:pt x="298724" y="31371"/>
                  </a:cubicBezTo>
                  <a:cubicBezTo>
                    <a:pt x="298724" y="53798"/>
                    <a:pt x="223591" y="65548"/>
                    <a:pt x="149362" y="65548"/>
                  </a:cubicBezTo>
                  <a:close/>
                </a:path>
              </a:pathLst>
            </a:custGeom>
            <a:solidFill>
              <a:srgbClr val="01355A"/>
            </a:solidFill>
            <a:ln w="2824" cap="flat">
              <a:noFill/>
              <a:prstDash val="solid"/>
              <a:miter/>
            </a:ln>
          </p:spPr>
          <p:txBody>
            <a:bodyPr rtlCol="1" anchor="ctr"/>
            <a:lstStyle/>
            <a:p>
              <a:endParaRPr lang="ar-SA"/>
            </a:p>
          </p:txBody>
        </p:sp>
        <p:grpSp>
          <p:nvGrpSpPr>
            <p:cNvPr id="7139" name="رسم 8014">
              <a:extLst>
                <a:ext uri="{FF2B5EF4-FFF2-40B4-BE49-F238E27FC236}">
                  <a16:creationId xmlns:a16="http://schemas.microsoft.com/office/drawing/2014/main" id="{8D6F681F-C35B-47F7-6F8A-03CD1FE2D2C5}"/>
                </a:ext>
              </a:extLst>
            </p:cNvPr>
            <p:cNvGrpSpPr/>
            <p:nvPr/>
          </p:nvGrpSpPr>
          <p:grpSpPr>
            <a:xfrm>
              <a:off x="4690505" y="484748"/>
              <a:ext cx="191221" cy="255226"/>
              <a:chOff x="4690505" y="484748"/>
              <a:chExt cx="191221" cy="255226"/>
            </a:xfrm>
            <a:solidFill>
              <a:srgbClr val="17A3A3"/>
            </a:solidFill>
          </p:grpSpPr>
          <p:sp>
            <p:nvSpPr>
              <p:cNvPr id="7140" name="شكل حر: شكل 8038">
                <a:extLst>
                  <a:ext uri="{FF2B5EF4-FFF2-40B4-BE49-F238E27FC236}">
                    <a16:creationId xmlns:a16="http://schemas.microsoft.com/office/drawing/2014/main" id="{5317AA7A-4589-D68F-25AC-8BB7BCF644BF}"/>
                  </a:ext>
                </a:extLst>
              </p:cNvPr>
              <p:cNvSpPr/>
              <p:nvPr/>
            </p:nvSpPr>
            <p:spPr>
              <a:xfrm>
                <a:off x="4690505" y="484748"/>
                <a:ext cx="191221" cy="255226"/>
              </a:xfrm>
              <a:custGeom>
                <a:avLst/>
                <a:gdLst>
                  <a:gd name="connsiteX0" fmla="*/ 95583 w 191221"/>
                  <a:gd name="connsiteY0" fmla="*/ 255226 h 255226"/>
                  <a:gd name="connsiteX1" fmla="*/ 41831 w 191221"/>
                  <a:gd name="connsiteY1" fmla="*/ 194668 h 255226"/>
                  <a:gd name="connsiteX2" fmla="*/ 0 w 191221"/>
                  <a:gd name="connsiteY2" fmla="*/ 95611 h 255226"/>
                  <a:gd name="connsiteX3" fmla="*/ 95611 w 191221"/>
                  <a:gd name="connsiteY3" fmla="*/ 0 h 255226"/>
                  <a:gd name="connsiteX4" fmla="*/ 191222 w 191221"/>
                  <a:gd name="connsiteY4" fmla="*/ 95611 h 255226"/>
                  <a:gd name="connsiteX5" fmla="*/ 149390 w 191221"/>
                  <a:gd name="connsiteY5" fmla="*/ 194668 h 255226"/>
                  <a:gd name="connsiteX6" fmla="*/ 95639 w 191221"/>
                  <a:gd name="connsiteY6" fmla="*/ 255226 h 255226"/>
                  <a:gd name="connsiteX7" fmla="*/ 95583 w 191221"/>
                  <a:gd name="connsiteY7" fmla="*/ 6920 h 255226"/>
                  <a:gd name="connsiteX8" fmla="*/ 6863 w 191221"/>
                  <a:gd name="connsiteY8" fmla="*/ 95639 h 255226"/>
                  <a:gd name="connsiteX9" fmla="*/ 46859 w 191221"/>
                  <a:gd name="connsiteY9" fmla="*/ 189810 h 255226"/>
                  <a:gd name="connsiteX10" fmla="*/ 95696 w 191221"/>
                  <a:gd name="connsiteY10" fmla="*/ 248362 h 255226"/>
                  <a:gd name="connsiteX11" fmla="*/ 144306 w 191221"/>
                  <a:gd name="connsiteY11" fmla="*/ 189810 h 255226"/>
                  <a:gd name="connsiteX12" fmla="*/ 184302 w 191221"/>
                  <a:gd name="connsiteY12" fmla="*/ 95639 h 255226"/>
                  <a:gd name="connsiteX13" fmla="*/ 95583 w 191221"/>
                  <a:gd name="connsiteY13" fmla="*/ 6920 h 255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221" h="255226">
                    <a:moveTo>
                      <a:pt x="95583" y="255226"/>
                    </a:moveTo>
                    <a:cubicBezTo>
                      <a:pt x="85273" y="255226"/>
                      <a:pt x="57790" y="219015"/>
                      <a:pt x="41831" y="194668"/>
                    </a:cubicBezTo>
                    <a:cubicBezTo>
                      <a:pt x="29262" y="175489"/>
                      <a:pt x="0" y="127444"/>
                      <a:pt x="0" y="95611"/>
                    </a:cubicBezTo>
                    <a:cubicBezTo>
                      <a:pt x="0" y="42905"/>
                      <a:pt x="42876" y="0"/>
                      <a:pt x="95611" y="0"/>
                    </a:cubicBezTo>
                    <a:cubicBezTo>
                      <a:pt x="148345" y="0"/>
                      <a:pt x="191222" y="42877"/>
                      <a:pt x="191222" y="95611"/>
                    </a:cubicBezTo>
                    <a:cubicBezTo>
                      <a:pt x="191222" y="127444"/>
                      <a:pt x="161959" y="175489"/>
                      <a:pt x="149390" y="194668"/>
                    </a:cubicBezTo>
                    <a:cubicBezTo>
                      <a:pt x="133432" y="219015"/>
                      <a:pt x="105921" y="255226"/>
                      <a:pt x="95639" y="255226"/>
                    </a:cubicBezTo>
                    <a:close/>
                    <a:moveTo>
                      <a:pt x="95583" y="6920"/>
                    </a:moveTo>
                    <a:cubicBezTo>
                      <a:pt x="46662" y="6920"/>
                      <a:pt x="6863" y="46718"/>
                      <a:pt x="6863" y="95639"/>
                    </a:cubicBezTo>
                    <a:cubicBezTo>
                      <a:pt x="6863" y="116513"/>
                      <a:pt x="21438" y="150831"/>
                      <a:pt x="46859" y="189810"/>
                    </a:cubicBezTo>
                    <a:cubicBezTo>
                      <a:pt x="69371" y="224354"/>
                      <a:pt x="90809" y="247543"/>
                      <a:pt x="95696" y="248362"/>
                    </a:cubicBezTo>
                    <a:cubicBezTo>
                      <a:pt x="100356" y="247543"/>
                      <a:pt x="121794" y="224354"/>
                      <a:pt x="144306" y="189810"/>
                    </a:cubicBezTo>
                    <a:cubicBezTo>
                      <a:pt x="169727" y="150831"/>
                      <a:pt x="184302" y="116513"/>
                      <a:pt x="184302" y="95639"/>
                    </a:cubicBezTo>
                    <a:cubicBezTo>
                      <a:pt x="184302" y="46718"/>
                      <a:pt x="144504" y="6920"/>
                      <a:pt x="95583" y="6920"/>
                    </a:cubicBezTo>
                    <a:close/>
                  </a:path>
                </a:pathLst>
              </a:custGeom>
              <a:solidFill>
                <a:srgbClr val="17A3A3"/>
              </a:solidFill>
              <a:ln w="2824" cap="flat">
                <a:noFill/>
                <a:prstDash val="solid"/>
                <a:miter/>
              </a:ln>
            </p:spPr>
            <p:txBody>
              <a:bodyPr rtlCol="1" anchor="ctr"/>
              <a:lstStyle/>
              <a:p>
                <a:endParaRPr lang="ar-SA"/>
              </a:p>
            </p:txBody>
          </p:sp>
          <p:sp>
            <p:nvSpPr>
              <p:cNvPr id="7141" name="شكل حر: شكل 8039">
                <a:extLst>
                  <a:ext uri="{FF2B5EF4-FFF2-40B4-BE49-F238E27FC236}">
                    <a16:creationId xmlns:a16="http://schemas.microsoft.com/office/drawing/2014/main" id="{D49A2AFF-E0BF-2260-7956-2668224F1E59}"/>
                  </a:ext>
                </a:extLst>
              </p:cNvPr>
              <p:cNvSpPr/>
              <p:nvPr/>
            </p:nvSpPr>
            <p:spPr>
              <a:xfrm>
                <a:off x="4739115" y="533387"/>
                <a:ext cx="93944" cy="93944"/>
              </a:xfrm>
              <a:custGeom>
                <a:avLst/>
                <a:gdLst>
                  <a:gd name="connsiteX0" fmla="*/ 46972 w 93944"/>
                  <a:gd name="connsiteY0" fmla="*/ 93944 h 93944"/>
                  <a:gd name="connsiteX1" fmla="*/ 0 w 93944"/>
                  <a:gd name="connsiteY1" fmla="*/ 46972 h 93944"/>
                  <a:gd name="connsiteX2" fmla="*/ 46972 w 93944"/>
                  <a:gd name="connsiteY2" fmla="*/ 0 h 93944"/>
                  <a:gd name="connsiteX3" fmla="*/ 93944 w 93944"/>
                  <a:gd name="connsiteY3" fmla="*/ 46972 h 93944"/>
                  <a:gd name="connsiteX4" fmla="*/ 46972 w 93944"/>
                  <a:gd name="connsiteY4" fmla="*/ 93944 h 93944"/>
                  <a:gd name="connsiteX5" fmla="*/ 46972 w 93944"/>
                  <a:gd name="connsiteY5" fmla="*/ 6892 h 93944"/>
                  <a:gd name="connsiteX6" fmla="*/ 6892 w 93944"/>
                  <a:gd name="connsiteY6" fmla="*/ 46972 h 93944"/>
                  <a:gd name="connsiteX7" fmla="*/ 46972 w 93944"/>
                  <a:gd name="connsiteY7" fmla="*/ 87053 h 93944"/>
                  <a:gd name="connsiteX8" fmla="*/ 87053 w 93944"/>
                  <a:gd name="connsiteY8" fmla="*/ 46972 h 93944"/>
                  <a:gd name="connsiteX9" fmla="*/ 46972 w 93944"/>
                  <a:gd name="connsiteY9" fmla="*/ 6892 h 93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944" h="93944">
                    <a:moveTo>
                      <a:pt x="46972" y="93944"/>
                    </a:moveTo>
                    <a:cubicBezTo>
                      <a:pt x="21071" y="93944"/>
                      <a:pt x="0" y="72873"/>
                      <a:pt x="0" y="46972"/>
                    </a:cubicBezTo>
                    <a:cubicBezTo>
                      <a:pt x="0" y="21071"/>
                      <a:pt x="21071" y="0"/>
                      <a:pt x="46972" y="0"/>
                    </a:cubicBezTo>
                    <a:cubicBezTo>
                      <a:pt x="72873" y="0"/>
                      <a:pt x="93944" y="21071"/>
                      <a:pt x="93944" y="46972"/>
                    </a:cubicBezTo>
                    <a:cubicBezTo>
                      <a:pt x="93944" y="72873"/>
                      <a:pt x="72873" y="93944"/>
                      <a:pt x="46972" y="93944"/>
                    </a:cubicBezTo>
                    <a:close/>
                    <a:moveTo>
                      <a:pt x="46972" y="6892"/>
                    </a:moveTo>
                    <a:cubicBezTo>
                      <a:pt x="24884" y="6892"/>
                      <a:pt x="6892" y="24856"/>
                      <a:pt x="6892" y="46972"/>
                    </a:cubicBezTo>
                    <a:cubicBezTo>
                      <a:pt x="6892" y="69088"/>
                      <a:pt x="24856" y="87053"/>
                      <a:pt x="46972" y="87053"/>
                    </a:cubicBezTo>
                    <a:cubicBezTo>
                      <a:pt x="69088" y="87053"/>
                      <a:pt x="87053" y="69088"/>
                      <a:pt x="87053" y="46972"/>
                    </a:cubicBezTo>
                    <a:cubicBezTo>
                      <a:pt x="87053" y="24856"/>
                      <a:pt x="69088" y="6892"/>
                      <a:pt x="46972" y="6892"/>
                    </a:cubicBezTo>
                    <a:close/>
                  </a:path>
                </a:pathLst>
              </a:custGeom>
              <a:solidFill>
                <a:srgbClr val="17A3A3"/>
              </a:solidFill>
              <a:ln w="2824" cap="flat">
                <a:noFill/>
                <a:prstDash val="solid"/>
                <a:miter/>
              </a:ln>
            </p:spPr>
            <p:txBody>
              <a:bodyPr rtlCol="1" anchor="ctr"/>
              <a:lstStyle/>
              <a:p>
                <a:endParaRPr lang="ar-SA"/>
              </a:p>
            </p:txBody>
          </p:sp>
        </p:grpSp>
      </p:grpSp>
      <p:grpSp>
        <p:nvGrpSpPr>
          <p:cNvPr id="7142" name="رسم 8014">
            <a:extLst>
              <a:ext uri="{FF2B5EF4-FFF2-40B4-BE49-F238E27FC236}">
                <a16:creationId xmlns:a16="http://schemas.microsoft.com/office/drawing/2014/main" id="{465601AC-3854-274B-9C71-2224221DFC1E}"/>
              </a:ext>
            </a:extLst>
          </p:cNvPr>
          <p:cNvGrpSpPr/>
          <p:nvPr/>
        </p:nvGrpSpPr>
        <p:grpSpPr>
          <a:xfrm>
            <a:off x="2004642" y="2168901"/>
            <a:ext cx="237303" cy="200298"/>
            <a:chOff x="1477576" y="936365"/>
            <a:chExt cx="283648" cy="254124"/>
          </a:xfrm>
        </p:grpSpPr>
        <p:grpSp>
          <p:nvGrpSpPr>
            <p:cNvPr id="7143" name="رسم 8014">
              <a:extLst>
                <a:ext uri="{FF2B5EF4-FFF2-40B4-BE49-F238E27FC236}">
                  <a16:creationId xmlns:a16="http://schemas.microsoft.com/office/drawing/2014/main" id="{C91AACBA-A9D1-0C4D-51ED-DB29133DEE64}"/>
                </a:ext>
              </a:extLst>
            </p:cNvPr>
            <p:cNvGrpSpPr/>
            <p:nvPr/>
          </p:nvGrpSpPr>
          <p:grpSpPr>
            <a:xfrm>
              <a:off x="1477576" y="936365"/>
              <a:ext cx="196398" cy="254124"/>
              <a:chOff x="1477576" y="936365"/>
              <a:chExt cx="196398" cy="254124"/>
            </a:xfrm>
            <a:solidFill>
              <a:srgbClr val="01355A"/>
            </a:solidFill>
          </p:grpSpPr>
          <p:sp>
            <p:nvSpPr>
              <p:cNvPr id="7154" name="شكل حر: شكل 8042">
                <a:extLst>
                  <a:ext uri="{FF2B5EF4-FFF2-40B4-BE49-F238E27FC236}">
                    <a16:creationId xmlns:a16="http://schemas.microsoft.com/office/drawing/2014/main" id="{80516EC4-A215-BFCE-13DD-4D9608CB79D2}"/>
                  </a:ext>
                </a:extLst>
              </p:cNvPr>
              <p:cNvSpPr/>
              <p:nvPr/>
            </p:nvSpPr>
            <p:spPr>
              <a:xfrm>
                <a:off x="1477611" y="936365"/>
                <a:ext cx="196362" cy="254124"/>
              </a:xfrm>
              <a:custGeom>
                <a:avLst/>
                <a:gdLst>
                  <a:gd name="connsiteX0" fmla="*/ 192917 w 196362"/>
                  <a:gd name="connsiteY0" fmla="*/ 254125 h 254124"/>
                  <a:gd name="connsiteX1" fmla="*/ 3446 w 196362"/>
                  <a:gd name="connsiteY1" fmla="*/ 254125 h 254124"/>
                  <a:gd name="connsiteX2" fmla="*/ 0 w 196362"/>
                  <a:gd name="connsiteY2" fmla="*/ 250679 h 254124"/>
                  <a:gd name="connsiteX3" fmla="*/ 0 w 196362"/>
                  <a:gd name="connsiteY3" fmla="*/ 61462 h 254124"/>
                  <a:gd name="connsiteX4" fmla="*/ 1017 w 196362"/>
                  <a:gd name="connsiteY4" fmla="*/ 59033 h 254124"/>
                  <a:gd name="connsiteX5" fmla="*/ 59005 w 196362"/>
                  <a:gd name="connsiteY5" fmla="*/ 1017 h 254124"/>
                  <a:gd name="connsiteX6" fmla="*/ 61434 w 196362"/>
                  <a:gd name="connsiteY6" fmla="*/ 0 h 254124"/>
                  <a:gd name="connsiteX7" fmla="*/ 192917 w 196362"/>
                  <a:gd name="connsiteY7" fmla="*/ 0 h 254124"/>
                  <a:gd name="connsiteX8" fmla="*/ 196362 w 196362"/>
                  <a:gd name="connsiteY8" fmla="*/ 3446 h 254124"/>
                  <a:gd name="connsiteX9" fmla="*/ 196362 w 196362"/>
                  <a:gd name="connsiteY9" fmla="*/ 250679 h 254124"/>
                  <a:gd name="connsiteX10" fmla="*/ 192917 w 196362"/>
                  <a:gd name="connsiteY10" fmla="*/ 254125 h 254124"/>
                  <a:gd name="connsiteX11" fmla="*/ 6892 w 196362"/>
                  <a:gd name="connsiteY11" fmla="*/ 247233 h 254124"/>
                  <a:gd name="connsiteX12" fmla="*/ 189499 w 196362"/>
                  <a:gd name="connsiteY12" fmla="*/ 247233 h 254124"/>
                  <a:gd name="connsiteX13" fmla="*/ 189499 w 196362"/>
                  <a:gd name="connsiteY13" fmla="*/ 6892 h 254124"/>
                  <a:gd name="connsiteX14" fmla="*/ 62874 w 196362"/>
                  <a:gd name="connsiteY14" fmla="*/ 6892 h 254124"/>
                  <a:gd name="connsiteX15" fmla="*/ 6892 w 196362"/>
                  <a:gd name="connsiteY15" fmla="*/ 62903 h 254124"/>
                  <a:gd name="connsiteX16" fmla="*/ 6892 w 196362"/>
                  <a:gd name="connsiteY16" fmla="*/ 247233 h 254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6362" h="254124">
                    <a:moveTo>
                      <a:pt x="192917" y="254125"/>
                    </a:moveTo>
                    <a:lnTo>
                      <a:pt x="3446" y="254125"/>
                    </a:lnTo>
                    <a:cubicBezTo>
                      <a:pt x="1554" y="254125"/>
                      <a:pt x="0" y="252571"/>
                      <a:pt x="0" y="250679"/>
                    </a:cubicBezTo>
                    <a:lnTo>
                      <a:pt x="0" y="61462"/>
                    </a:lnTo>
                    <a:cubicBezTo>
                      <a:pt x="0" y="60558"/>
                      <a:pt x="367" y="59683"/>
                      <a:pt x="1017" y="59033"/>
                    </a:cubicBezTo>
                    <a:lnTo>
                      <a:pt x="59005" y="1017"/>
                    </a:lnTo>
                    <a:cubicBezTo>
                      <a:pt x="59654" y="367"/>
                      <a:pt x="60530" y="0"/>
                      <a:pt x="61434" y="0"/>
                    </a:cubicBezTo>
                    <a:lnTo>
                      <a:pt x="192917" y="0"/>
                    </a:lnTo>
                    <a:cubicBezTo>
                      <a:pt x="194809" y="0"/>
                      <a:pt x="196362" y="1553"/>
                      <a:pt x="196362" y="3446"/>
                    </a:cubicBezTo>
                    <a:lnTo>
                      <a:pt x="196362" y="250679"/>
                    </a:lnTo>
                    <a:cubicBezTo>
                      <a:pt x="196362" y="252571"/>
                      <a:pt x="194809" y="254125"/>
                      <a:pt x="192917" y="254125"/>
                    </a:cubicBezTo>
                    <a:close/>
                    <a:moveTo>
                      <a:pt x="6892" y="247233"/>
                    </a:moveTo>
                    <a:lnTo>
                      <a:pt x="189499" y="247233"/>
                    </a:lnTo>
                    <a:lnTo>
                      <a:pt x="189499" y="6892"/>
                    </a:lnTo>
                    <a:lnTo>
                      <a:pt x="62874" y="6892"/>
                    </a:lnTo>
                    <a:lnTo>
                      <a:pt x="6892" y="62903"/>
                    </a:lnTo>
                    <a:lnTo>
                      <a:pt x="6892" y="247233"/>
                    </a:lnTo>
                    <a:close/>
                  </a:path>
                </a:pathLst>
              </a:custGeom>
              <a:solidFill>
                <a:srgbClr val="01355A"/>
              </a:solidFill>
              <a:ln w="2824" cap="flat">
                <a:noFill/>
                <a:prstDash val="solid"/>
                <a:miter/>
              </a:ln>
            </p:spPr>
            <p:txBody>
              <a:bodyPr rtlCol="1" anchor="ctr"/>
              <a:lstStyle/>
              <a:p>
                <a:endParaRPr lang="ar-SA"/>
              </a:p>
            </p:txBody>
          </p:sp>
          <p:sp>
            <p:nvSpPr>
              <p:cNvPr id="7155" name="شكل حر: شكل 8043">
                <a:extLst>
                  <a:ext uri="{FF2B5EF4-FFF2-40B4-BE49-F238E27FC236}">
                    <a16:creationId xmlns:a16="http://schemas.microsoft.com/office/drawing/2014/main" id="{88AE21FE-7581-081F-2378-B7185397422D}"/>
                  </a:ext>
                </a:extLst>
              </p:cNvPr>
              <p:cNvSpPr/>
              <p:nvPr/>
            </p:nvSpPr>
            <p:spPr>
              <a:xfrm>
                <a:off x="1477576" y="936380"/>
                <a:ext cx="64858" cy="64921"/>
              </a:xfrm>
              <a:custGeom>
                <a:avLst/>
                <a:gdLst>
                  <a:gd name="connsiteX0" fmla="*/ 61441 w 64858"/>
                  <a:gd name="connsiteY0" fmla="*/ 64893 h 64921"/>
                  <a:gd name="connsiteX1" fmla="*/ 3453 w 64858"/>
                  <a:gd name="connsiteY1" fmla="*/ 64893 h 64921"/>
                  <a:gd name="connsiteX2" fmla="*/ 262 w 64858"/>
                  <a:gd name="connsiteY2" fmla="*/ 62775 h 64921"/>
                  <a:gd name="connsiteX3" fmla="*/ 996 w 64858"/>
                  <a:gd name="connsiteY3" fmla="*/ 59018 h 64921"/>
                  <a:gd name="connsiteX4" fmla="*/ 58984 w 64858"/>
                  <a:gd name="connsiteY4" fmla="*/ 1002 h 64921"/>
                  <a:gd name="connsiteX5" fmla="*/ 62741 w 64858"/>
                  <a:gd name="connsiteY5" fmla="*/ 268 h 64921"/>
                  <a:gd name="connsiteX6" fmla="*/ 64859 w 64858"/>
                  <a:gd name="connsiteY6" fmla="*/ 3460 h 64921"/>
                  <a:gd name="connsiteX7" fmla="*/ 64859 w 64858"/>
                  <a:gd name="connsiteY7" fmla="*/ 61476 h 64921"/>
                  <a:gd name="connsiteX8" fmla="*/ 61413 w 64858"/>
                  <a:gd name="connsiteY8" fmla="*/ 64922 h 64921"/>
                  <a:gd name="connsiteX9" fmla="*/ 11757 w 64858"/>
                  <a:gd name="connsiteY9" fmla="*/ 58002 h 64921"/>
                  <a:gd name="connsiteX10" fmla="*/ 57995 w 64858"/>
                  <a:gd name="connsiteY10" fmla="*/ 58002 h 64921"/>
                  <a:gd name="connsiteX11" fmla="*/ 57995 w 64858"/>
                  <a:gd name="connsiteY11" fmla="*/ 11736 h 64921"/>
                  <a:gd name="connsiteX12" fmla="*/ 11757 w 64858"/>
                  <a:gd name="connsiteY12" fmla="*/ 58002 h 64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858" h="64921">
                    <a:moveTo>
                      <a:pt x="61441" y="64893"/>
                    </a:moveTo>
                    <a:lnTo>
                      <a:pt x="3453" y="64893"/>
                    </a:lnTo>
                    <a:cubicBezTo>
                      <a:pt x="2069" y="64893"/>
                      <a:pt x="798" y="64046"/>
                      <a:pt x="262" y="62775"/>
                    </a:cubicBezTo>
                    <a:cubicBezTo>
                      <a:pt x="-275" y="61476"/>
                      <a:pt x="36" y="60007"/>
                      <a:pt x="996" y="59018"/>
                    </a:cubicBezTo>
                    <a:lnTo>
                      <a:pt x="58984" y="1002"/>
                    </a:lnTo>
                    <a:cubicBezTo>
                      <a:pt x="59972" y="14"/>
                      <a:pt x="61441" y="-269"/>
                      <a:pt x="62741" y="268"/>
                    </a:cubicBezTo>
                    <a:cubicBezTo>
                      <a:pt x="64040" y="804"/>
                      <a:pt x="64859" y="2047"/>
                      <a:pt x="64859" y="3460"/>
                    </a:cubicBezTo>
                    <a:lnTo>
                      <a:pt x="64859" y="61476"/>
                    </a:lnTo>
                    <a:cubicBezTo>
                      <a:pt x="64859" y="63368"/>
                      <a:pt x="63305" y="64922"/>
                      <a:pt x="61413" y="64922"/>
                    </a:cubicBezTo>
                    <a:close/>
                    <a:moveTo>
                      <a:pt x="11757" y="58002"/>
                    </a:moveTo>
                    <a:lnTo>
                      <a:pt x="57995" y="58002"/>
                    </a:lnTo>
                    <a:lnTo>
                      <a:pt x="57995" y="11736"/>
                    </a:lnTo>
                    <a:lnTo>
                      <a:pt x="11757" y="58002"/>
                    </a:lnTo>
                    <a:close/>
                  </a:path>
                </a:pathLst>
              </a:custGeom>
              <a:solidFill>
                <a:srgbClr val="01355A"/>
              </a:solidFill>
              <a:ln w="2824" cap="flat">
                <a:noFill/>
                <a:prstDash val="solid"/>
                <a:miter/>
              </a:ln>
            </p:spPr>
            <p:txBody>
              <a:bodyPr rtlCol="1" anchor="ctr"/>
              <a:lstStyle/>
              <a:p>
                <a:endParaRPr lang="ar-SA"/>
              </a:p>
            </p:txBody>
          </p:sp>
        </p:grpSp>
        <p:grpSp>
          <p:nvGrpSpPr>
            <p:cNvPr id="7144" name="رسم 8014">
              <a:extLst>
                <a:ext uri="{FF2B5EF4-FFF2-40B4-BE49-F238E27FC236}">
                  <a16:creationId xmlns:a16="http://schemas.microsoft.com/office/drawing/2014/main" id="{05E9FC25-8149-603C-874B-58B48DBF0F5B}"/>
                </a:ext>
              </a:extLst>
            </p:cNvPr>
            <p:cNvGrpSpPr/>
            <p:nvPr/>
          </p:nvGrpSpPr>
          <p:grpSpPr>
            <a:xfrm>
              <a:off x="1701513" y="958171"/>
              <a:ext cx="59710" cy="210485"/>
              <a:chOff x="1701513" y="958171"/>
              <a:chExt cx="59710" cy="210485"/>
            </a:xfrm>
            <a:solidFill>
              <a:srgbClr val="17A3A3"/>
            </a:solidFill>
          </p:grpSpPr>
          <p:sp>
            <p:nvSpPr>
              <p:cNvPr id="7149" name="شكل حر: شكل 8045">
                <a:extLst>
                  <a:ext uri="{FF2B5EF4-FFF2-40B4-BE49-F238E27FC236}">
                    <a16:creationId xmlns:a16="http://schemas.microsoft.com/office/drawing/2014/main" id="{B191DE3F-9070-F861-E16D-F672B8923707}"/>
                  </a:ext>
                </a:extLst>
              </p:cNvPr>
              <p:cNvSpPr/>
              <p:nvPr/>
            </p:nvSpPr>
            <p:spPr>
              <a:xfrm>
                <a:off x="1701513" y="980795"/>
                <a:ext cx="37058" cy="96910"/>
              </a:xfrm>
              <a:custGeom>
                <a:avLst/>
                <a:gdLst>
                  <a:gd name="connsiteX0" fmla="*/ 29149 w 37058"/>
                  <a:gd name="connsiteY0" fmla="*/ 96910 h 96910"/>
                  <a:gd name="connsiteX1" fmla="*/ 7881 w 37058"/>
                  <a:gd name="connsiteY1" fmla="*/ 96910 h 96910"/>
                  <a:gd name="connsiteX2" fmla="*/ 0 w 37058"/>
                  <a:gd name="connsiteY2" fmla="*/ 89030 h 96910"/>
                  <a:gd name="connsiteX3" fmla="*/ 0 w 37058"/>
                  <a:gd name="connsiteY3" fmla="*/ 15450 h 96910"/>
                  <a:gd name="connsiteX4" fmla="*/ 15450 w 37058"/>
                  <a:gd name="connsiteY4" fmla="*/ 0 h 96910"/>
                  <a:gd name="connsiteX5" fmla="*/ 21608 w 37058"/>
                  <a:gd name="connsiteY5" fmla="*/ 0 h 96910"/>
                  <a:gd name="connsiteX6" fmla="*/ 37058 w 37058"/>
                  <a:gd name="connsiteY6" fmla="*/ 15450 h 96910"/>
                  <a:gd name="connsiteX7" fmla="*/ 37058 w 37058"/>
                  <a:gd name="connsiteY7" fmla="*/ 89030 h 96910"/>
                  <a:gd name="connsiteX8" fmla="*/ 29178 w 37058"/>
                  <a:gd name="connsiteY8" fmla="*/ 96910 h 96910"/>
                  <a:gd name="connsiteX9" fmla="*/ 15450 w 37058"/>
                  <a:gd name="connsiteY9" fmla="*/ 6864 h 96910"/>
                  <a:gd name="connsiteX10" fmla="*/ 6892 w 37058"/>
                  <a:gd name="connsiteY10" fmla="*/ 15422 h 96910"/>
                  <a:gd name="connsiteX11" fmla="*/ 6892 w 37058"/>
                  <a:gd name="connsiteY11" fmla="*/ 89002 h 96910"/>
                  <a:gd name="connsiteX12" fmla="*/ 7909 w 37058"/>
                  <a:gd name="connsiteY12" fmla="*/ 90018 h 96910"/>
                  <a:gd name="connsiteX13" fmla="*/ 29178 w 37058"/>
                  <a:gd name="connsiteY13" fmla="*/ 90018 h 96910"/>
                  <a:gd name="connsiteX14" fmla="*/ 30194 w 37058"/>
                  <a:gd name="connsiteY14" fmla="*/ 89002 h 96910"/>
                  <a:gd name="connsiteX15" fmla="*/ 30194 w 37058"/>
                  <a:gd name="connsiteY15" fmla="*/ 15422 h 96910"/>
                  <a:gd name="connsiteX16" fmla="*/ 21636 w 37058"/>
                  <a:gd name="connsiteY16" fmla="*/ 6864 h 96910"/>
                  <a:gd name="connsiteX17" fmla="*/ 15479 w 37058"/>
                  <a:gd name="connsiteY17" fmla="*/ 6864 h 96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058" h="96910">
                    <a:moveTo>
                      <a:pt x="29149" y="96910"/>
                    </a:moveTo>
                    <a:lnTo>
                      <a:pt x="7881" y="96910"/>
                    </a:lnTo>
                    <a:cubicBezTo>
                      <a:pt x="3531" y="96910"/>
                      <a:pt x="0" y="93380"/>
                      <a:pt x="0" y="89030"/>
                    </a:cubicBezTo>
                    <a:lnTo>
                      <a:pt x="0" y="15450"/>
                    </a:lnTo>
                    <a:cubicBezTo>
                      <a:pt x="0" y="6920"/>
                      <a:pt x="6920" y="0"/>
                      <a:pt x="15450" y="0"/>
                    </a:cubicBezTo>
                    <a:lnTo>
                      <a:pt x="21608" y="0"/>
                    </a:lnTo>
                    <a:cubicBezTo>
                      <a:pt x="30138" y="0"/>
                      <a:pt x="37058" y="6920"/>
                      <a:pt x="37058" y="15450"/>
                    </a:cubicBezTo>
                    <a:lnTo>
                      <a:pt x="37058" y="89030"/>
                    </a:lnTo>
                    <a:cubicBezTo>
                      <a:pt x="37058" y="93380"/>
                      <a:pt x="33527" y="96910"/>
                      <a:pt x="29178" y="96910"/>
                    </a:cubicBezTo>
                    <a:close/>
                    <a:moveTo>
                      <a:pt x="15450" y="6864"/>
                    </a:moveTo>
                    <a:cubicBezTo>
                      <a:pt x="10733" y="6864"/>
                      <a:pt x="6892" y="10705"/>
                      <a:pt x="6892" y="15422"/>
                    </a:cubicBezTo>
                    <a:lnTo>
                      <a:pt x="6892" y="89002"/>
                    </a:lnTo>
                    <a:cubicBezTo>
                      <a:pt x="6892" y="89566"/>
                      <a:pt x="7344" y="90018"/>
                      <a:pt x="7909" y="90018"/>
                    </a:cubicBezTo>
                    <a:lnTo>
                      <a:pt x="29178" y="90018"/>
                    </a:lnTo>
                    <a:cubicBezTo>
                      <a:pt x="29742" y="90018"/>
                      <a:pt x="30194" y="89566"/>
                      <a:pt x="30194" y="89002"/>
                    </a:cubicBezTo>
                    <a:lnTo>
                      <a:pt x="30194" y="15422"/>
                    </a:lnTo>
                    <a:cubicBezTo>
                      <a:pt x="30194" y="10705"/>
                      <a:pt x="26353" y="6864"/>
                      <a:pt x="21636" y="6864"/>
                    </a:cubicBezTo>
                    <a:lnTo>
                      <a:pt x="15479" y="6864"/>
                    </a:lnTo>
                    <a:close/>
                  </a:path>
                </a:pathLst>
              </a:custGeom>
              <a:solidFill>
                <a:srgbClr val="17A3A3"/>
              </a:solidFill>
              <a:ln w="2824" cap="flat">
                <a:noFill/>
                <a:prstDash val="solid"/>
                <a:miter/>
              </a:ln>
            </p:spPr>
            <p:txBody>
              <a:bodyPr rtlCol="1" anchor="ctr"/>
              <a:lstStyle/>
              <a:p>
                <a:endParaRPr lang="ar-SA"/>
              </a:p>
            </p:txBody>
          </p:sp>
          <p:sp>
            <p:nvSpPr>
              <p:cNvPr id="7150" name="شكل حر: شكل 8046">
                <a:extLst>
                  <a:ext uri="{FF2B5EF4-FFF2-40B4-BE49-F238E27FC236}">
                    <a16:creationId xmlns:a16="http://schemas.microsoft.com/office/drawing/2014/main" id="{61210B01-5D03-DB9E-AAA4-BAC88ECCD33E}"/>
                  </a:ext>
                </a:extLst>
              </p:cNvPr>
              <p:cNvSpPr/>
              <p:nvPr/>
            </p:nvSpPr>
            <p:spPr>
              <a:xfrm>
                <a:off x="1706400" y="1070813"/>
                <a:ext cx="27313" cy="85781"/>
              </a:xfrm>
              <a:custGeom>
                <a:avLst/>
                <a:gdLst>
                  <a:gd name="connsiteX0" fmla="*/ 14377 w 27313"/>
                  <a:gd name="connsiteY0" fmla="*/ 85782 h 85781"/>
                  <a:gd name="connsiteX1" fmla="*/ 12908 w 27313"/>
                  <a:gd name="connsiteY1" fmla="*/ 85782 h 85781"/>
                  <a:gd name="connsiteX2" fmla="*/ 0 w 27313"/>
                  <a:gd name="connsiteY2" fmla="*/ 72873 h 85781"/>
                  <a:gd name="connsiteX3" fmla="*/ 0 w 27313"/>
                  <a:gd name="connsiteY3" fmla="*/ 3446 h 85781"/>
                  <a:gd name="connsiteX4" fmla="*/ 3446 w 27313"/>
                  <a:gd name="connsiteY4" fmla="*/ 0 h 85781"/>
                  <a:gd name="connsiteX5" fmla="*/ 23867 w 27313"/>
                  <a:gd name="connsiteY5" fmla="*/ 0 h 85781"/>
                  <a:gd name="connsiteX6" fmla="*/ 27313 w 27313"/>
                  <a:gd name="connsiteY6" fmla="*/ 3446 h 85781"/>
                  <a:gd name="connsiteX7" fmla="*/ 27313 w 27313"/>
                  <a:gd name="connsiteY7" fmla="*/ 72873 h 85781"/>
                  <a:gd name="connsiteX8" fmla="*/ 14405 w 27313"/>
                  <a:gd name="connsiteY8" fmla="*/ 85782 h 85781"/>
                  <a:gd name="connsiteX9" fmla="*/ 6864 w 27313"/>
                  <a:gd name="connsiteY9" fmla="*/ 6892 h 85781"/>
                  <a:gd name="connsiteX10" fmla="*/ 6864 w 27313"/>
                  <a:gd name="connsiteY10" fmla="*/ 72873 h 85781"/>
                  <a:gd name="connsiteX11" fmla="*/ 12880 w 27313"/>
                  <a:gd name="connsiteY11" fmla="*/ 78890 h 85781"/>
                  <a:gd name="connsiteX12" fmla="*/ 14349 w 27313"/>
                  <a:gd name="connsiteY12" fmla="*/ 78890 h 85781"/>
                  <a:gd name="connsiteX13" fmla="*/ 20365 w 27313"/>
                  <a:gd name="connsiteY13" fmla="*/ 72873 h 85781"/>
                  <a:gd name="connsiteX14" fmla="*/ 20365 w 27313"/>
                  <a:gd name="connsiteY14" fmla="*/ 6892 h 85781"/>
                  <a:gd name="connsiteX15" fmla="*/ 6835 w 27313"/>
                  <a:gd name="connsiteY15" fmla="*/ 6892 h 85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7313" h="85781">
                    <a:moveTo>
                      <a:pt x="14377" y="85782"/>
                    </a:moveTo>
                    <a:lnTo>
                      <a:pt x="12908" y="85782"/>
                    </a:lnTo>
                    <a:cubicBezTo>
                      <a:pt x="5790" y="85782"/>
                      <a:pt x="0" y="79991"/>
                      <a:pt x="0" y="72873"/>
                    </a:cubicBezTo>
                    <a:lnTo>
                      <a:pt x="0" y="3446"/>
                    </a:lnTo>
                    <a:cubicBezTo>
                      <a:pt x="0" y="1554"/>
                      <a:pt x="1553" y="0"/>
                      <a:pt x="3446" y="0"/>
                    </a:cubicBezTo>
                    <a:lnTo>
                      <a:pt x="23867" y="0"/>
                    </a:lnTo>
                    <a:cubicBezTo>
                      <a:pt x="25760" y="0"/>
                      <a:pt x="27313" y="1554"/>
                      <a:pt x="27313" y="3446"/>
                    </a:cubicBezTo>
                    <a:lnTo>
                      <a:pt x="27313" y="72873"/>
                    </a:lnTo>
                    <a:cubicBezTo>
                      <a:pt x="27313" y="79991"/>
                      <a:pt x="21523" y="85782"/>
                      <a:pt x="14405" y="85782"/>
                    </a:cubicBezTo>
                    <a:close/>
                    <a:moveTo>
                      <a:pt x="6864" y="6892"/>
                    </a:moveTo>
                    <a:lnTo>
                      <a:pt x="6864" y="72873"/>
                    </a:lnTo>
                    <a:cubicBezTo>
                      <a:pt x="6864" y="76206"/>
                      <a:pt x="9575" y="78890"/>
                      <a:pt x="12880" y="78890"/>
                    </a:cubicBezTo>
                    <a:lnTo>
                      <a:pt x="14349" y="78890"/>
                    </a:lnTo>
                    <a:cubicBezTo>
                      <a:pt x="17682" y="78890"/>
                      <a:pt x="20365" y="76178"/>
                      <a:pt x="20365" y="72873"/>
                    </a:cubicBezTo>
                    <a:lnTo>
                      <a:pt x="20365" y="6892"/>
                    </a:lnTo>
                    <a:lnTo>
                      <a:pt x="6835" y="6892"/>
                    </a:lnTo>
                    <a:close/>
                  </a:path>
                </a:pathLst>
              </a:custGeom>
              <a:solidFill>
                <a:srgbClr val="17A3A3"/>
              </a:solidFill>
              <a:ln w="2824" cap="flat">
                <a:noFill/>
                <a:prstDash val="solid"/>
                <a:miter/>
              </a:ln>
            </p:spPr>
            <p:txBody>
              <a:bodyPr rtlCol="1" anchor="ctr"/>
              <a:lstStyle/>
              <a:p>
                <a:endParaRPr lang="ar-SA"/>
              </a:p>
            </p:txBody>
          </p:sp>
          <p:sp>
            <p:nvSpPr>
              <p:cNvPr id="7151" name="شكل حر: شكل 8047">
                <a:extLst>
                  <a:ext uri="{FF2B5EF4-FFF2-40B4-BE49-F238E27FC236}">
                    <a16:creationId xmlns:a16="http://schemas.microsoft.com/office/drawing/2014/main" id="{9837CBAF-9CA1-E671-3953-99C9BA72E271}"/>
                  </a:ext>
                </a:extLst>
              </p:cNvPr>
              <p:cNvSpPr/>
              <p:nvPr/>
            </p:nvSpPr>
            <p:spPr>
              <a:xfrm>
                <a:off x="1716596" y="958171"/>
                <a:ext cx="6891" cy="29488"/>
              </a:xfrm>
              <a:custGeom>
                <a:avLst/>
                <a:gdLst>
                  <a:gd name="connsiteX0" fmla="*/ 3446 w 6891"/>
                  <a:gd name="connsiteY0" fmla="*/ 29488 h 29488"/>
                  <a:gd name="connsiteX1" fmla="*/ 0 w 6891"/>
                  <a:gd name="connsiteY1" fmla="*/ 26042 h 29488"/>
                  <a:gd name="connsiteX2" fmla="*/ 0 w 6891"/>
                  <a:gd name="connsiteY2" fmla="*/ 3446 h 29488"/>
                  <a:gd name="connsiteX3" fmla="*/ 3446 w 6891"/>
                  <a:gd name="connsiteY3" fmla="*/ 0 h 29488"/>
                  <a:gd name="connsiteX4" fmla="*/ 6892 w 6891"/>
                  <a:gd name="connsiteY4" fmla="*/ 3446 h 29488"/>
                  <a:gd name="connsiteX5" fmla="*/ 6892 w 6891"/>
                  <a:gd name="connsiteY5" fmla="*/ 26042 h 29488"/>
                  <a:gd name="connsiteX6" fmla="*/ 3446 w 6891"/>
                  <a:gd name="connsiteY6" fmla="*/ 29488 h 29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29488">
                    <a:moveTo>
                      <a:pt x="3446" y="29488"/>
                    </a:moveTo>
                    <a:cubicBezTo>
                      <a:pt x="1554" y="29488"/>
                      <a:pt x="0" y="27935"/>
                      <a:pt x="0" y="26042"/>
                    </a:cubicBezTo>
                    <a:lnTo>
                      <a:pt x="0" y="3446"/>
                    </a:lnTo>
                    <a:cubicBezTo>
                      <a:pt x="0" y="1553"/>
                      <a:pt x="1554" y="0"/>
                      <a:pt x="3446" y="0"/>
                    </a:cubicBezTo>
                    <a:cubicBezTo>
                      <a:pt x="5338" y="0"/>
                      <a:pt x="6892" y="1553"/>
                      <a:pt x="6892" y="3446"/>
                    </a:cubicBezTo>
                    <a:lnTo>
                      <a:pt x="6892" y="26042"/>
                    </a:lnTo>
                    <a:cubicBezTo>
                      <a:pt x="6892" y="27935"/>
                      <a:pt x="5338" y="29488"/>
                      <a:pt x="3446" y="29488"/>
                    </a:cubicBezTo>
                    <a:close/>
                  </a:path>
                </a:pathLst>
              </a:custGeom>
              <a:solidFill>
                <a:srgbClr val="17A3A3"/>
              </a:solidFill>
              <a:ln w="2824" cap="flat">
                <a:noFill/>
                <a:prstDash val="solid"/>
                <a:miter/>
              </a:ln>
            </p:spPr>
            <p:txBody>
              <a:bodyPr rtlCol="1" anchor="ctr"/>
              <a:lstStyle/>
              <a:p>
                <a:endParaRPr lang="ar-SA"/>
              </a:p>
            </p:txBody>
          </p:sp>
          <p:sp>
            <p:nvSpPr>
              <p:cNvPr id="7152" name="شكل حر: شكل 8048">
                <a:extLst>
                  <a:ext uri="{FF2B5EF4-FFF2-40B4-BE49-F238E27FC236}">
                    <a16:creationId xmlns:a16="http://schemas.microsoft.com/office/drawing/2014/main" id="{2552FDCF-80E5-598A-4B52-2D7D90FBE198}"/>
                  </a:ext>
                </a:extLst>
              </p:cNvPr>
              <p:cNvSpPr/>
              <p:nvPr/>
            </p:nvSpPr>
            <p:spPr>
              <a:xfrm>
                <a:off x="1754332" y="999324"/>
                <a:ext cx="6891" cy="55474"/>
              </a:xfrm>
              <a:custGeom>
                <a:avLst/>
                <a:gdLst>
                  <a:gd name="connsiteX0" fmla="*/ 3446 w 6891"/>
                  <a:gd name="connsiteY0" fmla="*/ 55474 h 55474"/>
                  <a:gd name="connsiteX1" fmla="*/ 0 w 6891"/>
                  <a:gd name="connsiteY1" fmla="*/ 52028 h 55474"/>
                  <a:gd name="connsiteX2" fmla="*/ 0 w 6891"/>
                  <a:gd name="connsiteY2" fmla="*/ 3446 h 55474"/>
                  <a:gd name="connsiteX3" fmla="*/ 3446 w 6891"/>
                  <a:gd name="connsiteY3" fmla="*/ 0 h 55474"/>
                  <a:gd name="connsiteX4" fmla="*/ 6892 w 6891"/>
                  <a:gd name="connsiteY4" fmla="*/ 3446 h 55474"/>
                  <a:gd name="connsiteX5" fmla="*/ 6892 w 6891"/>
                  <a:gd name="connsiteY5" fmla="*/ 52028 h 55474"/>
                  <a:gd name="connsiteX6" fmla="*/ 3446 w 6891"/>
                  <a:gd name="connsiteY6" fmla="*/ 55474 h 55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55474">
                    <a:moveTo>
                      <a:pt x="3446" y="55474"/>
                    </a:moveTo>
                    <a:cubicBezTo>
                      <a:pt x="1553" y="55474"/>
                      <a:pt x="0" y="53921"/>
                      <a:pt x="0" y="52028"/>
                    </a:cubicBezTo>
                    <a:lnTo>
                      <a:pt x="0" y="3446"/>
                    </a:lnTo>
                    <a:cubicBezTo>
                      <a:pt x="0" y="1554"/>
                      <a:pt x="1553" y="0"/>
                      <a:pt x="3446" y="0"/>
                    </a:cubicBezTo>
                    <a:cubicBezTo>
                      <a:pt x="5338" y="0"/>
                      <a:pt x="6892" y="1554"/>
                      <a:pt x="6892" y="3446"/>
                    </a:cubicBezTo>
                    <a:lnTo>
                      <a:pt x="6892" y="52028"/>
                    </a:lnTo>
                    <a:cubicBezTo>
                      <a:pt x="6892" y="53921"/>
                      <a:pt x="5338" y="55474"/>
                      <a:pt x="3446" y="55474"/>
                    </a:cubicBezTo>
                    <a:close/>
                  </a:path>
                </a:pathLst>
              </a:custGeom>
              <a:solidFill>
                <a:srgbClr val="17A3A3"/>
              </a:solidFill>
              <a:ln w="2824" cap="flat">
                <a:noFill/>
                <a:prstDash val="solid"/>
                <a:miter/>
              </a:ln>
            </p:spPr>
            <p:txBody>
              <a:bodyPr rtlCol="1" anchor="ctr"/>
              <a:lstStyle/>
              <a:p>
                <a:endParaRPr lang="ar-SA"/>
              </a:p>
            </p:txBody>
          </p:sp>
          <p:sp>
            <p:nvSpPr>
              <p:cNvPr id="7153" name="شكل حر: شكل 8049">
                <a:extLst>
                  <a:ext uri="{FF2B5EF4-FFF2-40B4-BE49-F238E27FC236}">
                    <a16:creationId xmlns:a16="http://schemas.microsoft.com/office/drawing/2014/main" id="{2BBCEC46-4839-858F-310C-A123C03871DF}"/>
                  </a:ext>
                </a:extLst>
              </p:cNvPr>
              <p:cNvSpPr/>
              <p:nvPr/>
            </p:nvSpPr>
            <p:spPr>
              <a:xfrm>
                <a:off x="1716596" y="1149703"/>
                <a:ext cx="6891" cy="18952"/>
              </a:xfrm>
              <a:custGeom>
                <a:avLst/>
                <a:gdLst>
                  <a:gd name="connsiteX0" fmla="*/ 3446 w 6891"/>
                  <a:gd name="connsiteY0" fmla="*/ 18953 h 18952"/>
                  <a:gd name="connsiteX1" fmla="*/ 0 w 6891"/>
                  <a:gd name="connsiteY1" fmla="*/ 15507 h 18952"/>
                  <a:gd name="connsiteX2" fmla="*/ 0 w 6891"/>
                  <a:gd name="connsiteY2" fmla="*/ 3446 h 18952"/>
                  <a:gd name="connsiteX3" fmla="*/ 3446 w 6891"/>
                  <a:gd name="connsiteY3" fmla="*/ 0 h 18952"/>
                  <a:gd name="connsiteX4" fmla="*/ 6892 w 6891"/>
                  <a:gd name="connsiteY4" fmla="*/ 3446 h 18952"/>
                  <a:gd name="connsiteX5" fmla="*/ 6892 w 6891"/>
                  <a:gd name="connsiteY5" fmla="*/ 15507 h 18952"/>
                  <a:gd name="connsiteX6" fmla="*/ 3446 w 6891"/>
                  <a:gd name="connsiteY6" fmla="*/ 18953 h 18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18952">
                    <a:moveTo>
                      <a:pt x="3446" y="18953"/>
                    </a:moveTo>
                    <a:cubicBezTo>
                      <a:pt x="1554" y="18953"/>
                      <a:pt x="0" y="17399"/>
                      <a:pt x="0" y="15507"/>
                    </a:cubicBezTo>
                    <a:lnTo>
                      <a:pt x="0" y="3446"/>
                    </a:lnTo>
                    <a:cubicBezTo>
                      <a:pt x="0" y="1553"/>
                      <a:pt x="1554" y="0"/>
                      <a:pt x="3446" y="0"/>
                    </a:cubicBezTo>
                    <a:cubicBezTo>
                      <a:pt x="5338" y="0"/>
                      <a:pt x="6892" y="1553"/>
                      <a:pt x="6892" y="3446"/>
                    </a:cubicBezTo>
                    <a:lnTo>
                      <a:pt x="6892" y="15507"/>
                    </a:lnTo>
                    <a:cubicBezTo>
                      <a:pt x="6892" y="17399"/>
                      <a:pt x="5338" y="18953"/>
                      <a:pt x="3446" y="18953"/>
                    </a:cubicBezTo>
                    <a:close/>
                  </a:path>
                </a:pathLst>
              </a:custGeom>
              <a:solidFill>
                <a:srgbClr val="17A3A3"/>
              </a:solidFill>
              <a:ln w="2824" cap="flat">
                <a:noFill/>
                <a:prstDash val="solid"/>
                <a:miter/>
              </a:ln>
            </p:spPr>
            <p:txBody>
              <a:bodyPr rtlCol="1" anchor="ctr"/>
              <a:lstStyle/>
              <a:p>
                <a:endParaRPr lang="ar-SA"/>
              </a:p>
            </p:txBody>
          </p:sp>
        </p:grpSp>
        <p:grpSp>
          <p:nvGrpSpPr>
            <p:cNvPr id="7145" name="رسم 8014">
              <a:extLst>
                <a:ext uri="{FF2B5EF4-FFF2-40B4-BE49-F238E27FC236}">
                  <a16:creationId xmlns:a16="http://schemas.microsoft.com/office/drawing/2014/main" id="{097AAE96-3E74-00BB-DDA7-0CF7C0B4E2EB}"/>
                </a:ext>
              </a:extLst>
            </p:cNvPr>
            <p:cNvGrpSpPr/>
            <p:nvPr/>
          </p:nvGrpSpPr>
          <p:grpSpPr>
            <a:xfrm>
              <a:off x="1517805" y="1044771"/>
              <a:ext cx="115919" cy="70896"/>
              <a:chOff x="1517805" y="1044771"/>
              <a:chExt cx="115919" cy="70896"/>
            </a:xfrm>
            <a:solidFill>
              <a:srgbClr val="17A3A3"/>
            </a:solidFill>
          </p:grpSpPr>
          <p:sp>
            <p:nvSpPr>
              <p:cNvPr id="7146" name="شكل حر: شكل 8051">
                <a:extLst>
                  <a:ext uri="{FF2B5EF4-FFF2-40B4-BE49-F238E27FC236}">
                    <a16:creationId xmlns:a16="http://schemas.microsoft.com/office/drawing/2014/main" id="{C8539716-2D26-38F7-A7C5-8C9732AE1956}"/>
                  </a:ext>
                </a:extLst>
              </p:cNvPr>
              <p:cNvSpPr/>
              <p:nvPr/>
            </p:nvSpPr>
            <p:spPr>
              <a:xfrm>
                <a:off x="1517805" y="1044771"/>
                <a:ext cx="115919" cy="6891"/>
              </a:xfrm>
              <a:custGeom>
                <a:avLst/>
                <a:gdLst>
                  <a:gd name="connsiteX0" fmla="*/ 112473 w 115919"/>
                  <a:gd name="connsiteY0" fmla="*/ 6892 h 6891"/>
                  <a:gd name="connsiteX1" fmla="*/ 3446 w 115919"/>
                  <a:gd name="connsiteY1" fmla="*/ 6892 h 6891"/>
                  <a:gd name="connsiteX2" fmla="*/ 0 w 115919"/>
                  <a:gd name="connsiteY2" fmla="*/ 3446 h 6891"/>
                  <a:gd name="connsiteX3" fmla="*/ 3446 w 115919"/>
                  <a:gd name="connsiteY3" fmla="*/ 0 h 6891"/>
                  <a:gd name="connsiteX4" fmla="*/ 112473 w 115919"/>
                  <a:gd name="connsiteY4" fmla="*/ 0 h 6891"/>
                  <a:gd name="connsiteX5" fmla="*/ 115919 w 115919"/>
                  <a:gd name="connsiteY5" fmla="*/ 3446 h 6891"/>
                  <a:gd name="connsiteX6" fmla="*/ 112473 w 115919"/>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919" h="6891">
                    <a:moveTo>
                      <a:pt x="112473" y="6892"/>
                    </a:moveTo>
                    <a:lnTo>
                      <a:pt x="3446" y="6892"/>
                    </a:lnTo>
                    <a:cubicBezTo>
                      <a:pt x="1554" y="6892"/>
                      <a:pt x="0" y="5338"/>
                      <a:pt x="0" y="3446"/>
                    </a:cubicBezTo>
                    <a:cubicBezTo>
                      <a:pt x="0" y="1553"/>
                      <a:pt x="1554" y="0"/>
                      <a:pt x="3446" y="0"/>
                    </a:cubicBezTo>
                    <a:lnTo>
                      <a:pt x="112473" y="0"/>
                    </a:lnTo>
                    <a:cubicBezTo>
                      <a:pt x="114366" y="0"/>
                      <a:pt x="115919" y="1553"/>
                      <a:pt x="115919" y="3446"/>
                    </a:cubicBezTo>
                    <a:cubicBezTo>
                      <a:pt x="115919" y="5338"/>
                      <a:pt x="114366" y="6892"/>
                      <a:pt x="112473" y="6892"/>
                    </a:cubicBezTo>
                    <a:close/>
                  </a:path>
                </a:pathLst>
              </a:custGeom>
              <a:solidFill>
                <a:srgbClr val="17A3A3"/>
              </a:solidFill>
              <a:ln w="2824" cap="flat">
                <a:noFill/>
                <a:prstDash val="solid"/>
                <a:miter/>
              </a:ln>
            </p:spPr>
            <p:txBody>
              <a:bodyPr rtlCol="1" anchor="ctr"/>
              <a:lstStyle/>
              <a:p>
                <a:endParaRPr lang="ar-SA"/>
              </a:p>
            </p:txBody>
          </p:sp>
          <p:sp>
            <p:nvSpPr>
              <p:cNvPr id="7147" name="شكل حر: شكل 8052">
                <a:extLst>
                  <a:ext uri="{FF2B5EF4-FFF2-40B4-BE49-F238E27FC236}">
                    <a16:creationId xmlns:a16="http://schemas.microsoft.com/office/drawing/2014/main" id="{AC077DD0-3223-76EE-1DB0-B1B17BA4227C}"/>
                  </a:ext>
                </a:extLst>
              </p:cNvPr>
              <p:cNvSpPr/>
              <p:nvPr/>
            </p:nvSpPr>
            <p:spPr>
              <a:xfrm>
                <a:off x="1517805" y="1076180"/>
                <a:ext cx="115919" cy="6891"/>
              </a:xfrm>
              <a:custGeom>
                <a:avLst/>
                <a:gdLst>
                  <a:gd name="connsiteX0" fmla="*/ 112473 w 115919"/>
                  <a:gd name="connsiteY0" fmla="*/ 6892 h 6891"/>
                  <a:gd name="connsiteX1" fmla="*/ 3446 w 115919"/>
                  <a:gd name="connsiteY1" fmla="*/ 6892 h 6891"/>
                  <a:gd name="connsiteX2" fmla="*/ 0 w 115919"/>
                  <a:gd name="connsiteY2" fmla="*/ 3446 h 6891"/>
                  <a:gd name="connsiteX3" fmla="*/ 3446 w 115919"/>
                  <a:gd name="connsiteY3" fmla="*/ 0 h 6891"/>
                  <a:gd name="connsiteX4" fmla="*/ 112473 w 115919"/>
                  <a:gd name="connsiteY4" fmla="*/ 0 h 6891"/>
                  <a:gd name="connsiteX5" fmla="*/ 115919 w 115919"/>
                  <a:gd name="connsiteY5" fmla="*/ 3446 h 6891"/>
                  <a:gd name="connsiteX6" fmla="*/ 112473 w 115919"/>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919" h="6891">
                    <a:moveTo>
                      <a:pt x="112473" y="6892"/>
                    </a:moveTo>
                    <a:lnTo>
                      <a:pt x="3446" y="6892"/>
                    </a:lnTo>
                    <a:cubicBezTo>
                      <a:pt x="1554" y="6892"/>
                      <a:pt x="0" y="5338"/>
                      <a:pt x="0" y="3446"/>
                    </a:cubicBezTo>
                    <a:cubicBezTo>
                      <a:pt x="0" y="1553"/>
                      <a:pt x="1554" y="0"/>
                      <a:pt x="3446" y="0"/>
                    </a:cubicBezTo>
                    <a:lnTo>
                      <a:pt x="112473" y="0"/>
                    </a:lnTo>
                    <a:cubicBezTo>
                      <a:pt x="114366" y="0"/>
                      <a:pt x="115919" y="1553"/>
                      <a:pt x="115919" y="3446"/>
                    </a:cubicBezTo>
                    <a:cubicBezTo>
                      <a:pt x="115919" y="5338"/>
                      <a:pt x="114366" y="6892"/>
                      <a:pt x="112473" y="6892"/>
                    </a:cubicBezTo>
                    <a:close/>
                  </a:path>
                </a:pathLst>
              </a:custGeom>
              <a:solidFill>
                <a:srgbClr val="17A3A3"/>
              </a:solidFill>
              <a:ln w="2824" cap="flat">
                <a:noFill/>
                <a:prstDash val="solid"/>
                <a:miter/>
              </a:ln>
            </p:spPr>
            <p:txBody>
              <a:bodyPr rtlCol="1" anchor="ctr"/>
              <a:lstStyle/>
              <a:p>
                <a:endParaRPr lang="ar-SA"/>
              </a:p>
            </p:txBody>
          </p:sp>
          <p:sp>
            <p:nvSpPr>
              <p:cNvPr id="7148" name="شكل حر: شكل 8053">
                <a:extLst>
                  <a:ext uri="{FF2B5EF4-FFF2-40B4-BE49-F238E27FC236}">
                    <a16:creationId xmlns:a16="http://schemas.microsoft.com/office/drawing/2014/main" id="{0D3B39E9-028F-6E72-9740-B2B37F114E16}"/>
                  </a:ext>
                </a:extLst>
              </p:cNvPr>
              <p:cNvSpPr/>
              <p:nvPr/>
            </p:nvSpPr>
            <p:spPr>
              <a:xfrm>
                <a:off x="1517805" y="1108775"/>
                <a:ext cx="115919" cy="6891"/>
              </a:xfrm>
              <a:custGeom>
                <a:avLst/>
                <a:gdLst>
                  <a:gd name="connsiteX0" fmla="*/ 112473 w 115919"/>
                  <a:gd name="connsiteY0" fmla="*/ 6892 h 6891"/>
                  <a:gd name="connsiteX1" fmla="*/ 3446 w 115919"/>
                  <a:gd name="connsiteY1" fmla="*/ 6892 h 6891"/>
                  <a:gd name="connsiteX2" fmla="*/ 0 w 115919"/>
                  <a:gd name="connsiteY2" fmla="*/ 3446 h 6891"/>
                  <a:gd name="connsiteX3" fmla="*/ 3446 w 115919"/>
                  <a:gd name="connsiteY3" fmla="*/ 0 h 6891"/>
                  <a:gd name="connsiteX4" fmla="*/ 112473 w 115919"/>
                  <a:gd name="connsiteY4" fmla="*/ 0 h 6891"/>
                  <a:gd name="connsiteX5" fmla="*/ 115919 w 115919"/>
                  <a:gd name="connsiteY5" fmla="*/ 3446 h 6891"/>
                  <a:gd name="connsiteX6" fmla="*/ 112473 w 115919"/>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5919" h="6891">
                    <a:moveTo>
                      <a:pt x="112473" y="6892"/>
                    </a:moveTo>
                    <a:lnTo>
                      <a:pt x="3446" y="6892"/>
                    </a:lnTo>
                    <a:cubicBezTo>
                      <a:pt x="1554" y="6892"/>
                      <a:pt x="0" y="5338"/>
                      <a:pt x="0" y="3446"/>
                    </a:cubicBezTo>
                    <a:cubicBezTo>
                      <a:pt x="0" y="1554"/>
                      <a:pt x="1554" y="0"/>
                      <a:pt x="3446" y="0"/>
                    </a:cubicBezTo>
                    <a:lnTo>
                      <a:pt x="112473" y="0"/>
                    </a:lnTo>
                    <a:cubicBezTo>
                      <a:pt x="114366" y="0"/>
                      <a:pt x="115919" y="1554"/>
                      <a:pt x="115919" y="3446"/>
                    </a:cubicBezTo>
                    <a:cubicBezTo>
                      <a:pt x="115919" y="5338"/>
                      <a:pt x="114366" y="6892"/>
                      <a:pt x="112473" y="6892"/>
                    </a:cubicBezTo>
                    <a:close/>
                  </a:path>
                </a:pathLst>
              </a:custGeom>
              <a:solidFill>
                <a:srgbClr val="17A3A3"/>
              </a:solidFill>
              <a:ln w="2824" cap="flat">
                <a:noFill/>
                <a:prstDash val="solid"/>
                <a:miter/>
              </a:ln>
            </p:spPr>
            <p:txBody>
              <a:bodyPr rtlCol="1" anchor="ctr"/>
              <a:lstStyle/>
              <a:p>
                <a:endParaRPr lang="ar-SA"/>
              </a:p>
            </p:txBody>
          </p:sp>
        </p:grpSp>
      </p:grpSp>
      <p:grpSp>
        <p:nvGrpSpPr>
          <p:cNvPr id="7156" name="رسم 8014">
            <a:extLst>
              <a:ext uri="{FF2B5EF4-FFF2-40B4-BE49-F238E27FC236}">
                <a16:creationId xmlns:a16="http://schemas.microsoft.com/office/drawing/2014/main" id="{8B056AB4-5B6D-E884-682A-5A8EF8CE10AA}"/>
              </a:ext>
            </a:extLst>
          </p:cNvPr>
          <p:cNvGrpSpPr/>
          <p:nvPr/>
        </p:nvGrpSpPr>
        <p:grpSpPr>
          <a:xfrm>
            <a:off x="6395775" y="2504113"/>
            <a:ext cx="230292" cy="221337"/>
            <a:chOff x="6726297" y="1361657"/>
            <a:chExt cx="275268" cy="280816"/>
          </a:xfrm>
        </p:grpSpPr>
        <p:grpSp>
          <p:nvGrpSpPr>
            <p:cNvPr id="7157" name="رسم 8014">
              <a:extLst>
                <a:ext uri="{FF2B5EF4-FFF2-40B4-BE49-F238E27FC236}">
                  <a16:creationId xmlns:a16="http://schemas.microsoft.com/office/drawing/2014/main" id="{3A56662B-98AC-1C02-8DD4-8E11D44086D2}"/>
                </a:ext>
              </a:extLst>
            </p:cNvPr>
            <p:cNvGrpSpPr/>
            <p:nvPr/>
          </p:nvGrpSpPr>
          <p:grpSpPr>
            <a:xfrm>
              <a:off x="6726297" y="1361657"/>
              <a:ext cx="252571" cy="237798"/>
              <a:chOff x="6726297" y="1361657"/>
              <a:chExt cx="252571" cy="237798"/>
            </a:xfrm>
            <a:solidFill>
              <a:srgbClr val="01355A"/>
            </a:solidFill>
          </p:grpSpPr>
          <p:sp>
            <p:nvSpPr>
              <p:cNvPr id="7159" name="شكل حر: شكل 8056">
                <a:extLst>
                  <a:ext uri="{FF2B5EF4-FFF2-40B4-BE49-F238E27FC236}">
                    <a16:creationId xmlns:a16="http://schemas.microsoft.com/office/drawing/2014/main" id="{4461887D-6B26-B5D8-ED56-4058713E768F}"/>
                  </a:ext>
                </a:extLst>
              </p:cNvPr>
              <p:cNvSpPr/>
              <p:nvPr/>
            </p:nvSpPr>
            <p:spPr>
              <a:xfrm>
                <a:off x="6726297" y="1361657"/>
                <a:ext cx="252571" cy="237798"/>
              </a:xfrm>
              <a:custGeom>
                <a:avLst/>
                <a:gdLst>
                  <a:gd name="connsiteX0" fmla="*/ 167383 w 252571"/>
                  <a:gd name="connsiteY0" fmla="*/ 237770 h 237798"/>
                  <a:gd name="connsiteX1" fmla="*/ 3447 w 252571"/>
                  <a:gd name="connsiteY1" fmla="*/ 237770 h 237798"/>
                  <a:gd name="connsiteX2" fmla="*/ 0 w 252571"/>
                  <a:gd name="connsiteY2" fmla="*/ 234324 h 237798"/>
                  <a:gd name="connsiteX3" fmla="*/ 0 w 252571"/>
                  <a:gd name="connsiteY3" fmla="*/ 3446 h 237798"/>
                  <a:gd name="connsiteX4" fmla="*/ 3447 w 252571"/>
                  <a:gd name="connsiteY4" fmla="*/ 0 h 237798"/>
                  <a:gd name="connsiteX5" fmla="*/ 249126 w 252571"/>
                  <a:gd name="connsiteY5" fmla="*/ 0 h 237798"/>
                  <a:gd name="connsiteX6" fmla="*/ 252571 w 252571"/>
                  <a:gd name="connsiteY6" fmla="*/ 3446 h 237798"/>
                  <a:gd name="connsiteX7" fmla="*/ 252571 w 252571"/>
                  <a:gd name="connsiteY7" fmla="*/ 130042 h 237798"/>
                  <a:gd name="connsiteX8" fmla="*/ 249126 w 252571"/>
                  <a:gd name="connsiteY8" fmla="*/ 133488 h 237798"/>
                  <a:gd name="connsiteX9" fmla="*/ 245679 w 252571"/>
                  <a:gd name="connsiteY9" fmla="*/ 130042 h 237798"/>
                  <a:gd name="connsiteX10" fmla="*/ 245679 w 252571"/>
                  <a:gd name="connsiteY10" fmla="*/ 6892 h 237798"/>
                  <a:gd name="connsiteX11" fmla="*/ 6892 w 252571"/>
                  <a:gd name="connsiteY11" fmla="*/ 6892 h 237798"/>
                  <a:gd name="connsiteX12" fmla="*/ 6892 w 252571"/>
                  <a:gd name="connsiteY12" fmla="*/ 230907 h 237798"/>
                  <a:gd name="connsiteX13" fmla="*/ 167383 w 252571"/>
                  <a:gd name="connsiteY13" fmla="*/ 230907 h 237798"/>
                  <a:gd name="connsiteX14" fmla="*/ 170829 w 252571"/>
                  <a:gd name="connsiteY14" fmla="*/ 234353 h 237798"/>
                  <a:gd name="connsiteX15" fmla="*/ 167383 w 252571"/>
                  <a:gd name="connsiteY15" fmla="*/ 237799 h 237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2571" h="237798">
                    <a:moveTo>
                      <a:pt x="167383" y="237770"/>
                    </a:moveTo>
                    <a:lnTo>
                      <a:pt x="3447" y="237770"/>
                    </a:lnTo>
                    <a:cubicBezTo>
                      <a:pt x="1554" y="237770"/>
                      <a:pt x="0" y="236217"/>
                      <a:pt x="0" y="234324"/>
                    </a:cubicBezTo>
                    <a:lnTo>
                      <a:pt x="0" y="3446"/>
                    </a:lnTo>
                    <a:cubicBezTo>
                      <a:pt x="0" y="1554"/>
                      <a:pt x="1554" y="0"/>
                      <a:pt x="3447" y="0"/>
                    </a:cubicBezTo>
                    <a:lnTo>
                      <a:pt x="249126" y="0"/>
                    </a:lnTo>
                    <a:cubicBezTo>
                      <a:pt x="251018" y="0"/>
                      <a:pt x="252571" y="1554"/>
                      <a:pt x="252571" y="3446"/>
                    </a:cubicBezTo>
                    <a:lnTo>
                      <a:pt x="252571" y="130042"/>
                    </a:lnTo>
                    <a:cubicBezTo>
                      <a:pt x="252571" y="131935"/>
                      <a:pt x="251018" y="133488"/>
                      <a:pt x="249126" y="133488"/>
                    </a:cubicBezTo>
                    <a:cubicBezTo>
                      <a:pt x="247233" y="133488"/>
                      <a:pt x="245679" y="131935"/>
                      <a:pt x="245679" y="130042"/>
                    </a:cubicBezTo>
                    <a:lnTo>
                      <a:pt x="245679" y="6892"/>
                    </a:lnTo>
                    <a:lnTo>
                      <a:pt x="6892" y="6892"/>
                    </a:lnTo>
                    <a:lnTo>
                      <a:pt x="6892" y="230907"/>
                    </a:lnTo>
                    <a:lnTo>
                      <a:pt x="167383" y="230907"/>
                    </a:lnTo>
                    <a:cubicBezTo>
                      <a:pt x="169276" y="230907"/>
                      <a:pt x="170829" y="232460"/>
                      <a:pt x="170829" y="234353"/>
                    </a:cubicBezTo>
                    <a:cubicBezTo>
                      <a:pt x="170829" y="236245"/>
                      <a:pt x="169276" y="237799"/>
                      <a:pt x="167383" y="237799"/>
                    </a:cubicBezTo>
                    <a:close/>
                  </a:path>
                </a:pathLst>
              </a:custGeom>
              <a:solidFill>
                <a:srgbClr val="01355A"/>
              </a:solidFill>
              <a:ln w="2824" cap="flat">
                <a:noFill/>
                <a:prstDash val="solid"/>
                <a:miter/>
              </a:ln>
            </p:spPr>
            <p:txBody>
              <a:bodyPr rtlCol="1" anchor="ctr"/>
              <a:lstStyle/>
              <a:p>
                <a:endParaRPr lang="ar-SA"/>
              </a:p>
            </p:txBody>
          </p:sp>
          <p:sp>
            <p:nvSpPr>
              <p:cNvPr id="7160" name="شكل حر: شكل 8057">
                <a:extLst>
                  <a:ext uri="{FF2B5EF4-FFF2-40B4-BE49-F238E27FC236}">
                    <a16:creationId xmlns:a16="http://schemas.microsoft.com/office/drawing/2014/main" id="{86D9D8E1-0918-A96D-5480-326FFB696022}"/>
                  </a:ext>
                </a:extLst>
              </p:cNvPr>
              <p:cNvSpPr/>
              <p:nvPr/>
            </p:nvSpPr>
            <p:spPr>
              <a:xfrm>
                <a:off x="6764881" y="1400212"/>
                <a:ext cx="59315" cy="71178"/>
              </a:xfrm>
              <a:custGeom>
                <a:avLst/>
                <a:gdLst>
                  <a:gd name="connsiteX0" fmla="*/ 55870 w 59315"/>
                  <a:gd name="connsiteY0" fmla="*/ 71179 h 71178"/>
                  <a:gd name="connsiteX1" fmla="*/ 3446 w 59315"/>
                  <a:gd name="connsiteY1" fmla="*/ 71179 h 71178"/>
                  <a:gd name="connsiteX2" fmla="*/ 0 w 59315"/>
                  <a:gd name="connsiteY2" fmla="*/ 67733 h 71178"/>
                  <a:gd name="connsiteX3" fmla="*/ 0 w 59315"/>
                  <a:gd name="connsiteY3" fmla="*/ 3446 h 71178"/>
                  <a:gd name="connsiteX4" fmla="*/ 3446 w 59315"/>
                  <a:gd name="connsiteY4" fmla="*/ 0 h 71178"/>
                  <a:gd name="connsiteX5" fmla="*/ 55870 w 59315"/>
                  <a:gd name="connsiteY5" fmla="*/ 0 h 71178"/>
                  <a:gd name="connsiteX6" fmla="*/ 59315 w 59315"/>
                  <a:gd name="connsiteY6" fmla="*/ 3446 h 71178"/>
                  <a:gd name="connsiteX7" fmla="*/ 59315 w 59315"/>
                  <a:gd name="connsiteY7" fmla="*/ 67733 h 71178"/>
                  <a:gd name="connsiteX8" fmla="*/ 55870 w 59315"/>
                  <a:gd name="connsiteY8" fmla="*/ 71179 h 71178"/>
                  <a:gd name="connsiteX9" fmla="*/ 6892 w 59315"/>
                  <a:gd name="connsiteY9" fmla="*/ 64287 h 71178"/>
                  <a:gd name="connsiteX10" fmla="*/ 52451 w 59315"/>
                  <a:gd name="connsiteY10" fmla="*/ 64287 h 71178"/>
                  <a:gd name="connsiteX11" fmla="*/ 52451 w 59315"/>
                  <a:gd name="connsiteY11" fmla="*/ 6892 h 71178"/>
                  <a:gd name="connsiteX12" fmla="*/ 6892 w 59315"/>
                  <a:gd name="connsiteY12" fmla="*/ 6892 h 71178"/>
                  <a:gd name="connsiteX13" fmla="*/ 6892 w 59315"/>
                  <a:gd name="connsiteY13" fmla="*/ 64287 h 71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315" h="71178">
                    <a:moveTo>
                      <a:pt x="55870" y="71179"/>
                    </a:moveTo>
                    <a:lnTo>
                      <a:pt x="3446" y="71179"/>
                    </a:lnTo>
                    <a:cubicBezTo>
                      <a:pt x="1554" y="71179"/>
                      <a:pt x="0" y="69625"/>
                      <a:pt x="0" y="67733"/>
                    </a:cubicBezTo>
                    <a:lnTo>
                      <a:pt x="0" y="3446"/>
                    </a:lnTo>
                    <a:cubicBezTo>
                      <a:pt x="0" y="1553"/>
                      <a:pt x="1554" y="0"/>
                      <a:pt x="3446" y="0"/>
                    </a:cubicBezTo>
                    <a:lnTo>
                      <a:pt x="55870" y="0"/>
                    </a:lnTo>
                    <a:cubicBezTo>
                      <a:pt x="57762" y="0"/>
                      <a:pt x="59315" y="1553"/>
                      <a:pt x="59315" y="3446"/>
                    </a:cubicBezTo>
                    <a:lnTo>
                      <a:pt x="59315" y="67733"/>
                    </a:lnTo>
                    <a:cubicBezTo>
                      <a:pt x="59315" y="69625"/>
                      <a:pt x="57762" y="71179"/>
                      <a:pt x="55870" y="71179"/>
                    </a:cubicBezTo>
                    <a:close/>
                    <a:moveTo>
                      <a:pt x="6892" y="64287"/>
                    </a:moveTo>
                    <a:lnTo>
                      <a:pt x="52451" y="64287"/>
                    </a:lnTo>
                    <a:lnTo>
                      <a:pt x="52451" y="6892"/>
                    </a:lnTo>
                    <a:lnTo>
                      <a:pt x="6892" y="6892"/>
                    </a:lnTo>
                    <a:lnTo>
                      <a:pt x="6892" y="64287"/>
                    </a:lnTo>
                    <a:close/>
                  </a:path>
                </a:pathLst>
              </a:custGeom>
              <a:solidFill>
                <a:srgbClr val="01355A"/>
              </a:solidFill>
              <a:ln w="2824" cap="flat">
                <a:noFill/>
                <a:prstDash val="solid"/>
                <a:miter/>
              </a:ln>
            </p:spPr>
            <p:txBody>
              <a:bodyPr rtlCol="1" anchor="ctr"/>
              <a:lstStyle/>
              <a:p>
                <a:endParaRPr lang="ar-SA"/>
              </a:p>
            </p:txBody>
          </p:sp>
          <p:grpSp>
            <p:nvGrpSpPr>
              <p:cNvPr id="7161" name="رسم 8014">
                <a:extLst>
                  <a:ext uri="{FF2B5EF4-FFF2-40B4-BE49-F238E27FC236}">
                    <a16:creationId xmlns:a16="http://schemas.microsoft.com/office/drawing/2014/main" id="{84558C43-9DBB-DAD1-DCF1-ADEBC143B199}"/>
                  </a:ext>
                </a:extLst>
              </p:cNvPr>
              <p:cNvGrpSpPr/>
              <p:nvPr/>
            </p:nvGrpSpPr>
            <p:grpSpPr>
              <a:xfrm>
                <a:off x="6764852" y="1408177"/>
                <a:ext cx="170715" cy="150774"/>
                <a:chOff x="6764852" y="1408177"/>
                <a:chExt cx="170715" cy="150774"/>
              </a:xfrm>
              <a:solidFill>
                <a:srgbClr val="01355A"/>
              </a:solidFill>
            </p:grpSpPr>
            <p:sp>
              <p:nvSpPr>
                <p:cNvPr id="7162" name="شكل حر: شكل 8059">
                  <a:extLst>
                    <a:ext uri="{FF2B5EF4-FFF2-40B4-BE49-F238E27FC236}">
                      <a16:creationId xmlns:a16="http://schemas.microsoft.com/office/drawing/2014/main" id="{4C806791-0772-423C-A733-E35CC2F6EC67}"/>
                    </a:ext>
                  </a:extLst>
                </p:cNvPr>
                <p:cNvSpPr/>
                <p:nvPr/>
              </p:nvSpPr>
              <p:spPr>
                <a:xfrm>
                  <a:off x="6860604" y="1408177"/>
                  <a:ext cx="74963" cy="6891"/>
                </a:xfrm>
                <a:custGeom>
                  <a:avLst/>
                  <a:gdLst>
                    <a:gd name="connsiteX0" fmla="*/ 71518 w 74963"/>
                    <a:gd name="connsiteY0" fmla="*/ 6892 h 6891"/>
                    <a:gd name="connsiteX1" fmla="*/ 3446 w 74963"/>
                    <a:gd name="connsiteY1" fmla="*/ 6892 h 6891"/>
                    <a:gd name="connsiteX2" fmla="*/ 0 w 74963"/>
                    <a:gd name="connsiteY2" fmla="*/ 3446 h 6891"/>
                    <a:gd name="connsiteX3" fmla="*/ 3446 w 74963"/>
                    <a:gd name="connsiteY3" fmla="*/ 0 h 6891"/>
                    <a:gd name="connsiteX4" fmla="*/ 71518 w 74963"/>
                    <a:gd name="connsiteY4" fmla="*/ 0 h 6891"/>
                    <a:gd name="connsiteX5" fmla="*/ 74964 w 74963"/>
                    <a:gd name="connsiteY5" fmla="*/ 3446 h 6891"/>
                    <a:gd name="connsiteX6" fmla="*/ 71518 w 74963"/>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963" h="6891">
                      <a:moveTo>
                        <a:pt x="71518" y="6892"/>
                      </a:moveTo>
                      <a:lnTo>
                        <a:pt x="3446" y="6892"/>
                      </a:lnTo>
                      <a:cubicBezTo>
                        <a:pt x="1554" y="6892"/>
                        <a:pt x="0" y="5338"/>
                        <a:pt x="0" y="3446"/>
                      </a:cubicBezTo>
                      <a:cubicBezTo>
                        <a:pt x="0" y="1554"/>
                        <a:pt x="1554" y="0"/>
                        <a:pt x="3446" y="0"/>
                      </a:cubicBezTo>
                      <a:lnTo>
                        <a:pt x="71518" y="0"/>
                      </a:lnTo>
                      <a:cubicBezTo>
                        <a:pt x="73410" y="0"/>
                        <a:pt x="74964" y="1554"/>
                        <a:pt x="74964" y="3446"/>
                      </a:cubicBezTo>
                      <a:cubicBezTo>
                        <a:pt x="74964" y="5338"/>
                        <a:pt x="73410" y="6892"/>
                        <a:pt x="71518" y="6892"/>
                      </a:cubicBezTo>
                      <a:close/>
                    </a:path>
                  </a:pathLst>
                </a:custGeom>
                <a:solidFill>
                  <a:srgbClr val="01355A"/>
                </a:solidFill>
                <a:ln w="2824" cap="flat">
                  <a:noFill/>
                  <a:prstDash val="solid"/>
                  <a:miter/>
                </a:ln>
              </p:spPr>
              <p:txBody>
                <a:bodyPr rtlCol="1" anchor="ctr"/>
                <a:lstStyle/>
                <a:p>
                  <a:endParaRPr lang="ar-SA"/>
                </a:p>
              </p:txBody>
            </p:sp>
            <p:sp>
              <p:nvSpPr>
                <p:cNvPr id="7163" name="شكل حر: شكل 8060">
                  <a:extLst>
                    <a:ext uri="{FF2B5EF4-FFF2-40B4-BE49-F238E27FC236}">
                      <a16:creationId xmlns:a16="http://schemas.microsoft.com/office/drawing/2014/main" id="{ABACFE7E-8AF2-560F-7CC8-3AFA3009A0CD}"/>
                    </a:ext>
                  </a:extLst>
                </p:cNvPr>
                <p:cNvSpPr/>
                <p:nvPr/>
              </p:nvSpPr>
              <p:spPr>
                <a:xfrm>
                  <a:off x="6860604" y="1456138"/>
                  <a:ext cx="74963" cy="6891"/>
                </a:xfrm>
                <a:custGeom>
                  <a:avLst/>
                  <a:gdLst>
                    <a:gd name="connsiteX0" fmla="*/ 71518 w 74963"/>
                    <a:gd name="connsiteY0" fmla="*/ 6892 h 6891"/>
                    <a:gd name="connsiteX1" fmla="*/ 3446 w 74963"/>
                    <a:gd name="connsiteY1" fmla="*/ 6892 h 6891"/>
                    <a:gd name="connsiteX2" fmla="*/ 0 w 74963"/>
                    <a:gd name="connsiteY2" fmla="*/ 3446 h 6891"/>
                    <a:gd name="connsiteX3" fmla="*/ 3446 w 74963"/>
                    <a:gd name="connsiteY3" fmla="*/ 0 h 6891"/>
                    <a:gd name="connsiteX4" fmla="*/ 71518 w 74963"/>
                    <a:gd name="connsiteY4" fmla="*/ 0 h 6891"/>
                    <a:gd name="connsiteX5" fmla="*/ 74964 w 74963"/>
                    <a:gd name="connsiteY5" fmla="*/ 3446 h 6891"/>
                    <a:gd name="connsiteX6" fmla="*/ 71518 w 74963"/>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963" h="6891">
                      <a:moveTo>
                        <a:pt x="71518" y="6892"/>
                      </a:moveTo>
                      <a:lnTo>
                        <a:pt x="3446" y="6892"/>
                      </a:lnTo>
                      <a:cubicBezTo>
                        <a:pt x="1554" y="6892"/>
                        <a:pt x="0" y="5338"/>
                        <a:pt x="0" y="3446"/>
                      </a:cubicBezTo>
                      <a:cubicBezTo>
                        <a:pt x="0" y="1553"/>
                        <a:pt x="1554" y="0"/>
                        <a:pt x="3446" y="0"/>
                      </a:cubicBezTo>
                      <a:lnTo>
                        <a:pt x="71518" y="0"/>
                      </a:lnTo>
                      <a:cubicBezTo>
                        <a:pt x="73410" y="0"/>
                        <a:pt x="74964" y="1553"/>
                        <a:pt x="74964" y="3446"/>
                      </a:cubicBezTo>
                      <a:cubicBezTo>
                        <a:pt x="74964" y="5338"/>
                        <a:pt x="73410" y="6892"/>
                        <a:pt x="71518" y="6892"/>
                      </a:cubicBezTo>
                      <a:close/>
                    </a:path>
                  </a:pathLst>
                </a:custGeom>
                <a:solidFill>
                  <a:srgbClr val="01355A"/>
                </a:solidFill>
                <a:ln w="2824" cap="flat">
                  <a:noFill/>
                  <a:prstDash val="solid"/>
                  <a:miter/>
                </a:ln>
              </p:spPr>
              <p:txBody>
                <a:bodyPr rtlCol="1" anchor="ctr"/>
                <a:lstStyle/>
                <a:p>
                  <a:endParaRPr lang="ar-SA"/>
                </a:p>
              </p:txBody>
            </p:sp>
            <p:sp>
              <p:nvSpPr>
                <p:cNvPr id="7164" name="شكل حر: شكل 8061">
                  <a:extLst>
                    <a:ext uri="{FF2B5EF4-FFF2-40B4-BE49-F238E27FC236}">
                      <a16:creationId xmlns:a16="http://schemas.microsoft.com/office/drawing/2014/main" id="{680BF04C-59FB-33B1-42A5-4CDD82E41E88}"/>
                    </a:ext>
                  </a:extLst>
                </p:cNvPr>
                <p:cNvSpPr/>
                <p:nvPr/>
              </p:nvSpPr>
              <p:spPr>
                <a:xfrm>
                  <a:off x="6764852" y="1504099"/>
                  <a:ext cx="170715" cy="6891"/>
                </a:xfrm>
                <a:custGeom>
                  <a:avLst/>
                  <a:gdLst>
                    <a:gd name="connsiteX0" fmla="*/ 167270 w 170715"/>
                    <a:gd name="connsiteY0" fmla="*/ 6892 h 6891"/>
                    <a:gd name="connsiteX1" fmla="*/ 3446 w 170715"/>
                    <a:gd name="connsiteY1" fmla="*/ 6892 h 6891"/>
                    <a:gd name="connsiteX2" fmla="*/ 0 w 170715"/>
                    <a:gd name="connsiteY2" fmla="*/ 3446 h 6891"/>
                    <a:gd name="connsiteX3" fmla="*/ 3446 w 170715"/>
                    <a:gd name="connsiteY3" fmla="*/ 0 h 6891"/>
                    <a:gd name="connsiteX4" fmla="*/ 167270 w 170715"/>
                    <a:gd name="connsiteY4" fmla="*/ 0 h 6891"/>
                    <a:gd name="connsiteX5" fmla="*/ 170715 w 170715"/>
                    <a:gd name="connsiteY5" fmla="*/ 3446 h 6891"/>
                    <a:gd name="connsiteX6" fmla="*/ 167270 w 170715"/>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0715" h="6891">
                      <a:moveTo>
                        <a:pt x="167270" y="6892"/>
                      </a:moveTo>
                      <a:lnTo>
                        <a:pt x="3446" y="6892"/>
                      </a:lnTo>
                      <a:cubicBezTo>
                        <a:pt x="1554" y="6892"/>
                        <a:pt x="0" y="5338"/>
                        <a:pt x="0" y="3446"/>
                      </a:cubicBezTo>
                      <a:cubicBezTo>
                        <a:pt x="0" y="1553"/>
                        <a:pt x="1554" y="0"/>
                        <a:pt x="3446" y="0"/>
                      </a:cubicBezTo>
                      <a:lnTo>
                        <a:pt x="167270" y="0"/>
                      </a:lnTo>
                      <a:cubicBezTo>
                        <a:pt x="169162" y="0"/>
                        <a:pt x="170715" y="1553"/>
                        <a:pt x="170715" y="3446"/>
                      </a:cubicBezTo>
                      <a:cubicBezTo>
                        <a:pt x="170715" y="5338"/>
                        <a:pt x="169162" y="6892"/>
                        <a:pt x="167270" y="6892"/>
                      </a:cubicBezTo>
                      <a:close/>
                    </a:path>
                  </a:pathLst>
                </a:custGeom>
                <a:solidFill>
                  <a:srgbClr val="01355A"/>
                </a:solidFill>
                <a:ln w="2824" cap="flat">
                  <a:noFill/>
                  <a:prstDash val="solid"/>
                  <a:miter/>
                </a:ln>
              </p:spPr>
              <p:txBody>
                <a:bodyPr rtlCol="1" anchor="ctr"/>
                <a:lstStyle/>
                <a:p>
                  <a:endParaRPr lang="ar-SA"/>
                </a:p>
              </p:txBody>
            </p:sp>
            <p:sp>
              <p:nvSpPr>
                <p:cNvPr id="7165" name="شكل حر: شكل 8062">
                  <a:extLst>
                    <a:ext uri="{FF2B5EF4-FFF2-40B4-BE49-F238E27FC236}">
                      <a16:creationId xmlns:a16="http://schemas.microsoft.com/office/drawing/2014/main" id="{1EF2763E-63A2-3E0E-278B-25B63E106EA1}"/>
                    </a:ext>
                  </a:extLst>
                </p:cNvPr>
                <p:cNvSpPr/>
                <p:nvPr/>
              </p:nvSpPr>
              <p:spPr>
                <a:xfrm>
                  <a:off x="6764881" y="1552060"/>
                  <a:ext cx="75047" cy="6891"/>
                </a:xfrm>
                <a:custGeom>
                  <a:avLst/>
                  <a:gdLst>
                    <a:gd name="connsiteX0" fmla="*/ 71602 w 75047"/>
                    <a:gd name="connsiteY0" fmla="*/ 6892 h 6891"/>
                    <a:gd name="connsiteX1" fmla="*/ 3446 w 75047"/>
                    <a:gd name="connsiteY1" fmla="*/ 6892 h 6891"/>
                    <a:gd name="connsiteX2" fmla="*/ 0 w 75047"/>
                    <a:gd name="connsiteY2" fmla="*/ 3446 h 6891"/>
                    <a:gd name="connsiteX3" fmla="*/ 3446 w 75047"/>
                    <a:gd name="connsiteY3" fmla="*/ 0 h 6891"/>
                    <a:gd name="connsiteX4" fmla="*/ 71602 w 75047"/>
                    <a:gd name="connsiteY4" fmla="*/ 0 h 6891"/>
                    <a:gd name="connsiteX5" fmla="*/ 75048 w 75047"/>
                    <a:gd name="connsiteY5" fmla="*/ 3446 h 6891"/>
                    <a:gd name="connsiteX6" fmla="*/ 71602 w 75047"/>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047" h="6891">
                      <a:moveTo>
                        <a:pt x="71602" y="6892"/>
                      </a:moveTo>
                      <a:lnTo>
                        <a:pt x="3446" y="6892"/>
                      </a:lnTo>
                      <a:cubicBezTo>
                        <a:pt x="1554" y="6892"/>
                        <a:pt x="0" y="5338"/>
                        <a:pt x="0" y="3446"/>
                      </a:cubicBezTo>
                      <a:cubicBezTo>
                        <a:pt x="0" y="1553"/>
                        <a:pt x="1554" y="0"/>
                        <a:pt x="3446" y="0"/>
                      </a:cubicBezTo>
                      <a:lnTo>
                        <a:pt x="71602" y="0"/>
                      </a:lnTo>
                      <a:cubicBezTo>
                        <a:pt x="73495" y="0"/>
                        <a:pt x="75048" y="1553"/>
                        <a:pt x="75048" y="3446"/>
                      </a:cubicBezTo>
                      <a:cubicBezTo>
                        <a:pt x="75048" y="5338"/>
                        <a:pt x="73495" y="6892"/>
                        <a:pt x="71602" y="6892"/>
                      </a:cubicBezTo>
                      <a:close/>
                    </a:path>
                  </a:pathLst>
                </a:custGeom>
                <a:solidFill>
                  <a:srgbClr val="01355A"/>
                </a:solidFill>
                <a:ln w="2824" cap="flat">
                  <a:noFill/>
                  <a:prstDash val="solid"/>
                  <a:miter/>
                </a:ln>
              </p:spPr>
              <p:txBody>
                <a:bodyPr rtlCol="1" anchor="ctr"/>
                <a:lstStyle/>
                <a:p>
                  <a:endParaRPr lang="ar-SA"/>
                </a:p>
              </p:txBody>
            </p:sp>
          </p:grpSp>
        </p:grpSp>
        <p:sp>
          <p:nvSpPr>
            <p:cNvPr id="7158" name="شكل حر: شكل 8063">
              <a:extLst>
                <a:ext uri="{FF2B5EF4-FFF2-40B4-BE49-F238E27FC236}">
                  <a16:creationId xmlns:a16="http://schemas.microsoft.com/office/drawing/2014/main" id="{5D52AE76-73DD-2943-DDD8-87224910B15D}"/>
                </a:ext>
              </a:extLst>
            </p:cNvPr>
            <p:cNvSpPr/>
            <p:nvPr/>
          </p:nvSpPr>
          <p:spPr>
            <a:xfrm>
              <a:off x="6865209" y="1506088"/>
              <a:ext cx="136356" cy="136385"/>
            </a:xfrm>
            <a:custGeom>
              <a:avLst/>
              <a:gdLst>
                <a:gd name="connsiteX0" fmla="*/ 81714 w 136356"/>
                <a:gd name="connsiteY0" fmla="*/ 136385 h 136385"/>
                <a:gd name="connsiteX1" fmla="*/ 81657 w 136356"/>
                <a:gd name="connsiteY1" fmla="*/ 136385 h 136385"/>
                <a:gd name="connsiteX2" fmla="*/ 78466 w 136356"/>
                <a:gd name="connsiteY2" fmla="*/ 134069 h 136385"/>
                <a:gd name="connsiteX3" fmla="*/ 58722 w 136356"/>
                <a:gd name="connsiteY3" fmla="*/ 77663 h 136385"/>
                <a:gd name="connsiteX4" fmla="*/ 2316 w 136356"/>
                <a:gd name="connsiteY4" fmla="*/ 57919 h 136385"/>
                <a:gd name="connsiteX5" fmla="*/ 0 w 136356"/>
                <a:gd name="connsiteY5" fmla="*/ 54728 h 136385"/>
                <a:gd name="connsiteX6" fmla="*/ 2175 w 136356"/>
                <a:gd name="connsiteY6" fmla="*/ 51451 h 136385"/>
                <a:gd name="connsiteX7" fmla="*/ 131652 w 136356"/>
                <a:gd name="connsiteY7" fmla="*/ 242 h 136385"/>
                <a:gd name="connsiteX8" fmla="*/ 135352 w 136356"/>
                <a:gd name="connsiteY8" fmla="*/ 1005 h 136385"/>
                <a:gd name="connsiteX9" fmla="*/ 136115 w 136356"/>
                <a:gd name="connsiteY9" fmla="*/ 4705 h 136385"/>
                <a:gd name="connsiteX10" fmla="*/ 84905 w 136356"/>
                <a:gd name="connsiteY10" fmla="*/ 134182 h 136385"/>
                <a:gd name="connsiteX11" fmla="*/ 81714 w 136356"/>
                <a:gd name="connsiteY11" fmla="*/ 136357 h 136385"/>
                <a:gd name="connsiteX12" fmla="*/ 13304 w 136356"/>
                <a:gd name="connsiteY12" fmla="*/ 54473 h 136385"/>
                <a:gd name="connsiteX13" fmla="*/ 62563 w 136356"/>
                <a:gd name="connsiteY13" fmla="*/ 71731 h 136385"/>
                <a:gd name="connsiteX14" fmla="*/ 64682 w 136356"/>
                <a:gd name="connsiteY14" fmla="*/ 73850 h 136385"/>
                <a:gd name="connsiteX15" fmla="*/ 81940 w 136356"/>
                <a:gd name="connsiteY15" fmla="*/ 123110 h 136385"/>
                <a:gd name="connsiteX16" fmla="*/ 126822 w 136356"/>
                <a:gd name="connsiteY16" fmla="*/ 9620 h 136385"/>
                <a:gd name="connsiteX17" fmla="*/ 13332 w 136356"/>
                <a:gd name="connsiteY17" fmla="*/ 54502 h 136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6356" h="136385">
                  <a:moveTo>
                    <a:pt x="81714" y="136385"/>
                  </a:moveTo>
                  <a:cubicBezTo>
                    <a:pt x="81714" y="136385"/>
                    <a:pt x="81657" y="136385"/>
                    <a:pt x="81657" y="136385"/>
                  </a:cubicBezTo>
                  <a:cubicBezTo>
                    <a:pt x="80217" y="136385"/>
                    <a:pt x="78946" y="135425"/>
                    <a:pt x="78466" y="134069"/>
                  </a:cubicBezTo>
                  <a:lnTo>
                    <a:pt x="58722" y="77663"/>
                  </a:lnTo>
                  <a:lnTo>
                    <a:pt x="2316" y="57919"/>
                  </a:lnTo>
                  <a:cubicBezTo>
                    <a:pt x="960" y="57439"/>
                    <a:pt x="28" y="56168"/>
                    <a:pt x="0" y="54728"/>
                  </a:cubicBezTo>
                  <a:cubicBezTo>
                    <a:pt x="0" y="53287"/>
                    <a:pt x="847" y="51988"/>
                    <a:pt x="2175" y="51451"/>
                  </a:cubicBezTo>
                  <a:lnTo>
                    <a:pt x="131652" y="242"/>
                  </a:lnTo>
                  <a:cubicBezTo>
                    <a:pt x="132923" y="-266"/>
                    <a:pt x="134391" y="44"/>
                    <a:pt x="135352" y="1005"/>
                  </a:cubicBezTo>
                  <a:cubicBezTo>
                    <a:pt x="136313" y="1965"/>
                    <a:pt x="136623" y="3434"/>
                    <a:pt x="136115" y="4705"/>
                  </a:cubicBezTo>
                  <a:lnTo>
                    <a:pt x="84905" y="134182"/>
                  </a:lnTo>
                  <a:cubicBezTo>
                    <a:pt x="84397" y="135510"/>
                    <a:pt x="83126" y="136357"/>
                    <a:pt x="81714" y="136357"/>
                  </a:cubicBezTo>
                  <a:close/>
                  <a:moveTo>
                    <a:pt x="13304" y="54473"/>
                  </a:moveTo>
                  <a:lnTo>
                    <a:pt x="62563" y="71731"/>
                  </a:lnTo>
                  <a:cubicBezTo>
                    <a:pt x="63552" y="72070"/>
                    <a:pt x="64315" y="72861"/>
                    <a:pt x="64682" y="73850"/>
                  </a:cubicBezTo>
                  <a:lnTo>
                    <a:pt x="81940" y="123110"/>
                  </a:lnTo>
                  <a:lnTo>
                    <a:pt x="126822" y="9620"/>
                  </a:lnTo>
                  <a:lnTo>
                    <a:pt x="13332" y="54502"/>
                  </a:lnTo>
                  <a:close/>
                </a:path>
              </a:pathLst>
            </a:custGeom>
            <a:solidFill>
              <a:srgbClr val="17A3A3"/>
            </a:solidFill>
            <a:ln w="2824" cap="flat">
              <a:noFill/>
              <a:prstDash val="solid"/>
              <a:miter/>
            </a:ln>
          </p:spPr>
          <p:txBody>
            <a:bodyPr rtlCol="1" anchor="ctr"/>
            <a:lstStyle/>
            <a:p>
              <a:endParaRPr lang="ar-SA"/>
            </a:p>
          </p:txBody>
        </p:sp>
      </p:grpSp>
      <p:grpSp>
        <p:nvGrpSpPr>
          <p:cNvPr id="7166" name="رسم 8014">
            <a:extLst>
              <a:ext uri="{FF2B5EF4-FFF2-40B4-BE49-F238E27FC236}">
                <a16:creationId xmlns:a16="http://schemas.microsoft.com/office/drawing/2014/main" id="{0C5454AA-4EFF-6A82-20C4-461F7F296CC4}"/>
              </a:ext>
            </a:extLst>
          </p:cNvPr>
          <p:cNvGrpSpPr/>
          <p:nvPr/>
        </p:nvGrpSpPr>
        <p:grpSpPr>
          <a:xfrm>
            <a:off x="1551368" y="2509745"/>
            <a:ext cx="265937" cy="238101"/>
            <a:chOff x="935778" y="1368803"/>
            <a:chExt cx="317874" cy="302085"/>
          </a:xfrm>
        </p:grpSpPr>
        <p:grpSp>
          <p:nvGrpSpPr>
            <p:cNvPr id="7167" name="رسم 8014">
              <a:extLst>
                <a:ext uri="{FF2B5EF4-FFF2-40B4-BE49-F238E27FC236}">
                  <a16:creationId xmlns:a16="http://schemas.microsoft.com/office/drawing/2014/main" id="{2DC4157A-7FA7-F041-90E2-69055B5A5178}"/>
                </a:ext>
              </a:extLst>
            </p:cNvPr>
            <p:cNvGrpSpPr/>
            <p:nvPr/>
          </p:nvGrpSpPr>
          <p:grpSpPr>
            <a:xfrm>
              <a:off x="935778" y="1368803"/>
              <a:ext cx="286880" cy="288923"/>
              <a:chOff x="935778" y="1368803"/>
              <a:chExt cx="286880" cy="288923"/>
            </a:xfrm>
          </p:grpSpPr>
          <p:sp>
            <p:nvSpPr>
              <p:cNvPr id="7171" name="شكل حر: شكل 8066">
                <a:extLst>
                  <a:ext uri="{FF2B5EF4-FFF2-40B4-BE49-F238E27FC236}">
                    <a16:creationId xmlns:a16="http://schemas.microsoft.com/office/drawing/2014/main" id="{7DD62AB3-A49E-6A59-4B72-8C1F02248A9E}"/>
                  </a:ext>
                </a:extLst>
              </p:cNvPr>
              <p:cNvSpPr/>
              <p:nvPr/>
            </p:nvSpPr>
            <p:spPr>
              <a:xfrm>
                <a:off x="935778" y="1368803"/>
                <a:ext cx="286880" cy="288923"/>
              </a:xfrm>
              <a:custGeom>
                <a:avLst/>
                <a:gdLst>
                  <a:gd name="connsiteX0" fmla="*/ 144476 w 286880"/>
                  <a:gd name="connsiteY0" fmla="*/ 288923 h 288923"/>
                  <a:gd name="connsiteX1" fmla="*/ 0 w 286880"/>
                  <a:gd name="connsiteY1" fmla="*/ 144476 h 288923"/>
                  <a:gd name="connsiteX2" fmla="*/ 144476 w 286880"/>
                  <a:gd name="connsiteY2" fmla="*/ 0 h 288923"/>
                  <a:gd name="connsiteX3" fmla="*/ 286833 w 286880"/>
                  <a:gd name="connsiteY3" fmla="*/ 119930 h 288923"/>
                  <a:gd name="connsiteX4" fmla="*/ 284008 w 286880"/>
                  <a:gd name="connsiteY4" fmla="*/ 123913 h 288923"/>
                  <a:gd name="connsiteX5" fmla="*/ 280026 w 286880"/>
                  <a:gd name="connsiteY5" fmla="*/ 121088 h 288923"/>
                  <a:gd name="connsiteX6" fmla="*/ 144447 w 286880"/>
                  <a:gd name="connsiteY6" fmla="*/ 6892 h 288923"/>
                  <a:gd name="connsiteX7" fmla="*/ 6864 w 286880"/>
                  <a:gd name="connsiteY7" fmla="*/ 144476 h 288923"/>
                  <a:gd name="connsiteX8" fmla="*/ 144447 w 286880"/>
                  <a:gd name="connsiteY8" fmla="*/ 282031 h 288923"/>
                  <a:gd name="connsiteX9" fmla="*/ 150492 w 286880"/>
                  <a:gd name="connsiteY9" fmla="*/ 281890 h 288923"/>
                  <a:gd name="connsiteX10" fmla="*/ 154079 w 286880"/>
                  <a:gd name="connsiteY10" fmla="*/ 285166 h 288923"/>
                  <a:gd name="connsiteX11" fmla="*/ 150803 w 286880"/>
                  <a:gd name="connsiteY11" fmla="*/ 288754 h 288923"/>
                  <a:gd name="connsiteX12" fmla="*/ 144447 w 286880"/>
                  <a:gd name="connsiteY12" fmla="*/ 288895 h 28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86880" h="288923">
                    <a:moveTo>
                      <a:pt x="144476" y="288923"/>
                    </a:moveTo>
                    <a:cubicBezTo>
                      <a:pt x="64823" y="288923"/>
                      <a:pt x="0" y="224128"/>
                      <a:pt x="0" y="144476"/>
                    </a:cubicBezTo>
                    <a:cubicBezTo>
                      <a:pt x="0" y="64823"/>
                      <a:pt x="64795" y="0"/>
                      <a:pt x="144476" y="0"/>
                    </a:cubicBezTo>
                    <a:cubicBezTo>
                      <a:pt x="215061" y="0"/>
                      <a:pt x="274941" y="50446"/>
                      <a:pt x="286833" y="119930"/>
                    </a:cubicBezTo>
                    <a:cubicBezTo>
                      <a:pt x="287143" y="121794"/>
                      <a:pt x="285901" y="123574"/>
                      <a:pt x="284008" y="123913"/>
                    </a:cubicBezTo>
                    <a:cubicBezTo>
                      <a:pt x="282116" y="124224"/>
                      <a:pt x="280365" y="122981"/>
                      <a:pt x="280026" y="121088"/>
                    </a:cubicBezTo>
                    <a:cubicBezTo>
                      <a:pt x="268699" y="54909"/>
                      <a:pt x="211672" y="6892"/>
                      <a:pt x="144447" y="6892"/>
                    </a:cubicBezTo>
                    <a:cubicBezTo>
                      <a:pt x="68580" y="6892"/>
                      <a:pt x="6864" y="68608"/>
                      <a:pt x="6864" y="144476"/>
                    </a:cubicBezTo>
                    <a:cubicBezTo>
                      <a:pt x="6864" y="220343"/>
                      <a:pt x="68580" y="282031"/>
                      <a:pt x="144447" y="282031"/>
                    </a:cubicBezTo>
                    <a:cubicBezTo>
                      <a:pt x="146481" y="282031"/>
                      <a:pt x="148486" y="281975"/>
                      <a:pt x="150492" y="281890"/>
                    </a:cubicBezTo>
                    <a:cubicBezTo>
                      <a:pt x="152413" y="281805"/>
                      <a:pt x="153994" y="283274"/>
                      <a:pt x="154079" y="285166"/>
                    </a:cubicBezTo>
                    <a:cubicBezTo>
                      <a:pt x="154164" y="287059"/>
                      <a:pt x="152695" y="288669"/>
                      <a:pt x="150803" y="288754"/>
                    </a:cubicBezTo>
                    <a:cubicBezTo>
                      <a:pt x="148712" y="288838"/>
                      <a:pt x="146566" y="288895"/>
                      <a:pt x="144447" y="288895"/>
                    </a:cubicBezTo>
                    <a:close/>
                  </a:path>
                </a:pathLst>
              </a:custGeom>
              <a:solidFill>
                <a:srgbClr val="01355A"/>
              </a:solidFill>
              <a:ln w="2824" cap="flat">
                <a:noFill/>
                <a:prstDash val="solid"/>
                <a:miter/>
              </a:ln>
            </p:spPr>
            <p:txBody>
              <a:bodyPr rtlCol="1" anchor="ctr"/>
              <a:lstStyle/>
              <a:p>
                <a:endParaRPr lang="ar-SA"/>
              </a:p>
            </p:txBody>
          </p:sp>
          <p:grpSp>
            <p:nvGrpSpPr>
              <p:cNvPr id="7172" name="رسم 8014">
                <a:extLst>
                  <a:ext uri="{FF2B5EF4-FFF2-40B4-BE49-F238E27FC236}">
                    <a16:creationId xmlns:a16="http://schemas.microsoft.com/office/drawing/2014/main" id="{00DE9C8E-8205-F745-2F5F-7B9A3042DD38}"/>
                  </a:ext>
                </a:extLst>
              </p:cNvPr>
              <p:cNvGrpSpPr/>
              <p:nvPr/>
            </p:nvGrpSpPr>
            <p:grpSpPr>
              <a:xfrm>
                <a:off x="999218" y="1463569"/>
                <a:ext cx="114394" cy="82220"/>
                <a:chOff x="999218" y="1463569"/>
                <a:chExt cx="114394" cy="82220"/>
              </a:xfrm>
              <a:solidFill>
                <a:srgbClr val="17A3A3"/>
              </a:solidFill>
            </p:grpSpPr>
            <p:sp>
              <p:nvSpPr>
                <p:cNvPr id="7173" name="شكل حر: شكل 8068">
                  <a:extLst>
                    <a:ext uri="{FF2B5EF4-FFF2-40B4-BE49-F238E27FC236}">
                      <a16:creationId xmlns:a16="http://schemas.microsoft.com/office/drawing/2014/main" id="{3D40BC54-49F4-EA3E-B0FB-9239DA10C0FB}"/>
                    </a:ext>
                  </a:extLst>
                </p:cNvPr>
                <p:cNvSpPr/>
                <p:nvPr/>
              </p:nvSpPr>
              <p:spPr>
                <a:xfrm>
                  <a:off x="999218" y="1463595"/>
                  <a:ext cx="47791" cy="82194"/>
                </a:xfrm>
                <a:custGeom>
                  <a:avLst/>
                  <a:gdLst>
                    <a:gd name="connsiteX0" fmla="*/ 44345 w 47791"/>
                    <a:gd name="connsiteY0" fmla="*/ 82166 h 82194"/>
                    <a:gd name="connsiteX1" fmla="*/ 3446 w 47791"/>
                    <a:gd name="connsiteY1" fmla="*/ 82166 h 82194"/>
                    <a:gd name="connsiteX2" fmla="*/ 0 w 47791"/>
                    <a:gd name="connsiteY2" fmla="*/ 78720 h 82194"/>
                    <a:gd name="connsiteX3" fmla="*/ 22935 w 47791"/>
                    <a:gd name="connsiteY3" fmla="*/ 47650 h 82194"/>
                    <a:gd name="connsiteX4" fmla="*/ 40899 w 47791"/>
                    <a:gd name="connsiteY4" fmla="*/ 27200 h 82194"/>
                    <a:gd name="connsiteX5" fmla="*/ 23896 w 47791"/>
                    <a:gd name="connsiteY5" fmla="*/ 6892 h 82194"/>
                    <a:gd name="connsiteX6" fmla="*/ 6892 w 47791"/>
                    <a:gd name="connsiteY6" fmla="*/ 27200 h 82194"/>
                    <a:gd name="connsiteX7" fmla="*/ 3446 w 47791"/>
                    <a:gd name="connsiteY7" fmla="*/ 30646 h 82194"/>
                    <a:gd name="connsiteX8" fmla="*/ 0 w 47791"/>
                    <a:gd name="connsiteY8" fmla="*/ 27200 h 82194"/>
                    <a:gd name="connsiteX9" fmla="*/ 23896 w 47791"/>
                    <a:gd name="connsiteY9" fmla="*/ 0 h 82194"/>
                    <a:gd name="connsiteX10" fmla="*/ 47791 w 47791"/>
                    <a:gd name="connsiteY10" fmla="*/ 27200 h 82194"/>
                    <a:gd name="connsiteX11" fmla="*/ 24743 w 47791"/>
                    <a:gd name="connsiteY11" fmla="*/ 54316 h 82194"/>
                    <a:gd name="connsiteX12" fmla="*/ 7118 w 47791"/>
                    <a:gd name="connsiteY12" fmla="*/ 75303 h 82194"/>
                    <a:gd name="connsiteX13" fmla="*/ 44345 w 47791"/>
                    <a:gd name="connsiteY13" fmla="*/ 75303 h 82194"/>
                    <a:gd name="connsiteX14" fmla="*/ 47791 w 47791"/>
                    <a:gd name="connsiteY14" fmla="*/ 78748 h 82194"/>
                    <a:gd name="connsiteX15" fmla="*/ 44345 w 47791"/>
                    <a:gd name="connsiteY15" fmla="*/ 82194 h 8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791" h="82194">
                      <a:moveTo>
                        <a:pt x="44345" y="82166"/>
                      </a:moveTo>
                      <a:lnTo>
                        <a:pt x="3446" y="82166"/>
                      </a:lnTo>
                      <a:cubicBezTo>
                        <a:pt x="1553" y="82166"/>
                        <a:pt x="0" y="80613"/>
                        <a:pt x="0" y="78720"/>
                      </a:cubicBezTo>
                      <a:cubicBezTo>
                        <a:pt x="0" y="64287"/>
                        <a:pt x="9434" y="51520"/>
                        <a:pt x="22935" y="47650"/>
                      </a:cubicBezTo>
                      <a:cubicBezTo>
                        <a:pt x="29714" y="45955"/>
                        <a:pt x="40899" y="41069"/>
                        <a:pt x="40899" y="27200"/>
                      </a:cubicBezTo>
                      <a:cubicBezTo>
                        <a:pt x="40899" y="15987"/>
                        <a:pt x="33273" y="6892"/>
                        <a:pt x="23896" y="6892"/>
                      </a:cubicBezTo>
                      <a:cubicBezTo>
                        <a:pt x="14518" y="6892"/>
                        <a:pt x="6892" y="16015"/>
                        <a:pt x="6892" y="27200"/>
                      </a:cubicBezTo>
                      <a:cubicBezTo>
                        <a:pt x="6892" y="29093"/>
                        <a:pt x="5338" y="30646"/>
                        <a:pt x="3446" y="30646"/>
                      </a:cubicBezTo>
                      <a:cubicBezTo>
                        <a:pt x="1553" y="30646"/>
                        <a:pt x="0" y="29093"/>
                        <a:pt x="0" y="27200"/>
                      </a:cubicBezTo>
                      <a:cubicBezTo>
                        <a:pt x="0" y="12202"/>
                        <a:pt x="10733" y="0"/>
                        <a:pt x="23896" y="0"/>
                      </a:cubicBezTo>
                      <a:cubicBezTo>
                        <a:pt x="37058" y="0"/>
                        <a:pt x="47791" y="12202"/>
                        <a:pt x="47791" y="27200"/>
                      </a:cubicBezTo>
                      <a:cubicBezTo>
                        <a:pt x="47791" y="40532"/>
                        <a:pt x="39176" y="50672"/>
                        <a:pt x="24743" y="54316"/>
                      </a:cubicBezTo>
                      <a:cubicBezTo>
                        <a:pt x="15366" y="56999"/>
                        <a:pt x="8445" y="65388"/>
                        <a:pt x="7118" y="75303"/>
                      </a:cubicBezTo>
                      <a:lnTo>
                        <a:pt x="44345" y="75303"/>
                      </a:lnTo>
                      <a:cubicBezTo>
                        <a:pt x="46238" y="75303"/>
                        <a:pt x="47791" y="76856"/>
                        <a:pt x="47791" y="78748"/>
                      </a:cubicBezTo>
                      <a:cubicBezTo>
                        <a:pt x="47791" y="80641"/>
                        <a:pt x="46238" y="82194"/>
                        <a:pt x="44345" y="82194"/>
                      </a:cubicBezTo>
                      <a:close/>
                    </a:path>
                  </a:pathLst>
                </a:custGeom>
                <a:solidFill>
                  <a:srgbClr val="17A3A3"/>
                </a:solidFill>
                <a:ln w="2824" cap="flat">
                  <a:noFill/>
                  <a:prstDash val="solid"/>
                  <a:miter/>
                </a:ln>
              </p:spPr>
              <p:txBody>
                <a:bodyPr rtlCol="1" anchor="ctr"/>
                <a:lstStyle/>
                <a:p>
                  <a:endParaRPr lang="ar-SA"/>
                </a:p>
              </p:txBody>
            </p:sp>
            <p:sp>
              <p:nvSpPr>
                <p:cNvPr id="7174" name="شكل حر: شكل 8069">
                  <a:extLst>
                    <a:ext uri="{FF2B5EF4-FFF2-40B4-BE49-F238E27FC236}">
                      <a16:creationId xmlns:a16="http://schemas.microsoft.com/office/drawing/2014/main" id="{7F890A8A-3323-FCF1-F256-A1BA191F4020}"/>
                    </a:ext>
                  </a:extLst>
                </p:cNvPr>
                <p:cNvSpPr/>
                <p:nvPr/>
              </p:nvSpPr>
              <p:spPr>
                <a:xfrm>
                  <a:off x="1057421" y="1463569"/>
                  <a:ext cx="56191" cy="82192"/>
                </a:xfrm>
                <a:custGeom>
                  <a:avLst/>
                  <a:gdLst>
                    <a:gd name="connsiteX0" fmla="*/ 40628 w 56191"/>
                    <a:gd name="connsiteY0" fmla="*/ 82192 h 82192"/>
                    <a:gd name="connsiteX1" fmla="*/ 37182 w 56191"/>
                    <a:gd name="connsiteY1" fmla="*/ 78746 h 82192"/>
                    <a:gd name="connsiteX2" fmla="*/ 37182 w 56191"/>
                    <a:gd name="connsiteY2" fmla="*/ 57562 h 82192"/>
                    <a:gd name="connsiteX3" fmla="*/ 3457 w 56191"/>
                    <a:gd name="connsiteY3" fmla="*/ 57562 h 82192"/>
                    <a:gd name="connsiteX4" fmla="*/ 378 w 56191"/>
                    <a:gd name="connsiteY4" fmla="*/ 55670 h 82192"/>
                    <a:gd name="connsiteX5" fmla="*/ 660 w 56191"/>
                    <a:gd name="connsiteY5" fmla="*/ 52082 h 82192"/>
                    <a:gd name="connsiteX6" fmla="*/ 37803 w 56191"/>
                    <a:gd name="connsiteY6" fmla="*/ 1410 h 82192"/>
                    <a:gd name="connsiteX7" fmla="*/ 41645 w 56191"/>
                    <a:gd name="connsiteY7" fmla="*/ 167 h 82192"/>
                    <a:gd name="connsiteX8" fmla="*/ 44017 w 56191"/>
                    <a:gd name="connsiteY8" fmla="*/ 3444 h 82192"/>
                    <a:gd name="connsiteX9" fmla="*/ 44017 w 56191"/>
                    <a:gd name="connsiteY9" fmla="*/ 50670 h 82192"/>
                    <a:gd name="connsiteX10" fmla="*/ 52745 w 56191"/>
                    <a:gd name="connsiteY10" fmla="*/ 50670 h 82192"/>
                    <a:gd name="connsiteX11" fmla="*/ 56191 w 56191"/>
                    <a:gd name="connsiteY11" fmla="*/ 54116 h 82192"/>
                    <a:gd name="connsiteX12" fmla="*/ 52745 w 56191"/>
                    <a:gd name="connsiteY12" fmla="*/ 57562 h 82192"/>
                    <a:gd name="connsiteX13" fmla="*/ 44017 w 56191"/>
                    <a:gd name="connsiteY13" fmla="*/ 57562 h 82192"/>
                    <a:gd name="connsiteX14" fmla="*/ 44017 w 56191"/>
                    <a:gd name="connsiteY14" fmla="*/ 78746 h 82192"/>
                    <a:gd name="connsiteX15" fmla="*/ 40571 w 56191"/>
                    <a:gd name="connsiteY15" fmla="*/ 82192 h 82192"/>
                    <a:gd name="connsiteX16" fmla="*/ 10264 w 56191"/>
                    <a:gd name="connsiteY16" fmla="*/ 50698 h 82192"/>
                    <a:gd name="connsiteX17" fmla="*/ 37182 w 56191"/>
                    <a:gd name="connsiteY17" fmla="*/ 50698 h 82192"/>
                    <a:gd name="connsiteX18" fmla="*/ 37182 w 56191"/>
                    <a:gd name="connsiteY18" fmla="*/ 13979 h 82192"/>
                    <a:gd name="connsiteX19" fmla="*/ 10264 w 56191"/>
                    <a:gd name="connsiteY19" fmla="*/ 50698 h 82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6191" h="82192">
                      <a:moveTo>
                        <a:pt x="40628" y="82192"/>
                      </a:moveTo>
                      <a:cubicBezTo>
                        <a:pt x="38735" y="82192"/>
                        <a:pt x="37182" y="80639"/>
                        <a:pt x="37182" y="78746"/>
                      </a:cubicBezTo>
                      <a:lnTo>
                        <a:pt x="37182" y="57562"/>
                      </a:lnTo>
                      <a:lnTo>
                        <a:pt x="3457" y="57562"/>
                      </a:lnTo>
                      <a:cubicBezTo>
                        <a:pt x="2157" y="57562"/>
                        <a:pt x="971" y="56828"/>
                        <a:pt x="378" y="55670"/>
                      </a:cubicBezTo>
                      <a:cubicBezTo>
                        <a:pt x="-215" y="54512"/>
                        <a:pt x="-102" y="53127"/>
                        <a:pt x="660" y="52082"/>
                      </a:cubicBezTo>
                      <a:lnTo>
                        <a:pt x="37803" y="1410"/>
                      </a:lnTo>
                      <a:cubicBezTo>
                        <a:pt x="38679" y="196"/>
                        <a:pt x="40232" y="-285"/>
                        <a:pt x="41645" y="167"/>
                      </a:cubicBezTo>
                      <a:cubicBezTo>
                        <a:pt x="43057" y="619"/>
                        <a:pt x="44017" y="1947"/>
                        <a:pt x="44017" y="3444"/>
                      </a:cubicBezTo>
                      <a:lnTo>
                        <a:pt x="44017" y="50670"/>
                      </a:lnTo>
                      <a:lnTo>
                        <a:pt x="52745" y="50670"/>
                      </a:lnTo>
                      <a:cubicBezTo>
                        <a:pt x="54638" y="50670"/>
                        <a:pt x="56191" y="52224"/>
                        <a:pt x="56191" y="54116"/>
                      </a:cubicBezTo>
                      <a:cubicBezTo>
                        <a:pt x="56191" y="56009"/>
                        <a:pt x="54638" y="57562"/>
                        <a:pt x="52745" y="57562"/>
                      </a:cubicBezTo>
                      <a:lnTo>
                        <a:pt x="44017" y="57562"/>
                      </a:lnTo>
                      <a:lnTo>
                        <a:pt x="44017" y="78746"/>
                      </a:lnTo>
                      <a:cubicBezTo>
                        <a:pt x="44017" y="80639"/>
                        <a:pt x="42464" y="82192"/>
                        <a:pt x="40571" y="82192"/>
                      </a:cubicBezTo>
                      <a:close/>
                      <a:moveTo>
                        <a:pt x="10264" y="50698"/>
                      </a:moveTo>
                      <a:lnTo>
                        <a:pt x="37182" y="50698"/>
                      </a:lnTo>
                      <a:lnTo>
                        <a:pt x="37182" y="13979"/>
                      </a:lnTo>
                      <a:lnTo>
                        <a:pt x="10264" y="50698"/>
                      </a:lnTo>
                      <a:close/>
                    </a:path>
                  </a:pathLst>
                </a:custGeom>
                <a:solidFill>
                  <a:srgbClr val="17A3A3"/>
                </a:solidFill>
                <a:ln w="2824" cap="flat">
                  <a:noFill/>
                  <a:prstDash val="solid"/>
                  <a:miter/>
                </a:ln>
              </p:spPr>
              <p:txBody>
                <a:bodyPr rtlCol="1" anchor="ctr"/>
                <a:lstStyle/>
                <a:p>
                  <a:endParaRPr lang="ar-SA"/>
                </a:p>
              </p:txBody>
            </p:sp>
          </p:grpSp>
        </p:grpSp>
        <p:grpSp>
          <p:nvGrpSpPr>
            <p:cNvPr id="7168" name="رسم 8014">
              <a:extLst>
                <a:ext uri="{FF2B5EF4-FFF2-40B4-BE49-F238E27FC236}">
                  <a16:creationId xmlns:a16="http://schemas.microsoft.com/office/drawing/2014/main" id="{A4830428-48B1-24AD-CECD-45DE061677F2}"/>
                </a:ext>
              </a:extLst>
            </p:cNvPr>
            <p:cNvGrpSpPr/>
            <p:nvPr/>
          </p:nvGrpSpPr>
          <p:grpSpPr>
            <a:xfrm>
              <a:off x="1100280" y="1491558"/>
              <a:ext cx="153372" cy="179330"/>
              <a:chOff x="1100280" y="1491558"/>
              <a:chExt cx="153372" cy="179330"/>
            </a:xfrm>
            <a:solidFill>
              <a:srgbClr val="17A3A3"/>
            </a:solidFill>
          </p:grpSpPr>
          <p:sp>
            <p:nvSpPr>
              <p:cNvPr id="7169" name="شكل حر: شكل 8071">
                <a:extLst>
                  <a:ext uri="{FF2B5EF4-FFF2-40B4-BE49-F238E27FC236}">
                    <a16:creationId xmlns:a16="http://schemas.microsoft.com/office/drawing/2014/main" id="{C03FF176-E1D2-5A54-A2C3-DCAA2B87193A}"/>
                  </a:ext>
                </a:extLst>
              </p:cNvPr>
              <p:cNvSpPr/>
              <p:nvPr/>
            </p:nvSpPr>
            <p:spPr>
              <a:xfrm>
                <a:off x="1100280" y="1593213"/>
                <a:ext cx="153372" cy="77675"/>
              </a:xfrm>
              <a:custGeom>
                <a:avLst/>
                <a:gdLst>
                  <a:gd name="connsiteX0" fmla="*/ 76686 w 153372"/>
                  <a:gd name="connsiteY0" fmla="*/ 77675 h 77675"/>
                  <a:gd name="connsiteX1" fmla="*/ 0 w 153372"/>
                  <a:gd name="connsiteY1" fmla="*/ 38838 h 77675"/>
                  <a:gd name="connsiteX2" fmla="*/ 76686 w 153372"/>
                  <a:gd name="connsiteY2" fmla="*/ 0 h 77675"/>
                  <a:gd name="connsiteX3" fmla="*/ 153373 w 153372"/>
                  <a:gd name="connsiteY3" fmla="*/ 38838 h 77675"/>
                  <a:gd name="connsiteX4" fmla="*/ 76686 w 153372"/>
                  <a:gd name="connsiteY4" fmla="*/ 77675 h 77675"/>
                  <a:gd name="connsiteX5" fmla="*/ 76686 w 153372"/>
                  <a:gd name="connsiteY5" fmla="*/ 6892 h 77675"/>
                  <a:gd name="connsiteX6" fmla="*/ 6892 w 153372"/>
                  <a:gd name="connsiteY6" fmla="*/ 38838 h 77675"/>
                  <a:gd name="connsiteX7" fmla="*/ 76686 w 153372"/>
                  <a:gd name="connsiteY7" fmla="*/ 70783 h 77675"/>
                  <a:gd name="connsiteX8" fmla="*/ 146481 w 153372"/>
                  <a:gd name="connsiteY8" fmla="*/ 38838 h 77675"/>
                  <a:gd name="connsiteX9" fmla="*/ 76686 w 153372"/>
                  <a:gd name="connsiteY9" fmla="*/ 6892 h 77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3372" h="77675">
                    <a:moveTo>
                      <a:pt x="76686" y="77675"/>
                    </a:moveTo>
                    <a:cubicBezTo>
                      <a:pt x="33697" y="77675"/>
                      <a:pt x="0" y="60615"/>
                      <a:pt x="0" y="38838"/>
                    </a:cubicBezTo>
                    <a:cubicBezTo>
                      <a:pt x="0" y="17060"/>
                      <a:pt x="33669" y="0"/>
                      <a:pt x="76686" y="0"/>
                    </a:cubicBezTo>
                    <a:cubicBezTo>
                      <a:pt x="119704" y="0"/>
                      <a:pt x="153373" y="17060"/>
                      <a:pt x="153373" y="38838"/>
                    </a:cubicBezTo>
                    <a:cubicBezTo>
                      <a:pt x="153373" y="60615"/>
                      <a:pt x="119704" y="77675"/>
                      <a:pt x="76686" y="77675"/>
                    </a:cubicBezTo>
                    <a:close/>
                    <a:moveTo>
                      <a:pt x="76686" y="6892"/>
                    </a:moveTo>
                    <a:cubicBezTo>
                      <a:pt x="38866" y="6892"/>
                      <a:pt x="6892" y="21523"/>
                      <a:pt x="6892" y="38838"/>
                    </a:cubicBezTo>
                    <a:cubicBezTo>
                      <a:pt x="6892" y="56152"/>
                      <a:pt x="38838" y="70783"/>
                      <a:pt x="76686" y="70783"/>
                    </a:cubicBezTo>
                    <a:cubicBezTo>
                      <a:pt x="114535" y="70783"/>
                      <a:pt x="146481" y="56152"/>
                      <a:pt x="146481" y="38838"/>
                    </a:cubicBezTo>
                    <a:cubicBezTo>
                      <a:pt x="146481" y="21523"/>
                      <a:pt x="114535" y="6892"/>
                      <a:pt x="76686" y="6892"/>
                    </a:cubicBezTo>
                    <a:close/>
                  </a:path>
                </a:pathLst>
              </a:custGeom>
              <a:solidFill>
                <a:srgbClr val="17A3A3"/>
              </a:solidFill>
              <a:ln w="2824" cap="flat">
                <a:noFill/>
                <a:prstDash val="solid"/>
                <a:miter/>
              </a:ln>
            </p:spPr>
            <p:txBody>
              <a:bodyPr rtlCol="1" anchor="ctr"/>
              <a:lstStyle/>
              <a:p>
                <a:endParaRPr lang="ar-SA"/>
              </a:p>
            </p:txBody>
          </p:sp>
          <p:sp>
            <p:nvSpPr>
              <p:cNvPr id="7170" name="شكل حر: شكل 8072">
                <a:extLst>
                  <a:ext uri="{FF2B5EF4-FFF2-40B4-BE49-F238E27FC236}">
                    <a16:creationId xmlns:a16="http://schemas.microsoft.com/office/drawing/2014/main" id="{BD1760A6-1589-8A72-45ED-D0FC051D11FD}"/>
                  </a:ext>
                </a:extLst>
              </p:cNvPr>
              <p:cNvSpPr/>
              <p:nvPr/>
            </p:nvSpPr>
            <p:spPr>
              <a:xfrm>
                <a:off x="1137959" y="1491558"/>
                <a:ext cx="78013" cy="78013"/>
              </a:xfrm>
              <a:custGeom>
                <a:avLst/>
                <a:gdLst>
                  <a:gd name="connsiteX0" fmla="*/ 39007 w 78013"/>
                  <a:gd name="connsiteY0" fmla="*/ 78014 h 78013"/>
                  <a:gd name="connsiteX1" fmla="*/ 0 w 78013"/>
                  <a:gd name="connsiteY1" fmla="*/ 39007 h 78013"/>
                  <a:gd name="connsiteX2" fmla="*/ 39007 w 78013"/>
                  <a:gd name="connsiteY2" fmla="*/ 0 h 78013"/>
                  <a:gd name="connsiteX3" fmla="*/ 78014 w 78013"/>
                  <a:gd name="connsiteY3" fmla="*/ 39007 h 78013"/>
                  <a:gd name="connsiteX4" fmla="*/ 39007 w 78013"/>
                  <a:gd name="connsiteY4" fmla="*/ 78014 h 78013"/>
                  <a:gd name="connsiteX5" fmla="*/ 39007 w 78013"/>
                  <a:gd name="connsiteY5" fmla="*/ 6892 h 78013"/>
                  <a:gd name="connsiteX6" fmla="*/ 6892 w 78013"/>
                  <a:gd name="connsiteY6" fmla="*/ 39007 h 78013"/>
                  <a:gd name="connsiteX7" fmla="*/ 39007 w 78013"/>
                  <a:gd name="connsiteY7" fmla="*/ 71122 h 78013"/>
                  <a:gd name="connsiteX8" fmla="*/ 71122 w 78013"/>
                  <a:gd name="connsiteY8" fmla="*/ 39007 h 78013"/>
                  <a:gd name="connsiteX9" fmla="*/ 39007 w 78013"/>
                  <a:gd name="connsiteY9" fmla="*/ 6892 h 7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013" h="78013">
                    <a:moveTo>
                      <a:pt x="39007" y="78014"/>
                    </a:moveTo>
                    <a:cubicBezTo>
                      <a:pt x="17512" y="78014"/>
                      <a:pt x="0" y="60530"/>
                      <a:pt x="0" y="39007"/>
                    </a:cubicBezTo>
                    <a:cubicBezTo>
                      <a:pt x="0" y="17484"/>
                      <a:pt x="17484" y="0"/>
                      <a:pt x="39007" y="0"/>
                    </a:cubicBezTo>
                    <a:cubicBezTo>
                      <a:pt x="60530" y="0"/>
                      <a:pt x="78014" y="17484"/>
                      <a:pt x="78014" y="39007"/>
                    </a:cubicBezTo>
                    <a:cubicBezTo>
                      <a:pt x="78014" y="60530"/>
                      <a:pt x="60530" y="78014"/>
                      <a:pt x="39007" y="78014"/>
                    </a:cubicBezTo>
                    <a:close/>
                    <a:moveTo>
                      <a:pt x="39007" y="6892"/>
                    </a:moveTo>
                    <a:cubicBezTo>
                      <a:pt x="21297" y="6892"/>
                      <a:pt x="6892" y="21297"/>
                      <a:pt x="6892" y="39007"/>
                    </a:cubicBezTo>
                    <a:cubicBezTo>
                      <a:pt x="6892" y="56717"/>
                      <a:pt x="21297" y="71122"/>
                      <a:pt x="39007" y="71122"/>
                    </a:cubicBezTo>
                    <a:cubicBezTo>
                      <a:pt x="56717" y="71122"/>
                      <a:pt x="71122" y="56717"/>
                      <a:pt x="71122" y="39007"/>
                    </a:cubicBezTo>
                    <a:cubicBezTo>
                      <a:pt x="71122" y="21297"/>
                      <a:pt x="56717" y="6892"/>
                      <a:pt x="39007" y="6892"/>
                    </a:cubicBezTo>
                    <a:close/>
                  </a:path>
                </a:pathLst>
              </a:custGeom>
              <a:solidFill>
                <a:srgbClr val="17A3A3"/>
              </a:solidFill>
              <a:ln w="2824" cap="flat">
                <a:noFill/>
                <a:prstDash val="solid"/>
                <a:miter/>
              </a:ln>
            </p:spPr>
            <p:txBody>
              <a:bodyPr rtlCol="1" anchor="ctr"/>
              <a:lstStyle/>
              <a:p>
                <a:endParaRPr lang="ar-SA"/>
              </a:p>
            </p:txBody>
          </p:sp>
        </p:grpSp>
      </p:grpSp>
      <p:grpSp>
        <p:nvGrpSpPr>
          <p:cNvPr id="7175" name="رسم 8014">
            <a:extLst>
              <a:ext uri="{FF2B5EF4-FFF2-40B4-BE49-F238E27FC236}">
                <a16:creationId xmlns:a16="http://schemas.microsoft.com/office/drawing/2014/main" id="{D9181898-37B7-EE66-C6BE-AC46BD0ECE3F}"/>
              </a:ext>
            </a:extLst>
          </p:cNvPr>
          <p:cNvGrpSpPr/>
          <p:nvPr/>
        </p:nvGrpSpPr>
        <p:grpSpPr>
          <a:xfrm>
            <a:off x="8565592" y="1821134"/>
            <a:ext cx="242826" cy="227014"/>
            <a:chOff x="9319880" y="495143"/>
            <a:chExt cx="290250" cy="288019"/>
          </a:xfrm>
        </p:grpSpPr>
        <p:grpSp>
          <p:nvGrpSpPr>
            <p:cNvPr id="7176" name="رسم 8014">
              <a:extLst>
                <a:ext uri="{FF2B5EF4-FFF2-40B4-BE49-F238E27FC236}">
                  <a16:creationId xmlns:a16="http://schemas.microsoft.com/office/drawing/2014/main" id="{6642B0F7-F89E-6BF4-D8E2-ADD5A6F55E05}"/>
                </a:ext>
              </a:extLst>
            </p:cNvPr>
            <p:cNvGrpSpPr/>
            <p:nvPr/>
          </p:nvGrpSpPr>
          <p:grpSpPr>
            <a:xfrm>
              <a:off x="9319880" y="495143"/>
              <a:ext cx="240651" cy="240736"/>
              <a:chOff x="9319880" y="495143"/>
              <a:chExt cx="240651" cy="240736"/>
            </a:xfrm>
            <a:solidFill>
              <a:srgbClr val="01355A"/>
            </a:solidFill>
          </p:grpSpPr>
          <p:sp>
            <p:nvSpPr>
              <p:cNvPr id="7180" name="شكل حر: شكل 8075">
                <a:extLst>
                  <a:ext uri="{FF2B5EF4-FFF2-40B4-BE49-F238E27FC236}">
                    <a16:creationId xmlns:a16="http://schemas.microsoft.com/office/drawing/2014/main" id="{BDB80D83-35CB-1744-3A02-CAC2F4C51561}"/>
                  </a:ext>
                </a:extLst>
              </p:cNvPr>
              <p:cNvSpPr/>
              <p:nvPr/>
            </p:nvSpPr>
            <p:spPr>
              <a:xfrm>
                <a:off x="9319880" y="495143"/>
                <a:ext cx="240651" cy="240736"/>
              </a:xfrm>
              <a:custGeom>
                <a:avLst/>
                <a:gdLst>
                  <a:gd name="connsiteX0" fmla="*/ 57678 w 240651"/>
                  <a:gd name="connsiteY0" fmla="*/ 240736 h 240736"/>
                  <a:gd name="connsiteX1" fmla="*/ 57678 w 240651"/>
                  <a:gd name="connsiteY1" fmla="*/ 240736 h 240736"/>
                  <a:gd name="connsiteX2" fmla="*/ 55248 w 240651"/>
                  <a:gd name="connsiteY2" fmla="*/ 239719 h 240736"/>
                  <a:gd name="connsiteX3" fmla="*/ 21100 w 240651"/>
                  <a:gd name="connsiteY3" fmla="*/ 205542 h 240736"/>
                  <a:gd name="connsiteX4" fmla="*/ 21100 w 240651"/>
                  <a:gd name="connsiteY4" fmla="*/ 200684 h 240736"/>
                  <a:gd name="connsiteX5" fmla="*/ 42171 w 240651"/>
                  <a:gd name="connsiteY5" fmla="*/ 179613 h 240736"/>
                  <a:gd name="connsiteX6" fmla="*/ 33161 w 240651"/>
                  <a:gd name="connsiteY6" fmla="*/ 158033 h 240736"/>
                  <a:gd name="connsiteX7" fmla="*/ 3447 w 240651"/>
                  <a:gd name="connsiteY7" fmla="*/ 158033 h 240736"/>
                  <a:gd name="connsiteX8" fmla="*/ 0 w 240651"/>
                  <a:gd name="connsiteY8" fmla="*/ 154587 h 240736"/>
                  <a:gd name="connsiteX9" fmla="*/ 0 w 240651"/>
                  <a:gd name="connsiteY9" fmla="*/ 106231 h 240736"/>
                  <a:gd name="connsiteX10" fmla="*/ 3447 w 240651"/>
                  <a:gd name="connsiteY10" fmla="*/ 102785 h 240736"/>
                  <a:gd name="connsiteX11" fmla="*/ 33161 w 240651"/>
                  <a:gd name="connsiteY11" fmla="*/ 102785 h 240736"/>
                  <a:gd name="connsiteX12" fmla="*/ 42171 w 240651"/>
                  <a:gd name="connsiteY12" fmla="*/ 81206 h 240736"/>
                  <a:gd name="connsiteX13" fmla="*/ 21100 w 240651"/>
                  <a:gd name="connsiteY13" fmla="*/ 60135 h 240736"/>
                  <a:gd name="connsiteX14" fmla="*/ 21100 w 240651"/>
                  <a:gd name="connsiteY14" fmla="*/ 55276 h 240736"/>
                  <a:gd name="connsiteX15" fmla="*/ 55248 w 240651"/>
                  <a:gd name="connsiteY15" fmla="*/ 21099 h 240736"/>
                  <a:gd name="connsiteX16" fmla="*/ 57678 w 240651"/>
                  <a:gd name="connsiteY16" fmla="*/ 20083 h 240736"/>
                  <a:gd name="connsiteX17" fmla="*/ 57678 w 240651"/>
                  <a:gd name="connsiteY17" fmla="*/ 20083 h 240736"/>
                  <a:gd name="connsiteX18" fmla="*/ 60106 w 240651"/>
                  <a:gd name="connsiteY18" fmla="*/ 21099 h 240736"/>
                  <a:gd name="connsiteX19" fmla="*/ 81122 w 240651"/>
                  <a:gd name="connsiteY19" fmla="*/ 42114 h 240736"/>
                  <a:gd name="connsiteX20" fmla="*/ 102757 w 240651"/>
                  <a:gd name="connsiteY20" fmla="*/ 33245 h 240736"/>
                  <a:gd name="connsiteX21" fmla="*/ 102757 w 240651"/>
                  <a:gd name="connsiteY21" fmla="*/ 3446 h 240736"/>
                  <a:gd name="connsiteX22" fmla="*/ 106203 w 240651"/>
                  <a:gd name="connsiteY22" fmla="*/ 0 h 240736"/>
                  <a:gd name="connsiteX23" fmla="*/ 154532 w 240651"/>
                  <a:gd name="connsiteY23" fmla="*/ 0 h 240736"/>
                  <a:gd name="connsiteX24" fmla="*/ 157977 w 240651"/>
                  <a:gd name="connsiteY24" fmla="*/ 3446 h 240736"/>
                  <a:gd name="connsiteX25" fmla="*/ 157977 w 240651"/>
                  <a:gd name="connsiteY25" fmla="*/ 33245 h 240736"/>
                  <a:gd name="connsiteX26" fmla="*/ 179613 w 240651"/>
                  <a:gd name="connsiteY26" fmla="*/ 42114 h 240736"/>
                  <a:gd name="connsiteX27" fmla="*/ 200628 w 240651"/>
                  <a:gd name="connsiteY27" fmla="*/ 21099 h 240736"/>
                  <a:gd name="connsiteX28" fmla="*/ 203057 w 240651"/>
                  <a:gd name="connsiteY28" fmla="*/ 20083 h 240736"/>
                  <a:gd name="connsiteX29" fmla="*/ 203057 w 240651"/>
                  <a:gd name="connsiteY29" fmla="*/ 20083 h 240736"/>
                  <a:gd name="connsiteX30" fmla="*/ 205486 w 240651"/>
                  <a:gd name="connsiteY30" fmla="*/ 21099 h 240736"/>
                  <a:gd name="connsiteX31" fmla="*/ 239635 w 240651"/>
                  <a:gd name="connsiteY31" fmla="*/ 55276 h 240736"/>
                  <a:gd name="connsiteX32" fmla="*/ 239635 w 240651"/>
                  <a:gd name="connsiteY32" fmla="*/ 60135 h 240736"/>
                  <a:gd name="connsiteX33" fmla="*/ 216954 w 240651"/>
                  <a:gd name="connsiteY33" fmla="*/ 82816 h 240736"/>
                  <a:gd name="connsiteX34" fmla="*/ 212095 w 240651"/>
                  <a:gd name="connsiteY34" fmla="*/ 82816 h 240736"/>
                  <a:gd name="connsiteX35" fmla="*/ 212095 w 240651"/>
                  <a:gd name="connsiteY35" fmla="*/ 77957 h 240736"/>
                  <a:gd name="connsiteX36" fmla="*/ 232347 w 240651"/>
                  <a:gd name="connsiteY36" fmla="*/ 57705 h 240736"/>
                  <a:gd name="connsiteX37" fmla="*/ 203057 w 240651"/>
                  <a:gd name="connsiteY37" fmla="*/ 28387 h 240736"/>
                  <a:gd name="connsiteX38" fmla="*/ 182862 w 240651"/>
                  <a:gd name="connsiteY38" fmla="*/ 48582 h 240736"/>
                  <a:gd name="connsiteX39" fmla="*/ 179105 w 240651"/>
                  <a:gd name="connsiteY39" fmla="*/ 49345 h 240736"/>
                  <a:gd name="connsiteX40" fmla="*/ 153204 w 240651"/>
                  <a:gd name="connsiteY40" fmla="*/ 38725 h 240736"/>
                  <a:gd name="connsiteX41" fmla="*/ 151057 w 240651"/>
                  <a:gd name="connsiteY41" fmla="*/ 35533 h 240736"/>
                  <a:gd name="connsiteX42" fmla="*/ 151057 w 240651"/>
                  <a:gd name="connsiteY42" fmla="*/ 6864 h 240736"/>
                  <a:gd name="connsiteX43" fmla="*/ 109621 w 240651"/>
                  <a:gd name="connsiteY43" fmla="*/ 6864 h 240736"/>
                  <a:gd name="connsiteX44" fmla="*/ 109621 w 240651"/>
                  <a:gd name="connsiteY44" fmla="*/ 35533 h 240736"/>
                  <a:gd name="connsiteX45" fmla="*/ 107474 w 240651"/>
                  <a:gd name="connsiteY45" fmla="*/ 38725 h 240736"/>
                  <a:gd name="connsiteX46" fmla="*/ 81573 w 240651"/>
                  <a:gd name="connsiteY46" fmla="*/ 49345 h 240736"/>
                  <a:gd name="connsiteX47" fmla="*/ 77816 w 240651"/>
                  <a:gd name="connsiteY47" fmla="*/ 48582 h 240736"/>
                  <a:gd name="connsiteX48" fmla="*/ 57621 w 240651"/>
                  <a:gd name="connsiteY48" fmla="*/ 28387 h 240736"/>
                  <a:gd name="connsiteX49" fmla="*/ 28359 w 240651"/>
                  <a:gd name="connsiteY49" fmla="*/ 57705 h 240736"/>
                  <a:gd name="connsiteX50" fmla="*/ 48611 w 240651"/>
                  <a:gd name="connsiteY50" fmla="*/ 77957 h 240736"/>
                  <a:gd name="connsiteX51" fmla="*/ 49345 w 240651"/>
                  <a:gd name="connsiteY51" fmla="*/ 81714 h 240736"/>
                  <a:gd name="connsiteX52" fmla="*/ 38555 w 240651"/>
                  <a:gd name="connsiteY52" fmla="*/ 107530 h 240736"/>
                  <a:gd name="connsiteX53" fmla="*/ 35363 w 240651"/>
                  <a:gd name="connsiteY53" fmla="*/ 109649 h 240736"/>
                  <a:gd name="connsiteX54" fmla="*/ 6808 w 240651"/>
                  <a:gd name="connsiteY54" fmla="*/ 109649 h 240736"/>
                  <a:gd name="connsiteX55" fmla="*/ 6808 w 240651"/>
                  <a:gd name="connsiteY55" fmla="*/ 151113 h 240736"/>
                  <a:gd name="connsiteX56" fmla="*/ 35363 w 240651"/>
                  <a:gd name="connsiteY56" fmla="*/ 151113 h 240736"/>
                  <a:gd name="connsiteX57" fmla="*/ 38555 w 240651"/>
                  <a:gd name="connsiteY57" fmla="*/ 153232 h 240736"/>
                  <a:gd name="connsiteX58" fmla="*/ 49345 w 240651"/>
                  <a:gd name="connsiteY58" fmla="*/ 179048 h 240736"/>
                  <a:gd name="connsiteX59" fmla="*/ 48611 w 240651"/>
                  <a:gd name="connsiteY59" fmla="*/ 182805 h 240736"/>
                  <a:gd name="connsiteX60" fmla="*/ 28359 w 240651"/>
                  <a:gd name="connsiteY60" fmla="*/ 203085 h 240736"/>
                  <a:gd name="connsiteX61" fmla="*/ 57621 w 240651"/>
                  <a:gd name="connsiteY61" fmla="*/ 232404 h 240736"/>
                  <a:gd name="connsiteX62" fmla="*/ 77816 w 240651"/>
                  <a:gd name="connsiteY62" fmla="*/ 212208 h 240736"/>
                  <a:gd name="connsiteX63" fmla="*/ 81573 w 240651"/>
                  <a:gd name="connsiteY63" fmla="*/ 211446 h 240736"/>
                  <a:gd name="connsiteX64" fmla="*/ 107474 w 240651"/>
                  <a:gd name="connsiteY64" fmla="*/ 222066 h 240736"/>
                  <a:gd name="connsiteX65" fmla="*/ 109367 w 240651"/>
                  <a:gd name="connsiteY65" fmla="*/ 226557 h 240736"/>
                  <a:gd name="connsiteX66" fmla="*/ 104876 w 240651"/>
                  <a:gd name="connsiteY66" fmla="*/ 228449 h 240736"/>
                  <a:gd name="connsiteX67" fmla="*/ 81093 w 240651"/>
                  <a:gd name="connsiteY67" fmla="*/ 218705 h 240736"/>
                  <a:gd name="connsiteX68" fmla="*/ 60078 w 240651"/>
                  <a:gd name="connsiteY68" fmla="*/ 239719 h 240736"/>
                  <a:gd name="connsiteX69" fmla="*/ 57649 w 240651"/>
                  <a:gd name="connsiteY69" fmla="*/ 240736 h 240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240651" h="240736">
                    <a:moveTo>
                      <a:pt x="57678" y="240736"/>
                    </a:moveTo>
                    <a:lnTo>
                      <a:pt x="57678" y="240736"/>
                    </a:lnTo>
                    <a:cubicBezTo>
                      <a:pt x="56774" y="240736"/>
                      <a:pt x="55898" y="240369"/>
                      <a:pt x="55248" y="239719"/>
                    </a:cubicBezTo>
                    <a:lnTo>
                      <a:pt x="21100" y="205542"/>
                    </a:lnTo>
                    <a:cubicBezTo>
                      <a:pt x="19744" y="204186"/>
                      <a:pt x="19744" y="202012"/>
                      <a:pt x="21100" y="200684"/>
                    </a:cubicBezTo>
                    <a:lnTo>
                      <a:pt x="42171" y="179613"/>
                    </a:lnTo>
                    <a:lnTo>
                      <a:pt x="33161" y="158033"/>
                    </a:lnTo>
                    <a:lnTo>
                      <a:pt x="3447" y="158033"/>
                    </a:lnTo>
                    <a:cubicBezTo>
                      <a:pt x="1554" y="158033"/>
                      <a:pt x="0" y="156480"/>
                      <a:pt x="0" y="154587"/>
                    </a:cubicBezTo>
                    <a:lnTo>
                      <a:pt x="0" y="106231"/>
                    </a:lnTo>
                    <a:cubicBezTo>
                      <a:pt x="0" y="104339"/>
                      <a:pt x="1554" y="102785"/>
                      <a:pt x="3447" y="102785"/>
                    </a:cubicBezTo>
                    <a:lnTo>
                      <a:pt x="33161" y="102785"/>
                    </a:lnTo>
                    <a:lnTo>
                      <a:pt x="42171" y="81206"/>
                    </a:lnTo>
                    <a:lnTo>
                      <a:pt x="21100" y="60135"/>
                    </a:lnTo>
                    <a:cubicBezTo>
                      <a:pt x="19744" y="58779"/>
                      <a:pt x="19744" y="56604"/>
                      <a:pt x="21100" y="55276"/>
                    </a:cubicBezTo>
                    <a:lnTo>
                      <a:pt x="55248" y="21099"/>
                    </a:lnTo>
                    <a:cubicBezTo>
                      <a:pt x="55898" y="20450"/>
                      <a:pt x="56774" y="20083"/>
                      <a:pt x="57678" y="20083"/>
                    </a:cubicBezTo>
                    <a:lnTo>
                      <a:pt x="57678" y="20083"/>
                    </a:lnTo>
                    <a:cubicBezTo>
                      <a:pt x="58582" y="20083"/>
                      <a:pt x="59457" y="20450"/>
                      <a:pt x="60106" y="21099"/>
                    </a:cubicBezTo>
                    <a:lnTo>
                      <a:pt x="81122" y="42114"/>
                    </a:lnTo>
                    <a:lnTo>
                      <a:pt x="102757" y="33245"/>
                    </a:lnTo>
                    <a:lnTo>
                      <a:pt x="102757" y="3446"/>
                    </a:lnTo>
                    <a:cubicBezTo>
                      <a:pt x="102757" y="1554"/>
                      <a:pt x="104311" y="0"/>
                      <a:pt x="106203" y="0"/>
                    </a:cubicBezTo>
                    <a:lnTo>
                      <a:pt x="154532" y="0"/>
                    </a:lnTo>
                    <a:cubicBezTo>
                      <a:pt x="156424" y="0"/>
                      <a:pt x="157977" y="1554"/>
                      <a:pt x="157977" y="3446"/>
                    </a:cubicBezTo>
                    <a:lnTo>
                      <a:pt x="157977" y="33245"/>
                    </a:lnTo>
                    <a:lnTo>
                      <a:pt x="179613" y="42114"/>
                    </a:lnTo>
                    <a:lnTo>
                      <a:pt x="200628" y="21099"/>
                    </a:lnTo>
                    <a:cubicBezTo>
                      <a:pt x="201277" y="20450"/>
                      <a:pt x="202153" y="20083"/>
                      <a:pt x="203057" y="20083"/>
                    </a:cubicBezTo>
                    <a:lnTo>
                      <a:pt x="203057" y="20083"/>
                    </a:lnTo>
                    <a:cubicBezTo>
                      <a:pt x="203961" y="20083"/>
                      <a:pt x="204836" y="20450"/>
                      <a:pt x="205486" y="21099"/>
                    </a:cubicBezTo>
                    <a:lnTo>
                      <a:pt x="239635" y="55276"/>
                    </a:lnTo>
                    <a:cubicBezTo>
                      <a:pt x="240991" y="56632"/>
                      <a:pt x="240991" y="58807"/>
                      <a:pt x="239635" y="60135"/>
                    </a:cubicBezTo>
                    <a:lnTo>
                      <a:pt x="216954" y="82816"/>
                    </a:lnTo>
                    <a:cubicBezTo>
                      <a:pt x="215598" y="84172"/>
                      <a:pt x="213423" y="84172"/>
                      <a:pt x="212095" y="82816"/>
                    </a:cubicBezTo>
                    <a:cubicBezTo>
                      <a:pt x="210740" y="81460"/>
                      <a:pt x="210740" y="79285"/>
                      <a:pt x="212095" y="77957"/>
                    </a:cubicBezTo>
                    <a:lnTo>
                      <a:pt x="232347" y="57705"/>
                    </a:lnTo>
                    <a:lnTo>
                      <a:pt x="203057" y="28387"/>
                    </a:lnTo>
                    <a:lnTo>
                      <a:pt x="182862" y="48582"/>
                    </a:lnTo>
                    <a:cubicBezTo>
                      <a:pt x="181873" y="49571"/>
                      <a:pt x="180404" y="49853"/>
                      <a:pt x="179105" y="49345"/>
                    </a:cubicBezTo>
                    <a:lnTo>
                      <a:pt x="153204" y="38725"/>
                    </a:lnTo>
                    <a:cubicBezTo>
                      <a:pt x="151904" y="38188"/>
                      <a:pt x="151057" y="36945"/>
                      <a:pt x="151057" y="35533"/>
                    </a:cubicBezTo>
                    <a:lnTo>
                      <a:pt x="151057" y="6864"/>
                    </a:lnTo>
                    <a:lnTo>
                      <a:pt x="109621" y="6864"/>
                    </a:lnTo>
                    <a:lnTo>
                      <a:pt x="109621" y="35533"/>
                    </a:lnTo>
                    <a:cubicBezTo>
                      <a:pt x="109621" y="36917"/>
                      <a:pt x="108773" y="38188"/>
                      <a:pt x="107474" y="38725"/>
                    </a:cubicBezTo>
                    <a:lnTo>
                      <a:pt x="81573" y="49345"/>
                    </a:lnTo>
                    <a:cubicBezTo>
                      <a:pt x="80274" y="49882"/>
                      <a:pt x="78805" y="49571"/>
                      <a:pt x="77816" y="48582"/>
                    </a:cubicBezTo>
                    <a:lnTo>
                      <a:pt x="57621" y="28387"/>
                    </a:lnTo>
                    <a:lnTo>
                      <a:pt x="28359" y="57705"/>
                    </a:lnTo>
                    <a:lnTo>
                      <a:pt x="48611" y="77957"/>
                    </a:lnTo>
                    <a:cubicBezTo>
                      <a:pt x="49599" y="78946"/>
                      <a:pt x="49882" y="80443"/>
                      <a:pt x="49345" y="81714"/>
                    </a:cubicBezTo>
                    <a:lnTo>
                      <a:pt x="38555" y="107530"/>
                    </a:lnTo>
                    <a:cubicBezTo>
                      <a:pt x="38019" y="108802"/>
                      <a:pt x="36776" y="109649"/>
                      <a:pt x="35363" y="109649"/>
                    </a:cubicBezTo>
                    <a:lnTo>
                      <a:pt x="6808" y="109649"/>
                    </a:lnTo>
                    <a:lnTo>
                      <a:pt x="6808" y="151113"/>
                    </a:lnTo>
                    <a:lnTo>
                      <a:pt x="35363" y="151113"/>
                    </a:lnTo>
                    <a:cubicBezTo>
                      <a:pt x="36747" y="151113"/>
                      <a:pt x="38019" y="151961"/>
                      <a:pt x="38555" y="153232"/>
                    </a:cubicBezTo>
                    <a:lnTo>
                      <a:pt x="49345" y="179048"/>
                    </a:lnTo>
                    <a:cubicBezTo>
                      <a:pt x="49882" y="180347"/>
                      <a:pt x="49599" y="181816"/>
                      <a:pt x="48611" y="182805"/>
                    </a:cubicBezTo>
                    <a:lnTo>
                      <a:pt x="28359" y="203085"/>
                    </a:lnTo>
                    <a:lnTo>
                      <a:pt x="57621" y="232404"/>
                    </a:lnTo>
                    <a:lnTo>
                      <a:pt x="77816" y="212208"/>
                    </a:lnTo>
                    <a:cubicBezTo>
                      <a:pt x="78805" y="211220"/>
                      <a:pt x="80274" y="210937"/>
                      <a:pt x="81573" y="211446"/>
                    </a:cubicBezTo>
                    <a:lnTo>
                      <a:pt x="107474" y="222066"/>
                    </a:lnTo>
                    <a:cubicBezTo>
                      <a:pt x="109226" y="222800"/>
                      <a:pt x="110073" y="224806"/>
                      <a:pt x="109367" y="226557"/>
                    </a:cubicBezTo>
                    <a:cubicBezTo>
                      <a:pt x="108661" y="228308"/>
                      <a:pt x="106627" y="229155"/>
                      <a:pt x="104876" y="228449"/>
                    </a:cubicBezTo>
                    <a:lnTo>
                      <a:pt x="81093" y="218705"/>
                    </a:lnTo>
                    <a:lnTo>
                      <a:pt x="60078" y="239719"/>
                    </a:lnTo>
                    <a:cubicBezTo>
                      <a:pt x="59429" y="240369"/>
                      <a:pt x="58553" y="240736"/>
                      <a:pt x="57649" y="240736"/>
                    </a:cubicBezTo>
                    <a:close/>
                  </a:path>
                </a:pathLst>
              </a:custGeom>
              <a:solidFill>
                <a:srgbClr val="01355A"/>
              </a:solidFill>
              <a:ln w="2824" cap="flat">
                <a:noFill/>
                <a:prstDash val="solid"/>
                <a:miter/>
              </a:ln>
            </p:spPr>
            <p:txBody>
              <a:bodyPr rtlCol="1" anchor="ctr"/>
              <a:lstStyle/>
              <a:p>
                <a:endParaRPr lang="ar-SA"/>
              </a:p>
            </p:txBody>
          </p:sp>
          <p:sp>
            <p:nvSpPr>
              <p:cNvPr id="7181" name="شكل حر: شكل 8076">
                <a:extLst>
                  <a:ext uri="{FF2B5EF4-FFF2-40B4-BE49-F238E27FC236}">
                    <a16:creationId xmlns:a16="http://schemas.microsoft.com/office/drawing/2014/main" id="{91188F62-13A2-65C2-39EE-49E749F6B40D}"/>
                  </a:ext>
                </a:extLst>
              </p:cNvPr>
              <p:cNvSpPr/>
              <p:nvPr/>
            </p:nvSpPr>
            <p:spPr>
              <a:xfrm>
                <a:off x="9388009" y="563299"/>
                <a:ext cx="93449" cy="124449"/>
              </a:xfrm>
              <a:custGeom>
                <a:avLst/>
                <a:gdLst>
                  <a:gd name="connsiteX0" fmla="*/ 60078 w 93449"/>
                  <a:gd name="connsiteY0" fmla="*/ 124450 h 124449"/>
                  <a:gd name="connsiteX1" fmla="*/ 59965 w 93449"/>
                  <a:gd name="connsiteY1" fmla="*/ 124450 h 124449"/>
                  <a:gd name="connsiteX2" fmla="*/ 0 w 93449"/>
                  <a:gd name="connsiteY2" fmla="*/ 62253 h 124449"/>
                  <a:gd name="connsiteX3" fmla="*/ 62253 w 93449"/>
                  <a:gd name="connsiteY3" fmla="*/ 0 h 124449"/>
                  <a:gd name="connsiteX4" fmla="*/ 91628 w 93449"/>
                  <a:gd name="connsiteY4" fmla="*/ 7372 h 124449"/>
                  <a:gd name="connsiteX5" fmla="*/ 93040 w 93449"/>
                  <a:gd name="connsiteY5" fmla="*/ 12033 h 124449"/>
                  <a:gd name="connsiteX6" fmla="*/ 88380 w 93449"/>
                  <a:gd name="connsiteY6" fmla="*/ 13445 h 124449"/>
                  <a:gd name="connsiteX7" fmla="*/ 62253 w 93449"/>
                  <a:gd name="connsiteY7" fmla="*/ 6892 h 124449"/>
                  <a:gd name="connsiteX8" fmla="*/ 6892 w 93449"/>
                  <a:gd name="connsiteY8" fmla="*/ 62253 h 124449"/>
                  <a:gd name="connsiteX9" fmla="*/ 60220 w 93449"/>
                  <a:gd name="connsiteY9" fmla="*/ 117558 h 124449"/>
                  <a:gd name="connsiteX10" fmla="*/ 63552 w 93449"/>
                  <a:gd name="connsiteY10" fmla="*/ 121117 h 124449"/>
                  <a:gd name="connsiteX11" fmla="*/ 60106 w 93449"/>
                  <a:gd name="connsiteY11" fmla="*/ 124450 h 124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3449" h="124449">
                    <a:moveTo>
                      <a:pt x="60078" y="124450"/>
                    </a:moveTo>
                    <a:cubicBezTo>
                      <a:pt x="60078" y="124450"/>
                      <a:pt x="59993" y="124450"/>
                      <a:pt x="59965" y="124450"/>
                    </a:cubicBezTo>
                    <a:cubicBezTo>
                      <a:pt x="26353" y="123235"/>
                      <a:pt x="0" y="95922"/>
                      <a:pt x="0" y="62253"/>
                    </a:cubicBezTo>
                    <a:cubicBezTo>
                      <a:pt x="0" y="28584"/>
                      <a:pt x="27934" y="0"/>
                      <a:pt x="62253" y="0"/>
                    </a:cubicBezTo>
                    <a:cubicBezTo>
                      <a:pt x="72506" y="0"/>
                      <a:pt x="82646" y="2542"/>
                      <a:pt x="91628" y="7372"/>
                    </a:cubicBezTo>
                    <a:cubicBezTo>
                      <a:pt x="93295" y="8276"/>
                      <a:pt x="93944" y="10366"/>
                      <a:pt x="93040" y="12033"/>
                    </a:cubicBezTo>
                    <a:cubicBezTo>
                      <a:pt x="92137" y="13699"/>
                      <a:pt x="90046" y="14349"/>
                      <a:pt x="88380" y="13445"/>
                    </a:cubicBezTo>
                    <a:cubicBezTo>
                      <a:pt x="80415" y="9152"/>
                      <a:pt x="71376" y="6892"/>
                      <a:pt x="62253" y="6892"/>
                    </a:cubicBezTo>
                    <a:cubicBezTo>
                      <a:pt x="31720" y="6892"/>
                      <a:pt x="6892" y="31720"/>
                      <a:pt x="6892" y="62253"/>
                    </a:cubicBezTo>
                    <a:cubicBezTo>
                      <a:pt x="6892" y="92786"/>
                      <a:pt x="30307" y="116484"/>
                      <a:pt x="60220" y="117558"/>
                    </a:cubicBezTo>
                    <a:cubicBezTo>
                      <a:pt x="62112" y="117614"/>
                      <a:pt x="63609" y="119224"/>
                      <a:pt x="63552" y="121117"/>
                    </a:cubicBezTo>
                    <a:cubicBezTo>
                      <a:pt x="63496" y="122981"/>
                      <a:pt x="61970" y="124450"/>
                      <a:pt x="60106" y="124450"/>
                    </a:cubicBezTo>
                    <a:close/>
                  </a:path>
                </a:pathLst>
              </a:custGeom>
              <a:solidFill>
                <a:srgbClr val="01355A"/>
              </a:solidFill>
              <a:ln w="2824" cap="flat">
                <a:noFill/>
                <a:prstDash val="solid"/>
                <a:miter/>
              </a:ln>
            </p:spPr>
            <p:txBody>
              <a:bodyPr rtlCol="1" anchor="ctr"/>
              <a:lstStyle/>
              <a:p>
                <a:endParaRPr lang="ar-SA"/>
              </a:p>
            </p:txBody>
          </p:sp>
        </p:grpSp>
        <p:grpSp>
          <p:nvGrpSpPr>
            <p:cNvPr id="7177" name="رسم 8014">
              <a:extLst>
                <a:ext uri="{FF2B5EF4-FFF2-40B4-BE49-F238E27FC236}">
                  <a16:creationId xmlns:a16="http://schemas.microsoft.com/office/drawing/2014/main" id="{A4E3D7E2-2DA7-894D-B864-BD4D708E1596}"/>
                </a:ext>
              </a:extLst>
            </p:cNvPr>
            <p:cNvGrpSpPr/>
            <p:nvPr/>
          </p:nvGrpSpPr>
          <p:grpSpPr>
            <a:xfrm>
              <a:off x="9408798" y="591629"/>
              <a:ext cx="201333" cy="191532"/>
              <a:chOff x="9408798" y="591629"/>
              <a:chExt cx="201333" cy="191532"/>
            </a:xfrm>
            <a:solidFill>
              <a:srgbClr val="17A3A3"/>
            </a:solidFill>
          </p:grpSpPr>
          <p:sp>
            <p:nvSpPr>
              <p:cNvPr id="7178" name="شكل حر: شكل 8078">
                <a:extLst>
                  <a:ext uri="{FF2B5EF4-FFF2-40B4-BE49-F238E27FC236}">
                    <a16:creationId xmlns:a16="http://schemas.microsoft.com/office/drawing/2014/main" id="{11E12D6D-459B-C3C3-4C13-5F8642CEF5F4}"/>
                  </a:ext>
                </a:extLst>
              </p:cNvPr>
              <p:cNvSpPr/>
              <p:nvPr/>
            </p:nvSpPr>
            <p:spPr>
              <a:xfrm>
                <a:off x="9408798" y="720174"/>
                <a:ext cx="201333" cy="62987"/>
              </a:xfrm>
              <a:custGeom>
                <a:avLst/>
                <a:gdLst>
                  <a:gd name="connsiteX0" fmla="*/ 197916 w 201333"/>
                  <a:gd name="connsiteY0" fmla="*/ 62987 h 62987"/>
                  <a:gd name="connsiteX1" fmla="*/ 194470 w 201333"/>
                  <a:gd name="connsiteY1" fmla="*/ 59541 h 62987"/>
                  <a:gd name="connsiteX2" fmla="*/ 100695 w 201333"/>
                  <a:gd name="connsiteY2" fmla="*/ 6892 h 62987"/>
                  <a:gd name="connsiteX3" fmla="*/ 6892 w 201333"/>
                  <a:gd name="connsiteY3" fmla="*/ 59541 h 62987"/>
                  <a:gd name="connsiteX4" fmla="*/ 3446 w 201333"/>
                  <a:gd name="connsiteY4" fmla="*/ 62987 h 62987"/>
                  <a:gd name="connsiteX5" fmla="*/ 0 w 201333"/>
                  <a:gd name="connsiteY5" fmla="*/ 59541 h 62987"/>
                  <a:gd name="connsiteX6" fmla="*/ 100667 w 201333"/>
                  <a:gd name="connsiteY6" fmla="*/ 0 h 62987"/>
                  <a:gd name="connsiteX7" fmla="*/ 201333 w 201333"/>
                  <a:gd name="connsiteY7" fmla="*/ 59541 h 62987"/>
                  <a:gd name="connsiteX8" fmla="*/ 197887 w 201333"/>
                  <a:gd name="connsiteY8" fmla="*/ 62987 h 629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1333" h="62987">
                    <a:moveTo>
                      <a:pt x="197916" y="62987"/>
                    </a:moveTo>
                    <a:cubicBezTo>
                      <a:pt x="196023" y="62987"/>
                      <a:pt x="194470" y="61434"/>
                      <a:pt x="194470" y="59541"/>
                    </a:cubicBezTo>
                    <a:cubicBezTo>
                      <a:pt x="194470" y="30505"/>
                      <a:pt x="152384" y="6892"/>
                      <a:pt x="100695" y="6892"/>
                    </a:cubicBezTo>
                    <a:cubicBezTo>
                      <a:pt x="49005" y="6892"/>
                      <a:pt x="6892" y="30505"/>
                      <a:pt x="6892" y="59541"/>
                    </a:cubicBezTo>
                    <a:cubicBezTo>
                      <a:pt x="6892" y="61434"/>
                      <a:pt x="5338" y="62987"/>
                      <a:pt x="3446" y="62987"/>
                    </a:cubicBezTo>
                    <a:cubicBezTo>
                      <a:pt x="1553" y="62987"/>
                      <a:pt x="0" y="61434"/>
                      <a:pt x="0" y="59541"/>
                    </a:cubicBezTo>
                    <a:cubicBezTo>
                      <a:pt x="0" y="26720"/>
                      <a:pt x="45164" y="0"/>
                      <a:pt x="100667" y="0"/>
                    </a:cubicBezTo>
                    <a:cubicBezTo>
                      <a:pt x="156169" y="0"/>
                      <a:pt x="201333" y="26720"/>
                      <a:pt x="201333" y="59541"/>
                    </a:cubicBezTo>
                    <a:cubicBezTo>
                      <a:pt x="201333" y="61434"/>
                      <a:pt x="199780" y="62987"/>
                      <a:pt x="197887" y="62987"/>
                    </a:cubicBezTo>
                    <a:close/>
                  </a:path>
                </a:pathLst>
              </a:custGeom>
              <a:solidFill>
                <a:srgbClr val="17A3A3"/>
              </a:solidFill>
              <a:ln w="2824" cap="flat">
                <a:noFill/>
                <a:prstDash val="solid"/>
                <a:miter/>
              </a:ln>
            </p:spPr>
            <p:txBody>
              <a:bodyPr rtlCol="1" anchor="ctr"/>
              <a:lstStyle/>
              <a:p>
                <a:endParaRPr lang="ar-SA"/>
              </a:p>
            </p:txBody>
          </p:sp>
          <p:sp>
            <p:nvSpPr>
              <p:cNvPr id="7179" name="شكل حر: شكل 8079">
                <a:extLst>
                  <a:ext uri="{FF2B5EF4-FFF2-40B4-BE49-F238E27FC236}">
                    <a16:creationId xmlns:a16="http://schemas.microsoft.com/office/drawing/2014/main" id="{77BA849E-83D5-0F4E-17BC-21A2A372640E}"/>
                  </a:ext>
                </a:extLst>
              </p:cNvPr>
              <p:cNvSpPr/>
              <p:nvPr/>
            </p:nvSpPr>
            <p:spPr>
              <a:xfrm>
                <a:off x="9457577" y="591629"/>
                <a:ext cx="103830" cy="103830"/>
              </a:xfrm>
              <a:custGeom>
                <a:avLst/>
                <a:gdLst>
                  <a:gd name="connsiteX0" fmla="*/ 51916 w 103830"/>
                  <a:gd name="connsiteY0" fmla="*/ 103830 h 103830"/>
                  <a:gd name="connsiteX1" fmla="*/ 0 w 103830"/>
                  <a:gd name="connsiteY1" fmla="*/ 51915 h 103830"/>
                  <a:gd name="connsiteX2" fmla="*/ 51916 w 103830"/>
                  <a:gd name="connsiteY2" fmla="*/ 0 h 103830"/>
                  <a:gd name="connsiteX3" fmla="*/ 103830 w 103830"/>
                  <a:gd name="connsiteY3" fmla="*/ 51915 h 103830"/>
                  <a:gd name="connsiteX4" fmla="*/ 51916 w 103830"/>
                  <a:gd name="connsiteY4" fmla="*/ 103830 h 103830"/>
                  <a:gd name="connsiteX5" fmla="*/ 51916 w 103830"/>
                  <a:gd name="connsiteY5" fmla="*/ 6892 h 103830"/>
                  <a:gd name="connsiteX6" fmla="*/ 6892 w 103830"/>
                  <a:gd name="connsiteY6" fmla="*/ 51915 h 103830"/>
                  <a:gd name="connsiteX7" fmla="*/ 51916 w 103830"/>
                  <a:gd name="connsiteY7" fmla="*/ 96938 h 103830"/>
                  <a:gd name="connsiteX8" fmla="*/ 96939 w 103830"/>
                  <a:gd name="connsiteY8" fmla="*/ 51915 h 103830"/>
                  <a:gd name="connsiteX9" fmla="*/ 51916 w 103830"/>
                  <a:gd name="connsiteY9" fmla="*/ 6892 h 103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830" h="103830">
                    <a:moveTo>
                      <a:pt x="51916" y="103830"/>
                    </a:moveTo>
                    <a:cubicBezTo>
                      <a:pt x="23303" y="103830"/>
                      <a:pt x="0" y="80556"/>
                      <a:pt x="0" y="51915"/>
                    </a:cubicBezTo>
                    <a:cubicBezTo>
                      <a:pt x="0" y="23274"/>
                      <a:pt x="23275" y="0"/>
                      <a:pt x="51916" y="0"/>
                    </a:cubicBezTo>
                    <a:cubicBezTo>
                      <a:pt x="80556" y="0"/>
                      <a:pt x="103830" y="23274"/>
                      <a:pt x="103830" y="51915"/>
                    </a:cubicBezTo>
                    <a:cubicBezTo>
                      <a:pt x="103830" y="80556"/>
                      <a:pt x="80556" y="103830"/>
                      <a:pt x="51916" y="103830"/>
                    </a:cubicBezTo>
                    <a:close/>
                    <a:moveTo>
                      <a:pt x="51916" y="6892"/>
                    </a:moveTo>
                    <a:cubicBezTo>
                      <a:pt x="27088" y="6892"/>
                      <a:pt x="6892" y="27087"/>
                      <a:pt x="6892" y="51915"/>
                    </a:cubicBezTo>
                    <a:cubicBezTo>
                      <a:pt x="6892" y="76743"/>
                      <a:pt x="27088" y="96938"/>
                      <a:pt x="51916" y="96938"/>
                    </a:cubicBezTo>
                    <a:cubicBezTo>
                      <a:pt x="76743" y="96938"/>
                      <a:pt x="96939" y="76743"/>
                      <a:pt x="96939" y="51915"/>
                    </a:cubicBezTo>
                    <a:cubicBezTo>
                      <a:pt x="96939" y="27087"/>
                      <a:pt x="76743" y="6892"/>
                      <a:pt x="51916" y="6892"/>
                    </a:cubicBezTo>
                    <a:close/>
                  </a:path>
                </a:pathLst>
              </a:custGeom>
              <a:solidFill>
                <a:srgbClr val="17A3A3"/>
              </a:solidFill>
              <a:ln w="2824" cap="flat">
                <a:noFill/>
                <a:prstDash val="solid"/>
                <a:miter/>
              </a:ln>
            </p:spPr>
            <p:txBody>
              <a:bodyPr rtlCol="1" anchor="ctr"/>
              <a:lstStyle/>
              <a:p>
                <a:endParaRPr lang="ar-SA"/>
              </a:p>
            </p:txBody>
          </p:sp>
        </p:grpSp>
      </p:grpSp>
      <p:grpSp>
        <p:nvGrpSpPr>
          <p:cNvPr id="7182" name="رسم 8014">
            <a:extLst>
              <a:ext uri="{FF2B5EF4-FFF2-40B4-BE49-F238E27FC236}">
                <a16:creationId xmlns:a16="http://schemas.microsoft.com/office/drawing/2014/main" id="{1D5A1319-6602-F9E3-C549-2D0F32192181}"/>
              </a:ext>
            </a:extLst>
          </p:cNvPr>
          <p:cNvGrpSpPr/>
          <p:nvPr/>
        </p:nvGrpSpPr>
        <p:grpSpPr>
          <a:xfrm>
            <a:off x="1996707" y="2499015"/>
            <a:ext cx="260879" cy="230531"/>
            <a:chOff x="1468092" y="1355189"/>
            <a:chExt cx="311829" cy="292481"/>
          </a:xfrm>
        </p:grpSpPr>
        <p:grpSp>
          <p:nvGrpSpPr>
            <p:cNvPr id="7183" name="رسم 8014">
              <a:extLst>
                <a:ext uri="{FF2B5EF4-FFF2-40B4-BE49-F238E27FC236}">
                  <a16:creationId xmlns:a16="http://schemas.microsoft.com/office/drawing/2014/main" id="{7DCF4FEA-4705-EC12-C44E-79396688EB25}"/>
                </a:ext>
              </a:extLst>
            </p:cNvPr>
            <p:cNvGrpSpPr/>
            <p:nvPr/>
          </p:nvGrpSpPr>
          <p:grpSpPr>
            <a:xfrm>
              <a:off x="1468092" y="1355189"/>
              <a:ext cx="286917" cy="286945"/>
              <a:chOff x="1468092" y="1355189"/>
              <a:chExt cx="286917" cy="286945"/>
            </a:xfrm>
          </p:grpSpPr>
          <p:sp>
            <p:nvSpPr>
              <p:cNvPr id="7187" name="شكل حر: شكل 8082">
                <a:extLst>
                  <a:ext uri="{FF2B5EF4-FFF2-40B4-BE49-F238E27FC236}">
                    <a16:creationId xmlns:a16="http://schemas.microsoft.com/office/drawing/2014/main" id="{23D5C564-E122-4731-95FC-57BB162449FA}"/>
                  </a:ext>
                </a:extLst>
              </p:cNvPr>
              <p:cNvSpPr/>
              <p:nvPr/>
            </p:nvSpPr>
            <p:spPr>
              <a:xfrm>
                <a:off x="1468092" y="1355189"/>
                <a:ext cx="286917" cy="286945"/>
              </a:xfrm>
              <a:custGeom>
                <a:avLst/>
                <a:gdLst>
                  <a:gd name="connsiteX0" fmla="*/ 143459 w 286917"/>
                  <a:gd name="connsiteY0" fmla="*/ 286917 h 286945"/>
                  <a:gd name="connsiteX1" fmla="*/ 0 w 286917"/>
                  <a:gd name="connsiteY1" fmla="*/ 143459 h 286945"/>
                  <a:gd name="connsiteX2" fmla="*/ 143459 w 286917"/>
                  <a:gd name="connsiteY2" fmla="*/ 0 h 286945"/>
                  <a:gd name="connsiteX3" fmla="*/ 286917 w 286917"/>
                  <a:gd name="connsiteY3" fmla="*/ 143459 h 286945"/>
                  <a:gd name="connsiteX4" fmla="*/ 286917 w 286917"/>
                  <a:gd name="connsiteY4" fmla="*/ 143826 h 286945"/>
                  <a:gd name="connsiteX5" fmla="*/ 283472 w 286917"/>
                  <a:gd name="connsiteY5" fmla="*/ 147272 h 286945"/>
                  <a:gd name="connsiteX6" fmla="*/ 280026 w 286917"/>
                  <a:gd name="connsiteY6" fmla="*/ 143826 h 286945"/>
                  <a:gd name="connsiteX7" fmla="*/ 280026 w 286917"/>
                  <a:gd name="connsiteY7" fmla="*/ 143459 h 286945"/>
                  <a:gd name="connsiteX8" fmla="*/ 143459 w 286917"/>
                  <a:gd name="connsiteY8" fmla="*/ 6864 h 286945"/>
                  <a:gd name="connsiteX9" fmla="*/ 6864 w 286917"/>
                  <a:gd name="connsiteY9" fmla="*/ 143459 h 286945"/>
                  <a:gd name="connsiteX10" fmla="*/ 143459 w 286917"/>
                  <a:gd name="connsiteY10" fmla="*/ 280054 h 286945"/>
                  <a:gd name="connsiteX11" fmla="*/ 172834 w 286917"/>
                  <a:gd name="connsiteY11" fmla="*/ 276862 h 286945"/>
                  <a:gd name="connsiteX12" fmla="*/ 177043 w 286917"/>
                  <a:gd name="connsiteY12" fmla="*/ 280223 h 286945"/>
                  <a:gd name="connsiteX13" fmla="*/ 174162 w 286917"/>
                  <a:gd name="connsiteY13" fmla="*/ 283613 h 286945"/>
                  <a:gd name="connsiteX14" fmla="*/ 143459 w 286917"/>
                  <a:gd name="connsiteY14" fmla="*/ 286946 h 286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6917" h="286945">
                    <a:moveTo>
                      <a:pt x="143459" y="286917"/>
                    </a:moveTo>
                    <a:cubicBezTo>
                      <a:pt x="64343" y="286917"/>
                      <a:pt x="0" y="222546"/>
                      <a:pt x="0" y="143459"/>
                    </a:cubicBezTo>
                    <a:cubicBezTo>
                      <a:pt x="0" y="64371"/>
                      <a:pt x="64371" y="0"/>
                      <a:pt x="143459" y="0"/>
                    </a:cubicBezTo>
                    <a:cubicBezTo>
                      <a:pt x="222546" y="0"/>
                      <a:pt x="286917" y="64371"/>
                      <a:pt x="286917" y="143459"/>
                    </a:cubicBezTo>
                    <a:lnTo>
                      <a:pt x="286917" y="143826"/>
                    </a:lnTo>
                    <a:cubicBezTo>
                      <a:pt x="286917" y="145718"/>
                      <a:pt x="285364" y="147272"/>
                      <a:pt x="283472" y="147272"/>
                    </a:cubicBezTo>
                    <a:cubicBezTo>
                      <a:pt x="281579" y="147272"/>
                      <a:pt x="280026" y="145718"/>
                      <a:pt x="280026" y="143826"/>
                    </a:cubicBezTo>
                    <a:lnTo>
                      <a:pt x="280026" y="143459"/>
                    </a:lnTo>
                    <a:cubicBezTo>
                      <a:pt x="280026" y="68156"/>
                      <a:pt x="218761" y="6864"/>
                      <a:pt x="143459" y="6864"/>
                    </a:cubicBezTo>
                    <a:cubicBezTo>
                      <a:pt x="68156" y="6864"/>
                      <a:pt x="6864" y="68128"/>
                      <a:pt x="6864" y="143459"/>
                    </a:cubicBezTo>
                    <a:cubicBezTo>
                      <a:pt x="6864" y="218789"/>
                      <a:pt x="68128" y="280054"/>
                      <a:pt x="143459" y="280054"/>
                    </a:cubicBezTo>
                    <a:cubicBezTo>
                      <a:pt x="153429" y="280054"/>
                      <a:pt x="163315" y="278980"/>
                      <a:pt x="172834" y="276862"/>
                    </a:cubicBezTo>
                    <a:cubicBezTo>
                      <a:pt x="174924" y="276382"/>
                      <a:pt x="177043" y="278077"/>
                      <a:pt x="177043" y="280223"/>
                    </a:cubicBezTo>
                    <a:cubicBezTo>
                      <a:pt x="177043" y="281946"/>
                      <a:pt x="175800" y="283359"/>
                      <a:pt x="174162" y="283613"/>
                    </a:cubicBezTo>
                    <a:cubicBezTo>
                      <a:pt x="164191" y="285816"/>
                      <a:pt x="153881" y="286946"/>
                      <a:pt x="143459" y="286946"/>
                    </a:cubicBezTo>
                    <a:close/>
                  </a:path>
                </a:pathLst>
              </a:custGeom>
              <a:solidFill>
                <a:srgbClr val="01355A"/>
              </a:solidFill>
              <a:ln w="2824" cap="flat">
                <a:noFill/>
                <a:prstDash val="solid"/>
                <a:miter/>
              </a:ln>
            </p:spPr>
            <p:txBody>
              <a:bodyPr rtlCol="1" anchor="ctr"/>
              <a:lstStyle/>
              <a:p>
                <a:endParaRPr lang="ar-SA"/>
              </a:p>
            </p:txBody>
          </p:sp>
          <p:grpSp>
            <p:nvGrpSpPr>
              <p:cNvPr id="7188" name="رسم 8014">
                <a:extLst>
                  <a:ext uri="{FF2B5EF4-FFF2-40B4-BE49-F238E27FC236}">
                    <a16:creationId xmlns:a16="http://schemas.microsoft.com/office/drawing/2014/main" id="{392C547E-571B-BAF1-C505-4A4CE5D30CB8}"/>
                  </a:ext>
                </a:extLst>
              </p:cNvPr>
              <p:cNvGrpSpPr/>
              <p:nvPr/>
            </p:nvGrpSpPr>
            <p:grpSpPr>
              <a:xfrm>
                <a:off x="1493598" y="1380666"/>
                <a:ext cx="121399" cy="235906"/>
                <a:chOff x="1493598" y="1380666"/>
                <a:chExt cx="121399" cy="235906"/>
              </a:xfrm>
              <a:solidFill>
                <a:srgbClr val="01355A"/>
              </a:solidFill>
            </p:grpSpPr>
            <p:sp>
              <p:nvSpPr>
                <p:cNvPr id="7193" name="شكل حر: شكل 8084">
                  <a:extLst>
                    <a:ext uri="{FF2B5EF4-FFF2-40B4-BE49-F238E27FC236}">
                      <a16:creationId xmlns:a16="http://schemas.microsoft.com/office/drawing/2014/main" id="{79147E63-5F85-6093-A3D3-68917873B0B5}"/>
                    </a:ext>
                  </a:extLst>
                </p:cNvPr>
                <p:cNvSpPr/>
                <p:nvPr/>
              </p:nvSpPr>
              <p:spPr>
                <a:xfrm>
                  <a:off x="1608105" y="1380666"/>
                  <a:ext cx="6891" cy="28019"/>
                </a:xfrm>
                <a:custGeom>
                  <a:avLst/>
                  <a:gdLst>
                    <a:gd name="connsiteX0" fmla="*/ 3446 w 6891"/>
                    <a:gd name="connsiteY0" fmla="*/ 28020 h 28019"/>
                    <a:gd name="connsiteX1" fmla="*/ 0 w 6891"/>
                    <a:gd name="connsiteY1" fmla="*/ 24574 h 28019"/>
                    <a:gd name="connsiteX2" fmla="*/ 0 w 6891"/>
                    <a:gd name="connsiteY2" fmla="*/ 3446 h 28019"/>
                    <a:gd name="connsiteX3" fmla="*/ 3446 w 6891"/>
                    <a:gd name="connsiteY3" fmla="*/ 0 h 28019"/>
                    <a:gd name="connsiteX4" fmla="*/ 6892 w 6891"/>
                    <a:gd name="connsiteY4" fmla="*/ 3446 h 28019"/>
                    <a:gd name="connsiteX5" fmla="*/ 6892 w 6891"/>
                    <a:gd name="connsiteY5" fmla="*/ 24574 h 28019"/>
                    <a:gd name="connsiteX6" fmla="*/ 3446 w 6891"/>
                    <a:gd name="connsiteY6" fmla="*/ 28020 h 28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28019">
                      <a:moveTo>
                        <a:pt x="3446" y="28020"/>
                      </a:moveTo>
                      <a:cubicBezTo>
                        <a:pt x="1554" y="28020"/>
                        <a:pt x="0" y="26466"/>
                        <a:pt x="0" y="24574"/>
                      </a:cubicBezTo>
                      <a:lnTo>
                        <a:pt x="0" y="3446"/>
                      </a:lnTo>
                      <a:cubicBezTo>
                        <a:pt x="0" y="1553"/>
                        <a:pt x="1554" y="0"/>
                        <a:pt x="3446" y="0"/>
                      </a:cubicBezTo>
                      <a:cubicBezTo>
                        <a:pt x="5338" y="0"/>
                        <a:pt x="6892" y="1553"/>
                        <a:pt x="6892" y="3446"/>
                      </a:cubicBezTo>
                      <a:lnTo>
                        <a:pt x="6892" y="24574"/>
                      </a:lnTo>
                      <a:cubicBezTo>
                        <a:pt x="6892" y="26466"/>
                        <a:pt x="5338" y="28020"/>
                        <a:pt x="3446" y="28020"/>
                      </a:cubicBezTo>
                      <a:close/>
                    </a:path>
                  </a:pathLst>
                </a:custGeom>
                <a:solidFill>
                  <a:srgbClr val="01355A"/>
                </a:solidFill>
                <a:ln w="2824" cap="flat">
                  <a:noFill/>
                  <a:prstDash val="solid"/>
                  <a:miter/>
                </a:ln>
              </p:spPr>
              <p:txBody>
                <a:bodyPr rtlCol="1" anchor="ctr"/>
                <a:lstStyle/>
                <a:p>
                  <a:endParaRPr lang="ar-SA"/>
                </a:p>
              </p:txBody>
            </p:sp>
            <p:sp>
              <p:nvSpPr>
                <p:cNvPr id="7194" name="شكل حر: شكل 8085">
                  <a:extLst>
                    <a:ext uri="{FF2B5EF4-FFF2-40B4-BE49-F238E27FC236}">
                      <a16:creationId xmlns:a16="http://schemas.microsoft.com/office/drawing/2014/main" id="{7684E444-1F8A-1313-06B8-35DDD9B14FCC}"/>
                    </a:ext>
                  </a:extLst>
                </p:cNvPr>
                <p:cNvSpPr/>
                <p:nvPr/>
              </p:nvSpPr>
              <p:spPr>
                <a:xfrm>
                  <a:off x="1608105" y="1588553"/>
                  <a:ext cx="6891" cy="28019"/>
                </a:xfrm>
                <a:custGeom>
                  <a:avLst/>
                  <a:gdLst>
                    <a:gd name="connsiteX0" fmla="*/ 3446 w 6891"/>
                    <a:gd name="connsiteY0" fmla="*/ 28020 h 28019"/>
                    <a:gd name="connsiteX1" fmla="*/ 0 w 6891"/>
                    <a:gd name="connsiteY1" fmla="*/ 24574 h 28019"/>
                    <a:gd name="connsiteX2" fmla="*/ 0 w 6891"/>
                    <a:gd name="connsiteY2" fmla="*/ 3446 h 28019"/>
                    <a:gd name="connsiteX3" fmla="*/ 3446 w 6891"/>
                    <a:gd name="connsiteY3" fmla="*/ 0 h 28019"/>
                    <a:gd name="connsiteX4" fmla="*/ 6892 w 6891"/>
                    <a:gd name="connsiteY4" fmla="*/ 3446 h 28019"/>
                    <a:gd name="connsiteX5" fmla="*/ 6892 w 6891"/>
                    <a:gd name="connsiteY5" fmla="*/ 24574 h 28019"/>
                    <a:gd name="connsiteX6" fmla="*/ 3446 w 6891"/>
                    <a:gd name="connsiteY6" fmla="*/ 28020 h 28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28019">
                      <a:moveTo>
                        <a:pt x="3446" y="28020"/>
                      </a:moveTo>
                      <a:cubicBezTo>
                        <a:pt x="1554" y="28020"/>
                        <a:pt x="0" y="26466"/>
                        <a:pt x="0" y="24574"/>
                      </a:cubicBezTo>
                      <a:lnTo>
                        <a:pt x="0" y="3446"/>
                      </a:lnTo>
                      <a:cubicBezTo>
                        <a:pt x="0" y="1554"/>
                        <a:pt x="1554" y="0"/>
                        <a:pt x="3446" y="0"/>
                      </a:cubicBezTo>
                      <a:cubicBezTo>
                        <a:pt x="5338" y="0"/>
                        <a:pt x="6892" y="1554"/>
                        <a:pt x="6892" y="3446"/>
                      </a:cubicBezTo>
                      <a:lnTo>
                        <a:pt x="6892" y="24574"/>
                      </a:lnTo>
                      <a:cubicBezTo>
                        <a:pt x="6892" y="26466"/>
                        <a:pt x="5338" y="28020"/>
                        <a:pt x="3446" y="28020"/>
                      </a:cubicBezTo>
                      <a:close/>
                    </a:path>
                  </a:pathLst>
                </a:custGeom>
                <a:solidFill>
                  <a:srgbClr val="01355A"/>
                </a:solidFill>
                <a:ln w="2824" cap="flat">
                  <a:noFill/>
                  <a:prstDash val="solid"/>
                  <a:miter/>
                </a:ln>
              </p:spPr>
              <p:txBody>
                <a:bodyPr rtlCol="1" anchor="ctr"/>
                <a:lstStyle/>
                <a:p>
                  <a:endParaRPr lang="ar-SA"/>
                </a:p>
              </p:txBody>
            </p:sp>
            <p:sp>
              <p:nvSpPr>
                <p:cNvPr id="7195" name="شكل حر: شكل 8086">
                  <a:extLst>
                    <a:ext uri="{FF2B5EF4-FFF2-40B4-BE49-F238E27FC236}">
                      <a16:creationId xmlns:a16="http://schemas.microsoft.com/office/drawing/2014/main" id="{1E37D217-B3AA-77CE-E635-E6396C6AEA1C}"/>
                    </a:ext>
                  </a:extLst>
                </p:cNvPr>
                <p:cNvSpPr/>
                <p:nvPr/>
              </p:nvSpPr>
              <p:spPr>
                <a:xfrm>
                  <a:off x="1493598" y="1495173"/>
                  <a:ext cx="28019" cy="6891"/>
                </a:xfrm>
                <a:custGeom>
                  <a:avLst/>
                  <a:gdLst>
                    <a:gd name="connsiteX0" fmla="*/ 24574 w 28019"/>
                    <a:gd name="connsiteY0" fmla="*/ 6892 h 6891"/>
                    <a:gd name="connsiteX1" fmla="*/ 3446 w 28019"/>
                    <a:gd name="connsiteY1" fmla="*/ 6892 h 6891"/>
                    <a:gd name="connsiteX2" fmla="*/ 0 w 28019"/>
                    <a:gd name="connsiteY2" fmla="*/ 3446 h 6891"/>
                    <a:gd name="connsiteX3" fmla="*/ 3446 w 28019"/>
                    <a:gd name="connsiteY3" fmla="*/ 0 h 6891"/>
                    <a:gd name="connsiteX4" fmla="*/ 24574 w 28019"/>
                    <a:gd name="connsiteY4" fmla="*/ 0 h 6891"/>
                    <a:gd name="connsiteX5" fmla="*/ 28020 w 28019"/>
                    <a:gd name="connsiteY5" fmla="*/ 3446 h 6891"/>
                    <a:gd name="connsiteX6" fmla="*/ 24574 w 28019"/>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019" h="6891">
                      <a:moveTo>
                        <a:pt x="24574" y="6892"/>
                      </a:moveTo>
                      <a:lnTo>
                        <a:pt x="3446" y="6892"/>
                      </a:lnTo>
                      <a:cubicBezTo>
                        <a:pt x="1553" y="6892"/>
                        <a:pt x="0" y="5338"/>
                        <a:pt x="0" y="3446"/>
                      </a:cubicBezTo>
                      <a:cubicBezTo>
                        <a:pt x="0" y="1554"/>
                        <a:pt x="1553" y="0"/>
                        <a:pt x="3446" y="0"/>
                      </a:cubicBezTo>
                      <a:lnTo>
                        <a:pt x="24574" y="0"/>
                      </a:lnTo>
                      <a:cubicBezTo>
                        <a:pt x="26466" y="0"/>
                        <a:pt x="28020" y="1554"/>
                        <a:pt x="28020" y="3446"/>
                      </a:cubicBezTo>
                      <a:cubicBezTo>
                        <a:pt x="28020" y="5338"/>
                        <a:pt x="26466" y="6892"/>
                        <a:pt x="24574" y="6892"/>
                      </a:cubicBezTo>
                      <a:close/>
                    </a:path>
                  </a:pathLst>
                </a:custGeom>
                <a:solidFill>
                  <a:srgbClr val="01355A"/>
                </a:solidFill>
                <a:ln w="2824" cap="flat">
                  <a:noFill/>
                  <a:prstDash val="solid"/>
                  <a:miter/>
                </a:ln>
              </p:spPr>
              <p:txBody>
                <a:bodyPr rtlCol="1" anchor="ctr"/>
                <a:lstStyle/>
                <a:p>
                  <a:endParaRPr lang="ar-SA"/>
                </a:p>
              </p:txBody>
            </p:sp>
          </p:grpSp>
          <p:grpSp>
            <p:nvGrpSpPr>
              <p:cNvPr id="7189" name="رسم 8014">
                <a:extLst>
                  <a:ext uri="{FF2B5EF4-FFF2-40B4-BE49-F238E27FC236}">
                    <a16:creationId xmlns:a16="http://schemas.microsoft.com/office/drawing/2014/main" id="{A6C4415C-EA54-F4EB-E539-2EFB329B37B2}"/>
                  </a:ext>
                </a:extLst>
              </p:cNvPr>
              <p:cNvGrpSpPr/>
              <p:nvPr/>
            </p:nvGrpSpPr>
            <p:grpSpPr>
              <a:xfrm>
                <a:off x="1572886" y="1426653"/>
                <a:ext cx="108993" cy="106821"/>
                <a:chOff x="1572886" y="1426653"/>
                <a:chExt cx="108993" cy="106821"/>
              </a:xfrm>
              <a:solidFill>
                <a:srgbClr val="17A3A3"/>
              </a:solidFill>
            </p:grpSpPr>
            <p:sp>
              <p:nvSpPr>
                <p:cNvPr id="7190" name="شكل حر: شكل 8088">
                  <a:extLst>
                    <a:ext uri="{FF2B5EF4-FFF2-40B4-BE49-F238E27FC236}">
                      <a16:creationId xmlns:a16="http://schemas.microsoft.com/office/drawing/2014/main" id="{D06FE373-C812-62A3-A5A0-D4B1B7E94F7F}"/>
                    </a:ext>
                  </a:extLst>
                </p:cNvPr>
                <p:cNvSpPr/>
                <p:nvPr/>
              </p:nvSpPr>
              <p:spPr>
                <a:xfrm>
                  <a:off x="1625535" y="1477325"/>
                  <a:ext cx="56344" cy="31773"/>
                </a:xfrm>
                <a:custGeom>
                  <a:avLst/>
                  <a:gdLst>
                    <a:gd name="connsiteX0" fmla="*/ 3444 w 56344"/>
                    <a:gd name="connsiteY0" fmla="*/ 31774 h 31773"/>
                    <a:gd name="connsiteX1" fmla="*/ 365 w 56344"/>
                    <a:gd name="connsiteY1" fmla="*/ 29881 h 31773"/>
                    <a:gd name="connsiteX2" fmla="*/ 1890 w 56344"/>
                    <a:gd name="connsiteY2" fmla="*/ 25249 h 31773"/>
                    <a:gd name="connsiteX3" fmla="*/ 51348 w 56344"/>
                    <a:gd name="connsiteY3" fmla="*/ 365 h 31773"/>
                    <a:gd name="connsiteX4" fmla="*/ 55980 w 56344"/>
                    <a:gd name="connsiteY4" fmla="*/ 1890 h 31773"/>
                    <a:gd name="connsiteX5" fmla="*/ 54455 w 56344"/>
                    <a:gd name="connsiteY5" fmla="*/ 6522 h 31773"/>
                    <a:gd name="connsiteX6" fmla="*/ 4997 w 56344"/>
                    <a:gd name="connsiteY6" fmla="*/ 31407 h 31773"/>
                    <a:gd name="connsiteX7" fmla="*/ 3444 w 56344"/>
                    <a:gd name="connsiteY7" fmla="*/ 31774 h 31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344" h="31773">
                      <a:moveTo>
                        <a:pt x="3444" y="31774"/>
                      </a:moveTo>
                      <a:cubicBezTo>
                        <a:pt x="2172" y="31774"/>
                        <a:pt x="958" y="31068"/>
                        <a:pt x="365" y="29881"/>
                      </a:cubicBezTo>
                      <a:cubicBezTo>
                        <a:pt x="-483" y="28187"/>
                        <a:pt x="195" y="26125"/>
                        <a:pt x="1890" y="25249"/>
                      </a:cubicBezTo>
                      <a:lnTo>
                        <a:pt x="51348" y="365"/>
                      </a:lnTo>
                      <a:cubicBezTo>
                        <a:pt x="53043" y="-483"/>
                        <a:pt x="55133" y="195"/>
                        <a:pt x="55980" y="1890"/>
                      </a:cubicBezTo>
                      <a:cubicBezTo>
                        <a:pt x="56827" y="3585"/>
                        <a:pt x="56150" y="5647"/>
                        <a:pt x="54455" y="6522"/>
                      </a:cubicBezTo>
                      <a:lnTo>
                        <a:pt x="4997" y="31407"/>
                      </a:lnTo>
                      <a:cubicBezTo>
                        <a:pt x="4489" y="31661"/>
                        <a:pt x="3980" y="31774"/>
                        <a:pt x="3444" y="31774"/>
                      </a:cubicBezTo>
                      <a:close/>
                    </a:path>
                  </a:pathLst>
                </a:custGeom>
                <a:solidFill>
                  <a:srgbClr val="17A3A3"/>
                </a:solidFill>
                <a:ln w="2824" cap="flat">
                  <a:noFill/>
                  <a:prstDash val="solid"/>
                  <a:miter/>
                </a:ln>
              </p:spPr>
              <p:txBody>
                <a:bodyPr rtlCol="1" anchor="ctr"/>
                <a:lstStyle/>
                <a:p>
                  <a:endParaRPr lang="ar-SA"/>
                </a:p>
              </p:txBody>
            </p:sp>
            <p:sp>
              <p:nvSpPr>
                <p:cNvPr id="7191" name="شكل حر: شكل 8089">
                  <a:extLst>
                    <a:ext uri="{FF2B5EF4-FFF2-40B4-BE49-F238E27FC236}">
                      <a16:creationId xmlns:a16="http://schemas.microsoft.com/office/drawing/2014/main" id="{8B476AE7-435E-8771-C994-BA89B9BA2347}"/>
                    </a:ext>
                  </a:extLst>
                </p:cNvPr>
                <p:cNvSpPr/>
                <p:nvPr/>
              </p:nvSpPr>
              <p:spPr>
                <a:xfrm>
                  <a:off x="1572886" y="1426653"/>
                  <a:ext cx="37616" cy="74706"/>
                </a:xfrm>
                <a:custGeom>
                  <a:avLst/>
                  <a:gdLst>
                    <a:gd name="connsiteX0" fmla="*/ 34174 w 37616"/>
                    <a:gd name="connsiteY0" fmla="*/ 74706 h 74706"/>
                    <a:gd name="connsiteX1" fmla="*/ 31039 w 37616"/>
                    <a:gd name="connsiteY1" fmla="*/ 72672 h 74706"/>
                    <a:gd name="connsiteX2" fmla="*/ 308 w 37616"/>
                    <a:gd name="connsiteY2" fmla="*/ 4855 h 74706"/>
                    <a:gd name="connsiteX3" fmla="*/ 2031 w 37616"/>
                    <a:gd name="connsiteY3" fmla="*/ 308 h 74706"/>
                    <a:gd name="connsiteX4" fmla="*/ 6578 w 37616"/>
                    <a:gd name="connsiteY4" fmla="*/ 2031 h 74706"/>
                    <a:gd name="connsiteX5" fmla="*/ 37309 w 37616"/>
                    <a:gd name="connsiteY5" fmla="*/ 69848 h 74706"/>
                    <a:gd name="connsiteX6" fmla="*/ 35586 w 37616"/>
                    <a:gd name="connsiteY6" fmla="*/ 74395 h 74706"/>
                    <a:gd name="connsiteX7" fmla="*/ 34174 w 37616"/>
                    <a:gd name="connsiteY7" fmla="*/ 74706 h 7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616" h="74706">
                      <a:moveTo>
                        <a:pt x="34174" y="74706"/>
                      </a:moveTo>
                      <a:cubicBezTo>
                        <a:pt x="32875" y="74706"/>
                        <a:pt x="31604" y="73944"/>
                        <a:pt x="31039" y="72672"/>
                      </a:cubicBezTo>
                      <a:lnTo>
                        <a:pt x="308" y="4855"/>
                      </a:lnTo>
                      <a:cubicBezTo>
                        <a:pt x="-483" y="3132"/>
                        <a:pt x="308" y="1070"/>
                        <a:pt x="2031" y="308"/>
                      </a:cubicBezTo>
                      <a:cubicBezTo>
                        <a:pt x="3754" y="-483"/>
                        <a:pt x="5815" y="308"/>
                        <a:pt x="6578" y="2031"/>
                      </a:cubicBezTo>
                      <a:lnTo>
                        <a:pt x="37309" y="69848"/>
                      </a:lnTo>
                      <a:cubicBezTo>
                        <a:pt x="38100" y="71571"/>
                        <a:pt x="37309" y="73633"/>
                        <a:pt x="35586" y="74395"/>
                      </a:cubicBezTo>
                      <a:cubicBezTo>
                        <a:pt x="35134" y="74593"/>
                        <a:pt x="34654" y="74706"/>
                        <a:pt x="34174" y="74706"/>
                      </a:cubicBezTo>
                      <a:close/>
                    </a:path>
                  </a:pathLst>
                </a:custGeom>
                <a:solidFill>
                  <a:srgbClr val="17A3A3"/>
                </a:solidFill>
                <a:ln w="2824" cap="flat">
                  <a:noFill/>
                  <a:prstDash val="solid"/>
                  <a:miter/>
                </a:ln>
              </p:spPr>
              <p:txBody>
                <a:bodyPr rtlCol="1" anchor="ctr"/>
                <a:lstStyle/>
                <a:p>
                  <a:endParaRPr lang="ar-SA"/>
                </a:p>
              </p:txBody>
            </p:sp>
            <p:sp>
              <p:nvSpPr>
                <p:cNvPr id="7192" name="شكل حر: شكل 8090">
                  <a:extLst>
                    <a:ext uri="{FF2B5EF4-FFF2-40B4-BE49-F238E27FC236}">
                      <a16:creationId xmlns:a16="http://schemas.microsoft.com/office/drawing/2014/main" id="{5AE1FAAF-808F-15A3-7CC1-D1303CB8654D}"/>
                    </a:ext>
                  </a:extLst>
                </p:cNvPr>
                <p:cNvSpPr/>
                <p:nvPr/>
              </p:nvSpPr>
              <p:spPr>
                <a:xfrm>
                  <a:off x="1593728" y="1492970"/>
                  <a:ext cx="40503" cy="40503"/>
                </a:xfrm>
                <a:custGeom>
                  <a:avLst/>
                  <a:gdLst>
                    <a:gd name="connsiteX0" fmla="*/ 20252 w 40503"/>
                    <a:gd name="connsiteY0" fmla="*/ 40504 h 40503"/>
                    <a:gd name="connsiteX1" fmla="*/ 0 w 40503"/>
                    <a:gd name="connsiteY1" fmla="*/ 20252 h 40503"/>
                    <a:gd name="connsiteX2" fmla="*/ 20252 w 40503"/>
                    <a:gd name="connsiteY2" fmla="*/ 0 h 40503"/>
                    <a:gd name="connsiteX3" fmla="*/ 40504 w 40503"/>
                    <a:gd name="connsiteY3" fmla="*/ 20252 h 40503"/>
                    <a:gd name="connsiteX4" fmla="*/ 20252 w 40503"/>
                    <a:gd name="connsiteY4" fmla="*/ 40504 h 40503"/>
                    <a:gd name="connsiteX5" fmla="*/ 20252 w 40503"/>
                    <a:gd name="connsiteY5" fmla="*/ 6864 h 40503"/>
                    <a:gd name="connsiteX6" fmla="*/ 6892 w 40503"/>
                    <a:gd name="connsiteY6" fmla="*/ 20224 h 40503"/>
                    <a:gd name="connsiteX7" fmla="*/ 20252 w 40503"/>
                    <a:gd name="connsiteY7" fmla="*/ 33584 h 40503"/>
                    <a:gd name="connsiteX8" fmla="*/ 33612 w 40503"/>
                    <a:gd name="connsiteY8" fmla="*/ 20224 h 40503"/>
                    <a:gd name="connsiteX9" fmla="*/ 20252 w 40503"/>
                    <a:gd name="connsiteY9" fmla="*/ 6864 h 40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503" h="40503">
                      <a:moveTo>
                        <a:pt x="20252" y="40504"/>
                      </a:moveTo>
                      <a:cubicBezTo>
                        <a:pt x="9067" y="40504"/>
                        <a:pt x="0" y="31409"/>
                        <a:pt x="0" y="20252"/>
                      </a:cubicBezTo>
                      <a:cubicBezTo>
                        <a:pt x="0" y="9095"/>
                        <a:pt x="9095" y="0"/>
                        <a:pt x="20252" y="0"/>
                      </a:cubicBezTo>
                      <a:cubicBezTo>
                        <a:pt x="31409" y="0"/>
                        <a:pt x="40504" y="9095"/>
                        <a:pt x="40504" y="20252"/>
                      </a:cubicBezTo>
                      <a:cubicBezTo>
                        <a:pt x="40504" y="31409"/>
                        <a:pt x="31409" y="40504"/>
                        <a:pt x="20252" y="40504"/>
                      </a:cubicBezTo>
                      <a:close/>
                      <a:moveTo>
                        <a:pt x="20252" y="6864"/>
                      </a:moveTo>
                      <a:cubicBezTo>
                        <a:pt x="12880" y="6864"/>
                        <a:pt x="6892" y="12852"/>
                        <a:pt x="6892" y="20224"/>
                      </a:cubicBezTo>
                      <a:cubicBezTo>
                        <a:pt x="6892" y="27596"/>
                        <a:pt x="12880" y="33584"/>
                        <a:pt x="20252" y="33584"/>
                      </a:cubicBezTo>
                      <a:cubicBezTo>
                        <a:pt x="27624" y="33584"/>
                        <a:pt x="33612" y="27596"/>
                        <a:pt x="33612" y="20224"/>
                      </a:cubicBezTo>
                      <a:cubicBezTo>
                        <a:pt x="33612" y="12852"/>
                        <a:pt x="27624" y="6864"/>
                        <a:pt x="20252" y="6864"/>
                      </a:cubicBezTo>
                      <a:close/>
                    </a:path>
                  </a:pathLst>
                </a:custGeom>
                <a:solidFill>
                  <a:srgbClr val="17A3A3"/>
                </a:solidFill>
                <a:ln w="2824" cap="flat">
                  <a:noFill/>
                  <a:prstDash val="solid"/>
                  <a:miter/>
                </a:ln>
              </p:spPr>
              <p:txBody>
                <a:bodyPr rtlCol="1" anchor="ctr"/>
                <a:lstStyle/>
                <a:p>
                  <a:endParaRPr lang="ar-SA"/>
                </a:p>
              </p:txBody>
            </p:sp>
          </p:grpSp>
        </p:grpSp>
        <p:grpSp>
          <p:nvGrpSpPr>
            <p:cNvPr id="7184" name="رسم 8014">
              <a:extLst>
                <a:ext uri="{FF2B5EF4-FFF2-40B4-BE49-F238E27FC236}">
                  <a16:creationId xmlns:a16="http://schemas.microsoft.com/office/drawing/2014/main" id="{F32187C3-0CA5-9C50-34B3-013047F0915F}"/>
                </a:ext>
              </a:extLst>
            </p:cNvPr>
            <p:cNvGrpSpPr/>
            <p:nvPr/>
          </p:nvGrpSpPr>
          <p:grpSpPr>
            <a:xfrm>
              <a:off x="1642480" y="1510228"/>
              <a:ext cx="137442" cy="137442"/>
              <a:chOff x="1642480" y="1510228"/>
              <a:chExt cx="137442" cy="137442"/>
            </a:xfrm>
            <a:solidFill>
              <a:srgbClr val="17A3A3"/>
            </a:solidFill>
          </p:grpSpPr>
          <p:sp>
            <p:nvSpPr>
              <p:cNvPr id="7185" name="شكل حر: شكل 8092">
                <a:extLst>
                  <a:ext uri="{FF2B5EF4-FFF2-40B4-BE49-F238E27FC236}">
                    <a16:creationId xmlns:a16="http://schemas.microsoft.com/office/drawing/2014/main" id="{2BCAF550-93DE-537B-C260-8E31935C1BB0}"/>
                  </a:ext>
                </a:extLst>
              </p:cNvPr>
              <p:cNvSpPr/>
              <p:nvPr/>
            </p:nvSpPr>
            <p:spPr>
              <a:xfrm>
                <a:off x="1642480" y="1510228"/>
                <a:ext cx="137442" cy="137442"/>
              </a:xfrm>
              <a:custGeom>
                <a:avLst/>
                <a:gdLst>
                  <a:gd name="connsiteX0" fmla="*/ 68721 w 137442"/>
                  <a:gd name="connsiteY0" fmla="*/ 137443 h 137442"/>
                  <a:gd name="connsiteX1" fmla="*/ 0 w 137442"/>
                  <a:gd name="connsiteY1" fmla="*/ 68721 h 137442"/>
                  <a:gd name="connsiteX2" fmla="*/ 68721 w 137442"/>
                  <a:gd name="connsiteY2" fmla="*/ 0 h 137442"/>
                  <a:gd name="connsiteX3" fmla="*/ 137442 w 137442"/>
                  <a:gd name="connsiteY3" fmla="*/ 68721 h 137442"/>
                  <a:gd name="connsiteX4" fmla="*/ 68721 w 137442"/>
                  <a:gd name="connsiteY4" fmla="*/ 137443 h 137442"/>
                  <a:gd name="connsiteX5" fmla="*/ 68721 w 137442"/>
                  <a:gd name="connsiteY5" fmla="*/ 6892 h 137442"/>
                  <a:gd name="connsiteX6" fmla="*/ 6892 w 137442"/>
                  <a:gd name="connsiteY6" fmla="*/ 68721 h 137442"/>
                  <a:gd name="connsiteX7" fmla="*/ 68721 w 137442"/>
                  <a:gd name="connsiteY7" fmla="*/ 130551 h 137442"/>
                  <a:gd name="connsiteX8" fmla="*/ 130551 w 137442"/>
                  <a:gd name="connsiteY8" fmla="*/ 68721 h 137442"/>
                  <a:gd name="connsiteX9" fmla="*/ 68721 w 137442"/>
                  <a:gd name="connsiteY9" fmla="*/ 6892 h 137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442" h="137442">
                    <a:moveTo>
                      <a:pt x="68721" y="137443"/>
                    </a:moveTo>
                    <a:cubicBezTo>
                      <a:pt x="30816" y="137443"/>
                      <a:pt x="0" y="106627"/>
                      <a:pt x="0" y="68721"/>
                    </a:cubicBezTo>
                    <a:cubicBezTo>
                      <a:pt x="0" y="30816"/>
                      <a:pt x="30816" y="0"/>
                      <a:pt x="68721" y="0"/>
                    </a:cubicBezTo>
                    <a:cubicBezTo>
                      <a:pt x="106627" y="0"/>
                      <a:pt x="137442" y="30816"/>
                      <a:pt x="137442" y="68721"/>
                    </a:cubicBezTo>
                    <a:cubicBezTo>
                      <a:pt x="137442" y="106627"/>
                      <a:pt x="106627" y="137443"/>
                      <a:pt x="68721" y="137443"/>
                    </a:cubicBezTo>
                    <a:close/>
                    <a:moveTo>
                      <a:pt x="68721" y="6892"/>
                    </a:moveTo>
                    <a:cubicBezTo>
                      <a:pt x="34629" y="6892"/>
                      <a:pt x="6892" y="34629"/>
                      <a:pt x="6892" y="68721"/>
                    </a:cubicBezTo>
                    <a:cubicBezTo>
                      <a:pt x="6892" y="102814"/>
                      <a:pt x="34629" y="130551"/>
                      <a:pt x="68721" y="130551"/>
                    </a:cubicBezTo>
                    <a:cubicBezTo>
                      <a:pt x="102813" y="130551"/>
                      <a:pt x="130551" y="102814"/>
                      <a:pt x="130551" y="68721"/>
                    </a:cubicBezTo>
                    <a:cubicBezTo>
                      <a:pt x="130551" y="34629"/>
                      <a:pt x="102813" y="6892"/>
                      <a:pt x="68721" y="6892"/>
                    </a:cubicBezTo>
                    <a:close/>
                  </a:path>
                </a:pathLst>
              </a:custGeom>
              <a:solidFill>
                <a:srgbClr val="17A3A3"/>
              </a:solidFill>
              <a:ln w="2824" cap="flat">
                <a:noFill/>
                <a:prstDash val="solid"/>
                <a:miter/>
              </a:ln>
            </p:spPr>
            <p:txBody>
              <a:bodyPr rtlCol="1" anchor="ctr"/>
              <a:lstStyle/>
              <a:p>
                <a:endParaRPr lang="ar-SA"/>
              </a:p>
            </p:txBody>
          </p:sp>
          <p:sp>
            <p:nvSpPr>
              <p:cNvPr id="7186" name="شكل حر: شكل 8093">
                <a:extLst>
                  <a:ext uri="{FF2B5EF4-FFF2-40B4-BE49-F238E27FC236}">
                    <a16:creationId xmlns:a16="http://schemas.microsoft.com/office/drawing/2014/main" id="{804A7FD6-C35E-1883-7C93-37CFEF6C6FC1}"/>
                  </a:ext>
                </a:extLst>
              </p:cNvPr>
              <p:cNvSpPr/>
              <p:nvPr/>
            </p:nvSpPr>
            <p:spPr>
              <a:xfrm>
                <a:off x="1681318" y="1557794"/>
                <a:ext cx="59728" cy="42311"/>
              </a:xfrm>
              <a:custGeom>
                <a:avLst/>
                <a:gdLst>
                  <a:gd name="connsiteX0" fmla="*/ 20930 w 59728"/>
                  <a:gd name="connsiteY0" fmla="*/ 42312 h 42311"/>
                  <a:gd name="connsiteX1" fmla="*/ 18501 w 59728"/>
                  <a:gd name="connsiteY1" fmla="*/ 41295 h 42311"/>
                  <a:gd name="connsiteX2" fmla="*/ 1017 w 59728"/>
                  <a:gd name="connsiteY2" fmla="*/ 23811 h 42311"/>
                  <a:gd name="connsiteX3" fmla="*/ 1017 w 59728"/>
                  <a:gd name="connsiteY3" fmla="*/ 18953 h 42311"/>
                  <a:gd name="connsiteX4" fmla="*/ 5875 w 59728"/>
                  <a:gd name="connsiteY4" fmla="*/ 18953 h 42311"/>
                  <a:gd name="connsiteX5" fmla="*/ 20902 w 59728"/>
                  <a:gd name="connsiteY5" fmla="*/ 33979 h 42311"/>
                  <a:gd name="connsiteX6" fmla="*/ 53864 w 59728"/>
                  <a:gd name="connsiteY6" fmla="*/ 1017 h 42311"/>
                  <a:gd name="connsiteX7" fmla="*/ 58722 w 59728"/>
                  <a:gd name="connsiteY7" fmla="*/ 1017 h 42311"/>
                  <a:gd name="connsiteX8" fmla="*/ 58722 w 59728"/>
                  <a:gd name="connsiteY8" fmla="*/ 5875 h 42311"/>
                  <a:gd name="connsiteX9" fmla="*/ 23331 w 59728"/>
                  <a:gd name="connsiteY9" fmla="*/ 41267 h 42311"/>
                  <a:gd name="connsiteX10" fmla="*/ 20902 w 59728"/>
                  <a:gd name="connsiteY10" fmla="*/ 42283 h 42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728" h="42311">
                    <a:moveTo>
                      <a:pt x="20930" y="42312"/>
                    </a:moveTo>
                    <a:cubicBezTo>
                      <a:pt x="20054" y="42312"/>
                      <a:pt x="19179" y="41973"/>
                      <a:pt x="18501" y="41295"/>
                    </a:cubicBezTo>
                    <a:lnTo>
                      <a:pt x="1017" y="23811"/>
                    </a:lnTo>
                    <a:cubicBezTo>
                      <a:pt x="-339" y="22455"/>
                      <a:pt x="-339" y="20280"/>
                      <a:pt x="1017" y="18953"/>
                    </a:cubicBezTo>
                    <a:cubicBezTo>
                      <a:pt x="2373" y="17625"/>
                      <a:pt x="4548" y="17597"/>
                      <a:pt x="5875" y="18953"/>
                    </a:cubicBezTo>
                    <a:lnTo>
                      <a:pt x="20902" y="33979"/>
                    </a:lnTo>
                    <a:lnTo>
                      <a:pt x="53864" y="1017"/>
                    </a:lnTo>
                    <a:cubicBezTo>
                      <a:pt x="55220" y="-339"/>
                      <a:pt x="57395" y="-339"/>
                      <a:pt x="58722" y="1017"/>
                    </a:cubicBezTo>
                    <a:cubicBezTo>
                      <a:pt x="60050" y="2373"/>
                      <a:pt x="60078" y="4547"/>
                      <a:pt x="58722" y="5875"/>
                    </a:cubicBezTo>
                    <a:lnTo>
                      <a:pt x="23331" y="41267"/>
                    </a:lnTo>
                    <a:cubicBezTo>
                      <a:pt x="22653" y="41944"/>
                      <a:pt x="21777" y="42283"/>
                      <a:pt x="20902" y="42283"/>
                    </a:cubicBezTo>
                    <a:close/>
                  </a:path>
                </a:pathLst>
              </a:custGeom>
              <a:solidFill>
                <a:srgbClr val="17A3A3"/>
              </a:solidFill>
              <a:ln w="2824" cap="flat">
                <a:noFill/>
                <a:prstDash val="solid"/>
                <a:miter/>
              </a:ln>
            </p:spPr>
            <p:txBody>
              <a:bodyPr rtlCol="1" anchor="ctr"/>
              <a:lstStyle/>
              <a:p>
                <a:endParaRPr lang="ar-SA"/>
              </a:p>
            </p:txBody>
          </p:sp>
        </p:grpSp>
      </p:grpSp>
      <p:grpSp>
        <p:nvGrpSpPr>
          <p:cNvPr id="7196" name="رسم 8014">
            <a:extLst>
              <a:ext uri="{FF2B5EF4-FFF2-40B4-BE49-F238E27FC236}">
                <a16:creationId xmlns:a16="http://schemas.microsoft.com/office/drawing/2014/main" id="{E687F4D4-7897-28BE-C5BC-3D4E0402DAD8}"/>
              </a:ext>
            </a:extLst>
          </p:cNvPr>
          <p:cNvGrpSpPr/>
          <p:nvPr/>
        </p:nvGrpSpPr>
        <p:grpSpPr>
          <a:xfrm>
            <a:off x="9412487" y="1847781"/>
            <a:ext cx="306765" cy="247919"/>
            <a:chOff x="10332173" y="528951"/>
            <a:chExt cx="366676" cy="314542"/>
          </a:xfrm>
        </p:grpSpPr>
        <p:grpSp>
          <p:nvGrpSpPr>
            <p:cNvPr id="7197" name="رسم 8014">
              <a:extLst>
                <a:ext uri="{FF2B5EF4-FFF2-40B4-BE49-F238E27FC236}">
                  <a16:creationId xmlns:a16="http://schemas.microsoft.com/office/drawing/2014/main" id="{59EAD218-D4FC-B7FB-9928-9C2FF3824AD1}"/>
                </a:ext>
              </a:extLst>
            </p:cNvPr>
            <p:cNvGrpSpPr/>
            <p:nvPr/>
          </p:nvGrpSpPr>
          <p:grpSpPr>
            <a:xfrm>
              <a:off x="10441079" y="596403"/>
              <a:ext cx="148922" cy="179584"/>
              <a:chOff x="10441079" y="596403"/>
              <a:chExt cx="148922" cy="179584"/>
            </a:xfrm>
            <a:solidFill>
              <a:srgbClr val="17A3A3"/>
            </a:solidFill>
          </p:grpSpPr>
          <p:grpSp>
            <p:nvGrpSpPr>
              <p:cNvPr id="7205" name="رسم 8014">
                <a:extLst>
                  <a:ext uri="{FF2B5EF4-FFF2-40B4-BE49-F238E27FC236}">
                    <a16:creationId xmlns:a16="http://schemas.microsoft.com/office/drawing/2014/main" id="{31DB4DD9-7D9F-569D-7E93-C74532037DB8}"/>
                  </a:ext>
                </a:extLst>
              </p:cNvPr>
              <p:cNvGrpSpPr/>
              <p:nvPr/>
            </p:nvGrpSpPr>
            <p:grpSpPr>
              <a:xfrm>
                <a:off x="10441079" y="687976"/>
                <a:ext cx="148922" cy="88011"/>
                <a:chOff x="10441079" y="687976"/>
                <a:chExt cx="148922" cy="88011"/>
              </a:xfrm>
              <a:solidFill>
                <a:srgbClr val="17A3A3"/>
              </a:solidFill>
            </p:grpSpPr>
            <p:sp>
              <p:nvSpPr>
                <p:cNvPr id="7207" name="شكل حر: شكل 8097">
                  <a:extLst>
                    <a:ext uri="{FF2B5EF4-FFF2-40B4-BE49-F238E27FC236}">
                      <a16:creationId xmlns:a16="http://schemas.microsoft.com/office/drawing/2014/main" id="{81739310-020C-E435-4ED7-1596A976FDF1}"/>
                    </a:ext>
                  </a:extLst>
                </p:cNvPr>
                <p:cNvSpPr/>
                <p:nvPr/>
              </p:nvSpPr>
              <p:spPr>
                <a:xfrm>
                  <a:off x="10441079" y="687976"/>
                  <a:ext cx="148922" cy="88011"/>
                </a:xfrm>
                <a:custGeom>
                  <a:avLst/>
                  <a:gdLst>
                    <a:gd name="connsiteX0" fmla="*/ 145442 w 148922"/>
                    <a:gd name="connsiteY0" fmla="*/ 88012 h 88011"/>
                    <a:gd name="connsiteX1" fmla="*/ 3452 w 148922"/>
                    <a:gd name="connsiteY1" fmla="*/ 88012 h 88011"/>
                    <a:gd name="connsiteX2" fmla="*/ 938 w 148922"/>
                    <a:gd name="connsiteY2" fmla="*/ 86938 h 88011"/>
                    <a:gd name="connsiteX3" fmla="*/ 6 w 148922"/>
                    <a:gd name="connsiteY3" fmla="*/ 84396 h 88011"/>
                    <a:gd name="connsiteX4" fmla="*/ 3311 w 148922"/>
                    <a:gd name="connsiteY4" fmla="*/ 22821 h 88011"/>
                    <a:gd name="connsiteX5" fmla="*/ 12660 w 148922"/>
                    <a:gd name="connsiteY5" fmla="*/ 5026 h 88011"/>
                    <a:gd name="connsiteX6" fmla="*/ 32262 w 148922"/>
                    <a:gd name="connsiteY6" fmla="*/ 507 h 88011"/>
                    <a:gd name="connsiteX7" fmla="*/ 74461 w 148922"/>
                    <a:gd name="connsiteY7" fmla="*/ 9235 h 88011"/>
                    <a:gd name="connsiteX8" fmla="*/ 116659 w 148922"/>
                    <a:gd name="connsiteY8" fmla="*/ 507 h 88011"/>
                    <a:gd name="connsiteX9" fmla="*/ 136262 w 148922"/>
                    <a:gd name="connsiteY9" fmla="*/ 5026 h 88011"/>
                    <a:gd name="connsiteX10" fmla="*/ 145611 w 148922"/>
                    <a:gd name="connsiteY10" fmla="*/ 22821 h 88011"/>
                    <a:gd name="connsiteX11" fmla="*/ 148916 w 148922"/>
                    <a:gd name="connsiteY11" fmla="*/ 84396 h 88011"/>
                    <a:gd name="connsiteX12" fmla="*/ 147984 w 148922"/>
                    <a:gd name="connsiteY12" fmla="*/ 86938 h 88011"/>
                    <a:gd name="connsiteX13" fmla="*/ 145470 w 148922"/>
                    <a:gd name="connsiteY13" fmla="*/ 88012 h 88011"/>
                    <a:gd name="connsiteX14" fmla="*/ 7067 w 148922"/>
                    <a:gd name="connsiteY14" fmla="*/ 81120 h 88011"/>
                    <a:gd name="connsiteX15" fmla="*/ 141798 w 148922"/>
                    <a:gd name="connsiteY15" fmla="*/ 81120 h 88011"/>
                    <a:gd name="connsiteX16" fmla="*/ 138691 w 148922"/>
                    <a:gd name="connsiteY16" fmla="*/ 23188 h 88011"/>
                    <a:gd name="connsiteX17" fmla="*/ 132025 w 148922"/>
                    <a:gd name="connsiteY17" fmla="*/ 10478 h 88011"/>
                    <a:gd name="connsiteX18" fmla="*/ 118044 w 148922"/>
                    <a:gd name="connsiteY18" fmla="*/ 7258 h 88011"/>
                    <a:gd name="connsiteX19" fmla="*/ 75139 w 148922"/>
                    <a:gd name="connsiteY19" fmla="*/ 16127 h 88011"/>
                    <a:gd name="connsiteX20" fmla="*/ 73755 w 148922"/>
                    <a:gd name="connsiteY20" fmla="*/ 16127 h 88011"/>
                    <a:gd name="connsiteX21" fmla="*/ 30850 w 148922"/>
                    <a:gd name="connsiteY21" fmla="*/ 7258 h 88011"/>
                    <a:gd name="connsiteX22" fmla="*/ 16869 w 148922"/>
                    <a:gd name="connsiteY22" fmla="*/ 10478 h 88011"/>
                    <a:gd name="connsiteX23" fmla="*/ 10202 w 148922"/>
                    <a:gd name="connsiteY23" fmla="*/ 23188 h 88011"/>
                    <a:gd name="connsiteX24" fmla="*/ 7096 w 148922"/>
                    <a:gd name="connsiteY24" fmla="*/ 81120 h 8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8922" h="88011">
                      <a:moveTo>
                        <a:pt x="145442" y="88012"/>
                      </a:moveTo>
                      <a:lnTo>
                        <a:pt x="3452" y="88012"/>
                      </a:lnTo>
                      <a:cubicBezTo>
                        <a:pt x="2491" y="88012"/>
                        <a:pt x="1587" y="87616"/>
                        <a:pt x="938" y="86938"/>
                      </a:cubicBezTo>
                      <a:cubicBezTo>
                        <a:pt x="288" y="86260"/>
                        <a:pt x="-50" y="85328"/>
                        <a:pt x="6" y="84396"/>
                      </a:cubicBezTo>
                      <a:lnTo>
                        <a:pt x="3311" y="22821"/>
                      </a:lnTo>
                      <a:cubicBezTo>
                        <a:pt x="3677" y="15816"/>
                        <a:pt x="7096" y="9320"/>
                        <a:pt x="12660" y="5026"/>
                      </a:cubicBezTo>
                      <a:cubicBezTo>
                        <a:pt x="18224" y="733"/>
                        <a:pt x="25370" y="-905"/>
                        <a:pt x="32262" y="507"/>
                      </a:cubicBezTo>
                      <a:lnTo>
                        <a:pt x="74461" y="9235"/>
                      </a:lnTo>
                      <a:lnTo>
                        <a:pt x="116659" y="507"/>
                      </a:lnTo>
                      <a:cubicBezTo>
                        <a:pt x="123552" y="-933"/>
                        <a:pt x="130698" y="733"/>
                        <a:pt x="136262" y="5026"/>
                      </a:cubicBezTo>
                      <a:cubicBezTo>
                        <a:pt x="141826" y="9320"/>
                        <a:pt x="145244" y="15816"/>
                        <a:pt x="145611" y="22821"/>
                      </a:cubicBezTo>
                      <a:lnTo>
                        <a:pt x="148916" y="84396"/>
                      </a:lnTo>
                      <a:cubicBezTo>
                        <a:pt x="148973" y="85328"/>
                        <a:pt x="148633" y="86260"/>
                        <a:pt x="147984" y="86938"/>
                      </a:cubicBezTo>
                      <a:cubicBezTo>
                        <a:pt x="147334" y="87616"/>
                        <a:pt x="146430" y="88012"/>
                        <a:pt x="145470" y="88012"/>
                      </a:cubicBezTo>
                      <a:close/>
                      <a:moveTo>
                        <a:pt x="7067" y="81120"/>
                      </a:moveTo>
                      <a:lnTo>
                        <a:pt x="141798" y="81120"/>
                      </a:lnTo>
                      <a:lnTo>
                        <a:pt x="138691" y="23188"/>
                      </a:lnTo>
                      <a:cubicBezTo>
                        <a:pt x="138437" y="18189"/>
                        <a:pt x="135979" y="13556"/>
                        <a:pt x="132025" y="10478"/>
                      </a:cubicBezTo>
                      <a:cubicBezTo>
                        <a:pt x="128042" y="7427"/>
                        <a:pt x="122959" y="6241"/>
                        <a:pt x="118044" y="7258"/>
                      </a:cubicBezTo>
                      <a:lnTo>
                        <a:pt x="75139" y="16127"/>
                      </a:lnTo>
                      <a:cubicBezTo>
                        <a:pt x="74687" y="16212"/>
                        <a:pt x="74207" y="16212"/>
                        <a:pt x="73755" y="16127"/>
                      </a:cubicBezTo>
                      <a:lnTo>
                        <a:pt x="30850" y="7258"/>
                      </a:lnTo>
                      <a:cubicBezTo>
                        <a:pt x="25935" y="6241"/>
                        <a:pt x="20851" y="7427"/>
                        <a:pt x="16869" y="10478"/>
                      </a:cubicBezTo>
                      <a:cubicBezTo>
                        <a:pt x="12886" y="13528"/>
                        <a:pt x="10457" y="18160"/>
                        <a:pt x="10202" y="23188"/>
                      </a:cubicBezTo>
                      <a:lnTo>
                        <a:pt x="7096" y="81120"/>
                      </a:lnTo>
                      <a:close/>
                    </a:path>
                  </a:pathLst>
                </a:custGeom>
                <a:solidFill>
                  <a:srgbClr val="17A3A3"/>
                </a:solidFill>
                <a:ln w="2824" cap="flat">
                  <a:noFill/>
                  <a:prstDash val="solid"/>
                  <a:miter/>
                </a:ln>
              </p:spPr>
              <p:txBody>
                <a:bodyPr rtlCol="1" anchor="ctr"/>
                <a:lstStyle/>
                <a:p>
                  <a:endParaRPr lang="ar-SA"/>
                </a:p>
              </p:txBody>
            </p:sp>
            <p:sp>
              <p:nvSpPr>
                <p:cNvPr id="7208" name="شكل حر: شكل 8098">
                  <a:extLst>
                    <a:ext uri="{FF2B5EF4-FFF2-40B4-BE49-F238E27FC236}">
                      <a16:creationId xmlns:a16="http://schemas.microsoft.com/office/drawing/2014/main" id="{D4ED74A0-A8EC-A2EC-DD8D-3B2753F620AF}"/>
                    </a:ext>
                  </a:extLst>
                </p:cNvPr>
                <p:cNvSpPr/>
                <p:nvPr/>
              </p:nvSpPr>
              <p:spPr>
                <a:xfrm>
                  <a:off x="10494877" y="697267"/>
                  <a:ext cx="41322" cy="78720"/>
                </a:xfrm>
                <a:custGeom>
                  <a:avLst/>
                  <a:gdLst>
                    <a:gd name="connsiteX0" fmla="*/ 37836 w 41322"/>
                    <a:gd name="connsiteY0" fmla="*/ 78720 h 78720"/>
                    <a:gd name="connsiteX1" fmla="*/ 34475 w 41322"/>
                    <a:gd name="connsiteY1" fmla="*/ 76065 h 78720"/>
                    <a:gd name="connsiteX2" fmla="*/ 20634 w 41322"/>
                    <a:gd name="connsiteY2" fmla="*/ 18247 h 78720"/>
                    <a:gd name="connsiteX3" fmla="*/ 6794 w 41322"/>
                    <a:gd name="connsiteY3" fmla="*/ 76065 h 78720"/>
                    <a:gd name="connsiteX4" fmla="*/ 2642 w 41322"/>
                    <a:gd name="connsiteY4" fmla="*/ 78607 h 78720"/>
                    <a:gd name="connsiteX5" fmla="*/ 99 w 41322"/>
                    <a:gd name="connsiteY5" fmla="*/ 74455 h 78720"/>
                    <a:gd name="connsiteX6" fmla="*/ 17301 w 41322"/>
                    <a:gd name="connsiteY6" fmla="*/ 2655 h 78720"/>
                    <a:gd name="connsiteX7" fmla="*/ 20662 w 41322"/>
                    <a:gd name="connsiteY7" fmla="*/ 0 h 78720"/>
                    <a:gd name="connsiteX8" fmla="*/ 20662 w 41322"/>
                    <a:gd name="connsiteY8" fmla="*/ 0 h 78720"/>
                    <a:gd name="connsiteX9" fmla="*/ 24023 w 41322"/>
                    <a:gd name="connsiteY9" fmla="*/ 2655 h 78720"/>
                    <a:gd name="connsiteX10" fmla="*/ 41225 w 41322"/>
                    <a:gd name="connsiteY10" fmla="*/ 74455 h 78720"/>
                    <a:gd name="connsiteX11" fmla="*/ 38683 w 41322"/>
                    <a:gd name="connsiteY11" fmla="*/ 78607 h 78720"/>
                    <a:gd name="connsiteX12" fmla="*/ 37864 w 41322"/>
                    <a:gd name="connsiteY12" fmla="*/ 78692 h 78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1322" h="78720">
                      <a:moveTo>
                        <a:pt x="37836" y="78720"/>
                      </a:moveTo>
                      <a:cubicBezTo>
                        <a:pt x="36282" y="78720"/>
                        <a:pt x="34870" y="77647"/>
                        <a:pt x="34475" y="76065"/>
                      </a:cubicBezTo>
                      <a:lnTo>
                        <a:pt x="20634" y="18247"/>
                      </a:lnTo>
                      <a:lnTo>
                        <a:pt x="6794" y="76065"/>
                      </a:lnTo>
                      <a:cubicBezTo>
                        <a:pt x="6342" y="77901"/>
                        <a:pt x="4506" y="79059"/>
                        <a:pt x="2642" y="78607"/>
                      </a:cubicBezTo>
                      <a:cubicBezTo>
                        <a:pt x="777" y="78155"/>
                        <a:pt x="-352" y="76291"/>
                        <a:pt x="99" y="74455"/>
                      </a:cubicBezTo>
                      <a:lnTo>
                        <a:pt x="17301" y="2655"/>
                      </a:lnTo>
                      <a:cubicBezTo>
                        <a:pt x="17668" y="1102"/>
                        <a:pt x="19053" y="0"/>
                        <a:pt x="20662" y="0"/>
                      </a:cubicBezTo>
                      <a:lnTo>
                        <a:pt x="20662" y="0"/>
                      </a:lnTo>
                      <a:cubicBezTo>
                        <a:pt x="22244" y="0"/>
                        <a:pt x="23628" y="1102"/>
                        <a:pt x="24023" y="2655"/>
                      </a:cubicBezTo>
                      <a:lnTo>
                        <a:pt x="41225" y="74455"/>
                      </a:lnTo>
                      <a:cubicBezTo>
                        <a:pt x="41677" y="76319"/>
                        <a:pt x="40519" y="78155"/>
                        <a:pt x="38683" y="78607"/>
                      </a:cubicBezTo>
                      <a:cubicBezTo>
                        <a:pt x="38400" y="78664"/>
                        <a:pt x="38146" y="78692"/>
                        <a:pt x="37864" y="78692"/>
                      </a:cubicBezTo>
                      <a:close/>
                    </a:path>
                  </a:pathLst>
                </a:custGeom>
                <a:solidFill>
                  <a:srgbClr val="17A3A3"/>
                </a:solidFill>
                <a:ln w="2824" cap="flat">
                  <a:noFill/>
                  <a:prstDash val="solid"/>
                  <a:miter/>
                </a:ln>
              </p:spPr>
              <p:txBody>
                <a:bodyPr rtlCol="1" anchor="ctr"/>
                <a:lstStyle/>
                <a:p>
                  <a:endParaRPr lang="ar-SA"/>
                </a:p>
              </p:txBody>
            </p:sp>
          </p:grpSp>
          <p:sp>
            <p:nvSpPr>
              <p:cNvPr id="7206" name="شكل حر: شكل 8099">
                <a:extLst>
                  <a:ext uri="{FF2B5EF4-FFF2-40B4-BE49-F238E27FC236}">
                    <a16:creationId xmlns:a16="http://schemas.microsoft.com/office/drawing/2014/main" id="{374785DA-BB0C-89FD-0699-C94D5BFDE2EC}"/>
                  </a:ext>
                </a:extLst>
              </p:cNvPr>
              <p:cNvSpPr/>
              <p:nvPr/>
            </p:nvSpPr>
            <p:spPr>
              <a:xfrm>
                <a:off x="10480572" y="596403"/>
                <a:ext cx="69879" cy="82194"/>
              </a:xfrm>
              <a:custGeom>
                <a:avLst/>
                <a:gdLst>
                  <a:gd name="connsiteX0" fmla="*/ 34939 w 69879"/>
                  <a:gd name="connsiteY0" fmla="*/ 82194 h 82194"/>
                  <a:gd name="connsiteX1" fmla="*/ 0 w 69879"/>
                  <a:gd name="connsiteY1" fmla="*/ 41097 h 82194"/>
                  <a:gd name="connsiteX2" fmla="*/ 34939 w 69879"/>
                  <a:gd name="connsiteY2" fmla="*/ 0 h 82194"/>
                  <a:gd name="connsiteX3" fmla="*/ 69879 w 69879"/>
                  <a:gd name="connsiteY3" fmla="*/ 41097 h 82194"/>
                  <a:gd name="connsiteX4" fmla="*/ 34939 w 69879"/>
                  <a:gd name="connsiteY4" fmla="*/ 82194 h 82194"/>
                  <a:gd name="connsiteX5" fmla="*/ 34939 w 69879"/>
                  <a:gd name="connsiteY5" fmla="*/ 6864 h 82194"/>
                  <a:gd name="connsiteX6" fmla="*/ 6892 w 69879"/>
                  <a:gd name="connsiteY6" fmla="*/ 41069 h 82194"/>
                  <a:gd name="connsiteX7" fmla="*/ 34939 w 69879"/>
                  <a:gd name="connsiteY7" fmla="*/ 75302 h 82194"/>
                  <a:gd name="connsiteX8" fmla="*/ 62988 w 69879"/>
                  <a:gd name="connsiteY8" fmla="*/ 41069 h 82194"/>
                  <a:gd name="connsiteX9" fmla="*/ 34939 w 69879"/>
                  <a:gd name="connsiteY9" fmla="*/ 6864 h 8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879" h="82194">
                    <a:moveTo>
                      <a:pt x="34939" y="82194"/>
                    </a:moveTo>
                    <a:cubicBezTo>
                      <a:pt x="15676" y="82194"/>
                      <a:pt x="0" y="63750"/>
                      <a:pt x="0" y="41097"/>
                    </a:cubicBezTo>
                    <a:cubicBezTo>
                      <a:pt x="0" y="18444"/>
                      <a:pt x="15676" y="0"/>
                      <a:pt x="34939" y="0"/>
                    </a:cubicBezTo>
                    <a:cubicBezTo>
                      <a:pt x="54203" y="0"/>
                      <a:pt x="69879" y="18444"/>
                      <a:pt x="69879" y="41097"/>
                    </a:cubicBezTo>
                    <a:cubicBezTo>
                      <a:pt x="69879" y="63750"/>
                      <a:pt x="54203" y="82194"/>
                      <a:pt x="34939" y="82194"/>
                    </a:cubicBezTo>
                    <a:close/>
                    <a:moveTo>
                      <a:pt x="34939" y="6864"/>
                    </a:moveTo>
                    <a:cubicBezTo>
                      <a:pt x="19461" y="6864"/>
                      <a:pt x="6892" y="22201"/>
                      <a:pt x="6892" y="41069"/>
                    </a:cubicBezTo>
                    <a:cubicBezTo>
                      <a:pt x="6892" y="59937"/>
                      <a:pt x="19489" y="75302"/>
                      <a:pt x="34939" y="75302"/>
                    </a:cubicBezTo>
                    <a:cubicBezTo>
                      <a:pt x="50389" y="75302"/>
                      <a:pt x="62988" y="59937"/>
                      <a:pt x="62988" y="41069"/>
                    </a:cubicBezTo>
                    <a:cubicBezTo>
                      <a:pt x="62988" y="22201"/>
                      <a:pt x="50389" y="6864"/>
                      <a:pt x="34939" y="6864"/>
                    </a:cubicBezTo>
                    <a:close/>
                  </a:path>
                </a:pathLst>
              </a:custGeom>
              <a:solidFill>
                <a:srgbClr val="17A3A3"/>
              </a:solidFill>
              <a:ln w="2824" cap="flat">
                <a:noFill/>
                <a:prstDash val="solid"/>
                <a:miter/>
              </a:ln>
            </p:spPr>
            <p:txBody>
              <a:bodyPr rtlCol="1" anchor="ctr"/>
              <a:lstStyle/>
              <a:p>
                <a:endParaRPr lang="ar-SA"/>
              </a:p>
            </p:txBody>
          </p:sp>
        </p:grpSp>
        <p:grpSp>
          <p:nvGrpSpPr>
            <p:cNvPr id="7198" name="رسم 8014">
              <a:extLst>
                <a:ext uri="{FF2B5EF4-FFF2-40B4-BE49-F238E27FC236}">
                  <a16:creationId xmlns:a16="http://schemas.microsoft.com/office/drawing/2014/main" id="{07BFBAB9-0670-D84A-418A-A1F1FCA57382}"/>
                </a:ext>
              </a:extLst>
            </p:cNvPr>
            <p:cNvGrpSpPr/>
            <p:nvPr/>
          </p:nvGrpSpPr>
          <p:grpSpPr>
            <a:xfrm>
              <a:off x="10332173" y="528951"/>
              <a:ext cx="366676" cy="314542"/>
              <a:chOff x="10332173" y="528951"/>
              <a:chExt cx="366676" cy="314542"/>
            </a:xfrm>
            <a:solidFill>
              <a:srgbClr val="01355A"/>
            </a:solidFill>
          </p:grpSpPr>
          <p:grpSp>
            <p:nvGrpSpPr>
              <p:cNvPr id="7199" name="رسم 8014">
                <a:extLst>
                  <a:ext uri="{FF2B5EF4-FFF2-40B4-BE49-F238E27FC236}">
                    <a16:creationId xmlns:a16="http://schemas.microsoft.com/office/drawing/2014/main" id="{B0BD4546-4651-0DE4-1489-EB05B95F0341}"/>
                  </a:ext>
                </a:extLst>
              </p:cNvPr>
              <p:cNvGrpSpPr/>
              <p:nvPr/>
            </p:nvGrpSpPr>
            <p:grpSpPr>
              <a:xfrm>
                <a:off x="10383069" y="528951"/>
                <a:ext cx="315781" cy="215203"/>
                <a:chOff x="10383069" y="528951"/>
                <a:chExt cx="315781" cy="215203"/>
              </a:xfrm>
              <a:solidFill>
                <a:srgbClr val="01355A"/>
              </a:solidFill>
            </p:grpSpPr>
            <p:sp>
              <p:nvSpPr>
                <p:cNvPr id="7203" name="شكل حر: شكل 8102">
                  <a:extLst>
                    <a:ext uri="{FF2B5EF4-FFF2-40B4-BE49-F238E27FC236}">
                      <a16:creationId xmlns:a16="http://schemas.microsoft.com/office/drawing/2014/main" id="{F838AE8C-9FC4-41E4-1737-CE991F15D589}"/>
                    </a:ext>
                  </a:extLst>
                </p:cNvPr>
                <p:cNvSpPr/>
                <p:nvPr/>
              </p:nvSpPr>
              <p:spPr>
                <a:xfrm>
                  <a:off x="10383069" y="528951"/>
                  <a:ext cx="289887" cy="215203"/>
                </a:xfrm>
                <a:custGeom>
                  <a:avLst/>
                  <a:gdLst>
                    <a:gd name="connsiteX0" fmla="*/ 276438 w 289887"/>
                    <a:gd name="connsiteY0" fmla="*/ 215147 h 215203"/>
                    <a:gd name="connsiteX1" fmla="*/ 275224 w 289887"/>
                    <a:gd name="connsiteY1" fmla="*/ 214921 h 215203"/>
                    <a:gd name="connsiteX2" fmla="*/ 273218 w 289887"/>
                    <a:gd name="connsiteY2" fmla="*/ 210486 h 215203"/>
                    <a:gd name="connsiteX3" fmla="*/ 282483 w 289887"/>
                    <a:gd name="connsiteY3" fmla="*/ 169643 h 215203"/>
                    <a:gd name="connsiteX4" fmla="*/ 185714 w 289887"/>
                    <a:gd name="connsiteY4" fmla="*/ 16468 h 215203"/>
                    <a:gd name="connsiteX5" fmla="*/ 6412 w 289887"/>
                    <a:gd name="connsiteY5" fmla="*/ 74964 h 215203"/>
                    <a:gd name="connsiteX6" fmla="*/ 3446 w 289887"/>
                    <a:gd name="connsiteY6" fmla="*/ 76659 h 215203"/>
                    <a:gd name="connsiteX7" fmla="*/ 0 w 289887"/>
                    <a:gd name="connsiteY7" fmla="*/ 73241 h 215203"/>
                    <a:gd name="connsiteX8" fmla="*/ 0 w 289887"/>
                    <a:gd name="connsiteY8" fmla="*/ 73241 h 215203"/>
                    <a:gd name="connsiteX9" fmla="*/ 565 w 289887"/>
                    <a:gd name="connsiteY9" fmla="*/ 71349 h 215203"/>
                    <a:gd name="connsiteX10" fmla="*/ 188143 w 289887"/>
                    <a:gd name="connsiteY10" fmla="*/ 10056 h 215203"/>
                    <a:gd name="connsiteX11" fmla="*/ 289346 w 289887"/>
                    <a:gd name="connsiteY11" fmla="*/ 170265 h 215203"/>
                    <a:gd name="connsiteX12" fmla="*/ 279658 w 289887"/>
                    <a:gd name="connsiteY12" fmla="*/ 212972 h 215203"/>
                    <a:gd name="connsiteX13" fmla="*/ 276438 w 289887"/>
                    <a:gd name="connsiteY13" fmla="*/ 215203 h 215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9887" h="215203">
                      <a:moveTo>
                        <a:pt x="276438" y="215147"/>
                      </a:moveTo>
                      <a:cubicBezTo>
                        <a:pt x="276043" y="215147"/>
                        <a:pt x="275620" y="215062"/>
                        <a:pt x="275224" y="214921"/>
                      </a:cubicBezTo>
                      <a:cubicBezTo>
                        <a:pt x="273445" y="214243"/>
                        <a:pt x="272541" y="212266"/>
                        <a:pt x="273218" y="210486"/>
                      </a:cubicBezTo>
                      <a:cubicBezTo>
                        <a:pt x="278218" y="197296"/>
                        <a:pt x="281324" y="183568"/>
                        <a:pt x="282483" y="169643"/>
                      </a:cubicBezTo>
                      <a:cubicBezTo>
                        <a:pt x="288047" y="103097"/>
                        <a:pt x="248249" y="40109"/>
                        <a:pt x="185714" y="16468"/>
                      </a:cubicBezTo>
                      <a:cubicBezTo>
                        <a:pt x="120015" y="-8360"/>
                        <a:pt x="44656" y="16214"/>
                        <a:pt x="6412" y="74964"/>
                      </a:cubicBezTo>
                      <a:cubicBezTo>
                        <a:pt x="5819" y="75981"/>
                        <a:pt x="4717" y="76659"/>
                        <a:pt x="3446" y="76659"/>
                      </a:cubicBezTo>
                      <a:cubicBezTo>
                        <a:pt x="1554" y="76659"/>
                        <a:pt x="0" y="75134"/>
                        <a:pt x="0" y="73241"/>
                      </a:cubicBezTo>
                      <a:lnTo>
                        <a:pt x="0" y="73241"/>
                      </a:lnTo>
                      <a:cubicBezTo>
                        <a:pt x="0" y="72535"/>
                        <a:pt x="198" y="71886"/>
                        <a:pt x="565" y="71349"/>
                      </a:cubicBezTo>
                      <a:cubicBezTo>
                        <a:pt x="40532" y="9830"/>
                        <a:pt x="119422" y="-15930"/>
                        <a:pt x="188143" y="10056"/>
                      </a:cubicBezTo>
                      <a:cubicBezTo>
                        <a:pt x="253531" y="34799"/>
                        <a:pt x="295165" y="100668"/>
                        <a:pt x="289346" y="170265"/>
                      </a:cubicBezTo>
                      <a:cubicBezTo>
                        <a:pt x="288132" y="184839"/>
                        <a:pt x="284883" y="199188"/>
                        <a:pt x="279658" y="212972"/>
                      </a:cubicBezTo>
                      <a:cubicBezTo>
                        <a:pt x="279122" y="214356"/>
                        <a:pt x="277822" y="215203"/>
                        <a:pt x="276438" y="215203"/>
                      </a:cubicBezTo>
                      <a:close/>
                    </a:path>
                  </a:pathLst>
                </a:custGeom>
                <a:solidFill>
                  <a:srgbClr val="01355A"/>
                </a:solidFill>
                <a:ln w="2824" cap="flat">
                  <a:noFill/>
                  <a:prstDash val="solid"/>
                  <a:miter/>
                </a:ln>
              </p:spPr>
              <p:txBody>
                <a:bodyPr rtlCol="1" anchor="ctr"/>
                <a:lstStyle/>
                <a:p>
                  <a:endParaRPr lang="ar-SA"/>
                </a:p>
              </p:txBody>
            </p:sp>
            <p:sp>
              <p:nvSpPr>
                <p:cNvPr id="7204" name="شكل حر: شكل 8103">
                  <a:extLst>
                    <a:ext uri="{FF2B5EF4-FFF2-40B4-BE49-F238E27FC236}">
                      <a16:creationId xmlns:a16="http://schemas.microsoft.com/office/drawing/2014/main" id="{A723917A-7092-0053-B04C-18B6344BC166}"/>
                    </a:ext>
                  </a:extLst>
                </p:cNvPr>
                <p:cNvSpPr/>
                <p:nvPr/>
              </p:nvSpPr>
              <p:spPr>
                <a:xfrm>
                  <a:off x="10639851" y="701281"/>
                  <a:ext cx="58998" cy="42817"/>
                </a:xfrm>
                <a:custGeom>
                  <a:avLst/>
                  <a:gdLst>
                    <a:gd name="connsiteX0" fmla="*/ 19655 w 58998"/>
                    <a:gd name="connsiteY0" fmla="*/ 42817 h 42817"/>
                    <a:gd name="connsiteX1" fmla="*/ 18441 w 58998"/>
                    <a:gd name="connsiteY1" fmla="*/ 42591 h 42817"/>
                    <a:gd name="connsiteX2" fmla="*/ 16521 w 58998"/>
                    <a:gd name="connsiteY2" fmla="*/ 40783 h 42817"/>
                    <a:gd name="connsiteX3" fmla="*/ 308 w 58998"/>
                    <a:gd name="connsiteY3" fmla="*/ 4855 h 42817"/>
                    <a:gd name="connsiteX4" fmla="*/ 2030 w 58998"/>
                    <a:gd name="connsiteY4" fmla="*/ 308 h 42817"/>
                    <a:gd name="connsiteX5" fmla="*/ 6578 w 58998"/>
                    <a:gd name="connsiteY5" fmla="*/ 2031 h 42817"/>
                    <a:gd name="connsiteX6" fmla="*/ 21379 w 58998"/>
                    <a:gd name="connsiteY6" fmla="*/ 34795 h 42817"/>
                    <a:gd name="connsiteX7" fmla="*/ 54144 w 58998"/>
                    <a:gd name="connsiteY7" fmla="*/ 20023 h 42817"/>
                    <a:gd name="connsiteX8" fmla="*/ 58691 w 58998"/>
                    <a:gd name="connsiteY8" fmla="*/ 21746 h 42817"/>
                    <a:gd name="connsiteX9" fmla="*/ 56968 w 58998"/>
                    <a:gd name="connsiteY9" fmla="*/ 26293 h 42817"/>
                    <a:gd name="connsiteX10" fmla="*/ 21039 w 58998"/>
                    <a:gd name="connsiteY10" fmla="*/ 42506 h 42817"/>
                    <a:gd name="connsiteX11" fmla="*/ 19627 w 58998"/>
                    <a:gd name="connsiteY11" fmla="*/ 42817 h 42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8998" h="42817">
                      <a:moveTo>
                        <a:pt x="19655" y="42817"/>
                      </a:moveTo>
                      <a:cubicBezTo>
                        <a:pt x="19232" y="42817"/>
                        <a:pt x="18837" y="42732"/>
                        <a:pt x="18441" y="42591"/>
                      </a:cubicBezTo>
                      <a:cubicBezTo>
                        <a:pt x="17594" y="42280"/>
                        <a:pt x="16887" y="41631"/>
                        <a:pt x="16521" y="40783"/>
                      </a:cubicBezTo>
                      <a:lnTo>
                        <a:pt x="308" y="4855"/>
                      </a:lnTo>
                      <a:cubicBezTo>
                        <a:pt x="-483" y="3132"/>
                        <a:pt x="308" y="1070"/>
                        <a:pt x="2030" y="308"/>
                      </a:cubicBezTo>
                      <a:cubicBezTo>
                        <a:pt x="3754" y="-483"/>
                        <a:pt x="5815" y="308"/>
                        <a:pt x="6578" y="2031"/>
                      </a:cubicBezTo>
                      <a:lnTo>
                        <a:pt x="21379" y="34795"/>
                      </a:lnTo>
                      <a:lnTo>
                        <a:pt x="54144" y="20023"/>
                      </a:lnTo>
                      <a:cubicBezTo>
                        <a:pt x="55895" y="19232"/>
                        <a:pt x="57928" y="20023"/>
                        <a:pt x="58691" y="21746"/>
                      </a:cubicBezTo>
                      <a:cubicBezTo>
                        <a:pt x="59482" y="23469"/>
                        <a:pt x="58691" y="25531"/>
                        <a:pt x="56968" y="26293"/>
                      </a:cubicBezTo>
                      <a:lnTo>
                        <a:pt x="21039" y="42506"/>
                      </a:lnTo>
                      <a:cubicBezTo>
                        <a:pt x="20588" y="42704"/>
                        <a:pt x="20108" y="42817"/>
                        <a:pt x="19627" y="42817"/>
                      </a:cubicBezTo>
                      <a:close/>
                    </a:path>
                  </a:pathLst>
                </a:custGeom>
                <a:solidFill>
                  <a:srgbClr val="01355A"/>
                </a:solidFill>
                <a:ln w="2824" cap="flat">
                  <a:noFill/>
                  <a:prstDash val="solid"/>
                  <a:miter/>
                </a:ln>
              </p:spPr>
              <p:txBody>
                <a:bodyPr rtlCol="1" anchor="ctr"/>
                <a:lstStyle/>
                <a:p>
                  <a:endParaRPr lang="ar-SA"/>
                </a:p>
              </p:txBody>
            </p:sp>
          </p:grpSp>
          <p:grpSp>
            <p:nvGrpSpPr>
              <p:cNvPr id="7200" name="رسم 8014">
                <a:extLst>
                  <a:ext uri="{FF2B5EF4-FFF2-40B4-BE49-F238E27FC236}">
                    <a16:creationId xmlns:a16="http://schemas.microsoft.com/office/drawing/2014/main" id="{63A7E551-736B-8E45-3093-F2BF6C6E6040}"/>
                  </a:ext>
                </a:extLst>
              </p:cNvPr>
              <p:cNvGrpSpPr/>
              <p:nvPr/>
            </p:nvGrpSpPr>
            <p:grpSpPr>
              <a:xfrm>
                <a:off x="10332173" y="628267"/>
                <a:ext cx="315835" cy="215227"/>
                <a:chOff x="10332173" y="628267"/>
                <a:chExt cx="315835" cy="215227"/>
              </a:xfrm>
              <a:solidFill>
                <a:srgbClr val="01355A"/>
              </a:solidFill>
            </p:grpSpPr>
            <p:sp>
              <p:nvSpPr>
                <p:cNvPr id="7201" name="شكل حر: شكل 8105">
                  <a:extLst>
                    <a:ext uri="{FF2B5EF4-FFF2-40B4-BE49-F238E27FC236}">
                      <a16:creationId xmlns:a16="http://schemas.microsoft.com/office/drawing/2014/main" id="{75D5B1E6-C039-9AEF-21FE-F8CC86CC4DB4}"/>
                    </a:ext>
                  </a:extLst>
                </p:cNvPr>
                <p:cNvSpPr/>
                <p:nvPr/>
              </p:nvSpPr>
              <p:spPr>
                <a:xfrm>
                  <a:off x="10358067" y="628292"/>
                  <a:ext cx="289941" cy="215201"/>
                </a:xfrm>
                <a:custGeom>
                  <a:avLst/>
                  <a:gdLst>
                    <a:gd name="connsiteX0" fmla="*/ 156936 w 289941"/>
                    <a:gd name="connsiteY0" fmla="*/ 215173 h 215201"/>
                    <a:gd name="connsiteX1" fmla="*/ 101773 w 289941"/>
                    <a:gd name="connsiteY1" fmla="*/ 205118 h 215201"/>
                    <a:gd name="connsiteX2" fmla="*/ 541 w 289941"/>
                    <a:gd name="connsiteY2" fmla="*/ 44881 h 215201"/>
                    <a:gd name="connsiteX3" fmla="*/ 10229 w 289941"/>
                    <a:gd name="connsiteY3" fmla="*/ 2231 h 215201"/>
                    <a:gd name="connsiteX4" fmla="*/ 14663 w 289941"/>
                    <a:gd name="connsiteY4" fmla="*/ 225 h 215201"/>
                    <a:gd name="connsiteX5" fmla="*/ 16669 w 289941"/>
                    <a:gd name="connsiteY5" fmla="*/ 4660 h 215201"/>
                    <a:gd name="connsiteX6" fmla="*/ 7405 w 289941"/>
                    <a:gd name="connsiteY6" fmla="*/ 45446 h 215201"/>
                    <a:gd name="connsiteX7" fmla="*/ 104202 w 289941"/>
                    <a:gd name="connsiteY7" fmla="*/ 198678 h 215201"/>
                    <a:gd name="connsiteX8" fmla="*/ 283589 w 289941"/>
                    <a:gd name="connsiteY8" fmla="*/ 140040 h 215201"/>
                    <a:gd name="connsiteX9" fmla="*/ 288362 w 289941"/>
                    <a:gd name="connsiteY9" fmla="*/ 139024 h 215201"/>
                    <a:gd name="connsiteX10" fmla="*/ 289379 w 289941"/>
                    <a:gd name="connsiteY10" fmla="*/ 143797 h 215201"/>
                    <a:gd name="connsiteX11" fmla="*/ 156936 w 289941"/>
                    <a:gd name="connsiteY11" fmla="*/ 215202 h 2152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9941" h="215201">
                      <a:moveTo>
                        <a:pt x="156936" y="215173"/>
                      </a:moveTo>
                      <a:cubicBezTo>
                        <a:pt x="138435" y="215173"/>
                        <a:pt x="119765" y="211925"/>
                        <a:pt x="101773" y="205118"/>
                      </a:cubicBezTo>
                      <a:cubicBezTo>
                        <a:pt x="36356" y="180403"/>
                        <a:pt x="-5277" y="114507"/>
                        <a:pt x="541" y="44881"/>
                      </a:cubicBezTo>
                      <a:cubicBezTo>
                        <a:pt x="1756" y="30307"/>
                        <a:pt x="5004" y="15958"/>
                        <a:pt x="10229" y="2231"/>
                      </a:cubicBezTo>
                      <a:cubicBezTo>
                        <a:pt x="10907" y="451"/>
                        <a:pt x="12884" y="-453"/>
                        <a:pt x="14663" y="225"/>
                      </a:cubicBezTo>
                      <a:cubicBezTo>
                        <a:pt x="16443" y="903"/>
                        <a:pt x="17347" y="2880"/>
                        <a:pt x="16669" y="4660"/>
                      </a:cubicBezTo>
                      <a:cubicBezTo>
                        <a:pt x="11698" y="17794"/>
                        <a:pt x="8563" y="31521"/>
                        <a:pt x="7405" y="45446"/>
                      </a:cubicBezTo>
                      <a:cubicBezTo>
                        <a:pt x="1840" y="112021"/>
                        <a:pt x="41666" y="175037"/>
                        <a:pt x="104202" y="198678"/>
                      </a:cubicBezTo>
                      <a:cubicBezTo>
                        <a:pt x="169958" y="223562"/>
                        <a:pt x="245373" y="198876"/>
                        <a:pt x="283589" y="140040"/>
                      </a:cubicBezTo>
                      <a:cubicBezTo>
                        <a:pt x="284634" y="138431"/>
                        <a:pt x="286752" y="137979"/>
                        <a:pt x="288362" y="139024"/>
                      </a:cubicBezTo>
                      <a:cubicBezTo>
                        <a:pt x="289973" y="140069"/>
                        <a:pt x="290424" y="142187"/>
                        <a:pt x="289379" y="143797"/>
                      </a:cubicBezTo>
                      <a:cubicBezTo>
                        <a:pt x="259891" y="189244"/>
                        <a:pt x="209134" y="215202"/>
                        <a:pt x="156936" y="215202"/>
                      </a:cubicBezTo>
                      <a:close/>
                    </a:path>
                  </a:pathLst>
                </a:custGeom>
                <a:solidFill>
                  <a:srgbClr val="01355A"/>
                </a:solidFill>
                <a:ln w="2824" cap="flat">
                  <a:noFill/>
                  <a:prstDash val="solid"/>
                  <a:miter/>
                </a:ln>
              </p:spPr>
              <p:txBody>
                <a:bodyPr rtlCol="1" anchor="ctr"/>
                <a:lstStyle/>
                <a:p>
                  <a:endParaRPr lang="ar-SA"/>
                </a:p>
              </p:txBody>
            </p:sp>
            <p:sp>
              <p:nvSpPr>
                <p:cNvPr id="7202" name="شكل حر: شكل 8106">
                  <a:extLst>
                    <a:ext uri="{FF2B5EF4-FFF2-40B4-BE49-F238E27FC236}">
                      <a16:creationId xmlns:a16="http://schemas.microsoft.com/office/drawing/2014/main" id="{54DDD8EB-1BF9-2E3B-C95D-4C3E1596F7EB}"/>
                    </a:ext>
                  </a:extLst>
                </p:cNvPr>
                <p:cNvSpPr/>
                <p:nvPr/>
              </p:nvSpPr>
              <p:spPr>
                <a:xfrm>
                  <a:off x="10332173" y="628267"/>
                  <a:ext cx="59027" cy="42817"/>
                </a:xfrm>
                <a:custGeom>
                  <a:avLst/>
                  <a:gdLst>
                    <a:gd name="connsiteX0" fmla="*/ 55556 w 59027"/>
                    <a:gd name="connsiteY0" fmla="*/ 42817 h 42817"/>
                    <a:gd name="connsiteX1" fmla="*/ 52421 w 59027"/>
                    <a:gd name="connsiteY1" fmla="*/ 40783 h 42817"/>
                    <a:gd name="connsiteX2" fmla="*/ 37620 w 59027"/>
                    <a:gd name="connsiteY2" fmla="*/ 8019 h 42817"/>
                    <a:gd name="connsiteX3" fmla="*/ 4855 w 59027"/>
                    <a:gd name="connsiteY3" fmla="*/ 22791 h 42817"/>
                    <a:gd name="connsiteX4" fmla="*/ 307 w 59027"/>
                    <a:gd name="connsiteY4" fmla="*/ 21068 h 42817"/>
                    <a:gd name="connsiteX5" fmla="*/ 2031 w 59027"/>
                    <a:gd name="connsiteY5" fmla="*/ 16521 h 42817"/>
                    <a:gd name="connsiteX6" fmla="*/ 37959 w 59027"/>
                    <a:gd name="connsiteY6" fmla="*/ 308 h 42817"/>
                    <a:gd name="connsiteX7" fmla="*/ 42507 w 59027"/>
                    <a:gd name="connsiteY7" fmla="*/ 2031 h 42817"/>
                    <a:gd name="connsiteX8" fmla="*/ 58719 w 59027"/>
                    <a:gd name="connsiteY8" fmla="*/ 37959 h 42817"/>
                    <a:gd name="connsiteX9" fmla="*/ 56996 w 59027"/>
                    <a:gd name="connsiteY9" fmla="*/ 42506 h 42817"/>
                    <a:gd name="connsiteX10" fmla="*/ 55584 w 59027"/>
                    <a:gd name="connsiteY10" fmla="*/ 42817 h 42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027" h="42817">
                      <a:moveTo>
                        <a:pt x="55556" y="42817"/>
                      </a:moveTo>
                      <a:cubicBezTo>
                        <a:pt x="54228" y="42817"/>
                        <a:pt x="52986" y="42054"/>
                        <a:pt x="52421" y="40783"/>
                      </a:cubicBezTo>
                      <a:lnTo>
                        <a:pt x="37620" y="8019"/>
                      </a:lnTo>
                      <a:lnTo>
                        <a:pt x="4855" y="22791"/>
                      </a:lnTo>
                      <a:cubicBezTo>
                        <a:pt x="3132" y="23582"/>
                        <a:pt x="1070" y="22791"/>
                        <a:pt x="307" y="21068"/>
                      </a:cubicBezTo>
                      <a:cubicBezTo>
                        <a:pt x="-483" y="19345"/>
                        <a:pt x="307" y="17283"/>
                        <a:pt x="2031" y="16521"/>
                      </a:cubicBezTo>
                      <a:lnTo>
                        <a:pt x="37959" y="308"/>
                      </a:lnTo>
                      <a:cubicBezTo>
                        <a:pt x="39682" y="-483"/>
                        <a:pt x="41744" y="308"/>
                        <a:pt x="42507" y="2031"/>
                      </a:cubicBezTo>
                      <a:lnTo>
                        <a:pt x="58719" y="37959"/>
                      </a:lnTo>
                      <a:cubicBezTo>
                        <a:pt x="59510" y="39682"/>
                        <a:pt x="58719" y="41744"/>
                        <a:pt x="56996" y="42506"/>
                      </a:cubicBezTo>
                      <a:cubicBezTo>
                        <a:pt x="56545" y="42704"/>
                        <a:pt x="56065" y="42817"/>
                        <a:pt x="55584" y="42817"/>
                      </a:cubicBezTo>
                      <a:close/>
                    </a:path>
                  </a:pathLst>
                </a:custGeom>
                <a:solidFill>
                  <a:srgbClr val="01355A"/>
                </a:solidFill>
                <a:ln w="2824" cap="flat">
                  <a:noFill/>
                  <a:prstDash val="solid"/>
                  <a:miter/>
                </a:ln>
              </p:spPr>
              <p:txBody>
                <a:bodyPr rtlCol="1" anchor="ctr"/>
                <a:lstStyle/>
                <a:p>
                  <a:endParaRPr lang="ar-SA"/>
                </a:p>
              </p:txBody>
            </p:sp>
          </p:grpSp>
        </p:grpSp>
      </p:grpSp>
      <p:grpSp>
        <p:nvGrpSpPr>
          <p:cNvPr id="7209" name="رسم 8014">
            <a:extLst>
              <a:ext uri="{FF2B5EF4-FFF2-40B4-BE49-F238E27FC236}">
                <a16:creationId xmlns:a16="http://schemas.microsoft.com/office/drawing/2014/main" id="{0BB2607E-0342-E61E-FE4A-A045507D0031}"/>
              </a:ext>
            </a:extLst>
          </p:cNvPr>
          <p:cNvGrpSpPr/>
          <p:nvPr/>
        </p:nvGrpSpPr>
        <p:grpSpPr>
          <a:xfrm>
            <a:off x="6385637" y="1827345"/>
            <a:ext cx="245402" cy="238412"/>
            <a:chOff x="6714180" y="503023"/>
            <a:chExt cx="293329" cy="302480"/>
          </a:xfrm>
        </p:grpSpPr>
        <p:sp>
          <p:nvSpPr>
            <p:cNvPr id="7210" name="شكل حر: شكل 8108">
              <a:extLst>
                <a:ext uri="{FF2B5EF4-FFF2-40B4-BE49-F238E27FC236}">
                  <a16:creationId xmlns:a16="http://schemas.microsoft.com/office/drawing/2014/main" id="{4399BD08-BBDF-DB5C-648B-20EBB976EE0F}"/>
                </a:ext>
              </a:extLst>
            </p:cNvPr>
            <p:cNvSpPr/>
            <p:nvPr/>
          </p:nvSpPr>
          <p:spPr>
            <a:xfrm>
              <a:off x="6714180" y="586168"/>
              <a:ext cx="219347" cy="219335"/>
            </a:xfrm>
            <a:custGeom>
              <a:avLst/>
              <a:gdLst>
                <a:gd name="connsiteX0" fmla="*/ 160349 w 219347"/>
                <a:gd name="connsiteY0" fmla="*/ 219335 h 219335"/>
                <a:gd name="connsiteX1" fmla="*/ 126964 w 219347"/>
                <a:gd name="connsiteY1" fmla="*/ 209450 h 219335"/>
                <a:gd name="connsiteX2" fmla="*/ 62451 w 219347"/>
                <a:gd name="connsiteY2" fmla="*/ 156885 h 219335"/>
                <a:gd name="connsiteX3" fmla="*/ 9886 w 219347"/>
                <a:gd name="connsiteY3" fmla="*/ 92372 h 219335"/>
                <a:gd name="connsiteX4" fmla="*/ 28358 w 219347"/>
                <a:gd name="connsiteY4" fmla="*/ 6760 h 219335"/>
                <a:gd name="connsiteX5" fmla="*/ 32030 w 219347"/>
                <a:gd name="connsiteY5" fmla="*/ 4387 h 219335"/>
                <a:gd name="connsiteX6" fmla="*/ 53667 w 219347"/>
                <a:gd name="connsiteY6" fmla="*/ 857 h 219335"/>
                <a:gd name="connsiteX7" fmla="*/ 71066 w 219347"/>
                <a:gd name="connsiteY7" fmla="*/ 14641 h 219335"/>
                <a:gd name="connsiteX8" fmla="*/ 80839 w 219347"/>
                <a:gd name="connsiteY8" fmla="*/ 31136 h 219335"/>
                <a:gd name="connsiteX9" fmla="*/ 77364 w 219347"/>
                <a:gd name="connsiteY9" fmla="*/ 64889 h 219335"/>
                <a:gd name="connsiteX10" fmla="*/ 71517 w 219347"/>
                <a:gd name="connsiteY10" fmla="*/ 79068 h 219335"/>
                <a:gd name="connsiteX11" fmla="*/ 77364 w 219347"/>
                <a:gd name="connsiteY11" fmla="*/ 93248 h 219335"/>
                <a:gd name="connsiteX12" fmla="*/ 126060 w 219347"/>
                <a:gd name="connsiteY12" fmla="*/ 141943 h 219335"/>
                <a:gd name="connsiteX13" fmla="*/ 154446 w 219347"/>
                <a:gd name="connsiteY13" fmla="*/ 141943 h 219335"/>
                <a:gd name="connsiteX14" fmla="*/ 188200 w 219347"/>
                <a:gd name="connsiteY14" fmla="*/ 138469 h 219335"/>
                <a:gd name="connsiteX15" fmla="*/ 204695 w 219347"/>
                <a:gd name="connsiteY15" fmla="*/ 148242 h 219335"/>
                <a:gd name="connsiteX16" fmla="*/ 218479 w 219347"/>
                <a:gd name="connsiteY16" fmla="*/ 165641 h 219335"/>
                <a:gd name="connsiteX17" fmla="*/ 214948 w 219347"/>
                <a:gd name="connsiteY17" fmla="*/ 187277 h 219335"/>
                <a:gd name="connsiteX18" fmla="*/ 212576 w 219347"/>
                <a:gd name="connsiteY18" fmla="*/ 190949 h 219335"/>
                <a:gd name="connsiteX19" fmla="*/ 160349 w 219347"/>
                <a:gd name="connsiteY19" fmla="*/ 219307 h 219335"/>
                <a:gd name="connsiteX20" fmla="*/ 46774 w 219347"/>
                <a:gd name="connsiteY20" fmla="*/ 6873 h 219335"/>
                <a:gd name="connsiteX21" fmla="*/ 35759 w 219347"/>
                <a:gd name="connsiteY21" fmla="*/ 10178 h 219335"/>
                <a:gd name="connsiteX22" fmla="*/ 32087 w 219347"/>
                <a:gd name="connsiteY22" fmla="*/ 12550 h 219335"/>
                <a:gd name="connsiteX23" fmla="*/ 15648 w 219347"/>
                <a:gd name="connsiteY23" fmla="*/ 88615 h 219335"/>
                <a:gd name="connsiteX24" fmla="*/ 67309 w 219347"/>
                <a:gd name="connsiteY24" fmla="*/ 152027 h 219335"/>
                <a:gd name="connsiteX25" fmla="*/ 130720 w 219347"/>
                <a:gd name="connsiteY25" fmla="*/ 203688 h 219335"/>
                <a:gd name="connsiteX26" fmla="*/ 206785 w 219347"/>
                <a:gd name="connsiteY26" fmla="*/ 187249 h 219335"/>
                <a:gd name="connsiteX27" fmla="*/ 209158 w 219347"/>
                <a:gd name="connsiteY27" fmla="*/ 183577 h 219335"/>
                <a:gd name="connsiteX28" fmla="*/ 211785 w 219347"/>
                <a:gd name="connsiteY28" fmla="*/ 167420 h 219335"/>
                <a:gd name="connsiteX29" fmla="*/ 201447 w 219347"/>
                <a:gd name="connsiteY29" fmla="*/ 154371 h 219335"/>
                <a:gd name="connsiteX30" fmla="*/ 184443 w 219347"/>
                <a:gd name="connsiteY30" fmla="*/ 144287 h 219335"/>
                <a:gd name="connsiteX31" fmla="*/ 159305 w 219347"/>
                <a:gd name="connsiteY31" fmla="*/ 146858 h 219335"/>
                <a:gd name="connsiteX32" fmla="*/ 159305 w 219347"/>
                <a:gd name="connsiteY32" fmla="*/ 146858 h 219335"/>
                <a:gd name="connsiteX33" fmla="*/ 121173 w 219347"/>
                <a:gd name="connsiteY33" fmla="*/ 146858 h 219335"/>
                <a:gd name="connsiteX34" fmla="*/ 72478 w 219347"/>
                <a:gd name="connsiteY34" fmla="*/ 98162 h 219335"/>
                <a:gd name="connsiteX35" fmla="*/ 72478 w 219347"/>
                <a:gd name="connsiteY35" fmla="*/ 60031 h 219335"/>
                <a:gd name="connsiteX36" fmla="*/ 75048 w 219347"/>
                <a:gd name="connsiteY36" fmla="*/ 34893 h 219335"/>
                <a:gd name="connsiteX37" fmla="*/ 64965 w 219347"/>
                <a:gd name="connsiteY37" fmla="*/ 17889 h 219335"/>
                <a:gd name="connsiteX38" fmla="*/ 51915 w 219347"/>
                <a:gd name="connsiteY38" fmla="*/ 7551 h 219335"/>
                <a:gd name="connsiteX39" fmla="*/ 46746 w 219347"/>
                <a:gd name="connsiteY39" fmla="*/ 6873 h 219335"/>
                <a:gd name="connsiteX40" fmla="*/ 156875 w 219347"/>
                <a:gd name="connsiteY40" fmla="*/ 144429 h 219335"/>
                <a:gd name="connsiteX41" fmla="*/ 156875 w 219347"/>
                <a:gd name="connsiteY41" fmla="*/ 144429 h 219335"/>
                <a:gd name="connsiteX42" fmla="*/ 156875 w 219347"/>
                <a:gd name="connsiteY42" fmla="*/ 144429 h 219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19347" h="219335">
                  <a:moveTo>
                    <a:pt x="160349" y="219335"/>
                  </a:moveTo>
                  <a:cubicBezTo>
                    <a:pt x="148854" y="219335"/>
                    <a:pt x="137273" y="216144"/>
                    <a:pt x="126964" y="209450"/>
                  </a:cubicBezTo>
                  <a:cubicBezTo>
                    <a:pt x="104311" y="194734"/>
                    <a:pt x="82590" y="177052"/>
                    <a:pt x="62451" y="156885"/>
                  </a:cubicBezTo>
                  <a:cubicBezTo>
                    <a:pt x="42284" y="136717"/>
                    <a:pt x="24602" y="115025"/>
                    <a:pt x="9886" y="92372"/>
                  </a:cubicBezTo>
                  <a:cubicBezTo>
                    <a:pt x="-8643" y="63844"/>
                    <a:pt x="-367" y="25430"/>
                    <a:pt x="28358" y="6760"/>
                  </a:cubicBezTo>
                  <a:lnTo>
                    <a:pt x="32030" y="4387"/>
                  </a:lnTo>
                  <a:cubicBezTo>
                    <a:pt x="38414" y="235"/>
                    <a:pt x="46294" y="-1036"/>
                    <a:pt x="53667" y="857"/>
                  </a:cubicBezTo>
                  <a:cubicBezTo>
                    <a:pt x="61123" y="2777"/>
                    <a:pt x="67450" y="7805"/>
                    <a:pt x="71066" y="14641"/>
                  </a:cubicBezTo>
                  <a:cubicBezTo>
                    <a:pt x="73777" y="19781"/>
                    <a:pt x="77082" y="25317"/>
                    <a:pt x="80839" y="31136"/>
                  </a:cubicBezTo>
                  <a:cubicBezTo>
                    <a:pt x="87730" y="41784"/>
                    <a:pt x="86290" y="55992"/>
                    <a:pt x="77364" y="64889"/>
                  </a:cubicBezTo>
                  <a:cubicBezTo>
                    <a:pt x="73579" y="68674"/>
                    <a:pt x="71517" y="73702"/>
                    <a:pt x="71517" y="79068"/>
                  </a:cubicBezTo>
                  <a:cubicBezTo>
                    <a:pt x="71517" y="84435"/>
                    <a:pt x="73608" y="89491"/>
                    <a:pt x="77364" y="93248"/>
                  </a:cubicBezTo>
                  <a:lnTo>
                    <a:pt x="126060" y="141943"/>
                  </a:lnTo>
                  <a:cubicBezTo>
                    <a:pt x="133884" y="149767"/>
                    <a:pt x="146622" y="149767"/>
                    <a:pt x="154446" y="141943"/>
                  </a:cubicBezTo>
                  <a:cubicBezTo>
                    <a:pt x="163372" y="133017"/>
                    <a:pt x="177551" y="131549"/>
                    <a:pt x="188200" y="138469"/>
                  </a:cubicBezTo>
                  <a:cubicBezTo>
                    <a:pt x="193990" y="142225"/>
                    <a:pt x="199526" y="145502"/>
                    <a:pt x="204695" y="148242"/>
                  </a:cubicBezTo>
                  <a:cubicBezTo>
                    <a:pt x="211530" y="151857"/>
                    <a:pt x="216558" y="158212"/>
                    <a:pt x="218479" y="165641"/>
                  </a:cubicBezTo>
                  <a:cubicBezTo>
                    <a:pt x="220399" y="173013"/>
                    <a:pt x="219100" y="180893"/>
                    <a:pt x="214948" y="187277"/>
                  </a:cubicBezTo>
                  <a:lnTo>
                    <a:pt x="212576" y="190949"/>
                  </a:lnTo>
                  <a:cubicBezTo>
                    <a:pt x="200656" y="209308"/>
                    <a:pt x="180658" y="219307"/>
                    <a:pt x="160349" y="219307"/>
                  </a:cubicBezTo>
                  <a:close/>
                  <a:moveTo>
                    <a:pt x="46774" y="6873"/>
                  </a:moveTo>
                  <a:cubicBezTo>
                    <a:pt x="42905" y="6873"/>
                    <a:pt x="39120" y="8003"/>
                    <a:pt x="35759" y="10178"/>
                  </a:cubicBezTo>
                  <a:lnTo>
                    <a:pt x="32087" y="12550"/>
                  </a:lnTo>
                  <a:cubicBezTo>
                    <a:pt x="6553" y="29130"/>
                    <a:pt x="-819" y="63279"/>
                    <a:pt x="15648" y="88615"/>
                  </a:cubicBezTo>
                  <a:cubicBezTo>
                    <a:pt x="30110" y="110873"/>
                    <a:pt x="47481" y="132198"/>
                    <a:pt x="67309" y="152027"/>
                  </a:cubicBezTo>
                  <a:cubicBezTo>
                    <a:pt x="87137" y="171855"/>
                    <a:pt x="108463" y="189226"/>
                    <a:pt x="130720" y="203688"/>
                  </a:cubicBezTo>
                  <a:cubicBezTo>
                    <a:pt x="156057" y="220155"/>
                    <a:pt x="190205" y="212782"/>
                    <a:pt x="206785" y="187249"/>
                  </a:cubicBezTo>
                  <a:lnTo>
                    <a:pt x="209158" y="183577"/>
                  </a:lnTo>
                  <a:cubicBezTo>
                    <a:pt x="212293" y="178747"/>
                    <a:pt x="213225" y="173013"/>
                    <a:pt x="211785" y="167420"/>
                  </a:cubicBezTo>
                  <a:cubicBezTo>
                    <a:pt x="210344" y="161856"/>
                    <a:pt x="206559" y="157083"/>
                    <a:pt x="201447" y="154371"/>
                  </a:cubicBezTo>
                  <a:cubicBezTo>
                    <a:pt x="196109" y="151546"/>
                    <a:pt x="190403" y="148157"/>
                    <a:pt x="184443" y="144287"/>
                  </a:cubicBezTo>
                  <a:cubicBezTo>
                    <a:pt x="176506" y="139147"/>
                    <a:pt x="165943" y="140220"/>
                    <a:pt x="159305" y="146858"/>
                  </a:cubicBezTo>
                  <a:lnTo>
                    <a:pt x="159305" y="146858"/>
                  </a:lnTo>
                  <a:cubicBezTo>
                    <a:pt x="148797" y="157365"/>
                    <a:pt x="131680" y="157365"/>
                    <a:pt x="121173" y="146858"/>
                  </a:cubicBezTo>
                  <a:lnTo>
                    <a:pt x="72478" y="98162"/>
                  </a:lnTo>
                  <a:cubicBezTo>
                    <a:pt x="61971" y="87655"/>
                    <a:pt x="61971" y="70538"/>
                    <a:pt x="72478" y="60031"/>
                  </a:cubicBezTo>
                  <a:cubicBezTo>
                    <a:pt x="79116" y="53393"/>
                    <a:pt x="80189" y="42830"/>
                    <a:pt x="75048" y="34893"/>
                  </a:cubicBezTo>
                  <a:cubicBezTo>
                    <a:pt x="71179" y="28933"/>
                    <a:pt x="67790" y="23199"/>
                    <a:pt x="64965" y="17889"/>
                  </a:cubicBezTo>
                  <a:cubicBezTo>
                    <a:pt x="62253" y="12776"/>
                    <a:pt x="57508" y="8991"/>
                    <a:pt x="51915" y="7551"/>
                  </a:cubicBezTo>
                  <a:cubicBezTo>
                    <a:pt x="50192" y="7099"/>
                    <a:pt x="48469" y="6873"/>
                    <a:pt x="46746" y="6873"/>
                  </a:cubicBezTo>
                  <a:close/>
                  <a:moveTo>
                    <a:pt x="156875" y="144429"/>
                  </a:moveTo>
                  <a:lnTo>
                    <a:pt x="156875" y="144429"/>
                  </a:lnTo>
                  <a:lnTo>
                    <a:pt x="156875" y="144429"/>
                  </a:lnTo>
                  <a:close/>
                </a:path>
              </a:pathLst>
            </a:custGeom>
            <a:solidFill>
              <a:srgbClr val="01355A"/>
            </a:solidFill>
            <a:ln w="2824" cap="flat">
              <a:noFill/>
              <a:prstDash val="solid"/>
              <a:miter/>
            </a:ln>
          </p:spPr>
          <p:txBody>
            <a:bodyPr rtlCol="1" anchor="ctr"/>
            <a:lstStyle/>
            <a:p>
              <a:endParaRPr lang="ar-SA"/>
            </a:p>
          </p:txBody>
        </p:sp>
        <p:grpSp>
          <p:nvGrpSpPr>
            <p:cNvPr id="7211" name="رسم 8014">
              <a:extLst>
                <a:ext uri="{FF2B5EF4-FFF2-40B4-BE49-F238E27FC236}">
                  <a16:creationId xmlns:a16="http://schemas.microsoft.com/office/drawing/2014/main" id="{8D894D7A-0CBB-2380-4CA9-57B1C16FCF03}"/>
                </a:ext>
              </a:extLst>
            </p:cNvPr>
            <p:cNvGrpSpPr/>
            <p:nvPr/>
          </p:nvGrpSpPr>
          <p:grpSpPr>
            <a:xfrm>
              <a:off x="6824535" y="503023"/>
              <a:ext cx="182974" cy="189103"/>
              <a:chOff x="6824535" y="503023"/>
              <a:chExt cx="182974" cy="189103"/>
            </a:xfrm>
            <a:solidFill>
              <a:srgbClr val="17A3A3"/>
            </a:solidFill>
          </p:grpSpPr>
          <p:sp>
            <p:nvSpPr>
              <p:cNvPr id="7212" name="شكل حر: شكل 8110">
                <a:extLst>
                  <a:ext uri="{FF2B5EF4-FFF2-40B4-BE49-F238E27FC236}">
                    <a16:creationId xmlns:a16="http://schemas.microsoft.com/office/drawing/2014/main" id="{C7C3CAE1-7F50-FDF4-9664-B425C6E1E468}"/>
                  </a:ext>
                </a:extLst>
              </p:cNvPr>
              <p:cNvSpPr/>
              <p:nvPr/>
            </p:nvSpPr>
            <p:spPr>
              <a:xfrm>
                <a:off x="6824535" y="503023"/>
                <a:ext cx="182974" cy="189103"/>
              </a:xfrm>
              <a:custGeom>
                <a:avLst/>
                <a:gdLst>
                  <a:gd name="connsiteX0" fmla="*/ 36747 w 182974"/>
                  <a:gd name="connsiteY0" fmla="*/ 189103 h 189103"/>
                  <a:gd name="connsiteX1" fmla="*/ 35420 w 182974"/>
                  <a:gd name="connsiteY1" fmla="*/ 188849 h 189103"/>
                  <a:gd name="connsiteX2" fmla="*/ 33302 w 182974"/>
                  <a:gd name="connsiteY2" fmla="*/ 185658 h 189103"/>
                  <a:gd name="connsiteX3" fmla="*/ 33302 w 182974"/>
                  <a:gd name="connsiteY3" fmla="*/ 160011 h 189103"/>
                  <a:gd name="connsiteX4" fmla="*/ 31013 w 182974"/>
                  <a:gd name="connsiteY4" fmla="*/ 160011 h 189103"/>
                  <a:gd name="connsiteX5" fmla="*/ 0 w 182974"/>
                  <a:gd name="connsiteY5" fmla="*/ 128997 h 189103"/>
                  <a:gd name="connsiteX6" fmla="*/ 0 w 182974"/>
                  <a:gd name="connsiteY6" fmla="*/ 31014 h 189103"/>
                  <a:gd name="connsiteX7" fmla="*/ 31013 w 182974"/>
                  <a:gd name="connsiteY7" fmla="*/ 0 h 189103"/>
                  <a:gd name="connsiteX8" fmla="*/ 151961 w 182974"/>
                  <a:gd name="connsiteY8" fmla="*/ 0 h 189103"/>
                  <a:gd name="connsiteX9" fmla="*/ 182974 w 182974"/>
                  <a:gd name="connsiteY9" fmla="*/ 31014 h 189103"/>
                  <a:gd name="connsiteX10" fmla="*/ 182974 w 182974"/>
                  <a:gd name="connsiteY10" fmla="*/ 128997 h 189103"/>
                  <a:gd name="connsiteX11" fmla="*/ 151961 w 182974"/>
                  <a:gd name="connsiteY11" fmla="*/ 160011 h 189103"/>
                  <a:gd name="connsiteX12" fmla="*/ 67253 w 182974"/>
                  <a:gd name="connsiteY12" fmla="*/ 160011 h 189103"/>
                  <a:gd name="connsiteX13" fmla="*/ 39177 w 182974"/>
                  <a:gd name="connsiteY13" fmla="*/ 188087 h 189103"/>
                  <a:gd name="connsiteX14" fmla="*/ 36747 w 182974"/>
                  <a:gd name="connsiteY14" fmla="*/ 189103 h 189103"/>
                  <a:gd name="connsiteX15" fmla="*/ 31013 w 182974"/>
                  <a:gd name="connsiteY15" fmla="*/ 6920 h 189103"/>
                  <a:gd name="connsiteX16" fmla="*/ 6892 w 182974"/>
                  <a:gd name="connsiteY16" fmla="*/ 31042 h 189103"/>
                  <a:gd name="connsiteX17" fmla="*/ 6892 w 182974"/>
                  <a:gd name="connsiteY17" fmla="*/ 129025 h 189103"/>
                  <a:gd name="connsiteX18" fmla="*/ 31013 w 182974"/>
                  <a:gd name="connsiteY18" fmla="*/ 153147 h 189103"/>
                  <a:gd name="connsiteX19" fmla="*/ 36747 w 182974"/>
                  <a:gd name="connsiteY19" fmla="*/ 153147 h 189103"/>
                  <a:gd name="connsiteX20" fmla="*/ 40193 w 182974"/>
                  <a:gd name="connsiteY20" fmla="*/ 156593 h 189103"/>
                  <a:gd name="connsiteX21" fmla="*/ 40193 w 182974"/>
                  <a:gd name="connsiteY21" fmla="*/ 177353 h 189103"/>
                  <a:gd name="connsiteX22" fmla="*/ 63411 w 182974"/>
                  <a:gd name="connsiteY22" fmla="*/ 154136 h 189103"/>
                  <a:gd name="connsiteX23" fmla="*/ 65840 w 182974"/>
                  <a:gd name="connsiteY23" fmla="*/ 153119 h 189103"/>
                  <a:gd name="connsiteX24" fmla="*/ 151961 w 182974"/>
                  <a:gd name="connsiteY24" fmla="*/ 153119 h 189103"/>
                  <a:gd name="connsiteX25" fmla="*/ 176083 w 182974"/>
                  <a:gd name="connsiteY25" fmla="*/ 128997 h 189103"/>
                  <a:gd name="connsiteX26" fmla="*/ 176083 w 182974"/>
                  <a:gd name="connsiteY26" fmla="*/ 31014 h 189103"/>
                  <a:gd name="connsiteX27" fmla="*/ 151961 w 182974"/>
                  <a:gd name="connsiteY27" fmla="*/ 6892 h 189103"/>
                  <a:gd name="connsiteX28" fmla="*/ 31013 w 182974"/>
                  <a:gd name="connsiteY28" fmla="*/ 6892 h 189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82974" h="189103">
                    <a:moveTo>
                      <a:pt x="36747" y="189103"/>
                    </a:moveTo>
                    <a:cubicBezTo>
                      <a:pt x="36296" y="189103"/>
                      <a:pt x="35844" y="189019"/>
                      <a:pt x="35420" y="188849"/>
                    </a:cubicBezTo>
                    <a:cubicBezTo>
                      <a:pt x="34121" y="188313"/>
                      <a:pt x="33302" y="187070"/>
                      <a:pt x="33302" y="185658"/>
                    </a:cubicBezTo>
                    <a:lnTo>
                      <a:pt x="33302" y="160011"/>
                    </a:lnTo>
                    <a:lnTo>
                      <a:pt x="31013" y="160011"/>
                    </a:lnTo>
                    <a:cubicBezTo>
                      <a:pt x="13926" y="160011"/>
                      <a:pt x="0" y="146114"/>
                      <a:pt x="0" y="128997"/>
                    </a:cubicBezTo>
                    <a:lnTo>
                      <a:pt x="0" y="31014"/>
                    </a:lnTo>
                    <a:cubicBezTo>
                      <a:pt x="0" y="13925"/>
                      <a:pt x="13897" y="0"/>
                      <a:pt x="31013" y="0"/>
                    </a:cubicBezTo>
                    <a:lnTo>
                      <a:pt x="151961" y="0"/>
                    </a:lnTo>
                    <a:cubicBezTo>
                      <a:pt x="169049" y="0"/>
                      <a:pt x="182974" y="13897"/>
                      <a:pt x="182974" y="31014"/>
                    </a:cubicBezTo>
                    <a:lnTo>
                      <a:pt x="182974" y="128997"/>
                    </a:lnTo>
                    <a:cubicBezTo>
                      <a:pt x="182974" y="146086"/>
                      <a:pt x="169078" y="160011"/>
                      <a:pt x="151961" y="160011"/>
                    </a:cubicBezTo>
                    <a:lnTo>
                      <a:pt x="67253" y="160011"/>
                    </a:lnTo>
                    <a:lnTo>
                      <a:pt x="39177" y="188087"/>
                    </a:lnTo>
                    <a:cubicBezTo>
                      <a:pt x="38527" y="188736"/>
                      <a:pt x="37623" y="189103"/>
                      <a:pt x="36747" y="189103"/>
                    </a:cubicBezTo>
                    <a:close/>
                    <a:moveTo>
                      <a:pt x="31013" y="6920"/>
                    </a:moveTo>
                    <a:cubicBezTo>
                      <a:pt x="17710" y="6920"/>
                      <a:pt x="6892" y="17738"/>
                      <a:pt x="6892" y="31042"/>
                    </a:cubicBezTo>
                    <a:lnTo>
                      <a:pt x="6892" y="129025"/>
                    </a:lnTo>
                    <a:cubicBezTo>
                      <a:pt x="6892" y="142329"/>
                      <a:pt x="17710" y="153147"/>
                      <a:pt x="31013" y="153147"/>
                    </a:cubicBezTo>
                    <a:lnTo>
                      <a:pt x="36747" y="153147"/>
                    </a:lnTo>
                    <a:cubicBezTo>
                      <a:pt x="38640" y="153147"/>
                      <a:pt x="40193" y="154700"/>
                      <a:pt x="40193" y="156593"/>
                    </a:cubicBezTo>
                    <a:lnTo>
                      <a:pt x="40193" y="177353"/>
                    </a:lnTo>
                    <a:lnTo>
                      <a:pt x="63411" y="154136"/>
                    </a:lnTo>
                    <a:cubicBezTo>
                      <a:pt x="64061" y="153486"/>
                      <a:pt x="64936" y="153119"/>
                      <a:pt x="65840" y="153119"/>
                    </a:cubicBezTo>
                    <a:lnTo>
                      <a:pt x="151961" y="153119"/>
                    </a:lnTo>
                    <a:cubicBezTo>
                      <a:pt x="165264" y="153119"/>
                      <a:pt x="176083" y="142301"/>
                      <a:pt x="176083" y="128997"/>
                    </a:cubicBezTo>
                    <a:lnTo>
                      <a:pt x="176083" y="31014"/>
                    </a:lnTo>
                    <a:cubicBezTo>
                      <a:pt x="176083" y="17710"/>
                      <a:pt x="165264" y="6892"/>
                      <a:pt x="151961" y="6892"/>
                    </a:cubicBezTo>
                    <a:lnTo>
                      <a:pt x="31013" y="6892"/>
                    </a:lnTo>
                    <a:close/>
                  </a:path>
                </a:pathLst>
              </a:custGeom>
              <a:solidFill>
                <a:srgbClr val="17A3A3"/>
              </a:solidFill>
              <a:ln w="2824" cap="flat">
                <a:noFill/>
                <a:prstDash val="solid"/>
                <a:miter/>
              </a:ln>
            </p:spPr>
            <p:txBody>
              <a:bodyPr rtlCol="1" anchor="ctr"/>
              <a:lstStyle/>
              <a:p>
                <a:endParaRPr lang="ar-SA"/>
              </a:p>
            </p:txBody>
          </p:sp>
          <p:grpSp>
            <p:nvGrpSpPr>
              <p:cNvPr id="7213" name="رسم 8014">
                <a:extLst>
                  <a:ext uri="{FF2B5EF4-FFF2-40B4-BE49-F238E27FC236}">
                    <a16:creationId xmlns:a16="http://schemas.microsoft.com/office/drawing/2014/main" id="{C29DCA38-CC01-F3F7-6A7D-604C23167436}"/>
                  </a:ext>
                </a:extLst>
              </p:cNvPr>
              <p:cNvGrpSpPr/>
              <p:nvPr/>
            </p:nvGrpSpPr>
            <p:grpSpPr>
              <a:xfrm>
                <a:off x="6867016" y="575868"/>
                <a:ext cx="97983" cy="14348"/>
                <a:chOff x="6867016" y="575868"/>
                <a:chExt cx="97983" cy="14348"/>
              </a:xfrm>
              <a:solidFill>
                <a:srgbClr val="17A3A3"/>
              </a:solidFill>
            </p:grpSpPr>
            <p:sp>
              <p:nvSpPr>
                <p:cNvPr id="7214" name="شكل حر: شكل 8112">
                  <a:extLst>
                    <a:ext uri="{FF2B5EF4-FFF2-40B4-BE49-F238E27FC236}">
                      <a16:creationId xmlns:a16="http://schemas.microsoft.com/office/drawing/2014/main" id="{6806031D-EF46-FD0F-CE3E-86503CFF78A9}"/>
                    </a:ext>
                  </a:extLst>
                </p:cNvPr>
                <p:cNvSpPr/>
                <p:nvPr/>
              </p:nvSpPr>
              <p:spPr>
                <a:xfrm>
                  <a:off x="6867016" y="575868"/>
                  <a:ext cx="14348" cy="14348"/>
                </a:xfrm>
                <a:custGeom>
                  <a:avLst/>
                  <a:gdLst>
                    <a:gd name="connsiteX0" fmla="*/ 7174 w 14348"/>
                    <a:gd name="connsiteY0" fmla="*/ 14349 h 14348"/>
                    <a:gd name="connsiteX1" fmla="*/ 0 w 14348"/>
                    <a:gd name="connsiteY1" fmla="*/ 7174 h 14348"/>
                    <a:gd name="connsiteX2" fmla="*/ 7174 w 14348"/>
                    <a:gd name="connsiteY2" fmla="*/ 0 h 14348"/>
                    <a:gd name="connsiteX3" fmla="*/ 14349 w 14348"/>
                    <a:gd name="connsiteY3" fmla="*/ 7174 h 14348"/>
                    <a:gd name="connsiteX4" fmla="*/ 7174 w 14348"/>
                    <a:gd name="connsiteY4" fmla="*/ 14349 h 14348"/>
                    <a:gd name="connsiteX5" fmla="*/ 7174 w 14348"/>
                    <a:gd name="connsiteY5" fmla="*/ 6892 h 14348"/>
                    <a:gd name="connsiteX6" fmla="*/ 6892 w 14348"/>
                    <a:gd name="connsiteY6" fmla="*/ 7174 h 14348"/>
                    <a:gd name="connsiteX7" fmla="*/ 7457 w 14348"/>
                    <a:gd name="connsiteY7" fmla="*/ 7174 h 14348"/>
                    <a:gd name="connsiteX8" fmla="*/ 7174 w 14348"/>
                    <a:gd name="connsiteY8" fmla="*/ 6892 h 14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48" h="14348">
                      <a:moveTo>
                        <a:pt x="7174" y="14349"/>
                      </a:moveTo>
                      <a:cubicBezTo>
                        <a:pt x="3220" y="14349"/>
                        <a:pt x="0" y="11129"/>
                        <a:pt x="0" y="7174"/>
                      </a:cubicBezTo>
                      <a:cubicBezTo>
                        <a:pt x="0" y="3220"/>
                        <a:pt x="3220" y="0"/>
                        <a:pt x="7174" y="0"/>
                      </a:cubicBezTo>
                      <a:cubicBezTo>
                        <a:pt x="11129" y="0"/>
                        <a:pt x="14349" y="3220"/>
                        <a:pt x="14349" y="7174"/>
                      </a:cubicBezTo>
                      <a:cubicBezTo>
                        <a:pt x="14349" y="11129"/>
                        <a:pt x="11129" y="14349"/>
                        <a:pt x="7174" y="14349"/>
                      </a:cubicBezTo>
                      <a:close/>
                      <a:moveTo>
                        <a:pt x="7174" y="6892"/>
                      </a:moveTo>
                      <a:cubicBezTo>
                        <a:pt x="7005" y="6892"/>
                        <a:pt x="6892" y="7033"/>
                        <a:pt x="6892" y="7174"/>
                      </a:cubicBezTo>
                      <a:cubicBezTo>
                        <a:pt x="6892" y="7485"/>
                        <a:pt x="7457" y="7485"/>
                        <a:pt x="7457" y="7174"/>
                      </a:cubicBezTo>
                      <a:cubicBezTo>
                        <a:pt x="7457" y="7005"/>
                        <a:pt x="7316" y="6892"/>
                        <a:pt x="7174" y="6892"/>
                      </a:cubicBezTo>
                      <a:close/>
                    </a:path>
                  </a:pathLst>
                </a:custGeom>
                <a:solidFill>
                  <a:srgbClr val="17A3A3"/>
                </a:solidFill>
                <a:ln w="2824" cap="flat">
                  <a:noFill/>
                  <a:prstDash val="solid"/>
                  <a:miter/>
                </a:ln>
              </p:spPr>
              <p:txBody>
                <a:bodyPr rtlCol="1" anchor="ctr"/>
                <a:lstStyle/>
                <a:p>
                  <a:endParaRPr lang="ar-SA"/>
                </a:p>
              </p:txBody>
            </p:sp>
            <p:sp>
              <p:nvSpPr>
                <p:cNvPr id="7215" name="شكل حر: شكل 8113">
                  <a:extLst>
                    <a:ext uri="{FF2B5EF4-FFF2-40B4-BE49-F238E27FC236}">
                      <a16:creationId xmlns:a16="http://schemas.microsoft.com/office/drawing/2014/main" id="{4A73239D-E793-7702-E1E4-5EB10C0899EC}"/>
                    </a:ext>
                  </a:extLst>
                </p:cNvPr>
                <p:cNvSpPr/>
                <p:nvPr/>
              </p:nvSpPr>
              <p:spPr>
                <a:xfrm>
                  <a:off x="6908848" y="575868"/>
                  <a:ext cx="14348" cy="14348"/>
                </a:xfrm>
                <a:custGeom>
                  <a:avLst/>
                  <a:gdLst>
                    <a:gd name="connsiteX0" fmla="*/ 7174 w 14348"/>
                    <a:gd name="connsiteY0" fmla="*/ 14349 h 14348"/>
                    <a:gd name="connsiteX1" fmla="*/ 0 w 14348"/>
                    <a:gd name="connsiteY1" fmla="*/ 7174 h 14348"/>
                    <a:gd name="connsiteX2" fmla="*/ 7174 w 14348"/>
                    <a:gd name="connsiteY2" fmla="*/ 0 h 14348"/>
                    <a:gd name="connsiteX3" fmla="*/ 14349 w 14348"/>
                    <a:gd name="connsiteY3" fmla="*/ 7174 h 14348"/>
                    <a:gd name="connsiteX4" fmla="*/ 7174 w 14348"/>
                    <a:gd name="connsiteY4" fmla="*/ 14349 h 14348"/>
                    <a:gd name="connsiteX5" fmla="*/ 7174 w 14348"/>
                    <a:gd name="connsiteY5" fmla="*/ 6892 h 14348"/>
                    <a:gd name="connsiteX6" fmla="*/ 6892 w 14348"/>
                    <a:gd name="connsiteY6" fmla="*/ 7174 h 14348"/>
                    <a:gd name="connsiteX7" fmla="*/ 7457 w 14348"/>
                    <a:gd name="connsiteY7" fmla="*/ 7174 h 14348"/>
                    <a:gd name="connsiteX8" fmla="*/ 7174 w 14348"/>
                    <a:gd name="connsiteY8" fmla="*/ 6892 h 14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48" h="14348">
                      <a:moveTo>
                        <a:pt x="7174" y="14349"/>
                      </a:moveTo>
                      <a:cubicBezTo>
                        <a:pt x="3220" y="14349"/>
                        <a:pt x="0" y="11129"/>
                        <a:pt x="0" y="7174"/>
                      </a:cubicBezTo>
                      <a:cubicBezTo>
                        <a:pt x="0" y="3220"/>
                        <a:pt x="3220" y="0"/>
                        <a:pt x="7174" y="0"/>
                      </a:cubicBezTo>
                      <a:cubicBezTo>
                        <a:pt x="11129" y="0"/>
                        <a:pt x="14349" y="3220"/>
                        <a:pt x="14349" y="7174"/>
                      </a:cubicBezTo>
                      <a:cubicBezTo>
                        <a:pt x="14349" y="11129"/>
                        <a:pt x="11129" y="14349"/>
                        <a:pt x="7174" y="14349"/>
                      </a:cubicBezTo>
                      <a:close/>
                      <a:moveTo>
                        <a:pt x="7174" y="6892"/>
                      </a:moveTo>
                      <a:cubicBezTo>
                        <a:pt x="7005" y="6892"/>
                        <a:pt x="6892" y="7033"/>
                        <a:pt x="6892" y="7174"/>
                      </a:cubicBezTo>
                      <a:cubicBezTo>
                        <a:pt x="6892" y="7485"/>
                        <a:pt x="7457" y="7485"/>
                        <a:pt x="7457" y="7174"/>
                      </a:cubicBezTo>
                      <a:cubicBezTo>
                        <a:pt x="7457" y="7005"/>
                        <a:pt x="7316" y="6892"/>
                        <a:pt x="7174" y="6892"/>
                      </a:cubicBezTo>
                      <a:close/>
                    </a:path>
                  </a:pathLst>
                </a:custGeom>
                <a:solidFill>
                  <a:srgbClr val="17A3A3"/>
                </a:solidFill>
                <a:ln w="2824" cap="flat">
                  <a:noFill/>
                  <a:prstDash val="solid"/>
                  <a:miter/>
                </a:ln>
              </p:spPr>
              <p:txBody>
                <a:bodyPr rtlCol="1" anchor="ctr"/>
                <a:lstStyle/>
                <a:p>
                  <a:endParaRPr lang="ar-SA"/>
                </a:p>
              </p:txBody>
            </p:sp>
            <p:sp>
              <p:nvSpPr>
                <p:cNvPr id="7216" name="شكل حر: شكل 8114">
                  <a:extLst>
                    <a:ext uri="{FF2B5EF4-FFF2-40B4-BE49-F238E27FC236}">
                      <a16:creationId xmlns:a16="http://schemas.microsoft.com/office/drawing/2014/main" id="{913E6625-6682-AB9A-7C25-077A288AC2AD}"/>
                    </a:ext>
                  </a:extLst>
                </p:cNvPr>
                <p:cNvSpPr/>
                <p:nvPr/>
              </p:nvSpPr>
              <p:spPr>
                <a:xfrm>
                  <a:off x="6950651" y="575868"/>
                  <a:ext cx="14348" cy="14348"/>
                </a:xfrm>
                <a:custGeom>
                  <a:avLst/>
                  <a:gdLst>
                    <a:gd name="connsiteX0" fmla="*/ 7174 w 14348"/>
                    <a:gd name="connsiteY0" fmla="*/ 14349 h 14348"/>
                    <a:gd name="connsiteX1" fmla="*/ 0 w 14348"/>
                    <a:gd name="connsiteY1" fmla="*/ 7174 h 14348"/>
                    <a:gd name="connsiteX2" fmla="*/ 7174 w 14348"/>
                    <a:gd name="connsiteY2" fmla="*/ 0 h 14348"/>
                    <a:gd name="connsiteX3" fmla="*/ 14348 w 14348"/>
                    <a:gd name="connsiteY3" fmla="*/ 7174 h 14348"/>
                    <a:gd name="connsiteX4" fmla="*/ 7174 w 14348"/>
                    <a:gd name="connsiteY4" fmla="*/ 14349 h 14348"/>
                    <a:gd name="connsiteX5" fmla="*/ 7174 w 14348"/>
                    <a:gd name="connsiteY5" fmla="*/ 6892 h 14348"/>
                    <a:gd name="connsiteX6" fmla="*/ 6892 w 14348"/>
                    <a:gd name="connsiteY6" fmla="*/ 7174 h 14348"/>
                    <a:gd name="connsiteX7" fmla="*/ 7457 w 14348"/>
                    <a:gd name="connsiteY7" fmla="*/ 7174 h 14348"/>
                    <a:gd name="connsiteX8" fmla="*/ 7174 w 14348"/>
                    <a:gd name="connsiteY8" fmla="*/ 6892 h 14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48" h="14348">
                      <a:moveTo>
                        <a:pt x="7174" y="14349"/>
                      </a:moveTo>
                      <a:cubicBezTo>
                        <a:pt x="3220" y="14349"/>
                        <a:pt x="0" y="11129"/>
                        <a:pt x="0" y="7174"/>
                      </a:cubicBezTo>
                      <a:cubicBezTo>
                        <a:pt x="0" y="3220"/>
                        <a:pt x="3220" y="0"/>
                        <a:pt x="7174" y="0"/>
                      </a:cubicBezTo>
                      <a:cubicBezTo>
                        <a:pt x="11129" y="0"/>
                        <a:pt x="14348" y="3220"/>
                        <a:pt x="14348" y="7174"/>
                      </a:cubicBezTo>
                      <a:cubicBezTo>
                        <a:pt x="14348" y="11129"/>
                        <a:pt x="11129" y="14349"/>
                        <a:pt x="7174" y="14349"/>
                      </a:cubicBezTo>
                      <a:close/>
                      <a:moveTo>
                        <a:pt x="7174" y="6892"/>
                      </a:moveTo>
                      <a:cubicBezTo>
                        <a:pt x="7005" y="6892"/>
                        <a:pt x="6892" y="7033"/>
                        <a:pt x="6892" y="7174"/>
                      </a:cubicBezTo>
                      <a:cubicBezTo>
                        <a:pt x="6892" y="7485"/>
                        <a:pt x="7457" y="7485"/>
                        <a:pt x="7457" y="7174"/>
                      </a:cubicBezTo>
                      <a:cubicBezTo>
                        <a:pt x="7457" y="7005"/>
                        <a:pt x="7315" y="6892"/>
                        <a:pt x="7174" y="6892"/>
                      </a:cubicBezTo>
                      <a:close/>
                    </a:path>
                  </a:pathLst>
                </a:custGeom>
                <a:solidFill>
                  <a:srgbClr val="17A3A3"/>
                </a:solidFill>
                <a:ln w="2824" cap="flat">
                  <a:noFill/>
                  <a:prstDash val="solid"/>
                  <a:miter/>
                </a:ln>
              </p:spPr>
              <p:txBody>
                <a:bodyPr rtlCol="1" anchor="ctr"/>
                <a:lstStyle/>
                <a:p>
                  <a:endParaRPr lang="ar-SA"/>
                </a:p>
              </p:txBody>
            </p:sp>
          </p:grpSp>
        </p:grpSp>
      </p:grpSp>
      <p:grpSp>
        <p:nvGrpSpPr>
          <p:cNvPr id="7217" name="رسم 8014">
            <a:extLst>
              <a:ext uri="{FF2B5EF4-FFF2-40B4-BE49-F238E27FC236}">
                <a16:creationId xmlns:a16="http://schemas.microsoft.com/office/drawing/2014/main" id="{42FE83BA-CA97-CF65-BF6F-250A434BF9AD}"/>
              </a:ext>
            </a:extLst>
          </p:cNvPr>
          <p:cNvGrpSpPr/>
          <p:nvPr/>
        </p:nvGrpSpPr>
        <p:grpSpPr>
          <a:xfrm>
            <a:off x="7704523" y="2475795"/>
            <a:ext cx="260431" cy="245359"/>
            <a:chOff x="8290644" y="1325729"/>
            <a:chExt cx="311293" cy="311293"/>
          </a:xfrm>
        </p:grpSpPr>
        <p:sp>
          <p:nvSpPr>
            <p:cNvPr id="7218" name="شكل حر: شكل 8116">
              <a:extLst>
                <a:ext uri="{FF2B5EF4-FFF2-40B4-BE49-F238E27FC236}">
                  <a16:creationId xmlns:a16="http://schemas.microsoft.com/office/drawing/2014/main" id="{6CE8278B-499F-62E0-3270-2B396E2B2606}"/>
                </a:ext>
              </a:extLst>
            </p:cNvPr>
            <p:cNvSpPr/>
            <p:nvPr/>
          </p:nvSpPr>
          <p:spPr>
            <a:xfrm>
              <a:off x="8412297" y="1325729"/>
              <a:ext cx="189640" cy="189640"/>
            </a:xfrm>
            <a:custGeom>
              <a:avLst/>
              <a:gdLst>
                <a:gd name="connsiteX0" fmla="*/ 154729 w 189640"/>
                <a:gd name="connsiteY0" fmla="*/ 189640 h 189640"/>
                <a:gd name="connsiteX1" fmla="*/ 152300 w 189640"/>
                <a:gd name="connsiteY1" fmla="*/ 188623 h 189640"/>
                <a:gd name="connsiteX2" fmla="*/ 152300 w 189640"/>
                <a:gd name="connsiteY2" fmla="*/ 183765 h 189640"/>
                <a:gd name="connsiteX3" fmla="*/ 164389 w 189640"/>
                <a:gd name="connsiteY3" fmla="*/ 171676 h 189640"/>
                <a:gd name="connsiteX4" fmla="*/ 147696 w 189640"/>
                <a:gd name="connsiteY4" fmla="*/ 154983 h 189640"/>
                <a:gd name="connsiteX5" fmla="*/ 146962 w 189640"/>
                <a:gd name="connsiteY5" fmla="*/ 151226 h 189640"/>
                <a:gd name="connsiteX6" fmla="*/ 156085 w 189640"/>
                <a:gd name="connsiteY6" fmla="*/ 129477 h 189640"/>
                <a:gd name="connsiteX7" fmla="*/ 159276 w 189640"/>
                <a:gd name="connsiteY7" fmla="*/ 127359 h 189640"/>
                <a:gd name="connsiteX8" fmla="*/ 182777 w 189640"/>
                <a:gd name="connsiteY8" fmla="*/ 127359 h 189640"/>
                <a:gd name="connsiteX9" fmla="*/ 182777 w 189640"/>
                <a:gd name="connsiteY9" fmla="*/ 93493 h 189640"/>
                <a:gd name="connsiteX10" fmla="*/ 159276 w 189640"/>
                <a:gd name="connsiteY10" fmla="*/ 93493 h 189640"/>
                <a:gd name="connsiteX11" fmla="*/ 156085 w 189640"/>
                <a:gd name="connsiteY11" fmla="*/ 91374 h 189640"/>
                <a:gd name="connsiteX12" fmla="*/ 146962 w 189640"/>
                <a:gd name="connsiteY12" fmla="*/ 69625 h 189640"/>
                <a:gd name="connsiteX13" fmla="*/ 147696 w 189640"/>
                <a:gd name="connsiteY13" fmla="*/ 65868 h 189640"/>
                <a:gd name="connsiteX14" fmla="*/ 164389 w 189640"/>
                <a:gd name="connsiteY14" fmla="*/ 49175 h 189640"/>
                <a:gd name="connsiteX15" fmla="*/ 140493 w 189640"/>
                <a:gd name="connsiteY15" fmla="*/ 25223 h 189640"/>
                <a:gd name="connsiteX16" fmla="*/ 123828 w 189640"/>
                <a:gd name="connsiteY16" fmla="*/ 41888 h 189640"/>
                <a:gd name="connsiteX17" fmla="*/ 120072 w 189640"/>
                <a:gd name="connsiteY17" fmla="*/ 42651 h 189640"/>
                <a:gd name="connsiteX18" fmla="*/ 98238 w 189640"/>
                <a:gd name="connsiteY18" fmla="*/ 33697 h 189640"/>
                <a:gd name="connsiteX19" fmla="*/ 96091 w 189640"/>
                <a:gd name="connsiteY19" fmla="*/ 30505 h 189640"/>
                <a:gd name="connsiteX20" fmla="*/ 96091 w 189640"/>
                <a:gd name="connsiteY20" fmla="*/ 6920 h 189640"/>
                <a:gd name="connsiteX21" fmla="*/ 62310 w 189640"/>
                <a:gd name="connsiteY21" fmla="*/ 6920 h 189640"/>
                <a:gd name="connsiteX22" fmla="*/ 62310 w 189640"/>
                <a:gd name="connsiteY22" fmla="*/ 30505 h 189640"/>
                <a:gd name="connsiteX23" fmla="*/ 60163 w 189640"/>
                <a:gd name="connsiteY23" fmla="*/ 33697 h 189640"/>
                <a:gd name="connsiteX24" fmla="*/ 38301 w 189640"/>
                <a:gd name="connsiteY24" fmla="*/ 42651 h 189640"/>
                <a:gd name="connsiteX25" fmla="*/ 34573 w 189640"/>
                <a:gd name="connsiteY25" fmla="*/ 41888 h 189640"/>
                <a:gd name="connsiteX26" fmla="*/ 17936 w 189640"/>
                <a:gd name="connsiteY26" fmla="*/ 25223 h 189640"/>
                <a:gd name="connsiteX27" fmla="*/ 5875 w 189640"/>
                <a:gd name="connsiteY27" fmla="*/ 37312 h 189640"/>
                <a:gd name="connsiteX28" fmla="*/ 1017 w 189640"/>
                <a:gd name="connsiteY28" fmla="*/ 37312 h 189640"/>
                <a:gd name="connsiteX29" fmla="*/ 1017 w 189640"/>
                <a:gd name="connsiteY29" fmla="*/ 32454 h 189640"/>
                <a:gd name="connsiteX30" fmla="*/ 15535 w 189640"/>
                <a:gd name="connsiteY30" fmla="*/ 17936 h 189640"/>
                <a:gd name="connsiteX31" fmla="*/ 17964 w 189640"/>
                <a:gd name="connsiteY31" fmla="*/ 16919 h 189640"/>
                <a:gd name="connsiteX32" fmla="*/ 17964 w 189640"/>
                <a:gd name="connsiteY32" fmla="*/ 16919 h 189640"/>
                <a:gd name="connsiteX33" fmla="*/ 20393 w 189640"/>
                <a:gd name="connsiteY33" fmla="*/ 17936 h 189640"/>
                <a:gd name="connsiteX34" fmla="*/ 37849 w 189640"/>
                <a:gd name="connsiteY34" fmla="*/ 35392 h 189640"/>
                <a:gd name="connsiteX35" fmla="*/ 55446 w 189640"/>
                <a:gd name="connsiteY35" fmla="*/ 28189 h 189640"/>
                <a:gd name="connsiteX36" fmla="*/ 55446 w 189640"/>
                <a:gd name="connsiteY36" fmla="*/ 3446 h 189640"/>
                <a:gd name="connsiteX37" fmla="*/ 58892 w 189640"/>
                <a:gd name="connsiteY37" fmla="*/ 0 h 189640"/>
                <a:gd name="connsiteX38" fmla="*/ 99566 w 189640"/>
                <a:gd name="connsiteY38" fmla="*/ 0 h 189640"/>
                <a:gd name="connsiteX39" fmla="*/ 103011 w 189640"/>
                <a:gd name="connsiteY39" fmla="*/ 3446 h 189640"/>
                <a:gd name="connsiteX40" fmla="*/ 103011 w 189640"/>
                <a:gd name="connsiteY40" fmla="*/ 28189 h 189640"/>
                <a:gd name="connsiteX41" fmla="*/ 120580 w 189640"/>
                <a:gd name="connsiteY41" fmla="*/ 35392 h 189640"/>
                <a:gd name="connsiteX42" fmla="*/ 138064 w 189640"/>
                <a:gd name="connsiteY42" fmla="*/ 17908 h 189640"/>
                <a:gd name="connsiteX43" fmla="*/ 140493 w 189640"/>
                <a:gd name="connsiteY43" fmla="*/ 16891 h 189640"/>
                <a:gd name="connsiteX44" fmla="*/ 140493 w 189640"/>
                <a:gd name="connsiteY44" fmla="*/ 16891 h 189640"/>
                <a:gd name="connsiteX45" fmla="*/ 142922 w 189640"/>
                <a:gd name="connsiteY45" fmla="*/ 17908 h 189640"/>
                <a:gd name="connsiteX46" fmla="*/ 171705 w 189640"/>
                <a:gd name="connsiteY46" fmla="*/ 46718 h 189640"/>
                <a:gd name="connsiteX47" fmla="*/ 171705 w 189640"/>
                <a:gd name="connsiteY47" fmla="*/ 51576 h 189640"/>
                <a:gd name="connsiteX48" fmla="*/ 154192 w 189640"/>
                <a:gd name="connsiteY48" fmla="*/ 69060 h 189640"/>
                <a:gd name="connsiteX49" fmla="*/ 161536 w 189640"/>
                <a:gd name="connsiteY49" fmla="*/ 86572 h 189640"/>
                <a:gd name="connsiteX50" fmla="*/ 186194 w 189640"/>
                <a:gd name="connsiteY50" fmla="*/ 86572 h 189640"/>
                <a:gd name="connsiteX51" fmla="*/ 189640 w 189640"/>
                <a:gd name="connsiteY51" fmla="*/ 90018 h 189640"/>
                <a:gd name="connsiteX52" fmla="*/ 189640 w 189640"/>
                <a:gd name="connsiteY52" fmla="*/ 130776 h 189640"/>
                <a:gd name="connsiteX53" fmla="*/ 186194 w 189640"/>
                <a:gd name="connsiteY53" fmla="*/ 134223 h 189640"/>
                <a:gd name="connsiteX54" fmla="*/ 161536 w 189640"/>
                <a:gd name="connsiteY54" fmla="*/ 134223 h 189640"/>
                <a:gd name="connsiteX55" fmla="*/ 154192 w 189640"/>
                <a:gd name="connsiteY55" fmla="*/ 151735 h 189640"/>
                <a:gd name="connsiteX56" fmla="*/ 171705 w 189640"/>
                <a:gd name="connsiteY56" fmla="*/ 169219 h 189640"/>
                <a:gd name="connsiteX57" fmla="*/ 172721 w 189640"/>
                <a:gd name="connsiteY57" fmla="*/ 171648 h 189640"/>
                <a:gd name="connsiteX58" fmla="*/ 171705 w 189640"/>
                <a:gd name="connsiteY58" fmla="*/ 174077 h 189640"/>
                <a:gd name="connsiteX59" fmla="*/ 157186 w 189640"/>
                <a:gd name="connsiteY59" fmla="*/ 188595 h 189640"/>
                <a:gd name="connsiteX60" fmla="*/ 154757 w 189640"/>
                <a:gd name="connsiteY60" fmla="*/ 189612 h 189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89640" h="189640">
                  <a:moveTo>
                    <a:pt x="154729" y="189640"/>
                  </a:moveTo>
                  <a:cubicBezTo>
                    <a:pt x="153853" y="189640"/>
                    <a:pt x="152978" y="189301"/>
                    <a:pt x="152300" y="188623"/>
                  </a:cubicBezTo>
                  <a:cubicBezTo>
                    <a:pt x="150944" y="187267"/>
                    <a:pt x="150944" y="185093"/>
                    <a:pt x="152300" y="183765"/>
                  </a:cubicBezTo>
                  <a:lnTo>
                    <a:pt x="164389" y="171676"/>
                  </a:lnTo>
                  <a:lnTo>
                    <a:pt x="147696" y="154983"/>
                  </a:lnTo>
                  <a:cubicBezTo>
                    <a:pt x="146707" y="153994"/>
                    <a:pt x="146424" y="152497"/>
                    <a:pt x="146962" y="151226"/>
                  </a:cubicBezTo>
                  <a:lnTo>
                    <a:pt x="156085" y="129477"/>
                  </a:lnTo>
                  <a:cubicBezTo>
                    <a:pt x="156621" y="128206"/>
                    <a:pt x="157864" y="127359"/>
                    <a:pt x="159276" y="127359"/>
                  </a:cubicBezTo>
                  <a:lnTo>
                    <a:pt x="182777" y="127359"/>
                  </a:lnTo>
                  <a:lnTo>
                    <a:pt x="182777" y="93493"/>
                  </a:lnTo>
                  <a:lnTo>
                    <a:pt x="159276" y="93493"/>
                  </a:lnTo>
                  <a:cubicBezTo>
                    <a:pt x="157892" y="93493"/>
                    <a:pt x="156650" y="92673"/>
                    <a:pt x="156085" y="91374"/>
                  </a:cubicBezTo>
                  <a:lnTo>
                    <a:pt x="146962" y="69625"/>
                  </a:lnTo>
                  <a:cubicBezTo>
                    <a:pt x="146424" y="68326"/>
                    <a:pt x="146707" y="66857"/>
                    <a:pt x="147696" y="65868"/>
                  </a:cubicBezTo>
                  <a:lnTo>
                    <a:pt x="164389" y="49175"/>
                  </a:lnTo>
                  <a:lnTo>
                    <a:pt x="140493" y="25223"/>
                  </a:lnTo>
                  <a:lnTo>
                    <a:pt x="123828" y="41888"/>
                  </a:lnTo>
                  <a:cubicBezTo>
                    <a:pt x="122840" y="42877"/>
                    <a:pt x="121371" y="43159"/>
                    <a:pt x="120072" y="42651"/>
                  </a:cubicBezTo>
                  <a:lnTo>
                    <a:pt x="98238" y="33697"/>
                  </a:lnTo>
                  <a:cubicBezTo>
                    <a:pt x="96938" y="33160"/>
                    <a:pt x="96091" y="31917"/>
                    <a:pt x="96091" y="30505"/>
                  </a:cubicBezTo>
                  <a:lnTo>
                    <a:pt x="96091" y="6920"/>
                  </a:lnTo>
                  <a:lnTo>
                    <a:pt x="62310" y="6920"/>
                  </a:lnTo>
                  <a:lnTo>
                    <a:pt x="62310" y="30505"/>
                  </a:lnTo>
                  <a:cubicBezTo>
                    <a:pt x="62310" y="31917"/>
                    <a:pt x="61463" y="33160"/>
                    <a:pt x="60163" y="33697"/>
                  </a:cubicBezTo>
                  <a:lnTo>
                    <a:pt x="38301" y="42651"/>
                  </a:lnTo>
                  <a:cubicBezTo>
                    <a:pt x="37001" y="43159"/>
                    <a:pt x="35533" y="42877"/>
                    <a:pt x="34573" y="41888"/>
                  </a:cubicBezTo>
                  <a:lnTo>
                    <a:pt x="17936" y="25223"/>
                  </a:lnTo>
                  <a:lnTo>
                    <a:pt x="5875" y="37312"/>
                  </a:lnTo>
                  <a:cubicBezTo>
                    <a:pt x="4519" y="38668"/>
                    <a:pt x="2344" y="38668"/>
                    <a:pt x="1017" y="37312"/>
                  </a:cubicBezTo>
                  <a:cubicBezTo>
                    <a:pt x="-339" y="35957"/>
                    <a:pt x="-339" y="33782"/>
                    <a:pt x="1017" y="32454"/>
                  </a:cubicBezTo>
                  <a:lnTo>
                    <a:pt x="15535" y="17936"/>
                  </a:lnTo>
                  <a:cubicBezTo>
                    <a:pt x="16185" y="17286"/>
                    <a:pt x="17061" y="16919"/>
                    <a:pt x="17964" y="16919"/>
                  </a:cubicBezTo>
                  <a:lnTo>
                    <a:pt x="17964" y="16919"/>
                  </a:lnTo>
                  <a:cubicBezTo>
                    <a:pt x="18868" y="16919"/>
                    <a:pt x="19744" y="17286"/>
                    <a:pt x="20393" y="17936"/>
                  </a:cubicBezTo>
                  <a:lnTo>
                    <a:pt x="37849" y="35392"/>
                  </a:lnTo>
                  <a:lnTo>
                    <a:pt x="55446" y="28189"/>
                  </a:lnTo>
                  <a:lnTo>
                    <a:pt x="55446" y="3446"/>
                  </a:lnTo>
                  <a:cubicBezTo>
                    <a:pt x="55446" y="1554"/>
                    <a:pt x="57000" y="0"/>
                    <a:pt x="58892" y="0"/>
                  </a:cubicBezTo>
                  <a:lnTo>
                    <a:pt x="99566" y="0"/>
                  </a:lnTo>
                  <a:cubicBezTo>
                    <a:pt x="101458" y="0"/>
                    <a:pt x="103011" y="1554"/>
                    <a:pt x="103011" y="3446"/>
                  </a:cubicBezTo>
                  <a:lnTo>
                    <a:pt x="103011" y="28189"/>
                  </a:lnTo>
                  <a:lnTo>
                    <a:pt x="120580" y="35392"/>
                  </a:lnTo>
                  <a:lnTo>
                    <a:pt x="138064" y="17908"/>
                  </a:lnTo>
                  <a:cubicBezTo>
                    <a:pt x="138713" y="17258"/>
                    <a:pt x="139589" y="16891"/>
                    <a:pt x="140493" y="16891"/>
                  </a:cubicBezTo>
                  <a:lnTo>
                    <a:pt x="140493" y="16891"/>
                  </a:lnTo>
                  <a:cubicBezTo>
                    <a:pt x="141397" y="16891"/>
                    <a:pt x="142272" y="17258"/>
                    <a:pt x="142922" y="17908"/>
                  </a:cubicBezTo>
                  <a:lnTo>
                    <a:pt x="171705" y="46718"/>
                  </a:lnTo>
                  <a:cubicBezTo>
                    <a:pt x="173060" y="48074"/>
                    <a:pt x="173060" y="50249"/>
                    <a:pt x="171705" y="51576"/>
                  </a:cubicBezTo>
                  <a:lnTo>
                    <a:pt x="154192" y="69060"/>
                  </a:lnTo>
                  <a:lnTo>
                    <a:pt x="161536" y="86572"/>
                  </a:lnTo>
                  <a:lnTo>
                    <a:pt x="186194" y="86572"/>
                  </a:lnTo>
                  <a:cubicBezTo>
                    <a:pt x="188086" y="86572"/>
                    <a:pt x="189640" y="88126"/>
                    <a:pt x="189640" y="90018"/>
                  </a:cubicBezTo>
                  <a:lnTo>
                    <a:pt x="189640" y="130776"/>
                  </a:lnTo>
                  <a:cubicBezTo>
                    <a:pt x="189640" y="132669"/>
                    <a:pt x="188086" y="134223"/>
                    <a:pt x="186194" y="134223"/>
                  </a:cubicBezTo>
                  <a:lnTo>
                    <a:pt x="161536" y="134223"/>
                  </a:lnTo>
                  <a:lnTo>
                    <a:pt x="154192" y="151735"/>
                  </a:lnTo>
                  <a:lnTo>
                    <a:pt x="171705" y="169219"/>
                  </a:lnTo>
                  <a:cubicBezTo>
                    <a:pt x="172354" y="169868"/>
                    <a:pt x="172721" y="170744"/>
                    <a:pt x="172721" y="171648"/>
                  </a:cubicBezTo>
                  <a:cubicBezTo>
                    <a:pt x="172721" y="172552"/>
                    <a:pt x="172354" y="173427"/>
                    <a:pt x="171705" y="174077"/>
                  </a:cubicBezTo>
                  <a:lnTo>
                    <a:pt x="157186" y="188595"/>
                  </a:lnTo>
                  <a:cubicBezTo>
                    <a:pt x="156508" y="189273"/>
                    <a:pt x="155632" y="189612"/>
                    <a:pt x="154757" y="189612"/>
                  </a:cubicBezTo>
                  <a:close/>
                </a:path>
              </a:pathLst>
            </a:custGeom>
            <a:solidFill>
              <a:srgbClr val="17A3A3"/>
            </a:solidFill>
            <a:ln w="2824" cap="flat">
              <a:noFill/>
              <a:prstDash val="solid"/>
              <a:miter/>
            </a:ln>
          </p:spPr>
          <p:txBody>
            <a:bodyPr rtlCol="1" anchor="ctr"/>
            <a:lstStyle/>
            <a:p>
              <a:endParaRPr lang="ar-SA"/>
            </a:p>
          </p:txBody>
        </p:sp>
        <p:grpSp>
          <p:nvGrpSpPr>
            <p:cNvPr id="7219" name="رسم 8014">
              <a:extLst>
                <a:ext uri="{FF2B5EF4-FFF2-40B4-BE49-F238E27FC236}">
                  <a16:creationId xmlns:a16="http://schemas.microsoft.com/office/drawing/2014/main" id="{08237421-823D-9746-D68E-8728AF0356EC}"/>
                </a:ext>
              </a:extLst>
            </p:cNvPr>
            <p:cNvGrpSpPr/>
            <p:nvPr/>
          </p:nvGrpSpPr>
          <p:grpSpPr>
            <a:xfrm>
              <a:off x="8290644" y="1381570"/>
              <a:ext cx="255480" cy="255452"/>
              <a:chOff x="8290644" y="1381570"/>
              <a:chExt cx="255480" cy="255452"/>
            </a:xfrm>
            <a:solidFill>
              <a:srgbClr val="01355A"/>
            </a:solidFill>
          </p:grpSpPr>
          <p:sp>
            <p:nvSpPr>
              <p:cNvPr id="7220" name="شكل حر: شكل 8118">
                <a:extLst>
                  <a:ext uri="{FF2B5EF4-FFF2-40B4-BE49-F238E27FC236}">
                    <a16:creationId xmlns:a16="http://schemas.microsoft.com/office/drawing/2014/main" id="{528D123D-BA79-F5CC-2914-4EEE5A104249}"/>
                  </a:ext>
                </a:extLst>
              </p:cNvPr>
              <p:cNvSpPr/>
              <p:nvPr/>
            </p:nvSpPr>
            <p:spPr>
              <a:xfrm>
                <a:off x="8290644" y="1381570"/>
                <a:ext cx="255480" cy="255452"/>
              </a:xfrm>
              <a:custGeom>
                <a:avLst/>
                <a:gdLst>
                  <a:gd name="connsiteX0" fmla="*/ 151368 w 255480"/>
                  <a:gd name="connsiteY0" fmla="*/ 255452 h 255452"/>
                  <a:gd name="connsiteX1" fmla="*/ 104085 w 255480"/>
                  <a:gd name="connsiteY1" fmla="*/ 255452 h 255452"/>
                  <a:gd name="connsiteX2" fmla="*/ 100639 w 255480"/>
                  <a:gd name="connsiteY2" fmla="*/ 252006 h 255452"/>
                  <a:gd name="connsiteX3" fmla="*/ 100639 w 255480"/>
                  <a:gd name="connsiteY3" fmla="*/ 222885 h 255452"/>
                  <a:gd name="connsiteX4" fmla="*/ 79539 w 255480"/>
                  <a:gd name="connsiteY4" fmla="*/ 214242 h 255452"/>
                  <a:gd name="connsiteX5" fmla="*/ 59004 w 255480"/>
                  <a:gd name="connsiteY5" fmla="*/ 234776 h 255452"/>
                  <a:gd name="connsiteX6" fmla="*/ 56576 w 255480"/>
                  <a:gd name="connsiteY6" fmla="*/ 235793 h 255452"/>
                  <a:gd name="connsiteX7" fmla="*/ 56576 w 255480"/>
                  <a:gd name="connsiteY7" fmla="*/ 235793 h 255452"/>
                  <a:gd name="connsiteX8" fmla="*/ 54146 w 255480"/>
                  <a:gd name="connsiteY8" fmla="*/ 234776 h 255452"/>
                  <a:gd name="connsiteX9" fmla="*/ 20704 w 255480"/>
                  <a:gd name="connsiteY9" fmla="*/ 201306 h 255452"/>
                  <a:gd name="connsiteX10" fmla="*/ 20704 w 255480"/>
                  <a:gd name="connsiteY10" fmla="*/ 196447 h 255452"/>
                  <a:gd name="connsiteX11" fmla="*/ 41295 w 255480"/>
                  <a:gd name="connsiteY11" fmla="*/ 175856 h 255452"/>
                  <a:gd name="connsiteX12" fmla="*/ 32482 w 255480"/>
                  <a:gd name="connsiteY12" fmla="*/ 154842 h 255452"/>
                  <a:gd name="connsiteX13" fmla="*/ 3446 w 255480"/>
                  <a:gd name="connsiteY13" fmla="*/ 154842 h 255452"/>
                  <a:gd name="connsiteX14" fmla="*/ 0 w 255480"/>
                  <a:gd name="connsiteY14" fmla="*/ 151396 h 255452"/>
                  <a:gd name="connsiteX15" fmla="*/ 0 w 255480"/>
                  <a:gd name="connsiteY15" fmla="*/ 104056 h 255452"/>
                  <a:gd name="connsiteX16" fmla="*/ 3446 w 255480"/>
                  <a:gd name="connsiteY16" fmla="*/ 100610 h 255452"/>
                  <a:gd name="connsiteX17" fmla="*/ 32482 w 255480"/>
                  <a:gd name="connsiteY17" fmla="*/ 100610 h 255452"/>
                  <a:gd name="connsiteX18" fmla="*/ 41295 w 255480"/>
                  <a:gd name="connsiteY18" fmla="*/ 79596 h 255452"/>
                  <a:gd name="connsiteX19" fmla="*/ 20704 w 255480"/>
                  <a:gd name="connsiteY19" fmla="*/ 59005 h 255452"/>
                  <a:gd name="connsiteX20" fmla="*/ 20704 w 255480"/>
                  <a:gd name="connsiteY20" fmla="*/ 54147 h 255452"/>
                  <a:gd name="connsiteX21" fmla="*/ 54146 w 255480"/>
                  <a:gd name="connsiteY21" fmla="*/ 20676 h 255452"/>
                  <a:gd name="connsiteX22" fmla="*/ 59033 w 255480"/>
                  <a:gd name="connsiteY22" fmla="*/ 20676 h 255452"/>
                  <a:gd name="connsiteX23" fmla="*/ 79567 w 255480"/>
                  <a:gd name="connsiteY23" fmla="*/ 41210 h 255452"/>
                  <a:gd name="connsiteX24" fmla="*/ 100667 w 255480"/>
                  <a:gd name="connsiteY24" fmla="*/ 32567 h 255452"/>
                  <a:gd name="connsiteX25" fmla="*/ 100667 w 255480"/>
                  <a:gd name="connsiteY25" fmla="*/ 3446 h 255452"/>
                  <a:gd name="connsiteX26" fmla="*/ 104113 w 255480"/>
                  <a:gd name="connsiteY26" fmla="*/ 0 h 255452"/>
                  <a:gd name="connsiteX27" fmla="*/ 151396 w 255480"/>
                  <a:gd name="connsiteY27" fmla="*/ 0 h 255452"/>
                  <a:gd name="connsiteX28" fmla="*/ 154842 w 255480"/>
                  <a:gd name="connsiteY28" fmla="*/ 3446 h 255452"/>
                  <a:gd name="connsiteX29" fmla="*/ 154842 w 255480"/>
                  <a:gd name="connsiteY29" fmla="*/ 32567 h 255452"/>
                  <a:gd name="connsiteX30" fmla="*/ 175941 w 255480"/>
                  <a:gd name="connsiteY30" fmla="*/ 41210 h 255452"/>
                  <a:gd name="connsiteX31" fmla="*/ 196476 w 255480"/>
                  <a:gd name="connsiteY31" fmla="*/ 20676 h 255452"/>
                  <a:gd name="connsiteX32" fmla="*/ 198904 w 255480"/>
                  <a:gd name="connsiteY32" fmla="*/ 19659 h 255452"/>
                  <a:gd name="connsiteX33" fmla="*/ 198904 w 255480"/>
                  <a:gd name="connsiteY33" fmla="*/ 19659 h 255452"/>
                  <a:gd name="connsiteX34" fmla="*/ 201334 w 255480"/>
                  <a:gd name="connsiteY34" fmla="*/ 20676 h 255452"/>
                  <a:gd name="connsiteX35" fmla="*/ 234777 w 255480"/>
                  <a:gd name="connsiteY35" fmla="*/ 54147 h 255452"/>
                  <a:gd name="connsiteX36" fmla="*/ 234777 w 255480"/>
                  <a:gd name="connsiteY36" fmla="*/ 59005 h 255452"/>
                  <a:gd name="connsiteX37" fmla="*/ 214186 w 255480"/>
                  <a:gd name="connsiteY37" fmla="*/ 79596 h 255452"/>
                  <a:gd name="connsiteX38" fmla="*/ 222998 w 255480"/>
                  <a:gd name="connsiteY38" fmla="*/ 100610 h 255452"/>
                  <a:gd name="connsiteX39" fmla="*/ 252034 w 255480"/>
                  <a:gd name="connsiteY39" fmla="*/ 100610 h 255452"/>
                  <a:gd name="connsiteX40" fmla="*/ 255480 w 255480"/>
                  <a:gd name="connsiteY40" fmla="*/ 104056 h 255452"/>
                  <a:gd name="connsiteX41" fmla="*/ 255480 w 255480"/>
                  <a:gd name="connsiteY41" fmla="*/ 151396 h 255452"/>
                  <a:gd name="connsiteX42" fmla="*/ 252034 w 255480"/>
                  <a:gd name="connsiteY42" fmla="*/ 154842 h 255452"/>
                  <a:gd name="connsiteX43" fmla="*/ 222998 w 255480"/>
                  <a:gd name="connsiteY43" fmla="*/ 154842 h 255452"/>
                  <a:gd name="connsiteX44" fmla="*/ 214186 w 255480"/>
                  <a:gd name="connsiteY44" fmla="*/ 175856 h 255452"/>
                  <a:gd name="connsiteX45" fmla="*/ 234777 w 255480"/>
                  <a:gd name="connsiteY45" fmla="*/ 196447 h 255452"/>
                  <a:gd name="connsiteX46" fmla="*/ 234777 w 255480"/>
                  <a:gd name="connsiteY46" fmla="*/ 201306 h 255452"/>
                  <a:gd name="connsiteX47" fmla="*/ 201334 w 255480"/>
                  <a:gd name="connsiteY47" fmla="*/ 234776 h 255452"/>
                  <a:gd name="connsiteX48" fmla="*/ 196447 w 255480"/>
                  <a:gd name="connsiteY48" fmla="*/ 234776 h 255452"/>
                  <a:gd name="connsiteX49" fmla="*/ 175913 w 255480"/>
                  <a:gd name="connsiteY49" fmla="*/ 214242 h 255452"/>
                  <a:gd name="connsiteX50" fmla="*/ 154814 w 255480"/>
                  <a:gd name="connsiteY50" fmla="*/ 222885 h 255452"/>
                  <a:gd name="connsiteX51" fmla="*/ 154814 w 255480"/>
                  <a:gd name="connsiteY51" fmla="*/ 252006 h 255452"/>
                  <a:gd name="connsiteX52" fmla="*/ 151368 w 255480"/>
                  <a:gd name="connsiteY52" fmla="*/ 255452 h 255452"/>
                  <a:gd name="connsiteX53" fmla="*/ 107531 w 255480"/>
                  <a:gd name="connsiteY53" fmla="*/ 248560 h 255452"/>
                  <a:gd name="connsiteX54" fmla="*/ 147922 w 255480"/>
                  <a:gd name="connsiteY54" fmla="*/ 248560 h 255452"/>
                  <a:gd name="connsiteX55" fmla="*/ 147922 w 255480"/>
                  <a:gd name="connsiteY55" fmla="*/ 220569 h 255452"/>
                  <a:gd name="connsiteX56" fmla="*/ 150069 w 255480"/>
                  <a:gd name="connsiteY56" fmla="*/ 217377 h 255452"/>
                  <a:gd name="connsiteX57" fmla="*/ 175433 w 255480"/>
                  <a:gd name="connsiteY57" fmla="*/ 206983 h 255452"/>
                  <a:gd name="connsiteX58" fmla="*/ 179161 w 255480"/>
                  <a:gd name="connsiteY58" fmla="*/ 207745 h 255452"/>
                  <a:gd name="connsiteX59" fmla="*/ 198876 w 255480"/>
                  <a:gd name="connsiteY59" fmla="*/ 227461 h 255452"/>
                  <a:gd name="connsiteX60" fmla="*/ 227433 w 255480"/>
                  <a:gd name="connsiteY60" fmla="*/ 198876 h 255452"/>
                  <a:gd name="connsiteX61" fmla="*/ 207632 w 255480"/>
                  <a:gd name="connsiteY61" fmla="*/ 179076 h 255452"/>
                  <a:gd name="connsiteX62" fmla="*/ 206898 w 255480"/>
                  <a:gd name="connsiteY62" fmla="*/ 175320 h 255452"/>
                  <a:gd name="connsiteX63" fmla="*/ 217490 w 255480"/>
                  <a:gd name="connsiteY63" fmla="*/ 150040 h 255452"/>
                  <a:gd name="connsiteX64" fmla="*/ 220682 w 255480"/>
                  <a:gd name="connsiteY64" fmla="*/ 147922 h 255452"/>
                  <a:gd name="connsiteX65" fmla="*/ 248560 w 255480"/>
                  <a:gd name="connsiteY65" fmla="*/ 147922 h 255452"/>
                  <a:gd name="connsiteX66" fmla="*/ 248560 w 255480"/>
                  <a:gd name="connsiteY66" fmla="*/ 107474 h 255452"/>
                  <a:gd name="connsiteX67" fmla="*/ 220682 w 255480"/>
                  <a:gd name="connsiteY67" fmla="*/ 107474 h 255452"/>
                  <a:gd name="connsiteX68" fmla="*/ 217490 w 255480"/>
                  <a:gd name="connsiteY68" fmla="*/ 105356 h 255452"/>
                  <a:gd name="connsiteX69" fmla="*/ 206898 w 255480"/>
                  <a:gd name="connsiteY69" fmla="*/ 80076 h 255452"/>
                  <a:gd name="connsiteX70" fmla="*/ 207632 w 255480"/>
                  <a:gd name="connsiteY70" fmla="*/ 76319 h 255452"/>
                  <a:gd name="connsiteX71" fmla="*/ 227433 w 255480"/>
                  <a:gd name="connsiteY71" fmla="*/ 56519 h 255452"/>
                  <a:gd name="connsiteX72" fmla="*/ 198876 w 255480"/>
                  <a:gd name="connsiteY72" fmla="*/ 27935 h 255452"/>
                  <a:gd name="connsiteX73" fmla="*/ 179161 w 255480"/>
                  <a:gd name="connsiteY73" fmla="*/ 47650 h 255452"/>
                  <a:gd name="connsiteX74" fmla="*/ 175433 w 255480"/>
                  <a:gd name="connsiteY74" fmla="*/ 48413 h 255452"/>
                  <a:gd name="connsiteX75" fmla="*/ 150069 w 255480"/>
                  <a:gd name="connsiteY75" fmla="*/ 38018 h 255452"/>
                  <a:gd name="connsiteX76" fmla="*/ 147922 w 255480"/>
                  <a:gd name="connsiteY76" fmla="*/ 34827 h 255452"/>
                  <a:gd name="connsiteX77" fmla="*/ 147922 w 255480"/>
                  <a:gd name="connsiteY77" fmla="*/ 6835 h 255452"/>
                  <a:gd name="connsiteX78" fmla="*/ 107531 w 255480"/>
                  <a:gd name="connsiteY78" fmla="*/ 6835 h 255452"/>
                  <a:gd name="connsiteX79" fmla="*/ 107531 w 255480"/>
                  <a:gd name="connsiteY79" fmla="*/ 34827 h 255452"/>
                  <a:gd name="connsiteX80" fmla="*/ 105384 w 255480"/>
                  <a:gd name="connsiteY80" fmla="*/ 38018 h 255452"/>
                  <a:gd name="connsiteX81" fmla="*/ 80020 w 255480"/>
                  <a:gd name="connsiteY81" fmla="*/ 48413 h 255452"/>
                  <a:gd name="connsiteX82" fmla="*/ 76291 w 255480"/>
                  <a:gd name="connsiteY82" fmla="*/ 47650 h 255452"/>
                  <a:gd name="connsiteX83" fmla="*/ 56576 w 255480"/>
                  <a:gd name="connsiteY83" fmla="*/ 27935 h 255452"/>
                  <a:gd name="connsiteX84" fmla="*/ 28019 w 255480"/>
                  <a:gd name="connsiteY84" fmla="*/ 56519 h 255452"/>
                  <a:gd name="connsiteX85" fmla="*/ 47819 w 255480"/>
                  <a:gd name="connsiteY85" fmla="*/ 76319 h 255452"/>
                  <a:gd name="connsiteX86" fmla="*/ 48554 w 255480"/>
                  <a:gd name="connsiteY86" fmla="*/ 80076 h 255452"/>
                  <a:gd name="connsiteX87" fmla="*/ 37962 w 255480"/>
                  <a:gd name="connsiteY87" fmla="*/ 105356 h 255452"/>
                  <a:gd name="connsiteX88" fmla="*/ 34770 w 255480"/>
                  <a:gd name="connsiteY88" fmla="*/ 107474 h 255452"/>
                  <a:gd name="connsiteX89" fmla="*/ 6892 w 255480"/>
                  <a:gd name="connsiteY89" fmla="*/ 107474 h 255452"/>
                  <a:gd name="connsiteX90" fmla="*/ 6892 w 255480"/>
                  <a:gd name="connsiteY90" fmla="*/ 147922 h 255452"/>
                  <a:gd name="connsiteX91" fmla="*/ 34770 w 255480"/>
                  <a:gd name="connsiteY91" fmla="*/ 147922 h 255452"/>
                  <a:gd name="connsiteX92" fmla="*/ 37962 w 255480"/>
                  <a:gd name="connsiteY92" fmla="*/ 150040 h 255452"/>
                  <a:gd name="connsiteX93" fmla="*/ 48554 w 255480"/>
                  <a:gd name="connsiteY93" fmla="*/ 175320 h 255452"/>
                  <a:gd name="connsiteX94" fmla="*/ 47819 w 255480"/>
                  <a:gd name="connsiteY94" fmla="*/ 179076 h 255452"/>
                  <a:gd name="connsiteX95" fmla="*/ 28019 w 255480"/>
                  <a:gd name="connsiteY95" fmla="*/ 198876 h 255452"/>
                  <a:gd name="connsiteX96" fmla="*/ 56576 w 255480"/>
                  <a:gd name="connsiteY96" fmla="*/ 227461 h 255452"/>
                  <a:gd name="connsiteX97" fmla="*/ 76291 w 255480"/>
                  <a:gd name="connsiteY97" fmla="*/ 207745 h 255452"/>
                  <a:gd name="connsiteX98" fmla="*/ 80020 w 255480"/>
                  <a:gd name="connsiteY98" fmla="*/ 206983 h 255452"/>
                  <a:gd name="connsiteX99" fmla="*/ 105384 w 255480"/>
                  <a:gd name="connsiteY99" fmla="*/ 217377 h 255452"/>
                  <a:gd name="connsiteX100" fmla="*/ 107531 w 255480"/>
                  <a:gd name="connsiteY100" fmla="*/ 220569 h 255452"/>
                  <a:gd name="connsiteX101" fmla="*/ 107531 w 255480"/>
                  <a:gd name="connsiteY101" fmla="*/ 248560 h 255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55480" h="255452">
                    <a:moveTo>
                      <a:pt x="151368" y="255452"/>
                    </a:moveTo>
                    <a:lnTo>
                      <a:pt x="104085" y="255452"/>
                    </a:lnTo>
                    <a:cubicBezTo>
                      <a:pt x="102192" y="255452"/>
                      <a:pt x="100639" y="253899"/>
                      <a:pt x="100639" y="252006"/>
                    </a:cubicBezTo>
                    <a:lnTo>
                      <a:pt x="100639" y="222885"/>
                    </a:lnTo>
                    <a:lnTo>
                      <a:pt x="79539" y="214242"/>
                    </a:lnTo>
                    <a:lnTo>
                      <a:pt x="59004" y="234776"/>
                    </a:lnTo>
                    <a:cubicBezTo>
                      <a:pt x="58355" y="235426"/>
                      <a:pt x="57480" y="235793"/>
                      <a:pt x="56576" y="235793"/>
                    </a:cubicBezTo>
                    <a:lnTo>
                      <a:pt x="56576" y="235793"/>
                    </a:lnTo>
                    <a:cubicBezTo>
                      <a:pt x="55672" y="235793"/>
                      <a:pt x="54796" y="235426"/>
                      <a:pt x="54146" y="234776"/>
                    </a:cubicBezTo>
                    <a:lnTo>
                      <a:pt x="20704" y="201306"/>
                    </a:lnTo>
                    <a:cubicBezTo>
                      <a:pt x="19348" y="199950"/>
                      <a:pt x="19348" y="197775"/>
                      <a:pt x="20704" y="196447"/>
                    </a:cubicBezTo>
                    <a:lnTo>
                      <a:pt x="41295" y="175856"/>
                    </a:lnTo>
                    <a:lnTo>
                      <a:pt x="32482" y="154842"/>
                    </a:lnTo>
                    <a:lnTo>
                      <a:pt x="3446" y="154842"/>
                    </a:lnTo>
                    <a:cubicBezTo>
                      <a:pt x="1554" y="154842"/>
                      <a:pt x="0" y="153288"/>
                      <a:pt x="0" y="151396"/>
                    </a:cubicBezTo>
                    <a:lnTo>
                      <a:pt x="0" y="104056"/>
                    </a:lnTo>
                    <a:cubicBezTo>
                      <a:pt x="0" y="102164"/>
                      <a:pt x="1554" y="100610"/>
                      <a:pt x="3446" y="100610"/>
                    </a:cubicBezTo>
                    <a:lnTo>
                      <a:pt x="32482" y="100610"/>
                    </a:lnTo>
                    <a:lnTo>
                      <a:pt x="41295" y="79596"/>
                    </a:lnTo>
                    <a:lnTo>
                      <a:pt x="20704" y="59005"/>
                    </a:lnTo>
                    <a:cubicBezTo>
                      <a:pt x="19348" y="57649"/>
                      <a:pt x="19348" y="55474"/>
                      <a:pt x="20704" y="54147"/>
                    </a:cubicBezTo>
                    <a:lnTo>
                      <a:pt x="54146" y="20676"/>
                    </a:lnTo>
                    <a:cubicBezTo>
                      <a:pt x="55446" y="19376"/>
                      <a:pt x="57734" y="19376"/>
                      <a:pt x="59033" y="20676"/>
                    </a:cubicBezTo>
                    <a:lnTo>
                      <a:pt x="79567" y="41210"/>
                    </a:lnTo>
                    <a:lnTo>
                      <a:pt x="100667" y="32567"/>
                    </a:lnTo>
                    <a:lnTo>
                      <a:pt x="100667" y="3446"/>
                    </a:lnTo>
                    <a:cubicBezTo>
                      <a:pt x="100667" y="1553"/>
                      <a:pt x="102220" y="0"/>
                      <a:pt x="104113" y="0"/>
                    </a:cubicBezTo>
                    <a:lnTo>
                      <a:pt x="151396" y="0"/>
                    </a:lnTo>
                    <a:cubicBezTo>
                      <a:pt x="153288" y="0"/>
                      <a:pt x="154842" y="1553"/>
                      <a:pt x="154842" y="3446"/>
                    </a:cubicBezTo>
                    <a:lnTo>
                      <a:pt x="154842" y="32567"/>
                    </a:lnTo>
                    <a:lnTo>
                      <a:pt x="175941" y="41210"/>
                    </a:lnTo>
                    <a:lnTo>
                      <a:pt x="196476" y="20676"/>
                    </a:lnTo>
                    <a:cubicBezTo>
                      <a:pt x="197125" y="20026"/>
                      <a:pt x="198001" y="19659"/>
                      <a:pt x="198904" y="19659"/>
                    </a:cubicBezTo>
                    <a:lnTo>
                      <a:pt x="198904" y="19659"/>
                    </a:lnTo>
                    <a:cubicBezTo>
                      <a:pt x="199808" y="19659"/>
                      <a:pt x="200684" y="20026"/>
                      <a:pt x="201334" y="20676"/>
                    </a:cubicBezTo>
                    <a:lnTo>
                      <a:pt x="234777" y="54147"/>
                    </a:lnTo>
                    <a:cubicBezTo>
                      <a:pt x="236132" y="55502"/>
                      <a:pt x="236132" y="57677"/>
                      <a:pt x="234777" y="59005"/>
                    </a:cubicBezTo>
                    <a:lnTo>
                      <a:pt x="214186" y="79596"/>
                    </a:lnTo>
                    <a:lnTo>
                      <a:pt x="222998" y="100610"/>
                    </a:lnTo>
                    <a:lnTo>
                      <a:pt x="252034" y="100610"/>
                    </a:lnTo>
                    <a:cubicBezTo>
                      <a:pt x="253926" y="100610"/>
                      <a:pt x="255480" y="102164"/>
                      <a:pt x="255480" y="104056"/>
                    </a:cubicBezTo>
                    <a:lnTo>
                      <a:pt x="255480" y="151396"/>
                    </a:lnTo>
                    <a:cubicBezTo>
                      <a:pt x="255480" y="153288"/>
                      <a:pt x="253926" y="154842"/>
                      <a:pt x="252034" y="154842"/>
                    </a:cubicBezTo>
                    <a:lnTo>
                      <a:pt x="222998" y="154842"/>
                    </a:lnTo>
                    <a:lnTo>
                      <a:pt x="214186" y="175856"/>
                    </a:lnTo>
                    <a:lnTo>
                      <a:pt x="234777" y="196447"/>
                    </a:lnTo>
                    <a:cubicBezTo>
                      <a:pt x="236132" y="197803"/>
                      <a:pt x="236132" y="199978"/>
                      <a:pt x="234777" y="201306"/>
                    </a:cubicBezTo>
                    <a:lnTo>
                      <a:pt x="201334" y="234776"/>
                    </a:lnTo>
                    <a:cubicBezTo>
                      <a:pt x="200035" y="236076"/>
                      <a:pt x="197747" y="236076"/>
                      <a:pt x="196447" y="234776"/>
                    </a:cubicBezTo>
                    <a:lnTo>
                      <a:pt x="175913" y="214242"/>
                    </a:lnTo>
                    <a:lnTo>
                      <a:pt x="154814" y="222885"/>
                    </a:lnTo>
                    <a:lnTo>
                      <a:pt x="154814" y="252006"/>
                    </a:lnTo>
                    <a:cubicBezTo>
                      <a:pt x="154814" y="253899"/>
                      <a:pt x="153260" y="255452"/>
                      <a:pt x="151368" y="255452"/>
                    </a:cubicBezTo>
                    <a:close/>
                    <a:moveTo>
                      <a:pt x="107531" y="248560"/>
                    </a:moveTo>
                    <a:lnTo>
                      <a:pt x="147922" y="248560"/>
                    </a:lnTo>
                    <a:lnTo>
                      <a:pt x="147922" y="220569"/>
                    </a:lnTo>
                    <a:cubicBezTo>
                      <a:pt x="147922" y="219157"/>
                      <a:pt x="148769" y="217914"/>
                      <a:pt x="150069" y="217377"/>
                    </a:cubicBezTo>
                    <a:lnTo>
                      <a:pt x="175433" y="206983"/>
                    </a:lnTo>
                    <a:cubicBezTo>
                      <a:pt x="176704" y="206446"/>
                      <a:pt x="178201" y="206757"/>
                      <a:pt x="179161" y="207745"/>
                    </a:cubicBezTo>
                    <a:lnTo>
                      <a:pt x="198876" y="227461"/>
                    </a:lnTo>
                    <a:lnTo>
                      <a:pt x="227433" y="198876"/>
                    </a:lnTo>
                    <a:lnTo>
                      <a:pt x="207632" y="179076"/>
                    </a:lnTo>
                    <a:cubicBezTo>
                      <a:pt x="206644" y="178088"/>
                      <a:pt x="206362" y="176591"/>
                      <a:pt x="206898" y="175320"/>
                    </a:cubicBezTo>
                    <a:lnTo>
                      <a:pt x="217490" y="150040"/>
                    </a:lnTo>
                    <a:cubicBezTo>
                      <a:pt x="218027" y="148769"/>
                      <a:pt x="219270" y="147922"/>
                      <a:pt x="220682" y="147922"/>
                    </a:cubicBezTo>
                    <a:lnTo>
                      <a:pt x="248560" y="147922"/>
                    </a:lnTo>
                    <a:lnTo>
                      <a:pt x="248560" y="107474"/>
                    </a:lnTo>
                    <a:lnTo>
                      <a:pt x="220682" y="107474"/>
                    </a:lnTo>
                    <a:cubicBezTo>
                      <a:pt x="219298" y="107474"/>
                      <a:pt x="218027" y="106655"/>
                      <a:pt x="217490" y="105356"/>
                    </a:cubicBezTo>
                    <a:lnTo>
                      <a:pt x="206898" y="80076"/>
                    </a:lnTo>
                    <a:cubicBezTo>
                      <a:pt x="206362" y="78777"/>
                      <a:pt x="206644" y="77308"/>
                      <a:pt x="207632" y="76319"/>
                    </a:cubicBezTo>
                    <a:lnTo>
                      <a:pt x="227433" y="56519"/>
                    </a:lnTo>
                    <a:lnTo>
                      <a:pt x="198876" y="27935"/>
                    </a:lnTo>
                    <a:lnTo>
                      <a:pt x="179161" y="47650"/>
                    </a:lnTo>
                    <a:cubicBezTo>
                      <a:pt x="178173" y="48639"/>
                      <a:pt x="176704" y="48921"/>
                      <a:pt x="175433" y="48413"/>
                    </a:cubicBezTo>
                    <a:lnTo>
                      <a:pt x="150069" y="38018"/>
                    </a:lnTo>
                    <a:cubicBezTo>
                      <a:pt x="148769" y="37482"/>
                      <a:pt x="147922" y="36239"/>
                      <a:pt x="147922" y="34827"/>
                    </a:cubicBezTo>
                    <a:lnTo>
                      <a:pt x="147922" y="6835"/>
                    </a:lnTo>
                    <a:lnTo>
                      <a:pt x="107531" y="6835"/>
                    </a:lnTo>
                    <a:lnTo>
                      <a:pt x="107531" y="34827"/>
                    </a:lnTo>
                    <a:cubicBezTo>
                      <a:pt x="107531" y="36239"/>
                      <a:pt x="106683" y="37482"/>
                      <a:pt x="105384" y="38018"/>
                    </a:cubicBezTo>
                    <a:lnTo>
                      <a:pt x="80020" y="48413"/>
                    </a:lnTo>
                    <a:cubicBezTo>
                      <a:pt x="78749" y="48921"/>
                      <a:pt x="77252" y="48639"/>
                      <a:pt x="76291" y="47650"/>
                    </a:cubicBezTo>
                    <a:lnTo>
                      <a:pt x="56576" y="27935"/>
                    </a:lnTo>
                    <a:lnTo>
                      <a:pt x="28019" y="56519"/>
                    </a:lnTo>
                    <a:lnTo>
                      <a:pt x="47819" y="76319"/>
                    </a:lnTo>
                    <a:cubicBezTo>
                      <a:pt x="48808" y="77308"/>
                      <a:pt x="49091" y="78805"/>
                      <a:pt x="48554" y="80076"/>
                    </a:cubicBezTo>
                    <a:lnTo>
                      <a:pt x="37962" y="105356"/>
                    </a:lnTo>
                    <a:cubicBezTo>
                      <a:pt x="37425" y="106627"/>
                      <a:pt x="36183" y="107474"/>
                      <a:pt x="34770" y="107474"/>
                    </a:cubicBezTo>
                    <a:lnTo>
                      <a:pt x="6892" y="107474"/>
                    </a:lnTo>
                    <a:lnTo>
                      <a:pt x="6892" y="147922"/>
                    </a:lnTo>
                    <a:lnTo>
                      <a:pt x="34770" y="147922"/>
                    </a:lnTo>
                    <a:cubicBezTo>
                      <a:pt x="36154" y="147922"/>
                      <a:pt x="37425" y="148769"/>
                      <a:pt x="37962" y="150040"/>
                    </a:cubicBezTo>
                    <a:lnTo>
                      <a:pt x="48554" y="175320"/>
                    </a:lnTo>
                    <a:cubicBezTo>
                      <a:pt x="49091" y="176619"/>
                      <a:pt x="48808" y="178088"/>
                      <a:pt x="47819" y="179076"/>
                    </a:cubicBezTo>
                    <a:lnTo>
                      <a:pt x="28019" y="198876"/>
                    </a:lnTo>
                    <a:lnTo>
                      <a:pt x="56576" y="227461"/>
                    </a:lnTo>
                    <a:lnTo>
                      <a:pt x="76291" y="207745"/>
                    </a:lnTo>
                    <a:cubicBezTo>
                      <a:pt x="77280" y="206757"/>
                      <a:pt x="78749" y="206474"/>
                      <a:pt x="80020" y="206983"/>
                    </a:cubicBezTo>
                    <a:lnTo>
                      <a:pt x="105384" y="217377"/>
                    </a:lnTo>
                    <a:cubicBezTo>
                      <a:pt x="106683" y="217914"/>
                      <a:pt x="107531" y="219157"/>
                      <a:pt x="107531" y="220569"/>
                    </a:cubicBezTo>
                    <a:lnTo>
                      <a:pt x="107531" y="248560"/>
                    </a:lnTo>
                    <a:close/>
                  </a:path>
                </a:pathLst>
              </a:custGeom>
              <a:solidFill>
                <a:srgbClr val="01355A"/>
              </a:solidFill>
              <a:ln w="2824" cap="flat">
                <a:noFill/>
                <a:prstDash val="solid"/>
                <a:miter/>
              </a:ln>
            </p:spPr>
            <p:txBody>
              <a:bodyPr rtlCol="1" anchor="ctr"/>
              <a:lstStyle/>
              <a:p>
                <a:endParaRPr lang="ar-SA"/>
              </a:p>
            </p:txBody>
          </p:sp>
          <p:sp>
            <p:nvSpPr>
              <p:cNvPr id="7221" name="شكل حر: شكل 8119">
                <a:extLst>
                  <a:ext uri="{FF2B5EF4-FFF2-40B4-BE49-F238E27FC236}">
                    <a16:creationId xmlns:a16="http://schemas.microsoft.com/office/drawing/2014/main" id="{DB5EF587-ADD0-7FF8-1E9D-FBC430797B9F}"/>
                  </a:ext>
                </a:extLst>
              </p:cNvPr>
              <p:cNvSpPr/>
              <p:nvPr/>
            </p:nvSpPr>
            <p:spPr>
              <a:xfrm>
                <a:off x="8357332" y="1448258"/>
                <a:ext cx="122020" cy="122020"/>
              </a:xfrm>
              <a:custGeom>
                <a:avLst/>
                <a:gdLst>
                  <a:gd name="connsiteX0" fmla="*/ 61010 w 122020"/>
                  <a:gd name="connsiteY0" fmla="*/ 122020 h 122020"/>
                  <a:gd name="connsiteX1" fmla="*/ 0 w 122020"/>
                  <a:gd name="connsiteY1" fmla="*/ 61010 h 122020"/>
                  <a:gd name="connsiteX2" fmla="*/ 61010 w 122020"/>
                  <a:gd name="connsiteY2" fmla="*/ 0 h 122020"/>
                  <a:gd name="connsiteX3" fmla="*/ 122020 w 122020"/>
                  <a:gd name="connsiteY3" fmla="*/ 61010 h 122020"/>
                  <a:gd name="connsiteX4" fmla="*/ 61010 w 122020"/>
                  <a:gd name="connsiteY4" fmla="*/ 122020 h 122020"/>
                  <a:gd name="connsiteX5" fmla="*/ 61010 w 122020"/>
                  <a:gd name="connsiteY5" fmla="*/ 6920 h 122020"/>
                  <a:gd name="connsiteX6" fmla="*/ 6892 w 122020"/>
                  <a:gd name="connsiteY6" fmla="*/ 61038 h 122020"/>
                  <a:gd name="connsiteX7" fmla="*/ 61010 w 122020"/>
                  <a:gd name="connsiteY7" fmla="*/ 115157 h 122020"/>
                  <a:gd name="connsiteX8" fmla="*/ 115129 w 122020"/>
                  <a:gd name="connsiteY8" fmla="*/ 61038 h 122020"/>
                  <a:gd name="connsiteX9" fmla="*/ 61010 w 122020"/>
                  <a:gd name="connsiteY9" fmla="*/ 6920 h 12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020" h="122020">
                    <a:moveTo>
                      <a:pt x="61010" y="122020"/>
                    </a:moveTo>
                    <a:cubicBezTo>
                      <a:pt x="27370" y="122020"/>
                      <a:pt x="0" y="94651"/>
                      <a:pt x="0" y="61010"/>
                    </a:cubicBezTo>
                    <a:cubicBezTo>
                      <a:pt x="0" y="27370"/>
                      <a:pt x="27370" y="0"/>
                      <a:pt x="61010" y="0"/>
                    </a:cubicBezTo>
                    <a:cubicBezTo>
                      <a:pt x="94651" y="0"/>
                      <a:pt x="122020" y="27370"/>
                      <a:pt x="122020" y="61010"/>
                    </a:cubicBezTo>
                    <a:cubicBezTo>
                      <a:pt x="122020" y="94651"/>
                      <a:pt x="94651" y="122020"/>
                      <a:pt x="61010" y="122020"/>
                    </a:cubicBezTo>
                    <a:close/>
                    <a:moveTo>
                      <a:pt x="61010" y="6920"/>
                    </a:moveTo>
                    <a:cubicBezTo>
                      <a:pt x="31182" y="6920"/>
                      <a:pt x="6892" y="31183"/>
                      <a:pt x="6892" y="61038"/>
                    </a:cubicBezTo>
                    <a:cubicBezTo>
                      <a:pt x="6892" y="90894"/>
                      <a:pt x="31154" y="115157"/>
                      <a:pt x="61010" y="115157"/>
                    </a:cubicBezTo>
                    <a:cubicBezTo>
                      <a:pt x="90865" y="115157"/>
                      <a:pt x="115129" y="90894"/>
                      <a:pt x="115129" y="61038"/>
                    </a:cubicBezTo>
                    <a:cubicBezTo>
                      <a:pt x="115129" y="31183"/>
                      <a:pt x="90865" y="6920"/>
                      <a:pt x="61010" y="6920"/>
                    </a:cubicBezTo>
                    <a:close/>
                  </a:path>
                </a:pathLst>
              </a:custGeom>
              <a:solidFill>
                <a:srgbClr val="01355A"/>
              </a:solidFill>
              <a:ln w="2824" cap="flat">
                <a:noFill/>
                <a:prstDash val="solid"/>
                <a:miter/>
              </a:ln>
            </p:spPr>
            <p:txBody>
              <a:bodyPr rtlCol="1" anchor="ctr"/>
              <a:lstStyle/>
              <a:p>
                <a:endParaRPr lang="ar-SA"/>
              </a:p>
            </p:txBody>
          </p:sp>
        </p:grpSp>
      </p:grpSp>
      <p:grpSp>
        <p:nvGrpSpPr>
          <p:cNvPr id="7222" name="رسم 8014">
            <a:extLst>
              <a:ext uri="{FF2B5EF4-FFF2-40B4-BE49-F238E27FC236}">
                <a16:creationId xmlns:a16="http://schemas.microsoft.com/office/drawing/2014/main" id="{32BE7FCE-100A-1C17-AD1A-346F988C3E62}"/>
              </a:ext>
            </a:extLst>
          </p:cNvPr>
          <p:cNvGrpSpPr/>
          <p:nvPr/>
        </p:nvGrpSpPr>
        <p:grpSpPr>
          <a:xfrm>
            <a:off x="7268140" y="1828057"/>
            <a:ext cx="219408" cy="215259"/>
            <a:chOff x="7769035" y="503927"/>
            <a:chExt cx="262258" cy="273105"/>
          </a:xfrm>
        </p:grpSpPr>
        <p:sp>
          <p:nvSpPr>
            <p:cNvPr id="7223" name="شكل حر: شكل 8121">
              <a:extLst>
                <a:ext uri="{FF2B5EF4-FFF2-40B4-BE49-F238E27FC236}">
                  <a16:creationId xmlns:a16="http://schemas.microsoft.com/office/drawing/2014/main" id="{C3B0079C-2565-F657-31E7-26F8DC5AADB2}"/>
                </a:ext>
              </a:extLst>
            </p:cNvPr>
            <p:cNvSpPr/>
            <p:nvPr/>
          </p:nvSpPr>
          <p:spPr>
            <a:xfrm>
              <a:off x="7769035" y="530336"/>
              <a:ext cx="262258" cy="246695"/>
            </a:xfrm>
            <a:custGeom>
              <a:avLst/>
              <a:gdLst>
                <a:gd name="connsiteX0" fmla="*/ 229776 w 262258"/>
                <a:gd name="connsiteY0" fmla="*/ 246696 h 246695"/>
                <a:gd name="connsiteX1" fmla="*/ 32482 w 262258"/>
                <a:gd name="connsiteY1" fmla="*/ 246696 h 246695"/>
                <a:gd name="connsiteX2" fmla="*/ 0 w 262258"/>
                <a:gd name="connsiteY2" fmla="*/ 211926 h 246695"/>
                <a:gd name="connsiteX3" fmla="*/ 0 w 262258"/>
                <a:gd name="connsiteY3" fmla="*/ 34770 h 246695"/>
                <a:gd name="connsiteX4" fmla="*/ 32482 w 262258"/>
                <a:gd name="connsiteY4" fmla="*/ 0 h 246695"/>
                <a:gd name="connsiteX5" fmla="*/ 49458 w 262258"/>
                <a:gd name="connsiteY5" fmla="*/ 0 h 246695"/>
                <a:gd name="connsiteX6" fmla="*/ 52904 w 262258"/>
                <a:gd name="connsiteY6" fmla="*/ 3446 h 246695"/>
                <a:gd name="connsiteX7" fmla="*/ 49458 w 262258"/>
                <a:gd name="connsiteY7" fmla="*/ 6892 h 246695"/>
                <a:gd name="connsiteX8" fmla="*/ 32482 w 262258"/>
                <a:gd name="connsiteY8" fmla="*/ 6892 h 246695"/>
                <a:gd name="connsiteX9" fmla="*/ 6892 w 262258"/>
                <a:gd name="connsiteY9" fmla="*/ 34770 h 246695"/>
                <a:gd name="connsiteX10" fmla="*/ 6892 w 262258"/>
                <a:gd name="connsiteY10" fmla="*/ 211926 h 246695"/>
                <a:gd name="connsiteX11" fmla="*/ 32482 w 262258"/>
                <a:gd name="connsiteY11" fmla="*/ 239804 h 246695"/>
                <a:gd name="connsiteX12" fmla="*/ 229776 w 262258"/>
                <a:gd name="connsiteY12" fmla="*/ 239804 h 246695"/>
                <a:gd name="connsiteX13" fmla="*/ 255367 w 262258"/>
                <a:gd name="connsiteY13" fmla="*/ 211926 h 246695"/>
                <a:gd name="connsiteX14" fmla="*/ 255367 w 262258"/>
                <a:gd name="connsiteY14" fmla="*/ 34770 h 246695"/>
                <a:gd name="connsiteX15" fmla="*/ 229776 w 262258"/>
                <a:gd name="connsiteY15" fmla="*/ 6892 h 246695"/>
                <a:gd name="connsiteX16" fmla="*/ 212773 w 262258"/>
                <a:gd name="connsiteY16" fmla="*/ 6892 h 246695"/>
                <a:gd name="connsiteX17" fmla="*/ 209327 w 262258"/>
                <a:gd name="connsiteY17" fmla="*/ 3446 h 246695"/>
                <a:gd name="connsiteX18" fmla="*/ 212773 w 262258"/>
                <a:gd name="connsiteY18" fmla="*/ 0 h 246695"/>
                <a:gd name="connsiteX19" fmla="*/ 229776 w 262258"/>
                <a:gd name="connsiteY19" fmla="*/ 0 h 246695"/>
                <a:gd name="connsiteX20" fmla="*/ 262259 w 262258"/>
                <a:gd name="connsiteY20" fmla="*/ 34770 h 246695"/>
                <a:gd name="connsiteX21" fmla="*/ 262259 w 262258"/>
                <a:gd name="connsiteY21" fmla="*/ 211926 h 246695"/>
                <a:gd name="connsiteX22" fmla="*/ 229776 w 262258"/>
                <a:gd name="connsiteY22" fmla="*/ 246696 h 24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62258" h="246695">
                  <a:moveTo>
                    <a:pt x="229776" y="246696"/>
                  </a:moveTo>
                  <a:lnTo>
                    <a:pt x="32482" y="246696"/>
                  </a:lnTo>
                  <a:cubicBezTo>
                    <a:pt x="14574" y="246696"/>
                    <a:pt x="0" y="231104"/>
                    <a:pt x="0" y="211926"/>
                  </a:cubicBezTo>
                  <a:lnTo>
                    <a:pt x="0" y="34770"/>
                  </a:lnTo>
                  <a:cubicBezTo>
                    <a:pt x="0" y="15592"/>
                    <a:pt x="14574" y="0"/>
                    <a:pt x="32482" y="0"/>
                  </a:cubicBezTo>
                  <a:lnTo>
                    <a:pt x="49458" y="0"/>
                  </a:lnTo>
                  <a:cubicBezTo>
                    <a:pt x="51350" y="0"/>
                    <a:pt x="52904" y="1554"/>
                    <a:pt x="52904" y="3446"/>
                  </a:cubicBezTo>
                  <a:cubicBezTo>
                    <a:pt x="52904" y="5338"/>
                    <a:pt x="51350" y="6892"/>
                    <a:pt x="49458" y="6892"/>
                  </a:cubicBezTo>
                  <a:lnTo>
                    <a:pt x="32482" y="6892"/>
                  </a:lnTo>
                  <a:cubicBezTo>
                    <a:pt x="18360" y="6892"/>
                    <a:pt x="6892" y="19405"/>
                    <a:pt x="6892" y="34770"/>
                  </a:cubicBezTo>
                  <a:lnTo>
                    <a:pt x="6892" y="211926"/>
                  </a:lnTo>
                  <a:cubicBezTo>
                    <a:pt x="6892" y="227291"/>
                    <a:pt x="18360" y="239804"/>
                    <a:pt x="32482" y="239804"/>
                  </a:cubicBezTo>
                  <a:lnTo>
                    <a:pt x="229776" y="239804"/>
                  </a:lnTo>
                  <a:cubicBezTo>
                    <a:pt x="243899" y="239804"/>
                    <a:pt x="255367" y="227291"/>
                    <a:pt x="255367" y="211926"/>
                  </a:cubicBezTo>
                  <a:lnTo>
                    <a:pt x="255367" y="34770"/>
                  </a:lnTo>
                  <a:cubicBezTo>
                    <a:pt x="255367" y="19405"/>
                    <a:pt x="243899" y="6892"/>
                    <a:pt x="229776" y="6892"/>
                  </a:cubicBezTo>
                  <a:lnTo>
                    <a:pt x="212773" y="6892"/>
                  </a:lnTo>
                  <a:cubicBezTo>
                    <a:pt x="210880" y="6892"/>
                    <a:pt x="209327" y="5338"/>
                    <a:pt x="209327" y="3446"/>
                  </a:cubicBezTo>
                  <a:cubicBezTo>
                    <a:pt x="209327" y="1554"/>
                    <a:pt x="210880" y="0"/>
                    <a:pt x="212773" y="0"/>
                  </a:cubicBezTo>
                  <a:lnTo>
                    <a:pt x="229776" y="0"/>
                  </a:lnTo>
                  <a:cubicBezTo>
                    <a:pt x="247684" y="0"/>
                    <a:pt x="262259" y="15592"/>
                    <a:pt x="262259" y="34770"/>
                  </a:cubicBezTo>
                  <a:lnTo>
                    <a:pt x="262259" y="211926"/>
                  </a:lnTo>
                  <a:cubicBezTo>
                    <a:pt x="262259" y="231104"/>
                    <a:pt x="247684" y="246696"/>
                    <a:pt x="229776" y="246696"/>
                  </a:cubicBezTo>
                  <a:close/>
                </a:path>
              </a:pathLst>
            </a:custGeom>
            <a:solidFill>
              <a:srgbClr val="01355A"/>
            </a:solidFill>
            <a:ln w="2824" cap="flat">
              <a:noFill/>
              <a:prstDash val="solid"/>
              <a:miter/>
            </a:ln>
          </p:spPr>
          <p:txBody>
            <a:bodyPr rtlCol="1" anchor="ctr"/>
            <a:lstStyle/>
            <a:p>
              <a:endParaRPr lang="ar-SA"/>
            </a:p>
          </p:txBody>
        </p:sp>
        <p:sp>
          <p:nvSpPr>
            <p:cNvPr id="7224" name="شكل حر: شكل 8122">
              <a:extLst>
                <a:ext uri="{FF2B5EF4-FFF2-40B4-BE49-F238E27FC236}">
                  <a16:creationId xmlns:a16="http://schemas.microsoft.com/office/drawing/2014/main" id="{9E4738CC-12DD-5ACC-27AD-BEBD2AFDD767}"/>
                </a:ext>
              </a:extLst>
            </p:cNvPr>
            <p:cNvSpPr/>
            <p:nvPr/>
          </p:nvSpPr>
          <p:spPr>
            <a:xfrm>
              <a:off x="7863403" y="530365"/>
              <a:ext cx="73438" cy="6891"/>
            </a:xfrm>
            <a:custGeom>
              <a:avLst/>
              <a:gdLst>
                <a:gd name="connsiteX0" fmla="*/ 69992 w 73438"/>
                <a:gd name="connsiteY0" fmla="*/ 6892 h 6891"/>
                <a:gd name="connsiteX1" fmla="*/ 3446 w 73438"/>
                <a:gd name="connsiteY1" fmla="*/ 6892 h 6891"/>
                <a:gd name="connsiteX2" fmla="*/ 0 w 73438"/>
                <a:gd name="connsiteY2" fmla="*/ 3446 h 6891"/>
                <a:gd name="connsiteX3" fmla="*/ 3446 w 73438"/>
                <a:gd name="connsiteY3" fmla="*/ 0 h 6891"/>
                <a:gd name="connsiteX4" fmla="*/ 69992 w 73438"/>
                <a:gd name="connsiteY4" fmla="*/ 0 h 6891"/>
                <a:gd name="connsiteX5" fmla="*/ 73438 w 73438"/>
                <a:gd name="connsiteY5" fmla="*/ 3446 h 6891"/>
                <a:gd name="connsiteX6" fmla="*/ 69992 w 73438"/>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438" h="6891">
                  <a:moveTo>
                    <a:pt x="69992" y="6892"/>
                  </a:moveTo>
                  <a:lnTo>
                    <a:pt x="3446" y="6892"/>
                  </a:lnTo>
                  <a:cubicBezTo>
                    <a:pt x="1554" y="6892"/>
                    <a:pt x="0" y="5338"/>
                    <a:pt x="0" y="3446"/>
                  </a:cubicBezTo>
                  <a:cubicBezTo>
                    <a:pt x="0" y="1554"/>
                    <a:pt x="1554" y="0"/>
                    <a:pt x="3446" y="0"/>
                  </a:cubicBezTo>
                  <a:lnTo>
                    <a:pt x="69992" y="0"/>
                  </a:lnTo>
                  <a:cubicBezTo>
                    <a:pt x="71885" y="0"/>
                    <a:pt x="73438" y="1554"/>
                    <a:pt x="73438" y="3446"/>
                  </a:cubicBezTo>
                  <a:cubicBezTo>
                    <a:pt x="73438" y="5338"/>
                    <a:pt x="71885" y="6892"/>
                    <a:pt x="69992" y="6892"/>
                  </a:cubicBezTo>
                  <a:close/>
                </a:path>
              </a:pathLst>
            </a:custGeom>
            <a:solidFill>
              <a:srgbClr val="01355A"/>
            </a:solidFill>
            <a:ln w="2824" cap="flat">
              <a:noFill/>
              <a:prstDash val="solid"/>
              <a:miter/>
            </a:ln>
          </p:spPr>
          <p:txBody>
            <a:bodyPr rtlCol="1" anchor="ctr"/>
            <a:lstStyle/>
            <a:p>
              <a:endParaRPr lang="ar-SA"/>
            </a:p>
          </p:txBody>
        </p:sp>
        <p:grpSp>
          <p:nvGrpSpPr>
            <p:cNvPr id="7225" name="رسم 8014">
              <a:extLst>
                <a:ext uri="{FF2B5EF4-FFF2-40B4-BE49-F238E27FC236}">
                  <a16:creationId xmlns:a16="http://schemas.microsoft.com/office/drawing/2014/main" id="{F1367F7F-6392-EF17-BC60-D14077E1DD40}"/>
                </a:ext>
              </a:extLst>
            </p:cNvPr>
            <p:cNvGrpSpPr/>
            <p:nvPr/>
          </p:nvGrpSpPr>
          <p:grpSpPr>
            <a:xfrm>
              <a:off x="7839225" y="503927"/>
              <a:ext cx="121823" cy="50615"/>
              <a:chOff x="7839225" y="503927"/>
              <a:chExt cx="121823" cy="50615"/>
            </a:xfrm>
            <a:solidFill>
              <a:srgbClr val="01355A"/>
            </a:solidFill>
          </p:grpSpPr>
          <p:sp>
            <p:nvSpPr>
              <p:cNvPr id="7233" name="شكل حر: شكل 8124">
                <a:extLst>
                  <a:ext uri="{FF2B5EF4-FFF2-40B4-BE49-F238E27FC236}">
                    <a16:creationId xmlns:a16="http://schemas.microsoft.com/office/drawing/2014/main" id="{0FE368C1-AD8A-1CEE-4121-6EC01991B28D}"/>
                  </a:ext>
                </a:extLst>
              </p:cNvPr>
              <p:cNvSpPr/>
              <p:nvPr/>
            </p:nvSpPr>
            <p:spPr>
              <a:xfrm>
                <a:off x="7839225" y="503927"/>
                <a:ext cx="6892" cy="50615"/>
              </a:xfrm>
              <a:custGeom>
                <a:avLst/>
                <a:gdLst>
                  <a:gd name="connsiteX0" fmla="*/ 3446 w 6892"/>
                  <a:gd name="connsiteY0" fmla="*/ 50616 h 50615"/>
                  <a:gd name="connsiteX1" fmla="*/ 0 w 6892"/>
                  <a:gd name="connsiteY1" fmla="*/ 47170 h 50615"/>
                  <a:gd name="connsiteX2" fmla="*/ 0 w 6892"/>
                  <a:gd name="connsiteY2" fmla="*/ 3446 h 50615"/>
                  <a:gd name="connsiteX3" fmla="*/ 3446 w 6892"/>
                  <a:gd name="connsiteY3" fmla="*/ 0 h 50615"/>
                  <a:gd name="connsiteX4" fmla="*/ 6892 w 6892"/>
                  <a:gd name="connsiteY4" fmla="*/ 3446 h 50615"/>
                  <a:gd name="connsiteX5" fmla="*/ 6892 w 6892"/>
                  <a:gd name="connsiteY5" fmla="*/ 47170 h 50615"/>
                  <a:gd name="connsiteX6" fmla="*/ 3446 w 6892"/>
                  <a:gd name="connsiteY6" fmla="*/ 50616 h 50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2" h="50615">
                    <a:moveTo>
                      <a:pt x="3446" y="50616"/>
                    </a:moveTo>
                    <a:cubicBezTo>
                      <a:pt x="1554" y="50616"/>
                      <a:pt x="0" y="49062"/>
                      <a:pt x="0" y="47170"/>
                    </a:cubicBezTo>
                    <a:lnTo>
                      <a:pt x="0" y="3446"/>
                    </a:lnTo>
                    <a:cubicBezTo>
                      <a:pt x="0" y="1554"/>
                      <a:pt x="1554" y="0"/>
                      <a:pt x="3446" y="0"/>
                    </a:cubicBezTo>
                    <a:cubicBezTo>
                      <a:pt x="5339" y="0"/>
                      <a:pt x="6892" y="1554"/>
                      <a:pt x="6892" y="3446"/>
                    </a:cubicBezTo>
                    <a:lnTo>
                      <a:pt x="6892" y="47170"/>
                    </a:lnTo>
                    <a:cubicBezTo>
                      <a:pt x="6892" y="49062"/>
                      <a:pt x="5339" y="50616"/>
                      <a:pt x="3446" y="50616"/>
                    </a:cubicBezTo>
                    <a:close/>
                  </a:path>
                </a:pathLst>
              </a:custGeom>
              <a:solidFill>
                <a:srgbClr val="01355A"/>
              </a:solidFill>
              <a:ln w="2824" cap="flat">
                <a:noFill/>
                <a:prstDash val="solid"/>
                <a:miter/>
              </a:ln>
            </p:spPr>
            <p:txBody>
              <a:bodyPr rtlCol="1" anchor="ctr"/>
              <a:lstStyle/>
              <a:p>
                <a:endParaRPr lang="ar-SA"/>
              </a:p>
            </p:txBody>
          </p:sp>
          <p:sp>
            <p:nvSpPr>
              <p:cNvPr id="7234" name="شكل حر: شكل 8125">
                <a:extLst>
                  <a:ext uri="{FF2B5EF4-FFF2-40B4-BE49-F238E27FC236}">
                    <a16:creationId xmlns:a16="http://schemas.microsoft.com/office/drawing/2014/main" id="{B1F3993D-DA0B-2B2D-2556-702C704C94FA}"/>
                  </a:ext>
                </a:extLst>
              </p:cNvPr>
              <p:cNvSpPr/>
              <p:nvPr/>
            </p:nvSpPr>
            <p:spPr>
              <a:xfrm>
                <a:off x="7954156" y="503927"/>
                <a:ext cx="6891" cy="50615"/>
              </a:xfrm>
              <a:custGeom>
                <a:avLst/>
                <a:gdLst>
                  <a:gd name="connsiteX0" fmla="*/ 3446 w 6891"/>
                  <a:gd name="connsiteY0" fmla="*/ 50616 h 50615"/>
                  <a:gd name="connsiteX1" fmla="*/ 0 w 6891"/>
                  <a:gd name="connsiteY1" fmla="*/ 47170 h 50615"/>
                  <a:gd name="connsiteX2" fmla="*/ 0 w 6891"/>
                  <a:gd name="connsiteY2" fmla="*/ 3446 h 50615"/>
                  <a:gd name="connsiteX3" fmla="*/ 3446 w 6891"/>
                  <a:gd name="connsiteY3" fmla="*/ 0 h 50615"/>
                  <a:gd name="connsiteX4" fmla="*/ 6892 w 6891"/>
                  <a:gd name="connsiteY4" fmla="*/ 3446 h 50615"/>
                  <a:gd name="connsiteX5" fmla="*/ 6892 w 6891"/>
                  <a:gd name="connsiteY5" fmla="*/ 47170 h 50615"/>
                  <a:gd name="connsiteX6" fmla="*/ 3446 w 6891"/>
                  <a:gd name="connsiteY6" fmla="*/ 50616 h 50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50615">
                    <a:moveTo>
                      <a:pt x="3446" y="50616"/>
                    </a:moveTo>
                    <a:cubicBezTo>
                      <a:pt x="1553" y="50616"/>
                      <a:pt x="0" y="49062"/>
                      <a:pt x="0" y="47170"/>
                    </a:cubicBezTo>
                    <a:lnTo>
                      <a:pt x="0" y="3446"/>
                    </a:lnTo>
                    <a:cubicBezTo>
                      <a:pt x="0" y="1554"/>
                      <a:pt x="1553" y="0"/>
                      <a:pt x="3446" y="0"/>
                    </a:cubicBezTo>
                    <a:cubicBezTo>
                      <a:pt x="5338" y="0"/>
                      <a:pt x="6892" y="1554"/>
                      <a:pt x="6892" y="3446"/>
                    </a:cubicBezTo>
                    <a:lnTo>
                      <a:pt x="6892" y="47170"/>
                    </a:lnTo>
                    <a:cubicBezTo>
                      <a:pt x="6892" y="49062"/>
                      <a:pt x="5338" y="50616"/>
                      <a:pt x="3446" y="50616"/>
                    </a:cubicBezTo>
                    <a:close/>
                  </a:path>
                </a:pathLst>
              </a:custGeom>
              <a:solidFill>
                <a:srgbClr val="01355A"/>
              </a:solidFill>
              <a:ln w="2824" cap="flat">
                <a:noFill/>
                <a:prstDash val="solid"/>
                <a:miter/>
              </a:ln>
            </p:spPr>
            <p:txBody>
              <a:bodyPr rtlCol="1" anchor="ctr"/>
              <a:lstStyle/>
              <a:p>
                <a:endParaRPr lang="ar-SA"/>
              </a:p>
            </p:txBody>
          </p:sp>
        </p:grpSp>
        <p:sp>
          <p:nvSpPr>
            <p:cNvPr id="7226" name="شكل حر: شكل 8126">
              <a:extLst>
                <a:ext uri="{FF2B5EF4-FFF2-40B4-BE49-F238E27FC236}">
                  <a16:creationId xmlns:a16="http://schemas.microsoft.com/office/drawing/2014/main" id="{8BC09785-2173-B237-B51F-213A98D09FCC}"/>
                </a:ext>
              </a:extLst>
            </p:cNvPr>
            <p:cNvSpPr/>
            <p:nvPr/>
          </p:nvSpPr>
          <p:spPr>
            <a:xfrm>
              <a:off x="7793213" y="591375"/>
              <a:ext cx="213875" cy="6891"/>
            </a:xfrm>
            <a:custGeom>
              <a:avLst/>
              <a:gdLst>
                <a:gd name="connsiteX0" fmla="*/ 210429 w 213875"/>
                <a:gd name="connsiteY0" fmla="*/ 6892 h 6891"/>
                <a:gd name="connsiteX1" fmla="*/ 3447 w 213875"/>
                <a:gd name="connsiteY1" fmla="*/ 6892 h 6891"/>
                <a:gd name="connsiteX2" fmla="*/ 0 w 213875"/>
                <a:gd name="connsiteY2" fmla="*/ 3446 h 6891"/>
                <a:gd name="connsiteX3" fmla="*/ 3447 w 213875"/>
                <a:gd name="connsiteY3" fmla="*/ 0 h 6891"/>
                <a:gd name="connsiteX4" fmla="*/ 210429 w 213875"/>
                <a:gd name="connsiteY4" fmla="*/ 0 h 6891"/>
                <a:gd name="connsiteX5" fmla="*/ 213875 w 213875"/>
                <a:gd name="connsiteY5" fmla="*/ 3446 h 6891"/>
                <a:gd name="connsiteX6" fmla="*/ 210429 w 213875"/>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3875" h="6891">
                  <a:moveTo>
                    <a:pt x="210429" y="6892"/>
                  </a:moveTo>
                  <a:lnTo>
                    <a:pt x="3447" y="6892"/>
                  </a:lnTo>
                  <a:cubicBezTo>
                    <a:pt x="1554" y="6892"/>
                    <a:pt x="0" y="5338"/>
                    <a:pt x="0" y="3446"/>
                  </a:cubicBezTo>
                  <a:cubicBezTo>
                    <a:pt x="0" y="1554"/>
                    <a:pt x="1554" y="0"/>
                    <a:pt x="3447" y="0"/>
                  </a:cubicBezTo>
                  <a:lnTo>
                    <a:pt x="210429" y="0"/>
                  </a:lnTo>
                  <a:cubicBezTo>
                    <a:pt x="212322" y="0"/>
                    <a:pt x="213875" y="1554"/>
                    <a:pt x="213875" y="3446"/>
                  </a:cubicBezTo>
                  <a:cubicBezTo>
                    <a:pt x="213875" y="5338"/>
                    <a:pt x="212322" y="6892"/>
                    <a:pt x="210429" y="6892"/>
                  </a:cubicBezTo>
                  <a:close/>
                </a:path>
              </a:pathLst>
            </a:custGeom>
            <a:solidFill>
              <a:srgbClr val="01355A"/>
            </a:solidFill>
            <a:ln w="2824" cap="flat">
              <a:noFill/>
              <a:prstDash val="solid"/>
              <a:miter/>
            </a:ln>
          </p:spPr>
          <p:txBody>
            <a:bodyPr rtlCol="1" anchor="ctr"/>
            <a:lstStyle/>
            <a:p>
              <a:endParaRPr lang="ar-SA"/>
            </a:p>
          </p:txBody>
        </p:sp>
        <p:grpSp>
          <p:nvGrpSpPr>
            <p:cNvPr id="7227" name="رسم 8014">
              <a:extLst>
                <a:ext uri="{FF2B5EF4-FFF2-40B4-BE49-F238E27FC236}">
                  <a16:creationId xmlns:a16="http://schemas.microsoft.com/office/drawing/2014/main" id="{88D3D259-E3DF-7FBF-485C-B8102DB49466}"/>
                </a:ext>
              </a:extLst>
            </p:cNvPr>
            <p:cNvGrpSpPr/>
            <p:nvPr/>
          </p:nvGrpSpPr>
          <p:grpSpPr>
            <a:xfrm>
              <a:off x="7807223" y="621711"/>
              <a:ext cx="185798" cy="110298"/>
              <a:chOff x="7807223" y="621711"/>
              <a:chExt cx="185798" cy="110298"/>
            </a:xfrm>
            <a:solidFill>
              <a:srgbClr val="17A3A3"/>
            </a:solidFill>
          </p:grpSpPr>
          <p:sp>
            <p:nvSpPr>
              <p:cNvPr id="7228" name="شكل حر: شكل 8128">
                <a:extLst>
                  <a:ext uri="{FF2B5EF4-FFF2-40B4-BE49-F238E27FC236}">
                    <a16:creationId xmlns:a16="http://schemas.microsoft.com/office/drawing/2014/main" id="{2497C4BE-3939-19BF-7782-E71023386AB7}"/>
                  </a:ext>
                </a:extLst>
              </p:cNvPr>
              <p:cNvSpPr/>
              <p:nvPr/>
            </p:nvSpPr>
            <p:spPr>
              <a:xfrm>
                <a:off x="7807223" y="621711"/>
                <a:ext cx="30194" cy="31041"/>
              </a:xfrm>
              <a:custGeom>
                <a:avLst/>
                <a:gdLst>
                  <a:gd name="connsiteX0" fmla="*/ 26748 w 30194"/>
                  <a:gd name="connsiteY0" fmla="*/ 31042 h 31041"/>
                  <a:gd name="connsiteX1" fmla="*/ 3446 w 30194"/>
                  <a:gd name="connsiteY1" fmla="*/ 31042 h 31041"/>
                  <a:gd name="connsiteX2" fmla="*/ 0 w 30194"/>
                  <a:gd name="connsiteY2" fmla="*/ 27596 h 31041"/>
                  <a:gd name="connsiteX3" fmla="*/ 0 w 30194"/>
                  <a:gd name="connsiteY3" fmla="*/ 3446 h 31041"/>
                  <a:gd name="connsiteX4" fmla="*/ 3446 w 30194"/>
                  <a:gd name="connsiteY4" fmla="*/ 0 h 31041"/>
                  <a:gd name="connsiteX5" fmla="*/ 6892 w 30194"/>
                  <a:gd name="connsiteY5" fmla="*/ 3446 h 31041"/>
                  <a:gd name="connsiteX6" fmla="*/ 6892 w 30194"/>
                  <a:gd name="connsiteY6" fmla="*/ 24150 h 31041"/>
                  <a:gd name="connsiteX7" fmla="*/ 26748 w 30194"/>
                  <a:gd name="connsiteY7" fmla="*/ 24150 h 31041"/>
                  <a:gd name="connsiteX8" fmla="*/ 30194 w 30194"/>
                  <a:gd name="connsiteY8" fmla="*/ 27596 h 31041"/>
                  <a:gd name="connsiteX9" fmla="*/ 26748 w 30194"/>
                  <a:gd name="connsiteY9" fmla="*/ 31042 h 31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194" h="31041">
                    <a:moveTo>
                      <a:pt x="26748" y="31042"/>
                    </a:moveTo>
                    <a:lnTo>
                      <a:pt x="3446" y="31042"/>
                    </a:lnTo>
                    <a:cubicBezTo>
                      <a:pt x="1553" y="31042"/>
                      <a:pt x="0" y="29488"/>
                      <a:pt x="0" y="27596"/>
                    </a:cubicBezTo>
                    <a:lnTo>
                      <a:pt x="0" y="3446"/>
                    </a:lnTo>
                    <a:cubicBezTo>
                      <a:pt x="0" y="1554"/>
                      <a:pt x="1553" y="0"/>
                      <a:pt x="3446" y="0"/>
                    </a:cubicBezTo>
                    <a:cubicBezTo>
                      <a:pt x="5338" y="0"/>
                      <a:pt x="6892" y="1554"/>
                      <a:pt x="6892" y="3446"/>
                    </a:cubicBezTo>
                    <a:lnTo>
                      <a:pt x="6892" y="24150"/>
                    </a:lnTo>
                    <a:lnTo>
                      <a:pt x="26748" y="24150"/>
                    </a:lnTo>
                    <a:cubicBezTo>
                      <a:pt x="28641" y="24150"/>
                      <a:pt x="30194" y="25703"/>
                      <a:pt x="30194" y="27596"/>
                    </a:cubicBezTo>
                    <a:cubicBezTo>
                      <a:pt x="30194" y="29488"/>
                      <a:pt x="28641" y="31042"/>
                      <a:pt x="26748" y="31042"/>
                    </a:cubicBezTo>
                    <a:close/>
                  </a:path>
                </a:pathLst>
              </a:custGeom>
              <a:solidFill>
                <a:srgbClr val="17A3A3"/>
              </a:solidFill>
              <a:ln w="2824" cap="flat">
                <a:noFill/>
                <a:prstDash val="solid"/>
                <a:miter/>
              </a:ln>
            </p:spPr>
            <p:txBody>
              <a:bodyPr rtlCol="1" anchor="ctr"/>
              <a:lstStyle/>
              <a:p>
                <a:endParaRPr lang="ar-SA"/>
              </a:p>
            </p:txBody>
          </p:sp>
          <p:sp>
            <p:nvSpPr>
              <p:cNvPr id="7229" name="شكل حر: شكل 8129">
                <a:extLst>
                  <a:ext uri="{FF2B5EF4-FFF2-40B4-BE49-F238E27FC236}">
                    <a16:creationId xmlns:a16="http://schemas.microsoft.com/office/drawing/2014/main" id="{D05F346E-0519-6464-B136-1F481733E8EF}"/>
                  </a:ext>
                </a:extLst>
              </p:cNvPr>
              <p:cNvSpPr/>
              <p:nvPr/>
            </p:nvSpPr>
            <p:spPr>
              <a:xfrm>
                <a:off x="7885039" y="621711"/>
                <a:ext cx="30194" cy="31041"/>
              </a:xfrm>
              <a:custGeom>
                <a:avLst/>
                <a:gdLst>
                  <a:gd name="connsiteX0" fmla="*/ 26749 w 30194"/>
                  <a:gd name="connsiteY0" fmla="*/ 31042 h 31041"/>
                  <a:gd name="connsiteX1" fmla="*/ 3447 w 30194"/>
                  <a:gd name="connsiteY1" fmla="*/ 31042 h 31041"/>
                  <a:gd name="connsiteX2" fmla="*/ 0 w 30194"/>
                  <a:gd name="connsiteY2" fmla="*/ 27596 h 31041"/>
                  <a:gd name="connsiteX3" fmla="*/ 0 w 30194"/>
                  <a:gd name="connsiteY3" fmla="*/ 3446 h 31041"/>
                  <a:gd name="connsiteX4" fmla="*/ 3447 w 30194"/>
                  <a:gd name="connsiteY4" fmla="*/ 0 h 31041"/>
                  <a:gd name="connsiteX5" fmla="*/ 6892 w 30194"/>
                  <a:gd name="connsiteY5" fmla="*/ 3446 h 31041"/>
                  <a:gd name="connsiteX6" fmla="*/ 6892 w 30194"/>
                  <a:gd name="connsiteY6" fmla="*/ 24150 h 31041"/>
                  <a:gd name="connsiteX7" fmla="*/ 26749 w 30194"/>
                  <a:gd name="connsiteY7" fmla="*/ 24150 h 31041"/>
                  <a:gd name="connsiteX8" fmla="*/ 30195 w 30194"/>
                  <a:gd name="connsiteY8" fmla="*/ 27596 h 31041"/>
                  <a:gd name="connsiteX9" fmla="*/ 26749 w 30194"/>
                  <a:gd name="connsiteY9" fmla="*/ 31042 h 31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194" h="31041">
                    <a:moveTo>
                      <a:pt x="26749" y="31042"/>
                    </a:moveTo>
                    <a:lnTo>
                      <a:pt x="3447" y="31042"/>
                    </a:lnTo>
                    <a:cubicBezTo>
                      <a:pt x="1554" y="31042"/>
                      <a:pt x="0" y="29488"/>
                      <a:pt x="0" y="27596"/>
                    </a:cubicBezTo>
                    <a:lnTo>
                      <a:pt x="0" y="3446"/>
                    </a:lnTo>
                    <a:cubicBezTo>
                      <a:pt x="0" y="1554"/>
                      <a:pt x="1554" y="0"/>
                      <a:pt x="3447" y="0"/>
                    </a:cubicBezTo>
                    <a:cubicBezTo>
                      <a:pt x="5339" y="0"/>
                      <a:pt x="6892" y="1554"/>
                      <a:pt x="6892" y="3446"/>
                    </a:cubicBezTo>
                    <a:lnTo>
                      <a:pt x="6892" y="24150"/>
                    </a:lnTo>
                    <a:lnTo>
                      <a:pt x="26749" y="24150"/>
                    </a:lnTo>
                    <a:cubicBezTo>
                      <a:pt x="28641" y="24150"/>
                      <a:pt x="30195" y="25703"/>
                      <a:pt x="30195" y="27596"/>
                    </a:cubicBezTo>
                    <a:cubicBezTo>
                      <a:pt x="30195" y="29488"/>
                      <a:pt x="28641" y="31042"/>
                      <a:pt x="26749" y="31042"/>
                    </a:cubicBezTo>
                    <a:close/>
                  </a:path>
                </a:pathLst>
              </a:custGeom>
              <a:solidFill>
                <a:srgbClr val="17A3A3"/>
              </a:solidFill>
              <a:ln w="2824" cap="flat">
                <a:noFill/>
                <a:prstDash val="solid"/>
                <a:miter/>
              </a:ln>
            </p:spPr>
            <p:txBody>
              <a:bodyPr rtlCol="1" anchor="ctr"/>
              <a:lstStyle/>
              <a:p>
                <a:endParaRPr lang="ar-SA"/>
              </a:p>
            </p:txBody>
          </p:sp>
          <p:sp>
            <p:nvSpPr>
              <p:cNvPr id="7230" name="شكل حر: شكل 8130">
                <a:extLst>
                  <a:ext uri="{FF2B5EF4-FFF2-40B4-BE49-F238E27FC236}">
                    <a16:creationId xmlns:a16="http://schemas.microsoft.com/office/drawing/2014/main" id="{8ED77748-C97B-2F43-EC24-63D35FBBFFD6}"/>
                  </a:ext>
                </a:extLst>
              </p:cNvPr>
              <p:cNvSpPr/>
              <p:nvPr/>
            </p:nvSpPr>
            <p:spPr>
              <a:xfrm>
                <a:off x="7962855" y="621711"/>
                <a:ext cx="30166" cy="31041"/>
              </a:xfrm>
              <a:custGeom>
                <a:avLst/>
                <a:gdLst>
                  <a:gd name="connsiteX0" fmla="*/ 26720 w 30166"/>
                  <a:gd name="connsiteY0" fmla="*/ 31042 h 31041"/>
                  <a:gd name="connsiteX1" fmla="*/ 3446 w 30166"/>
                  <a:gd name="connsiteY1" fmla="*/ 31042 h 31041"/>
                  <a:gd name="connsiteX2" fmla="*/ 0 w 30166"/>
                  <a:gd name="connsiteY2" fmla="*/ 27596 h 31041"/>
                  <a:gd name="connsiteX3" fmla="*/ 0 w 30166"/>
                  <a:gd name="connsiteY3" fmla="*/ 3446 h 31041"/>
                  <a:gd name="connsiteX4" fmla="*/ 3446 w 30166"/>
                  <a:gd name="connsiteY4" fmla="*/ 0 h 31041"/>
                  <a:gd name="connsiteX5" fmla="*/ 6892 w 30166"/>
                  <a:gd name="connsiteY5" fmla="*/ 3446 h 31041"/>
                  <a:gd name="connsiteX6" fmla="*/ 6892 w 30166"/>
                  <a:gd name="connsiteY6" fmla="*/ 24150 h 31041"/>
                  <a:gd name="connsiteX7" fmla="*/ 26720 w 30166"/>
                  <a:gd name="connsiteY7" fmla="*/ 24150 h 31041"/>
                  <a:gd name="connsiteX8" fmla="*/ 30167 w 30166"/>
                  <a:gd name="connsiteY8" fmla="*/ 27596 h 31041"/>
                  <a:gd name="connsiteX9" fmla="*/ 26720 w 30166"/>
                  <a:gd name="connsiteY9" fmla="*/ 31042 h 31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166" h="31041">
                    <a:moveTo>
                      <a:pt x="26720" y="31042"/>
                    </a:moveTo>
                    <a:lnTo>
                      <a:pt x="3446" y="31042"/>
                    </a:lnTo>
                    <a:cubicBezTo>
                      <a:pt x="1554" y="31042"/>
                      <a:pt x="0" y="29488"/>
                      <a:pt x="0" y="27596"/>
                    </a:cubicBezTo>
                    <a:lnTo>
                      <a:pt x="0" y="3446"/>
                    </a:lnTo>
                    <a:cubicBezTo>
                      <a:pt x="0" y="1554"/>
                      <a:pt x="1554" y="0"/>
                      <a:pt x="3446" y="0"/>
                    </a:cubicBezTo>
                    <a:cubicBezTo>
                      <a:pt x="5339" y="0"/>
                      <a:pt x="6892" y="1554"/>
                      <a:pt x="6892" y="3446"/>
                    </a:cubicBezTo>
                    <a:lnTo>
                      <a:pt x="6892" y="24150"/>
                    </a:lnTo>
                    <a:lnTo>
                      <a:pt x="26720" y="24150"/>
                    </a:lnTo>
                    <a:cubicBezTo>
                      <a:pt x="28613" y="24150"/>
                      <a:pt x="30167" y="25703"/>
                      <a:pt x="30167" y="27596"/>
                    </a:cubicBezTo>
                    <a:cubicBezTo>
                      <a:pt x="30167" y="29488"/>
                      <a:pt x="28613" y="31042"/>
                      <a:pt x="26720" y="31042"/>
                    </a:cubicBezTo>
                    <a:close/>
                  </a:path>
                </a:pathLst>
              </a:custGeom>
              <a:solidFill>
                <a:srgbClr val="17A3A3"/>
              </a:solidFill>
              <a:ln w="2824" cap="flat">
                <a:noFill/>
                <a:prstDash val="solid"/>
                <a:miter/>
              </a:ln>
            </p:spPr>
            <p:txBody>
              <a:bodyPr rtlCol="1" anchor="ctr"/>
              <a:lstStyle/>
              <a:p>
                <a:endParaRPr lang="ar-SA"/>
              </a:p>
            </p:txBody>
          </p:sp>
          <p:sp>
            <p:nvSpPr>
              <p:cNvPr id="7231" name="شكل حر: شكل 8131">
                <a:extLst>
                  <a:ext uri="{FF2B5EF4-FFF2-40B4-BE49-F238E27FC236}">
                    <a16:creationId xmlns:a16="http://schemas.microsoft.com/office/drawing/2014/main" id="{7C551A91-E988-9AB3-799E-469ACA78EEB2}"/>
                  </a:ext>
                </a:extLst>
              </p:cNvPr>
              <p:cNvSpPr/>
              <p:nvPr/>
            </p:nvSpPr>
            <p:spPr>
              <a:xfrm>
                <a:off x="7807223" y="695092"/>
                <a:ext cx="30194" cy="31041"/>
              </a:xfrm>
              <a:custGeom>
                <a:avLst/>
                <a:gdLst>
                  <a:gd name="connsiteX0" fmla="*/ 26748 w 30194"/>
                  <a:gd name="connsiteY0" fmla="*/ 31042 h 31041"/>
                  <a:gd name="connsiteX1" fmla="*/ 3446 w 30194"/>
                  <a:gd name="connsiteY1" fmla="*/ 31042 h 31041"/>
                  <a:gd name="connsiteX2" fmla="*/ 0 w 30194"/>
                  <a:gd name="connsiteY2" fmla="*/ 27596 h 31041"/>
                  <a:gd name="connsiteX3" fmla="*/ 0 w 30194"/>
                  <a:gd name="connsiteY3" fmla="*/ 3446 h 31041"/>
                  <a:gd name="connsiteX4" fmla="*/ 3446 w 30194"/>
                  <a:gd name="connsiteY4" fmla="*/ 0 h 31041"/>
                  <a:gd name="connsiteX5" fmla="*/ 6892 w 30194"/>
                  <a:gd name="connsiteY5" fmla="*/ 3446 h 31041"/>
                  <a:gd name="connsiteX6" fmla="*/ 6892 w 30194"/>
                  <a:gd name="connsiteY6" fmla="*/ 24150 h 31041"/>
                  <a:gd name="connsiteX7" fmla="*/ 26748 w 30194"/>
                  <a:gd name="connsiteY7" fmla="*/ 24150 h 31041"/>
                  <a:gd name="connsiteX8" fmla="*/ 30194 w 30194"/>
                  <a:gd name="connsiteY8" fmla="*/ 27596 h 31041"/>
                  <a:gd name="connsiteX9" fmla="*/ 26748 w 30194"/>
                  <a:gd name="connsiteY9" fmla="*/ 31042 h 31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194" h="31041">
                    <a:moveTo>
                      <a:pt x="26748" y="31042"/>
                    </a:moveTo>
                    <a:lnTo>
                      <a:pt x="3446" y="31042"/>
                    </a:lnTo>
                    <a:cubicBezTo>
                      <a:pt x="1553" y="31042"/>
                      <a:pt x="0" y="29488"/>
                      <a:pt x="0" y="27596"/>
                    </a:cubicBezTo>
                    <a:lnTo>
                      <a:pt x="0" y="3446"/>
                    </a:lnTo>
                    <a:cubicBezTo>
                      <a:pt x="0" y="1554"/>
                      <a:pt x="1553" y="0"/>
                      <a:pt x="3446" y="0"/>
                    </a:cubicBezTo>
                    <a:cubicBezTo>
                      <a:pt x="5338" y="0"/>
                      <a:pt x="6892" y="1554"/>
                      <a:pt x="6892" y="3446"/>
                    </a:cubicBezTo>
                    <a:lnTo>
                      <a:pt x="6892" y="24150"/>
                    </a:lnTo>
                    <a:lnTo>
                      <a:pt x="26748" y="24150"/>
                    </a:lnTo>
                    <a:cubicBezTo>
                      <a:pt x="28641" y="24150"/>
                      <a:pt x="30194" y="25703"/>
                      <a:pt x="30194" y="27596"/>
                    </a:cubicBezTo>
                    <a:cubicBezTo>
                      <a:pt x="30194" y="29488"/>
                      <a:pt x="28641" y="31042"/>
                      <a:pt x="26748" y="31042"/>
                    </a:cubicBezTo>
                    <a:close/>
                  </a:path>
                </a:pathLst>
              </a:custGeom>
              <a:solidFill>
                <a:srgbClr val="17A3A3"/>
              </a:solidFill>
              <a:ln w="2824" cap="flat">
                <a:noFill/>
                <a:prstDash val="solid"/>
                <a:miter/>
              </a:ln>
            </p:spPr>
            <p:txBody>
              <a:bodyPr rtlCol="1" anchor="ctr"/>
              <a:lstStyle/>
              <a:p>
                <a:endParaRPr lang="ar-SA"/>
              </a:p>
            </p:txBody>
          </p:sp>
          <p:sp>
            <p:nvSpPr>
              <p:cNvPr id="7232" name="شكل حر: شكل 8132">
                <a:extLst>
                  <a:ext uri="{FF2B5EF4-FFF2-40B4-BE49-F238E27FC236}">
                    <a16:creationId xmlns:a16="http://schemas.microsoft.com/office/drawing/2014/main" id="{D5DC06A9-614F-2DEE-A660-BAAFC31BD401}"/>
                  </a:ext>
                </a:extLst>
              </p:cNvPr>
              <p:cNvSpPr/>
              <p:nvPr/>
            </p:nvSpPr>
            <p:spPr>
              <a:xfrm>
                <a:off x="7878740" y="689217"/>
                <a:ext cx="42792" cy="42791"/>
              </a:xfrm>
              <a:custGeom>
                <a:avLst/>
                <a:gdLst>
                  <a:gd name="connsiteX0" fmla="*/ 39346 w 42792"/>
                  <a:gd name="connsiteY0" fmla="*/ 42792 h 42791"/>
                  <a:gd name="connsiteX1" fmla="*/ 3446 w 42792"/>
                  <a:gd name="connsiteY1" fmla="*/ 42792 h 42791"/>
                  <a:gd name="connsiteX2" fmla="*/ 0 w 42792"/>
                  <a:gd name="connsiteY2" fmla="*/ 39346 h 42791"/>
                  <a:gd name="connsiteX3" fmla="*/ 0 w 42792"/>
                  <a:gd name="connsiteY3" fmla="*/ 3446 h 42791"/>
                  <a:gd name="connsiteX4" fmla="*/ 3446 w 42792"/>
                  <a:gd name="connsiteY4" fmla="*/ 0 h 42791"/>
                  <a:gd name="connsiteX5" fmla="*/ 39346 w 42792"/>
                  <a:gd name="connsiteY5" fmla="*/ 0 h 42791"/>
                  <a:gd name="connsiteX6" fmla="*/ 42792 w 42792"/>
                  <a:gd name="connsiteY6" fmla="*/ 3446 h 42791"/>
                  <a:gd name="connsiteX7" fmla="*/ 42792 w 42792"/>
                  <a:gd name="connsiteY7" fmla="*/ 39346 h 42791"/>
                  <a:gd name="connsiteX8" fmla="*/ 39346 w 42792"/>
                  <a:gd name="connsiteY8" fmla="*/ 42792 h 42791"/>
                  <a:gd name="connsiteX9" fmla="*/ 6892 w 42792"/>
                  <a:gd name="connsiteY9" fmla="*/ 35900 h 42791"/>
                  <a:gd name="connsiteX10" fmla="*/ 35901 w 42792"/>
                  <a:gd name="connsiteY10" fmla="*/ 35900 h 42791"/>
                  <a:gd name="connsiteX11" fmla="*/ 35901 w 42792"/>
                  <a:gd name="connsiteY11" fmla="*/ 6892 h 42791"/>
                  <a:gd name="connsiteX12" fmla="*/ 6892 w 42792"/>
                  <a:gd name="connsiteY12" fmla="*/ 6892 h 42791"/>
                  <a:gd name="connsiteX13" fmla="*/ 6892 w 42792"/>
                  <a:gd name="connsiteY13" fmla="*/ 35900 h 42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92" h="42791">
                    <a:moveTo>
                      <a:pt x="39346" y="42792"/>
                    </a:moveTo>
                    <a:lnTo>
                      <a:pt x="3446" y="42792"/>
                    </a:lnTo>
                    <a:cubicBezTo>
                      <a:pt x="1554" y="42792"/>
                      <a:pt x="0" y="41238"/>
                      <a:pt x="0" y="39346"/>
                    </a:cubicBezTo>
                    <a:lnTo>
                      <a:pt x="0" y="3446"/>
                    </a:lnTo>
                    <a:cubicBezTo>
                      <a:pt x="0" y="1554"/>
                      <a:pt x="1554" y="0"/>
                      <a:pt x="3446" y="0"/>
                    </a:cubicBezTo>
                    <a:lnTo>
                      <a:pt x="39346" y="0"/>
                    </a:lnTo>
                    <a:cubicBezTo>
                      <a:pt x="41239" y="0"/>
                      <a:pt x="42792" y="1554"/>
                      <a:pt x="42792" y="3446"/>
                    </a:cubicBezTo>
                    <a:lnTo>
                      <a:pt x="42792" y="39346"/>
                    </a:lnTo>
                    <a:cubicBezTo>
                      <a:pt x="42792" y="41238"/>
                      <a:pt x="41239" y="42792"/>
                      <a:pt x="39346" y="42792"/>
                    </a:cubicBezTo>
                    <a:close/>
                    <a:moveTo>
                      <a:pt x="6892" y="35900"/>
                    </a:moveTo>
                    <a:lnTo>
                      <a:pt x="35901" y="35900"/>
                    </a:lnTo>
                    <a:lnTo>
                      <a:pt x="35901" y="6892"/>
                    </a:lnTo>
                    <a:lnTo>
                      <a:pt x="6892" y="6892"/>
                    </a:lnTo>
                    <a:lnTo>
                      <a:pt x="6892" y="35900"/>
                    </a:lnTo>
                    <a:close/>
                  </a:path>
                </a:pathLst>
              </a:custGeom>
              <a:solidFill>
                <a:srgbClr val="17A3A3"/>
              </a:solidFill>
              <a:ln w="2824" cap="flat">
                <a:noFill/>
                <a:prstDash val="solid"/>
                <a:miter/>
              </a:ln>
            </p:spPr>
            <p:txBody>
              <a:bodyPr rtlCol="1" anchor="ctr"/>
              <a:lstStyle/>
              <a:p>
                <a:endParaRPr lang="ar-SA"/>
              </a:p>
            </p:txBody>
          </p:sp>
        </p:grpSp>
      </p:grpSp>
      <p:grpSp>
        <p:nvGrpSpPr>
          <p:cNvPr id="7235" name="رسم 8014">
            <a:extLst>
              <a:ext uri="{FF2B5EF4-FFF2-40B4-BE49-F238E27FC236}">
                <a16:creationId xmlns:a16="http://schemas.microsoft.com/office/drawing/2014/main" id="{F61C4D9C-29CF-A8A5-F0B2-9A90C96BF6D0}"/>
              </a:ext>
            </a:extLst>
          </p:cNvPr>
          <p:cNvGrpSpPr/>
          <p:nvPr/>
        </p:nvGrpSpPr>
        <p:grpSpPr>
          <a:xfrm>
            <a:off x="3744581" y="1478931"/>
            <a:ext cx="242353" cy="228327"/>
            <a:chOff x="3557325" y="60981"/>
            <a:chExt cx="289685" cy="289685"/>
          </a:xfrm>
        </p:grpSpPr>
        <p:sp>
          <p:nvSpPr>
            <p:cNvPr id="7236" name="شكل حر: شكل 8134">
              <a:extLst>
                <a:ext uri="{FF2B5EF4-FFF2-40B4-BE49-F238E27FC236}">
                  <a16:creationId xmlns:a16="http://schemas.microsoft.com/office/drawing/2014/main" id="{235CADF0-22AF-D299-C5B0-214B44284CDC}"/>
                </a:ext>
              </a:extLst>
            </p:cNvPr>
            <p:cNvSpPr/>
            <p:nvPr/>
          </p:nvSpPr>
          <p:spPr>
            <a:xfrm>
              <a:off x="3643954" y="60981"/>
              <a:ext cx="116427" cy="289685"/>
            </a:xfrm>
            <a:custGeom>
              <a:avLst/>
              <a:gdLst>
                <a:gd name="connsiteX0" fmla="*/ 58214 w 116427"/>
                <a:gd name="connsiteY0" fmla="*/ 289686 h 289685"/>
                <a:gd name="connsiteX1" fmla="*/ 0 w 116427"/>
                <a:gd name="connsiteY1" fmla="*/ 144843 h 289685"/>
                <a:gd name="connsiteX2" fmla="*/ 58214 w 116427"/>
                <a:gd name="connsiteY2" fmla="*/ 0 h 289685"/>
                <a:gd name="connsiteX3" fmla="*/ 116428 w 116427"/>
                <a:gd name="connsiteY3" fmla="*/ 144843 h 289685"/>
                <a:gd name="connsiteX4" fmla="*/ 58214 w 116427"/>
                <a:gd name="connsiteY4" fmla="*/ 289686 h 289685"/>
                <a:gd name="connsiteX5" fmla="*/ 58214 w 116427"/>
                <a:gd name="connsiteY5" fmla="*/ 6892 h 289685"/>
                <a:gd name="connsiteX6" fmla="*/ 6892 w 116427"/>
                <a:gd name="connsiteY6" fmla="*/ 144843 h 289685"/>
                <a:gd name="connsiteX7" fmla="*/ 58214 w 116427"/>
                <a:gd name="connsiteY7" fmla="*/ 282794 h 289685"/>
                <a:gd name="connsiteX8" fmla="*/ 109536 w 116427"/>
                <a:gd name="connsiteY8" fmla="*/ 144843 h 289685"/>
                <a:gd name="connsiteX9" fmla="*/ 58214 w 116427"/>
                <a:gd name="connsiteY9" fmla="*/ 6892 h 289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427" h="289685">
                  <a:moveTo>
                    <a:pt x="58214" y="289686"/>
                  </a:moveTo>
                  <a:cubicBezTo>
                    <a:pt x="25562" y="289686"/>
                    <a:pt x="0" y="226049"/>
                    <a:pt x="0" y="144843"/>
                  </a:cubicBezTo>
                  <a:cubicBezTo>
                    <a:pt x="0" y="63637"/>
                    <a:pt x="25562" y="0"/>
                    <a:pt x="58214" y="0"/>
                  </a:cubicBezTo>
                  <a:cubicBezTo>
                    <a:pt x="90866" y="0"/>
                    <a:pt x="116428" y="63637"/>
                    <a:pt x="116428" y="144843"/>
                  </a:cubicBezTo>
                  <a:cubicBezTo>
                    <a:pt x="116428" y="226049"/>
                    <a:pt x="90866" y="289686"/>
                    <a:pt x="58214" y="289686"/>
                  </a:cubicBezTo>
                  <a:close/>
                  <a:moveTo>
                    <a:pt x="58214" y="6892"/>
                  </a:moveTo>
                  <a:cubicBezTo>
                    <a:pt x="30392" y="6892"/>
                    <a:pt x="6892" y="70077"/>
                    <a:pt x="6892" y="144843"/>
                  </a:cubicBezTo>
                  <a:cubicBezTo>
                    <a:pt x="6892" y="219609"/>
                    <a:pt x="30392" y="282794"/>
                    <a:pt x="58214" y="282794"/>
                  </a:cubicBezTo>
                  <a:cubicBezTo>
                    <a:pt x="86036" y="282794"/>
                    <a:pt x="109536" y="219609"/>
                    <a:pt x="109536" y="144843"/>
                  </a:cubicBezTo>
                  <a:cubicBezTo>
                    <a:pt x="109536" y="70077"/>
                    <a:pt x="86036" y="6892"/>
                    <a:pt x="58214" y="6892"/>
                  </a:cubicBezTo>
                  <a:close/>
                </a:path>
              </a:pathLst>
            </a:custGeom>
            <a:solidFill>
              <a:srgbClr val="17A3A3"/>
            </a:solidFill>
            <a:ln w="2824" cap="flat">
              <a:noFill/>
              <a:prstDash val="solid"/>
              <a:miter/>
            </a:ln>
          </p:spPr>
          <p:txBody>
            <a:bodyPr rtlCol="1" anchor="ctr"/>
            <a:lstStyle/>
            <a:p>
              <a:endParaRPr lang="ar-SA"/>
            </a:p>
          </p:txBody>
        </p:sp>
        <p:sp>
          <p:nvSpPr>
            <p:cNvPr id="7237" name="شكل حر: شكل 8135">
              <a:extLst>
                <a:ext uri="{FF2B5EF4-FFF2-40B4-BE49-F238E27FC236}">
                  <a16:creationId xmlns:a16="http://schemas.microsoft.com/office/drawing/2014/main" id="{471D0B05-1F39-B2CD-122B-03ED01886E34}"/>
                </a:ext>
              </a:extLst>
            </p:cNvPr>
            <p:cNvSpPr/>
            <p:nvPr/>
          </p:nvSpPr>
          <p:spPr>
            <a:xfrm>
              <a:off x="3557325" y="202378"/>
              <a:ext cx="289685" cy="6891"/>
            </a:xfrm>
            <a:custGeom>
              <a:avLst/>
              <a:gdLst>
                <a:gd name="connsiteX0" fmla="*/ 286240 w 289685"/>
                <a:gd name="connsiteY0" fmla="*/ 6892 h 6891"/>
                <a:gd name="connsiteX1" fmla="*/ 3446 w 289685"/>
                <a:gd name="connsiteY1" fmla="*/ 6892 h 6891"/>
                <a:gd name="connsiteX2" fmla="*/ 0 w 289685"/>
                <a:gd name="connsiteY2" fmla="*/ 3446 h 6891"/>
                <a:gd name="connsiteX3" fmla="*/ 3446 w 289685"/>
                <a:gd name="connsiteY3" fmla="*/ 0 h 6891"/>
                <a:gd name="connsiteX4" fmla="*/ 286240 w 289685"/>
                <a:gd name="connsiteY4" fmla="*/ 0 h 6891"/>
                <a:gd name="connsiteX5" fmla="*/ 289686 w 289685"/>
                <a:gd name="connsiteY5" fmla="*/ 3446 h 6891"/>
                <a:gd name="connsiteX6" fmla="*/ 286240 w 289685"/>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9685" h="6891">
                  <a:moveTo>
                    <a:pt x="286240" y="6892"/>
                  </a:moveTo>
                  <a:lnTo>
                    <a:pt x="3446" y="6892"/>
                  </a:lnTo>
                  <a:cubicBezTo>
                    <a:pt x="1553" y="6892"/>
                    <a:pt x="0" y="5338"/>
                    <a:pt x="0" y="3446"/>
                  </a:cubicBezTo>
                  <a:cubicBezTo>
                    <a:pt x="0" y="1553"/>
                    <a:pt x="1553" y="0"/>
                    <a:pt x="3446" y="0"/>
                  </a:cubicBezTo>
                  <a:lnTo>
                    <a:pt x="286240" y="0"/>
                  </a:lnTo>
                  <a:cubicBezTo>
                    <a:pt x="288132" y="0"/>
                    <a:pt x="289686" y="1553"/>
                    <a:pt x="289686" y="3446"/>
                  </a:cubicBezTo>
                  <a:cubicBezTo>
                    <a:pt x="289686" y="5338"/>
                    <a:pt x="288132" y="6892"/>
                    <a:pt x="286240" y="6892"/>
                  </a:cubicBezTo>
                  <a:close/>
                </a:path>
              </a:pathLst>
            </a:custGeom>
            <a:solidFill>
              <a:srgbClr val="01355A"/>
            </a:solidFill>
            <a:ln w="2824" cap="flat">
              <a:noFill/>
              <a:prstDash val="solid"/>
              <a:miter/>
            </a:ln>
          </p:spPr>
          <p:txBody>
            <a:bodyPr rtlCol="1" anchor="ctr"/>
            <a:lstStyle/>
            <a:p>
              <a:endParaRPr lang="ar-SA"/>
            </a:p>
          </p:txBody>
        </p:sp>
        <p:sp>
          <p:nvSpPr>
            <p:cNvPr id="7238" name="شكل حر: شكل 8136">
              <a:extLst>
                <a:ext uri="{FF2B5EF4-FFF2-40B4-BE49-F238E27FC236}">
                  <a16:creationId xmlns:a16="http://schemas.microsoft.com/office/drawing/2014/main" id="{F050A1A8-F11E-2DEE-345C-790420808EC8}"/>
                </a:ext>
              </a:extLst>
            </p:cNvPr>
            <p:cNvSpPr/>
            <p:nvPr/>
          </p:nvSpPr>
          <p:spPr>
            <a:xfrm>
              <a:off x="3594301" y="107052"/>
              <a:ext cx="215762" cy="36970"/>
            </a:xfrm>
            <a:custGeom>
              <a:avLst/>
              <a:gdLst>
                <a:gd name="connsiteX0" fmla="*/ 107867 w 215762"/>
                <a:gd name="connsiteY0" fmla="*/ 36971 h 36970"/>
                <a:gd name="connsiteX1" fmla="*/ 1579 w 215762"/>
                <a:gd name="connsiteY1" fmla="*/ 6353 h 36970"/>
                <a:gd name="connsiteX2" fmla="*/ 563 w 215762"/>
                <a:gd name="connsiteY2" fmla="*/ 1579 h 36970"/>
                <a:gd name="connsiteX3" fmla="*/ 5336 w 215762"/>
                <a:gd name="connsiteY3" fmla="*/ 563 h 36970"/>
                <a:gd name="connsiteX4" fmla="*/ 107867 w 215762"/>
                <a:gd name="connsiteY4" fmla="*/ 30079 h 36970"/>
                <a:gd name="connsiteX5" fmla="*/ 210427 w 215762"/>
                <a:gd name="connsiteY5" fmla="*/ 563 h 36970"/>
                <a:gd name="connsiteX6" fmla="*/ 215200 w 215762"/>
                <a:gd name="connsiteY6" fmla="*/ 1579 h 36970"/>
                <a:gd name="connsiteX7" fmla="*/ 214183 w 215762"/>
                <a:gd name="connsiteY7" fmla="*/ 6353 h 36970"/>
                <a:gd name="connsiteX8" fmla="*/ 107867 w 215762"/>
                <a:gd name="connsiteY8" fmla="*/ 36971 h 36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762" h="36970">
                  <a:moveTo>
                    <a:pt x="107867" y="36971"/>
                  </a:moveTo>
                  <a:cubicBezTo>
                    <a:pt x="69199" y="36971"/>
                    <a:pt x="32452" y="26379"/>
                    <a:pt x="1579" y="6353"/>
                  </a:cubicBezTo>
                  <a:cubicBezTo>
                    <a:pt x="-31" y="5308"/>
                    <a:pt x="-483" y="3189"/>
                    <a:pt x="563" y="1579"/>
                  </a:cubicBezTo>
                  <a:cubicBezTo>
                    <a:pt x="1608" y="-2"/>
                    <a:pt x="3726" y="-483"/>
                    <a:pt x="5336" y="563"/>
                  </a:cubicBezTo>
                  <a:cubicBezTo>
                    <a:pt x="35078" y="19882"/>
                    <a:pt x="70555" y="30079"/>
                    <a:pt x="107867" y="30079"/>
                  </a:cubicBezTo>
                  <a:cubicBezTo>
                    <a:pt x="145179" y="30079"/>
                    <a:pt x="180656" y="19882"/>
                    <a:pt x="210427" y="563"/>
                  </a:cubicBezTo>
                  <a:cubicBezTo>
                    <a:pt x="212036" y="-483"/>
                    <a:pt x="214155" y="-31"/>
                    <a:pt x="215200" y="1579"/>
                  </a:cubicBezTo>
                  <a:cubicBezTo>
                    <a:pt x="216245" y="3189"/>
                    <a:pt x="215793" y="5308"/>
                    <a:pt x="214183" y="6353"/>
                  </a:cubicBezTo>
                  <a:cubicBezTo>
                    <a:pt x="183282" y="26379"/>
                    <a:pt x="146535" y="36971"/>
                    <a:pt x="107867" y="36971"/>
                  </a:cubicBezTo>
                  <a:close/>
                </a:path>
              </a:pathLst>
            </a:custGeom>
            <a:solidFill>
              <a:srgbClr val="17A3A3"/>
            </a:solidFill>
            <a:ln w="2824" cap="flat">
              <a:noFill/>
              <a:prstDash val="solid"/>
              <a:miter/>
            </a:ln>
          </p:spPr>
          <p:txBody>
            <a:bodyPr rtlCol="1" anchor="ctr"/>
            <a:lstStyle/>
            <a:p>
              <a:endParaRPr lang="ar-SA"/>
            </a:p>
          </p:txBody>
        </p:sp>
        <p:sp>
          <p:nvSpPr>
            <p:cNvPr id="7239" name="شكل حر: شكل 8137">
              <a:extLst>
                <a:ext uri="{FF2B5EF4-FFF2-40B4-BE49-F238E27FC236}">
                  <a16:creationId xmlns:a16="http://schemas.microsoft.com/office/drawing/2014/main" id="{9F92F9F6-0EC1-BBD7-E51A-B5F3CC9E1849}"/>
                </a:ext>
              </a:extLst>
            </p:cNvPr>
            <p:cNvSpPr/>
            <p:nvPr/>
          </p:nvSpPr>
          <p:spPr>
            <a:xfrm>
              <a:off x="3594301" y="267625"/>
              <a:ext cx="215755" cy="36973"/>
            </a:xfrm>
            <a:custGeom>
              <a:avLst/>
              <a:gdLst>
                <a:gd name="connsiteX0" fmla="*/ 3444 w 215755"/>
                <a:gd name="connsiteY0" fmla="*/ 36973 h 36973"/>
                <a:gd name="connsiteX1" fmla="*/ 563 w 215755"/>
                <a:gd name="connsiteY1" fmla="*/ 35392 h 36973"/>
                <a:gd name="connsiteX2" fmla="*/ 1579 w 215755"/>
                <a:gd name="connsiteY2" fmla="*/ 30618 h 36973"/>
                <a:gd name="connsiteX3" fmla="*/ 107867 w 215755"/>
                <a:gd name="connsiteY3" fmla="*/ 0 h 36973"/>
                <a:gd name="connsiteX4" fmla="*/ 214183 w 215755"/>
                <a:gd name="connsiteY4" fmla="*/ 30618 h 36973"/>
                <a:gd name="connsiteX5" fmla="*/ 215200 w 215755"/>
                <a:gd name="connsiteY5" fmla="*/ 35392 h 36973"/>
                <a:gd name="connsiteX6" fmla="*/ 210427 w 215755"/>
                <a:gd name="connsiteY6" fmla="*/ 36408 h 36973"/>
                <a:gd name="connsiteX7" fmla="*/ 107867 w 215755"/>
                <a:gd name="connsiteY7" fmla="*/ 6892 h 36973"/>
                <a:gd name="connsiteX8" fmla="*/ 5336 w 215755"/>
                <a:gd name="connsiteY8" fmla="*/ 36408 h 36973"/>
                <a:gd name="connsiteX9" fmla="*/ 3472 w 215755"/>
                <a:gd name="connsiteY9" fmla="*/ 36973 h 3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5755" h="36973">
                  <a:moveTo>
                    <a:pt x="3444" y="36973"/>
                  </a:moveTo>
                  <a:cubicBezTo>
                    <a:pt x="2314" y="36973"/>
                    <a:pt x="1212" y="36408"/>
                    <a:pt x="563" y="35392"/>
                  </a:cubicBezTo>
                  <a:cubicBezTo>
                    <a:pt x="-483" y="33782"/>
                    <a:pt x="-31" y="31663"/>
                    <a:pt x="1579" y="30618"/>
                  </a:cubicBezTo>
                  <a:cubicBezTo>
                    <a:pt x="32452" y="10592"/>
                    <a:pt x="69199" y="0"/>
                    <a:pt x="107867" y="0"/>
                  </a:cubicBezTo>
                  <a:cubicBezTo>
                    <a:pt x="146535" y="0"/>
                    <a:pt x="183282" y="10592"/>
                    <a:pt x="214183" y="30618"/>
                  </a:cubicBezTo>
                  <a:cubicBezTo>
                    <a:pt x="215765" y="31663"/>
                    <a:pt x="216245" y="33782"/>
                    <a:pt x="215200" y="35392"/>
                  </a:cubicBezTo>
                  <a:cubicBezTo>
                    <a:pt x="214155" y="37002"/>
                    <a:pt x="212036" y="37454"/>
                    <a:pt x="210427" y="36408"/>
                  </a:cubicBezTo>
                  <a:cubicBezTo>
                    <a:pt x="180656" y="17089"/>
                    <a:pt x="145179" y="6892"/>
                    <a:pt x="107867" y="6892"/>
                  </a:cubicBezTo>
                  <a:cubicBezTo>
                    <a:pt x="70555" y="6892"/>
                    <a:pt x="35078" y="17089"/>
                    <a:pt x="5336" y="36408"/>
                  </a:cubicBezTo>
                  <a:cubicBezTo>
                    <a:pt x="4771" y="36776"/>
                    <a:pt x="4093" y="36973"/>
                    <a:pt x="3472" y="36973"/>
                  </a:cubicBezTo>
                  <a:close/>
                </a:path>
              </a:pathLst>
            </a:custGeom>
            <a:solidFill>
              <a:srgbClr val="17A3A3"/>
            </a:solidFill>
            <a:ln w="2824" cap="flat">
              <a:noFill/>
              <a:prstDash val="solid"/>
              <a:miter/>
            </a:ln>
          </p:spPr>
          <p:txBody>
            <a:bodyPr rtlCol="1" anchor="ctr"/>
            <a:lstStyle/>
            <a:p>
              <a:endParaRPr lang="ar-SA"/>
            </a:p>
          </p:txBody>
        </p:sp>
        <p:sp>
          <p:nvSpPr>
            <p:cNvPr id="7240" name="شكل حر: شكل 8138">
              <a:extLst>
                <a:ext uri="{FF2B5EF4-FFF2-40B4-BE49-F238E27FC236}">
                  <a16:creationId xmlns:a16="http://schemas.microsoft.com/office/drawing/2014/main" id="{84F7CE24-4FB2-F182-9784-10ECBE9DD011}"/>
                </a:ext>
              </a:extLst>
            </p:cNvPr>
            <p:cNvSpPr/>
            <p:nvPr/>
          </p:nvSpPr>
          <p:spPr>
            <a:xfrm>
              <a:off x="3557325" y="60981"/>
              <a:ext cx="289685" cy="289685"/>
            </a:xfrm>
            <a:custGeom>
              <a:avLst/>
              <a:gdLst>
                <a:gd name="connsiteX0" fmla="*/ 144843 w 289685"/>
                <a:gd name="connsiteY0" fmla="*/ 289686 h 289685"/>
                <a:gd name="connsiteX1" fmla="*/ 0 w 289685"/>
                <a:gd name="connsiteY1" fmla="*/ 144843 h 289685"/>
                <a:gd name="connsiteX2" fmla="*/ 144843 w 289685"/>
                <a:gd name="connsiteY2" fmla="*/ 0 h 289685"/>
                <a:gd name="connsiteX3" fmla="*/ 289686 w 289685"/>
                <a:gd name="connsiteY3" fmla="*/ 144843 h 289685"/>
                <a:gd name="connsiteX4" fmla="*/ 144843 w 289685"/>
                <a:gd name="connsiteY4" fmla="*/ 289686 h 289685"/>
                <a:gd name="connsiteX5" fmla="*/ 144843 w 289685"/>
                <a:gd name="connsiteY5" fmla="*/ 6892 h 289685"/>
                <a:gd name="connsiteX6" fmla="*/ 6892 w 289685"/>
                <a:gd name="connsiteY6" fmla="*/ 144843 h 289685"/>
                <a:gd name="connsiteX7" fmla="*/ 144843 w 289685"/>
                <a:gd name="connsiteY7" fmla="*/ 282794 h 289685"/>
                <a:gd name="connsiteX8" fmla="*/ 282793 w 289685"/>
                <a:gd name="connsiteY8" fmla="*/ 144843 h 289685"/>
                <a:gd name="connsiteX9" fmla="*/ 144843 w 289685"/>
                <a:gd name="connsiteY9" fmla="*/ 6892 h 289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9685" h="289685">
                  <a:moveTo>
                    <a:pt x="144843" y="289686"/>
                  </a:moveTo>
                  <a:cubicBezTo>
                    <a:pt x="64965" y="289686"/>
                    <a:pt x="0" y="224721"/>
                    <a:pt x="0" y="144843"/>
                  </a:cubicBezTo>
                  <a:cubicBezTo>
                    <a:pt x="0" y="64965"/>
                    <a:pt x="64965" y="0"/>
                    <a:pt x="144843" y="0"/>
                  </a:cubicBezTo>
                  <a:cubicBezTo>
                    <a:pt x="224721" y="0"/>
                    <a:pt x="289686" y="64965"/>
                    <a:pt x="289686" y="144843"/>
                  </a:cubicBezTo>
                  <a:cubicBezTo>
                    <a:pt x="289686" y="224721"/>
                    <a:pt x="224721" y="289686"/>
                    <a:pt x="144843" y="289686"/>
                  </a:cubicBezTo>
                  <a:close/>
                  <a:moveTo>
                    <a:pt x="144843" y="6892"/>
                  </a:moveTo>
                  <a:cubicBezTo>
                    <a:pt x="68778" y="6892"/>
                    <a:pt x="6892" y="68778"/>
                    <a:pt x="6892" y="144843"/>
                  </a:cubicBezTo>
                  <a:cubicBezTo>
                    <a:pt x="6892" y="220908"/>
                    <a:pt x="68778" y="282794"/>
                    <a:pt x="144843" y="282794"/>
                  </a:cubicBezTo>
                  <a:cubicBezTo>
                    <a:pt x="220908" y="282794"/>
                    <a:pt x="282793" y="220908"/>
                    <a:pt x="282793" y="144843"/>
                  </a:cubicBezTo>
                  <a:cubicBezTo>
                    <a:pt x="282793" y="68778"/>
                    <a:pt x="220908" y="6892"/>
                    <a:pt x="144843" y="6892"/>
                  </a:cubicBezTo>
                  <a:close/>
                </a:path>
              </a:pathLst>
            </a:custGeom>
            <a:solidFill>
              <a:srgbClr val="01355A"/>
            </a:solidFill>
            <a:ln w="2824" cap="flat">
              <a:noFill/>
              <a:prstDash val="solid"/>
              <a:miter/>
            </a:ln>
          </p:spPr>
          <p:txBody>
            <a:bodyPr rtlCol="1" anchor="ctr"/>
            <a:lstStyle/>
            <a:p>
              <a:endParaRPr lang="ar-SA"/>
            </a:p>
          </p:txBody>
        </p:sp>
      </p:grpSp>
      <p:grpSp>
        <p:nvGrpSpPr>
          <p:cNvPr id="7241" name="رسم 8014">
            <a:extLst>
              <a:ext uri="{FF2B5EF4-FFF2-40B4-BE49-F238E27FC236}">
                <a16:creationId xmlns:a16="http://schemas.microsoft.com/office/drawing/2014/main" id="{FD8717D6-B3B0-F822-177F-40CA4E99A0BE}"/>
              </a:ext>
            </a:extLst>
          </p:cNvPr>
          <p:cNvGrpSpPr/>
          <p:nvPr/>
        </p:nvGrpSpPr>
        <p:grpSpPr>
          <a:xfrm>
            <a:off x="9018069" y="1845311"/>
            <a:ext cx="250387" cy="252816"/>
            <a:chOff x="9860725" y="525817"/>
            <a:chExt cx="299288" cy="320755"/>
          </a:xfrm>
        </p:grpSpPr>
        <p:grpSp>
          <p:nvGrpSpPr>
            <p:cNvPr id="7242" name="رسم 8014">
              <a:extLst>
                <a:ext uri="{FF2B5EF4-FFF2-40B4-BE49-F238E27FC236}">
                  <a16:creationId xmlns:a16="http://schemas.microsoft.com/office/drawing/2014/main" id="{C24A96C4-4AA9-A0DB-BF2C-A9A162AEB4D8}"/>
                </a:ext>
              </a:extLst>
            </p:cNvPr>
            <p:cNvGrpSpPr/>
            <p:nvPr/>
          </p:nvGrpSpPr>
          <p:grpSpPr>
            <a:xfrm>
              <a:off x="9860725" y="525817"/>
              <a:ext cx="260874" cy="279940"/>
              <a:chOff x="9860725" y="525817"/>
              <a:chExt cx="260874" cy="279940"/>
            </a:xfrm>
            <a:solidFill>
              <a:srgbClr val="01355A"/>
            </a:solidFill>
          </p:grpSpPr>
          <p:sp>
            <p:nvSpPr>
              <p:cNvPr id="7246" name="شكل حر: شكل 8141">
                <a:extLst>
                  <a:ext uri="{FF2B5EF4-FFF2-40B4-BE49-F238E27FC236}">
                    <a16:creationId xmlns:a16="http://schemas.microsoft.com/office/drawing/2014/main" id="{58F952A5-F1AB-70F1-64C3-6740BF200ECC}"/>
                  </a:ext>
                </a:extLst>
              </p:cNvPr>
              <p:cNvSpPr/>
              <p:nvPr/>
            </p:nvSpPr>
            <p:spPr>
              <a:xfrm>
                <a:off x="9930774" y="525817"/>
                <a:ext cx="120862" cy="44204"/>
              </a:xfrm>
              <a:custGeom>
                <a:avLst/>
                <a:gdLst>
                  <a:gd name="connsiteX0" fmla="*/ 117417 w 120862"/>
                  <a:gd name="connsiteY0" fmla="*/ 44204 h 44204"/>
                  <a:gd name="connsiteX1" fmla="*/ 113971 w 120862"/>
                  <a:gd name="connsiteY1" fmla="*/ 40758 h 44204"/>
                  <a:gd name="connsiteX2" fmla="*/ 113971 w 120862"/>
                  <a:gd name="connsiteY2" fmla="*/ 37030 h 44204"/>
                  <a:gd name="connsiteX3" fmla="*/ 83833 w 120862"/>
                  <a:gd name="connsiteY3" fmla="*/ 6892 h 44204"/>
                  <a:gd name="connsiteX4" fmla="*/ 37030 w 120862"/>
                  <a:gd name="connsiteY4" fmla="*/ 6892 h 44204"/>
                  <a:gd name="connsiteX5" fmla="*/ 6892 w 120862"/>
                  <a:gd name="connsiteY5" fmla="*/ 37030 h 44204"/>
                  <a:gd name="connsiteX6" fmla="*/ 6892 w 120862"/>
                  <a:gd name="connsiteY6" fmla="*/ 40758 h 44204"/>
                  <a:gd name="connsiteX7" fmla="*/ 3446 w 120862"/>
                  <a:gd name="connsiteY7" fmla="*/ 44204 h 44204"/>
                  <a:gd name="connsiteX8" fmla="*/ 0 w 120862"/>
                  <a:gd name="connsiteY8" fmla="*/ 40758 h 44204"/>
                  <a:gd name="connsiteX9" fmla="*/ 0 w 120862"/>
                  <a:gd name="connsiteY9" fmla="*/ 37030 h 44204"/>
                  <a:gd name="connsiteX10" fmla="*/ 37030 w 120862"/>
                  <a:gd name="connsiteY10" fmla="*/ 0 h 44204"/>
                  <a:gd name="connsiteX11" fmla="*/ 83833 w 120862"/>
                  <a:gd name="connsiteY11" fmla="*/ 0 h 44204"/>
                  <a:gd name="connsiteX12" fmla="*/ 120862 w 120862"/>
                  <a:gd name="connsiteY12" fmla="*/ 37030 h 44204"/>
                  <a:gd name="connsiteX13" fmla="*/ 120862 w 120862"/>
                  <a:gd name="connsiteY13" fmla="*/ 40758 h 44204"/>
                  <a:gd name="connsiteX14" fmla="*/ 117417 w 120862"/>
                  <a:gd name="connsiteY14" fmla="*/ 44204 h 44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0862" h="44204">
                    <a:moveTo>
                      <a:pt x="117417" y="44204"/>
                    </a:moveTo>
                    <a:cubicBezTo>
                      <a:pt x="115524" y="44204"/>
                      <a:pt x="113971" y="42651"/>
                      <a:pt x="113971" y="40758"/>
                    </a:cubicBezTo>
                    <a:lnTo>
                      <a:pt x="113971" y="37030"/>
                    </a:lnTo>
                    <a:cubicBezTo>
                      <a:pt x="113971" y="20393"/>
                      <a:pt x="100441" y="6892"/>
                      <a:pt x="83833" y="6892"/>
                    </a:cubicBezTo>
                    <a:lnTo>
                      <a:pt x="37030" y="6892"/>
                    </a:lnTo>
                    <a:cubicBezTo>
                      <a:pt x="20393" y="6892"/>
                      <a:pt x="6892" y="20421"/>
                      <a:pt x="6892" y="37030"/>
                    </a:cubicBezTo>
                    <a:lnTo>
                      <a:pt x="6892" y="40758"/>
                    </a:lnTo>
                    <a:cubicBezTo>
                      <a:pt x="6892" y="42651"/>
                      <a:pt x="5339" y="44204"/>
                      <a:pt x="3446" y="44204"/>
                    </a:cubicBezTo>
                    <a:cubicBezTo>
                      <a:pt x="1554" y="44204"/>
                      <a:pt x="0" y="42651"/>
                      <a:pt x="0" y="40758"/>
                    </a:cubicBezTo>
                    <a:lnTo>
                      <a:pt x="0" y="37030"/>
                    </a:lnTo>
                    <a:cubicBezTo>
                      <a:pt x="0" y="16608"/>
                      <a:pt x="16609" y="0"/>
                      <a:pt x="37030" y="0"/>
                    </a:cubicBezTo>
                    <a:lnTo>
                      <a:pt x="83833" y="0"/>
                    </a:lnTo>
                    <a:cubicBezTo>
                      <a:pt x="104254" y="0"/>
                      <a:pt x="120862" y="16608"/>
                      <a:pt x="120862" y="37030"/>
                    </a:cubicBezTo>
                    <a:lnTo>
                      <a:pt x="120862" y="40758"/>
                    </a:lnTo>
                    <a:cubicBezTo>
                      <a:pt x="120862" y="42651"/>
                      <a:pt x="119309" y="44204"/>
                      <a:pt x="117417" y="44204"/>
                    </a:cubicBezTo>
                    <a:close/>
                  </a:path>
                </a:pathLst>
              </a:custGeom>
              <a:solidFill>
                <a:srgbClr val="01355A"/>
              </a:solidFill>
              <a:ln w="2824" cap="flat">
                <a:noFill/>
                <a:prstDash val="solid"/>
                <a:miter/>
              </a:ln>
            </p:spPr>
            <p:txBody>
              <a:bodyPr rtlCol="1" anchor="ctr"/>
              <a:lstStyle/>
              <a:p>
                <a:endParaRPr lang="ar-SA"/>
              </a:p>
            </p:txBody>
          </p:sp>
          <p:sp>
            <p:nvSpPr>
              <p:cNvPr id="7247" name="شكل حر: شكل 8142">
                <a:extLst>
                  <a:ext uri="{FF2B5EF4-FFF2-40B4-BE49-F238E27FC236}">
                    <a16:creationId xmlns:a16="http://schemas.microsoft.com/office/drawing/2014/main" id="{BF20A691-1B22-53A8-6CD6-0B0071BE8937}"/>
                  </a:ext>
                </a:extLst>
              </p:cNvPr>
              <p:cNvSpPr/>
              <p:nvPr/>
            </p:nvSpPr>
            <p:spPr>
              <a:xfrm>
                <a:off x="9860754" y="591092"/>
                <a:ext cx="260846" cy="214665"/>
              </a:xfrm>
              <a:custGeom>
                <a:avLst/>
                <a:gdLst>
                  <a:gd name="connsiteX0" fmla="*/ 159559 w 260846"/>
                  <a:gd name="connsiteY0" fmla="*/ 214666 h 214665"/>
                  <a:gd name="connsiteX1" fmla="*/ 26239 w 260846"/>
                  <a:gd name="connsiteY1" fmla="*/ 214666 h 214665"/>
                  <a:gd name="connsiteX2" fmla="*/ 0 w 260846"/>
                  <a:gd name="connsiteY2" fmla="*/ 188426 h 214665"/>
                  <a:gd name="connsiteX3" fmla="*/ 0 w 260846"/>
                  <a:gd name="connsiteY3" fmla="*/ 3446 h 214665"/>
                  <a:gd name="connsiteX4" fmla="*/ 3446 w 260846"/>
                  <a:gd name="connsiteY4" fmla="*/ 0 h 214665"/>
                  <a:gd name="connsiteX5" fmla="*/ 257401 w 260846"/>
                  <a:gd name="connsiteY5" fmla="*/ 0 h 214665"/>
                  <a:gd name="connsiteX6" fmla="*/ 260846 w 260846"/>
                  <a:gd name="connsiteY6" fmla="*/ 3446 h 214665"/>
                  <a:gd name="connsiteX7" fmla="*/ 260846 w 260846"/>
                  <a:gd name="connsiteY7" fmla="*/ 116682 h 214665"/>
                  <a:gd name="connsiteX8" fmla="*/ 257401 w 260846"/>
                  <a:gd name="connsiteY8" fmla="*/ 120128 h 214665"/>
                  <a:gd name="connsiteX9" fmla="*/ 253955 w 260846"/>
                  <a:gd name="connsiteY9" fmla="*/ 116682 h 214665"/>
                  <a:gd name="connsiteX10" fmla="*/ 253955 w 260846"/>
                  <a:gd name="connsiteY10" fmla="*/ 6892 h 214665"/>
                  <a:gd name="connsiteX11" fmla="*/ 6892 w 260846"/>
                  <a:gd name="connsiteY11" fmla="*/ 6892 h 214665"/>
                  <a:gd name="connsiteX12" fmla="*/ 6892 w 260846"/>
                  <a:gd name="connsiteY12" fmla="*/ 188426 h 214665"/>
                  <a:gd name="connsiteX13" fmla="*/ 26239 w 260846"/>
                  <a:gd name="connsiteY13" fmla="*/ 207774 h 214665"/>
                  <a:gd name="connsiteX14" fmla="*/ 159559 w 260846"/>
                  <a:gd name="connsiteY14" fmla="*/ 207774 h 214665"/>
                  <a:gd name="connsiteX15" fmla="*/ 163004 w 260846"/>
                  <a:gd name="connsiteY15" fmla="*/ 211220 h 214665"/>
                  <a:gd name="connsiteX16" fmla="*/ 159559 w 260846"/>
                  <a:gd name="connsiteY16" fmla="*/ 214666 h 214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60846" h="214665">
                    <a:moveTo>
                      <a:pt x="159559" y="214666"/>
                    </a:moveTo>
                    <a:lnTo>
                      <a:pt x="26239" y="214666"/>
                    </a:lnTo>
                    <a:cubicBezTo>
                      <a:pt x="11778" y="214666"/>
                      <a:pt x="0" y="202887"/>
                      <a:pt x="0" y="188426"/>
                    </a:cubicBezTo>
                    <a:lnTo>
                      <a:pt x="0" y="3446"/>
                    </a:lnTo>
                    <a:cubicBezTo>
                      <a:pt x="0" y="1554"/>
                      <a:pt x="1553" y="0"/>
                      <a:pt x="3446" y="0"/>
                    </a:cubicBezTo>
                    <a:lnTo>
                      <a:pt x="257401" y="0"/>
                    </a:lnTo>
                    <a:cubicBezTo>
                      <a:pt x="259293" y="0"/>
                      <a:pt x="260846" y="1554"/>
                      <a:pt x="260846" y="3446"/>
                    </a:cubicBezTo>
                    <a:lnTo>
                      <a:pt x="260846" y="116682"/>
                    </a:lnTo>
                    <a:cubicBezTo>
                      <a:pt x="260846" y="118574"/>
                      <a:pt x="259293" y="120128"/>
                      <a:pt x="257401" y="120128"/>
                    </a:cubicBezTo>
                    <a:cubicBezTo>
                      <a:pt x="255508" y="120128"/>
                      <a:pt x="253955" y="118574"/>
                      <a:pt x="253955" y="116682"/>
                    </a:cubicBezTo>
                    <a:lnTo>
                      <a:pt x="253955" y="6892"/>
                    </a:lnTo>
                    <a:lnTo>
                      <a:pt x="6892" y="6892"/>
                    </a:lnTo>
                    <a:lnTo>
                      <a:pt x="6892" y="188426"/>
                    </a:lnTo>
                    <a:cubicBezTo>
                      <a:pt x="6892" y="199102"/>
                      <a:pt x="15563" y="207774"/>
                      <a:pt x="26239" y="207774"/>
                    </a:cubicBezTo>
                    <a:lnTo>
                      <a:pt x="159559" y="207774"/>
                    </a:lnTo>
                    <a:cubicBezTo>
                      <a:pt x="161451" y="207774"/>
                      <a:pt x="163004" y="209327"/>
                      <a:pt x="163004" y="211220"/>
                    </a:cubicBezTo>
                    <a:cubicBezTo>
                      <a:pt x="163004" y="213112"/>
                      <a:pt x="161451" y="214666"/>
                      <a:pt x="159559" y="214666"/>
                    </a:cubicBezTo>
                    <a:close/>
                  </a:path>
                </a:pathLst>
              </a:custGeom>
              <a:solidFill>
                <a:srgbClr val="01355A"/>
              </a:solidFill>
              <a:ln w="2824" cap="flat">
                <a:noFill/>
                <a:prstDash val="solid"/>
                <a:miter/>
              </a:ln>
            </p:spPr>
            <p:txBody>
              <a:bodyPr rtlCol="1" anchor="ctr"/>
              <a:lstStyle/>
              <a:p>
                <a:endParaRPr lang="ar-SA"/>
              </a:p>
            </p:txBody>
          </p:sp>
          <p:sp>
            <p:nvSpPr>
              <p:cNvPr id="7248" name="شكل حر: شكل 8143">
                <a:extLst>
                  <a:ext uri="{FF2B5EF4-FFF2-40B4-BE49-F238E27FC236}">
                    <a16:creationId xmlns:a16="http://schemas.microsoft.com/office/drawing/2014/main" id="{D3CA7945-BB34-973C-F89E-221CF2FFF6BF}"/>
                  </a:ext>
                </a:extLst>
              </p:cNvPr>
              <p:cNvSpPr/>
              <p:nvPr/>
            </p:nvSpPr>
            <p:spPr>
              <a:xfrm>
                <a:off x="9860725" y="591121"/>
                <a:ext cx="260874" cy="95667"/>
              </a:xfrm>
              <a:custGeom>
                <a:avLst/>
                <a:gdLst>
                  <a:gd name="connsiteX0" fmla="*/ 227828 w 260874"/>
                  <a:gd name="connsiteY0" fmla="*/ 95667 h 95667"/>
                  <a:gd name="connsiteX1" fmla="*/ 196108 w 260874"/>
                  <a:gd name="connsiteY1" fmla="*/ 95667 h 95667"/>
                  <a:gd name="connsiteX2" fmla="*/ 192662 w 260874"/>
                  <a:gd name="connsiteY2" fmla="*/ 92221 h 95667"/>
                  <a:gd name="connsiteX3" fmla="*/ 196108 w 260874"/>
                  <a:gd name="connsiteY3" fmla="*/ 88776 h 95667"/>
                  <a:gd name="connsiteX4" fmla="*/ 227828 w 260874"/>
                  <a:gd name="connsiteY4" fmla="*/ 88776 h 95667"/>
                  <a:gd name="connsiteX5" fmla="*/ 253983 w 260874"/>
                  <a:gd name="connsiteY5" fmla="*/ 63270 h 95667"/>
                  <a:gd name="connsiteX6" fmla="*/ 253983 w 260874"/>
                  <a:gd name="connsiteY6" fmla="*/ 63016 h 95667"/>
                  <a:gd name="connsiteX7" fmla="*/ 253983 w 260874"/>
                  <a:gd name="connsiteY7" fmla="*/ 62592 h 95667"/>
                  <a:gd name="connsiteX8" fmla="*/ 253983 w 260874"/>
                  <a:gd name="connsiteY8" fmla="*/ 6892 h 95667"/>
                  <a:gd name="connsiteX9" fmla="*/ 6892 w 260874"/>
                  <a:gd name="connsiteY9" fmla="*/ 6892 h 95667"/>
                  <a:gd name="connsiteX10" fmla="*/ 6892 w 260874"/>
                  <a:gd name="connsiteY10" fmla="*/ 62592 h 95667"/>
                  <a:gd name="connsiteX11" fmla="*/ 33075 w 260874"/>
                  <a:gd name="connsiteY11" fmla="*/ 88776 h 95667"/>
                  <a:gd name="connsiteX12" fmla="*/ 64823 w 260874"/>
                  <a:gd name="connsiteY12" fmla="*/ 88776 h 95667"/>
                  <a:gd name="connsiteX13" fmla="*/ 68269 w 260874"/>
                  <a:gd name="connsiteY13" fmla="*/ 92221 h 95667"/>
                  <a:gd name="connsiteX14" fmla="*/ 64823 w 260874"/>
                  <a:gd name="connsiteY14" fmla="*/ 95667 h 95667"/>
                  <a:gd name="connsiteX15" fmla="*/ 33075 w 260874"/>
                  <a:gd name="connsiteY15" fmla="*/ 95667 h 95667"/>
                  <a:gd name="connsiteX16" fmla="*/ 0 w 260874"/>
                  <a:gd name="connsiteY16" fmla="*/ 62592 h 95667"/>
                  <a:gd name="connsiteX17" fmla="*/ 0 w 260874"/>
                  <a:gd name="connsiteY17" fmla="*/ 3446 h 95667"/>
                  <a:gd name="connsiteX18" fmla="*/ 3446 w 260874"/>
                  <a:gd name="connsiteY18" fmla="*/ 0 h 95667"/>
                  <a:gd name="connsiteX19" fmla="*/ 257401 w 260874"/>
                  <a:gd name="connsiteY19" fmla="*/ 0 h 95667"/>
                  <a:gd name="connsiteX20" fmla="*/ 260875 w 260874"/>
                  <a:gd name="connsiteY20" fmla="*/ 3446 h 95667"/>
                  <a:gd name="connsiteX21" fmla="*/ 260875 w 260874"/>
                  <a:gd name="connsiteY21" fmla="*/ 62592 h 95667"/>
                  <a:gd name="connsiteX22" fmla="*/ 260846 w 260874"/>
                  <a:gd name="connsiteY22" fmla="*/ 63552 h 95667"/>
                  <a:gd name="connsiteX23" fmla="*/ 227799 w 260874"/>
                  <a:gd name="connsiteY23" fmla="*/ 95667 h 9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0874" h="95667">
                    <a:moveTo>
                      <a:pt x="227828" y="95667"/>
                    </a:moveTo>
                    <a:lnTo>
                      <a:pt x="196108" y="95667"/>
                    </a:lnTo>
                    <a:cubicBezTo>
                      <a:pt x="194216" y="95667"/>
                      <a:pt x="192662" y="94114"/>
                      <a:pt x="192662" y="92221"/>
                    </a:cubicBezTo>
                    <a:cubicBezTo>
                      <a:pt x="192662" y="90329"/>
                      <a:pt x="194216" y="88776"/>
                      <a:pt x="196108" y="88776"/>
                    </a:cubicBezTo>
                    <a:lnTo>
                      <a:pt x="227828" y="88776"/>
                    </a:lnTo>
                    <a:cubicBezTo>
                      <a:pt x="241894" y="88776"/>
                      <a:pt x="253644" y="77336"/>
                      <a:pt x="253983" y="63270"/>
                    </a:cubicBezTo>
                    <a:cubicBezTo>
                      <a:pt x="253983" y="63185"/>
                      <a:pt x="253983" y="63100"/>
                      <a:pt x="253983" y="63016"/>
                    </a:cubicBezTo>
                    <a:cubicBezTo>
                      <a:pt x="253983" y="62874"/>
                      <a:pt x="253983" y="62733"/>
                      <a:pt x="253983" y="62592"/>
                    </a:cubicBezTo>
                    <a:lnTo>
                      <a:pt x="253983" y="6892"/>
                    </a:lnTo>
                    <a:lnTo>
                      <a:pt x="6892" y="6892"/>
                    </a:lnTo>
                    <a:lnTo>
                      <a:pt x="6892" y="62592"/>
                    </a:lnTo>
                    <a:cubicBezTo>
                      <a:pt x="6892" y="77025"/>
                      <a:pt x="18642" y="88776"/>
                      <a:pt x="33075" y="88776"/>
                    </a:cubicBezTo>
                    <a:lnTo>
                      <a:pt x="64823" y="88776"/>
                    </a:lnTo>
                    <a:cubicBezTo>
                      <a:pt x="66715" y="88776"/>
                      <a:pt x="68269" y="90329"/>
                      <a:pt x="68269" y="92221"/>
                    </a:cubicBezTo>
                    <a:cubicBezTo>
                      <a:pt x="68269" y="94114"/>
                      <a:pt x="66715" y="95667"/>
                      <a:pt x="64823" y="95667"/>
                    </a:cubicBezTo>
                    <a:lnTo>
                      <a:pt x="33075" y="95667"/>
                    </a:lnTo>
                    <a:cubicBezTo>
                      <a:pt x="14829" y="95667"/>
                      <a:pt x="0" y="80839"/>
                      <a:pt x="0" y="62592"/>
                    </a:cubicBezTo>
                    <a:lnTo>
                      <a:pt x="0" y="3446"/>
                    </a:lnTo>
                    <a:cubicBezTo>
                      <a:pt x="0" y="1554"/>
                      <a:pt x="1553" y="0"/>
                      <a:pt x="3446" y="0"/>
                    </a:cubicBezTo>
                    <a:lnTo>
                      <a:pt x="257401" y="0"/>
                    </a:lnTo>
                    <a:cubicBezTo>
                      <a:pt x="259293" y="0"/>
                      <a:pt x="260875" y="1554"/>
                      <a:pt x="260875" y="3446"/>
                    </a:cubicBezTo>
                    <a:lnTo>
                      <a:pt x="260875" y="62592"/>
                    </a:lnTo>
                    <a:cubicBezTo>
                      <a:pt x="260875" y="62903"/>
                      <a:pt x="260875" y="63242"/>
                      <a:pt x="260846" y="63552"/>
                    </a:cubicBezTo>
                    <a:cubicBezTo>
                      <a:pt x="260338" y="81262"/>
                      <a:pt x="245538" y="95667"/>
                      <a:pt x="227799" y="95667"/>
                    </a:cubicBezTo>
                    <a:close/>
                  </a:path>
                </a:pathLst>
              </a:custGeom>
              <a:solidFill>
                <a:srgbClr val="01355A"/>
              </a:solidFill>
              <a:ln w="2824" cap="flat">
                <a:noFill/>
                <a:prstDash val="solid"/>
                <a:miter/>
              </a:ln>
            </p:spPr>
            <p:txBody>
              <a:bodyPr rtlCol="1" anchor="ctr"/>
              <a:lstStyle/>
              <a:p>
                <a:endParaRPr lang="ar-SA"/>
              </a:p>
            </p:txBody>
          </p:sp>
          <p:sp>
            <p:nvSpPr>
              <p:cNvPr id="7249" name="شكل حر: شكل 8144">
                <a:extLst>
                  <a:ext uri="{FF2B5EF4-FFF2-40B4-BE49-F238E27FC236}">
                    <a16:creationId xmlns:a16="http://schemas.microsoft.com/office/drawing/2014/main" id="{9652EFA5-83C1-B075-3C45-0924785F7289}"/>
                  </a:ext>
                </a:extLst>
              </p:cNvPr>
              <p:cNvSpPr/>
              <p:nvPr/>
            </p:nvSpPr>
            <p:spPr>
              <a:xfrm>
                <a:off x="9947947" y="679896"/>
                <a:ext cx="86487" cy="6891"/>
              </a:xfrm>
              <a:custGeom>
                <a:avLst/>
                <a:gdLst>
                  <a:gd name="connsiteX0" fmla="*/ 83041 w 86487"/>
                  <a:gd name="connsiteY0" fmla="*/ 6892 h 6891"/>
                  <a:gd name="connsiteX1" fmla="*/ 3446 w 86487"/>
                  <a:gd name="connsiteY1" fmla="*/ 6892 h 6891"/>
                  <a:gd name="connsiteX2" fmla="*/ 0 w 86487"/>
                  <a:gd name="connsiteY2" fmla="*/ 3446 h 6891"/>
                  <a:gd name="connsiteX3" fmla="*/ 3446 w 86487"/>
                  <a:gd name="connsiteY3" fmla="*/ 0 h 6891"/>
                  <a:gd name="connsiteX4" fmla="*/ 83041 w 86487"/>
                  <a:gd name="connsiteY4" fmla="*/ 0 h 6891"/>
                  <a:gd name="connsiteX5" fmla="*/ 86488 w 86487"/>
                  <a:gd name="connsiteY5" fmla="*/ 3446 h 6891"/>
                  <a:gd name="connsiteX6" fmla="*/ 83041 w 86487"/>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487" h="6891">
                    <a:moveTo>
                      <a:pt x="83041" y="6892"/>
                    </a:moveTo>
                    <a:lnTo>
                      <a:pt x="3446" y="6892"/>
                    </a:lnTo>
                    <a:cubicBezTo>
                      <a:pt x="1554" y="6892"/>
                      <a:pt x="0" y="5338"/>
                      <a:pt x="0" y="3446"/>
                    </a:cubicBezTo>
                    <a:cubicBezTo>
                      <a:pt x="0" y="1553"/>
                      <a:pt x="1554" y="0"/>
                      <a:pt x="3446" y="0"/>
                    </a:cubicBezTo>
                    <a:lnTo>
                      <a:pt x="83041" y="0"/>
                    </a:lnTo>
                    <a:cubicBezTo>
                      <a:pt x="84934" y="0"/>
                      <a:pt x="86488" y="1553"/>
                      <a:pt x="86488" y="3446"/>
                    </a:cubicBezTo>
                    <a:cubicBezTo>
                      <a:pt x="86488" y="5338"/>
                      <a:pt x="84934" y="6892"/>
                      <a:pt x="83041" y="6892"/>
                    </a:cubicBezTo>
                    <a:close/>
                  </a:path>
                </a:pathLst>
              </a:custGeom>
              <a:solidFill>
                <a:srgbClr val="01355A"/>
              </a:solidFill>
              <a:ln w="2824" cap="flat">
                <a:noFill/>
                <a:prstDash val="solid"/>
                <a:miter/>
              </a:ln>
            </p:spPr>
            <p:txBody>
              <a:bodyPr rtlCol="1" anchor="ctr"/>
              <a:lstStyle/>
              <a:p>
                <a:endParaRPr lang="ar-SA"/>
              </a:p>
            </p:txBody>
          </p:sp>
          <p:sp>
            <p:nvSpPr>
              <p:cNvPr id="7250" name="شكل حر: شكل 8145">
                <a:extLst>
                  <a:ext uri="{FF2B5EF4-FFF2-40B4-BE49-F238E27FC236}">
                    <a16:creationId xmlns:a16="http://schemas.microsoft.com/office/drawing/2014/main" id="{A3C98B6F-35CB-2167-9D7E-3A3A5A6BD914}"/>
                  </a:ext>
                </a:extLst>
              </p:cNvPr>
              <p:cNvSpPr/>
              <p:nvPr/>
            </p:nvSpPr>
            <p:spPr>
              <a:xfrm>
                <a:off x="9922159" y="651340"/>
                <a:ext cx="32707" cy="64032"/>
              </a:xfrm>
              <a:custGeom>
                <a:avLst/>
                <a:gdLst>
                  <a:gd name="connsiteX0" fmla="*/ 16354 w 32707"/>
                  <a:gd name="connsiteY0" fmla="*/ 64032 h 64032"/>
                  <a:gd name="connsiteX1" fmla="*/ 0 w 32707"/>
                  <a:gd name="connsiteY1" fmla="*/ 47678 h 64032"/>
                  <a:gd name="connsiteX2" fmla="*/ 0 w 32707"/>
                  <a:gd name="connsiteY2" fmla="*/ 16354 h 64032"/>
                  <a:gd name="connsiteX3" fmla="*/ 16354 w 32707"/>
                  <a:gd name="connsiteY3" fmla="*/ 0 h 64032"/>
                  <a:gd name="connsiteX4" fmla="*/ 32708 w 32707"/>
                  <a:gd name="connsiteY4" fmla="*/ 16354 h 64032"/>
                  <a:gd name="connsiteX5" fmla="*/ 32708 w 32707"/>
                  <a:gd name="connsiteY5" fmla="*/ 47678 h 64032"/>
                  <a:gd name="connsiteX6" fmla="*/ 16354 w 32707"/>
                  <a:gd name="connsiteY6" fmla="*/ 64032 h 64032"/>
                  <a:gd name="connsiteX7" fmla="*/ 16354 w 32707"/>
                  <a:gd name="connsiteY7" fmla="*/ 6892 h 64032"/>
                  <a:gd name="connsiteX8" fmla="*/ 6892 w 32707"/>
                  <a:gd name="connsiteY8" fmla="*/ 16354 h 64032"/>
                  <a:gd name="connsiteX9" fmla="*/ 6892 w 32707"/>
                  <a:gd name="connsiteY9" fmla="*/ 47678 h 64032"/>
                  <a:gd name="connsiteX10" fmla="*/ 16354 w 32707"/>
                  <a:gd name="connsiteY10" fmla="*/ 57141 h 64032"/>
                  <a:gd name="connsiteX11" fmla="*/ 25816 w 32707"/>
                  <a:gd name="connsiteY11" fmla="*/ 47678 h 64032"/>
                  <a:gd name="connsiteX12" fmla="*/ 25816 w 32707"/>
                  <a:gd name="connsiteY12" fmla="*/ 16354 h 64032"/>
                  <a:gd name="connsiteX13" fmla="*/ 16354 w 32707"/>
                  <a:gd name="connsiteY13" fmla="*/ 6892 h 64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707" h="64032">
                    <a:moveTo>
                      <a:pt x="16354" y="64032"/>
                    </a:moveTo>
                    <a:cubicBezTo>
                      <a:pt x="7343" y="64032"/>
                      <a:pt x="0" y="56689"/>
                      <a:pt x="0" y="47678"/>
                    </a:cubicBezTo>
                    <a:lnTo>
                      <a:pt x="0" y="16354"/>
                    </a:lnTo>
                    <a:cubicBezTo>
                      <a:pt x="0" y="7344"/>
                      <a:pt x="7343" y="0"/>
                      <a:pt x="16354" y="0"/>
                    </a:cubicBezTo>
                    <a:cubicBezTo>
                      <a:pt x="25364" y="0"/>
                      <a:pt x="32708" y="7344"/>
                      <a:pt x="32708" y="16354"/>
                    </a:cubicBezTo>
                    <a:lnTo>
                      <a:pt x="32708" y="47678"/>
                    </a:lnTo>
                    <a:cubicBezTo>
                      <a:pt x="32708" y="56689"/>
                      <a:pt x="25364" y="64032"/>
                      <a:pt x="16354" y="64032"/>
                    </a:cubicBezTo>
                    <a:close/>
                    <a:moveTo>
                      <a:pt x="16354" y="6892"/>
                    </a:moveTo>
                    <a:cubicBezTo>
                      <a:pt x="11129" y="6892"/>
                      <a:pt x="6892" y="11129"/>
                      <a:pt x="6892" y="16354"/>
                    </a:cubicBezTo>
                    <a:lnTo>
                      <a:pt x="6892" y="47678"/>
                    </a:lnTo>
                    <a:cubicBezTo>
                      <a:pt x="6892" y="52904"/>
                      <a:pt x="11129" y="57141"/>
                      <a:pt x="16354" y="57141"/>
                    </a:cubicBezTo>
                    <a:cubicBezTo>
                      <a:pt x="21579" y="57141"/>
                      <a:pt x="25816" y="52904"/>
                      <a:pt x="25816" y="47678"/>
                    </a:cubicBezTo>
                    <a:lnTo>
                      <a:pt x="25816" y="16354"/>
                    </a:lnTo>
                    <a:cubicBezTo>
                      <a:pt x="25816" y="11129"/>
                      <a:pt x="21579" y="6892"/>
                      <a:pt x="16354" y="6892"/>
                    </a:cubicBezTo>
                    <a:close/>
                  </a:path>
                </a:pathLst>
              </a:custGeom>
              <a:solidFill>
                <a:srgbClr val="01355A"/>
              </a:solidFill>
              <a:ln w="2824" cap="flat">
                <a:noFill/>
                <a:prstDash val="solid"/>
                <a:miter/>
              </a:ln>
            </p:spPr>
            <p:txBody>
              <a:bodyPr rtlCol="1" anchor="ctr"/>
              <a:lstStyle/>
              <a:p>
                <a:endParaRPr lang="ar-SA"/>
              </a:p>
            </p:txBody>
          </p:sp>
          <p:sp>
            <p:nvSpPr>
              <p:cNvPr id="7251" name="شكل حر: شكل 8146">
                <a:extLst>
                  <a:ext uri="{FF2B5EF4-FFF2-40B4-BE49-F238E27FC236}">
                    <a16:creationId xmlns:a16="http://schemas.microsoft.com/office/drawing/2014/main" id="{E5A4560F-CF16-8980-2074-227DCBA0491B}"/>
                  </a:ext>
                </a:extLst>
              </p:cNvPr>
              <p:cNvSpPr/>
              <p:nvPr/>
            </p:nvSpPr>
            <p:spPr>
              <a:xfrm>
                <a:off x="10027543" y="651340"/>
                <a:ext cx="32708" cy="64032"/>
              </a:xfrm>
              <a:custGeom>
                <a:avLst/>
                <a:gdLst>
                  <a:gd name="connsiteX0" fmla="*/ 16354 w 32708"/>
                  <a:gd name="connsiteY0" fmla="*/ 64032 h 64032"/>
                  <a:gd name="connsiteX1" fmla="*/ 0 w 32708"/>
                  <a:gd name="connsiteY1" fmla="*/ 47678 h 64032"/>
                  <a:gd name="connsiteX2" fmla="*/ 0 w 32708"/>
                  <a:gd name="connsiteY2" fmla="*/ 16354 h 64032"/>
                  <a:gd name="connsiteX3" fmla="*/ 16354 w 32708"/>
                  <a:gd name="connsiteY3" fmla="*/ 0 h 64032"/>
                  <a:gd name="connsiteX4" fmla="*/ 32708 w 32708"/>
                  <a:gd name="connsiteY4" fmla="*/ 16354 h 64032"/>
                  <a:gd name="connsiteX5" fmla="*/ 32708 w 32708"/>
                  <a:gd name="connsiteY5" fmla="*/ 47678 h 64032"/>
                  <a:gd name="connsiteX6" fmla="*/ 16354 w 32708"/>
                  <a:gd name="connsiteY6" fmla="*/ 64032 h 64032"/>
                  <a:gd name="connsiteX7" fmla="*/ 16354 w 32708"/>
                  <a:gd name="connsiteY7" fmla="*/ 6892 h 64032"/>
                  <a:gd name="connsiteX8" fmla="*/ 6892 w 32708"/>
                  <a:gd name="connsiteY8" fmla="*/ 16354 h 64032"/>
                  <a:gd name="connsiteX9" fmla="*/ 6892 w 32708"/>
                  <a:gd name="connsiteY9" fmla="*/ 47678 h 64032"/>
                  <a:gd name="connsiteX10" fmla="*/ 16354 w 32708"/>
                  <a:gd name="connsiteY10" fmla="*/ 57141 h 64032"/>
                  <a:gd name="connsiteX11" fmla="*/ 25817 w 32708"/>
                  <a:gd name="connsiteY11" fmla="*/ 47678 h 64032"/>
                  <a:gd name="connsiteX12" fmla="*/ 25817 w 32708"/>
                  <a:gd name="connsiteY12" fmla="*/ 16354 h 64032"/>
                  <a:gd name="connsiteX13" fmla="*/ 16354 w 32708"/>
                  <a:gd name="connsiteY13" fmla="*/ 6892 h 64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708" h="64032">
                    <a:moveTo>
                      <a:pt x="16354" y="64032"/>
                    </a:moveTo>
                    <a:cubicBezTo>
                      <a:pt x="7344" y="64032"/>
                      <a:pt x="0" y="56689"/>
                      <a:pt x="0" y="47678"/>
                    </a:cubicBezTo>
                    <a:lnTo>
                      <a:pt x="0" y="16354"/>
                    </a:lnTo>
                    <a:cubicBezTo>
                      <a:pt x="0" y="7344"/>
                      <a:pt x="7344" y="0"/>
                      <a:pt x="16354" y="0"/>
                    </a:cubicBezTo>
                    <a:cubicBezTo>
                      <a:pt x="25364" y="0"/>
                      <a:pt x="32708" y="7344"/>
                      <a:pt x="32708" y="16354"/>
                    </a:cubicBezTo>
                    <a:lnTo>
                      <a:pt x="32708" y="47678"/>
                    </a:lnTo>
                    <a:cubicBezTo>
                      <a:pt x="32708" y="56689"/>
                      <a:pt x="25364" y="64032"/>
                      <a:pt x="16354" y="64032"/>
                    </a:cubicBezTo>
                    <a:close/>
                    <a:moveTo>
                      <a:pt x="16354" y="6892"/>
                    </a:moveTo>
                    <a:cubicBezTo>
                      <a:pt x="11129" y="6892"/>
                      <a:pt x="6892" y="11129"/>
                      <a:pt x="6892" y="16354"/>
                    </a:cubicBezTo>
                    <a:lnTo>
                      <a:pt x="6892" y="47678"/>
                    </a:lnTo>
                    <a:cubicBezTo>
                      <a:pt x="6892" y="52904"/>
                      <a:pt x="11129" y="57141"/>
                      <a:pt x="16354" y="57141"/>
                    </a:cubicBezTo>
                    <a:cubicBezTo>
                      <a:pt x="21580" y="57141"/>
                      <a:pt x="25817" y="52904"/>
                      <a:pt x="25817" y="47678"/>
                    </a:cubicBezTo>
                    <a:lnTo>
                      <a:pt x="25817" y="16354"/>
                    </a:lnTo>
                    <a:cubicBezTo>
                      <a:pt x="25817" y="11129"/>
                      <a:pt x="21580" y="6892"/>
                      <a:pt x="16354" y="6892"/>
                    </a:cubicBezTo>
                    <a:close/>
                  </a:path>
                </a:pathLst>
              </a:custGeom>
              <a:solidFill>
                <a:srgbClr val="01355A"/>
              </a:solidFill>
              <a:ln w="2824" cap="flat">
                <a:noFill/>
                <a:prstDash val="solid"/>
                <a:miter/>
              </a:ln>
            </p:spPr>
            <p:txBody>
              <a:bodyPr rtlCol="1" anchor="ctr"/>
              <a:lstStyle/>
              <a:p>
                <a:endParaRPr lang="ar-SA"/>
              </a:p>
            </p:txBody>
          </p:sp>
        </p:grpSp>
        <p:grpSp>
          <p:nvGrpSpPr>
            <p:cNvPr id="7243" name="رسم 8014">
              <a:extLst>
                <a:ext uri="{FF2B5EF4-FFF2-40B4-BE49-F238E27FC236}">
                  <a16:creationId xmlns:a16="http://schemas.microsoft.com/office/drawing/2014/main" id="{2669F46A-F420-985B-18DB-74E6F5B6EEEB}"/>
                </a:ext>
              </a:extLst>
            </p:cNvPr>
            <p:cNvGrpSpPr/>
            <p:nvPr/>
          </p:nvGrpSpPr>
          <p:grpSpPr>
            <a:xfrm>
              <a:off x="10040451" y="727010"/>
              <a:ext cx="119562" cy="119563"/>
              <a:chOff x="10040451" y="727010"/>
              <a:chExt cx="119562" cy="119563"/>
            </a:xfrm>
            <a:solidFill>
              <a:srgbClr val="17A3A3"/>
            </a:solidFill>
          </p:grpSpPr>
          <p:sp>
            <p:nvSpPr>
              <p:cNvPr id="7244" name="شكل حر: شكل 8148">
                <a:extLst>
                  <a:ext uri="{FF2B5EF4-FFF2-40B4-BE49-F238E27FC236}">
                    <a16:creationId xmlns:a16="http://schemas.microsoft.com/office/drawing/2014/main" id="{8AE7A528-E43B-80DD-3D42-FEF605146A80}"/>
                  </a:ext>
                </a:extLst>
              </p:cNvPr>
              <p:cNvSpPr/>
              <p:nvPr/>
            </p:nvSpPr>
            <p:spPr>
              <a:xfrm>
                <a:off x="10040451" y="727010"/>
                <a:ext cx="100214" cy="100214"/>
              </a:xfrm>
              <a:custGeom>
                <a:avLst/>
                <a:gdLst>
                  <a:gd name="connsiteX0" fmla="*/ 50107 w 100214"/>
                  <a:gd name="connsiteY0" fmla="*/ 100215 h 100214"/>
                  <a:gd name="connsiteX1" fmla="*/ 0 w 100214"/>
                  <a:gd name="connsiteY1" fmla="*/ 50107 h 100214"/>
                  <a:gd name="connsiteX2" fmla="*/ 50107 w 100214"/>
                  <a:gd name="connsiteY2" fmla="*/ 0 h 100214"/>
                  <a:gd name="connsiteX3" fmla="*/ 100215 w 100214"/>
                  <a:gd name="connsiteY3" fmla="*/ 50107 h 100214"/>
                  <a:gd name="connsiteX4" fmla="*/ 50107 w 100214"/>
                  <a:gd name="connsiteY4" fmla="*/ 100215 h 100214"/>
                  <a:gd name="connsiteX5" fmla="*/ 50107 w 100214"/>
                  <a:gd name="connsiteY5" fmla="*/ 6892 h 100214"/>
                  <a:gd name="connsiteX6" fmla="*/ 6892 w 100214"/>
                  <a:gd name="connsiteY6" fmla="*/ 50107 h 100214"/>
                  <a:gd name="connsiteX7" fmla="*/ 50107 w 100214"/>
                  <a:gd name="connsiteY7" fmla="*/ 93323 h 100214"/>
                  <a:gd name="connsiteX8" fmla="*/ 93323 w 100214"/>
                  <a:gd name="connsiteY8" fmla="*/ 50107 h 100214"/>
                  <a:gd name="connsiteX9" fmla="*/ 50107 w 100214"/>
                  <a:gd name="connsiteY9" fmla="*/ 6892 h 100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214" h="100214">
                    <a:moveTo>
                      <a:pt x="50107" y="100215"/>
                    </a:moveTo>
                    <a:cubicBezTo>
                      <a:pt x="22483" y="100215"/>
                      <a:pt x="0" y="77732"/>
                      <a:pt x="0" y="50107"/>
                    </a:cubicBezTo>
                    <a:cubicBezTo>
                      <a:pt x="0" y="22483"/>
                      <a:pt x="22483" y="0"/>
                      <a:pt x="50107" y="0"/>
                    </a:cubicBezTo>
                    <a:cubicBezTo>
                      <a:pt x="77732" y="0"/>
                      <a:pt x="100215" y="22483"/>
                      <a:pt x="100215" y="50107"/>
                    </a:cubicBezTo>
                    <a:cubicBezTo>
                      <a:pt x="100215" y="77732"/>
                      <a:pt x="77732" y="100215"/>
                      <a:pt x="50107" y="100215"/>
                    </a:cubicBezTo>
                    <a:close/>
                    <a:moveTo>
                      <a:pt x="50107" y="6892"/>
                    </a:moveTo>
                    <a:cubicBezTo>
                      <a:pt x="26268" y="6892"/>
                      <a:pt x="6892" y="26268"/>
                      <a:pt x="6892" y="50107"/>
                    </a:cubicBezTo>
                    <a:cubicBezTo>
                      <a:pt x="6892" y="73947"/>
                      <a:pt x="26268" y="93323"/>
                      <a:pt x="50107" y="93323"/>
                    </a:cubicBezTo>
                    <a:cubicBezTo>
                      <a:pt x="73946" y="93323"/>
                      <a:pt x="93323" y="73947"/>
                      <a:pt x="93323" y="50107"/>
                    </a:cubicBezTo>
                    <a:cubicBezTo>
                      <a:pt x="93323" y="26268"/>
                      <a:pt x="73946" y="6892"/>
                      <a:pt x="50107" y="6892"/>
                    </a:cubicBezTo>
                    <a:close/>
                  </a:path>
                </a:pathLst>
              </a:custGeom>
              <a:solidFill>
                <a:srgbClr val="17A3A3"/>
              </a:solidFill>
              <a:ln w="2824" cap="flat">
                <a:noFill/>
                <a:prstDash val="solid"/>
                <a:miter/>
              </a:ln>
            </p:spPr>
            <p:txBody>
              <a:bodyPr rtlCol="1" anchor="ctr"/>
              <a:lstStyle/>
              <a:p>
                <a:endParaRPr lang="ar-SA"/>
              </a:p>
            </p:txBody>
          </p:sp>
          <p:sp>
            <p:nvSpPr>
              <p:cNvPr id="7245" name="شكل حر: شكل 8149">
                <a:extLst>
                  <a:ext uri="{FF2B5EF4-FFF2-40B4-BE49-F238E27FC236}">
                    <a16:creationId xmlns:a16="http://schemas.microsoft.com/office/drawing/2014/main" id="{32EBD5F9-96BE-0BE0-06B7-F0211960BCB1}"/>
                  </a:ext>
                </a:extLst>
              </p:cNvPr>
              <p:cNvSpPr/>
              <p:nvPr/>
            </p:nvSpPr>
            <p:spPr>
              <a:xfrm>
                <a:off x="10137446" y="824015"/>
                <a:ext cx="22568" cy="22557"/>
              </a:xfrm>
              <a:custGeom>
                <a:avLst/>
                <a:gdLst>
                  <a:gd name="connsiteX0" fmla="*/ 19123 w 22568"/>
                  <a:gd name="connsiteY0" fmla="*/ 22558 h 22557"/>
                  <a:gd name="connsiteX1" fmla="*/ 16693 w 22568"/>
                  <a:gd name="connsiteY1" fmla="*/ 21541 h 22557"/>
                  <a:gd name="connsiteX2" fmla="*/ 1017 w 22568"/>
                  <a:gd name="connsiteY2" fmla="*/ 5865 h 22557"/>
                  <a:gd name="connsiteX3" fmla="*/ 1017 w 22568"/>
                  <a:gd name="connsiteY3" fmla="*/ 1006 h 22557"/>
                  <a:gd name="connsiteX4" fmla="*/ 5875 w 22568"/>
                  <a:gd name="connsiteY4" fmla="*/ 1006 h 22557"/>
                  <a:gd name="connsiteX5" fmla="*/ 21551 w 22568"/>
                  <a:gd name="connsiteY5" fmla="*/ 16683 h 22557"/>
                  <a:gd name="connsiteX6" fmla="*/ 21551 w 22568"/>
                  <a:gd name="connsiteY6" fmla="*/ 21541 h 22557"/>
                  <a:gd name="connsiteX7" fmla="*/ 19123 w 22568"/>
                  <a:gd name="connsiteY7" fmla="*/ 22558 h 22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568" h="22557">
                    <a:moveTo>
                      <a:pt x="19123" y="22558"/>
                    </a:moveTo>
                    <a:cubicBezTo>
                      <a:pt x="18247" y="22558"/>
                      <a:pt x="17371" y="22219"/>
                      <a:pt x="16693" y="21541"/>
                    </a:cubicBezTo>
                    <a:lnTo>
                      <a:pt x="1017" y="5865"/>
                    </a:lnTo>
                    <a:cubicBezTo>
                      <a:pt x="-339" y="4509"/>
                      <a:pt x="-339" y="2334"/>
                      <a:pt x="1017" y="1006"/>
                    </a:cubicBezTo>
                    <a:cubicBezTo>
                      <a:pt x="2373" y="-321"/>
                      <a:pt x="4547" y="-350"/>
                      <a:pt x="5875" y="1006"/>
                    </a:cubicBezTo>
                    <a:lnTo>
                      <a:pt x="21551" y="16683"/>
                    </a:lnTo>
                    <a:cubicBezTo>
                      <a:pt x="22907" y="18038"/>
                      <a:pt x="22907" y="20213"/>
                      <a:pt x="21551" y="21541"/>
                    </a:cubicBezTo>
                    <a:cubicBezTo>
                      <a:pt x="20873" y="22219"/>
                      <a:pt x="19998" y="22558"/>
                      <a:pt x="19123" y="22558"/>
                    </a:cubicBezTo>
                    <a:close/>
                  </a:path>
                </a:pathLst>
              </a:custGeom>
              <a:solidFill>
                <a:srgbClr val="17A3A3"/>
              </a:solidFill>
              <a:ln w="2824" cap="flat">
                <a:noFill/>
                <a:prstDash val="solid"/>
                <a:miter/>
              </a:ln>
            </p:spPr>
            <p:txBody>
              <a:bodyPr rtlCol="1" anchor="ctr"/>
              <a:lstStyle/>
              <a:p>
                <a:endParaRPr lang="ar-SA"/>
              </a:p>
            </p:txBody>
          </p:sp>
        </p:grpSp>
      </p:grpSp>
      <p:grpSp>
        <p:nvGrpSpPr>
          <p:cNvPr id="7252" name="رسم 8014">
            <a:extLst>
              <a:ext uri="{FF2B5EF4-FFF2-40B4-BE49-F238E27FC236}">
                <a16:creationId xmlns:a16="http://schemas.microsoft.com/office/drawing/2014/main" id="{3AA4E86E-8DCD-249D-52D4-026D4A3D8116}"/>
              </a:ext>
            </a:extLst>
          </p:cNvPr>
          <p:cNvGrpSpPr/>
          <p:nvPr/>
        </p:nvGrpSpPr>
        <p:grpSpPr>
          <a:xfrm>
            <a:off x="5062640" y="2437391"/>
            <a:ext cx="238123" cy="248008"/>
            <a:chOff x="5132801" y="1277005"/>
            <a:chExt cx="284629" cy="314654"/>
          </a:xfrm>
        </p:grpSpPr>
        <p:grpSp>
          <p:nvGrpSpPr>
            <p:cNvPr id="7253" name="رسم 8014">
              <a:extLst>
                <a:ext uri="{FF2B5EF4-FFF2-40B4-BE49-F238E27FC236}">
                  <a16:creationId xmlns:a16="http://schemas.microsoft.com/office/drawing/2014/main" id="{29332BC5-BF6E-44BD-EC1A-977A98B422CD}"/>
                </a:ext>
              </a:extLst>
            </p:cNvPr>
            <p:cNvGrpSpPr/>
            <p:nvPr/>
          </p:nvGrpSpPr>
          <p:grpSpPr>
            <a:xfrm>
              <a:off x="5186834" y="1330983"/>
              <a:ext cx="176590" cy="260677"/>
              <a:chOff x="5186834" y="1330983"/>
              <a:chExt cx="176590" cy="260677"/>
            </a:xfrm>
          </p:grpSpPr>
          <p:sp>
            <p:nvSpPr>
              <p:cNvPr id="7260" name="شكل حر: شكل 8152">
                <a:extLst>
                  <a:ext uri="{FF2B5EF4-FFF2-40B4-BE49-F238E27FC236}">
                    <a16:creationId xmlns:a16="http://schemas.microsoft.com/office/drawing/2014/main" id="{51794598-4075-DD55-6D4D-7708886E7F50}"/>
                  </a:ext>
                </a:extLst>
              </p:cNvPr>
              <p:cNvSpPr/>
              <p:nvPr/>
            </p:nvSpPr>
            <p:spPr>
              <a:xfrm>
                <a:off x="5186834" y="1330983"/>
                <a:ext cx="176590" cy="199977"/>
              </a:xfrm>
              <a:custGeom>
                <a:avLst/>
                <a:gdLst>
                  <a:gd name="connsiteX0" fmla="*/ 119224 w 176590"/>
                  <a:gd name="connsiteY0" fmla="*/ 199978 h 199977"/>
                  <a:gd name="connsiteX1" fmla="*/ 115778 w 176590"/>
                  <a:gd name="connsiteY1" fmla="*/ 196532 h 199977"/>
                  <a:gd name="connsiteX2" fmla="*/ 115778 w 176590"/>
                  <a:gd name="connsiteY2" fmla="*/ 167326 h 199977"/>
                  <a:gd name="connsiteX3" fmla="*/ 117953 w 176590"/>
                  <a:gd name="connsiteY3" fmla="*/ 164106 h 199977"/>
                  <a:gd name="connsiteX4" fmla="*/ 169699 w 176590"/>
                  <a:gd name="connsiteY4" fmla="*/ 88295 h 199977"/>
                  <a:gd name="connsiteX5" fmla="*/ 88295 w 176590"/>
                  <a:gd name="connsiteY5" fmla="*/ 6892 h 199977"/>
                  <a:gd name="connsiteX6" fmla="*/ 6892 w 176590"/>
                  <a:gd name="connsiteY6" fmla="*/ 88295 h 199977"/>
                  <a:gd name="connsiteX7" fmla="*/ 58638 w 176590"/>
                  <a:gd name="connsiteY7" fmla="*/ 164106 h 199977"/>
                  <a:gd name="connsiteX8" fmla="*/ 60813 w 176590"/>
                  <a:gd name="connsiteY8" fmla="*/ 167326 h 199977"/>
                  <a:gd name="connsiteX9" fmla="*/ 60813 w 176590"/>
                  <a:gd name="connsiteY9" fmla="*/ 196532 h 199977"/>
                  <a:gd name="connsiteX10" fmla="*/ 57367 w 176590"/>
                  <a:gd name="connsiteY10" fmla="*/ 199978 h 199977"/>
                  <a:gd name="connsiteX11" fmla="*/ 53921 w 176590"/>
                  <a:gd name="connsiteY11" fmla="*/ 196532 h 199977"/>
                  <a:gd name="connsiteX12" fmla="*/ 53921 w 176590"/>
                  <a:gd name="connsiteY12" fmla="*/ 169642 h 199977"/>
                  <a:gd name="connsiteX13" fmla="*/ 0 w 176590"/>
                  <a:gd name="connsiteY13" fmla="*/ 88295 h 199977"/>
                  <a:gd name="connsiteX14" fmla="*/ 88295 w 176590"/>
                  <a:gd name="connsiteY14" fmla="*/ 0 h 199977"/>
                  <a:gd name="connsiteX15" fmla="*/ 176591 w 176590"/>
                  <a:gd name="connsiteY15" fmla="*/ 88295 h 199977"/>
                  <a:gd name="connsiteX16" fmla="*/ 122670 w 176590"/>
                  <a:gd name="connsiteY16" fmla="*/ 169642 h 199977"/>
                  <a:gd name="connsiteX17" fmla="*/ 122670 w 176590"/>
                  <a:gd name="connsiteY17" fmla="*/ 196532 h 199977"/>
                  <a:gd name="connsiteX18" fmla="*/ 119224 w 176590"/>
                  <a:gd name="connsiteY18" fmla="*/ 199978 h 199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76590" h="199977">
                    <a:moveTo>
                      <a:pt x="119224" y="199978"/>
                    </a:moveTo>
                    <a:cubicBezTo>
                      <a:pt x="117332" y="199978"/>
                      <a:pt x="115778" y="198424"/>
                      <a:pt x="115778" y="196532"/>
                    </a:cubicBezTo>
                    <a:lnTo>
                      <a:pt x="115778" y="167326"/>
                    </a:lnTo>
                    <a:cubicBezTo>
                      <a:pt x="115778" y="165914"/>
                      <a:pt x="116654" y="164643"/>
                      <a:pt x="117953" y="164106"/>
                    </a:cubicBezTo>
                    <a:cubicBezTo>
                      <a:pt x="149390" y="151791"/>
                      <a:pt x="169699" y="122020"/>
                      <a:pt x="169699" y="88295"/>
                    </a:cubicBezTo>
                    <a:cubicBezTo>
                      <a:pt x="169699" y="43413"/>
                      <a:pt x="133177" y="6892"/>
                      <a:pt x="88295" y="6892"/>
                    </a:cubicBezTo>
                    <a:cubicBezTo>
                      <a:pt x="43413" y="6892"/>
                      <a:pt x="6892" y="43413"/>
                      <a:pt x="6892" y="88295"/>
                    </a:cubicBezTo>
                    <a:cubicBezTo>
                      <a:pt x="6892" y="122020"/>
                      <a:pt x="27200" y="151791"/>
                      <a:pt x="58638" y="164106"/>
                    </a:cubicBezTo>
                    <a:cubicBezTo>
                      <a:pt x="59965" y="164615"/>
                      <a:pt x="60813" y="165886"/>
                      <a:pt x="60813" y="167326"/>
                    </a:cubicBezTo>
                    <a:lnTo>
                      <a:pt x="60813" y="196532"/>
                    </a:lnTo>
                    <a:cubicBezTo>
                      <a:pt x="60813" y="198424"/>
                      <a:pt x="59259" y="199978"/>
                      <a:pt x="57367" y="199978"/>
                    </a:cubicBezTo>
                    <a:cubicBezTo>
                      <a:pt x="55474" y="199978"/>
                      <a:pt x="53921" y="198424"/>
                      <a:pt x="53921" y="196532"/>
                    </a:cubicBezTo>
                    <a:lnTo>
                      <a:pt x="53921" y="169642"/>
                    </a:lnTo>
                    <a:cubicBezTo>
                      <a:pt x="21071" y="155774"/>
                      <a:pt x="0" y="124111"/>
                      <a:pt x="0" y="88295"/>
                    </a:cubicBezTo>
                    <a:cubicBezTo>
                      <a:pt x="0" y="39600"/>
                      <a:pt x="39600" y="0"/>
                      <a:pt x="88295" y="0"/>
                    </a:cubicBezTo>
                    <a:cubicBezTo>
                      <a:pt x="136991" y="0"/>
                      <a:pt x="176591" y="39600"/>
                      <a:pt x="176591" y="88295"/>
                    </a:cubicBezTo>
                    <a:cubicBezTo>
                      <a:pt x="176591" y="124111"/>
                      <a:pt x="155520" y="155774"/>
                      <a:pt x="122670" y="169642"/>
                    </a:cubicBezTo>
                    <a:lnTo>
                      <a:pt x="122670" y="196532"/>
                    </a:lnTo>
                    <a:cubicBezTo>
                      <a:pt x="122670" y="198424"/>
                      <a:pt x="121117" y="199978"/>
                      <a:pt x="119224" y="199978"/>
                    </a:cubicBezTo>
                    <a:close/>
                  </a:path>
                </a:pathLst>
              </a:custGeom>
              <a:solidFill>
                <a:srgbClr val="01355A"/>
              </a:solidFill>
              <a:ln w="2824" cap="flat">
                <a:noFill/>
                <a:prstDash val="solid"/>
                <a:miter/>
              </a:ln>
            </p:spPr>
            <p:txBody>
              <a:bodyPr rtlCol="1" anchor="ctr"/>
              <a:lstStyle/>
              <a:p>
                <a:endParaRPr lang="ar-SA"/>
              </a:p>
            </p:txBody>
          </p:sp>
          <p:sp>
            <p:nvSpPr>
              <p:cNvPr id="7261" name="شكل حر: شكل 8153">
                <a:extLst>
                  <a:ext uri="{FF2B5EF4-FFF2-40B4-BE49-F238E27FC236}">
                    <a16:creationId xmlns:a16="http://schemas.microsoft.com/office/drawing/2014/main" id="{D672C30B-8B56-59B5-CF3C-4AA863910BA2}"/>
                  </a:ext>
                </a:extLst>
              </p:cNvPr>
              <p:cNvSpPr/>
              <p:nvPr/>
            </p:nvSpPr>
            <p:spPr>
              <a:xfrm>
                <a:off x="5240727" y="1556551"/>
                <a:ext cx="68749" cy="35109"/>
              </a:xfrm>
              <a:custGeom>
                <a:avLst/>
                <a:gdLst>
                  <a:gd name="connsiteX0" fmla="*/ 37115 w 68749"/>
                  <a:gd name="connsiteY0" fmla="*/ 35109 h 35109"/>
                  <a:gd name="connsiteX1" fmla="*/ 31663 w 68749"/>
                  <a:gd name="connsiteY1" fmla="*/ 35109 h 35109"/>
                  <a:gd name="connsiteX2" fmla="*/ 0 w 68749"/>
                  <a:gd name="connsiteY2" fmla="*/ 3446 h 35109"/>
                  <a:gd name="connsiteX3" fmla="*/ 3446 w 68749"/>
                  <a:gd name="connsiteY3" fmla="*/ 0 h 35109"/>
                  <a:gd name="connsiteX4" fmla="*/ 65304 w 68749"/>
                  <a:gd name="connsiteY4" fmla="*/ 0 h 35109"/>
                  <a:gd name="connsiteX5" fmla="*/ 68750 w 68749"/>
                  <a:gd name="connsiteY5" fmla="*/ 3446 h 35109"/>
                  <a:gd name="connsiteX6" fmla="*/ 37086 w 68749"/>
                  <a:gd name="connsiteY6" fmla="*/ 35109 h 35109"/>
                  <a:gd name="connsiteX7" fmla="*/ 7146 w 68749"/>
                  <a:gd name="connsiteY7" fmla="*/ 6892 h 35109"/>
                  <a:gd name="connsiteX8" fmla="*/ 31692 w 68749"/>
                  <a:gd name="connsiteY8" fmla="*/ 28217 h 35109"/>
                  <a:gd name="connsiteX9" fmla="*/ 37143 w 68749"/>
                  <a:gd name="connsiteY9" fmla="*/ 28217 h 35109"/>
                  <a:gd name="connsiteX10" fmla="*/ 61688 w 68749"/>
                  <a:gd name="connsiteY10" fmla="*/ 6892 h 35109"/>
                  <a:gd name="connsiteX11" fmla="*/ 7174 w 68749"/>
                  <a:gd name="connsiteY11" fmla="*/ 6892 h 35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749" h="35109">
                    <a:moveTo>
                      <a:pt x="37115" y="35109"/>
                    </a:moveTo>
                    <a:lnTo>
                      <a:pt x="31663" y="35109"/>
                    </a:lnTo>
                    <a:cubicBezTo>
                      <a:pt x="14208" y="35109"/>
                      <a:pt x="0" y="20902"/>
                      <a:pt x="0" y="3446"/>
                    </a:cubicBezTo>
                    <a:cubicBezTo>
                      <a:pt x="0" y="1553"/>
                      <a:pt x="1554" y="0"/>
                      <a:pt x="3446" y="0"/>
                    </a:cubicBezTo>
                    <a:lnTo>
                      <a:pt x="65304" y="0"/>
                    </a:lnTo>
                    <a:cubicBezTo>
                      <a:pt x="67196" y="0"/>
                      <a:pt x="68750" y="1553"/>
                      <a:pt x="68750" y="3446"/>
                    </a:cubicBezTo>
                    <a:cubicBezTo>
                      <a:pt x="68750" y="20902"/>
                      <a:pt x="54542" y="35109"/>
                      <a:pt x="37086" y="35109"/>
                    </a:cubicBezTo>
                    <a:close/>
                    <a:moveTo>
                      <a:pt x="7146" y="6892"/>
                    </a:moveTo>
                    <a:cubicBezTo>
                      <a:pt x="8841" y="18925"/>
                      <a:pt x="19179" y="28217"/>
                      <a:pt x="31692" y="28217"/>
                    </a:cubicBezTo>
                    <a:lnTo>
                      <a:pt x="37143" y="28217"/>
                    </a:lnTo>
                    <a:cubicBezTo>
                      <a:pt x="49627" y="28217"/>
                      <a:pt x="59993" y="18925"/>
                      <a:pt x="61688" y="6892"/>
                    </a:cubicBezTo>
                    <a:lnTo>
                      <a:pt x="7174" y="6892"/>
                    </a:lnTo>
                    <a:close/>
                  </a:path>
                </a:pathLst>
              </a:custGeom>
              <a:solidFill>
                <a:srgbClr val="01355A"/>
              </a:solidFill>
              <a:ln w="2824" cap="flat">
                <a:noFill/>
                <a:prstDash val="solid"/>
                <a:miter/>
              </a:ln>
            </p:spPr>
            <p:txBody>
              <a:bodyPr rtlCol="1" anchor="ctr"/>
              <a:lstStyle/>
              <a:p>
                <a:endParaRPr lang="ar-SA"/>
              </a:p>
            </p:txBody>
          </p:sp>
          <p:sp>
            <p:nvSpPr>
              <p:cNvPr id="7262" name="شكل حر: شكل 8154">
                <a:extLst>
                  <a:ext uri="{FF2B5EF4-FFF2-40B4-BE49-F238E27FC236}">
                    <a16:creationId xmlns:a16="http://schemas.microsoft.com/office/drawing/2014/main" id="{549B6A19-EB0F-F4D4-3A4C-0AAD28D00973}"/>
                  </a:ext>
                </a:extLst>
              </p:cNvPr>
              <p:cNvSpPr/>
              <p:nvPr/>
            </p:nvSpPr>
            <p:spPr>
              <a:xfrm>
                <a:off x="5227988" y="1525142"/>
                <a:ext cx="94283" cy="38300"/>
              </a:xfrm>
              <a:custGeom>
                <a:avLst/>
                <a:gdLst>
                  <a:gd name="connsiteX0" fmla="*/ 75133 w 94283"/>
                  <a:gd name="connsiteY0" fmla="*/ 38301 h 38300"/>
                  <a:gd name="connsiteX1" fmla="*/ 19151 w 94283"/>
                  <a:gd name="connsiteY1" fmla="*/ 38301 h 38300"/>
                  <a:gd name="connsiteX2" fmla="*/ 0 w 94283"/>
                  <a:gd name="connsiteY2" fmla="*/ 19150 h 38300"/>
                  <a:gd name="connsiteX3" fmla="*/ 19151 w 94283"/>
                  <a:gd name="connsiteY3" fmla="*/ 0 h 38300"/>
                  <a:gd name="connsiteX4" fmla="*/ 75133 w 94283"/>
                  <a:gd name="connsiteY4" fmla="*/ 0 h 38300"/>
                  <a:gd name="connsiteX5" fmla="*/ 94283 w 94283"/>
                  <a:gd name="connsiteY5" fmla="*/ 19150 h 38300"/>
                  <a:gd name="connsiteX6" fmla="*/ 75133 w 94283"/>
                  <a:gd name="connsiteY6" fmla="*/ 38301 h 38300"/>
                  <a:gd name="connsiteX7" fmla="*/ 19151 w 94283"/>
                  <a:gd name="connsiteY7" fmla="*/ 6864 h 38300"/>
                  <a:gd name="connsiteX8" fmla="*/ 6892 w 94283"/>
                  <a:gd name="connsiteY8" fmla="*/ 19122 h 38300"/>
                  <a:gd name="connsiteX9" fmla="*/ 19151 w 94283"/>
                  <a:gd name="connsiteY9" fmla="*/ 31381 h 38300"/>
                  <a:gd name="connsiteX10" fmla="*/ 75133 w 94283"/>
                  <a:gd name="connsiteY10" fmla="*/ 31381 h 38300"/>
                  <a:gd name="connsiteX11" fmla="*/ 87392 w 94283"/>
                  <a:gd name="connsiteY11" fmla="*/ 19122 h 38300"/>
                  <a:gd name="connsiteX12" fmla="*/ 75133 w 94283"/>
                  <a:gd name="connsiteY12" fmla="*/ 6864 h 38300"/>
                  <a:gd name="connsiteX13" fmla="*/ 19151 w 94283"/>
                  <a:gd name="connsiteY13" fmla="*/ 6864 h 38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4283" h="38300">
                    <a:moveTo>
                      <a:pt x="75133" y="38301"/>
                    </a:moveTo>
                    <a:lnTo>
                      <a:pt x="19151" y="38301"/>
                    </a:lnTo>
                    <a:cubicBezTo>
                      <a:pt x="8587" y="38301"/>
                      <a:pt x="0" y="29714"/>
                      <a:pt x="0" y="19150"/>
                    </a:cubicBezTo>
                    <a:cubicBezTo>
                      <a:pt x="0" y="8587"/>
                      <a:pt x="8587" y="0"/>
                      <a:pt x="19151" y="0"/>
                    </a:cubicBezTo>
                    <a:lnTo>
                      <a:pt x="75133" y="0"/>
                    </a:lnTo>
                    <a:cubicBezTo>
                      <a:pt x="85697" y="0"/>
                      <a:pt x="94283" y="8587"/>
                      <a:pt x="94283" y="19150"/>
                    </a:cubicBezTo>
                    <a:cubicBezTo>
                      <a:pt x="94283" y="29714"/>
                      <a:pt x="85697" y="38301"/>
                      <a:pt x="75133" y="38301"/>
                    </a:cubicBezTo>
                    <a:close/>
                    <a:moveTo>
                      <a:pt x="19151" y="6864"/>
                    </a:moveTo>
                    <a:cubicBezTo>
                      <a:pt x="12372" y="6864"/>
                      <a:pt x="6892" y="12372"/>
                      <a:pt x="6892" y="19122"/>
                    </a:cubicBezTo>
                    <a:cubicBezTo>
                      <a:pt x="6892" y="25873"/>
                      <a:pt x="12400" y="31381"/>
                      <a:pt x="19151" y="31381"/>
                    </a:cubicBezTo>
                    <a:lnTo>
                      <a:pt x="75133" y="31381"/>
                    </a:lnTo>
                    <a:cubicBezTo>
                      <a:pt x="81912" y="31381"/>
                      <a:pt x="87392" y="25873"/>
                      <a:pt x="87392" y="19122"/>
                    </a:cubicBezTo>
                    <a:cubicBezTo>
                      <a:pt x="87392" y="12372"/>
                      <a:pt x="81884" y="6864"/>
                      <a:pt x="75133" y="6864"/>
                    </a:cubicBezTo>
                    <a:lnTo>
                      <a:pt x="19151" y="6864"/>
                    </a:lnTo>
                    <a:close/>
                  </a:path>
                </a:pathLst>
              </a:custGeom>
              <a:solidFill>
                <a:srgbClr val="01355A"/>
              </a:solidFill>
              <a:ln w="2824" cap="flat">
                <a:noFill/>
                <a:prstDash val="solid"/>
                <a:miter/>
              </a:ln>
            </p:spPr>
            <p:txBody>
              <a:bodyPr rtlCol="1" anchor="ctr"/>
              <a:lstStyle/>
              <a:p>
                <a:endParaRPr lang="ar-SA"/>
              </a:p>
            </p:txBody>
          </p:sp>
          <p:sp>
            <p:nvSpPr>
              <p:cNvPr id="7263" name="شكل حر: شكل 8155">
                <a:extLst>
                  <a:ext uri="{FF2B5EF4-FFF2-40B4-BE49-F238E27FC236}">
                    <a16:creationId xmlns:a16="http://schemas.microsoft.com/office/drawing/2014/main" id="{50708957-E33F-5C80-1F49-29178A810CFD}"/>
                  </a:ext>
                </a:extLst>
              </p:cNvPr>
              <p:cNvSpPr/>
              <p:nvPr/>
            </p:nvSpPr>
            <p:spPr>
              <a:xfrm>
                <a:off x="5251799" y="1413735"/>
                <a:ext cx="46661" cy="67460"/>
              </a:xfrm>
              <a:custGeom>
                <a:avLst/>
                <a:gdLst>
                  <a:gd name="connsiteX0" fmla="*/ 34714 w 46661"/>
                  <a:gd name="connsiteY0" fmla="*/ 67457 h 67460"/>
                  <a:gd name="connsiteX1" fmla="*/ 34233 w 46661"/>
                  <a:gd name="connsiteY1" fmla="*/ 67429 h 67460"/>
                  <a:gd name="connsiteX2" fmla="*/ 31296 w 46661"/>
                  <a:gd name="connsiteY2" fmla="*/ 63531 h 67460"/>
                  <a:gd name="connsiteX3" fmla="*/ 37171 w 46661"/>
                  <a:gd name="connsiteY3" fmla="*/ 21700 h 67460"/>
                  <a:gd name="connsiteX4" fmla="*/ 23331 w 46661"/>
                  <a:gd name="connsiteY4" fmla="*/ 26473 h 67460"/>
                  <a:gd name="connsiteX5" fmla="*/ 9490 w 46661"/>
                  <a:gd name="connsiteY5" fmla="*/ 21700 h 67460"/>
                  <a:gd name="connsiteX6" fmla="*/ 15366 w 46661"/>
                  <a:gd name="connsiteY6" fmla="*/ 63531 h 67460"/>
                  <a:gd name="connsiteX7" fmla="*/ 12428 w 46661"/>
                  <a:gd name="connsiteY7" fmla="*/ 67429 h 67460"/>
                  <a:gd name="connsiteX8" fmla="*/ 8530 w 46661"/>
                  <a:gd name="connsiteY8" fmla="*/ 64491 h 67460"/>
                  <a:gd name="connsiteX9" fmla="*/ 734 w 46661"/>
                  <a:gd name="connsiteY9" fmla="*/ 8989 h 67460"/>
                  <a:gd name="connsiteX10" fmla="*/ 0 w 46661"/>
                  <a:gd name="connsiteY10" fmla="*/ 3453 h 67460"/>
                  <a:gd name="connsiteX11" fmla="*/ 3192 w 46661"/>
                  <a:gd name="connsiteY11" fmla="*/ 7 h 67460"/>
                  <a:gd name="connsiteX12" fmla="*/ 6836 w 46661"/>
                  <a:gd name="connsiteY12" fmla="*/ 2973 h 67460"/>
                  <a:gd name="connsiteX13" fmla="*/ 7513 w 46661"/>
                  <a:gd name="connsiteY13" fmla="*/ 7690 h 67460"/>
                  <a:gd name="connsiteX14" fmla="*/ 23331 w 46661"/>
                  <a:gd name="connsiteY14" fmla="*/ 19553 h 67460"/>
                  <a:gd name="connsiteX15" fmla="*/ 39148 w 46661"/>
                  <a:gd name="connsiteY15" fmla="*/ 7690 h 67460"/>
                  <a:gd name="connsiteX16" fmla="*/ 39826 w 46661"/>
                  <a:gd name="connsiteY16" fmla="*/ 2973 h 67460"/>
                  <a:gd name="connsiteX17" fmla="*/ 43470 w 46661"/>
                  <a:gd name="connsiteY17" fmla="*/ 7 h 67460"/>
                  <a:gd name="connsiteX18" fmla="*/ 46662 w 46661"/>
                  <a:gd name="connsiteY18" fmla="*/ 3453 h 67460"/>
                  <a:gd name="connsiteX19" fmla="*/ 45927 w 46661"/>
                  <a:gd name="connsiteY19" fmla="*/ 8989 h 67460"/>
                  <a:gd name="connsiteX20" fmla="*/ 38131 w 46661"/>
                  <a:gd name="connsiteY20" fmla="*/ 64491 h 67460"/>
                  <a:gd name="connsiteX21" fmla="*/ 34714 w 46661"/>
                  <a:gd name="connsiteY21" fmla="*/ 67457 h 67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661" h="67460">
                    <a:moveTo>
                      <a:pt x="34714" y="67457"/>
                    </a:moveTo>
                    <a:cubicBezTo>
                      <a:pt x="34544" y="67457"/>
                      <a:pt x="34403" y="67457"/>
                      <a:pt x="34233" y="67429"/>
                    </a:cubicBezTo>
                    <a:cubicBezTo>
                      <a:pt x="32341" y="67175"/>
                      <a:pt x="31042" y="65423"/>
                      <a:pt x="31296" y="63531"/>
                    </a:cubicBezTo>
                    <a:lnTo>
                      <a:pt x="37171" y="21700"/>
                    </a:lnTo>
                    <a:cubicBezTo>
                      <a:pt x="33245" y="24665"/>
                      <a:pt x="28415" y="26473"/>
                      <a:pt x="23331" y="26473"/>
                    </a:cubicBezTo>
                    <a:cubicBezTo>
                      <a:pt x="18246" y="26473"/>
                      <a:pt x="13417" y="24665"/>
                      <a:pt x="9490" y="21700"/>
                    </a:cubicBezTo>
                    <a:lnTo>
                      <a:pt x="15366" y="63531"/>
                    </a:lnTo>
                    <a:cubicBezTo>
                      <a:pt x="15620" y="65423"/>
                      <a:pt x="14320" y="67146"/>
                      <a:pt x="12428" y="67429"/>
                    </a:cubicBezTo>
                    <a:cubicBezTo>
                      <a:pt x="10536" y="67683"/>
                      <a:pt x="8813" y="66384"/>
                      <a:pt x="8530" y="64491"/>
                    </a:cubicBezTo>
                    <a:lnTo>
                      <a:pt x="734" y="8989"/>
                    </a:lnTo>
                    <a:cubicBezTo>
                      <a:pt x="254" y="7210"/>
                      <a:pt x="0" y="5345"/>
                      <a:pt x="0" y="3453"/>
                    </a:cubicBezTo>
                    <a:cubicBezTo>
                      <a:pt x="0" y="1561"/>
                      <a:pt x="1412" y="148"/>
                      <a:pt x="3192" y="7"/>
                    </a:cubicBezTo>
                    <a:cubicBezTo>
                      <a:pt x="5000" y="-106"/>
                      <a:pt x="6581" y="1165"/>
                      <a:pt x="6836" y="2973"/>
                    </a:cubicBezTo>
                    <a:lnTo>
                      <a:pt x="7513" y="7690"/>
                    </a:lnTo>
                    <a:cubicBezTo>
                      <a:pt x="9519" y="14356"/>
                      <a:pt x="16044" y="19553"/>
                      <a:pt x="23331" y="19553"/>
                    </a:cubicBezTo>
                    <a:cubicBezTo>
                      <a:pt x="30618" y="19553"/>
                      <a:pt x="37143" y="14356"/>
                      <a:pt x="39148" y="7690"/>
                    </a:cubicBezTo>
                    <a:lnTo>
                      <a:pt x="39826" y="2973"/>
                    </a:lnTo>
                    <a:cubicBezTo>
                      <a:pt x="40081" y="1193"/>
                      <a:pt x="41719" y="-106"/>
                      <a:pt x="43470" y="7"/>
                    </a:cubicBezTo>
                    <a:cubicBezTo>
                      <a:pt x="45278" y="120"/>
                      <a:pt x="46662" y="1645"/>
                      <a:pt x="46662" y="3453"/>
                    </a:cubicBezTo>
                    <a:cubicBezTo>
                      <a:pt x="46662" y="5261"/>
                      <a:pt x="46407" y="7181"/>
                      <a:pt x="45927" y="8989"/>
                    </a:cubicBezTo>
                    <a:lnTo>
                      <a:pt x="38131" y="64491"/>
                    </a:lnTo>
                    <a:cubicBezTo>
                      <a:pt x="37877" y="66214"/>
                      <a:pt x="36408" y="67457"/>
                      <a:pt x="34714" y="67457"/>
                    </a:cubicBezTo>
                    <a:close/>
                  </a:path>
                </a:pathLst>
              </a:custGeom>
              <a:solidFill>
                <a:srgbClr val="17A3A3"/>
              </a:solidFill>
              <a:ln w="2824" cap="flat">
                <a:noFill/>
                <a:prstDash val="solid"/>
                <a:miter/>
              </a:ln>
            </p:spPr>
            <p:txBody>
              <a:bodyPr rtlCol="1" anchor="ctr"/>
              <a:lstStyle/>
              <a:p>
                <a:endParaRPr lang="ar-SA"/>
              </a:p>
            </p:txBody>
          </p:sp>
        </p:grpSp>
        <p:grpSp>
          <p:nvGrpSpPr>
            <p:cNvPr id="7254" name="رسم 8014">
              <a:extLst>
                <a:ext uri="{FF2B5EF4-FFF2-40B4-BE49-F238E27FC236}">
                  <a16:creationId xmlns:a16="http://schemas.microsoft.com/office/drawing/2014/main" id="{1E1D6216-6650-DA52-42CB-BF12286322F4}"/>
                </a:ext>
              </a:extLst>
            </p:cNvPr>
            <p:cNvGrpSpPr/>
            <p:nvPr/>
          </p:nvGrpSpPr>
          <p:grpSpPr>
            <a:xfrm>
              <a:off x="5132801" y="1277005"/>
              <a:ext cx="284629" cy="145746"/>
              <a:chOff x="5132801" y="1277005"/>
              <a:chExt cx="284629" cy="145746"/>
            </a:xfrm>
            <a:solidFill>
              <a:srgbClr val="17A3A3"/>
            </a:solidFill>
          </p:grpSpPr>
          <p:sp>
            <p:nvSpPr>
              <p:cNvPr id="7255" name="شكل حر: شكل 8157">
                <a:extLst>
                  <a:ext uri="{FF2B5EF4-FFF2-40B4-BE49-F238E27FC236}">
                    <a16:creationId xmlns:a16="http://schemas.microsoft.com/office/drawing/2014/main" id="{9B2BACAF-382D-6445-40E5-7A52DC555E8D}"/>
                  </a:ext>
                </a:extLst>
              </p:cNvPr>
              <p:cNvSpPr/>
              <p:nvPr/>
            </p:nvSpPr>
            <p:spPr>
              <a:xfrm>
                <a:off x="5271684" y="1277005"/>
                <a:ext cx="6891" cy="36267"/>
              </a:xfrm>
              <a:custGeom>
                <a:avLst/>
                <a:gdLst>
                  <a:gd name="connsiteX0" fmla="*/ 3446 w 6891"/>
                  <a:gd name="connsiteY0" fmla="*/ 36267 h 36267"/>
                  <a:gd name="connsiteX1" fmla="*/ 0 w 6891"/>
                  <a:gd name="connsiteY1" fmla="*/ 32821 h 36267"/>
                  <a:gd name="connsiteX2" fmla="*/ 0 w 6891"/>
                  <a:gd name="connsiteY2" fmla="*/ 3446 h 36267"/>
                  <a:gd name="connsiteX3" fmla="*/ 3446 w 6891"/>
                  <a:gd name="connsiteY3" fmla="*/ 0 h 36267"/>
                  <a:gd name="connsiteX4" fmla="*/ 6892 w 6891"/>
                  <a:gd name="connsiteY4" fmla="*/ 3446 h 36267"/>
                  <a:gd name="connsiteX5" fmla="*/ 6892 w 6891"/>
                  <a:gd name="connsiteY5" fmla="*/ 32821 h 36267"/>
                  <a:gd name="connsiteX6" fmla="*/ 3446 w 6891"/>
                  <a:gd name="connsiteY6" fmla="*/ 36267 h 36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36267">
                    <a:moveTo>
                      <a:pt x="3446" y="36267"/>
                    </a:moveTo>
                    <a:cubicBezTo>
                      <a:pt x="1553" y="36267"/>
                      <a:pt x="0" y="34714"/>
                      <a:pt x="0" y="32821"/>
                    </a:cubicBezTo>
                    <a:lnTo>
                      <a:pt x="0" y="3446"/>
                    </a:lnTo>
                    <a:cubicBezTo>
                      <a:pt x="0" y="1554"/>
                      <a:pt x="1553" y="0"/>
                      <a:pt x="3446" y="0"/>
                    </a:cubicBezTo>
                    <a:cubicBezTo>
                      <a:pt x="5338" y="0"/>
                      <a:pt x="6892" y="1554"/>
                      <a:pt x="6892" y="3446"/>
                    </a:cubicBezTo>
                    <a:lnTo>
                      <a:pt x="6892" y="32821"/>
                    </a:lnTo>
                    <a:cubicBezTo>
                      <a:pt x="6892" y="34714"/>
                      <a:pt x="5338" y="36267"/>
                      <a:pt x="3446" y="36267"/>
                    </a:cubicBezTo>
                    <a:close/>
                  </a:path>
                </a:pathLst>
              </a:custGeom>
              <a:solidFill>
                <a:srgbClr val="17A3A3"/>
              </a:solidFill>
              <a:ln w="2824" cap="flat">
                <a:noFill/>
                <a:prstDash val="solid"/>
                <a:miter/>
              </a:ln>
            </p:spPr>
            <p:txBody>
              <a:bodyPr rtlCol="1" anchor="ctr"/>
              <a:lstStyle/>
              <a:p>
                <a:endParaRPr lang="ar-SA"/>
              </a:p>
            </p:txBody>
          </p:sp>
          <p:sp>
            <p:nvSpPr>
              <p:cNvPr id="7256" name="شكل حر: شكل 8158">
                <a:extLst>
                  <a:ext uri="{FF2B5EF4-FFF2-40B4-BE49-F238E27FC236}">
                    <a16:creationId xmlns:a16="http://schemas.microsoft.com/office/drawing/2014/main" id="{EE6214B6-2BAF-959A-DD1E-E3A3B563F675}"/>
                  </a:ext>
                </a:extLst>
              </p:cNvPr>
              <p:cNvSpPr/>
              <p:nvPr/>
            </p:nvSpPr>
            <p:spPr>
              <a:xfrm>
                <a:off x="5173503" y="1317689"/>
                <a:ext cx="27680" cy="27669"/>
              </a:xfrm>
              <a:custGeom>
                <a:avLst/>
                <a:gdLst>
                  <a:gd name="connsiteX0" fmla="*/ 24234 w 27680"/>
                  <a:gd name="connsiteY0" fmla="*/ 27670 h 27669"/>
                  <a:gd name="connsiteX1" fmla="*/ 21805 w 27680"/>
                  <a:gd name="connsiteY1" fmla="*/ 26653 h 27669"/>
                  <a:gd name="connsiteX2" fmla="*/ 1017 w 27680"/>
                  <a:gd name="connsiteY2" fmla="*/ 5864 h 27669"/>
                  <a:gd name="connsiteX3" fmla="*/ 1017 w 27680"/>
                  <a:gd name="connsiteY3" fmla="*/ 1006 h 27669"/>
                  <a:gd name="connsiteX4" fmla="*/ 5875 w 27680"/>
                  <a:gd name="connsiteY4" fmla="*/ 1006 h 27669"/>
                  <a:gd name="connsiteX5" fmla="*/ 26664 w 27680"/>
                  <a:gd name="connsiteY5" fmla="*/ 21795 h 27669"/>
                  <a:gd name="connsiteX6" fmla="*/ 26664 w 27680"/>
                  <a:gd name="connsiteY6" fmla="*/ 26653 h 27669"/>
                  <a:gd name="connsiteX7" fmla="*/ 24234 w 27680"/>
                  <a:gd name="connsiteY7" fmla="*/ 27670 h 27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680" h="27669">
                    <a:moveTo>
                      <a:pt x="24234" y="27670"/>
                    </a:moveTo>
                    <a:cubicBezTo>
                      <a:pt x="23359" y="27670"/>
                      <a:pt x="22483" y="27331"/>
                      <a:pt x="21805" y="26653"/>
                    </a:cubicBezTo>
                    <a:lnTo>
                      <a:pt x="1017" y="5864"/>
                    </a:lnTo>
                    <a:cubicBezTo>
                      <a:pt x="-339" y="4509"/>
                      <a:pt x="-339" y="2334"/>
                      <a:pt x="1017" y="1006"/>
                    </a:cubicBezTo>
                    <a:cubicBezTo>
                      <a:pt x="2373" y="-321"/>
                      <a:pt x="4547" y="-349"/>
                      <a:pt x="5875" y="1006"/>
                    </a:cubicBezTo>
                    <a:lnTo>
                      <a:pt x="26664" y="21795"/>
                    </a:lnTo>
                    <a:cubicBezTo>
                      <a:pt x="28019" y="23151"/>
                      <a:pt x="28019" y="25326"/>
                      <a:pt x="26664" y="26653"/>
                    </a:cubicBezTo>
                    <a:cubicBezTo>
                      <a:pt x="25986" y="27331"/>
                      <a:pt x="25110" y="27670"/>
                      <a:pt x="24234" y="27670"/>
                    </a:cubicBezTo>
                    <a:close/>
                  </a:path>
                </a:pathLst>
              </a:custGeom>
              <a:solidFill>
                <a:srgbClr val="17A3A3"/>
              </a:solidFill>
              <a:ln w="2824" cap="flat">
                <a:noFill/>
                <a:prstDash val="solid"/>
                <a:miter/>
              </a:ln>
            </p:spPr>
            <p:txBody>
              <a:bodyPr rtlCol="1" anchor="ctr"/>
              <a:lstStyle/>
              <a:p>
                <a:endParaRPr lang="ar-SA"/>
              </a:p>
            </p:txBody>
          </p:sp>
          <p:sp>
            <p:nvSpPr>
              <p:cNvPr id="7257" name="شكل حر: شكل 8159">
                <a:extLst>
                  <a:ext uri="{FF2B5EF4-FFF2-40B4-BE49-F238E27FC236}">
                    <a16:creationId xmlns:a16="http://schemas.microsoft.com/office/drawing/2014/main" id="{3E4E7DE0-C949-336B-DEA1-22D3AA8C4B14}"/>
                  </a:ext>
                </a:extLst>
              </p:cNvPr>
              <p:cNvSpPr/>
              <p:nvPr/>
            </p:nvSpPr>
            <p:spPr>
              <a:xfrm>
                <a:off x="5381163" y="1415860"/>
                <a:ext cx="36267" cy="6891"/>
              </a:xfrm>
              <a:custGeom>
                <a:avLst/>
                <a:gdLst>
                  <a:gd name="connsiteX0" fmla="*/ 32821 w 36267"/>
                  <a:gd name="connsiteY0" fmla="*/ 6892 h 6891"/>
                  <a:gd name="connsiteX1" fmla="*/ 3446 w 36267"/>
                  <a:gd name="connsiteY1" fmla="*/ 6892 h 6891"/>
                  <a:gd name="connsiteX2" fmla="*/ 0 w 36267"/>
                  <a:gd name="connsiteY2" fmla="*/ 3446 h 6891"/>
                  <a:gd name="connsiteX3" fmla="*/ 3446 w 36267"/>
                  <a:gd name="connsiteY3" fmla="*/ 0 h 6891"/>
                  <a:gd name="connsiteX4" fmla="*/ 32821 w 36267"/>
                  <a:gd name="connsiteY4" fmla="*/ 0 h 6891"/>
                  <a:gd name="connsiteX5" fmla="*/ 36267 w 36267"/>
                  <a:gd name="connsiteY5" fmla="*/ 3446 h 6891"/>
                  <a:gd name="connsiteX6" fmla="*/ 32821 w 36267"/>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267" h="6891">
                    <a:moveTo>
                      <a:pt x="32821" y="6892"/>
                    </a:moveTo>
                    <a:lnTo>
                      <a:pt x="3446" y="6892"/>
                    </a:lnTo>
                    <a:cubicBezTo>
                      <a:pt x="1553" y="6892"/>
                      <a:pt x="0" y="5338"/>
                      <a:pt x="0" y="3446"/>
                    </a:cubicBezTo>
                    <a:cubicBezTo>
                      <a:pt x="0" y="1554"/>
                      <a:pt x="1553" y="0"/>
                      <a:pt x="3446" y="0"/>
                    </a:cubicBezTo>
                    <a:lnTo>
                      <a:pt x="32821" y="0"/>
                    </a:lnTo>
                    <a:cubicBezTo>
                      <a:pt x="34713" y="0"/>
                      <a:pt x="36267" y="1554"/>
                      <a:pt x="36267" y="3446"/>
                    </a:cubicBezTo>
                    <a:cubicBezTo>
                      <a:pt x="36267" y="5338"/>
                      <a:pt x="34713" y="6892"/>
                      <a:pt x="32821" y="6892"/>
                    </a:cubicBezTo>
                    <a:close/>
                  </a:path>
                </a:pathLst>
              </a:custGeom>
              <a:solidFill>
                <a:srgbClr val="17A3A3"/>
              </a:solidFill>
              <a:ln w="2824" cap="flat">
                <a:noFill/>
                <a:prstDash val="solid"/>
                <a:miter/>
              </a:ln>
            </p:spPr>
            <p:txBody>
              <a:bodyPr rtlCol="1" anchor="ctr"/>
              <a:lstStyle/>
              <a:p>
                <a:endParaRPr lang="ar-SA"/>
              </a:p>
            </p:txBody>
          </p:sp>
          <p:sp>
            <p:nvSpPr>
              <p:cNvPr id="7258" name="شكل حر: شكل 8160">
                <a:extLst>
                  <a:ext uri="{FF2B5EF4-FFF2-40B4-BE49-F238E27FC236}">
                    <a16:creationId xmlns:a16="http://schemas.microsoft.com/office/drawing/2014/main" id="{70E6F087-A98C-F6CA-6890-D04D4509BB17}"/>
                  </a:ext>
                </a:extLst>
              </p:cNvPr>
              <p:cNvSpPr/>
              <p:nvPr/>
            </p:nvSpPr>
            <p:spPr>
              <a:xfrm>
                <a:off x="5132801" y="1415860"/>
                <a:ext cx="36295" cy="6891"/>
              </a:xfrm>
              <a:custGeom>
                <a:avLst/>
                <a:gdLst>
                  <a:gd name="connsiteX0" fmla="*/ 32849 w 36295"/>
                  <a:gd name="connsiteY0" fmla="*/ 6892 h 6891"/>
                  <a:gd name="connsiteX1" fmla="*/ 3446 w 36295"/>
                  <a:gd name="connsiteY1" fmla="*/ 6892 h 6891"/>
                  <a:gd name="connsiteX2" fmla="*/ 0 w 36295"/>
                  <a:gd name="connsiteY2" fmla="*/ 3446 h 6891"/>
                  <a:gd name="connsiteX3" fmla="*/ 3446 w 36295"/>
                  <a:gd name="connsiteY3" fmla="*/ 0 h 6891"/>
                  <a:gd name="connsiteX4" fmla="*/ 32849 w 36295"/>
                  <a:gd name="connsiteY4" fmla="*/ 0 h 6891"/>
                  <a:gd name="connsiteX5" fmla="*/ 36295 w 36295"/>
                  <a:gd name="connsiteY5" fmla="*/ 3446 h 6891"/>
                  <a:gd name="connsiteX6" fmla="*/ 32849 w 36295"/>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295" h="6891">
                    <a:moveTo>
                      <a:pt x="32849" y="6892"/>
                    </a:moveTo>
                    <a:lnTo>
                      <a:pt x="3446" y="6892"/>
                    </a:lnTo>
                    <a:cubicBezTo>
                      <a:pt x="1554" y="6892"/>
                      <a:pt x="0" y="5338"/>
                      <a:pt x="0" y="3446"/>
                    </a:cubicBezTo>
                    <a:cubicBezTo>
                      <a:pt x="0" y="1554"/>
                      <a:pt x="1554" y="0"/>
                      <a:pt x="3446" y="0"/>
                    </a:cubicBezTo>
                    <a:lnTo>
                      <a:pt x="32849" y="0"/>
                    </a:lnTo>
                    <a:cubicBezTo>
                      <a:pt x="34742" y="0"/>
                      <a:pt x="36295" y="1554"/>
                      <a:pt x="36295" y="3446"/>
                    </a:cubicBezTo>
                    <a:cubicBezTo>
                      <a:pt x="36295" y="5338"/>
                      <a:pt x="34742" y="6892"/>
                      <a:pt x="32849" y="6892"/>
                    </a:cubicBezTo>
                    <a:close/>
                  </a:path>
                </a:pathLst>
              </a:custGeom>
              <a:solidFill>
                <a:srgbClr val="17A3A3"/>
              </a:solidFill>
              <a:ln w="2824" cap="flat">
                <a:noFill/>
                <a:prstDash val="solid"/>
                <a:miter/>
              </a:ln>
            </p:spPr>
            <p:txBody>
              <a:bodyPr rtlCol="1" anchor="ctr"/>
              <a:lstStyle/>
              <a:p>
                <a:endParaRPr lang="ar-SA"/>
              </a:p>
            </p:txBody>
          </p:sp>
          <p:sp>
            <p:nvSpPr>
              <p:cNvPr id="7259" name="شكل حر: شكل 8161">
                <a:extLst>
                  <a:ext uri="{FF2B5EF4-FFF2-40B4-BE49-F238E27FC236}">
                    <a16:creationId xmlns:a16="http://schemas.microsoft.com/office/drawing/2014/main" id="{9F488E0B-C8A8-28F7-8060-B2BA48B94E4B}"/>
                  </a:ext>
                </a:extLst>
              </p:cNvPr>
              <p:cNvSpPr/>
              <p:nvPr/>
            </p:nvSpPr>
            <p:spPr>
              <a:xfrm>
                <a:off x="5349105" y="1317679"/>
                <a:ext cx="27652" cy="27652"/>
              </a:xfrm>
              <a:custGeom>
                <a:avLst/>
                <a:gdLst>
                  <a:gd name="connsiteX0" fmla="*/ 3446 w 27652"/>
                  <a:gd name="connsiteY0" fmla="*/ 27652 h 27652"/>
                  <a:gd name="connsiteX1" fmla="*/ 1017 w 27652"/>
                  <a:gd name="connsiteY1" fmla="*/ 26635 h 27652"/>
                  <a:gd name="connsiteX2" fmla="*/ 1017 w 27652"/>
                  <a:gd name="connsiteY2" fmla="*/ 21777 h 27652"/>
                  <a:gd name="connsiteX3" fmla="*/ 21777 w 27652"/>
                  <a:gd name="connsiteY3" fmla="*/ 1017 h 27652"/>
                  <a:gd name="connsiteX4" fmla="*/ 26636 w 27652"/>
                  <a:gd name="connsiteY4" fmla="*/ 1017 h 27652"/>
                  <a:gd name="connsiteX5" fmla="*/ 26636 w 27652"/>
                  <a:gd name="connsiteY5" fmla="*/ 5875 h 27652"/>
                  <a:gd name="connsiteX6" fmla="*/ 5875 w 27652"/>
                  <a:gd name="connsiteY6" fmla="*/ 26635 h 27652"/>
                  <a:gd name="connsiteX7" fmla="*/ 3446 w 27652"/>
                  <a:gd name="connsiteY7" fmla="*/ 27652 h 27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652" h="27652">
                    <a:moveTo>
                      <a:pt x="3446" y="27652"/>
                    </a:moveTo>
                    <a:cubicBezTo>
                      <a:pt x="2570" y="27652"/>
                      <a:pt x="1695" y="27313"/>
                      <a:pt x="1017" y="26635"/>
                    </a:cubicBezTo>
                    <a:cubicBezTo>
                      <a:pt x="-339" y="25280"/>
                      <a:pt x="-339" y="23105"/>
                      <a:pt x="1017" y="21777"/>
                    </a:cubicBezTo>
                    <a:lnTo>
                      <a:pt x="21777" y="1017"/>
                    </a:lnTo>
                    <a:cubicBezTo>
                      <a:pt x="23133" y="-339"/>
                      <a:pt x="25308" y="-339"/>
                      <a:pt x="26636" y="1017"/>
                    </a:cubicBezTo>
                    <a:cubicBezTo>
                      <a:pt x="27991" y="2373"/>
                      <a:pt x="27991" y="4547"/>
                      <a:pt x="26636" y="5875"/>
                    </a:cubicBezTo>
                    <a:lnTo>
                      <a:pt x="5875" y="26635"/>
                    </a:lnTo>
                    <a:cubicBezTo>
                      <a:pt x="5197" y="27313"/>
                      <a:pt x="4322" y="27652"/>
                      <a:pt x="3446" y="27652"/>
                    </a:cubicBezTo>
                    <a:close/>
                  </a:path>
                </a:pathLst>
              </a:custGeom>
              <a:solidFill>
                <a:srgbClr val="17A3A3"/>
              </a:solidFill>
              <a:ln w="2824" cap="flat">
                <a:noFill/>
                <a:prstDash val="solid"/>
                <a:miter/>
              </a:ln>
            </p:spPr>
            <p:txBody>
              <a:bodyPr rtlCol="1" anchor="ctr"/>
              <a:lstStyle/>
              <a:p>
                <a:endParaRPr lang="ar-SA"/>
              </a:p>
            </p:txBody>
          </p:sp>
        </p:grpSp>
      </p:grpSp>
      <p:grpSp>
        <p:nvGrpSpPr>
          <p:cNvPr id="7264" name="رسم 8014">
            <a:extLst>
              <a:ext uri="{FF2B5EF4-FFF2-40B4-BE49-F238E27FC236}">
                <a16:creationId xmlns:a16="http://schemas.microsoft.com/office/drawing/2014/main" id="{4D943669-E87F-2A95-8CFC-B6BD083E0728}"/>
              </a:ext>
            </a:extLst>
          </p:cNvPr>
          <p:cNvGrpSpPr/>
          <p:nvPr/>
        </p:nvGrpSpPr>
        <p:grpSpPr>
          <a:xfrm>
            <a:off x="4218229" y="1478369"/>
            <a:ext cx="226692" cy="207762"/>
            <a:chOff x="4123477" y="60268"/>
            <a:chExt cx="270965" cy="263593"/>
          </a:xfrm>
        </p:grpSpPr>
        <p:sp>
          <p:nvSpPr>
            <p:cNvPr id="7265" name="شكل حر: شكل 8163">
              <a:extLst>
                <a:ext uri="{FF2B5EF4-FFF2-40B4-BE49-F238E27FC236}">
                  <a16:creationId xmlns:a16="http://schemas.microsoft.com/office/drawing/2014/main" id="{02E28781-189F-0152-F1A7-94BE0AFE93E4}"/>
                </a:ext>
              </a:extLst>
            </p:cNvPr>
            <p:cNvSpPr/>
            <p:nvPr/>
          </p:nvSpPr>
          <p:spPr>
            <a:xfrm>
              <a:off x="4255722" y="129336"/>
              <a:ext cx="48158" cy="194526"/>
            </a:xfrm>
            <a:custGeom>
              <a:avLst/>
              <a:gdLst>
                <a:gd name="connsiteX0" fmla="*/ 44713 w 48158"/>
                <a:gd name="connsiteY0" fmla="*/ 194498 h 194526"/>
                <a:gd name="connsiteX1" fmla="*/ 41267 w 48158"/>
                <a:gd name="connsiteY1" fmla="*/ 191052 h 194526"/>
                <a:gd name="connsiteX2" fmla="*/ 41267 w 48158"/>
                <a:gd name="connsiteY2" fmla="*/ 6864 h 194526"/>
                <a:gd name="connsiteX3" fmla="*/ 6892 w 48158"/>
                <a:gd name="connsiteY3" fmla="*/ 6864 h 194526"/>
                <a:gd name="connsiteX4" fmla="*/ 6892 w 48158"/>
                <a:gd name="connsiteY4" fmla="*/ 191052 h 194526"/>
                <a:gd name="connsiteX5" fmla="*/ 3446 w 48158"/>
                <a:gd name="connsiteY5" fmla="*/ 194498 h 194526"/>
                <a:gd name="connsiteX6" fmla="*/ 0 w 48158"/>
                <a:gd name="connsiteY6" fmla="*/ 191052 h 194526"/>
                <a:gd name="connsiteX7" fmla="*/ 0 w 48158"/>
                <a:gd name="connsiteY7" fmla="*/ 3446 h 194526"/>
                <a:gd name="connsiteX8" fmla="*/ 3446 w 48158"/>
                <a:gd name="connsiteY8" fmla="*/ 0 h 194526"/>
                <a:gd name="connsiteX9" fmla="*/ 44713 w 48158"/>
                <a:gd name="connsiteY9" fmla="*/ 0 h 194526"/>
                <a:gd name="connsiteX10" fmla="*/ 48159 w 48158"/>
                <a:gd name="connsiteY10" fmla="*/ 3446 h 194526"/>
                <a:gd name="connsiteX11" fmla="*/ 48159 w 48158"/>
                <a:gd name="connsiteY11" fmla="*/ 191081 h 194526"/>
                <a:gd name="connsiteX12" fmla="*/ 44713 w 48158"/>
                <a:gd name="connsiteY12" fmla="*/ 194527 h 194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158" h="194526">
                  <a:moveTo>
                    <a:pt x="44713" y="194498"/>
                  </a:moveTo>
                  <a:cubicBezTo>
                    <a:pt x="42820" y="194498"/>
                    <a:pt x="41267" y="192945"/>
                    <a:pt x="41267" y="191052"/>
                  </a:cubicBezTo>
                  <a:lnTo>
                    <a:pt x="41267" y="6864"/>
                  </a:lnTo>
                  <a:lnTo>
                    <a:pt x="6892" y="6864"/>
                  </a:lnTo>
                  <a:lnTo>
                    <a:pt x="6892" y="191052"/>
                  </a:lnTo>
                  <a:cubicBezTo>
                    <a:pt x="6892" y="192945"/>
                    <a:pt x="5338" y="194498"/>
                    <a:pt x="3446" y="194498"/>
                  </a:cubicBezTo>
                  <a:cubicBezTo>
                    <a:pt x="1554" y="194498"/>
                    <a:pt x="0" y="192945"/>
                    <a:pt x="0" y="191052"/>
                  </a:cubicBezTo>
                  <a:lnTo>
                    <a:pt x="0" y="3446"/>
                  </a:lnTo>
                  <a:cubicBezTo>
                    <a:pt x="0" y="1553"/>
                    <a:pt x="1554" y="0"/>
                    <a:pt x="3446" y="0"/>
                  </a:cubicBezTo>
                  <a:lnTo>
                    <a:pt x="44713" y="0"/>
                  </a:lnTo>
                  <a:cubicBezTo>
                    <a:pt x="46605" y="0"/>
                    <a:pt x="48159" y="1553"/>
                    <a:pt x="48159" y="3446"/>
                  </a:cubicBezTo>
                  <a:lnTo>
                    <a:pt x="48159" y="191081"/>
                  </a:lnTo>
                  <a:cubicBezTo>
                    <a:pt x="48159" y="192973"/>
                    <a:pt x="46605" y="194527"/>
                    <a:pt x="44713" y="194527"/>
                  </a:cubicBezTo>
                  <a:close/>
                </a:path>
              </a:pathLst>
            </a:custGeom>
            <a:solidFill>
              <a:srgbClr val="01355A"/>
            </a:solidFill>
            <a:ln w="2824" cap="flat">
              <a:noFill/>
              <a:prstDash val="solid"/>
              <a:miter/>
            </a:ln>
          </p:spPr>
          <p:txBody>
            <a:bodyPr rtlCol="1" anchor="ctr"/>
            <a:lstStyle/>
            <a:p>
              <a:endParaRPr lang="ar-SA"/>
            </a:p>
          </p:txBody>
        </p:sp>
        <p:sp>
          <p:nvSpPr>
            <p:cNvPr id="7266" name="شكل حر: شكل 8164">
              <a:extLst>
                <a:ext uri="{FF2B5EF4-FFF2-40B4-BE49-F238E27FC236}">
                  <a16:creationId xmlns:a16="http://schemas.microsoft.com/office/drawing/2014/main" id="{A3FFADA1-5D11-C329-35E3-0C41F24316D2}"/>
                </a:ext>
              </a:extLst>
            </p:cNvPr>
            <p:cNvSpPr/>
            <p:nvPr/>
          </p:nvSpPr>
          <p:spPr>
            <a:xfrm>
              <a:off x="4189572" y="170574"/>
              <a:ext cx="48158" cy="153259"/>
            </a:xfrm>
            <a:custGeom>
              <a:avLst/>
              <a:gdLst>
                <a:gd name="connsiteX0" fmla="*/ 44741 w 48158"/>
                <a:gd name="connsiteY0" fmla="*/ 153260 h 153259"/>
                <a:gd name="connsiteX1" fmla="*/ 41295 w 48158"/>
                <a:gd name="connsiteY1" fmla="*/ 149814 h 153259"/>
                <a:gd name="connsiteX2" fmla="*/ 41295 w 48158"/>
                <a:gd name="connsiteY2" fmla="*/ 6892 h 153259"/>
                <a:gd name="connsiteX3" fmla="*/ 6892 w 48158"/>
                <a:gd name="connsiteY3" fmla="*/ 6892 h 153259"/>
                <a:gd name="connsiteX4" fmla="*/ 6892 w 48158"/>
                <a:gd name="connsiteY4" fmla="*/ 149814 h 153259"/>
                <a:gd name="connsiteX5" fmla="*/ 3446 w 48158"/>
                <a:gd name="connsiteY5" fmla="*/ 153260 h 153259"/>
                <a:gd name="connsiteX6" fmla="*/ 0 w 48158"/>
                <a:gd name="connsiteY6" fmla="*/ 149814 h 153259"/>
                <a:gd name="connsiteX7" fmla="*/ 0 w 48158"/>
                <a:gd name="connsiteY7" fmla="*/ 3446 h 153259"/>
                <a:gd name="connsiteX8" fmla="*/ 3446 w 48158"/>
                <a:gd name="connsiteY8" fmla="*/ 0 h 153259"/>
                <a:gd name="connsiteX9" fmla="*/ 44712 w 48158"/>
                <a:gd name="connsiteY9" fmla="*/ 0 h 153259"/>
                <a:gd name="connsiteX10" fmla="*/ 48158 w 48158"/>
                <a:gd name="connsiteY10" fmla="*/ 3446 h 153259"/>
                <a:gd name="connsiteX11" fmla="*/ 48158 w 48158"/>
                <a:gd name="connsiteY11" fmla="*/ 149814 h 153259"/>
                <a:gd name="connsiteX12" fmla="*/ 44712 w 48158"/>
                <a:gd name="connsiteY12" fmla="*/ 153260 h 153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158" h="153259">
                  <a:moveTo>
                    <a:pt x="44741" y="153260"/>
                  </a:moveTo>
                  <a:cubicBezTo>
                    <a:pt x="42848" y="153260"/>
                    <a:pt x="41295" y="151706"/>
                    <a:pt x="41295" y="149814"/>
                  </a:cubicBezTo>
                  <a:lnTo>
                    <a:pt x="41295" y="6892"/>
                  </a:lnTo>
                  <a:lnTo>
                    <a:pt x="6892" y="6892"/>
                  </a:lnTo>
                  <a:lnTo>
                    <a:pt x="6892" y="149814"/>
                  </a:lnTo>
                  <a:cubicBezTo>
                    <a:pt x="6892" y="151706"/>
                    <a:pt x="5338" y="153260"/>
                    <a:pt x="3446" y="153260"/>
                  </a:cubicBezTo>
                  <a:cubicBezTo>
                    <a:pt x="1553" y="153260"/>
                    <a:pt x="0" y="151706"/>
                    <a:pt x="0" y="149814"/>
                  </a:cubicBezTo>
                  <a:lnTo>
                    <a:pt x="0" y="3446"/>
                  </a:lnTo>
                  <a:cubicBezTo>
                    <a:pt x="0" y="1553"/>
                    <a:pt x="1553" y="0"/>
                    <a:pt x="3446" y="0"/>
                  </a:cubicBezTo>
                  <a:lnTo>
                    <a:pt x="44712" y="0"/>
                  </a:lnTo>
                  <a:cubicBezTo>
                    <a:pt x="46605" y="0"/>
                    <a:pt x="48158" y="1553"/>
                    <a:pt x="48158" y="3446"/>
                  </a:cubicBezTo>
                  <a:lnTo>
                    <a:pt x="48158" y="149814"/>
                  </a:lnTo>
                  <a:cubicBezTo>
                    <a:pt x="48158" y="151706"/>
                    <a:pt x="46605" y="153260"/>
                    <a:pt x="44712" y="153260"/>
                  </a:cubicBezTo>
                  <a:close/>
                </a:path>
              </a:pathLst>
            </a:custGeom>
            <a:solidFill>
              <a:srgbClr val="01355A"/>
            </a:solidFill>
            <a:ln w="2824" cap="flat">
              <a:noFill/>
              <a:prstDash val="solid"/>
              <a:miter/>
            </a:ln>
          </p:spPr>
          <p:txBody>
            <a:bodyPr rtlCol="1" anchor="ctr"/>
            <a:lstStyle/>
            <a:p>
              <a:endParaRPr lang="ar-SA"/>
            </a:p>
          </p:txBody>
        </p:sp>
        <p:sp>
          <p:nvSpPr>
            <p:cNvPr id="7267" name="شكل حر: شكل 8165">
              <a:extLst>
                <a:ext uri="{FF2B5EF4-FFF2-40B4-BE49-F238E27FC236}">
                  <a16:creationId xmlns:a16="http://schemas.microsoft.com/office/drawing/2014/main" id="{920A7646-074B-69C6-5329-256C4543B8A5}"/>
                </a:ext>
              </a:extLst>
            </p:cNvPr>
            <p:cNvSpPr/>
            <p:nvPr/>
          </p:nvSpPr>
          <p:spPr>
            <a:xfrm>
              <a:off x="4123477" y="211869"/>
              <a:ext cx="48158" cy="111965"/>
            </a:xfrm>
            <a:custGeom>
              <a:avLst/>
              <a:gdLst>
                <a:gd name="connsiteX0" fmla="*/ 44712 w 48158"/>
                <a:gd name="connsiteY0" fmla="*/ 111965 h 111965"/>
                <a:gd name="connsiteX1" fmla="*/ 41267 w 48158"/>
                <a:gd name="connsiteY1" fmla="*/ 108519 h 111965"/>
                <a:gd name="connsiteX2" fmla="*/ 41267 w 48158"/>
                <a:gd name="connsiteY2" fmla="*/ 6892 h 111965"/>
                <a:gd name="connsiteX3" fmla="*/ 6892 w 48158"/>
                <a:gd name="connsiteY3" fmla="*/ 6892 h 111965"/>
                <a:gd name="connsiteX4" fmla="*/ 6892 w 48158"/>
                <a:gd name="connsiteY4" fmla="*/ 108519 h 111965"/>
                <a:gd name="connsiteX5" fmla="*/ 3446 w 48158"/>
                <a:gd name="connsiteY5" fmla="*/ 111965 h 111965"/>
                <a:gd name="connsiteX6" fmla="*/ 0 w 48158"/>
                <a:gd name="connsiteY6" fmla="*/ 108519 h 111965"/>
                <a:gd name="connsiteX7" fmla="*/ 0 w 48158"/>
                <a:gd name="connsiteY7" fmla="*/ 3446 h 111965"/>
                <a:gd name="connsiteX8" fmla="*/ 3446 w 48158"/>
                <a:gd name="connsiteY8" fmla="*/ 0 h 111965"/>
                <a:gd name="connsiteX9" fmla="*/ 44712 w 48158"/>
                <a:gd name="connsiteY9" fmla="*/ 0 h 111965"/>
                <a:gd name="connsiteX10" fmla="*/ 48158 w 48158"/>
                <a:gd name="connsiteY10" fmla="*/ 3446 h 111965"/>
                <a:gd name="connsiteX11" fmla="*/ 48158 w 48158"/>
                <a:gd name="connsiteY11" fmla="*/ 108519 h 111965"/>
                <a:gd name="connsiteX12" fmla="*/ 44712 w 48158"/>
                <a:gd name="connsiteY12" fmla="*/ 111965 h 111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158" h="111965">
                  <a:moveTo>
                    <a:pt x="44712" y="111965"/>
                  </a:moveTo>
                  <a:cubicBezTo>
                    <a:pt x="42820" y="111965"/>
                    <a:pt x="41267" y="110412"/>
                    <a:pt x="41267" y="108519"/>
                  </a:cubicBezTo>
                  <a:lnTo>
                    <a:pt x="41267" y="6892"/>
                  </a:lnTo>
                  <a:lnTo>
                    <a:pt x="6892" y="6892"/>
                  </a:lnTo>
                  <a:lnTo>
                    <a:pt x="6892" y="108519"/>
                  </a:lnTo>
                  <a:cubicBezTo>
                    <a:pt x="6892" y="110412"/>
                    <a:pt x="5338" y="111965"/>
                    <a:pt x="3446" y="111965"/>
                  </a:cubicBezTo>
                  <a:cubicBezTo>
                    <a:pt x="1553" y="111965"/>
                    <a:pt x="0" y="110412"/>
                    <a:pt x="0" y="108519"/>
                  </a:cubicBezTo>
                  <a:lnTo>
                    <a:pt x="0" y="3446"/>
                  </a:lnTo>
                  <a:cubicBezTo>
                    <a:pt x="0" y="1553"/>
                    <a:pt x="1553" y="0"/>
                    <a:pt x="3446" y="0"/>
                  </a:cubicBezTo>
                  <a:lnTo>
                    <a:pt x="44712" y="0"/>
                  </a:lnTo>
                  <a:cubicBezTo>
                    <a:pt x="46605" y="0"/>
                    <a:pt x="48158" y="1553"/>
                    <a:pt x="48158" y="3446"/>
                  </a:cubicBezTo>
                  <a:lnTo>
                    <a:pt x="48158" y="108519"/>
                  </a:lnTo>
                  <a:cubicBezTo>
                    <a:pt x="48158" y="110412"/>
                    <a:pt x="46605" y="111965"/>
                    <a:pt x="44712" y="111965"/>
                  </a:cubicBezTo>
                  <a:close/>
                </a:path>
              </a:pathLst>
            </a:custGeom>
            <a:solidFill>
              <a:srgbClr val="01355A"/>
            </a:solidFill>
            <a:ln w="2824" cap="flat">
              <a:noFill/>
              <a:prstDash val="solid"/>
              <a:miter/>
            </a:ln>
          </p:spPr>
          <p:txBody>
            <a:bodyPr rtlCol="1" anchor="ctr"/>
            <a:lstStyle/>
            <a:p>
              <a:endParaRPr lang="ar-SA"/>
            </a:p>
          </p:txBody>
        </p:sp>
        <p:sp>
          <p:nvSpPr>
            <p:cNvPr id="7268" name="شكل حر: شكل 8166">
              <a:extLst>
                <a:ext uri="{FF2B5EF4-FFF2-40B4-BE49-F238E27FC236}">
                  <a16:creationId xmlns:a16="http://schemas.microsoft.com/office/drawing/2014/main" id="{045D137A-BC50-5730-C60F-AB46AAAE9216}"/>
                </a:ext>
              </a:extLst>
            </p:cNvPr>
            <p:cNvSpPr/>
            <p:nvPr/>
          </p:nvSpPr>
          <p:spPr>
            <a:xfrm>
              <a:off x="4297406" y="60268"/>
              <a:ext cx="97036" cy="263565"/>
            </a:xfrm>
            <a:custGeom>
              <a:avLst/>
              <a:gdLst>
                <a:gd name="connsiteX0" fmla="*/ 69180 w 97036"/>
                <a:gd name="connsiteY0" fmla="*/ 263566 h 263565"/>
                <a:gd name="connsiteX1" fmla="*/ 65734 w 97036"/>
                <a:gd name="connsiteY1" fmla="*/ 260120 h 263565"/>
                <a:gd name="connsiteX2" fmla="*/ 65734 w 97036"/>
                <a:gd name="connsiteY2" fmla="*/ 45115 h 263565"/>
                <a:gd name="connsiteX3" fmla="*/ 69180 w 97036"/>
                <a:gd name="connsiteY3" fmla="*/ 41669 h 263565"/>
                <a:gd name="connsiteX4" fmla="*/ 84800 w 97036"/>
                <a:gd name="connsiteY4" fmla="*/ 41669 h 263565"/>
                <a:gd name="connsiteX5" fmla="*/ 48533 w 97036"/>
                <a:gd name="connsiteY5" fmla="*/ 8114 h 263565"/>
                <a:gd name="connsiteX6" fmla="*/ 12265 w 97036"/>
                <a:gd name="connsiteY6" fmla="*/ 41669 h 263565"/>
                <a:gd name="connsiteX7" fmla="*/ 27885 w 97036"/>
                <a:gd name="connsiteY7" fmla="*/ 41669 h 263565"/>
                <a:gd name="connsiteX8" fmla="*/ 31331 w 97036"/>
                <a:gd name="connsiteY8" fmla="*/ 45115 h 263565"/>
                <a:gd name="connsiteX9" fmla="*/ 31331 w 97036"/>
                <a:gd name="connsiteY9" fmla="*/ 260120 h 263565"/>
                <a:gd name="connsiteX10" fmla="*/ 27885 w 97036"/>
                <a:gd name="connsiteY10" fmla="*/ 263566 h 263565"/>
                <a:gd name="connsiteX11" fmla="*/ 24439 w 97036"/>
                <a:gd name="connsiteY11" fmla="*/ 260120 h 263565"/>
                <a:gd name="connsiteX12" fmla="*/ 24439 w 97036"/>
                <a:gd name="connsiteY12" fmla="*/ 48561 h 263565"/>
                <a:gd name="connsiteX13" fmla="*/ 3453 w 97036"/>
                <a:gd name="connsiteY13" fmla="*/ 48561 h 263565"/>
                <a:gd name="connsiteX14" fmla="*/ 233 w 97036"/>
                <a:gd name="connsiteY14" fmla="*/ 46386 h 263565"/>
                <a:gd name="connsiteX15" fmla="*/ 1108 w 97036"/>
                <a:gd name="connsiteY15" fmla="*/ 42601 h 263565"/>
                <a:gd name="connsiteX16" fmla="*/ 46188 w 97036"/>
                <a:gd name="connsiteY16" fmla="*/ 911 h 263565"/>
                <a:gd name="connsiteX17" fmla="*/ 50877 w 97036"/>
                <a:gd name="connsiteY17" fmla="*/ 911 h 263565"/>
                <a:gd name="connsiteX18" fmla="*/ 95928 w 97036"/>
                <a:gd name="connsiteY18" fmla="*/ 42601 h 263565"/>
                <a:gd name="connsiteX19" fmla="*/ 96804 w 97036"/>
                <a:gd name="connsiteY19" fmla="*/ 46386 h 263565"/>
                <a:gd name="connsiteX20" fmla="*/ 93584 w 97036"/>
                <a:gd name="connsiteY20" fmla="*/ 48561 h 263565"/>
                <a:gd name="connsiteX21" fmla="*/ 72598 w 97036"/>
                <a:gd name="connsiteY21" fmla="*/ 48561 h 263565"/>
                <a:gd name="connsiteX22" fmla="*/ 72598 w 97036"/>
                <a:gd name="connsiteY22" fmla="*/ 260120 h 263565"/>
                <a:gd name="connsiteX23" fmla="*/ 69152 w 97036"/>
                <a:gd name="connsiteY23" fmla="*/ 263566 h 263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7036" h="263565">
                  <a:moveTo>
                    <a:pt x="69180" y="263566"/>
                  </a:moveTo>
                  <a:cubicBezTo>
                    <a:pt x="67288" y="263566"/>
                    <a:pt x="65734" y="262012"/>
                    <a:pt x="65734" y="260120"/>
                  </a:cubicBezTo>
                  <a:lnTo>
                    <a:pt x="65734" y="45115"/>
                  </a:lnTo>
                  <a:cubicBezTo>
                    <a:pt x="65734" y="43223"/>
                    <a:pt x="67288" y="41669"/>
                    <a:pt x="69180" y="41669"/>
                  </a:cubicBezTo>
                  <a:lnTo>
                    <a:pt x="84800" y="41669"/>
                  </a:lnTo>
                  <a:lnTo>
                    <a:pt x="48533" y="8114"/>
                  </a:lnTo>
                  <a:lnTo>
                    <a:pt x="12265" y="41669"/>
                  </a:lnTo>
                  <a:lnTo>
                    <a:pt x="27885" y="41669"/>
                  </a:lnTo>
                  <a:cubicBezTo>
                    <a:pt x="29778" y="41669"/>
                    <a:pt x="31331" y="43223"/>
                    <a:pt x="31331" y="45115"/>
                  </a:cubicBezTo>
                  <a:lnTo>
                    <a:pt x="31331" y="260120"/>
                  </a:lnTo>
                  <a:cubicBezTo>
                    <a:pt x="31331" y="262012"/>
                    <a:pt x="29778" y="263566"/>
                    <a:pt x="27885" y="263566"/>
                  </a:cubicBezTo>
                  <a:cubicBezTo>
                    <a:pt x="25993" y="263566"/>
                    <a:pt x="24439" y="262012"/>
                    <a:pt x="24439" y="260120"/>
                  </a:cubicBezTo>
                  <a:lnTo>
                    <a:pt x="24439" y="48561"/>
                  </a:lnTo>
                  <a:lnTo>
                    <a:pt x="3453" y="48561"/>
                  </a:lnTo>
                  <a:cubicBezTo>
                    <a:pt x="2040" y="48561"/>
                    <a:pt x="769" y="47685"/>
                    <a:pt x="233" y="46386"/>
                  </a:cubicBezTo>
                  <a:cubicBezTo>
                    <a:pt x="-276" y="45059"/>
                    <a:pt x="63" y="43562"/>
                    <a:pt x="1108" y="42601"/>
                  </a:cubicBezTo>
                  <a:lnTo>
                    <a:pt x="46188" y="911"/>
                  </a:lnTo>
                  <a:cubicBezTo>
                    <a:pt x="47516" y="-304"/>
                    <a:pt x="49549" y="-304"/>
                    <a:pt x="50877" y="911"/>
                  </a:cubicBezTo>
                  <a:lnTo>
                    <a:pt x="95928" y="42601"/>
                  </a:lnTo>
                  <a:cubicBezTo>
                    <a:pt x="96974" y="43562"/>
                    <a:pt x="97313" y="45059"/>
                    <a:pt x="96804" y="46386"/>
                  </a:cubicBezTo>
                  <a:cubicBezTo>
                    <a:pt x="96295" y="47714"/>
                    <a:pt x="95024" y="48561"/>
                    <a:pt x="93584" y="48561"/>
                  </a:cubicBezTo>
                  <a:lnTo>
                    <a:pt x="72598" y="48561"/>
                  </a:lnTo>
                  <a:lnTo>
                    <a:pt x="72598" y="260120"/>
                  </a:lnTo>
                  <a:cubicBezTo>
                    <a:pt x="72598" y="262012"/>
                    <a:pt x="71044" y="263566"/>
                    <a:pt x="69152" y="263566"/>
                  </a:cubicBezTo>
                  <a:close/>
                </a:path>
              </a:pathLst>
            </a:custGeom>
            <a:solidFill>
              <a:srgbClr val="17A3A3"/>
            </a:solidFill>
            <a:ln w="2824" cap="flat">
              <a:noFill/>
              <a:prstDash val="solid"/>
              <a:miter/>
            </a:ln>
          </p:spPr>
          <p:txBody>
            <a:bodyPr rtlCol="1" anchor="ctr"/>
            <a:lstStyle/>
            <a:p>
              <a:endParaRPr lang="ar-SA"/>
            </a:p>
          </p:txBody>
        </p:sp>
      </p:grpSp>
      <p:grpSp>
        <p:nvGrpSpPr>
          <p:cNvPr id="7269" name="رسم 8014">
            <a:extLst>
              <a:ext uri="{FF2B5EF4-FFF2-40B4-BE49-F238E27FC236}">
                <a16:creationId xmlns:a16="http://schemas.microsoft.com/office/drawing/2014/main" id="{9611DBCB-BDFF-6B9A-4972-3FD898508F65}"/>
              </a:ext>
            </a:extLst>
          </p:cNvPr>
          <p:cNvGrpSpPr/>
          <p:nvPr/>
        </p:nvGrpSpPr>
        <p:grpSpPr>
          <a:xfrm>
            <a:off x="2421913" y="1796968"/>
            <a:ext cx="261666" cy="246483"/>
            <a:chOff x="1976341" y="464483"/>
            <a:chExt cx="312769" cy="312719"/>
          </a:xfrm>
        </p:grpSpPr>
        <p:grpSp>
          <p:nvGrpSpPr>
            <p:cNvPr id="7270" name="رسم 8014">
              <a:extLst>
                <a:ext uri="{FF2B5EF4-FFF2-40B4-BE49-F238E27FC236}">
                  <a16:creationId xmlns:a16="http://schemas.microsoft.com/office/drawing/2014/main" id="{EAC8178F-50C8-2228-DE18-3D69A0D2F3D9}"/>
                </a:ext>
              </a:extLst>
            </p:cNvPr>
            <p:cNvGrpSpPr/>
            <p:nvPr/>
          </p:nvGrpSpPr>
          <p:grpSpPr>
            <a:xfrm>
              <a:off x="1976341" y="492798"/>
              <a:ext cx="284375" cy="284403"/>
              <a:chOff x="1976341" y="492798"/>
              <a:chExt cx="284375" cy="284403"/>
            </a:xfrm>
            <a:solidFill>
              <a:srgbClr val="01355A"/>
            </a:solidFill>
          </p:grpSpPr>
          <p:grpSp>
            <p:nvGrpSpPr>
              <p:cNvPr id="7274" name="رسم 8014">
                <a:extLst>
                  <a:ext uri="{FF2B5EF4-FFF2-40B4-BE49-F238E27FC236}">
                    <a16:creationId xmlns:a16="http://schemas.microsoft.com/office/drawing/2014/main" id="{750219D1-A82B-B4F8-4877-61E4A866E218}"/>
                  </a:ext>
                </a:extLst>
              </p:cNvPr>
              <p:cNvGrpSpPr/>
              <p:nvPr/>
            </p:nvGrpSpPr>
            <p:grpSpPr>
              <a:xfrm>
                <a:off x="1976341" y="492798"/>
                <a:ext cx="284375" cy="284403"/>
                <a:chOff x="1976341" y="492798"/>
                <a:chExt cx="284375" cy="284403"/>
              </a:xfrm>
              <a:solidFill>
                <a:srgbClr val="01355A"/>
              </a:solidFill>
            </p:grpSpPr>
            <p:sp>
              <p:nvSpPr>
                <p:cNvPr id="7277" name="شكل حر: شكل 8170">
                  <a:extLst>
                    <a:ext uri="{FF2B5EF4-FFF2-40B4-BE49-F238E27FC236}">
                      <a16:creationId xmlns:a16="http://schemas.microsoft.com/office/drawing/2014/main" id="{EF6B2D64-5925-9697-9D42-340B2BD0F9D5}"/>
                    </a:ext>
                  </a:extLst>
                </p:cNvPr>
                <p:cNvSpPr/>
                <p:nvPr/>
              </p:nvSpPr>
              <p:spPr>
                <a:xfrm>
                  <a:off x="2083815" y="601769"/>
                  <a:ext cx="67958" cy="67958"/>
                </a:xfrm>
                <a:custGeom>
                  <a:avLst/>
                  <a:gdLst>
                    <a:gd name="connsiteX0" fmla="*/ 34714 w 67958"/>
                    <a:gd name="connsiteY0" fmla="*/ 67959 h 67958"/>
                    <a:gd name="connsiteX1" fmla="*/ 0 w 67958"/>
                    <a:gd name="connsiteY1" fmla="*/ 33245 h 67958"/>
                    <a:gd name="connsiteX2" fmla="*/ 24178 w 67958"/>
                    <a:gd name="connsiteY2" fmla="*/ 169 h 67958"/>
                    <a:gd name="connsiteX3" fmla="*/ 28500 w 67958"/>
                    <a:gd name="connsiteY3" fmla="*/ 2401 h 67958"/>
                    <a:gd name="connsiteX4" fmla="*/ 26268 w 67958"/>
                    <a:gd name="connsiteY4" fmla="*/ 6722 h 67958"/>
                    <a:gd name="connsiteX5" fmla="*/ 6892 w 67958"/>
                    <a:gd name="connsiteY5" fmla="*/ 33217 h 67958"/>
                    <a:gd name="connsiteX6" fmla="*/ 34714 w 67958"/>
                    <a:gd name="connsiteY6" fmla="*/ 61067 h 67958"/>
                    <a:gd name="connsiteX7" fmla="*/ 61236 w 67958"/>
                    <a:gd name="connsiteY7" fmla="*/ 41690 h 67958"/>
                    <a:gd name="connsiteX8" fmla="*/ 65558 w 67958"/>
                    <a:gd name="connsiteY8" fmla="*/ 39459 h 67958"/>
                    <a:gd name="connsiteX9" fmla="*/ 67789 w 67958"/>
                    <a:gd name="connsiteY9" fmla="*/ 43780 h 67958"/>
                    <a:gd name="connsiteX10" fmla="*/ 34685 w 67958"/>
                    <a:gd name="connsiteY10" fmla="*/ 67959 h 6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7958" h="67958">
                      <a:moveTo>
                        <a:pt x="34714" y="67959"/>
                      </a:moveTo>
                      <a:cubicBezTo>
                        <a:pt x="15563" y="67959"/>
                        <a:pt x="0" y="52367"/>
                        <a:pt x="0" y="33245"/>
                      </a:cubicBezTo>
                      <a:cubicBezTo>
                        <a:pt x="0" y="18077"/>
                        <a:pt x="9716" y="4802"/>
                        <a:pt x="24178" y="169"/>
                      </a:cubicBezTo>
                      <a:cubicBezTo>
                        <a:pt x="25986" y="-424"/>
                        <a:pt x="27935" y="593"/>
                        <a:pt x="28500" y="2401"/>
                      </a:cubicBezTo>
                      <a:cubicBezTo>
                        <a:pt x="29065" y="4209"/>
                        <a:pt x="28076" y="6157"/>
                        <a:pt x="26268" y="6722"/>
                      </a:cubicBezTo>
                      <a:cubicBezTo>
                        <a:pt x="14688" y="10423"/>
                        <a:pt x="6892" y="21071"/>
                        <a:pt x="6892" y="33217"/>
                      </a:cubicBezTo>
                      <a:cubicBezTo>
                        <a:pt x="6892" y="48554"/>
                        <a:pt x="19376" y="61067"/>
                        <a:pt x="34714" y="61067"/>
                      </a:cubicBezTo>
                      <a:cubicBezTo>
                        <a:pt x="46887" y="61067"/>
                        <a:pt x="57536" y="53271"/>
                        <a:pt x="61236" y="41690"/>
                      </a:cubicBezTo>
                      <a:cubicBezTo>
                        <a:pt x="61801" y="39883"/>
                        <a:pt x="63750" y="38866"/>
                        <a:pt x="65558" y="39459"/>
                      </a:cubicBezTo>
                      <a:cubicBezTo>
                        <a:pt x="67365" y="40024"/>
                        <a:pt x="68382" y="41973"/>
                        <a:pt x="67789" y="43780"/>
                      </a:cubicBezTo>
                      <a:cubicBezTo>
                        <a:pt x="63185" y="58242"/>
                        <a:pt x="49882" y="67959"/>
                        <a:pt x="34685" y="67959"/>
                      </a:cubicBezTo>
                      <a:close/>
                    </a:path>
                  </a:pathLst>
                </a:custGeom>
                <a:solidFill>
                  <a:srgbClr val="01355A"/>
                </a:solidFill>
                <a:ln w="2824" cap="flat">
                  <a:noFill/>
                  <a:prstDash val="solid"/>
                  <a:miter/>
                </a:ln>
              </p:spPr>
              <p:txBody>
                <a:bodyPr rtlCol="1" anchor="ctr"/>
                <a:lstStyle/>
                <a:p>
                  <a:endParaRPr lang="ar-SA"/>
                </a:p>
              </p:txBody>
            </p:sp>
            <p:sp>
              <p:nvSpPr>
                <p:cNvPr id="7278" name="شكل حر: شكل 8171">
                  <a:extLst>
                    <a:ext uri="{FF2B5EF4-FFF2-40B4-BE49-F238E27FC236}">
                      <a16:creationId xmlns:a16="http://schemas.microsoft.com/office/drawing/2014/main" id="{AF2299EF-2E3D-379C-08B9-1CCB79FDB912}"/>
                    </a:ext>
                  </a:extLst>
                </p:cNvPr>
                <p:cNvSpPr/>
                <p:nvPr/>
              </p:nvSpPr>
              <p:spPr>
                <a:xfrm>
                  <a:off x="2030093" y="546549"/>
                  <a:ext cx="176844" cy="176901"/>
                </a:xfrm>
                <a:custGeom>
                  <a:avLst/>
                  <a:gdLst>
                    <a:gd name="connsiteX0" fmla="*/ 88437 w 176844"/>
                    <a:gd name="connsiteY0" fmla="*/ 176901 h 176901"/>
                    <a:gd name="connsiteX1" fmla="*/ 0 w 176844"/>
                    <a:gd name="connsiteY1" fmla="*/ 88437 h 176901"/>
                    <a:gd name="connsiteX2" fmla="*/ 88437 w 176844"/>
                    <a:gd name="connsiteY2" fmla="*/ 0 h 176901"/>
                    <a:gd name="connsiteX3" fmla="*/ 127133 w 176844"/>
                    <a:gd name="connsiteY3" fmla="*/ 8869 h 176901"/>
                    <a:gd name="connsiteX4" fmla="*/ 128715 w 176844"/>
                    <a:gd name="connsiteY4" fmla="*/ 13473 h 176901"/>
                    <a:gd name="connsiteX5" fmla="*/ 124111 w 176844"/>
                    <a:gd name="connsiteY5" fmla="*/ 15055 h 176901"/>
                    <a:gd name="connsiteX6" fmla="*/ 88408 w 176844"/>
                    <a:gd name="connsiteY6" fmla="*/ 6864 h 176901"/>
                    <a:gd name="connsiteX7" fmla="*/ 6835 w 176844"/>
                    <a:gd name="connsiteY7" fmla="*/ 88437 h 176901"/>
                    <a:gd name="connsiteX8" fmla="*/ 88408 w 176844"/>
                    <a:gd name="connsiteY8" fmla="*/ 170009 h 176901"/>
                    <a:gd name="connsiteX9" fmla="*/ 169981 w 176844"/>
                    <a:gd name="connsiteY9" fmla="*/ 88437 h 176901"/>
                    <a:gd name="connsiteX10" fmla="*/ 161790 w 176844"/>
                    <a:gd name="connsiteY10" fmla="*/ 52763 h 176901"/>
                    <a:gd name="connsiteX11" fmla="*/ 163372 w 176844"/>
                    <a:gd name="connsiteY11" fmla="*/ 48159 h 176901"/>
                    <a:gd name="connsiteX12" fmla="*/ 167976 w 176844"/>
                    <a:gd name="connsiteY12" fmla="*/ 49740 h 176901"/>
                    <a:gd name="connsiteX13" fmla="*/ 176845 w 176844"/>
                    <a:gd name="connsiteY13" fmla="*/ 88408 h 176901"/>
                    <a:gd name="connsiteX14" fmla="*/ 88408 w 176844"/>
                    <a:gd name="connsiteY14" fmla="*/ 176873 h 176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6844" h="176901">
                      <a:moveTo>
                        <a:pt x="88437" y="176901"/>
                      </a:moveTo>
                      <a:cubicBezTo>
                        <a:pt x="39657" y="176901"/>
                        <a:pt x="0" y="137217"/>
                        <a:pt x="0" y="88437"/>
                      </a:cubicBezTo>
                      <a:cubicBezTo>
                        <a:pt x="0" y="39657"/>
                        <a:pt x="39685" y="0"/>
                        <a:pt x="88437" y="0"/>
                      </a:cubicBezTo>
                      <a:cubicBezTo>
                        <a:pt x="102023" y="0"/>
                        <a:pt x="115044" y="2994"/>
                        <a:pt x="127133" y="8869"/>
                      </a:cubicBezTo>
                      <a:cubicBezTo>
                        <a:pt x="128856" y="9688"/>
                        <a:pt x="129562" y="11750"/>
                        <a:pt x="128715" y="13473"/>
                      </a:cubicBezTo>
                      <a:cubicBezTo>
                        <a:pt x="127895" y="15196"/>
                        <a:pt x="125805" y="15902"/>
                        <a:pt x="124111" y="15055"/>
                      </a:cubicBezTo>
                      <a:cubicBezTo>
                        <a:pt x="112954" y="9632"/>
                        <a:pt x="100949" y="6864"/>
                        <a:pt x="88408" y="6864"/>
                      </a:cubicBezTo>
                      <a:cubicBezTo>
                        <a:pt x="43442" y="6864"/>
                        <a:pt x="6835" y="43442"/>
                        <a:pt x="6835" y="88437"/>
                      </a:cubicBezTo>
                      <a:cubicBezTo>
                        <a:pt x="6835" y="133432"/>
                        <a:pt x="43413" y="170009"/>
                        <a:pt x="88408" y="170009"/>
                      </a:cubicBezTo>
                      <a:cubicBezTo>
                        <a:pt x="133403" y="170009"/>
                        <a:pt x="169981" y="133432"/>
                        <a:pt x="169981" y="88437"/>
                      </a:cubicBezTo>
                      <a:cubicBezTo>
                        <a:pt x="169981" y="75952"/>
                        <a:pt x="167241" y="63976"/>
                        <a:pt x="161790" y="52763"/>
                      </a:cubicBezTo>
                      <a:cubicBezTo>
                        <a:pt x="160971" y="51040"/>
                        <a:pt x="161677" y="48978"/>
                        <a:pt x="163372" y="48159"/>
                      </a:cubicBezTo>
                      <a:cubicBezTo>
                        <a:pt x="165095" y="47339"/>
                        <a:pt x="167157" y="48046"/>
                        <a:pt x="167976" y="49740"/>
                      </a:cubicBezTo>
                      <a:cubicBezTo>
                        <a:pt x="173851" y="61886"/>
                        <a:pt x="176845" y="74879"/>
                        <a:pt x="176845" y="88408"/>
                      </a:cubicBezTo>
                      <a:cubicBezTo>
                        <a:pt x="176845" y="137188"/>
                        <a:pt x="137160" y="176873"/>
                        <a:pt x="88408" y="176873"/>
                      </a:cubicBezTo>
                      <a:close/>
                    </a:path>
                  </a:pathLst>
                </a:custGeom>
                <a:solidFill>
                  <a:srgbClr val="01355A"/>
                </a:solidFill>
                <a:ln w="2824" cap="flat">
                  <a:noFill/>
                  <a:prstDash val="solid"/>
                  <a:miter/>
                </a:ln>
              </p:spPr>
              <p:txBody>
                <a:bodyPr rtlCol="1" anchor="ctr"/>
                <a:lstStyle/>
                <a:p>
                  <a:endParaRPr lang="ar-SA"/>
                </a:p>
              </p:txBody>
            </p:sp>
            <p:sp>
              <p:nvSpPr>
                <p:cNvPr id="7279" name="شكل حر: شكل 8172">
                  <a:extLst>
                    <a:ext uri="{FF2B5EF4-FFF2-40B4-BE49-F238E27FC236}">
                      <a16:creationId xmlns:a16="http://schemas.microsoft.com/office/drawing/2014/main" id="{5707572F-ECC6-0691-F757-203D41D1547E}"/>
                    </a:ext>
                  </a:extLst>
                </p:cNvPr>
                <p:cNvSpPr/>
                <p:nvPr/>
              </p:nvSpPr>
              <p:spPr>
                <a:xfrm>
                  <a:off x="1976341" y="492798"/>
                  <a:ext cx="284375" cy="284403"/>
                </a:xfrm>
                <a:custGeom>
                  <a:avLst/>
                  <a:gdLst>
                    <a:gd name="connsiteX0" fmla="*/ 142188 w 284375"/>
                    <a:gd name="connsiteY0" fmla="*/ 284404 h 284403"/>
                    <a:gd name="connsiteX1" fmla="*/ 0 w 284375"/>
                    <a:gd name="connsiteY1" fmla="*/ 142188 h 284403"/>
                    <a:gd name="connsiteX2" fmla="*/ 142188 w 284375"/>
                    <a:gd name="connsiteY2" fmla="*/ 0 h 284403"/>
                    <a:gd name="connsiteX3" fmla="*/ 201983 w 284375"/>
                    <a:gd name="connsiteY3" fmla="*/ 13162 h 284403"/>
                    <a:gd name="connsiteX4" fmla="*/ 203650 w 284375"/>
                    <a:gd name="connsiteY4" fmla="*/ 17738 h 284403"/>
                    <a:gd name="connsiteX5" fmla="*/ 199074 w 284375"/>
                    <a:gd name="connsiteY5" fmla="*/ 19405 h 284403"/>
                    <a:gd name="connsiteX6" fmla="*/ 142188 w 284375"/>
                    <a:gd name="connsiteY6" fmla="*/ 6892 h 284403"/>
                    <a:gd name="connsiteX7" fmla="*/ 6892 w 284375"/>
                    <a:gd name="connsiteY7" fmla="*/ 142188 h 284403"/>
                    <a:gd name="connsiteX8" fmla="*/ 142188 w 284375"/>
                    <a:gd name="connsiteY8" fmla="*/ 277512 h 284403"/>
                    <a:gd name="connsiteX9" fmla="*/ 277483 w 284375"/>
                    <a:gd name="connsiteY9" fmla="*/ 142188 h 284403"/>
                    <a:gd name="connsiteX10" fmla="*/ 264971 w 284375"/>
                    <a:gd name="connsiteY10" fmla="*/ 85301 h 284403"/>
                    <a:gd name="connsiteX11" fmla="*/ 266637 w 284375"/>
                    <a:gd name="connsiteY11" fmla="*/ 80726 h 284403"/>
                    <a:gd name="connsiteX12" fmla="*/ 271213 w 284375"/>
                    <a:gd name="connsiteY12" fmla="*/ 82392 h 284403"/>
                    <a:gd name="connsiteX13" fmla="*/ 284375 w 284375"/>
                    <a:gd name="connsiteY13" fmla="*/ 142188 h 284403"/>
                    <a:gd name="connsiteX14" fmla="*/ 142188 w 284375"/>
                    <a:gd name="connsiteY14" fmla="*/ 284404 h 284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4375" h="284403">
                      <a:moveTo>
                        <a:pt x="142188" y="284404"/>
                      </a:moveTo>
                      <a:cubicBezTo>
                        <a:pt x="63778" y="284404"/>
                        <a:pt x="0" y="220597"/>
                        <a:pt x="0" y="142188"/>
                      </a:cubicBezTo>
                      <a:cubicBezTo>
                        <a:pt x="0" y="63778"/>
                        <a:pt x="63778" y="0"/>
                        <a:pt x="142188" y="0"/>
                      </a:cubicBezTo>
                      <a:cubicBezTo>
                        <a:pt x="163118" y="0"/>
                        <a:pt x="183228" y="4435"/>
                        <a:pt x="201983" y="13162"/>
                      </a:cubicBezTo>
                      <a:cubicBezTo>
                        <a:pt x="203706" y="13953"/>
                        <a:pt x="204469" y="16015"/>
                        <a:pt x="203650" y="17738"/>
                      </a:cubicBezTo>
                      <a:cubicBezTo>
                        <a:pt x="202859" y="19461"/>
                        <a:pt x="200797" y="20195"/>
                        <a:pt x="199074" y="19405"/>
                      </a:cubicBezTo>
                      <a:cubicBezTo>
                        <a:pt x="181251" y="11100"/>
                        <a:pt x="162101" y="6892"/>
                        <a:pt x="142188" y="6892"/>
                      </a:cubicBezTo>
                      <a:cubicBezTo>
                        <a:pt x="67591" y="6892"/>
                        <a:pt x="6892" y="67591"/>
                        <a:pt x="6892" y="142188"/>
                      </a:cubicBezTo>
                      <a:cubicBezTo>
                        <a:pt x="6892" y="216784"/>
                        <a:pt x="67591" y="277512"/>
                        <a:pt x="142188" y="277512"/>
                      </a:cubicBezTo>
                      <a:cubicBezTo>
                        <a:pt x="216784" y="277512"/>
                        <a:pt x="277483" y="216812"/>
                        <a:pt x="277483" y="142188"/>
                      </a:cubicBezTo>
                      <a:cubicBezTo>
                        <a:pt x="277483" y="122275"/>
                        <a:pt x="273275" y="103152"/>
                        <a:pt x="264971" y="85301"/>
                      </a:cubicBezTo>
                      <a:cubicBezTo>
                        <a:pt x="264180" y="83578"/>
                        <a:pt x="264914" y="81516"/>
                        <a:pt x="266637" y="80726"/>
                      </a:cubicBezTo>
                      <a:cubicBezTo>
                        <a:pt x="268360" y="79935"/>
                        <a:pt x="270422" y="80669"/>
                        <a:pt x="271213" y="82392"/>
                      </a:cubicBezTo>
                      <a:cubicBezTo>
                        <a:pt x="279941" y="101147"/>
                        <a:pt x="284375" y="121258"/>
                        <a:pt x="284375" y="142188"/>
                      </a:cubicBezTo>
                      <a:cubicBezTo>
                        <a:pt x="284375" y="220597"/>
                        <a:pt x="220597" y="284404"/>
                        <a:pt x="142188" y="284404"/>
                      </a:cubicBezTo>
                      <a:close/>
                    </a:path>
                  </a:pathLst>
                </a:custGeom>
                <a:solidFill>
                  <a:srgbClr val="01355A"/>
                </a:solidFill>
                <a:ln w="2824" cap="flat">
                  <a:noFill/>
                  <a:prstDash val="solid"/>
                  <a:miter/>
                </a:ln>
              </p:spPr>
              <p:txBody>
                <a:bodyPr rtlCol="1" anchor="ctr"/>
                <a:lstStyle/>
                <a:p>
                  <a:endParaRPr lang="ar-SA"/>
                </a:p>
              </p:txBody>
            </p:sp>
          </p:grpSp>
          <p:sp>
            <p:nvSpPr>
              <p:cNvPr id="7275" name="شكل حر: شكل 8173">
                <a:extLst>
                  <a:ext uri="{FF2B5EF4-FFF2-40B4-BE49-F238E27FC236}">
                    <a16:creationId xmlns:a16="http://schemas.microsoft.com/office/drawing/2014/main" id="{EFEF5529-5997-E3A5-2700-003025ABFB26}"/>
                  </a:ext>
                </a:extLst>
              </p:cNvPr>
              <p:cNvSpPr/>
              <p:nvPr/>
            </p:nvSpPr>
            <p:spPr>
              <a:xfrm>
                <a:off x="1982753" y="752431"/>
                <a:ext cx="24771" cy="24771"/>
              </a:xfrm>
              <a:custGeom>
                <a:avLst/>
                <a:gdLst>
                  <a:gd name="connsiteX0" fmla="*/ 3446 w 24771"/>
                  <a:gd name="connsiteY0" fmla="*/ 24771 h 24771"/>
                  <a:gd name="connsiteX1" fmla="*/ 1017 w 24771"/>
                  <a:gd name="connsiteY1" fmla="*/ 23754 h 24771"/>
                  <a:gd name="connsiteX2" fmla="*/ 1017 w 24771"/>
                  <a:gd name="connsiteY2" fmla="*/ 18896 h 24771"/>
                  <a:gd name="connsiteX3" fmla="*/ 18896 w 24771"/>
                  <a:gd name="connsiteY3" fmla="*/ 1017 h 24771"/>
                  <a:gd name="connsiteX4" fmla="*/ 23754 w 24771"/>
                  <a:gd name="connsiteY4" fmla="*/ 1017 h 24771"/>
                  <a:gd name="connsiteX5" fmla="*/ 23754 w 24771"/>
                  <a:gd name="connsiteY5" fmla="*/ 5875 h 24771"/>
                  <a:gd name="connsiteX6" fmla="*/ 5875 w 24771"/>
                  <a:gd name="connsiteY6" fmla="*/ 23754 h 24771"/>
                  <a:gd name="connsiteX7" fmla="*/ 3446 w 24771"/>
                  <a:gd name="connsiteY7" fmla="*/ 24771 h 24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771" h="24771">
                    <a:moveTo>
                      <a:pt x="3446" y="24771"/>
                    </a:moveTo>
                    <a:cubicBezTo>
                      <a:pt x="2570" y="24771"/>
                      <a:pt x="1695" y="24432"/>
                      <a:pt x="1017" y="23754"/>
                    </a:cubicBezTo>
                    <a:cubicBezTo>
                      <a:pt x="-339" y="22399"/>
                      <a:pt x="-339" y="20224"/>
                      <a:pt x="1017" y="18896"/>
                    </a:cubicBezTo>
                    <a:lnTo>
                      <a:pt x="18896" y="1017"/>
                    </a:lnTo>
                    <a:cubicBezTo>
                      <a:pt x="20252" y="-339"/>
                      <a:pt x="22427" y="-339"/>
                      <a:pt x="23754" y="1017"/>
                    </a:cubicBezTo>
                    <a:cubicBezTo>
                      <a:pt x="25110" y="2373"/>
                      <a:pt x="25110" y="4548"/>
                      <a:pt x="23754" y="5875"/>
                    </a:cubicBezTo>
                    <a:lnTo>
                      <a:pt x="5875" y="23754"/>
                    </a:lnTo>
                    <a:cubicBezTo>
                      <a:pt x="5197" y="24432"/>
                      <a:pt x="4322" y="24771"/>
                      <a:pt x="3446" y="24771"/>
                    </a:cubicBezTo>
                    <a:close/>
                  </a:path>
                </a:pathLst>
              </a:custGeom>
              <a:solidFill>
                <a:srgbClr val="01355A"/>
              </a:solidFill>
              <a:ln w="2824" cap="flat">
                <a:noFill/>
                <a:prstDash val="solid"/>
                <a:miter/>
              </a:ln>
            </p:spPr>
            <p:txBody>
              <a:bodyPr rtlCol="1" anchor="ctr"/>
              <a:lstStyle/>
              <a:p>
                <a:endParaRPr lang="ar-SA"/>
              </a:p>
            </p:txBody>
          </p:sp>
          <p:sp>
            <p:nvSpPr>
              <p:cNvPr id="7276" name="شكل حر: شكل 8174">
                <a:extLst>
                  <a:ext uri="{FF2B5EF4-FFF2-40B4-BE49-F238E27FC236}">
                    <a16:creationId xmlns:a16="http://schemas.microsoft.com/office/drawing/2014/main" id="{575FDE9B-5C58-6533-DE26-1CEA86F71522}"/>
                  </a:ext>
                </a:extLst>
              </p:cNvPr>
              <p:cNvSpPr/>
              <p:nvPr/>
            </p:nvSpPr>
            <p:spPr>
              <a:xfrm>
                <a:off x="2229562" y="752431"/>
                <a:ext cx="24771" cy="24771"/>
              </a:xfrm>
              <a:custGeom>
                <a:avLst/>
                <a:gdLst>
                  <a:gd name="connsiteX0" fmla="*/ 21325 w 24771"/>
                  <a:gd name="connsiteY0" fmla="*/ 24771 h 24771"/>
                  <a:gd name="connsiteX1" fmla="*/ 18896 w 24771"/>
                  <a:gd name="connsiteY1" fmla="*/ 23754 h 24771"/>
                  <a:gd name="connsiteX2" fmla="*/ 1017 w 24771"/>
                  <a:gd name="connsiteY2" fmla="*/ 5875 h 24771"/>
                  <a:gd name="connsiteX3" fmla="*/ 1017 w 24771"/>
                  <a:gd name="connsiteY3" fmla="*/ 1017 h 24771"/>
                  <a:gd name="connsiteX4" fmla="*/ 5875 w 24771"/>
                  <a:gd name="connsiteY4" fmla="*/ 1017 h 24771"/>
                  <a:gd name="connsiteX5" fmla="*/ 23754 w 24771"/>
                  <a:gd name="connsiteY5" fmla="*/ 18896 h 24771"/>
                  <a:gd name="connsiteX6" fmla="*/ 23754 w 24771"/>
                  <a:gd name="connsiteY6" fmla="*/ 23754 h 24771"/>
                  <a:gd name="connsiteX7" fmla="*/ 21325 w 24771"/>
                  <a:gd name="connsiteY7" fmla="*/ 24771 h 24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771" h="24771">
                    <a:moveTo>
                      <a:pt x="21325" y="24771"/>
                    </a:moveTo>
                    <a:cubicBezTo>
                      <a:pt x="20450" y="24771"/>
                      <a:pt x="19574" y="24432"/>
                      <a:pt x="18896" y="23754"/>
                    </a:cubicBezTo>
                    <a:lnTo>
                      <a:pt x="1017" y="5875"/>
                    </a:lnTo>
                    <a:cubicBezTo>
                      <a:pt x="-339" y="4519"/>
                      <a:pt x="-339" y="2344"/>
                      <a:pt x="1017" y="1017"/>
                    </a:cubicBezTo>
                    <a:cubicBezTo>
                      <a:pt x="2373" y="-339"/>
                      <a:pt x="4547" y="-339"/>
                      <a:pt x="5875" y="1017"/>
                    </a:cubicBezTo>
                    <a:lnTo>
                      <a:pt x="23754" y="18896"/>
                    </a:lnTo>
                    <a:cubicBezTo>
                      <a:pt x="25110" y="20252"/>
                      <a:pt x="25110" y="22427"/>
                      <a:pt x="23754" y="23754"/>
                    </a:cubicBezTo>
                    <a:cubicBezTo>
                      <a:pt x="23077" y="24432"/>
                      <a:pt x="22201" y="24771"/>
                      <a:pt x="21325" y="24771"/>
                    </a:cubicBezTo>
                    <a:close/>
                  </a:path>
                </a:pathLst>
              </a:custGeom>
              <a:solidFill>
                <a:srgbClr val="01355A"/>
              </a:solidFill>
              <a:ln w="2824" cap="flat">
                <a:noFill/>
                <a:prstDash val="solid"/>
                <a:miter/>
              </a:ln>
            </p:spPr>
            <p:txBody>
              <a:bodyPr rtlCol="1" anchor="ctr"/>
              <a:lstStyle/>
              <a:p>
                <a:endParaRPr lang="ar-SA"/>
              </a:p>
            </p:txBody>
          </p:sp>
        </p:grpSp>
        <p:grpSp>
          <p:nvGrpSpPr>
            <p:cNvPr id="7271" name="رسم 8014">
              <a:extLst>
                <a:ext uri="{FF2B5EF4-FFF2-40B4-BE49-F238E27FC236}">
                  <a16:creationId xmlns:a16="http://schemas.microsoft.com/office/drawing/2014/main" id="{C6019847-09B0-5424-6807-454FC94428F6}"/>
                </a:ext>
              </a:extLst>
            </p:cNvPr>
            <p:cNvGrpSpPr/>
            <p:nvPr/>
          </p:nvGrpSpPr>
          <p:grpSpPr>
            <a:xfrm>
              <a:off x="2115083" y="464483"/>
              <a:ext cx="174027" cy="173977"/>
              <a:chOff x="2115083" y="464483"/>
              <a:chExt cx="174027" cy="173977"/>
            </a:xfrm>
            <a:solidFill>
              <a:srgbClr val="17A3A3"/>
            </a:solidFill>
          </p:grpSpPr>
          <p:sp>
            <p:nvSpPr>
              <p:cNvPr id="7272" name="شكل حر: شكل 8176">
                <a:extLst>
                  <a:ext uri="{FF2B5EF4-FFF2-40B4-BE49-F238E27FC236}">
                    <a16:creationId xmlns:a16="http://schemas.microsoft.com/office/drawing/2014/main" id="{022CD587-4C4E-E038-66C3-1688C03D0061}"/>
                  </a:ext>
                </a:extLst>
              </p:cNvPr>
              <p:cNvSpPr/>
              <p:nvPr/>
            </p:nvSpPr>
            <p:spPr>
              <a:xfrm>
                <a:off x="2115083" y="505509"/>
                <a:ext cx="132951" cy="132951"/>
              </a:xfrm>
              <a:custGeom>
                <a:avLst/>
                <a:gdLst>
                  <a:gd name="connsiteX0" fmla="*/ 3446 w 132951"/>
                  <a:gd name="connsiteY0" fmla="*/ 132951 h 132951"/>
                  <a:gd name="connsiteX1" fmla="*/ 1017 w 132951"/>
                  <a:gd name="connsiteY1" fmla="*/ 131935 h 132951"/>
                  <a:gd name="connsiteX2" fmla="*/ 1017 w 132951"/>
                  <a:gd name="connsiteY2" fmla="*/ 127076 h 132951"/>
                  <a:gd name="connsiteX3" fmla="*/ 127076 w 132951"/>
                  <a:gd name="connsiteY3" fmla="*/ 1017 h 132951"/>
                  <a:gd name="connsiteX4" fmla="*/ 131935 w 132951"/>
                  <a:gd name="connsiteY4" fmla="*/ 1017 h 132951"/>
                  <a:gd name="connsiteX5" fmla="*/ 131935 w 132951"/>
                  <a:gd name="connsiteY5" fmla="*/ 5875 h 132951"/>
                  <a:gd name="connsiteX6" fmla="*/ 5875 w 132951"/>
                  <a:gd name="connsiteY6" fmla="*/ 131935 h 132951"/>
                  <a:gd name="connsiteX7" fmla="*/ 3446 w 132951"/>
                  <a:gd name="connsiteY7" fmla="*/ 132951 h 132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951" h="132951">
                    <a:moveTo>
                      <a:pt x="3446" y="132951"/>
                    </a:moveTo>
                    <a:cubicBezTo>
                      <a:pt x="2570" y="132951"/>
                      <a:pt x="1695" y="132612"/>
                      <a:pt x="1017" y="131935"/>
                    </a:cubicBezTo>
                    <a:cubicBezTo>
                      <a:pt x="-339" y="130579"/>
                      <a:pt x="-339" y="128404"/>
                      <a:pt x="1017" y="127076"/>
                    </a:cubicBezTo>
                    <a:lnTo>
                      <a:pt x="127076" y="1017"/>
                    </a:lnTo>
                    <a:cubicBezTo>
                      <a:pt x="128432" y="-339"/>
                      <a:pt x="130607" y="-339"/>
                      <a:pt x="131935" y="1017"/>
                    </a:cubicBezTo>
                    <a:cubicBezTo>
                      <a:pt x="133290" y="2373"/>
                      <a:pt x="133290" y="4548"/>
                      <a:pt x="131935" y="5875"/>
                    </a:cubicBezTo>
                    <a:lnTo>
                      <a:pt x="5875" y="131935"/>
                    </a:lnTo>
                    <a:cubicBezTo>
                      <a:pt x="5197" y="132612"/>
                      <a:pt x="4322" y="132951"/>
                      <a:pt x="3446" y="132951"/>
                    </a:cubicBezTo>
                    <a:close/>
                  </a:path>
                </a:pathLst>
              </a:custGeom>
              <a:solidFill>
                <a:srgbClr val="17A3A3"/>
              </a:solidFill>
              <a:ln w="2824" cap="flat">
                <a:noFill/>
                <a:prstDash val="solid"/>
                <a:miter/>
              </a:ln>
            </p:spPr>
            <p:txBody>
              <a:bodyPr rtlCol="1" anchor="ctr"/>
              <a:lstStyle/>
              <a:p>
                <a:endParaRPr lang="ar-SA"/>
              </a:p>
            </p:txBody>
          </p:sp>
          <p:sp>
            <p:nvSpPr>
              <p:cNvPr id="7273" name="شكل حر: شكل 8177">
                <a:extLst>
                  <a:ext uri="{FF2B5EF4-FFF2-40B4-BE49-F238E27FC236}">
                    <a16:creationId xmlns:a16="http://schemas.microsoft.com/office/drawing/2014/main" id="{EA37F09B-21BF-C693-E1E7-6789C0CB34B3}"/>
                  </a:ext>
                </a:extLst>
              </p:cNvPr>
              <p:cNvSpPr/>
              <p:nvPr/>
            </p:nvSpPr>
            <p:spPr>
              <a:xfrm>
                <a:off x="2201232" y="464483"/>
                <a:ext cx="87878" cy="87885"/>
              </a:xfrm>
              <a:custGeom>
                <a:avLst/>
                <a:gdLst>
                  <a:gd name="connsiteX0" fmla="*/ 44487 w 87878"/>
                  <a:gd name="connsiteY0" fmla="*/ 87857 h 87885"/>
                  <a:gd name="connsiteX1" fmla="*/ 3446 w 87878"/>
                  <a:gd name="connsiteY1" fmla="*/ 87857 h 87885"/>
                  <a:gd name="connsiteX2" fmla="*/ 0 w 87878"/>
                  <a:gd name="connsiteY2" fmla="*/ 84411 h 87885"/>
                  <a:gd name="connsiteX3" fmla="*/ 0 w 87878"/>
                  <a:gd name="connsiteY3" fmla="*/ 43370 h 87885"/>
                  <a:gd name="connsiteX4" fmla="*/ 1017 w 87878"/>
                  <a:gd name="connsiteY4" fmla="*/ 40941 h 87885"/>
                  <a:gd name="connsiteX5" fmla="*/ 40956 w 87878"/>
                  <a:gd name="connsiteY5" fmla="*/ 1002 h 87885"/>
                  <a:gd name="connsiteX6" fmla="*/ 44713 w 87878"/>
                  <a:gd name="connsiteY6" fmla="*/ 268 h 87885"/>
                  <a:gd name="connsiteX7" fmla="*/ 46831 w 87878"/>
                  <a:gd name="connsiteY7" fmla="*/ 3460 h 87885"/>
                  <a:gd name="connsiteX8" fmla="*/ 46831 w 87878"/>
                  <a:gd name="connsiteY8" fmla="*/ 41054 h 87885"/>
                  <a:gd name="connsiteX9" fmla="*/ 84426 w 87878"/>
                  <a:gd name="connsiteY9" fmla="*/ 41054 h 87885"/>
                  <a:gd name="connsiteX10" fmla="*/ 87617 w 87878"/>
                  <a:gd name="connsiteY10" fmla="*/ 43173 h 87885"/>
                  <a:gd name="connsiteX11" fmla="*/ 86883 w 87878"/>
                  <a:gd name="connsiteY11" fmla="*/ 46929 h 87885"/>
                  <a:gd name="connsiteX12" fmla="*/ 46944 w 87878"/>
                  <a:gd name="connsiteY12" fmla="*/ 86868 h 87885"/>
                  <a:gd name="connsiteX13" fmla="*/ 44515 w 87878"/>
                  <a:gd name="connsiteY13" fmla="*/ 87885 h 87885"/>
                  <a:gd name="connsiteX14" fmla="*/ 6892 w 87878"/>
                  <a:gd name="connsiteY14" fmla="*/ 80965 h 87885"/>
                  <a:gd name="connsiteX15" fmla="*/ 43074 w 87878"/>
                  <a:gd name="connsiteY15" fmla="*/ 80965 h 87885"/>
                  <a:gd name="connsiteX16" fmla="*/ 76121 w 87878"/>
                  <a:gd name="connsiteY16" fmla="*/ 47918 h 87885"/>
                  <a:gd name="connsiteX17" fmla="*/ 43385 w 87878"/>
                  <a:gd name="connsiteY17" fmla="*/ 47918 h 87885"/>
                  <a:gd name="connsiteX18" fmla="*/ 39939 w 87878"/>
                  <a:gd name="connsiteY18" fmla="*/ 44472 h 87885"/>
                  <a:gd name="connsiteX19" fmla="*/ 39939 w 87878"/>
                  <a:gd name="connsiteY19" fmla="*/ 11735 h 87885"/>
                  <a:gd name="connsiteX20" fmla="*/ 6892 w 87878"/>
                  <a:gd name="connsiteY20" fmla="*/ 44783 h 87885"/>
                  <a:gd name="connsiteX21" fmla="*/ 6892 w 87878"/>
                  <a:gd name="connsiteY21" fmla="*/ 80965 h 87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7878" h="87885">
                    <a:moveTo>
                      <a:pt x="44487" y="87857"/>
                    </a:moveTo>
                    <a:lnTo>
                      <a:pt x="3446" y="87857"/>
                    </a:lnTo>
                    <a:cubicBezTo>
                      <a:pt x="1553" y="87857"/>
                      <a:pt x="0" y="86304"/>
                      <a:pt x="0" y="84411"/>
                    </a:cubicBezTo>
                    <a:lnTo>
                      <a:pt x="0" y="43370"/>
                    </a:lnTo>
                    <a:cubicBezTo>
                      <a:pt x="0" y="42467"/>
                      <a:pt x="367" y="41591"/>
                      <a:pt x="1017" y="40941"/>
                    </a:cubicBezTo>
                    <a:lnTo>
                      <a:pt x="40956" y="1002"/>
                    </a:lnTo>
                    <a:cubicBezTo>
                      <a:pt x="41945" y="14"/>
                      <a:pt x="43413" y="-269"/>
                      <a:pt x="44713" y="268"/>
                    </a:cubicBezTo>
                    <a:cubicBezTo>
                      <a:pt x="46012" y="804"/>
                      <a:pt x="46831" y="2047"/>
                      <a:pt x="46831" y="3460"/>
                    </a:cubicBezTo>
                    <a:lnTo>
                      <a:pt x="46831" y="41054"/>
                    </a:lnTo>
                    <a:lnTo>
                      <a:pt x="84426" y="41054"/>
                    </a:lnTo>
                    <a:cubicBezTo>
                      <a:pt x="85810" y="41054"/>
                      <a:pt x="87081" y="41902"/>
                      <a:pt x="87617" y="43173"/>
                    </a:cubicBezTo>
                    <a:cubicBezTo>
                      <a:pt x="88154" y="44472"/>
                      <a:pt x="87843" y="45941"/>
                      <a:pt x="86883" y="46929"/>
                    </a:cubicBezTo>
                    <a:lnTo>
                      <a:pt x="46944" y="86868"/>
                    </a:lnTo>
                    <a:cubicBezTo>
                      <a:pt x="46294" y="87518"/>
                      <a:pt x="45419" y="87885"/>
                      <a:pt x="44515" y="87885"/>
                    </a:cubicBezTo>
                    <a:close/>
                    <a:moveTo>
                      <a:pt x="6892" y="80965"/>
                    </a:moveTo>
                    <a:lnTo>
                      <a:pt x="43074" y="80965"/>
                    </a:lnTo>
                    <a:lnTo>
                      <a:pt x="76121" y="47918"/>
                    </a:lnTo>
                    <a:lnTo>
                      <a:pt x="43385" y="47918"/>
                    </a:lnTo>
                    <a:cubicBezTo>
                      <a:pt x="41493" y="47918"/>
                      <a:pt x="39939" y="46364"/>
                      <a:pt x="39939" y="44472"/>
                    </a:cubicBezTo>
                    <a:lnTo>
                      <a:pt x="39939" y="11735"/>
                    </a:lnTo>
                    <a:lnTo>
                      <a:pt x="6892" y="44783"/>
                    </a:lnTo>
                    <a:lnTo>
                      <a:pt x="6892" y="80965"/>
                    </a:lnTo>
                    <a:close/>
                  </a:path>
                </a:pathLst>
              </a:custGeom>
              <a:solidFill>
                <a:srgbClr val="17A3A3"/>
              </a:solidFill>
              <a:ln w="2824" cap="flat">
                <a:noFill/>
                <a:prstDash val="solid"/>
                <a:miter/>
              </a:ln>
            </p:spPr>
            <p:txBody>
              <a:bodyPr rtlCol="1" anchor="ctr"/>
              <a:lstStyle/>
              <a:p>
                <a:endParaRPr lang="ar-SA"/>
              </a:p>
            </p:txBody>
          </p:sp>
        </p:grpSp>
      </p:grpSp>
      <p:grpSp>
        <p:nvGrpSpPr>
          <p:cNvPr id="7280" name="رسم 8014">
            <a:extLst>
              <a:ext uri="{FF2B5EF4-FFF2-40B4-BE49-F238E27FC236}">
                <a16:creationId xmlns:a16="http://schemas.microsoft.com/office/drawing/2014/main" id="{F5CFBEEA-819A-9E51-1D20-64F34E4FD8C8}"/>
              </a:ext>
            </a:extLst>
          </p:cNvPr>
          <p:cNvGrpSpPr/>
          <p:nvPr/>
        </p:nvGrpSpPr>
        <p:grpSpPr>
          <a:xfrm>
            <a:off x="3339295" y="2498124"/>
            <a:ext cx="230961" cy="216038"/>
            <a:chOff x="3072887" y="1354059"/>
            <a:chExt cx="276068" cy="274093"/>
          </a:xfrm>
        </p:grpSpPr>
        <p:sp>
          <p:nvSpPr>
            <p:cNvPr id="7281" name="شكل حر: شكل 8179">
              <a:extLst>
                <a:ext uri="{FF2B5EF4-FFF2-40B4-BE49-F238E27FC236}">
                  <a16:creationId xmlns:a16="http://schemas.microsoft.com/office/drawing/2014/main" id="{A132CAE8-3BBD-8AB4-BD14-A787C8B1A264}"/>
                </a:ext>
              </a:extLst>
            </p:cNvPr>
            <p:cNvSpPr/>
            <p:nvPr/>
          </p:nvSpPr>
          <p:spPr>
            <a:xfrm>
              <a:off x="3072887" y="1581859"/>
              <a:ext cx="244690" cy="46294"/>
            </a:xfrm>
            <a:custGeom>
              <a:avLst/>
              <a:gdLst>
                <a:gd name="connsiteX0" fmla="*/ 122331 w 244690"/>
                <a:gd name="connsiteY0" fmla="*/ 46294 h 46294"/>
                <a:gd name="connsiteX1" fmla="*/ 0 w 244690"/>
                <a:gd name="connsiteY1" fmla="*/ 23161 h 46294"/>
                <a:gd name="connsiteX2" fmla="*/ 48978 w 244690"/>
                <a:gd name="connsiteY2" fmla="*/ 4209 h 46294"/>
                <a:gd name="connsiteX3" fmla="*/ 52819 w 244690"/>
                <a:gd name="connsiteY3" fmla="*/ 7174 h 46294"/>
                <a:gd name="connsiteX4" fmla="*/ 49853 w 244690"/>
                <a:gd name="connsiteY4" fmla="*/ 11016 h 46294"/>
                <a:gd name="connsiteX5" fmla="*/ 6892 w 244690"/>
                <a:gd name="connsiteY5" fmla="*/ 23133 h 46294"/>
                <a:gd name="connsiteX6" fmla="*/ 122359 w 244690"/>
                <a:gd name="connsiteY6" fmla="*/ 39346 h 46294"/>
                <a:gd name="connsiteX7" fmla="*/ 237799 w 244690"/>
                <a:gd name="connsiteY7" fmla="*/ 23105 h 46294"/>
                <a:gd name="connsiteX8" fmla="*/ 122359 w 244690"/>
                <a:gd name="connsiteY8" fmla="*/ 6892 h 46294"/>
                <a:gd name="connsiteX9" fmla="*/ 100864 w 244690"/>
                <a:gd name="connsiteY9" fmla="*/ 7231 h 46294"/>
                <a:gd name="connsiteX10" fmla="*/ 97306 w 244690"/>
                <a:gd name="connsiteY10" fmla="*/ 3898 h 46294"/>
                <a:gd name="connsiteX11" fmla="*/ 100639 w 244690"/>
                <a:gd name="connsiteY11" fmla="*/ 339 h 46294"/>
                <a:gd name="connsiteX12" fmla="*/ 122359 w 244690"/>
                <a:gd name="connsiteY12" fmla="*/ 0 h 46294"/>
                <a:gd name="connsiteX13" fmla="*/ 244691 w 244690"/>
                <a:gd name="connsiteY13" fmla="*/ 23133 h 46294"/>
                <a:gd name="connsiteX14" fmla="*/ 122359 w 244690"/>
                <a:gd name="connsiteY14" fmla="*/ 46266 h 4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4690" h="46294">
                  <a:moveTo>
                    <a:pt x="122331" y="46294"/>
                  </a:moveTo>
                  <a:cubicBezTo>
                    <a:pt x="80019" y="46294"/>
                    <a:pt x="0" y="41464"/>
                    <a:pt x="0" y="23161"/>
                  </a:cubicBezTo>
                  <a:cubicBezTo>
                    <a:pt x="0" y="20026"/>
                    <a:pt x="0" y="10507"/>
                    <a:pt x="48978" y="4209"/>
                  </a:cubicBezTo>
                  <a:cubicBezTo>
                    <a:pt x="50870" y="3983"/>
                    <a:pt x="52593" y="5310"/>
                    <a:pt x="52819" y="7174"/>
                  </a:cubicBezTo>
                  <a:cubicBezTo>
                    <a:pt x="53073" y="9067"/>
                    <a:pt x="51717" y="10790"/>
                    <a:pt x="49853" y="11016"/>
                  </a:cubicBezTo>
                  <a:cubicBezTo>
                    <a:pt x="15733" y="15394"/>
                    <a:pt x="7174" y="21382"/>
                    <a:pt x="6892" y="23133"/>
                  </a:cubicBezTo>
                  <a:cubicBezTo>
                    <a:pt x="7880" y="28782"/>
                    <a:pt x="48385" y="39346"/>
                    <a:pt x="122359" y="39346"/>
                  </a:cubicBezTo>
                  <a:cubicBezTo>
                    <a:pt x="196334" y="39346"/>
                    <a:pt x="236810" y="28754"/>
                    <a:pt x="237799" y="23105"/>
                  </a:cubicBezTo>
                  <a:cubicBezTo>
                    <a:pt x="236810" y="17456"/>
                    <a:pt x="196306" y="6892"/>
                    <a:pt x="122359" y="6892"/>
                  </a:cubicBezTo>
                  <a:cubicBezTo>
                    <a:pt x="114620" y="6892"/>
                    <a:pt x="107615" y="7005"/>
                    <a:pt x="100864" y="7231"/>
                  </a:cubicBezTo>
                  <a:cubicBezTo>
                    <a:pt x="98972" y="7287"/>
                    <a:pt x="97362" y="5790"/>
                    <a:pt x="97306" y="3898"/>
                  </a:cubicBezTo>
                  <a:cubicBezTo>
                    <a:pt x="97249" y="2005"/>
                    <a:pt x="98746" y="395"/>
                    <a:pt x="100639" y="339"/>
                  </a:cubicBezTo>
                  <a:cubicBezTo>
                    <a:pt x="107446" y="113"/>
                    <a:pt x="114564" y="0"/>
                    <a:pt x="122359" y="0"/>
                  </a:cubicBezTo>
                  <a:cubicBezTo>
                    <a:pt x="164671" y="0"/>
                    <a:pt x="244691" y="4830"/>
                    <a:pt x="244691" y="23133"/>
                  </a:cubicBezTo>
                  <a:cubicBezTo>
                    <a:pt x="244691" y="41436"/>
                    <a:pt x="164671" y="46266"/>
                    <a:pt x="122359" y="46266"/>
                  </a:cubicBezTo>
                  <a:close/>
                </a:path>
              </a:pathLst>
            </a:custGeom>
            <a:solidFill>
              <a:srgbClr val="01355A"/>
            </a:solidFill>
            <a:ln w="2824" cap="flat">
              <a:noFill/>
              <a:prstDash val="solid"/>
              <a:miter/>
            </a:ln>
          </p:spPr>
          <p:txBody>
            <a:bodyPr rtlCol="1" anchor="ctr"/>
            <a:lstStyle/>
            <a:p>
              <a:endParaRPr lang="ar-SA"/>
            </a:p>
          </p:txBody>
        </p:sp>
        <p:grpSp>
          <p:nvGrpSpPr>
            <p:cNvPr id="7282" name="رسم 8014">
              <a:extLst>
                <a:ext uri="{FF2B5EF4-FFF2-40B4-BE49-F238E27FC236}">
                  <a16:creationId xmlns:a16="http://schemas.microsoft.com/office/drawing/2014/main" id="{3C43EFD1-95C5-9FEC-5C2E-772DC8BABC56}"/>
                </a:ext>
              </a:extLst>
            </p:cNvPr>
            <p:cNvGrpSpPr/>
            <p:nvPr/>
          </p:nvGrpSpPr>
          <p:grpSpPr>
            <a:xfrm>
              <a:off x="3144489" y="1354059"/>
              <a:ext cx="204465" cy="251299"/>
              <a:chOff x="3144489" y="1354059"/>
              <a:chExt cx="204465" cy="251299"/>
            </a:xfrm>
          </p:grpSpPr>
          <p:sp>
            <p:nvSpPr>
              <p:cNvPr id="7283" name="شكل حر: شكل 8181">
                <a:extLst>
                  <a:ext uri="{FF2B5EF4-FFF2-40B4-BE49-F238E27FC236}">
                    <a16:creationId xmlns:a16="http://schemas.microsoft.com/office/drawing/2014/main" id="{E2D768A2-FFD1-690B-A71A-E9BF4902D429}"/>
                  </a:ext>
                </a:extLst>
              </p:cNvPr>
              <p:cNvSpPr/>
              <p:nvPr/>
            </p:nvSpPr>
            <p:spPr>
              <a:xfrm>
                <a:off x="3197308" y="1387163"/>
                <a:ext cx="151646" cy="111484"/>
              </a:xfrm>
              <a:custGeom>
                <a:avLst/>
                <a:gdLst>
                  <a:gd name="connsiteX0" fmla="*/ 148204 w 151646"/>
                  <a:gd name="connsiteY0" fmla="*/ 111485 h 111484"/>
                  <a:gd name="connsiteX1" fmla="*/ 3446 w 151646"/>
                  <a:gd name="connsiteY1" fmla="*/ 111485 h 111484"/>
                  <a:gd name="connsiteX2" fmla="*/ 0 w 151646"/>
                  <a:gd name="connsiteY2" fmla="*/ 108039 h 111484"/>
                  <a:gd name="connsiteX3" fmla="*/ 0 w 151646"/>
                  <a:gd name="connsiteY3" fmla="*/ 81742 h 111484"/>
                  <a:gd name="connsiteX4" fmla="*/ 3446 w 151646"/>
                  <a:gd name="connsiteY4" fmla="*/ 78297 h 111484"/>
                  <a:gd name="connsiteX5" fmla="*/ 6892 w 151646"/>
                  <a:gd name="connsiteY5" fmla="*/ 81742 h 111484"/>
                  <a:gd name="connsiteX6" fmla="*/ 6892 w 151646"/>
                  <a:gd name="connsiteY6" fmla="*/ 104593 h 111484"/>
                  <a:gd name="connsiteX7" fmla="*/ 142131 w 151646"/>
                  <a:gd name="connsiteY7" fmla="*/ 104593 h 111484"/>
                  <a:gd name="connsiteX8" fmla="*/ 113886 w 151646"/>
                  <a:gd name="connsiteY8" fmla="*/ 57508 h 111484"/>
                  <a:gd name="connsiteX9" fmla="*/ 113886 w 151646"/>
                  <a:gd name="connsiteY9" fmla="*/ 53949 h 111484"/>
                  <a:gd name="connsiteX10" fmla="*/ 142131 w 151646"/>
                  <a:gd name="connsiteY10" fmla="*/ 6892 h 111484"/>
                  <a:gd name="connsiteX11" fmla="*/ 67394 w 151646"/>
                  <a:gd name="connsiteY11" fmla="*/ 6892 h 111484"/>
                  <a:gd name="connsiteX12" fmla="*/ 63948 w 151646"/>
                  <a:gd name="connsiteY12" fmla="*/ 3446 h 111484"/>
                  <a:gd name="connsiteX13" fmla="*/ 67394 w 151646"/>
                  <a:gd name="connsiteY13" fmla="*/ 0 h 111484"/>
                  <a:gd name="connsiteX14" fmla="*/ 148204 w 151646"/>
                  <a:gd name="connsiteY14" fmla="*/ 0 h 111484"/>
                  <a:gd name="connsiteX15" fmla="*/ 151198 w 151646"/>
                  <a:gd name="connsiteY15" fmla="*/ 1751 h 111484"/>
                  <a:gd name="connsiteX16" fmla="*/ 151142 w 151646"/>
                  <a:gd name="connsiteY16" fmla="*/ 5225 h 111484"/>
                  <a:gd name="connsiteX17" fmla="*/ 120834 w 151646"/>
                  <a:gd name="connsiteY17" fmla="*/ 55728 h 111484"/>
                  <a:gd name="connsiteX18" fmla="*/ 151142 w 151646"/>
                  <a:gd name="connsiteY18" fmla="*/ 106259 h 111484"/>
                  <a:gd name="connsiteX19" fmla="*/ 151198 w 151646"/>
                  <a:gd name="connsiteY19" fmla="*/ 109734 h 111484"/>
                  <a:gd name="connsiteX20" fmla="*/ 148204 w 151646"/>
                  <a:gd name="connsiteY20" fmla="*/ 111485 h 11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1646" h="111484">
                    <a:moveTo>
                      <a:pt x="148204" y="111485"/>
                    </a:moveTo>
                    <a:lnTo>
                      <a:pt x="3446" y="111485"/>
                    </a:lnTo>
                    <a:cubicBezTo>
                      <a:pt x="1553" y="111485"/>
                      <a:pt x="0" y="109931"/>
                      <a:pt x="0" y="108039"/>
                    </a:cubicBezTo>
                    <a:lnTo>
                      <a:pt x="0" y="81742"/>
                    </a:lnTo>
                    <a:cubicBezTo>
                      <a:pt x="0" y="79850"/>
                      <a:pt x="1553" y="78297"/>
                      <a:pt x="3446" y="78297"/>
                    </a:cubicBezTo>
                    <a:cubicBezTo>
                      <a:pt x="5338" y="78297"/>
                      <a:pt x="6892" y="79850"/>
                      <a:pt x="6892" y="81742"/>
                    </a:cubicBezTo>
                    <a:lnTo>
                      <a:pt x="6892" y="104593"/>
                    </a:lnTo>
                    <a:lnTo>
                      <a:pt x="142131" y="104593"/>
                    </a:lnTo>
                    <a:lnTo>
                      <a:pt x="113886" y="57508"/>
                    </a:lnTo>
                    <a:cubicBezTo>
                      <a:pt x="113236" y="56406"/>
                      <a:pt x="113236" y="55050"/>
                      <a:pt x="113886" y="53949"/>
                    </a:cubicBezTo>
                    <a:lnTo>
                      <a:pt x="142131" y="6892"/>
                    </a:lnTo>
                    <a:lnTo>
                      <a:pt x="67394" y="6892"/>
                    </a:lnTo>
                    <a:cubicBezTo>
                      <a:pt x="65501" y="6892"/>
                      <a:pt x="63948" y="5338"/>
                      <a:pt x="63948" y="3446"/>
                    </a:cubicBezTo>
                    <a:cubicBezTo>
                      <a:pt x="63948" y="1554"/>
                      <a:pt x="65501" y="0"/>
                      <a:pt x="67394" y="0"/>
                    </a:cubicBezTo>
                    <a:lnTo>
                      <a:pt x="148204" y="0"/>
                    </a:lnTo>
                    <a:cubicBezTo>
                      <a:pt x="149447" y="0"/>
                      <a:pt x="150577" y="678"/>
                      <a:pt x="151198" y="1751"/>
                    </a:cubicBezTo>
                    <a:cubicBezTo>
                      <a:pt x="151819" y="2825"/>
                      <a:pt x="151791" y="4152"/>
                      <a:pt x="151142" y="5225"/>
                    </a:cubicBezTo>
                    <a:lnTo>
                      <a:pt x="120834" y="55728"/>
                    </a:lnTo>
                    <a:lnTo>
                      <a:pt x="151142" y="106259"/>
                    </a:lnTo>
                    <a:cubicBezTo>
                      <a:pt x="151791" y="107333"/>
                      <a:pt x="151791" y="108660"/>
                      <a:pt x="151198" y="109734"/>
                    </a:cubicBezTo>
                    <a:cubicBezTo>
                      <a:pt x="150577" y="110807"/>
                      <a:pt x="149447" y="111485"/>
                      <a:pt x="148204" y="111485"/>
                    </a:cubicBezTo>
                    <a:close/>
                  </a:path>
                </a:pathLst>
              </a:custGeom>
              <a:solidFill>
                <a:srgbClr val="17A3A3"/>
              </a:solidFill>
              <a:ln w="2824" cap="flat">
                <a:noFill/>
                <a:prstDash val="solid"/>
                <a:miter/>
              </a:ln>
            </p:spPr>
            <p:txBody>
              <a:bodyPr rtlCol="1" anchor="ctr"/>
              <a:lstStyle/>
              <a:p>
                <a:endParaRPr lang="ar-SA"/>
              </a:p>
            </p:txBody>
          </p:sp>
          <p:sp>
            <p:nvSpPr>
              <p:cNvPr id="7284" name="شكل حر: شكل 8182">
                <a:extLst>
                  <a:ext uri="{FF2B5EF4-FFF2-40B4-BE49-F238E27FC236}">
                    <a16:creationId xmlns:a16="http://schemas.microsoft.com/office/drawing/2014/main" id="{0A5948E6-CCB4-054A-3B2B-385939B573BB}"/>
                  </a:ext>
                </a:extLst>
              </p:cNvPr>
              <p:cNvSpPr/>
              <p:nvPr/>
            </p:nvSpPr>
            <p:spPr>
              <a:xfrm>
                <a:off x="3144489" y="1360894"/>
                <a:ext cx="97983" cy="111456"/>
              </a:xfrm>
              <a:custGeom>
                <a:avLst/>
                <a:gdLst>
                  <a:gd name="connsiteX0" fmla="*/ 94538 w 97983"/>
                  <a:gd name="connsiteY0" fmla="*/ 111457 h 111456"/>
                  <a:gd name="connsiteX1" fmla="*/ 3446 w 97983"/>
                  <a:gd name="connsiteY1" fmla="*/ 111457 h 111456"/>
                  <a:gd name="connsiteX2" fmla="*/ 0 w 97983"/>
                  <a:gd name="connsiteY2" fmla="*/ 108011 h 111456"/>
                  <a:gd name="connsiteX3" fmla="*/ 0 w 97983"/>
                  <a:gd name="connsiteY3" fmla="*/ 3446 h 111456"/>
                  <a:gd name="connsiteX4" fmla="*/ 3446 w 97983"/>
                  <a:gd name="connsiteY4" fmla="*/ 0 h 111456"/>
                  <a:gd name="connsiteX5" fmla="*/ 94538 w 97983"/>
                  <a:gd name="connsiteY5" fmla="*/ 0 h 111456"/>
                  <a:gd name="connsiteX6" fmla="*/ 97984 w 97983"/>
                  <a:gd name="connsiteY6" fmla="*/ 3446 h 111456"/>
                  <a:gd name="connsiteX7" fmla="*/ 97984 w 97983"/>
                  <a:gd name="connsiteY7" fmla="*/ 108011 h 111456"/>
                  <a:gd name="connsiteX8" fmla="*/ 94538 w 97983"/>
                  <a:gd name="connsiteY8" fmla="*/ 111457 h 111456"/>
                  <a:gd name="connsiteX9" fmla="*/ 6892 w 97983"/>
                  <a:gd name="connsiteY9" fmla="*/ 104565 h 111456"/>
                  <a:gd name="connsiteX10" fmla="*/ 91092 w 97983"/>
                  <a:gd name="connsiteY10" fmla="*/ 104565 h 111456"/>
                  <a:gd name="connsiteX11" fmla="*/ 91092 w 97983"/>
                  <a:gd name="connsiteY11" fmla="*/ 6892 h 111456"/>
                  <a:gd name="connsiteX12" fmla="*/ 6892 w 97983"/>
                  <a:gd name="connsiteY12" fmla="*/ 6892 h 111456"/>
                  <a:gd name="connsiteX13" fmla="*/ 6892 w 97983"/>
                  <a:gd name="connsiteY13" fmla="*/ 104565 h 111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983" h="111456">
                    <a:moveTo>
                      <a:pt x="94538" y="111457"/>
                    </a:moveTo>
                    <a:lnTo>
                      <a:pt x="3446" y="111457"/>
                    </a:lnTo>
                    <a:cubicBezTo>
                      <a:pt x="1553" y="111457"/>
                      <a:pt x="0" y="109903"/>
                      <a:pt x="0" y="108011"/>
                    </a:cubicBezTo>
                    <a:lnTo>
                      <a:pt x="0" y="3446"/>
                    </a:lnTo>
                    <a:cubicBezTo>
                      <a:pt x="0" y="1553"/>
                      <a:pt x="1553" y="0"/>
                      <a:pt x="3446" y="0"/>
                    </a:cubicBezTo>
                    <a:lnTo>
                      <a:pt x="94538" y="0"/>
                    </a:lnTo>
                    <a:cubicBezTo>
                      <a:pt x="96430" y="0"/>
                      <a:pt x="97984" y="1553"/>
                      <a:pt x="97984" y="3446"/>
                    </a:cubicBezTo>
                    <a:lnTo>
                      <a:pt x="97984" y="108011"/>
                    </a:lnTo>
                    <a:cubicBezTo>
                      <a:pt x="97984" y="109903"/>
                      <a:pt x="96430" y="111457"/>
                      <a:pt x="94538" y="111457"/>
                    </a:cubicBezTo>
                    <a:close/>
                    <a:moveTo>
                      <a:pt x="6892" y="104565"/>
                    </a:moveTo>
                    <a:lnTo>
                      <a:pt x="91092" y="104565"/>
                    </a:lnTo>
                    <a:lnTo>
                      <a:pt x="91092" y="6892"/>
                    </a:lnTo>
                    <a:lnTo>
                      <a:pt x="6892" y="6892"/>
                    </a:lnTo>
                    <a:lnTo>
                      <a:pt x="6892" y="104565"/>
                    </a:lnTo>
                    <a:close/>
                  </a:path>
                </a:pathLst>
              </a:custGeom>
              <a:solidFill>
                <a:srgbClr val="17A3A3"/>
              </a:solidFill>
              <a:ln w="2824" cap="flat">
                <a:noFill/>
                <a:prstDash val="solid"/>
                <a:miter/>
              </a:ln>
            </p:spPr>
            <p:txBody>
              <a:bodyPr rtlCol="1" anchor="ctr"/>
              <a:lstStyle/>
              <a:p>
                <a:endParaRPr lang="ar-SA"/>
              </a:p>
            </p:txBody>
          </p:sp>
          <p:sp>
            <p:nvSpPr>
              <p:cNvPr id="7285" name="شكل حر: شكل 8183">
                <a:extLst>
                  <a:ext uri="{FF2B5EF4-FFF2-40B4-BE49-F238E27FC236}">
                    <a16:creationId xmlns:a16="http://schemas.microsoft.com/office/drawing/2014/main" id="{C55980AB-A84F-EC6C-DB08-015F6D5EDB79}"/>
                  </a:ext>
                </a:extLst>
              </p:cNvPr>
              <p:cNvSpPr/>
              <p:nvPr/>
            </p:nvSpPr>
            <p:spPr>
              <a:xfrm>
                <a:off x="3144489" y="1354059"/>
                <a:ext cx="6891" cy="251299"/>
              </a:xfrm>
              <a:custGeom>
                <a:avLst/>
                <a:gdLst>
                  <a:gd name="connsiteX0" fmla="*/ 3446 w 6891"/>
                  <a:gd name="connsiteY0" fmla="*/ 251300 h 251299"/>
                  <a:gd name="connsiteX1" fmla="*/ 0 w 6891"/>
                  <a:gd name="connsiteY1" fmla="*/ 245114 h 251299"/>
                  <a:gd name="connsiteX2" fmla="*/ 0 w 6891"/>
                  <a:gd name="connsiteY2" fmla="*/ 6186 h 251299"/>
                  <a:gd name="connsiteX3" fmla="*/ 3446 w 6891"/>
                  <a:gd name="connsiteY3" fmla="*/ 0 h 251299"/>
                  <a:gd name="connsiteX4" fmla="*/ 6892 w 6891"/>
                  <a:gd name="connsiteY4" fmla="*/ 6186 h 251299"/>
                  <a:gd name="connsiteX5" fmla="*/ 6892 w 6891"/>
                  <a:gd name="connsiteY5" fmla="*/ 245114 h 251299"/>
                  <a:gd name="connsiteX6" fmla="*/ 3446 w 6891"/>
                  <a:gd name="connsiteY6" fmla="*/ 251300 h 251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251299">
                    <a:moveTo>
                      <a:pt x="3446" y="251300"/>
                    </a:moveTo>
                    <a:cubicBezTo>
                      <a:pt x="1553" y="251300"/>
                      <a:pt x="0" y="248532"/>
                      <a:pt x="0" y="245114"/>
                    </a:cubicBezTo>
                    <a:lnTo>
                      <a:pt x="0" y="6186"/>
                    </a:lnTo>
                    <a:cubicBezTo>
                      <a:pt x="0" y="2768"/>
                      <a:pt x="1553" y="0"/>
                      <a:pt x="3446" y="0"/>
                    </a:cubicBezTo>
                    <a:cubicBezTo>
                      <a:pt x="5338" y="0"/>
                      <a:pt x="6892" y="2768"/>
                      <a:pt x="6892" y="6186"/>
                    </a:cubicBezTo>
                    <a:lnTo>
                      <a:pt x="6892" y="245114"/>
                    </a:lnTo>
                    <a:cubicBezTo>
                      <a:pt x="6892" y="248532"/>
                      <a:pt x="5338" y="251300"/>
                      <a:pt x="3446" y="251300"/>
                    </a:cubicBezTo>
                    <a:close/>
                  </a:path>
                </a:pathLst>
              </a:custGeom>
              <a:solidFill>
                <a:srgbClr val="01355A"/>
              </a:solidFill>
              <a:ln w="2824" cap="flat">
                <a:noFill/>
                <a:prstDash val="solid"/>
                <a:miter/>
              </a:ln>
            </p:spPr>
            <p:txBody>
              <a:bodyPr rtlCol="1" anchor="ctr"/>
              <a:lstStyle/>
              <a:p>
                <a:endParaRPr lang="ar-SA"/>
              </a:p>
            </p:txBody>
          </p:sp>
        </p:grpSp>
      </p:grpSp>
      <p:grpSp>
        <p:nvGrpSpPr>
          <p:cNvPr id="7286" name="رسم 8014">
            <a:extLst>
              <a:ext uri="{FF2B5EF4-FFF2-40B4-BE49-F238E27FC236}">
                <a16:creationId xmlns:a16="http://schemas.microsoft.com/office/drawing/2014/main" id="{28C0D7B8-DFCB-95B2-E3A6-FEA4B754014A}"/>
              </a:ext>
            </a:extLst>
          </p:cNvPr>
          <p:cNvGrpSpPr/>
          <p:nvPr/>
        </p:nvGrpSpPr>
        <p:grpSpPr>
          <a:xfrm>
            <a:off x="3317578" y="2156879"/>
            <a:ext cx="256460" cy="221804"/>
            <a:chOff x="3046929" y="921112"/>
            <a:chExt cx="306547" cy="281409"/>
          </a:xfrm>
        </p:grpSpPr>
        <p:grpSp>
          <p:nvGrpSpPr>
            <p:cNvPr id="7287" name="رسم 8014">
              <a:extLst>
                <a:ext uri="{FF2B5EF4-FFF2-40B4-BE49-F238E27FC236}">
                  <a16:creationId xmlns:a16="http://schemas.microsoft.com/office/drawing/2014/main" id="{4F75A577-16DD-800A-57A2-9E19F4B02E78}"/>
                </a:ext>
              </a:extLst>
            </p:cNvPr>
            <p:cNvGrpSpPr/>
            <p:nvPr/>
          </p:nvGrpSpPr>
          <p:grpSpPr>
            <a:xfrm>
              <a:off x="3093475" y="921112"/>
              <a:ext cx="260002" cy="261129"/>
              <a:chOff x="3093475" y="921112"/>
              <a:chExt cx="260002" cy="261129"/>
            </a:xfrm>
            <a:solidFill>
              <a:srgbClr val="01355A"/>
            </a:solidFill>
          </p:grpSpPr>
          <p:sp>
            <p:nvSpPr>
              <p:cNvPr id="7291" name="شكل حر: شكل 8186">
                <a:extLst>
                  <a:ext uri="{FF2B5EF4-FFF2-40B4-BE49-F238E27FC236}">
                    <a16:creationId xmlns:a16="http://schemas.microsoft.com/office/drawing/2014/main" id="{1F55600A-C2D7-A824-1C71-483A3A74CFCB}"/>
                  </a:ext>
                </a:extLst>
              </p:cNvPr>
              <p:cNvSpPr/>
              <p:nvPr/>
            </p:nvSpPr>
            <p:spPr>
              <a:xfrm>
                <a:off x="3093475" y="921112"/>
                <a:ext cx="260002" cy="261129"/>
              </a:xfrm>
              <a:custGeom>
                <a:avLst/>
                <a:gdLst>
                  <a:gd name="connsiteX0" fmla="*/ 131853 w 260002"/>
                  <a:gd name="connsiteY0" fmla="*/ 261129 h 261129"/>
                  <a:gd name="connsiteX1" fmla="*/ 128407 w 260002"/>
                  <a:gd name="connsiteY1" fmla="*/ 257740 h 261129"/>
                  <a:gd name="connsiteX2" fmla="*/ 131796 w 260002"/>
                  <a:gd name="connsiteY2" fmla="*/ 254238 h 261129"/>
                  <a:gd name="connsiteX3" fmla="*/ 253111 w 260002"/>
                  <a:gd name="connsiteY3" fmla="*/ 130579 h 261129"/>
                  <a:gd name="connsiteX4" fmla="*/ 129424 w 260002"/>
                  <a:gd name="connsiteY4" fmla="*/ 6892 h 261129"/>
                  <a:gd name="connsiteX5" fmla="*/ 6867 w 260002"/>
                  <a:gd name="connsiteY5" fmla="*/ 113886 h 261129"/>
                  <a:gd name="connsiteX6" fmla="*/ 2997 w 260002"/>
                  <a:gd name="connsiteY6" fmla="*/ 116823 h 261129"/>
                  <a:gd name="connsiteX7" fmla="*/ 31 w 260002"/>
                  <a:gd name="connsiteY7" fmla="*/ 112954 h 261129"/>
                  <a:gd name="connsiteX8" fmla="*/ 129424 w 260002"/>
                  <a:gd name="connsiteY8" fmla="*/ 0 h 261129"/>
                  <a:gd name="connsiteX9" fmla="*/ 260002 w 260002"/>
                  <a:gd name="connsiteY9" fmla="*/ 130579 h 261129"/>
                  <a:gd name="connsiteX10" fmla="*/ 222577 w 260002"/>
                  <a:gd name="connsiteY10" fmla="*/ 222094 h 261129"/>
                  <a:gd name="connsiteX11" fmla="*/ 131938 w 260002"/>
                  <a:gd name="connsiteY11" fmla="*/ 261129 h 261129"/>
                  <a:gd name="connsiteX12" fmla="*/ 131881 w 260002"/>
                  <a:gd name="connsiteY12" fmla="*/ 261129 h 261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0002" h="261129">
                    <a:moveTo>
                      <a:pt x="131853" y="261129"/>
                    </a:moveTo>
                    <a:cubicBezTo>
                      <a:pt x="129989" y="261129"/>
                      <a:pt x="128435" y="259632"/>
                      <a:pt x="128407" y="257740"/>
                    </a:cubicBezTo>
                    <a:cubicBezTo>
                      <a:pt x="128379" y="255848"/>
                      <a:pt x="129876" y="254266"/>
                      <a:pt x="131796" y="254238"/>
                    </a:cubicBezTo>
                    <a:cubicBezTo>
                      <a:pt x="198682" y="252995"/>
                      <a:pt x="253111" y="197521"/>
                      <a:pt x="253111" y="130579"/>
                    </a:cubicBezTo>
                    <a:cubicBezTo>
                      <a:pt x="253111" y="63637"/>
                      <a:pt x="197637" y="6892"/>
                      <a:pt x="129424" y="6892"/>
                    </a:cubicBezTo>
                    <a:cubicBezTo>
                      <a:pt x="67792" y="6892"/>
                      <a:pt x="15086" y="52876"/>
                      <a:pt x="6867" y="113886"/>
                    </a:cubicBezTo>
                    <a:cubicBezTo>
                      <a:pt x="6612" y="115778"/>
                      <a:pt x="4861" y="117106"/>
                      <a:pt x="2997" y="116823"/>
                    </a:cubicBezTo>
                    <a:cubicBezTo>
                      <a:pt x="1105" y="116569"/>
                      <a:pt x="-223" y="114846"/>
                      <a:pt x="31" y="112954"/>
                    </a:cubicBezTo>
                    <a:cubicBezTo>
                      <a:pt x="8731" y="48554"/>
                      <a:pt x="64346" y="0"/>
                      <a:pt x="129424" y="0"/>
                    </a:cubicBezTo>
                    <a:cubicBezTo>
                      <a:pt x="201421" y="0"/>
                      <a:pt x="260002" y="58581"/>
                      <a:pt x="260002" y="130579"/>
                    </a:cubicBezTo>
                    <a:cubicBezTo>
                      <a:pt x="260002" y="165038"/>
                      <a:pt x="246727" y="197521"/>
                      <a:pt x="222577" y="222094"/>
                    </a:cubicBezTo>
                    <a:cubicBezTo>
                      <a:pt x="198484" y="246639"/>
                      <a:pt x="166284" y="260480"/>
                      <a:pt x="131938" y="261129"/>
                    </a:cubicBezTo>
                    <a:lnTo>
                      <a:pt x="131881" y="261129"/>
                    </a:lnTo>
                    <a:close/>
                  </a:path>
                </a:pathLst>
              </a:custGeom>
              <a:solidFill>
                <a:srgbClr val="01355A"/>
              </a:solidFill>
              <a:ln w="2824" cap="flat">
                <a:noFill/>
                <a:prstDash val="solid"/>
                <a:miter/>
              </a:ln>
            </p:spPr>
            <p:txBody>
              <a:bodyPr rtlCol="1" anchor="ctr"/>
              <a:lstStyle/>
              <a:p>
                <a:endParaRPr lang="ar-SA"/>
              </a:p>
            </p:txBody>
          </p:sp>
          <p:sp>
            <p:nvSpPr>
              <p:cNvPr id="7292" name="شكل حر: شكل 8187">
                <a:extLst>
                  <a:ext uri="{FF2B5EF4-FFF2-40B4-BE49-F238E27FC236}">
                    <a16:creationId xmlns:a16="http://schemas.microsoft.com/office/drawing/2014/main" id="{F9FF4945-A8B7-18F3-4763-D8CCD43F8B12}"/>
                  </a:ext>
                </a:extLst>
              </p:cNvPr>
              <p:cNvSpPr/>
              <p:nvPr/>
            </p:nvSpPr>
            <p:spPr>
              <a:xfrm>
                <a:off x="3117050" y="942918"/>
                <a:ext cx="167629" cy="87335"/>
              </a:xfrm>
              <a:custGeom>
                <a:avLst/>
                <a:gdLst>
                  <a:gd name="connsiteX0" fmla="*/ 3459 w 167629"/>
                  <a:gd name="connsiteY0" fmla="*/ 87307 h 87335"/>
                  <a:gd name="connsiteX1" fmla="*/ 2640 w 167629"/>
                  <a:gd name="connsiteY1" fmla="*/ 87222 h 87335"/>
                  <a:gd name="connsiteX2" fmla="*/ 98 w 167629"/>
                  <a:gd name="connsiteY2" fmla="*/ 83070 h 87335"/>
                  <a:gd name="connsiteX3" fmla="*/ 105821 w 167629"/>
                  <a:gd name="connsiteY3" fmla="*/ 0 h 87335"/>
                  <a:gd name="connsiteX4" fmla="*/ 166097 w 167629"/>
                  <a:gd name="connsiteY4" fmla="*/ 18218 h 87335"/>
                  <a:gd name="connsiteX5" fmla="*/ 167057 w 167629"/>
                  <a:gd name="connsiteY5" fmla="*/ 22992 h 87335"/>
                  <a:gd name="connsiteX6" fmla="*/ 162283 w 167629"/>
                  <a:gd name="connsiteY6" fmla="*/ 23952 h 87335"/>
                  <a:gd name="connsiteX7" fmla="*/ 105849 w 167629"/>
                  <a:gd name="connsiteY7" fmla="*/ 6920 h 87335"/>
                  <a:gd name="connsiteX8" fmla="*/ 6820 w 167629"/>
                  <a:gd name="connsiteY8" fmla="*/ 84708 h 87335"/>
                  <a:gd name="connsiteX9" fmla="*/ 3487 w 167629"/>
                  <a:gd name="connsiteY9" fmla="*/ 87335 h 8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7629" h="87335">
                    <a:moveTo>
                      <a:pt x="3459" y="87307"/>
                    </a:moveTo>
                    <a:cubicBezTo>
                      <a:pt x="3205" y="87307"/>
                      <a:pt x="2922" y="87279"/>
                      <a:pt x="2640" y="87222"/>
                    </a:cubicBezTo>
                    <a:cubicBezTo>
                      <a:pt x="804" y="86770"/>
                      <a:pt x="-354" y="84906"/>
                      <a:pt x="98" y="83070"/>
                    </a:cubicBezTo>
                    <a:cubicBezTo>
                      <a:pt x="11961" y="34149"/>
                      <a:pt x="55431" y="0"/>
                      <a:pt x="105821" y="0"/>
                    </a:cubicBezTo>
                    <a:cubicBezTo>
                      <a:pt x="127400" y="0"/>
                      <a:pt x="148245" y="6299"/>
                      <a:pt x="166097" y="18218"/>
                    </a:cubicBezTo>
                    <a:cubicBezTo>
                      <a:pt x="167678" y="19263"/>
                      <a:pt x="168102" y="21410"/>
                      <a:pt x="167057" y="22992"/>
                    </a:cubicBezTo>
                    <a:cubicBezTo>
                      <a:pt x="166012" y="24574"/>
                      <a:pt x="163865" y="24997"/>
                      <a:pt x="162283" y="23952"/>
                    </a:cubicBezTo>
                    <a:cubicBezTo>
                      <a:pt x="145590" y="12795"/>
                      <a:pt x="126073" y="6920"/>
                      <a:pt x="105849" y="6920"/>
                    </a:cubicBezTo>
                    <a:cubicBezTo>
                      <a:pt x="58651" y="6920"/>
                      <a:pt x="17949" y="38922"/>
                      <a:pt x="6820" y="84708"/>
                    </a:cubicBezTo>
                    <a:cubicBezTo>
                      <a:pt x="6425" y="86290"/>
                      <a:pt x="5041" y="87335"/>
                      <a:pt x="3487" y="87335"/>
                    </a:cubicBezTo>
                    <a:close/>
                  </a:path>
                </a:pathLst>
              </a:custGeom>
              <a:solidFill>
                <a:srgbClr val="01355A"/>
              </a:solidFill>
              <a:ln w="2824" cap="flat">
                <a:noFill/>
                <a:prstDash val="solid"/>
                <a:miter/>
              </a:ln>
            </p:spPr>
            <p:txBody>
              <a:bodyPr rtlCol="1" anchor="ctr"/>
              <a:lstStyle/>
              <a:p>
                <a:endParaRPr lang="ar-SA"/>
              </a:p>
            </p:txBody>
          </p:sp>
          <p:sp>
            <p:nvSpPr>
              <p:cNvPr id="7293" name="شكل حر: شكل 8188">
                <a:extLst>
                  <a:ext uri="{FF2B5EF4-FFF2-40B4-BE49-F238E27FC236}">
                    <a16:creationId xmlns:a16="http://schemas.microsoft.com/office/drawing/2014/main" id="{688DDADD-BBA6-B8DA-2CD5-298ADFBDB667}"/>
                  </a:ext>
                </a:extLst>
              </p:cNvPr>
              <p:cNvSpPr/>
              <p:nvPr/>
            </p:nvSpPr>
            <p:spPr>
              <a:xfrm>
                <a:off x="3211704" y="1048217"/>
                <a:ext cx="119968" cy="112219"/>
              </a:xfrm>
              <a:custGeom>
                <a:avLst/>
                <a:gdLst>
                  <a:gd name="connsiteX0" fmla="*/ 11167 w 119968"/>
                  <a:gd name="connsiteY0" fmla="*/ 112219 h 112219"/>
                  <a:gd name="connsiteX1" fmla="*/ 3173 w 119968"/>
                  <a:gd name="connsiteY1" fmla="*/ 111909 h 112219"/>
                  <a:gd name="connsiteX2" fmla="*/ 10 w 119968"/>
                  <a:gd name="connsiteY2" fmla="*/ 108208 h 112219"/>
                  <a:gd name="connsiteX3" fmla="*/ 3710 w 119968"/>
                  <a:gd name="connsiteY3" fmla="*/ 105045 h 112219"/>
                  <a:gd name="connsiteX4" fmla="*/ 11167 w 119968"/>
                  <a:gd name="connsiteY4" fmla="*/ 105327 h 112219"/>
                  <a:gd name="connsiteX5" fmla="*/ 113076 w 119968"/>
                  <a:gd name="connsiteY5" fmla="*/ 3446 h 112219"/>
                  <a:gd name="connsiteX6" fmla="*/ 116522 w 119968"/>
                  <a:gd name="connsiteY6" fmla="*/ 0 h 112219"/>
                  <a:gd name="connsiteX7" fmla="*/ 119968 w 119968"/>
                  <a:gd name="connsiteY7" fmla="*/ 3446 h 112219"/>
                  <a:gd name="connsiteX8" fmla="*/ 11167 w 119968"/>
                  <a:gd name="connsiteY8" fmla="*/ 112219 h 112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968" h="112219">
                    <a:moveTo>
                      <a:pt x="11167" y="112219"/>
                    </a:moveTo>
                    <a:cubicBezTo>
                      <a:pt x="8483" y="112219"/>
                      <a:pt x="5800" y="112106"/>
                      <a:pt x="3173" y="111909"/>
                    </a:cubicBezTo>
                    <a:cubicBezTo>
                      <a:pt x="1281" y="111767"/>
                      <a:pt x="-131" y="110101"/>
                      <a:pt x="10" y="108208"/>
                    </a:cubicBezTo>
                    <a:cubicBezTo>
                      <a:pt x="151" y="106316"/>
                      <a:pt x="1789" y="104847"/>
                      <a:pt x="3710" y="105045"/>
                    </a:cubicBezTo>
                    <a:cubicBezTo>
                      <a:pt x="6167" y="105243"/>
                      <a:pt x="8681" y="105327"/>
                      <a:pt x="11167" y="105327"/>
                    </a:cubicBezTo>
                    <a:cubicBezTo>
                      <a:pt x="67347" y="105327"/>
                      <a:pt x="113076" y="59626"/>
                      <a:pt x="113076" y="3446"/>
                    </a:cubicBezTo>
                    <a:cubicBezTo>
                      <a:pt x="113076" y="1554"/>
                      <a:pt x="114630" y="0"/>
                      <a:pt x="116522" y="0"/>
                    </a:cubicBezTo>
                    <a:cubicBezTo>
                      <a:pt x="118415" y="0"/>
                      <a:pt x="119968" y="1554"/>
                      <a:pt x="119968" y="3446"/>
                    </a:cubicBezTo>
                    <a:cubicBezTo>
                      <a:pt x="119968" y="63411"/>
                      <a:pt x="71160" y="112219"/>
                      <a:pt x="11167" y="112219"/>
                    </a:cubicBezTo>
                    <a:close/>
                  </a:path>
                </a:pathLst>
              </a:custGeom>
              <a:solidFill>
                <a:srgbClr val="01355A"/>
              </a:solidFill>
              <a:ln w="2824" cap="flat">
                <a:noFill/>
                <a:prstDash val="solid"/>
                <a:miter/>
              </a:ln>
            </p:spPr>
            <p:txBody>
              <a:bodyPr rtlCol="1" anchor="ctr"/>
              <a:lstStyle/>
              <a:p>
                <a:endParaRPr lang="ar-SA"/>
              </a:p>
            </p:txBody>
          </p:sp>
          <p:sp>
            <p:nvSpPr>
              <p:cNvPr id="7294" name="شكل حر: شكل 8189">
                <a:extLst>
                  <a:ext uri="{FF2B5EF4-FFF2-40B4-BE49-F238E27FC236}">
                    <a16:creationId xmlns:a16="http://schemas.microsoft.com/office/drawing/2014/main" id="{B9C4CDE0-7EAA-9C6B-5379-633738918D1A}"/>
                  </a:ext>
                </a:extLst>
              </p:cNvPr>
              <p:cNvSpPr/>
              <p:nvPr/>
            </p:nvSpPr>
            <p:spPr>
              <a:xfrm>
                <a:off x="3220018" y="981332"/>
                <a:ext cx="6891" cy="60388"/>
              </a:xfrm>
              <a:custGeom>
                <a:avLst/>
                <a:gdLst>
                  <a:gd name="connsiteX0" fmla="*/ 3446 w 6891"/>
                  <a:gd name="connsiteY0" fmla="*/ 60389 h 60388"/>
                  <a:gd name="connsiteX1" fmla="*/ 0 w 6891"/>
                  <a:gd name="connsiteY1" fmla="*/ 56943 h 60388"/>
                  <a:gd name="connsiteX2" fmla="*/ 0 w 6891"/>
                  <a:gd name="connsiteY2" fmla="*/ 3446 h 60388"/>
                  <a:gd name="connsiteX3" fmla="*/ 3446 w 6891"/>
                  <a:gd name="connsiteY3" fmla="*/ 0 h 60388"/>
                  <a:gd name="connsiteX4" fmla="*/ 6892 w 6891"/>
                  <a:gd name="connsiteY4" fmla="*/ 3446 h 60388"/>
                  <a:gd name="connsiteX5" fmla="*/ 6892 w 6891"/>
                  <a:gd name="connsiteY5" fmla="*/ 56943 h 60388"/>
                  <a:gd name="connsiteX6" fmla="*/ 3446 w 6891"/>
                  <a:gd name="connsiteY6" fmla="*/ 60389 h 60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60388">
                    <a:moveTo>
                      <a:pt x="3446" y="60389"/>
                    </a:moveTo>
                    <a:cubicBezTo>
                      <a:pt x="1554" y="60389"/>
                      <a:pt x="0" y="58835"/>
                      <a:pt x="0" y="56943"/>
                    </a:cubicBezTo>
                    <a:lnTo>
                      <a:pt x="0" y="3446"/>
                    </a:lnTo>
                    <a:cubicBezTo>
                      <a:pt x="0" y="1554"/>
                      <a:pt x="1554" y="0"/>
                      <a:pt x="3446" y="0"/>
                    </a:cubicBezTo>
                    <a:cubicBezTo>
                      <a:pt x="5338" y="0"/>
                      <a:pt x="6892" y="1554"/>
                      <a:pt x="6892" y="3446"/>
                    </a:cubicBezTo>
                    <a:lnTo>
                      <a:pt x="6892" y="56943"/>
                    </a:lnTo>
                    <a:cubicBezTo>
                      <a:pt x="6892" y="58835"/>
                      <a:pt x="5338" y="60389"/>
                      <a:pt x="3446" y="60389"/>
                    </a:cubicBezTo>
                    <a:close/>
                  </a:path>
                </a:pathLst>
              </a:custGeom>
              <a:solidFill>
                <a:srgbClr val="01355A"/>
              </a:solidFill>
              <a:ln w="2824" cap="flat">
                <a:noFill/>
                <a:prstDash val="solid"/>
                <a:miter/>
              </a:ln>
            </p:spPr>
            <p:txBody>
              <a:bodyPr rtlCol="1" anchor="ctr"/>
              <a:lstStyle/>
              <a:p>
                <a:endParaRPr lang="ar-SA"/>
              </a:p>
            </p:txBody>
          </p:sp>
          <p:sp>
            <p:nvSpPr>
              <p:cNvPr id="7295" name="شكل حر: شكل 8190">
                <a:extLst>
                  <a:ext uri="{FF2B5EF4-FFF2-40B4-BE49-F238E27FC236}">
                    <a16:creationId xmlns:a16="http://schemas.microsoft.com/office/drawing/2014/main" id="{4E819F9B-7A86-0AB2-D462-B807A7B42F57}"/>
                  </a:ext>
                </a:extLst>
              </p:cNvPr>
              <p:cNvSpPr/>
              <p:nvPr/>
            </p:nvSpPr>
            <p:spPr>
              <a:xfrm>
                <a:off x="3229169" y="1057990"/>
                <a:ext cx="40475" cy="40475"/>
              </a:xfrm>
              <a:custGeom>
                <a:avLst/>
                <a:gdLst>
                  <a:gd name="connsiteX0" fmla="*/ 37030 w 40475"/>
                  <a:gd name="connsiteY0" fmla="*/ 40476 h 40475"/>
                  <a:gd name="connsiteX1" fmla="*/ 34601 w 40475"/>
                  <a:gd name="connsiteY1" fmla="*/ 39459 h 40475"/>
                  <a:gd name="connsiteX2" fmla="*/ 1017 w 40475"/>
                  <a:gd name="connsiteY2" fmla="*/ 5875 h 40475"/>
                  <a:gd name="connsiteX3" fmla="*/ 1017 w 40475"/>
                  <a:gd name="connsiteY3" fmla="*/ 1017 h 40475"/>
                  <a:gd name="connsiteX4" fmla="*/ 5875 w 40475"/>
                  <a:gd name="connsiteY4" fmla="*/ 1017 h 40475"/>
                  <a:gd name="connsiteX5" fmla="*/ 39459 w 40475"/>
                  <a:gd name="connsiteY5" fmla="*/ 34601 h 40475"/>
                  <a:gd name="connsiteX6" fmla="*/ 39459 w 40475"/>
                  <a:gd name="connsiteY6" fmla="*/ 39459 h 40475"/>
                  <a:gd name="connsiteX7" fmla="*/ 37030 w 40475"/>
                  <a:gd name="connsiteY7" fmla="*/ 40476 h 4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475" h="40475">
                    <a:moveTo>
                      <a:pt x="37030" y="40476"/>
                    </a:moveTo>
                    <a:cubicBezTo>
                      <a:pt x="36154" y="40476"/>
                      <a:pt x="35279" y="40137"/>
                      <a:pt x="34601" y="39459"/>
                    </a:cubicBezTo>
                    <a:lnTo>
                      <a:pt x="1017" y="5875"/>
                    </a:lnTo>
                    <a:cubicBezTo>
                      <a:pt x="-339" y="4519"/>
                      <a:pt x="-339" y="2344"/>
                      <a:pt x="1017" y="1017"/>
                    </a:cubicBezTo>
                    <a:cubicBezTo>
                      <a:pt x="2373" y="-339"/>
                      <a:pt x="4548" y="-339"/>
                      <a:pt x="5875" y="1017"/>
                    </a:cubicBezTo>
                    <a:lnTo>
                      <a:pt x="39459" y="34601"/>
                    </a:lnTo>
                    <a:cubicBezTo>
                      <a:pt x="40815" y="35956"/>
                      <a:pt x="40815" y="38131"/>
                      <a:pt x="39459" y="39459"/>
                    </a:cubicBezTo>
                    <a:cubicBezTo>
                      <a:pt x="38781" y="40137"/>
                      <a:pt x="37906" y="40476"/>
                      <a:pt x="37030" y="40476"/>
                    </a:cubicBezTo>
                    <a:close/>
                  </a:path>
                </a:pathLst>
              </a:custGeom>
              <a:solidFill>
                <a:srgbClr val="01355A"/>
              </a:solidFill>
              <a:ln w="2824" cap="flat">
                <a:noFill/>
                <a:prstDash val="solid"/>
                <a:miter/>
              </a:ln>
            </p:spPr>
            <p:txBody>
              <a:bodyPr rtlCol="1" anchor="ctr"/>
              <a:lstStyle/>
              <a:p>
                <a:endParaRPr lang="ar-SA"/>
              </a:p>
            </p:txBody>
          </p:sp>
          <p:sp>
            <p:nvSpPr>
              <p:cNvPr id="7296" name="شكل حر: شكل 8191">
                <a:extLst>
                  <a:ext uri="{FF2B5EF4-FFF2-40B4-BE49-F238E27FC236}">
                    <a16:creationId xmlns:a16="http://schemas.microsoft.com/office/drawing/2014/main" id="{5033CD20-38FB-9E89-EC89-06532D037C68}"/>
                  </a:ext>
                </a:extLst>
              </p:cNvPr>
              <p:cNvSpPr/>
              <p:nvPr/>
            </p:nvSpPr>
            <p:spPr>
              <a:xfrm>
                <a:off x="3206629" y="1034829"/>
                <a:ext cx="33668" cy="33668"/>
              </a:xfrm>
              <a:custGeom>
                <a:avLst/>
                <a:gdLst>
                  <a:gd name="connsiteX0" fmla="*/ 16834 w 33668"/>
                  <a:gd name="connsiteY0" fmla="*/ 33669 h 33668"/>
                  <a:gd name="connsiteX1" fmla="*/ 0 w 33668"/>
                  <a:gd name="connsiteY1" fmla="*/ 16834 h 33668"/>
                  <a:gd name="connsiteX2" fmla="*/ 16834 w 33668"/>
                  <a:gd name="connsiteY2" fmla="*/ 0 h 33668"/>
                  <a:gd name="connsiteX3" fmla="*/ 33669 w 33668"/>
                  <a:gd name="connsiteY3" fmla="*/ 16834 h 33668"/>
                  <a:gd name="connsiteX4" fmla="*/ 16834 w 33668"/>
                  <a:gd name="connsiteY4" fmla="*/ 33669 h 33668"/>
                  <a:gd name="connsiteX5" fmla="*/ 16834 w 33668"/>
                  <a:gd name="connsiteY5" fmla="*/ 6892 h 33668"/>
                  <a:gd name="connsiteX6" fmla="*/ 6892 w 33668"/>
                  <a:gd name="connsiteY6" fmla="*/ 16834 h 33668"/>
                  <a:gd name="connsiteX7" fmla="*/ 16834 w 33668"/>
                  <a:gd name="connsiteY7" fmla="*/ 26777 h 33668"/>
                  <a:gd name="connsiteX8" fmla="*/ 26777 w 33668"/>
                  <a:gd name="connsiteY8" fmla="*/ 16834 h 33668"/>
                  <a:gd name="connsiteX9" fmla="*/ 16834 w 33668"/>
                  <a:gd name="connsiteY9" fmla="*/ 6892 h 33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668" h="33668">
                    <a:moveTo>
                      <a:pt x="16834" y="33669"/>
                    </a:moveTo>
                    <a:cubicBezTo>
                      <a:pt x="7541" y="33669"/>
                      <a:pt x="0" y="26127"/>
                      <a:pt x="0" y="16834"/>
                    </a:cubicBezTo>
                    <a:cubicBezTo>
                      <a:pt x="0" y="7542"/>
                      <a:pt x="7541" y="0"/>
                      <a:pt x="16834" y="0"/>
                    </a:cubicBezTo>
                    <a:cubicBezTo>
                      <a:pt x="26127" y="0"/>
                      <a:pt x="33669" y="7542"/>
                      <a:pt x="33669" y="16834"/>
                    </a:cubicBezTo>
                    <a:cubicBezTo>
                      <a:pt x="33669" y="26127"/>
                      <a:pt x="26127" y="33669"/>
                      <a:pt x="16834" y="33669"/>
                    </a:cubicBezTo>
                    <a:close/>
                    <a:moveTo>
                      <a:pt x="16834" y="6892"/>
                    </a:moveTo>
                    <a:cubicBezTo>
                      <a:pt x="11355" y="6892"/>
                      <a:pt x="6892" y="11355"/>
                      <a:pt x="6892" y="16834"/>
                    </a:cubicBezTo>
                    <a:cubicBezTo>
                      <a:pt x="6892" y="22314"/>
                      <a:pt x="11355" y="26777"/>
                      <a:pt x="16834" y="26777"/>
                    </a:cubicBezTo>
                    <a:cubicBezTo>
                      <a:pt x="22314" y="26777"/>
                      <a:pt x="26777" y="22314"/>
                      <a:pt x="26777" y="16834"/>
                    </a:cubicBezTo>
                    <a:cubicBezTo>
                      <a:pt x="26777" y="11355"/>
                      <a:pt x="22314" y="6892"/>
                      <a:pt x="16834" y="6892"/>
                    </a:cubicBezTo>
                    <a:close/>
                  </a:path>
                </a:pathLst>
              </a:custGeom>
              <a:solidFill>
                <a:srgbClr val="01355A"/>
              </a:solidFill>
              <a:ln w="2824" cap="flat">
                <a:noFill/>
                <a:prstDash val="solid"/>
                <a:miter/>
              </a:ln>
            </p:spPr>
            <p:txBody>
              <a:bodyPr rtlCol="1" anchor="ctr"/>
              <a:lstStyle/>
              <a:p>
                <a:endParaRPr lang="ar-SA"/>
              </a:p>
            </p:txBody>
          </p:sp>
        </p:grpSp>
        <p:grpSp>
          <p:nvGrpSpPr>
            <p:cNvPr id="7288" name="رسم 8014">
              <a:extLst>
                <a:ext uri="{FF2B5EF4-FFF2-40B4-BE49-F238E27FC236}">
                  <a16:creationId xmlns:a16="http://schemas.microsoft.com/office/drawing/2014/main" id="{7EF67DA8-4326-41B3-19E7-257392DA6DCA}"/>
                </a:ext>
              </a:extLst>
            </p:cNvPr>
            <p:cNvGrpSpPr/>
            <p:nvPr/>
          </p:nvGrpSpPr>
          <p:grpSpPr>
            <a:xfrm>
              <a:off x="3046929" y="1047454"/>
              <a:ext cx="159982" cy="155067"/>
              <a:chOff x="3046929" y="1047454"/>
              <a:chExt cx="159982" cy="155067"/>
            </a:xfrm>
            <a:solidFill>
              <a:srgbClr val="17A3A3"/>
            </a:solidFill>
          </p:grpSpPr>
          <p:sp>
            <p:nvSpPr>
              <p:cNvPr id="7289" name="شكل حر: شكل 8193">
                <a:extLst>
                  <a:ext uri="{FF2B5EF4-FFF2-40B4-BE49-F238E27FC236}">
                    <a16:creationId xmlns:a16="http://schemas.microsoft.com/office/drawing/2014/main" id="{805BA18A-B38B-A47A-02D9-28BB84F5D811}"/>
                  </a:ext>
                </a:extLst>
              </p:cNvPr>
              <p:cNvSpPr/>
              <p:nvPr/>
            </p:nvSpPr>
            <p:spPr>
              <a:xfrm>
                <a:off x="3046929" y="1143461"/>
                <a:ext cx="159982" cy="59061"/>
              </a:xfrm>
              <a:custGeom>
                <a:avLst/>
                <a:gdLst>
                  <a:gd name="connsiteX0" fmla="*/ 156536 w 159982"/>
                  <a:gd name="connsiteY0" fmla="*/ 59061 h 59061"/>
                  <a:gd name="connsiteX1" fmla="*/ 153090 w 159982"/>
                  <a:gd name="connsiteY1" fmla="*/ 55615 h 59061"/>
                  <a:gd name="connsiteX2" fmla="*/ 79991 w 159982"/>
                  <a:gd name="connsiteY2" fmla="*/ 6892 h 59061"/>
                  <a:gd name="connsiteX3" fmla="*/ 6892 w 159982"/>
                  <a:gd name="connsiteY3" fmla="*/ 55615 h 59061"/>
                  <a:gd name="connsiteX4" fmla="*/ 3446 w 159982"/>
                  <a:gd name="connsiteY4" fmla="*/ 59061 h 59061"/>
                  <a:gd name="connsiteX5" fmla="*/ 0 w 159982"/>
                  <a:gd name="connsiteY5" fmla="*/ 55615 h 59061"/>
                  <a:gd name="connsiteX6" fmla="*/ 79991 w 159982"/>
                  <a:gd name="connsiteY6" fmla="*/ 0 h 59061"/>
                  <a:gd name="connsiteX7" fmla="*/ 159982 w 159982"/>
                  <a:gd name="connsiteY7" fmla="*/ 55615 h 59061"/>
                  <a:gd name="connsiteX8" fmla="*/ 156536 w 159982"/>
                  <a:gd name="connsiteY8" fmla="*/ 59061 h 59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9982" h="59061">
                    <a:moveTo>
                      <a:pt x="156536" y="59061"/>
                    </a:moveTo>
                    <a:cubicBezTo>
                      <a:pt x="154644" y="59061"/>
                      <a:pt x="153090" y="57508"/>
                      <a:pt x="153090" y="55615"/>
                    </a:cubicBezTo>
                    <a:cubicBezTo>
                      <a:pt x="153090" y="23274"/>
                      <a:pt x="128489" y="6892"/>
                      <a:pt x="79991" y="6892"/>
                    </a:cubicBezTo>
                    <a:cubicBezTo>
                      <a:pt x="31494" y="6892"/>
                      <a:pt x="6892" y="23274"/>
                      <a:pt x="6892" y="55615"/>
                    </a:cubicBezTo>
                    <a:cubicBezTo>
                      <a:pt x="6892" y="57508"/>
                      <a:pt x="5338" y="59061"/>
                      <a:pt x="3446" y="59061"/>
                    </a:cubicBezTo>
                    <a:cubicBezTo>
                      <a:pt x="1553" y="59061"/>
                      <a:pt x="0" y="57508"/>
                      <a:pt x="0" y="55615"/>
                    </a:cubicBezTo>
                    <a:cubicBezTo>
                      <a:pt x="0" y="19235"/>
                      <a:pt x="27652" y="0"/>
                      <a:pt x="79991" y="0"/>
                    </a:cubicBezTo>
                    <a:cubicBezTo>
                      <a:pt x="132330" y="0"/>
                      <a:pt x="159982" y="19235"/>
                      <a:pt x="159982" y="55615"/>
                    </a:cubicBezTo>
                    <a:cubicBezTo>
                      <a:pt x="159982" y="57508"/>
                      <a:pt x="158429" y="59061"/>
                      <a:pt x="156536" y="59061"/>
                    </a:cubicBezTo>
                    <a:close/>
                  </a:path>
                </a:pathLst>
              </a:custGeom>
              <a:solidFill>
                <a:srgbClr val="17A3A3"/>
              </a:solidFill>
              <a:ln w="2824" cap="flat">
                <a:noFill/>
                <a:prstDash val="solid"/>
                <a:miter/>
              </a:ln>
            </p:spPr>
            <p:txBody>
              <a:bodyPr rtlCol="1" anchor="ctr"/>
              <a:lstStyle/>
              <a:p>
                <a:endParaRPr lang="ar-SA"/>
              </a:p>
            </p:txBody>
          </p:sp>
          <p:sp>
            <p:nvSpPr>
              <p:cNvPr id="7290" name="شكل حر: شكل 8194">
                <a:extLst>
                  <a:ext uri="{FF2B5EF4-FFF2-40B4-BE49-F238E27FC236}">
                    <a16:creationId xmlns:a16="http://schemas.microsoft.com/office/drawing/2014/main" id="{E84617F4-FE35-7193-9950-97F7E63B3673}"/>
                  </a:ext>
                </a:extLst>
              </p:cNvPr>
              <p:cNvSpPr/>
              <p:nvPr/>
            </p:nvSpPr>
            <p:spPr>
              <a:xfrm>
                <a:off x="3087772" y="1047454"/>
                <a:ext cx="78296" cy="78296"/>
              </a:xfrm>
              <a:custGeom>
                <a:avLst/>
                <a:gdLst>
                  <a:gd name="connsiteX0" fmla="*/ 39148 w 78296"/>
                  <a:gd name="connsiteY0" fmla="*/ 78296 h 78296"/>
                  <a:gd name="connsiteX1" fmla="*/ 0 w 78296"/>
                  <a:gd name="connsiteY1" fmla="*/ 39148 h 78296"/>
                  <a:gd name="connsiteX2" fmla="*/ 39148 w 78296"/>
                  <a:gd name="connsiteY2" fmla="*/ 0 h 78296"/>
                  <a:gd name="connsiteX3" fmla="*/ 78297 w 78296"/>
                  <a:gd name="connsiteY3" fmla="*/ 39148 h 78296"/>
                  <a:gd name="connsiteX4" fmla="*/ 39148 w 78296"/>
                  <a:gd name="connsiteY4" fmla="*/ 78296 h 78296"/>
                  <a:gd name="connsiteX5" fmla="*/ 39148 w 78296"/>
                  <a:gd name="connsiteY5" fmla="*/ 6892 h 78296"/>
                  <a:gd name="connsiteX6" fmla="*/ 6892 w 78296"/>
                  <a:gd name="connsiteY6" fmla="*/ 39148 h 78296"/>
                  <a:gd name="connsiteX7" fmla="*/ 39148 w 78296"/>
                  <a:gd name="connsiteY7" fmla="*/ 71405 h 78296"/>
                  <a:gd name="connsiteX8" fmla="*/ 71405 w 78296"/>
                  <a:gd name="connsiteY8" fmla="*/ 39148 h 78296"/>
                  <a:gd name="connsiteX9" fmla="*/ 39148 w 78296"/>
                  <a:gd name="connsiteY9" fmla="*/ 6892 h 78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296" h="78296">
                    <a:moveTo>
                      <a:pt x="39148" y="78296"/>
                    </a:moveTo>
                    <a:cubicBezTo>
                      <a:pt x="17569" y="78296"/>
                      <a:pt x="0" y="60728"/>
                      <a:pt x="0" y="39148"/>
                    </a:cubicBezTo>
                    <a:cubicBezTo>
                      <a:pt x="0" y="17569"/>
                      <a:pt x="17569" y="0"/>
                      <a:pt x="39148" y="0"/>
                    </a:cubicBezTo>
                    <a:cubicBezTo>
                      <a:pt x="60728" y="0"/>
                      <a:pt x="78297" y="17569"/>
                      <a:pt x="78297" y="39148"/>
                    </a:cubicBezTo>
                    <a:cubicBezTo>
                      <a:pt x="78297" y="60728"/>
                      <a:pt x="60728" y="78296"/>
                      <a:pt x="39148" y="78296"/>
                    </a:cubicBezTo>
                    <a:close/>
                    <a:moveTo>
                      <a:pt x="39148" y="6892"/>
                    </a:moveTo>
                    <a:cubicBezTo>
                      <a:pt x="21354" y="6892"/>
                      <a:pt x="6892" y="21354"/>
                      <a:pt x="6892" y="39148"/>
                    </a:cubicBezTo>
                    <a:cubicBezTo>
                      <a:pt x="6892" y="56943"/>
                      <a:pt x="21354" y="71405"/>
                      <a:pt x="39148" y="71405"/>
                    </a:cubicBezTo>
                    <a:cubicBezTo>
                      <a:pt x="56943" y="71405"/>
                      <a:pt x="71405" y="56943"/>
                      <a:pt x="71405" y="39148"/>
                    </a:cubicBezTo>
                    <a:cubicBezTo>
                      <a:pt x="71405" y="21354"/>
                      <a:pt x="56943" y="6892"/>
                      <a:pt x="39148" y="6892"/>
                    </a:cubicBezTo>
                    <a:close/>
                  </a:path>
                </a:pathLst>
              </a:custGeom>
              <a:solidFill>
                <a:srgbClr val="17A3A3"/>
              </a:solidFill>
              <a:ln w="2824" cap="flat">
                <a:noFill/>
                <a:prstDash val="solid"/>
                <a:miter/>
              </a:ln>
            </p:spPr>
            <p:txBody>
              <a:bodyPr rtlCol="1" anchor="ctr"/>
              <a:lstStyle/>
              <a:p>
                <a:endParaRPr lang="ar-SA"/>
              </a:p>
            </p:txBody>
          </p:sp>
        </p:grpSp>
      </p:grpSp>
      <p:grpSp>
        <p:nvGrpSpPr>
          <p:cNvPr id="7297" name="رسم 8014">
            <a:extLst>
              <a:ext uri="{FF2B5EF4-FFF2-40B4-BE49-F238E27FC236}">
                <a16:creationId xmlns:a16="http://schemas.microsoft.com/office/drawing/2014/main" id="{79881C34-EC38-BE97-434B-C82BF5F69DA3}"/>
              </a:ext>
            </a:extLst>
          </p:cNvPr>
          <p:cNvGrpSpPr/>
          <p:nvPr/>
        </p:nvGrpSpPr>
        <p:grpSpPr>
          <a:xfrm>
            <a:off x="2413714" y="1464638"/>
            <a:ext cx="251120" cy="237388"/>
            <a:chOff x="1966540" y="42848"/>
            <a:chExt cx="300164" cy="301181"/>
          </a:xfrm>
        </p:grpSpPr>
        <p:grpSp>
          <p:nvGrpSpPr>
            <p:cNvPr id="7298" name="رسم 8014">
              <a:extLst>
                <a:ext uri="{FF2B5EF4-FFF2-40B4-BE49-F238E27FC236}">
                  <a16:creationId xmlns:a16="http://schemas.microsoft.com/office/drawing/2014/main" id="{13010850-90FA-340C-0E2C-B8E42C1FE5BD}"/>
                </a:ext>
              </a:extLst>
            </p:cNvPr>
            <p:cNvGrpSpPr/>
            <p:nvPr/>
          </p:nvGrpSpPr>
          <p:grpSpPr>
            <a:xfrm>
              <a:off x="2040628" y="42848"/>
              <a:ext cx="152017" cy="130013"/>
              <a:chOff x="2040628" y="42848"/>
              <a:chExt cx="152017" cy="130013"/>
            </a:xfrm>
            <a:solidFill>
              <a:srgbClr val="17A3A3"/>
            </a:solidFill>
          </p:grpSpPr>
          <p:sp>
            <p:nvSpPr>
              <p:cNvPr id="7303" name="شكل حر: شكل 8197">
                <a:extLst>
                  <a:ext uri="{FF2B5EF4-FFF2-40B4-BE49-F238E27FC236}">
                    <a16:creationId xmlns:a16="http://schemas.microsoft.com/office/drawing/2014/main" id="{D6B301F0-9D5B-7D94-5412-DFC58E524043}"/>
                  </a:ext>
                </a:extLst>
              </p:cNvPr>
              <p:cNvSpPr/>
              <p:nvPr/>
            </p:nvSpPr>
            <p:spPr>
              <a:xfrm>
                <a:off x="2079296" y="165970"/>
                <a:ext cx="74709" cy="6891"/>
              </a:xfrm>
              <a:custGeom>
                <a:avLst/>
                <a:gdLst>
                  <a:gd name="connsiteX0" fmla="*/ 71263 w 74709"/>
                  <a:gd name="connsiteY0" fmla="*/ 6892 h 6891"/>
                  <a:gd name="connsiteX1" fmla="*/ 3446 w 74709"/>
                  <a:gd name="connsiteY1" fmla="*/ 6892 h 6891"/>
                  <a:gd name="connsiteX2" fmla="*/ 0 w 74709"/>
                  <a:gd name="connsiteY2" fmla="*/ 3446 h 6891"/>
                  <a:gd name="connsiteX3" fmla="*/ 3446 w 74709"/>
                  <a:gd name="connsiteY3" fmla="*/ 0 h 6891"/>
                  <a:gd name="connsiteX4" fmla="*/ 71263 w 74709"/>
                  <a:gd name="connsiteY4" fmla="*/ 0 h 6891"/>
                  <a:gd name="connsiteX5" fmla="*/ 74709 w 74709"/>
                  <a:gd name="connsiteY5" fmla="*/ 3446 h 6891"/>
                  <a:gd name="connsiteX6" fmla="*/ 71263 w 74709"/>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709" h="6891">
                    <a:moveTo>
                      <a:pt x="71263" y="6892"/>
                    </a:moveTo>
                    <a:lnTo>
                      <a:pt x="3446" y="6892"/>
                    </a:lnTo>
                    <a:cubicBezTo>
                      <a:pt x="1554" y="6892"/>
                      <a:pt x="0" y="5338"/>
                      <a:pt x="0" y="3446"/>
                    </a:cubicBezTo>
                    <a:cubicBezTo>
                      <a:pt x="0" y="1554"/>
                      <a:pt x="1554" y="0"/>
                      <a:pt x="3446" y="0"/>
                    </a:cubicBezTo>
                    <a:lnTo>
                      <a:pt x="71263" y="0"/>
                    </a:lnTo>
                    <a:cubicBezTo>
                      <a:pt x="73156" y="0"/>
                      <a:pt x="74709" y="1554"/>
                      <a:pt x="74709" y="3446"/>
                    </a:cubicBezTo>
                    <a:cubicBezTo>
                      <a:pt x="74709" y="5338"/>
                      <a:pt x="73156" y="6892"/>
                      <a:pt x="71263" y="6892"/>
                    </a:cubicBezTo>
                    <a:close/>
                  </a:path>
                </a:pathLst>
              </a:custGeom>
              <a:solidFill>
                <a:srgbClr val="17A3A3"/>
              </a:solidFill>
              <a:ln w="2824" cap="flat">
                <a:noFill/>
                <a:prstDash val="solid"/>
                <a:miter/>
              </a:ln>
            </p:spPr>
            <p:txBody>
              <a:bodyPr rtlCol="1" anchor="ctr"/>
              <a:lstStyle/>
              <a:p>
                <a:endParaRPr lang="ar-SA"/>
              </a:p>
            </p:txBody>
          </p:sp>
          <p:sp>
            <p:nvSpPr>
              <p:cNvPr id="7304" name="شكل حر: شكل 8198">
                <a:extLst>
                  <a:ext uri="{FF2B5EF4-FFF2-40B4-BE49-F238E27FC236}">
                    <a16:creationId xmlns:a16="http://schemas.microsoft.com/office/drawing/2014/main" id="{91A7E8E2-EDC2-7FA6-79FC-FFF652D0A020}"/>
                  </a:ext>
                </a:extLst>
              </p:cNvPr>
              <p:cNvSpPr/>
              <p:nvPr/>
            </p:nvSpPr>
            <p:spPr>
              <a:xfrm>
                <a:off x="2113191" y="120805"/>
                <a:ext cx="6891" cy="52056"/>
              </a:xfrm>
              <a:custGeom>
                <a:avLst/>
                <a:gdLst>
                  <a:gd name="connsiteX0" fmla="*/ 3446 w 6891"/>
                  <a:gd name="connsiteY0" fmla="*/ 52056 h 52056"/>
                  <a:gd name="connsiteX1" fmla="*/ 0 w 6891"/>
                  <a:gd name="connsiteY1" fmla="*/ 48610 h 52056"/>
                  <a:gd name="connsiteX2" fmla="*/ 0 w 6891"/>
                  <a:gd name="connsiteY2" fmla="*/ 3446 h 52056"/>
                  <a:gd name="connsiteX3" fmla="*/ 3446 w 6891"/>
                  <a:gd name="connsiteY3" fmla="*/ 0 h 52056"/>
                  <a:gd name="connsiteX4" fmla="*/ 6892 w 6891"/>
                  <a:gd name="connsiteY4" fmla="*/ 3446 h 52056"/>
                  <a:gd name="connsiteX5" fmla="*/ 6892 w 6891"/>
                  <a:gd name="connsiteY5" fmla="*/ 48610 h 52056"/>
                  <a:gd name="connsiteX6" fmla="*/ 3446 w 6891"/>
                  <a:gd name="connsiteY6" fmla="*/ 52056 h 52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52056">
                    <a:moveTo>
                      <a:pt x="3446" y="52056"/>
                    </a:moveTo>
                    <a:cubicBezTo>
                      <a:pt x="1554" y="52056"/>
                      <a:pt x="0" y="50503"/>
                      <a:pt x="0" y="48610"/>
                    </a:cubicBezTo>
                    <a:lnTo>
                      <a:pt x="0" y="3446"/>
                    </a:lnTo>
                    <a:cubicBezTo>
                      <a:pt x="0" y="1553"/>
                      <a:pt x="1554" y="0"/>
                      <a:pt x="3446" y="0"/>
                    </a:cubicBezTo>
                    <a:cubicBezTo>
                      <a:pt x="5338" y="0"/>
                      <a:pt x="6892" y="1553"/>
                      <a:pt x="6892" y="3446"/>
                    </a:cubicBezTo>
                    <a:lnTo>
                      <a:pt x="6892" y="48610"/>
                    </a:lnTo>
                    <a:cubicBezTo>
                      <a:pt x="6892" y="50503"/>
                      <a:pt x="5338" y="52056"/>
                      <a:pt x="3446" y="52056"/>
                    </a:cubicBezTo>
                    <a:close/>
                  </a:path>
                </a:pathLst>
              </a:custGeom>
              <a:solidFill>
                <a:srgbClr val="17A3A3"/>
              </a:solidFill>
              <a:ln w="2824" cap="flat">
                <a:noFill/>
                <a:prstDash val="solid"/>
                <a:miter/>
              </a:ln>
            </p:spPr>
            <p:txBody>
              <a:bodyPr rtlCol="1" anchor="ctr"/>
              <a:lstStyle/>
              <a:p>
                <a:endParaRPr lang="ar-SA"/>
              </a:p>
            </p:txBody>
          </p:sp>
          <p:sp>
            <p:nvSpPr>
              <p:cNvPr id="7305" name="شكل حر: شكل 8199">
                <a:extLst>
                  <a:ext uri="{FF2B5EF4-FFF2-40B4-BE49-F238E27FC236}">
                    <a16:creationId xmlns:a16="http://schemas.microsoft.com/office/drawing/2014/main" id="{ED27B4BC-B068-0635-74AD-19E427D25FDF}"/>
                  </a:ext>
                </a:extLst>
              </p:cNvPr>
              <p:cNvSpPr/>
              <p:nvPr/>
            </p:nvSpPr>
            <p:spPr>
              <a:xfrm>
                <a:off x="2072094" y="42848"/>
                <a:ext cx="89114" cy="84821"/>
              </a:xfrm>
              <a:custGeom>
                <a:avLst/>
                <a:gdLst>
                  <a:gd name="connsiteX0" fmla="*/ 44543 w 89114"/>
                  <a:gd name="connsiteY0" fmla="*/ 84821 h 84821"/>
                  <a:gd name="connsiteX1" fmla="*/ 0 w 89114"/>
                  <a:gd name="connsiteY1" fmla="*/ 3446 h 84821"/>
                  <a:gd name="connsiteX2" fmla="*/ 3446 w 89114"/>
                  <a:gd name="connsiteY2" fmla="*/ 0 h 84821"/>
                  <a:gd name="connsiteX3" fmla="*/ 85668 w 89114"/>
                  <a:gd name="connsiteY3" fmla="*/ 0 h 84821"/>
                  <a:gd name="connsiteX4" fmla="*/ 89114 w 89114"/>
                  <a:gd name="connsiteY4" fmla="*/ 3446 h 84821"/>
                  <a:gd name="connsiteX5" fmla="*/ 44571 w 89114"/>
                  <a:gd name="connsiteY5" fmla="*/ 84821 h 84821"/>
                  <a:gd name="connsiteX6" fmla="*/ 6920 w 89114"/>
                  <a:gd name="connsiteY6" fmla="*/ 6892 h 84821"/>
                  <a:gd name="connsiteX7" fmla="*/ 44543 w 89114"/>
                  <a:gd name="connsiteY7" fmla="*/ 77929 h 84821"/>
                  <a:gd name="connsiteX8" fmla="*/ 82166 w 89114"/>
                  <a:gd name="connsiteY8" fmla="*/ 6892 h 84821"/>
                  <a:gd name="connsiteX9" fmla="*/ 6920 w 89114"/>
                  <a:gd name="connsiteY9" fmla="*/ 6892 h 84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114" h="84821">
                    <a:moveTo>
                      <a:pt x="44543" y="84821"/>
                    </a:moveTo>
                    <a:cubicBezTo>
                      <a:pt x="19574" y="84821"/>
                      <a:pt x="0" y="49062"/>
                      <a:pt x="0" y="3446"/>
                    </a:cubicBezTo>
                    <a:cubicBezTo>
                      <a:pt x="0" y="1554"/>
                      <a:pt x="1553" y="0"/>
                      <a:pt x="3446" y="0"/>
                    </a:cubicBezTo>
                    <a:lnTo>
                      <a:pt x="85668" y="0"/>
                    </a:lnTo>
                    <a:cubicBezTo>
                      <a:pt x="87561" y="0"/>
                      <a:pt x="89114" y="1554"/>
                      <a:pt x="89114" y="3446"/>
                    </a:cubicBezTo>
                    <a:cubicBezTo>
                      <a:pt x="89114" y="49091"/>
                      <a:pt x="69540" y="84821"/>
                      <a:pt x="44571" y="84821"/>
                    </a:cubicBezTo>
                    <a:close/>
                    <a:moveTo>
                      <a:pt x="6920" y="6892"/>
                    </a:moveTo>
                    <a:cubicBezTo>
                      <a:pt x="7881" y="45758"/>
                      <a:pt x="24715" y="77929"/>
                      <a:pt x="44543" y="77929"/>
                    </a:cubicBezTo>
                    <a:cubicBezTo>
                      <a:pt x="64371" y="77929"/>
                      <a:pt x="81206" y="45729"/>
                      <a:pt x="82166" y="6892"/>
                    </a:cubicBezTo>
                    <a:lnTo>
                      <a:pt x="6920" y="6892"/>
                    </a:lnTo>
                    <a:close/>
                  </a:path>
                </a:pathLst>
              </a:custGeom>
              <a:solidFill>
                <a:srgbClr val="17A3A3"/>
              </a:solidFill>
              <a:ln w="2824" cap="flat">
                <a:noFill/>
                <a:prstDash val="solid"/>
                <a:miter/>
              </a:ln>
            </p:spPr>
            <p:txBody>
              <a:bodyPr rtlCol="1" anchor="ctr"/>
              <a:lstStyle/>
              <a:p>
                <a:endParaRPr lang="ar-SA"/>
              </a:p>
            </p:txBody>
          </p:sp>
          <p:sp>
            <p:nvSpPr>
              <p:cNvPr id="7306" name="شكل حر: شكل 8200">
                <a:extLst>
                  <a:ext uri="{FF2B5EF4-FFF2-40B4-BE49-F238E27FC236}">
                    <a16:creationId xmlns:a16="http://schemas.microsoft.com/office/drawing/2014/main" id="{EF826FEA-5BA7-2C1D-8253-231772089C31}"/>
                  </a:ext>
                </a:extLst>
              </p:cNvPr>
              <p:cNvSpPr/>
              <p:nvPr/>
            </p:nvSpPr>
            <p:spPr>
              <a:xfrm>
                <a:off x="2136587" y="63213"/>
                <a:ext cx="56058" cy="50587"/>
              </a:xfrm>
              <a:custGeom>
                <a:avLst/>
                <a:gdLst>
                  <a:gd name="connsiteX0" fmla="*/ 3437 w 56058"/>
                  <a:gd name="connsiteY0" fmla="*/ 50588 h 50587"/>
                  <a:gd name="connsiteX1" fmla="*/ 76 w 56058"/>
                  <a:gd name="connsiteY1" fmla="*/ 47876 h 50587"/>
                  <a:gd name="connsiteX2" fmla="*/ 2703 w 56058"/>
                  <a:gd name="connsiteY2" fmla="*/ 43780 h 50587"/>
                  <a:gd name="connsiteX3" fmla="*/ 48941 w 56058"/>
                  <a:gd name="connsiteY3" fmla="*/ 6892 h 50587"/>
                  <a:gd name="connsiteX4" fmla="*/ 19707 w 56058"/>
                  <a:gd name="connsiteY4" fmla="*/ 6892 h 50587"/>
                  <a:gd name="connsiteX5" fmla="*/ 16261 w 56058"/>
                  <a:gd name="connsiteY5" fmla="*/ 3446 h 50587"/>
                  <a:gd name="connsiteX6" fmla="*/ 19707 w 56058"/>
                  <a:gd name="connsiteY6" fmla="*/ 0 h 50587"/>
                  <a:gd name="connsiteX7" fmla="*/ 52613 w 56058"/>
                  <a:gd name="connsiteY7" fmla="*/ 0 h 50587"/>
                  <a:gd name="connsiteX8" fmla="*/ 56059 w 56058"/>
                  <a:gd name="connsiteY8" fmla="*/ 3446 h 50587"/>
                  <a:gd name="connsiteX9" fmla="*/ 4172 w 56058"/>
                  <a:gd name="connsiteY9" fmla="*/ 50503 h 50587"/>
                  <a:gd name="connsiteX10" fmla="*/ 3437 w 56058"/>
                  <a:gd name="connsiteY10" fmla="*/ 50588 h 50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6058" h="50587">
                    <a:moveTo>
                      <a:pt x="3437" y="50588"/>
                    </a:moveTo>
                    <a:cubicBezTo>
                      <a:pt x="1856" y="50588"/>
                      <a:pt x="415" y="49486"/>
                      <a:pt x="76" y="47876"/>
                    </a:cubicBezTo>
                    <a:cubicBezTo>
                      <a:pt x="-319" y="46012"/>
                      <a:pt x="867" y="44176"/>
                      <a:pt x="2703" y="43780"/>
                    </a:cubicBezTo>
                    <a:cubicBezTo>
                      <a:pt x="28717" y="38160"/>
                      <a:pt x="46738" y="23613"/>
                      <a:pt x="48941" y="6892"/>
                    </a:cubicBezTo>
                    <a:lnTo>
                      <a:pt x="19707" y="6892"/>
                    </a:lnTo>
                    <a:cubicBezTo>
                      <a:pt x="17814" y="6892"/>
                      <a:pt x="16261" y="5338"/>
                      <a:pt x="16261" y="3446"/>
                    </a:cubicBezTo>
                    <a:cubicBezTo>
                      <a:pt x="16261" y="1554"/>
                      <a:pt x="17814" y="0"/>
                      <a:pt x="19707" y="0"/>
                    </a:cubicBezTo>
                    <a:lnTo>
                      <a:pt x="52613" y="0"/>
                    </a:lnTo>
                    <a:cubicBezTo>
                      <a:pt x="54505" y="0"/>
                      <a:pt x="56059" y="1554"/>
                      <a:pt x="56059" y="3446"/>
                    </a:cubicBezTo>
                    <a:cubicBezTo>
                      <a:pt x="56059" y="24913"/>
                      <a:pt x="35213" y="43809"/>
                      <a:pt x="4172" y="50503"/>
                    </a:cubicBezTo>
                    <a:cubicBezTo>
                      <a:pt x="3917" y="50559"/>
                      <a:pt x="3691" y="50588"/>
                      <a:pt x="3437" y="50588"/>
                    </a:cubicBezTo>
                    <a:close/>
                  </a:path>
                </a:pathLst>
              </a:custGeom>
              <a:solidFill>
                <a:srgbClr val="17A3A3"/>
              </a:solidFill>
              <a:ln w="2824" cap="flat">
                <a:noFill/>
                <a:prstDash val="solid"/>
                <a:miter/>
              </a:ln>
            </p:spPr>
            <p:txBody>
              <a:bodyPr rtlCol="1" anchor="ctr"/>
              <a:lstStyle/>
              <a:p>
                <a:endParaRPr lang="ar-SA"/>
              </a:p>
            </p:txBody>
          </p:sp>
          <p:sp>
            <p:nvSpPr>
              <p:cNvPr id="7307" name="شكل حر: شكل 8201">
                <a:extLst>
                  <a:ext uri="{FF2B5EF4-FFF2-40B4-BE49-F238E27FC236}">
                    <a16:creationId xmlns:a16="http://schemas.microsoft.com/office/drawing/2014/main" id="{8046EB93-785B-479D-6B78-190F7DF0F2A6}"/>
                  </a:ext>
                </a:extLst>
              </p:cNvPr>
              <p:cNvSpPr/>
              <p:nvPr/>
            </p:nvSpPr>
            <p:spPr>
              <a:xfrm>
                <a:off x="2040628" y="63213"/>
                <a:ext cx="56040" cy="50587"/>
              </a:xfrm>
              <a:custGeom>
                <a:avLst/>
                <a:gdLst>
                  <a:gd name="connsiteX0" fmla="*/ 52621 w 56040"/>
                  <a:gd name="connsiteY0" fmla="*/ 50588 h 50587"/>
                  <a:gd name="connsiteX1" fmla="*/ 51887 w 56040"/>
                  <a:gd name="connsiteY1" fmla="*/ 50503 h 50587"/>
                  <a:gd name="connsiteX2" fmla="*/ 0 w 56040"/>
                  <a:gd name="connsiteY2" fmla="*/ 3446 h 50587"/>
                  <a:gd name="connsiteX3" fmla="*/ 3446 w 56040"/>
                  <a:gd name="connsiteY3" fmla="*/ 0 h 50587"/>
                  <a:gd name="connsiteX4" fmla="*/ 36324 w 56040"/>
                  <a:gd name="connsiteY4" fmla="*/ 0 h 50587"/>
                  <a:gd name="connsiteX5" fmla="*/ 39770 w 56040"/>
                  <a:gd name="connsiteY5" fmla="*/ 3446 h 50587"/>
                  <a:gd name="connsiteX6" fmla="*/ 36324 w 56040"/>
                  <a:gd name="connsiteY6" fmla="*/ 6892 h 50587"/>
                  <a:gd name="connsiteX7" fmla="*/ 7090 w 56040"/>
                  <a:gd name="connsiteY7" fmla="*/ 6892 h 50587"/>
                  <a:gd name="connsiteX8" fmla="*/ 53327 w 56040"/>
                  <a:gd name="connsiteY8" fmla="*/ 43780 h 50587"/>
                  <a:gd name="connsiteX9" fmla="*/ 55954 w 56040"/>
                  <a:gd name="connsiteY9" fmla="*/ 47876 h 50587"/>
                  <a:gd name="connsiteX10" fmla="*/ 52593 w 56040"/>
                  <a:gd name="connsiteY10" fmla="*/ 50588 h 50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6040" h="50587">
                    <a:moveTo>
                      <a:pt x="52621" y="50588"/>
                    </a:moveTo>
                    <a:cubicBezTo>
                      <a:pt x="52367" y="50588"/>
                      <a:pt x="52141" y="50588"/>
                      <a:pt x="51887" y="50503"/>
                    </a:cubicBezTo>
                    <a:cubicBezTo>
                      <a:pt x="20845" y="43809"/>
                      <a:pt x="0" y="24884"/>
                      <a:pt x="0" y="3446"/>
                    </a:cubicBezTo>
                    <a:cubicBezTo>
                      <a:pt x="0" y="1554"/>
                      <a:pt x="1554" y="0"/>
                      <a:pt x="3446" y="0"/>
                    </a:cubicBezTo>
                    <a:lnTo>
                      <a:pt x="36324" y="0"/>
                    </a:lnTo>
                    <a:cubicBezTo>
                      <a:pt x="38216" y="0"/>
                      <a:pt x="39770" y="1554"/>
                      <a:pt x="39770" y="3446"/>
                    </a:cubicBezTo>
                    <a:cubicBezTo>
                      <a:pt x="39770" y="5338"/>
                      <a:pt x="38216" y="6892"/>
                      <a:pt x="36324" y="6892"/>
                    </a:cubicBezTo>
                    <a:lnTo>
                      <a:pt x="7090" y="6892"/>
                    </a:lnTo>
                    <a:cubicBezTo>
                      <a:pt x="9293" y="23613"/>
                      <a:pt x="27313" y="38160"/>
                      <a:pt x="53327" y="43780"/>
                    </a:cubicBezTo>
                    <a:cubicBezTo>
                      <a:pt x="55192" y="44176"/>
                      <a:pt x="56378" y="46012"/>
                      <a:pt x="55954" y="47876"/>
                    </a:cubicBezTo>
                    <a:cubicBezTo>
                      <a:pt x="55615" y="49486"/>
                      <a:pt x="54175" y="50588"/>
                      <a:pt x="52593" y="50588"/>
                    </a:cubicBezTo>
                    <a:close/>
                  </a:path>
                </a:pathLst>
              </a:custGeom>
              <a:solidFill>
                <a:srgbClr val="17A3A3"/>
              </a:solidFill>
              <a:ln w="2824" cap="flat">
                <a:noFill/>
                <a:prstDash val="solid"/>
                <a:miter/>
              </a:ln>
            </p:spPr>
            <p:txBody>
              <a:bodyPr rtlCol="1" anchor="ctr"/>
              <a:lstStyle/>
              <a:p>
                <a:endParaRPr lang="ar-SA"/>
              </a:p>
            </p:txBody>
          </p:sp>
        </p:grpSp>
        <p:grpSp>
          <p:nvGrpSpPr>
            <p:cNvPr id="7299" name="رسم 8014">
              <a:extLst>
                <a:ext uri="{FF2B5EF4-FFF2-40B4-BE49-F238E27FC236}">
                  <a16:creationId xmlns:a16="http://schemas.microsoft.com/office/drawing/2014/main" id="{683BF2B0-8DA9-80F1-9489-24C5EABFAA51}"/>
                </a:ext>
              </a:extLst>
            </p:cNvPr>
            <p:cNvGrpSpPr/>
            <p:nvPr/>
          </p:nvGrpSpPr>
          <p:grpSpPr>
            <a:xfrm>
              <a:off x="1966540" y="192266"/>
              <a:ext cx="300164" cy="151762"/>
              <a:chOff x="1966540" y="192266"/>
              <a:chExt cx="300164" cy="151762"/>
            </a:xfrm>
            <a:solidFill>
              <a:srgbClr val="01355A"/>
            </a:solidFill>
          </p:grpSpPr>
          <p:sp>
            <p:nvSpPr>
              <p:cNvPr id="7300" name="شكل حر: شكل 8203">
                <a:extLst>
                  <a:ext uri="{FF2B5EF4-FFF2-40B4-BE49-F238E27FC236}">
                    <a16:creationId xmlns:a16="http://schemas.microsoft.com/office/drawing/2014/main" id="{03716525-78C6-2F81-E9BC-B26AD315B422}"/>
                  </a:ext>
                </a:extLst>
              </p:cNvPr>
              <p:cNvSpPr/>
              <p:nvPr/>
            </p:nvSpPr>
            <p:spPr>
              <a:xfrm>
                <a:off x="1966540" y="192266"/>
                <a:ext cx="300164" cy="151762"/>
              </a:xfrm>
              <a:custGeom>
                <a:avLst/>
                <a:gdLst>
                  <a:gd name="connsiteX0" fmla="*/ 296719 w 300164"/>
                  <a:gd name="connsiteY0" fmla="*/ 151763 h 151762"/>
                  <a:gd name="connsiteX1" fmla="*/ 293273 w 300164"/>
                  <a:gd name="connsiteY1" fmla="*/ 148317 h 151762"/>
                  <a:gd name="connsiteX2" fmla="*/ 293273 w 300164"/>
                  <a:gd name="connsiteY2" fmla="*/ 65925 h 151762"/>
                  <a:gd name="connsiteX3" fmla="*/ 198961 w 300164"/>
                  <a:gd name="connsiteY3" fmla="*/ 65925 h 151762"/>
                  <a:gd name="connsiteX4" fmla="*/ 195515 w 300164"/>
                  <a:gd name="connsiteY4" fmla="*/ 62479 h 151762"/>
                  <a:gd name="connsiteX5" fmla="*/ 195515 w 300164"/>
                  <a:gd name="connsiteY5" fmla="*/ 6892 h 151762"/>
                  <a:gd name="connsiteX6" fmla="*/ 104649 w 300164"/>
                  <a:gd name="connsiteY6" fmla="*/ 6892 h 151762"/>
                  <a:gd name="connsiteX7" fmla="*/ 104649 w 300164"/>
                  <a:gd name="connsiteY7" fmla="*/ 89284 h 151762"/>
                  <a:gd name="connsiteX8" fmla="*/ 101203 w 300164"/>
                  <a:gd name="connsiteY8" fmla="*/ 92730 h 151762"/>
                  <a:gd name="connsiteX9" fmla="*/ 6892 w 300164"/>
                  <a:gd name="connsiteY9" fmla="*/ 92730 h 151762"/>
                  <a:gd name="connsiteX10" fmla="*/ 6892 w 300164"/>
                  <a:gd name="connsiteY10" fmla="*/ 148317 h 151762"/>
                  <a:gd name="connsiteX11" fmla="*/ 3446 w 300164"/>
                  <a:gd name="connsiteY11" fmla="*/ 151763 h 151762"/>
                  <a:gd name="connsiteX12" fmla="*/ 0 w 300164"/>
                  <a:gd name="connsiteY12" fmla="*/ 148317 h 151762"/>
                  <a:gd name="connsiteX13" fmla="*/ 0 w 300164"/>
                  <a:gd name="connsiteY13" fmla="*/ 89284 h 151762"/>
                  <a:gd name="connsiteX14" fmla="*/ 3446 w 300164"/>
                  <a:gd name="connsiteY14" fmla="*/ 85838 h 151762"/>
                  <a:gd name="connsiteX15" fmla="*/ 97758 w 300164"/>
                  <a:gd name="connsiteY15" fmla="*/ 85838 h 151762"/>
                  <a:gd name="connsiteX16" fmla="*/ 97758 w 300164"/>
                  <a:gd name="connsiteY16" fmla="*/ 3446 h 151762"/>
                  <a:gd name="connsiteX17" fmla="*/ 101203 w 300164"/>
                  <a:gd name="connsiteY17" fmla="*/ 0 h 151762"/>
                  <a:gd name="connsiteX18" fmla="*/ 198961 w 300164"/>
                  <a:gd name="connsiteY18" fmla="*/ 0 h 151762"/>
                  <a:gd name="connsiteX19" fmla="*/ 202407 w 300164"/>
                  <a:gd name="connsiteY19" fmla="*/ 3446 h 151762"/>
                  <a:gd name="connsiteX20" fmla="*/ 202407 w 300164"/>
                  <a:gd name="connsiteY20" fmla="*/ 59033 h 151762"/>
                  <a:gd name="connsiteX21" fmla="*/ 296719 w 300164"/>
                  <a:gd name="connsiteY21" fmla="*/ 59033 h 151762"/>
                  <a:gd name="connsiteX22" fmla="*/ 300165 w 300164"/>
                  <a:gd name="connsiteY22" fmla="*/ 62479 h 151762"/>
                  <a:gd name="connsiteX23" fmla="*/ 300165 w 300164"/>
                  <a:gd name="connsiteY23" fmla="*/ 148317 h 151762"/>
                  <a:gd name="connsiteX24" fmla="*/ 296719 w 300164"/>
                  <a:gd name="connsiteY24" fmla="*/ 151763 h 151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00164" h="151762">
                    <a:moveTo>
                      <a:pt x="296719" y="151763"/>
                    </a:moveTo>
                    <a:cubicBezTo>
                      <a:pt x="294826" y="151763"/>
                      <a:pt x="293273" y="150209"/>
                      <a:pt x="293273" y="148317"/>
                    </a:cubicBezTo>
                    <a:lnTo>
                      <a:pt x="293273" y="65925"/>
                    </a:lnTo>
                    <a:lnTo>
                      <a:pt x="198961" y="65925"/>
                    </a:lnTo>
                    <a:cubicBezTo>
                      <a:pt x="197069" y="65925"/>
                      <a:pt x="195515" y="64371"/>
                      <a:pt x="195515" y="62479"/>
                    </a:cubicBezTo>
                    <a:lnTo>
                      <a:pt x="195515" y="6892"/>
                    </a:lnTo>
                    <a:lnTo>
                      <a:pt x="104649" y="6892"/>
                    </a:lnTo>
                    <a:lnTo>
                      <a:pt x="104649" y="89284"/>
                    </a:lnTo>
                    <a:cubicBezTo>
                      <a:pt x="104649" y="91176"/>
                      <a:pt x="103096" y="92730"/>
                      <a:pt x="101203" y="92730"/>
                    </a:cubicBezTo>
                    <a:lnTo>
                      <a:pt x="6892" y="92730"/>
                    </a:lnTo>
                    <a:lnTo>
                      <a:pt x="6892" y="148317"/>
                    </a:lnTo>
                    <a:cubicBezTo>
                      <a:pt x="6892" y="150209"/>
                      <a:pt x="5338" y="151763"/>
                      <a:pt x="3446" y="151763"/>
                    </a:cubicBezTo>
                    <a:cubicBezTo>
                      <a:pt x="1553" y="151763"/>
                      <a:pt x="0" y="150209"/>
                      <a:pt x="0" y="148317"/>
                    </a:cubicBezTo>
                    <a:lnTo>
                      <a:pt x="0" y="89284"/>
                    </a:lnTo>
                    <a:cubicBezTo>
                      <a:pt x="0" y="87391"/>
                      <a:pt x="1553" y="85838"/>
                      <a:pt x="3446" y="85838"/>
                    </a:cubicBezTo>
                    <a:lnTo>
                      <a:pt x="97758" y="85838"/>
                    </a:lnTo>
                    <a:lnTo>
                      <a:pt x="97758" y="3446"/>
                    </a:lnTo>
                    <a:cubicBezTo>
                      <a:pt x="97758" y="1554"/>
                      <a:pt x="99311" y="0"/>
                      <a:pt x="101203" y="0"/>
                    </a:cubicBezTo>
                    <a:lnTo>
                      <a:pt x="198961" y="0"/>
                    </a:lnTo>
                    <a:cubicBezTo>
                      <a:pt x="200853" y="0"/>
                      <a:pt x="202407" y="1554"/>
                      <a:pt x="202407" y="3446"/>
                    </a:cubicBezTo>
                    <a:lnTo>
                      <a:pt x="202407" y="59033"/>
                    </a:lnTo>
                    <a:lnTo>
                      <a:pt x="296719" y="59033"/>
                    </a:lnTo>
                    <a:cubicBezTo>
                      <a:pt x="298611" y="59033"/>
                      <a:pt x="300165" y="60587"/>
                      <a:pt x="300165" y="62479"/>
                    </a:cubicBezTo>
                    <a:lnTo>
                      <a:pt x="300165" y="148317"/>
                    </a:lnTo>
                    <a:cubicBezTo>
                      <a:pt x="300165" y="150209"/>
                      <a:pt x="298611" y="151763"/>
                      <a:pt x="296719" y="151763"/>
                    </a:cubicBezTo>
                    <a:close/>
                  </a:path>
                </a:pathLst>
              </a:custGeom>
              <a:solidFill>
                <a:srgbClr val="01355A"/>
              </a:solidFill>
              <a:ln w="2824" cap="flat">
                <a:noFill/>
                <a:prstDash val="solid"/>
                <a:miter/>
              </a:ln>
            </p:spPr>
            <p:txBody>
              <a:bodyPr rtlCol="1" anchor="ctr"/>
              <a:lstStyle/>
              <a:p>
                <a:endParaRPr lang="ar-SA"/>
              </a:p>
            </p:txBody>
          </p:sp>
          <p:sp>
            <p:nvSpPr>
              <p:cNvPr id="7301" name="شكل حر: شكل 8204">
                <a:extLst>
                  <a:ext uri="{FF2B5EF4-FFF2-40B4-BE49-F238E27FC236}">
                    <a16:creationId xmlns:a16="http://schemas.microsoft.com/office/drawing/2014/main" id="{BF3D9B1C-42E0-E7BF-0100-3632A98822D1}"/>
                  </a:ext>
                </a:extLst>
              </p:cNvPr>
              <p:cNvSpPr/>
              <p:nvPr/>
            </p:nvSpPr>
            <p:spPr>
              <a:xfrm>
                <a:off x="2162084" y="251299"/>
                <a:ext cx="6891" cy="92729"/>
              </a:xfrm>
              <a:custGeom>
                <a:avLst/>
                <a:gdLst>
                  <a:gd name="connsiteX0" fmla="*/ 3446 w 6891"/>
                  <a:gd name="connsiteY0" fmla="*/ 92730 h 92729"/>
                  <a:gd name="connsiteX1" fmla="*/ 0 w 6891"/>
                  <a:gd name="connsiteY1" fmla="*/ 89284 h 92729"/>
                  <a:gd name="connsiteX2" fmla="*/ 0 w 6891"/>
                  <a:gd name="connsiteY2" fmla="*/ 3446 h 92729"/>
                  <a:gd name="connsiteX3" fmla="*/ 3446 w 6891"/>
                  <a:gd name="connsiteY3" fmla="*/ 0 h 92729"/>
                  <a:gd name="connsiteX4" fmla="*/ 6892 w 6891"/>
                  <a:gd name="connsiteY4" fmla="*/ 3446 h 92729"/>
                  <a:gd name="connsiteX5" fmla="*/ 6892 w 6891"/>
                  <a:gd name="connsiteY5" fmla="*/ 89284 h 92729"/>
                  <a:gd name="connsiteX6" fmla="*/ 3446 w 6891"/>
                  <a:gd name="connsiteY6" fmla="*/ 92730 h 92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92729">
                    <a:moveTo>
                      <a:pt x="3446" y="92730"/>
                    </a:moveTo>
                    <a:cubicBezTo>
                      <a:pt x="1554" y="92730"/>
                      <a:pt x="0" y="91176"/>
                      <a:pt x="0" y="89284"/>
                    </a:cubicBezTo>
                    <a:lnTo>
                      <a:pt x="0" y="3446"/>
                    </a:lnTo>
                    <a:cubicBezTo>
                      <a:pt x="0" y="1553"/>
                      <a:pt x="1554" y="0"/>
                      <a:pt x="3446" y="0"/>
                    </a:cubicBezTo>
                    <a:cubicBezTo>
                      <a:pt x="5338" y="0"/>
                      <a:pt x="6892" y="1553"/>
                      <a:pt x="6892" y="3446"/>
                    </a:cubicBezTo>
                    <a:lnTo>
                      <a:pt x="6892" y="89284"/>
                    </a:lnTo>
                    <a:cubicBezTo>
                      <a:pt x="6892" y="91176"/>
                      <a:pt x="5338" y="92730"/>
                      <a:pt x="3446" y="92730"/>
                    </a:cubicBezTo>
                    <a:close/>
                  </a:path>
                </a:pathLst>
              </a:custGeom>
              <a:solidFill>
                <a:srgbClr val="01355A"/>
              </a:solidFill>
              <a:ln w="2824" cap="flat">
                <a:noFill/>
                <a:prstDash val="solid"/>
                <a:miter/>
              </a:ln>
            </p:spPr>
            <p:txBody>
              <a:bodyPr rtlCol="1" anchor="ctr"/>
              <a:lstStyle/>
              <a:p>
                <a:endParaRPr lang="ar-SA"/>
              </a:p>
            </p:txBody>
          </p:sp>
          <p:sp>
            <p:nvSpPr>
              <p:cNvPr id="7302" name="شكل حر: شكل 8205">
                <a:extLst>
                  <a:ext uri="{FF2B5EF4-FFF2-40B4-BE49-F238E27FC236}">
                    <a16:creationId xmlns:a16="http://schemas.microsoft.com/office/drawing/2014/main" id="{B35FF6DB-8762-672E-D5EE-A0462CE71F2A}"/>
                  </a:ext>
                </a:extLst>
              </p:cNvPr>
              <p:cNvSpPr/>
              <p:nvPr/>
            </p:nvSpPr>
            <p:spPr>
              <a:xfrm>
                <a:off x="2064326" y="278104"/>
                <a:ext cx="6891" cy="65924"/>
              </a:xfrm>
              <a:custGeom>
                <a:avLst/>
                <a:gdLst>
                  <a:gd name="connsiteX0" fmla="*/ 3446 w 6891"/>
                  <a:gd name="connsiteY0" fmla="*/ 65925 h 65924"/>
                  <a:gd name="connsiteX1" fmla="*/ 0 w 6891"/>
                  <a:gd name="connsiteY1" fmla="*/ 62479 h 65924"/>
                  <a:gd name="connsiteX2" fmla="*/ 0 w 6891"/>
                  <a:gd name="connsiteY2" fmla="*/ 3446 h 65924"/>
                  <a:gd name="connsiteX3" fmla="*/ 3446 w 6891"/>
                  <a:gd name="connsiteY3" fmla="*/ 0 h 65924"/>
                  <a:gd name="connsiteX4" fmla="*/ 6892 w 6891"/>
                  <a:gd name="connsiteY4" fmla="*/ 3446 h 65924"/>
                  <a:gd name="connsiteX5" fmla="*/ 6892 w 6891"/>
                  <a:gd name="connsiteY5" fmla="*/ 62479 h 65924"/>
                  <a:gd name="connsiteX6" fmla="*/ 3446 w 6891"/>
                  <a:gd name="connsiteY6" fmla="*/ 65925 h 65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65924">
                    <a:moveTo>
                      <a:pt x="3446" y="65925"/>
                    </a:moveTo>
                    <a:cubicBezTo>
                      <a:pt x="1553" y="65925"/>
                      <a:pt x="0" y="64371"/>
                      <a:pt x="0" y="62479"/>
                    </a:cubicBezTo>
                    <a:lnTo>
                      <a:pt x="0" y="3446"/>
                    </a:lnTo>
                    <a:cubicBezTo>
                      <a:pt x="0" y="1554"/>
                      <a:pt x="1553" y="0"/>
                      <a:pt x="3446" y="0"/>
                    </a:cubicBezTo>
                    <a:cubicBezTo>
                      <a:pt x="5338" y="0"/>
                      <a:pt x="6892" y="1554"/>
                      <a:pt x="6892" y="3446"/>
                    </a:cubicBezTo>
                    <a:lnTo>
                      <a:pt x="6892" y="62479"/>
                    </a:lnTo>
                    <a:cubicBezTo>
                      <a:pt x="6892" y="64371"/>
                      <a:pt x="5338" y="65925"/>
                      <a:pt x="3446" y="65925"/>
                    </a:cubicBezTo>
                    <a:close/>
                  </a:path>
                </a:pathLst>
              </a:custGeom>
              <a:solidFill>
                <a:srgbClr val="01355A"/>
              </a:solidFill>
              <a:ln w="2824" cap="flat">
                <a:noFill/>
                <a:prstDash val="solid"/>
                <a:miter/>
              </a:ln>
            </p:spPr>
            <p:txBody>
              <a:bodyPr rtlCol="1" anchor="ctr"/>
              <a:lstStyle/>
              <a:p>
                <a:endParaRPr lang="ar-SA"/>
              </a:p>
            </p:txBody>
          </p:sp>
        </p:grpSp>
      </p:grpSp>
      <p:grpSp>
        <p:nvGrpSpPr>
          <p:cNvPr id="7308" name="رسم 8014">
            <a:extLst>
              <a:ext uri="{FF2B5EF4-FFF2-40B4-BE49-F238E27FC236}">
                <a16:creationId xmlns:a16="http://schemas.microsoft.com/office/drawing/2014/main" id="{09992FEF-155A-34E7-9010-2D547FE4E1E6}"/>
              </a:ext>
            </a:extLst>
          </p:cNvPr>
          <p:cNvGrpSpPr/>
          <p:nvPr/>
        </p:nvGrpSpPr>
        <p:grpSpPr>
          <a:xfrm>
            <a:off x="7275347" y="2179721"/>
            <a:ext cx="225552" cy="199853"/>
            <a:chOff x="7777650" y="950092"/>
            <a:chExt cx="269602" cy="253559"/>
          </a:xfrm>
        </p:grpSpPr>
        <p:sp>
          <p:nvSpPr>
            <p:cNvPr id="7309" name="شكل حر: شكل 8207">
              <a:extLst>
                <a:ext uri="{FF2B5EF4-FFF2-40B4-BE49-F238E27FC236}">
                  <a16:creationId xmlns:a16="http://schemas.microsoft.com/office/drawing/2014/main" id="{A6B838AC-75D0-DD77-6866-5689A82F03D9}"/>
                </a:ext>
              </a:extLst>
            </p:cNvPr>
            <p:cNvSpPr/>
            <p:nvPr/>
          </p:nvSpPr>
          <p:spPr>
            <a:xfrm>
              <a:off x="7777650" y="973395"/>
              <a:ext cx="243644" cy="230257"/>
            </a:xfrm>
            <a:custGeom>
              <a:avLst/>
              <a:gdLst>
                <a:gd name="connsiteX0" fmla="*/ 205344 w 243644"/>
                <a:gd name="connsiteY0" fmla="*/ 230229 h 230257"/>
                <a:gd name="connsiteX1" fmla="*/ 38244 w 243644"/>
                <a:gd name="connsiteY1" fmla="*/ 230229 h 230257"/>
                <a:gd name="connsiteX2" fmla="*/ 0 w 243644"/>
                <a:gd name="connsiteY2" fmla="*/ 197972 h 230257"/>
                <a:gd name="connsiteX3" fmla="*/ 0 w 243644"/>
                <a:gd name="connsiteY3" fmla="*/ 3446 h 230257"/>
                <a:gd name="connsiteX4" fmla="*/ 3446 w 243644"/>
                <a:gd name="connsiteY4" fmla="*/ 0 h 230257"/>
                <a:gd name="connsiteX5" fmla="*/ 6892 w 243644"/>
                <a:gd name="connsiteY5" fmla="*/ 3446 h 230257"/>
                <a:gd name="connsiteX6" fmla="*/ 26664 w 243644"/>
                <a:gd name="connsiteY6" fmla="*/ 23218 h 230257"/>
                <a:gd name="connsiteX7" fmla="*/ 216078 w 243644"/>
                <a:gd name="connsiteY7" fmla="*/ 23218 h 230257"/>
                <a:gd name="connsiteX8" fmla="*/ 243645 w 243644"/>
                <a:gd name="connsiteY8" fmla="*/ 50814 h 230257"/>
                <a:gd name="connsiteX9" fmla="*/ 243645 w 243644"/>
                <a:gd name="connsiteY9" fmla="*/ 72930 h 230257"/>
                <a:gd name="connsiteX10" fmla="*/ 240199 w 243644"/>
                <a:gd name="connsiteY10" fmla="*/ 76376 h 230257"/>
                <a:gd name="connsiteX11" fmla="*/ 236753 w 243644"/>
                <a:gd name="connsiteY11" fmla="*/ 72930 h 230257"/>
                <a:gd name="connsiteX12" fmla="*/ 236753 w 243644"/>
                <a:gd name="connsiteY12" fmla="*/ 50814 h 230257"/>
                <a:gd name="connsiteX13" fmla="*/ 216078 w 243644"/>
                <a:gd name="connsiteY13" fmla="*/ 30110 h 230257"/>
                <a:gd name="connsiteX14" fmla="*/ 26664 w 243644"/>
                <a:gd name="connsiteY14" fmla="*/ 30110 h 230257"/>
                <a:gd name="connsiteX15" fmla="*/ 6892 w 243644"/>
                <a:gd name="connsiteY15" fmla="*/ 21325 h 230257"/>
                <a:gd name="connsiteX16" fmla="*/ 6892 w 243644"/>
                <a:gd name="connsiteY16" fmla="*/ 198001 h 230257"/>
                <a:gd name="connsiteX17" fmla="*/ 38244 w 243644"/>
                <a:gd name="connsiteY17" fmla="*/ 223365 h 230257"/>
                <a:gd name="connsiteX18" fmla="*/ 205344 w 243644"/>
                <a:gd name="connsiteY18" fmla="*/ 223365 h 230257"/>
                <a:gd name="connsiteX19" fmla="*/ 236696 w 243644"/>
                <a:gd name="connsiteY19" fmla="*/ 198001 h 230257"/>
                <a:gd name="connsiteX20" fmla="*/ 236696 w 243644"/>
                <a:gd name="connsiteY20" fmla="*/ 180658 h 230257"/>
                <a:gd name="connsiteX21" fmla="*/ 240142 w 243644"/>
                <a:gd name="connsiteY21" fmla="*/ 177212 h 230257"/>
                <a:gd name="connsiteX22" fmla="*/ 243589 w 243644"/>
                <a:gd name="connsiteY22" fmla="*/ 180658 h 230257"/>
                <a:gd name="connsiteX23" fmla="*/ 243589 w 243644"/>
                <a:gd name="connsiteY23" fmla="*/ 198001 h 230257"/>
                <a:gd name="connsiteX24" fmla="*/ 205344 w 243644"/>
                <a:gd name="connsiteY24" fmla="*/ 230257 h 230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43644" h="230257">
                  <a:moveTo>
                    <a:pt x="205344" y="230229"/>
                  </a:moveTo>
                  <a:lnTo>
                    <a:pt x="38244" y="230229"/>
                  </a:lnTo>
                  <a:cubicBezTo>
                    <a:pt x="17145" y="230229"/>
                    <a:pt x="0" y="215767"/>
                    <a:pt x="0" y="197972"/>
                  </a:cubicBezTo>
                  <a:lnTo>
                    <a:pt x="0" y="3446"/>
                  </a:lnTo>
                  <a:cubicBezTo>
                    <a:pt x="0" y="1554"/>
                    <a:pt x="1553" y="0"/>
                    <a:pt x="3446" y="0"/>
                  </a:cubicBezTo>
                  <a:cubicBezTo>
                    <a:pt x="5338" y="0"/>
                    <a:pt x="6892" y="1554"/>
                    <a:pt x="6892" y="3446"/>
                  </a:cubicBezTo>
                  <a:cubicBezTo>
                    <a:pt x="6892" y="14349"/>
                    <a:pt x="15761" y="23218"/>
                    <a:pt x="26664" y="23218"/>
                  </a:cubicBezTo>
                  <a:lnTo>
                    <a:pt x="216078" y="23218"/>
                  </a:lnTo>
                  <a:cubicBezTo>
                    <a:pt x="231274" y="23218"/>
                    <a:pt x="243645" y="35589"/>
                    <a:pt x="243645" y="50814"/>
                  </a:cubicBezTo>
                  <a:lnTo>
                    <a:pt x="243645" y="72930"/>
                  </a:lnTo>
                  <a:cubicBezTo>
                    <a:pt x="243645" y="74822"/>
                    <a:pt x="242092" y="76376"/>
                    <a:pt x="240199" y="76376"/>
                  </a:cubicBezTo>
                  <a:cubicBezTo>
                    <a:pt x="238307" y="76376"/>
                    <a:pt x="236753" y="74822"/>
                    <a:pt x="236753" y="72930"/>
                  </a:cubicBezTo>
                  <a:lnTo>
                    <a:pt x="236753" y="50814"/>
                  </a:lnTo>
                  <a:cubicBezTo>
                    <a:pt x="236753" y="39402"/>
                    <a:pt x="227488" y="30110"/>
                    <a:pt x="216078" y="30110"/>
                  </a:cubicBezTo>
                  <a:lnTo>
                    <a:pt x="26664" y="30110"/>
                  </a:lnTo>
                  <a:cubicBezTo>
                    <a:pt x="18840" y="30110"/>
                    <a:pt x="11778" y="26720"/>
                    <a:pt x="6892" y="21325"/>
                  </a:cubicBezTo>
                  <a:lnTo>
                    <a:pt x="6892" y="198001"/>
                  </a:lnTo>
                  <a:cubicBezTo>
                    <a:pt x="6892" y="211982"/>
                    <a:pt x="20958" y="223365"/>
                    <a:pt x="38244" y="223365"/>
                  </a:cubicBezTo>
                  <a:lnTo>
                    <a:pt x="205344" y="223365"/>
                  </a:lnTo>
                  <a:cubicBezTo>
                    <a:pt x="222630" y="223365"/>
                    <a:pt x="236696" y="211982"/>
                    <a:pt x="236696" y="198001"/>
                  </a:cubicBezTo>
                  <a:lnTo>
                    <a:pt x="236696" y="180658"/>
                  </a:lnTo>
                  <a:cubicBezTo>
                    <a:pt x="236696" y="178766"/>
                    <a:pt x="238250" y="177212"/>
                    <a:pt x="240142" y="177212"/>
                  </a:cubicBezTo>
                  <a:cubicBezTo>
                    <a:pt x="242035" y="177212"/>
                    <a:pt x="243589" y="178766"/>
                    <a:pt x="243589" y="180658"/>
                  </a:cubicBezTo>
                  <a:lnTo>
                    <a:pt x="243589" y="198001"/>
                  </a:lnTo>
                  <a:cubicBezTo>
                    <a:pt x="243589" y="215795"/>
                    <a:pt x="226415" y="230257"/>
                    <a:pt x="205344" y="230257"/>
                  </a:cubicBezTo>
                  <a:close/>
                </a:path>
              </a:pathLst>
            </a:custGeom>
            <a:solidFill>
              <a:srgbClr val="01355A"/>
            </a:solidFill>
            <a:ln w="2824" cap="flat">
              <a:noFill/>
              <a:prstDash val="solid"/>
              <a:miter/>
            </a:ln>
          </p:spPr>
          <p:txBody>
            <a:bodyPr rtlCol="1" anchor="ctr"/>
            <a:lstStyle/>
            <a:p>
              <a:endParaRPr lang="ar-SA"/>
            </a:p>
          </p:txBody>
        </p:sp>
        <p:sp>
          <p:nvSpPr>
            <p:cNvPr id="7310" name="شكل حر: شكل 8208">
              <a:extLst>
                <a:ext uri="{FF2B5EF4-FFF2-40B4-BE49-F238E27FC236}">
                  <a16:creationId xmlns:a16="http://schemas.microsoft.com/office/drawing/2014/main" id="{4C2B69D5-5510-D388-BA37-54FB2ADD0CB5}"/>
                </a:ext>
              </a:extLst>
            </p:cNvPr>
            <p:cNvSpPr/>
            <p:nvPr/>
          </p:nvSpPr>
          <p:spPr>
            <a:xfrm>
              <a:off x="7777650" y="950092"/>
              <a:ext cx="200118" cy="53496"/>
            </a:xfrm>
            <a:custGeom>
              <a:avLst/>
              <a:gdLst>
                <a:gd name="connsiteX0" fmla="*/ 173370 w 200118"/>
                <a:gd name="connsiteY0" fmla="*/ 53497 h 53496"/>
                <a:gd name="connsiteX1" fmla="*/ 26748 w 200118"/>
                <a:gd name="connsiteY1" fmla="*/ 53497 h 53496"/>
                <a:gd name="connsiteX2" fmla="*/ 0 w 200118"/>
                <a:gd name="connsiteY2" fmla="*/ 26748 h 53496"/>
                <a:gd name="connsiteX3" fmla="*/ 26748 w 200118"/>
                <a:gd name="connsiteY3" fmla="*/ 0 h 53496"/>
                <a:gd name="connsiteX4" fmla="*/ 173370 w 200118"/>
                <a:gd name="connsiteY4" fmla="*/ 0 h 53496"/>
                <a:gd name="connsiteX5" fmla="*/ 200119 w 200118"/>
                <a:gd name="connsiteY5" fmla="*/ 26748 h 53496"/>
                <a:gd name="connsiteX6" fmla="*/ 196673 w 200118"/>
                <a:gd name="connsiteY6" fmla="*/ 30194 h 53496"/>
                <a:gd name="connsiteX7" fmla="*/ 193227 w 200118"/>
                <a:gd name="connsiteY7" fmla="*/ 26748 h 53496"/>
                <a:gd name="connsiteX8" fmla="*/ 173370 w 200118"/>
                <a:gd name="connsiteY8" fmla="*/ 6892 h 53496"/>
                <a:gd name="connsiteX9" fmla="*/ 26748 w 200118"/>
                <a:gd name="connsiteY9" fmla="*/ 6892 h 53496"/>
                <a:gd name="connsiteX10" fmla="*/ 6892 w 200118"/>
                <a:gd name="connsiteY10" fmla="*/ 26748 h 53496"/>
                <a:gd name="connsiteX11" fmla="*/ 26748 w 200118"/>
                <a:gd name="connsiteY11" fmla="*/ 46605 h 53496"/>
                <a:gd name="connsiteX12" fmla="*/ 173370 w 200118"/>
                <a:gd name="connsiteY12" fmla="*/ 46605 h 53496"/>
                <a:gd name="connsiteX13" fmla="*/ 176816 w 200118"/>
                <a:gd name="connsiteY13" fmla="*/ 50051 h 53496"/>
                <a:gd name="connsiteX14" fmla="*/ 173370 w 200118"/>
                <a:gd name="connsiteY14" fmla="*/ 53497 h 53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0118" h="53496">
                  <a:moveTo>
                    <a:pt x="173370" y="53497"/>
                  </a:moveTo>
                  <a:lnTo>
                    <a:pt x="26748" y="53497"/>
                  </a:lnTo>
                  <a:cubicBezTo>
                    <a:pt x="12004" y="53497"/>
                    <a:pt x="0" y="41493"/>
                    <a:pt x="0" y="26748"/>
                  </a:cubicBezTo>
                  <a:cubicBezTo>
                    <a:pt x="0" y="12004"/>
                    <a:pt x="12004" y="0"/>
                    <a:pt x="26748" y="0"/>
                  </a:cubicBezTo>
                  <a:lnTo>
                    <a:pt x="173370" y="0"/>
                  </a:lnTo>
                  <a:cubicBezTo>
                    <a:pt x="188114" y="0"/>
                    <a:pt x="200119" y="12004"/>
                    <a:pt x="200119" y="26748"/>
                  </a:cubicBezTo>
                  <a:cubicBezTo>
                    <a:pt x="200119" y="28641"/>
                    <a:pt x="198565" y="30194"/>
                    <a:pt x="196673" y="30194"/>
                  </a:cubicBezTo>
                  <a:cubicBezTo>
                    <a:pt x="194781" y="30194"/>
                    <a:pt x="193227" y="28641"/>
                    <a:pt x="193227" y="26748"/>
                  </a:cubicBezTo>
                  <a:cubicBezTo>
                    <a:pt x="193227" y="15817"/>
                    <a:pt x="184329" y="6892"/>
                    <a:pt x="173370" y="6892"/>
                  </a:cubicBezTo>
                  <a:lnTo>
                    <a:pt x="26748" y="6892"/>
                  </a:lnTo>
                  <a:cubicBezTo>
                    <a:pt x="15817" y="6892"/>
                    <a:pt x="6892" y="15789"/>
                    <a:pt x="6892" y="26748"/>
                  </a:cubicBezTo>
                  <a:cubicBezTo>
                    <a:pt x="6892" y="37708"/>
                    <a:pt x="15789" y="46605"/>
                    <a:pt x="26748" y="46605"/>
                  </a:cubicBezTo>
                  <a:lnTo>
                    <a:pt x="173370" y="46605"/>
                  </a:lnTo>
                  <a:cubicBezTo>
                    <a:pt x="175263" y="46605"/>
                    <a:pt x="176816" y="48159"/>
                    <a:pt x="176816" y="50051"/>
                  </a:cubicBezTo>
                  <a:cubicBezTo>
                    <a:pt x="176816" y="51943"/>
                    <a:pt x="175263" y="53497"/>
                    <a:pt x="173370" y="53497"/>
                  </a:cubicBezTo>
                  <a:close/>
                </a:path>
              </a:pathLst>
            </a:custGeom>
            <a:solidFill>
              <a:srgbClr val="01355A"/>
            </a:solidFill>
            <a:ln w="2824" cap="flat">
              <a:noFill/>
              <a:prstDash val="solid"/>
              <a:miter/>
            </a:ln>
          </p:spPr>
          <p:txBody>
            <a:bodyPr rtlCol="1" anchor="ctr"/>
            <a:lstStyle/>
            <a:p>
              <a:endParaRPr lang="ar-SA"/>
            </a:p>
          </p:txBody>
        </p:sp>
        <p:sp>
          <p:nvSpPr>
            <p:cNvPr id="7311" name="شكل حر: شكل 8209">
              <a:extLst>
                <a:ext uri="{FF2B5EF4-FFF2-40B4-BE49-F238E27FC236}">
                  <a16:creationId xmlns:a16="http://schemas.microsoft.com/office/drawing/2014/main" id="{2D9AA799-6854-B609-E6EE-9964EA1B198D}"/>
                </a:ext>
              </a:extLst>
            </p:cNvPr>
            <p:cNvSpPr/>
            <p:nvPr/>
          </p:nvSpPr>
          <p:spPr>
            <a:xfrm>
              <a:off x="7941530" y="1068865"/>
              <a:ext cx="105723" cy="62591"/>
            </a:xfrm>
            <a:custGeom>
              <a:avLst/>
              <a:gdLst>
                <a:gd name="connsiteX0" fmla="*/ 85923 w 105723"/>
                <a:gd name="connsiteY0" fmla="*/ 62592 h 62591"/>
                <a:gd name="connsiteX1" fmla="*/ 19800 w 105723"/>
                <a:gd name="connsiteY1" fmla="*/ 62592 h 62591"/>
                <a:gd name="connsiteX2" fmla="*/ 0 w 105723"/>
                <a:gd name="connsiteY2" fmla="*/ 42792 h 62591"/>
                <a:gd name="connsiteX3" fmla="*/ 0 w 105723"/>
                <a:gd name="connsiteY3" fmla="*/ 19800 h 62591"/>
                <a:gd name="connsiteX4" fmla="*/ 19800 w 105723"/>
                <a:gd name="connsiteY4" fmla="*/ 0 h 62591"/>
                <a:gd name="connsiteX5" fmla="*/ 85923 w 105723"/>
                <a:gd name="connsiteY5" fmla="*/ 0 h 62591"/>
                <a:gd name="connsiteX6" fmla="*/ 105723 w 105723"/>
                <a:gd name="connsiteY6" fmla="*/ 19800 h 62591"/>
                <a:gd name="connsiteX7" fmla="*/ 105723 w 105723"/>
                <a:gd name="connsiteY7" fmla="*/ 42792 h 62591"/>
                <a:gd name="connsiteX8" fmla="*/ 85923 w 105723"/>
                <a:gd name="connsiteY8" fmla="*/ 62592 h 62591"/>
                <a:gd name="connsiteX9" fmla="*/ 19800 w 105723"/>
                <a:gd name="connsiteY9" fmla="*/ 6892 h 62591"/>
                <a:gd name="connsiteX10" fmla="*/ 6892 w 105723"/>
                <a:gd name="connsiteY10" fmla="*/ 19800 h 62591"/>
                <a:gd name="connsiteX11" fmla="*/ 6892 w 105723"/>
                <a:gd name="connsiteY11" fmla="*/ 42792 h 62591"/>
                <a:gd name="connsiteX12" fmla="*/ 19800 w 105723"/>
                <a:gd name="connsiteY12" fmla="*/ 55700 h 62591"/>
                <a:gd name="connsiteX13" fmla="*/ 85923 w 105723"/>
                <a:gd name="connsiteY13" fmla="*/ 55700 h 62591"/>
                <a:gd name="connsiteX14" fmla="*/ 98831 w 105723"/>
                <a:gd name="connsiteY14" fmla="*/ 42792 h 62591"/>
                <a:gd name="connsiteX15" fmla="*/ 98831 w 105723"/>
                <a:gd name="connsiteY15" fmla="*/ 19800 h 62591"/>
                <a:gd name="connsiteX16" fmla="*/ 85923 w 105723"/>
                <a:gd name="connsiteY16" fmla="*/ 6892 h 62591"/>
                <a:gd name="connsiteX17" fmla="*/ 19800 w 105723"/>
                <a:gd name="connsiteY17" fmla="*/ 6892 h 62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5723" h="62591">
                  <a:moveTo>
                    <a:pt x="85923" y="62592"/>
                  </a:moveTo>
                  <a:lnTo>
                    <a:pt x="19800" y="62592"/>
                  </a:lnTo>
                  <a:cubicBezTo>
                    <a:pt x="8869" y="62592"/>
                    <a:pt x="0" y="53695"/>
                    <a:pt x="0" y="42792"/>
                  </a:cubicBezTo>
                  <a:lnTo>
                    <a:pt x="0" y="19800"/>
                  </a:lnTo>
                  <a:cubicBezTo>
                    <a:pt x="0" y="8869"/>
                    <a:pt x="8898" y="0"/>
                    <a:pt x="19800" y="0"/>
                  </a:cubicBezTo>
                  <a:lnTo>
                    <a:pt x="85923" y="0"/>
                  </a:lnTo>
                  <a:cubicBezTo>
                    <a:pt x="96854" y="0"/>
                    <a:pt x="105723" y="8897"/>
                    <a:pt x="105723" y="19800"/>
                  </a:cubicBezTo>
                  <a:lnTo>
                    <a:pt x="105723" y="42792"/>
                  </a:lnTo>
                  <a:cubicBezTo>
                    <a:pt x="105723" y="53723"/>
                    <a:pt x="96826" y="62592"/>
                    <a:pt x="85923" y="62592"/>
                  </a:cubicBezTo>
                  <a:close/>
                  <a:moveTo>
                    <a:pt x="19800" y="6892"/>
                  </a:moveTo>
                  <a:cubicBezTo>
                    <a:pt x="12682" y="6892"/>
                    <a:pt x="6892" y="12682"/>
                    <a:pt x="6892" y="19800"/>
                  </a:cubicBezTo>
                  <a:lnTo>
                    <a:pt x="6892" y="42792"/>
                  </a:lnTo>
                  <a:cubicBezTo>
                    <a:pt x="6892" y="49910"/>
                    <a:pt x="12682" y="55700"/>
                    <a:pt x="19800" y="55700"/>
                  </a:cubicBezTo>
                  <a:lnTo>
                    <a:pt x="85923" y="55700"/>
                  </a:lnTo>
                  <a:cubicBezTo>
                    <a:pt x="93041" y="55700"/>
                    <a:pt x="98831" y="49910"/>
                    <a:pt x="98831" y="42792"/>
                  </a:cubicBezTo>
                  <a:lnTo>
                    <a:pt x="98831" y="19800"/>
                  </a:lnTo>
                  <a:cubicBezTo>
                    <a:pt x="98831" y="12682"/>
                    <a:pt x="93041" y="6892"/>
                    <a:pt x="85923" y="6892"/>
                  </a:cubicBezTo>
                  <a:lnTo>
                    <a:pt x="19800" y="6892"/>
                  </a:lnTo>
                  <a:close/>
                </a:path>
              </a:pathLst>
            </a:custGeom>
            <a:solidFill>
              <a:srgbClr val="17A3A3"/>
            </a:solidFill>
            <a:ln w="2824" cap="flat">
              <a:noFill/>
              <a:prstDash val="solid"/>
              <a:miter/>
            </a:ln>
          </p:spPr>
          <p:txBody>
            <a:bodyPr rtlCol="1" anchor="ctr"/>
            <a:lstStyle/>
            <a:p>
              <a:endParaRPr lang="ar-SA"/>
            </a:p>
          </p:txBody>
        </p:sp>
      </p:grpSp>
      <p:grpSp>
        <p:nvGrpSpPr>
          <p:cNvPr id="7312" name="رسم 8014">
            <a:extLst>
              <a:ext uri="{FF2B5EF4-FFF2-40B4-BE49-F238E27FC236}">
                <a16:creationId xmlns:a16="http://schemas.microsoft.com/office/drawing/2014/main" id="{011A823C-A299-A2FC-0AAE-79DCF82634AF}"/>
              </a:ext>
            </a:extLst>
          </p:cNvPr>
          <p:cNvGrpSpPr/>
          <p:nvPr/>
        </p:nvGrpSpPr>
        <p:grpSpPr>
          <a:xfrm>
            <a:off x="2881928" y="1479933"/>
            <a:ext cx="240227" cy="226324"/>
            <a:chOff x="2526196" y="62253"/>
            <a:chExt cx="287143" cy="287143"/>
          </a:xfrm>
        </p:grpSpPr>
        <p:grpSp>
          <p:nvGrpSpPr>
            <p:cNvPr id="7313" name="رسم 8014">
              <a:extLst>
                <a:ext uri="{FF2B5EF4-FFF2-40B4-BE49-F238E27FC236}">
                  <a16:creationId xmlns:a16="http://schemas.microsoft.com/office/drawing/2014/main" id="{87B62524-9DDC-27A3-39A5-5F4881F58D93}"/>
                </a:ext>
              </a:extLst>
            </p:cNvPr>
            <p:cNvGrpSpPr/>
            <p:nvPr/>
          </p:nvGrpSpPr>
          <p:grpSpPr>
            <a:xfrm>
              <a:off x="2526196" y="62253"/>
              <a:ext cx="287143" cy="287143"/>
              <a:chOff x="2526196" y="62253"/>
              <a:chExt cx="287143" cy="287143"/>
            </a:xfrm>
            <a:solidFill>
              <a:srgbClr val="01355A"/>
            </a:solidFill>
          </p:grpSpPr>
          <p:sp>
            <p:nvSpPr>
              <p:cNvPr id="7320" name="شكل حر: شكل 8212">
                <a:extLst>
                  <a:ext uri="{FF2B5EF4-FFF2-40B4-BE49-F238E27FC236}">
                    <a16:creationId xmlns:a16="http://schemas.microsoft.com/office/drawing/2014/main" id="{5681F6DA-C22C-A00C-2DEF-B81901CE2C6C}"/>
                  </a:ext>
                </a:extLst>
              </p:cNvPr>
              <p:cNvSpPr/>
              <p:nvPr/>
            </p:nvSpPr>
            <p:spPr>
              <a:xfrm>
                <a:off x="2526196" y="62253"/>
                <a:ext cx="287143" cy="287143"/>
              </a:xfrm>
              <a:custGeom>
                <a:avLst/>
                <a:gdLst>
                  <a:gd name="connsiteX0" fmla="*/ 170207 w 287143"/>
                  <a:gd name="connsiteY0" fmla="*/ 287143 h 287143"/>
                  <a:gd name="connsiteX1" fmla="*/ 116908 w 287143"/>
                  <a:gd name="connsiteY1" fmla="*/ 287143 h 287143"/>
                  <a:gd name="connsiteX2" fmla="*/ 113462 w 287143"/>
                  <a:gd name="connsiteY2" fmla="*/ 283698 h 287143"/>
                  <a:gd name="connsiteX3" fmla="*/ 113462 w 287143"/>
                  <a:gd name="connsiteY3" fmla="*/ 250566 h 287143"/>
                  <a:gd name="connsiteX4" fmla="*/ 89114 w 287143"/>
                  <a:gd name="connsiteY4" fmla="*/ 240595 h 287143"/>
                  <a:gd name="connsiteX5" fmla="*/ 65755 w 287143"/>
                  <a:gd name="connsiteY5" fmla="*/ 263954 h 287143"/>
                  <a:gd name="connsiteX6" fmla="*/ 63326 w 287143"/>
                  <a:gd name="connsiteY6" fmla="*/ 264971 h 287143"/>
                  <a:gd name="connsiteX7" fmla="*/ 63326 w 287143"/>
                  <a:gd name="connsiteY7" fmla="*/ 264971 h 287143"/>
                  <a:gd name="connsiteX8" fmla="*/ 60897 w 287143"/>
                  <a:gd name="connsiteY8" fmla="*/ 263954 h 287143"/>
                  <a:gd name="connsiteX9" fmla="*/ 23189 w 287143"/>
                  <a:gd name="connsiteY9" fmla="*/ 226218 h 287143"/>
                  <a:gd name="connsiteX10" fmla="*/ 23189 w 287143"/>
                  <a:gd name="connsiteY10" fmla="*/ 221360 h 287143"/>
                  <a:gd name="connsiteX11" fmla="*/ 46605 w 287143"/>
                  <a:gd name="connsiteY11" fmla="*/ 197944 h 287143"/>
                  <a:gd name="connsiteX12" fmla="*/ 36465 w 287143"/>
                  <a:gd name="connsiteY12" fmla="*/ 173710 h 287143"/>
                  <a:gd name="connsiteX13" fmla="*/ 3446 w 287143"/>
                  <a:gd name="connsiteY13" fmla="*/ 173710 h 287143"/>
                  <a:gd name="connsiteX14" fmla="*/ 0 w 287143"/>
                  <a:gd name="connsiteY14" fmla="*/ 170264 h 287143"/>
                  <a:gd name="connsiteX15" fmla="*/ 0 w 287143"/>
                  <a:gd name="connsiteY15" fmla="*/ 116880 h 287143"/>
                  <a:gd name="connsiteX16" fmla="*/ 3446 w 287143"/>
                  <a:gd name="connsiteY16" fmla="*/ 113434 h 287143"/>
                  <a:gd name="connsiteX17" fmla="*/ 36465 w 287143"/>
                  <a:gd name="connsiteY17" fmla="*/ 113434 h 287143"/>
                  <a:gd name="connsiteX18" fmla="*/ 46605 w 287143"/>
                  <a:gd name="connsiteY18" fmla="*/ 89199 h 287143"/>
                  <a:gd name="connsiteX19" fmla="*/ 23189 w 287143"/>
                  <a:gd name="connsiteY19" fmla="*/ 65784 h 287143"/>
                  <a:gd name="connsiteX20" fmla="*/ 23189 w 287143"/>
                  <a:gd name="connsiteY20" fmla="*/ 60925 h 287143"/>
                  <a:gd name="connsiteX21" fmla="*/ 60897 w 287143"/>
                  <a:gd name="connsiteY21" fmla="*/ 23190 h 287143"/>
                  <a:gd name="connsiteX22" fmla="*/ 65784 w 287143"/>
                  <a:gd name="connsiteY22" fmla="*/ 23190 h 287143"/>
                  <a:gd name="connsiteX23" fmla="*/ 89143 w 287143"/>
                  <a:gd name="connsiteY23" fmla="*/ 46549 h 287143"/>
                  <a:gd name="connsiteX24" fmla="*/ 113490 w 287143"/>
                  <a:gd name="connsiteY24" fmla="*/ 36578 h 287143"/>
                  <a:gd name="connsiteX25" fmla="*/ 113490 w 287143"/>
                  <a:gd name="connsiteY25" fmla="*/ 3446 h 287143"/>
                  <a:gd name="connsiteX26" fmla="*/ 116936 w 287143"/>
                  <a:gd name="connsiteY26" fmla="*/ 0 h 287143"/>
                  <a:gd name="connsiteX27" fmla="*/ 170235 w 287143"/>
                  <a:gd name="connsiteY27" fmla="*/ 0 h 287143"/>
                  <a:gd name="connsiteX28" fmla="*/ 173681 w 287143"/>
                  <a:gd name="connsiteY28" fmla="*/ 3446 h 287143"/>
                  <a:gd name="connsiteX29" fmla="*/ 173681 w 287143"/>
                  <a:gd name="connsiteY29" fmla="*/ 36578 h 287143"/>
                  <a:gd name="connsiteX30" fmla="*/ 198029 w 287143"/>
                  <a:gd name="connsiteY30" fmla="*/ 46549 h 287143"/>
                  <a:gd name="connsiteX31" fmla="*/ 221388 w 287143"/>
                  <a:gd name="connsiteY31" fmla="*/ 23190 h 287143"/>
                  <a:gd name="connsiteX32" fmla="*/ 223817 w 287143"/>
                  <a:gd name="connsiteY32" fmla="*/ 22173 h 287143"/>
                  <a:gd name="connsiteX33" fmla="*/ 223817 w 287143"/>
                  <a:gd name="connsiteY33" fmla="*/ 22173 h 287143"/>
                  <a:gd name="connsiteX34" fmla="*/ 226246 w 287143"/>
                  <a:gd name="connsiteY34" fmla="*/ 23190 h 287143"/>
                  <a:gd name="connsiteX35" fmla="*/ 263954 w 287143"/>
                  <a:gd name="connsiteY35" fmla="*/ 60925 h 287143"/>
                  <a:gd name="connsiteX36" fmla="*/ 263954 w 287143"/>
                  <a:gd name="connsiteY36" fmla="*/ 65784 h 287143"/>
                  <a:gd name="connsiteX37" fmla="*/ 240538 w 287143"/>
                  <a:gd name="connsiteY37" fmla="*/ 89199 h 287143"/>
                  <a:gd name="connsiteX38" fmla="*/ 250679 w 287143"/>
                  <a:gd name="connsiteY38" fmla="*/ 113434 h 287143"/>
                  <a:gd name="connsiteX39" fmla="*/ 283698 w 287143"/>
                  <a:gd name="connsiteY39" fmla="*/ 113434 h 287143"/>
                  <a:gd name="connsiteX40" fmla="*/ 287143 w 287143"/>
                  <a:gd name="connsiteY40" fmla="*/ 116880 h 287143"/>
                  <a:gd name="connsiteX41" fmla="*/ 287143 w 287143"/>
                  <a:gd name="connsiteY41" fmla="*/ 170264 h 287143"/>
                  <a:gd name="connsiteX42" fmla="*/ 283698 w 287143"/>
                  <a:gd name="connsiteY42" fmla="*/ 173710 h 287143"/>
                  <a:gd name="connsiteX43" fmla="*/ 250679 w 287143"/>
                  <a:gd name="connsiteY43" fmla="*/ 173710 h 287143"/>
                  <a:gd name="connsiteX44" fmla="*/ 240538 w 287143"/>
                  <a:gd name="connsiteY44" fmla="*/ 197944 h 287143"/>
                  <a:gd name="connsiteX45" fmla="*/ 263954 w 287143"/>
                  <a:gd name="connsiteY45" fmla="*/ 221360 h 287143"/>
                  <a:gd name="connsiteX46" fmla="*/ 263954 w 287143"/>
                  <a:gd name="connsiteY46" fmla="*/ 226218 h 287143"/>
                  <a:gd name="connsiteX47" fmla="*/ 226246 w 287143"/>
                  <a:gd name="connsiteY47" fmla="*/ 263954 h 287143"/>
                  <a:gd name="connsiteX48" fmla="*/ 221388 w 287143"/>
                  <a:gd name="connsiteY48" fmla="*/ 263954 h 287143"/>
                  <a:gd name="connsiteX49" fmla="*/ 198029 w 287143"/>
                  <a:gd name="connsiteY49" fmla="*/ 240595 h 287143"/>
                  <a:gd name="connsiteX50" fmla="*/ 173681 w 287143"/>
                  <a:gd name="connsiteY50" fmla="*/ 250566 h 287143"/>
                  <a:gd name="connsiteX51" fmla="*/ 173681 w 287143"/>
                  <a:gd name="connsiteY51" fmla="*/ 283698 h 287143"/>
                  <a:gd name="connsiteX52" fmla="*/ 170235 w 287143"/>
                  <a:gd name="connsiteY52" fmla="*/ 287143 h 287143"/>
                  <a:gd name="connsiteX53" fmla="*/ 120354 w 287143"/>
                  <a:gd name="connsiteY53" fmla="*/ 280252 h 287143"/>
                  <a:gd name="connsiteX54" fmla="*/ 166761 w 287143"/>
                  <a:gd name="connsiteY54" fmla="*/ 280252 h 287143"/>
                  <a:gd name="connsiteX55" fmla="*/ 166761 w 287143"/>
                  <a:gd name="connsiteY55" fmla="*/ 248278 h 287143"/>
                  <a:gd name="connsiteX56" fmla="*/ 168908 w 287143"/>
                  <a:gd name="connsiteY56" fmla="*/ 245086 h 287143"/>
                  <a:gd name="connsiteX57" fmla="*/ 197521 w 287143"/>
                  <a:gd name="connsiteY57" fmla="*/ 233364 h 287143"/>
                  <a:gd name="connsiteX58" fmla="*/ 201249 w 287143"/>
                  <a:gd name="connsiteY58" fmla="*/ 234127 h 287143"/>
                  <a:gd name="connsiteX59" fmla="*/ 223789 w 287143"/>
                  <a:gd name="connsiteY59" fmla="*/ 256667 h 287143"/>
                  <a:gd name="connsiteX60" fmla="*/ 256610 w 287143"/>
                  <a:gd name="connsiteY60" fmla="*/ 223817 h 287143"/>
                  <a:gd name="connsiteX61" fmla="*/ 233985 w 287143"/>
                  <a:gd name="connsiteY61" fmla="*/ 201192 h 287143"/>
                  <a:gd name="connsiteX62" fmla="*/ 233251 w 287143"/>
                  <a:gd name="connsiteY62" fmla="*/ 197436 h 287143"/>
                  <a:gd name="connsiteX63" fmla="*/ 245171 w 287143"/>
                  <a:gd name="connsiteY63" fmla="*/ 168936 h 287143"/>
                  <a:gd name="connsiteX64" fmla="*/ 248362 w 287143"/>
                  <a:gd name="connsiteY64" fmla="*/ 166818 h 287143"/>
                  <a:gd name="connsiteX65" fmla="*/ 280251 w 287143"/>
                  <a:gd name="connsiteY65" fmla="*/ 166818 h 287143"/>
                  <a:gd name="connsiteX66" fmla="*/ 280251 w 287143"/>
                  <a:gd name="connsiteY66" fmla="*/ 120326 h 287143"/>
                  <a:gd name="connsiteX67" fmla="*/ 248362 w 287143"/>
                  <a:gd name="connsiteY67" fmla="*/ 120326 h 287143"/>
                  <a:gd name="connsiteX68" fmla="*/ 245171 w 287143"/>
                  <a:gd name="connsiteY68" fmla="*/ 118207 h 287143"/>
                  <a:gd name="connsiteX69" fmla="*/ 233251 w 287143"/>
                  <a:gd name="connsiteY69" fmla="*/ 89708 h 287143"/>
                  <a:gd name="connsiteX70" fmla="*/ 233985 w 287143"/>
                  <a:gd name="connsiteY70" fmla="*/ 85951 h 287143"/>
                  <a:gd name="connsiteX71" fmla="*/ 256610 w 287143"/>
                  <a:gd name="connsiteY71" fmla="*/ 63326 h 287143"/>
                  <a:gd name="connsiteX72" fmla="*/ 223789 w 287143"/>
                  <a:gd name="connsiteY72" fmla="*/ 30477 h 287143"/>
                  <a:gd name="connsiteX73" fmla="*/ 201249 w 287143"/>
                  <a:gd name="connsiteY73" fmla="*/ 53017 h 287143"/>
                  <a:gd name="connsiteX74" fmla="*/ 197521 w 287143"/>
                  <a:gd name="connsiteY74" fmla="*/ 53779 h 287143"/>
                  <a:gd name="connsiteX75" fmla="*/ 168908 w 287143"/>
                  <a:gd name="connsiteY75" fmla="*/ 42058 h 287143"/>
                  <a:gd name="connsiteX76" fmla="*/ 166761 w 287143"/>
                  <a:gd name="connsiteY76" fmla="*/ 38866 h 287143"/>
                  <a:gd name="connsiteX77" fmla="*/ 166761 w 287143"/>
                  <a:gd name="connsiteY77" fmla="*/ 6892 h 287143"/>
                  <a:gd name="connsiteX78" fmla="*/ 120354 w 287143"/>
                  <a:gd name="connsiteY78" fmla="*/ 6892 h 287143"/>
                  <a:gd name="connsiteX79" fmla="*/ 120354 w 287143"/>
                  <a:gd name="connsiteY79" fmla="*/ 38866 h 287143"/>
                  <a:gd name="connsiteX80" fmla="*/ 118207 w 287143"/>
                  <a:gd name="connsiteY80" fmla="*/ 42058 h 287143"/>
                  <a:gd name="connsiteX81" fmla="*/ 89595 w 287143"/>
                  <a:gd name="connsiteY81" fmla="*/ 53779 h 287143"/>
                  <a:gd name="connsiteX82" fmla="*/ 85866 w 287143"/>
                  <a:gd name="connsiteY82" fmla="*/ 53017 h 287143"/>
                  <a:gd name="connsiteX83" fmla="*/ 63326 w 287143"/>
                  <a:gd name="connsiteY83" fmla="*/ 30477 h 287143"/>
                  <a:gd name="connsiteX84" fmla="*/ 30505 w 287143"/>
                  <a:gd name="connsiteY84" fmla="*/ 63326 h 287143"/>
                  <a:gd name="connsiteX85" fmla="*/ 53130 w 287143"/>
                  <a:gd name="connsiteY85" fmla="*/ 85951 h 287143"/>
                  <a:gd name="connsiteX86" fmla="*/ 53864 w 287143"/>
                  <a:gd name="connsiteY86" fmla="*/ 89708 h 287143"/>
                  <a:gd name="connsiteX87" fmla="*/ 41944 w 287143"/>
                  <a:gd name="connsiteY87" fmla="*/ 118207 h 287143"/>
                  <a:gd name="connsiteX88" fmla="*/ 38753 w 287143"/>
                  <a:gd name="connsiteY88" fmla="*/ 120326 h 287143"/>
                  <a:gd name="connsiteX89" fmla="*/ 6864 w 287143"/>
                  <a:gd name="connsiteY89" fmla="*/ 120326 h 287143"/>
                  <a:gd name="connsiteX90" fmla="*/ 6864 w 287143"/>
                  <a:gd name="connsiteY90" fmla="*/ 166818 h 287143"/>
                  <a:gd name="connsiteX91" fmla="*/ 38753 w 287143"/>
                  <a:gd name="connsiteY91" fmla="*/ 166818 h 287143"/>
                  <a:gd name="connsiteX92" fmla="*/ 41944 w 287143"/>
                  <a:gd name="connsiteY92" fmla="*/ 168936 h 287143"/>
                  <a:gd name="connsiteX93" fmla="*/ 53864 w 287143"/>
                  <a:gd name="connsiteY93" fmla="*/ 197436 h 287143"/>
                  <a:gd name="connsiteX94" fmla="*/ 53130 w 287143"/>
                  <a:gd name="connsiteY94" fmla="*/ 201192 h 287143"/>
                  <a:gd name="connsiteX95" fmla="*/ 30505 w 287143"/>
                  <a:gd name="connsiteY95" fmla="*/ 223817 h 287143"/>
                  <a:gd name="connsiteX96" fmla="*/ 63326 w 287143"/>
                  <a:gd name="connsiteY96" fmla="*/ 256667 h 287143"/>
                  <a:gd name="connsiteX97" fmla="*/ 85866 w 287143"/>
                  <a:gd name="connsiteY97" fmla="*/ 234127 h 287143"/>
                  <a:gd name="connsiteX98" fmla="*/ 89595 w 287143"/>
                  <a:gd name="connsiteY98" fmla="*/ 233364 h 287143"/>
                  <a:gd name="connsiteX99" fmla="*/ 118207 w 287143"/>
                  <a:gd name="connsiteY99" fmla="*/ 245086 h 287143"/>
                  <a:gd name="connsiteX100" fmla="*/ 120354 w 287143"/>
                  <a:gd name="connsiteY100" fmla="*/ 248278 h 287143"/>
                  <a:gd name="connsiteX101" fmla="*/ 120354 w 287143"/>
                  <a:gd name="connsiteY101" fmla="*/ 280252 h 287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87143" h="287143">
                    <a:moveTo>
                      <a:pt x="170207" y="287143"/>
                    </a:moveTo>
                    <a:lnTo>
                      <a:pt x="116908" y="287143"/>
                    </a:lnTo>
                    <a:cubicBezTo>
                      <a:pt x="115015" y="287143"/>
                      <a:pt x="113462" y="285590"/>
                      <a:pt x="113462" y="283698"/>
                    </a:cubicBezTo>
                    <a:lnTo>
                      <a:pt x="113462" y="250566"/>
                    </a:lnTo>
                    <a:lnTo>
                      <a:pt x="89114" y="240595"/>
                    </a:lnTo>
                    <a:lnTo>
                      <a:pt x="65755" y="263954"/>
                    </a:lnTo>
                    <a:cubicBezTo>
                      <a:pt x="65106" y="264604"/>
                      <a:pt x="64230" y="264971"/>
                      <a:pt x="63326" y="264971"/>
                    </a:cubicBezTo>
                    <a:lnTo>
                      <a:pt x="63326" y="264971"/>
                    </a:lnTo>
                    <a:cubicBezTo>
                      <a:pt x="62422" y="264971"/>
                      <a:pt x="61547" y="264604"/>
                      <a:pt x="60897" y="263954"/>
                    </a:cubicBezTo>
                    <a:lnTo>
                      <a:pt x="23189" y="226218"/>
                    </a:lnTo>
                    <a:cubicBezTo>
                      <a:pt x="21834" y="224862"/>
                      <a:pt x="21834" y="222687"/>
                      <a:pt x="23189" y="221360"/>
                    </a:cubicBezTo>
                    <a:lnTo>
                      <a:pt x="46605" y="197944"/>
                    </a:lnTo>
                    <a:lnTo>
                      <a:pt x="36465" y="173710"/>
                    </a:lnTo>
                    <a:lnTo>
                      <a:pt x="3446" y="173710"/>
                    </a:lnTo>
                    <a:cubicBezTo>
                      <a:pt x="1553" y="173710"/>
                      <a:pt x="0" y="172156"/>
                      <a:pt x="0" y="170264"/>
                    </a:cubicBezTo>
                    <a:lnTo>
                      <a:pt x="0" y="116880"/>
                    </a:lnTo>
                    <a:cubicBezTo>
                      <a:pt x="0" y="114987"/>
                      <a:pt x="1553" y="113434"/>
                      <a:pt x="3446" y="113434"/>
                    </a:cubicBezTo>
                    <a:lnTo>
                      <a:pt x="36465" y="113434"/>
                    </a:lnTo>
                    <a:lnTo>
                      <a:pt x="46605" y="89199"/>
                    </a:lnTo>
                    <a:lnTo>
                      <a:pt x="23189" y="65784"/>
                    </a:lnTo>
                    <a:cubicBezTo>
                      <a:pt x="21834" y="64428"/>
                      <a:pt x="21834" y="62253"/>
                      <a:pt x="23189" y="60925"/>
                    </a:cubicBezTo>
                    <a:lnTo>
                      <a:pt x="60897" y="23190"/>
                    </a:lnTo>
                    <a:cubicBezTo>
                      <a:pt x="62196" y="21890"/>
                      <a:pt x="64484" y="21890"/>
                      <a:pt x="65784" y="23190"/>
                    </a:cubicBezTo>
                    <a:lnTo>
                      <a:pt x="89143" y="46549"/>
                    </a:lnTo>
                    <a:lnTo>
                      <a:pt x="113490" y="36578"/>
                    </a:lnTo>
                    <a:lnTo>
                      <a:pt x="113490" y="3446"/>
                    </a:lnTo>
                    <a:cubicBezTo>
                      <a:pt x="113490" y="1553"/>
                      <a:pt x="115044" y="0"/>
                      <a:pt x="116936" y="0"/>
                    </a:cubicBezTo>
                    <a:lnTo>
                      <a:pt x="170235" y="0"/>
                    </a:lnTo>
                    <a:cubicBezTo>
                      <a:pt x="172128" y="0"/>
                      <a:pt x="173681" y="1553"/>
                      <a:pt x="173681" y="3446"/>
                    </a:cubicBezTo>
                    <a:lnTo>
                      <a:pt x="173681" y="36578"/>
                    </a:lnTo>
                    <a:lnTo>
                      <a:pt x="198029" y="46549"/>
                    </a:lnTo>
                    <a:lnTo>
                      <a:pt x="221388" y="23190"/>
                    </a:lnTo>
                    <a:cubicBezTo>
                      <a:pt x="222038" y="22540"/>
                      <a:pt x="222913" y="22173"/>
                      <a:pt x="223817" y="22173"/>
                    </a:cubicBezTo>
                    <a:lnTo>
                      <a:pt x="223817" y="22173"/>
                    </a:lnTo>
                    <a:cubicBezTo>
                      <a:pt x="224721" y="22173"/>
                      <a:pt x="225597" y="22540"/>
                      <a:pt x="226246" y="23190"/>
                    </a:cubicBezTo>
                    <a:lnTo>
                      <a:pt x="263954" y="60925"/>
                    </a:lnTo>
                    <a:cubicBezTo>
                      <a:pt x="265310" y="62281"/>
                      <a:pt x="265310" y="64456"/>
                      <a:pt x="263954" y="65784"/>
                    </a:cubicBezTo>
                    <a:lnTo>
                      <a:pt x="240538" y="89199"/>
                    </a:lnTo>
                    <a:lnTo>
                      <a:pt x="250679" y="113434"/>
                    </a:lnTo>
                    <a:lnTo>
                      <a:pt x="283698" y="113434"/>
                    </a:lnTo>
                    <a:cubicBezTo>
                      <a:pt x="285590" y="113434"/>
                      <a:pt x="287143" y="114987"/>
                      <a:pt x="287143" y="116880"/>
                    </a:cubicBezTo>
                    <a:lnTo>
                      <a:pt x="287143" y="170264"/>
                    </a:lnTo>
                    <a:cubicBezTo>
                      <a:pt x="287143" y="172156"/>
                      <a:pt x="285590" y="173710"/>
                      <a:pt x="283698" y="173710"/>
                    </a:cubicBezTo>
                    <a:lnTo>
                      <a:pt x="250679" y="173710"/>
                    </a:lnTo>
                    <a:lnTo>
                      <a:pt x="240538" y="197944"/>
                    </a:lnTo>
                    <a:lnTo>
                      <a:pt x="263954" y="221360"/>
                    </a:lnTo>
                    <a:cubicBezTo>
                      <a:pt x="265310" y="222716"/>
                      <a:pt x="265310" y="224890"/>
                      <a:pt x="263954" y="226218"/>
                    </a:cubicBezTo>
                    <a:lnTo>
                      <a:pt x="226246" y="263954"/>
                    </a:lnTo>
                    <a:cubicBezTo>
                      <a:pt x="224947" y="265253"/>
                      <a:pt x="222659" y="265253"/>
                      <a:pt x="221388" y="263954"/>
                    </a:cubicBezTo>
                    <a:lnTo>
                      <a:pt x="198029" y="240595"/>
                    </a:lnTo>
                    <a:lnTo>
                      <a:pt x="173681" y="250566"/>
                    </a:lnTo>
                    <a:lnTo>
                      <a:pt x="173681" y="283698"/>
                    </a:lnTo>
                    <a:cubicBezTo>
                      <a:pt x="173681" y="285590"/>
                      <a:pt x="172128" y="287143"/>
                      <a:pt x="170235" y="287143"/>
                    </a:cubicBezTo>
                    <a:close/>
                    <a:moveTo>
                      <a:pt x="120354" y="280252"/>
                    </a:moveTo>
                    <a:lnTo>
                      <a:pt x="166761" y="280252"/>
                    </a:lnTo>
                    <a:lnTo>
                      <a:pt x="166761" y="248278"/>
                    </a:lnTo>
                    <a:cubicBezTo>
                      <a:pt x="166761" y="246865"/>
                      <a:pt x="167609" y="245623"/>
                      <a:pt x="168908" y="245086"/>
                    </a:cubicBezTo>
                    <a:lnTo>
                      <a:pt x="197521" y="233364"/>
                    </a:lnTo>
                    <a:cubicBezTo>
                      <a:pt x="198792" y="232827"/>
                      <a:pt x="200289" y="233138"/>
                      <a:pt x="201249" y="234127"/>
                    </a:cubicBezTo>
                    <a:lnTo>
                      <a:pt x="223789" y="256667"/>
                    </a:lnTo>
                    <a:lnTo>
                      <a:pt x="256610" y="223817"/>
                    </a:lnTo>
                    <a:lnTo>
                      <a:pt x="233985" y="201192"/>
                    </a:lnTo>
                    <a:cubicBezTo>
                      <a:pt x="232997" y="200204"/>
                      <a:pt x="232714" y="198707"/>
                      <a:pt x="233251" y="197436"/>
                    </a:cubicBezTo>
                    <a:lnTo>
                      <a:pt x="245171" y="168936"/>
                    </a:lnTo>
                    <a:cubicBezTo>
                      <a:pt x="245707" y="167665"/>
                      <a:pt x="246950" y="166818"/>
                      <a:pt x="248362" y="166818"/>
                    </a:cubicBezTo>
                    <a:lnTo>
                      <a:pt x="280251" y="166818"/>
                    </a:lnTo>
                    <a:lnTo>
                      <a:pt x="280251" y="120326"/>
                    </a:lnTo>
                    <a:lnTo>
                      <a:pt x="248362" y="120326"/>
                    </a:lnTo>
                    <a:cubicBezTo>
                      <a:pt x="246978" y="120326"/>
                      <a:pt x="245707" y="119507"/>
                      <a:pt x="245171" y="118207"/>
                    </a:cubicBezTo>
                    <a:lnTo>
                      <a:pt x="233251" y="89708"/>
                    </a:lnTo>
                    <a:cubicBezTo>
                      <a:pt x="232714" y="88408"/>
                      <a:pt x="232997" y="86940"/>
                      <a:pt x="233985" y="85951"/>
                    </a:cubicBezTo>
                    <a:lnTo>
                      <a:pt x="256610" y="63326"/>
                    </a:lnTo>
                    <a:lnTo>
                      <a:pt x="223789" y="30477"/>
                    </a:lnTo>
                    <a:lnTo>
                      <a:pt x="201249" y="53017"/>
                    </a:lnTo>
                    <a:cubicBezTo>
                      <a:pt x="200260" y="54005"/>
                      <a:pt x="198792" y="54288"/>
                      <a:pt x="197521" y="53779"/>
                    </a:cubicBezTo>
                    <a:lnTo>
                      <a:pt x="168908" y="42058"/>
                    </a:lnTo>
                    <a:cubicBezTo>
                      <a:pt x="167609" y="41521"/>
                      <a:pt x="166761" y="40278"/>
                      <a:pt x="166761" y="38866"/>
                    </a:cubicBezTo>
                    <a:lnTo>
                      <a:pt x="166761" y="6892"/>
                    </a:lnTo>
                    <a:lnTo>
                      <a:pt x="120354" y="6892"/>
                    </a:lnTo>
                    <a:lnTo>
                      <a:pt x="120354" y="38866"/>
                    </a:lnTo>
                    <a:cubicBezTo>
                      <a:pt x="120354" y="40278"/>
                      <a:pt x="119507" y="41521"/>
                      <a:pt x="118207" y="42058"/>
                    </a:cubicBezTo>
                    <a:lnTo>
                      <a:pt x="89595" y="53779"/>
                    </a:lnTo>
                    <a:cubicBezTo>
                      <a:pt x="88295" y="54316"/>
                      <a:pt x="86827" y="54005"/>
                      <a:pt x="85866" y="53017"/>
                    </a:cubicBezTo>
                    <a:lnTo>
                      <a:pt x="63326" y="30477"/>
                    </a:lnTo>
                    <a:lnTo>
                      <a:pt x="30505" y="63326"/>
                    </a:lnTo>
                    <a:lnTo>
                      <a:pt x="53130" y="85951"/>
                    </a:lnTo>
                    <a:cubicBezTo>
                      <a:pt x="54118" y="86940"/>
                      <a:pt x="54401" y="88437"/>
                      <a:pt x="53864" y="89708"/>
                    </a:cubicBezTo>
                    <a:lnTo>
                      <a:pt x="41944" y="118207"/>
                    </a:lnTo>
                    <a:cubicBezTo>
                      <a:pt x="41408" y="119478"/>
                      <a:pt x="40165" y="120326"/>
                      <a:pt x="38753" y="120326"/>
                    </a:cubicBezTo>
                    <a:lnTo>
                      <a:pt x="6864" y="120326"/>
                    </a:lnTo>
                    <a:lnTo>
                      <a:pt x="6864" y="166818"/>
                    </a:lnTo>
                    <a:lnTo>
                      <a:pt x="38753" y="166818"/>
                    </a:lnTo>
                    <a:cubicBezTo>
                      <a:pt x="40137" y="166818"/>
                      <a:pt x="41408" y="167637"/>
                      <a:pt x="41944" y="168936"/>
                    </a:cubicBezTo>
                    <a:lnTo>
                      <a:pt x="53864" y="197436"/>
                    </a:lnTo>
                    <a:cubicBezTo>
                      <a:pt x="54401" y="198735"/>
                      <a:pt x="54118" y="200204"/>
                      <a:pt x="53130" y="201192"/>
                    </a:cubicBezTo>
                    <a:lnTo>
                      <a:pt x="30505" y="223817"/>
                    </a:lnTo>
                    <a:lnTo>
                      <a:pt x="63326" y="256667"/>
                    </a:lnTo>
                    <a:lnTo>
                      <a:pt x="85866" y="234127"/>
                    </a:lnTo>
                    <a:cubicBezTo>
                      <a:pt x="86855" y="233138"/>
                      <a:pt x="88323" y="232856"/>
                      <a:pt x="89595" y="233364"/>
                    </a:cubicBezTo>
                    <a:lnTo>
                      <a:pt x="118207" y="245086"/>
                    </a:lnTo>
                    <a:cubicBezTo>
                      <a:pt x="119507" y="245623"/>
                      <a:pt x="120354" y="246865"/>
                      <a:pt x="120354" y="248278"/>
                    </a:cubicBezTo>
                    <a:lnTo>
                      <a:pt x="120354" y="280252"/>
                    </a:lnTo>
                    <a:close/>
                  </a:path>
                </a:pathLst>
              </a:custGeom>
              <a:solidFill>
                <a:srgbClr val="01355A"/>
              </a:solidFill>
              <a:ln w="2824" cap="flat">
                <a:noFill/>
                <a:prstDash val="solid"/>
                <a:miter/>
              </a:ln>
            </p:spPr>
            <p:txBody>
              <a:bodyPr rtlCol="1" anchor="ctr"/>
              <a:lstStyle/>
              <a:p>
                <a:endParaRPr lang="ar-SA"/>
              </a:p>
            </p:txBody>
          </p:sp>
          <p:sp>
            <p:nvSpPr>
              <p:cNvPr id="7321" name="شكل حر: شكل 8213">
                <a:extLst>
                  <a:ext uri="{FF2B5EF4-FFF2-40B4-BE49-F238E27FC236}">
                    <a16:creationId xmlns:a16="http://schemas.microsoft.com/office/drawing/2014/main" id="{D1D2E1A5-FAA1-C35D-574D-928553ABAA9C}"/>
                  </a:ext>
                </a:extLst>
              </p:cNvPr>
              <p:cNvSpPr/>
              <p:nvPr/>
            </p:nvSpPr>
            <p:spPr>
              <a:xfrm>
                <a:off x="2601385" y="137498"/>
                <a:ext cx="136651" cy="136651"/>
              </a:xfrm>
              <a:custGeom>
                <a:avLst/>
                <a:gdLst>
                  <a:gd name="connsiteX0" fmla="*/ 68326 w 136651"/>
                  <a:gd name="connsiteY0" fmla="*/ 136652 h 136651"/>
                  <a:gd name="connsiteX1" fmla="*/ 0 w 136651"/>
                  <a:gd name="connsiteY1" fmla="*/ 68326 h 136651"/>
                  <a:gd name="connsiteX2" fmla="*/ 68326 w 136651"/>
                  <a:gd name="connsiteY2" fmla="*/ 0 h 136651"/>
                  <a:gd name="connsiteX3" fmla="*/ 136652 w 136651"/>
                  <a:gd name="connsiteY3" fmla="*/ 68326 h 136651"/>
                  <a:gd name="connsiteX4" fmla="*/ 68326 w 136651"/>
                  <a:gd name="connsiteY4" fmla="*/ 136652 h 136651"/>
                  <a:gd name="connsiteX5" fmla="*/ 68326 w 136651"/>
                  <a:gd name="connsiteY5" fmla="*/ 6864 h 136651"/>
                  <a:gd name="connsiteX6" fmla="*/ 6892 w 136651"/>
                  <a:gd name="connsiteY6" fmla="*/ 68298 h 136651"/>
                  <a:gd name="connsiteX7" fmla="*/ 68326 w 136651"/>
                  <a:gd name="connsiteY7" fmla="*/ 129731 h 136651"/>
                  <a:gd name="connsiteX8" fmla="*/ 129760 w 136651"/>
                  <a:gd name="connsiteY8" fmla="*/ 68298 h 136651"/>
                  <a:gd name="connsiteX9" fmla="*/ 68326 w 136651"/>
                  <a:gd name="connsiteY9" fmla="*/ 6864 h 136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6651" h="136651">
                    <a:moveTo>
                      <a:pt x="68326" y="136652"/>
                    </a:moveTo>
                    <a:cubicBezTo>
                      <a:pt x="30646" y="136652"/>
                      <a:pt x="0" y="106005"/>
                      <a:pt x="0" y="68326"/>
                    </a:cubicBezTo>
                    <a:cubicBezTo>
                      <a:pt x="0" y="30646"/>
                      <a:pt x="30646" y="0"/>
                      <a:pt x="68326" y="0"/>
                    </a:cubicBezTo>
                    <a:cubicBezTo>
                      <a:pt x="106005" y="0"/>
                      <a:pt x="136652" y="30646"/>
                      <a:pt x="136652" y="68326"/>
                    </a:cubicBezTo>
                    <a:cubicBezTo>
                      <a:pt x="136652" y="106005"/>
                      <a:pt x="106005" y="136652"/>
                      <a:pt x="68326" y="136652"/>
                    </a:cubicBezTo>
                    <a:close/>
                    <a:moveTo>
                      <a:pt x="68326" y="6864"/>
                    </a:moveTo>
                    <a:cubicBezTo>
                      <a:pt x="34431" y="6864"/>
                      <a:pt x="6892" y="34431"/>
                      <a:pt x="6892" y="68298"/>
                    </a:cubicBezTo>
                    <a:cubicBezTo>
                      <a:pt x="6892" y="102164"/>
                      <a:pt x="34459" y="129731"/>
                      <a:pt x="68326" y="129731"/>
                    </a:cubicBezTo>
                    <a:cubicBezTo>
                      <a:pt x="102192" y="129731"/>
                      <a:pt x="129760" y="102164"/>
                      <a:pt x="129760" y="68298"/>
                    </a:cubicBezTo>
                    <a:cubicBezTo>
                      <a:pt x="129760" y="34431"/>
                      <a:pt x="102192" y="6864"/>
                      <a:pt x="68326" y="6864"/>
                    </a:cubicBezTo>
                    <a:close/>
                  </a:path>
                </a:pathLst>
              </a:custGeom>
              <a:solidFill>
                <a:srgbClr val="01355A"/>
              </a:solidFill>
              <a:ln w="2824" cap="flat">
                <a:noFill/>
                <a:prstDash val="solid"/>
                <a:miter/>
              </a:ln>
            </p:spPr>
            <p:txBody>
              <a:bodyPr rtlCol="1" anchor="ctr"/>
              <a:lstStyle/>
              <a:p>
                <a:endParaRPr lang="ar-SA"/>
              </a:p>
            </p:txBody>
          </p:sp>
        </p:grpSp>
        <p:grpSp>
          <p:nvGrpSpPr>
            <p:cNvPr id="7314" name="رسم 8014">
              <a:extLst>
                <a:ext uri="{FF2B5EF4-FFF2-40B4-BE49-F238E27FC236}">
                  <a16:creationId xmlns:a16="http://schemas.microsoft.com/office/drawing/2014/main" id="{97B74BAC-8254-8984-AA26-63FFB8E3E0C4}"/>
                </a:ext>
              </a:extLst>
            </p:cNvPr>
            <p:cNvGrpSpPr/>
            <p:nvPr/>
          </p:nvGrpSpPr>
          <p:grpSpPr>
            <a:xfrm>
              <a:off x="2599945" y="136030"/>
              <a:ext cx="139589" cy="139589"/>
              <a:chOff x="2599945" y="136030"/>
              <a:chExt cx="139589" cy="139589"/>
            </a:xfrm>
          </p:grpSpPr>
          <p:sp>
            <p:nvSpPr>
              <p:cNvPr id="7315" name="شكل حر: شكل 8215">
                <a:extLst>
                  <a:ext uri="{FF2B5EF4-FFF2-40B4-BE49-F238E27FC236}">
                    <a16:creationId xmlns:a16="http://schemas.microsoft.com/office/drawing/2014/main" id="{7537653D-D654-8E93-B59E-DB3F6723B12E}"/>
                  </a:ext>
                </a:extLst>
              </p:cNvPr>
              <p:cNvSpPr/>
              <p:nvPr/>
            </p:nvSpPr>
            <p:spPr>
              <a:xfrm>
                <a:off x="2599945" y="136030"/>
                <a:ext cx="139589" cy="139589"/>
              </a:xfrm>
              <a:custGeom>
                <a:avLst/>
                <a:gdLst>
                  <a:gd name="connsiteX0" fmla="*/ 69794 w 139589"/>
                  <a:gd name="connsiteY0" fmla="*/ 139589 h 139589"/>
                  <a:gd name="connsiteX1" fmla="*/ 0 w 139589"/>
                  <a:gd name="connsiteY1" fmla="*/ 69795 h 139589"/>
                  <a:gd name="connsiteX2" fmla="*/ 69794 w 139589"/>
                  <a:gd name="connsiteY2" fmla="*/ 0 h 139589"/>
                  <a:gd name="connsiteX3" fmla="*/ 139589 w 139589"/>
                  <a:gd name="connsiteY3" fmla="*/ 69795 h 139589"/>
                  <a:gd name="connsiteX4" fmla="*/ 69794 w 139589"/>
                  <a:gd name="connsiteY4" fmla="*/ 139589 h 139589"/>
                  <a:gd name="connsiteX5" fmla="*/ 69794 w 139589"/>
                  <a:gd name="connsiteY5" fmla="*/ 6864 h 139589"/>
                  <a:gd name="connsiteX6" fmla="*/ 6892 w 139589"/>
                  <a:gd name="connsiteY6" fmla="*/ 69766 h 139589"/>
                  <a:gd name="connsiteX7" fmla="*/ 69794 w 139589"/>
                  <a:gd name="connsiteY7" fmla="*/ 132669 h 139589"/>
                  <a:gd name="connsiteX8" fmla="*/ 132697 w 139589"/>
                  <a:gd name="connsiteY8" fmla="*/ 69766 h 139589"/>
                  <a:gd name="connsiteX9" fmla="*/ 69794 w 139589"/>
                  <a:gd name="connsiteY9" fmla="*/ 6864 h 139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9589" h="139589">
                    <a:moveTo>
                      <a:pt x="69794" y="139589"/>
                    </a:moveTo>
                    <a:cubicBezTo>
                      <a:pt x="31296" y="139589"/>
                      <a:pt x="0" y="108265"/>
                      <a:pt x="0" y="69795"/>
                    </a:cubicBezTo>
                    <a:cubicBezTo>
                      <a:pt x="0" y="31324"/>
                      <a:pt x="31324" y="0"/>
                      <a:pt x="69794" y="0"/>
                    </a:cubicBezTo>
                    <a:cubicBezTo>
                      <a:pt x="108265" y="0"/>
                      <a:pt x="139589" y="31324"/>
                      <a:pt x="139589" y="69795"/>
                    </a:cubicBezTo>
                    <a:cubicBezTo>
                      <a:pt x="139589" y="108265"/>
                      <a:pt x="108265" y="139589"/>
                      <a:pt x="69794" y="139589"/>
                    </a:cubicBezTo>
                    <a:close/>
                    <a:moveTo>
                      <a:pt x="69794" y="6864"/>
                    </a:moveTo>
                    <a:cubicBezTo>
                      <a:pt x="35109" y="6864"/>
                      <a:pt x="6892" y="35081"/>
                      <a:pt x="6892" y="69766"/>
                    </a:cubicBezTo>
                    <a:cubicBezTo>
                      <a:pt x="6892" y="104452"/>
                      <a:pt x="35109" y="132669"/>
                      <a:pt x="69794" y="132669"/>
                    </a:cubicBezTo>
                    <a:cubicBezTo>
                      <a:pt x="104480" y="132669"/>
                      <a:pt x="132697" y="104452"/>
                      <a:pt x="132697" y="69766"/>
                    </a:cubicBezTo>
                    <a:cubicBezTo>
                      <a:pt x="132697" y="35081"/>
                      <a:pt x="104480" y="6864"/>
                      <a:pt x="69794" y="6864"/>
                    </a:cubicBezTo>
                    <a:close/>
                  </a:path>
                </a:pathLst>
              </a:custGeom>
              <a:solidFill>
                <a:srgbClr val="01355A"/>
              </a:solidFill>
              <a:ln w="2824" cap="flat">
                <a:noFill/>
                <a:prstDash val="solid"/>
                <a:miter/>
              </a:ln>
            </p:spPr>
            <p:txBody>
              <a:bodyPr rtlCol="1" anchor="ctr"/>
              <a:lstStyle/>
              <a:p>
                <a:endParaRPr lang="ar-SA"/>
              </a:p>
            </p:txBody>
          </p:sp>
          <p:grpSp>
            <p:nvGrpSpPr>
              <p:cNvPr id="7316" name="رسم 8014">
                <a:extLst>
                  <a:ext uri="{FF2B5EF4-FFF2-40B4-BE49-F238E27FC236}">
                    <a16:creationId xmlns:a16="http://schemas.microsoft.com/office/drawing/2014/main" id="{AB24C0AA-B2DA-7A70-F2C2-3195CCCFF4F5}"/>
                  </a:ext>
                </a:extLst>
              </p:cNvPr>
              <p:cNvGrpSpPr/>
              <p:nvPr/>
            </p:nvGrpSpPr>
            <p:grpSpPr>
              <a:xfrm>
                <a:off x="2646776" y="162919"/>
                <a:ext cx="45926" cy="85809"/>
                <a:chOff x="2646776" y="162919"/>
                <a:chExt cx="45926" cy="85809"/>
              </a:xfrm>
              <a:solidFill>
                <a:srgbClr val="17A3A3"/>
              </a:solidFill>
            </p:grpSpPr>
            <p:sp>
              <p:nvSpPr>
                <p:cNvPr id="7317" name="شكل حر: شكل 8217">
                  <a:extLst>
                    <a:ext uri="{FF2B5EF4-FFF2-40B4-BE49-F238E27FC236}">
                      <a16:creationId xmlns:a16="http://schemas.microsoft.com/office/drawing/2014/main" id="{3F99C610-3AEB-E807-9129-6512460C250A}"/>
                    </a:ext>
                  </a:extLst>
                </p:cNvPr>
                <p:cNvSpPr/>
                <p:nvPr/>
              </p:nvSpPr>
              <p:spPr>
                <a:xfrm>
                  <a:off x="2646776" y="171195"/>
                  <a:ext cx="45926" cy="69257"/>
                </a:xfrm>
                <a:custGeom>
                  <a:avLst/>
                  <a:gdLst>
                    <a:gd name="connsiteX0" fmla="*/ 22963 w 45926"/>
                    <a:gd name="connsiteY0" fmla="*/ 69258 h 69257"/>
                    <a:gd name="connsiteX1" fmla="*/ 0 w 45926"/>
                    <a:gd name="connsiteY1" fmla="*/ 50220 h 69257"/>
                    <a:gd name="connsiteX2" fmla="*/ 3446 w 45926"/>
                    <a:gd name="connsiteY2" fmla="*/ 46774 h 69257"/>
                    <a:gd name="connsiteX3" fmla="*/ 6892 w 45926"/>
                    <a:gd name="connsiteY3" fmla="*/ 50220 h 69257"/>
                    <a:gd name="connsiteX4" fmla="*/ 22963 w 45926"/>
                    <a:gd name="connsiteY4" fmla="*/ 62366 h 69257"/>
                    <a:gd name="connsiteX5" fmla="*/ 39035 w 45926"/>
                    <a:gd name="connsiteY5" fmla="*/ 50220 h 69257"/>
                    <a:gd name="connsiteX6" fmla="*/ 22963 w 45926"/>
                    <a:gd name="connsiteY6" fmla="*/ 38075 h 69257"/>
                    <a:gd name="connsiteX7" fmla="*/ 0 w 45926"/>
                    <a:gd name="connsiteY7" fmla="*/ 19037 h 69257"/>
                    <a:gd name="connsiteX8" fmla="*/ 22963 w 45926"/>
                    <a:gd name="connsiteY8" fmla="*/ 0 h 69257"/>
                    <a:gd name="connsiteX9" fmla="*/ 45927 w 45926"/>
                    <a:gd name="connsiteY9" fmla="*/ 19037 h 69257"/>
                    <a:gd name="connsiteX10" fmla="*/ 42481 w 45926"/>
                    <a:gd name="connsiteY10" fmla="*/ 22483 h 69257"/>
                    <a:gd name="connsiteX11" fmla="*/ 39035 w 45926"/>
                    <a:gd name="connsiteY11" fmla="*/ 19037 h 69257"/>
                    <a:gd name="connsiteX12" fmla="*/ 22963 w 45926"/>
                    <a:gd name="connsiteY12" fmla="*/ 6892 h 69257"/>
                    <a:gd name="connsiteX13" fmla="*/ 6892 w 45926"/>
                    <a:gd name="connsiteY13" fmla="*/ 19037 h 69257"/>
                    <a:gd name="connsiteX14" fmla="*/ 22963 w 45926"/>
                    <a:gd name="connsiteY14" fmla="*/ 31183 h 69257"/>
                    <a:gd name="connsiteX15" fmla="*/ 45927 w 45926"/>
                    <a:gd name="connsiteY15" fmla="*/ 50220 h 69257"/>
                    <a:gd name="connsiteX16" fmla="*/ 22963 w 45926"/>
                    <a:gd name="connsiteY16" fmla="*/ 69258 h 69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926" h="69257">
                      <a:moveTo>
                        <a:pt x="22963" y="69258"/>
                      </a:moveTo>
                      <a:cubicBezTo>
                        <a:pt x="10309" y="69258"/>
                        <a:pt x="0" y="60728"/>
                        <a:pt x="0" y="50220"/>
                      </a:cubicBezTo>
                      <a:cubicBezTo>
                        <a:pt x="0" y="48328"/>
                        <a:pt x="1553" y="46774"/>
                        <a:pt x="3446" y="46774"/>
                      </a:cubicBezTo>
                      <a:cubicBezTo>
                        <a:pt x="5338" y="46774"/>
                        <a:pt x="6892" y="48328"/>
                        <a:pt x="6892" y="50220"/>
                      </a:cubicBezTo>
                      <a:cubicBezTo>
                        <a:pt x="6892" y="56915"/>
                        <a:pt x="14094" y="62366"/>
                        <a:pt x="22963" y="62366"/>
                      </a:cubicBezTo>
                      <a:cubicBezTo>
                        <a:pt x="31833" y="62366"/>
                        <a:pt x="39035" y="56915"/>
                        <a:pt x="39035" y="50220"/>
                      </a:cubicBezTo>
                      <a:cubicBezTo>
                        <a:pt x="39035" y="43526"/>
                        <a:pt x="31833" y="38075"/>
                        <a:pt x="22963" y="38075"/>
                      </a:cubicBezTo>
                      <a:cubicBezTo>
                        <a:pt x="10309" y="38075"/>
                        <a:pt x="0" y="29545"/>
                        <a:pt x="0" y="19037"/>
                      </a:cubicBezTo>
                      <a:cubicBezTo>
                        <a:pt x="0" y="8530"/>
                        <a:pt x="10309" y="0"/>
                        <a:pt x="22963" y="0"/>
                      </a:cubicBezTo>
                      <a:cubicBezTo>
                        <a:pt x="35617" y="0"/>
                        <a:pt x="45927" y="8530"/>
                        <a:pt x="45927" y="19037"/>
                      </a:cubicBezTo>
                      <a:cubicBezTo>
                        <a:pt x="45927" y="20930"/>
                        <a:pt x="44374" y="22483"/>
                        <a:pt x="42481" y="22483"/>
                      </a:cubicBezTo>
                      <a:cubicBezTo>
                        <a:pt x="40589" y="22483"/>
                        <a:pt x="39035" y="20930"/>
                        <a:pt x="39035" y="19037"/>
                      </a:cubicBezTo>
                      <a:cubicBezTo>
                        <a:pt x="39035" y="12343"/>
                        <a:pt x="31833" y="6892"/>
                        <a:pt x="22963" y="6892"/>
                      </a:cubicBezTo>
                      <a:cubicBezTo>
                        <a:pt x="14094" y="6892"/>
                        <a:pt x="6892" y="12343"/>
                        <a:pt x="6892" y="19037"/>
                      </a:cubicBezTo>
                      <a:cubicBezTo>
                        <a:pt x="6892" y="25732"/>
                        <a:pt x="14094" y="31183"/>
                        <a:pt x="22963" y="31183"/>
                      </a:cubicBezTo>
                      <a:cubicBezTo>
                        <a:pt x="35617" y="31183"/>
                        <a:pt x="45927" y="39713"/>
                        <a:pt x="45927" y="50220"/>
                      </a:cubicBezTo>
                      <a:cubicBezTo>
                        <a:pt x="45927" y="60728"/>
                        <a:pt x="35617" y="69258"/>
                        <a:pt x="22963" y="69258"/>
                      </a:cubicBezTo>
                      <a:close/>
                    </a:path>
                  </a:pathLst>
                </a:custGeom>
                <a:solidFill>
                  <a:srgbClr val="17A3A3"/>
                </a:solidFill>
                <a:ln w="2824" cap="flat">
                  <a:noFill/>
                  <a:prstDash val="solid"/>
                  <a:miter/>
                </a:ln>
              </p:spPr>
              <p:txBody>
                <a:bodyPr rtlCol="1" anchor="ctr"/>
                <a:lstStyle/>
                <a:p>
                  <a:endParaRPr lang="ar-SA"/>
                </a:p>
              </p:txBody>
            </p:sp>
            <p:sp>
              <p:nvSpPr>
                <p:cNvPr id="7318" name="شكل حر: شكل 8218">
                  <a:extLst>
                    <a:ext uri="{FF2B5EF4-FFF2-40B4-BE49-F238E27FC236}">
                      <a16:creationId xmlns:a16="http://schemas.microsoft.com/office/drawing/2014/main" id="{69CFD042-EC90-96B2-E4FC-BC8084BE5A5D}"/>
                    </a:ext>
                  </a:extLst>
                </p:cNvPr>
                <p:cNvSpPr/>
                <p:nvPr/>
              </p:nvSpPr>
              <p:spPr>
                <a:xfrm>
                  <a:off x="2666294" y="162919"/>
                  <a:ext cx="6891" cy="15167"/>
                </a:xfrm>
                <a:custGeom>
                  <a:avLst/>
                  <a:gdLst>
                    <a:gd name="connsiteX0" fmla="*/ 3446 w 6891"/>
                    <a:gd name="connsiteY0" fmla="*/ 15168 h 15167"/>
                    <a:gd name="connsiteX1" fmla="*/ 0 w 6891"/>
                    <a:gd name="connsiteY1" fmla="*/ 11722 h 15167"/>
                    <a:gd name="connsiteX2" fmla="*/ 0 w 6891"/>
                    <a:gd name="connsiteY2" fmla="*/ 3446 h 15167"/>
                    <a:gd name="connsiteX3" fmla="*/ 3446 w 6891"/>
                    <a:gd name="connsiteY3" fmla="*/ 0 h 15167"/>
                    <a:gd name="connsiteX4" fmla="*/ 6892 w 6891"/>
                    <a:gd name="connsiteY4" fmla="*/ 3446 h 15167"/>
                    <a:gd name="connsiteX5" fmla="*/ 6892 w 6891"/>
                    <a:gd name="connsiteY5" fmla="*/ 11722 h 15167"/>
                    <a:gd name="connsiteX6" fmla="*/ 3446 w 6891"/>
                    <a:gd name="connsiteY6" fmla="*/ 15168 h 1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15167">
                      <a:moveTo>
                        <a:pt x="3446" y="15168"/>
                      </a:moveTo>
                      <a:cubicBezTo>
                        <a:pt x="1553" y="15168"/>
                        <a:pt x="0" y="13614"/>
                        <a:pt x="0" y="11722"/>
                      </a:cubicBezTo>
                      <a:lnTo>
                        <a:pt x="0" y="3446"/>
                      </a:lnTo>
                      <a:cubicBezTo>
                        <a:pt x="0" y="1553"/>
                        <a:pt x="1553" y="0"/>
                        <a:pt x="3446" y="0"/>
                      </a:cubicBezTo>
                      <a:cubicBezTo>
                        <a:pt x="5338" y="0"/>
                        <a:pt x="6892" y="1553"/>
                        <a:pt x="6892" y="3446"/>
                      </a:cubicBezTo>
                      <a:lnTo>
                        <a:pt x="6892" y="11722"/>
                      </a:lnTo>
                      <a:cubicBezTo>
                        <a:pt x="6892" y="13614"/>
                        <a:pt x="5338" y="15168"/>
                        <a:pt x="3446" y="15168"/>
                      </a:cubicBezTo>
                      <a:close/>
                    </a:path>
                  </a:pathLst>
                </a:custGeom>
                <a:solidFill>
                  <a:srgbClr val="17A3A3"/>
                </a:solidFill>
                <a:ln w="2824" cap="flat">
                  <a:noFill/>
                  <a:prstDash val="solid"/>
                  <a:miter/>
                </a:ln>
              </p:spPr>
              <p:txBody>
                <a:bodyPr rtlCol="1" anchor="ctr"/>
                <a:lstStyle/>
                <a:p>
                  <a:endParaRPr lang="ar-SA"/>
                </a:p>
              </p:txBody>
            </p:sp>
            <p:sp>
              <p:nvSpPr>
                <p:cNvPr id="7319" name="شكل حر: شكل 8219">
                  <a:extLst>
                    <a:ext uri="{FF2B5EF4-FFF2-40B4-BE49-F238E27FC236}">
                      <a16:creationId xmlns:a16="http://schemas.microsoft.com/office/drawing/2014/main" id="{8463A055-4001-A033-5ED9-48C59D7E6D1F}"/>
                    </a:ext>
                  </a:extLst>
                </p:cNvPr>
                <p:cNvSpPr/>
                <p:nvPr/>
              </p:nvSpPr>
              <p:spPr>
                <a:xfrm>
                  <a:off x="2666294" y="233561"/>
                  <a:ext cx="6891" cy="15167"/>
                </a:xfrm>
                <a:custGeom>
                  <a:avLst/>
                  <a:gdLst>
                    <a:gd name="connsiteX0" fmla="*/ 3446 w 6891"/>
                    <a:gd name="connsiteY0" fmla="*/ 15168 h 15167"/>
                    <a:gd name="connsiteX1" fmla="*/ 0 w 6891"/>
                    <a:gd name="connsiteY1" fmla="*/ 11722 h 15167"/>
                    <a:gd name="connsiteX2" fmla="*/ 0 w 6891"/>
                    <a:gd name="connsiteY2" fmla="*/ 3446 h 15167"/>
                    <a:gd name="connsiteX3" fmla="*/ 3446 w 6891"/>
                    <a:gd name="connsiteY3" fmla="*/ 0 h 15167"/>
                    <a:gd name="connsiteX4" fmla="*/ 6892 w 6891"/>
                    <a:gd name="connsiteY4" fmla="*/ 3446 h 15167"/>
                    <a:gd name="connsiteX5" fmla="*/ 6892 w 6891"/>
                    <a:gd name="connsiteY5" fmla="*/ 11722 h 15167"/>
                    <a:gd name="connsiteX6" fmla="*/ 3446 w 6891"/>
                    <a:gd name="connsiteY6" fmla="*/ 15168 h 1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15167">
                      <a:moveTo>
                        <a:pt x="3446" y="15168"/>
                      </a:moveTo>
                      <a:cubicBezTo>
                        <a:pt x="1553" y="15168"/>
                        <a:pt x="0" y="13614"/>
                        <a:pt x="0" y="11722"/>
                      </a:cubicBezTo>
                      <a:lnTo>
                        <a:pt x="0" y="3446"/>
                      </a:lnTo>
                      <a:cubicBezTo>
                        <a:pt x="0" y="1553"/>
                        <a:pt x="1553" y="0"/>
                        <a:pt x="3446" y="0"/>
                      </a:cubicBezTo>
                      <a:cubicBezTo>
                        <a:pt x="5338" y="0"/>
                        <a:pt x="6892" y="1553"/>
                        <a:pt x="6892" y="3446"/>
                      </a:cubicBezTo>
                      <a:lnTo>
                        <a:pt x="6892" y="11722"/>
                      </a:lnTo>
                      <a:cubicBezTo>
                        <a:pt x="6892" y="13614"/>
                        <a:pt x="5338" y="15168"/>
                        <a:pt x="3446" y="15168"/>
                      </a:cubicBezTo>
                      <a:close/>
                    </a:path>
                  </a:pathLst>
                </a:custGeom>
                <a:solidFill>
                  <a:srgbClr val="17A3A3"/>
                </a:solidFill>
                <a:ln w="2824" cap="flat">
                  <a:noFill/>
                  <a:prstDash val="solid"/>
                  <a:miter/>
                </a:ln>
              </p:spPr>
              <p:txBody>
                <a:bodyPr rtlCol="1" anchor="ctr"/>
                <a:lstStyle/>
                <a:p>
                  <a:endParaRPr lang="ar-SA"/>
                </a:p>
              </p:txBody>
            </p:sp>
          </p:grpSp>
        </p:grpSp>
      </p:grpSp>
      <p:grpSp>
        <p:nvGrpSpPr>
          <p:cNvPr id="7322" name="رسم 8014">
            <a:extLst>
              <a:ext uri="{FF2B5EF4-FFF2-40B4-BE49-F238E27FC236}">
                <a16:creationId xmlns:a16="http://schemas.microsoft.com/office/drawing/2014/main" id="{2C63C56C-44A5-3A09-9789-FE4EACC9307A}"/>
              </a:ext>
            </a:extLst>
          </p:cNvPr>
          <p:cNvGrpSpPr/>
          <p:nvPr/>
        </p:nvGrpSpPr>
        <p:grpSpPr>
          <a:xfrm>
            <a:off x="9943177" y="1825942"/>
            <a:ext cx="214328" cy="266219"/>
            <a:chOff x="10966507" y="501244"/>
            <a:chExt cx="256186" cy="337759"/>
          </a:xfrm>
        </p:grpSpPr>
        <p:grpSp>
          <p:nvGrpSpPr>
            <p:cNvPr id="7323" name="رسم 8014">
              <a:extLst>
                <a:ext uri="{FF2B5EF4-FFF2-40B4-BE49-F238E27FC236}">
                  <a16:creationId xmlns:a16="http://schemas.microsoft.com/office/drawing/2014/main" id="{E2B94056-A60F-27C9-9775-E2635F09CE22}"/>
                </a:ext>
              </a:extLst>
            </p:cNvPr>
            <p:cNvGrpSpPr/>
            <p:nvPr/>
          </p:nvGrpSpPr>
          <p:grpSpPr>
            <a:xfrm>
              <a:off x="10994215" y="501244"/>
              <a:ext cx="162496" cy="135352"/>
              <a:chOff x="10994215" y="501244"/>
              <a:chExt cx="162496" cy="135352"/>
            </a:xfrm>
            <a:solidFill>
              <a:srgbClr val="01355A"/>
            </a:solidFill>
          </p:grpSpPr>
          <p:sp>
            <p:nvSpPr>
              <p:cNvPr id="7331" name="شكل حر: شكل 8222">
                <a:extLst>
                  <a:ext uri="{FF2B5EF4-FFF2-40B4-BE49-F238E27FC236}">
                    <a16:creationId xmlns:a16="http://schemas.microsoft.com/office/drawing/2014/main" id="{31DE865B-2C44-12E4-0A29-FF5836A5D570}"/>
                  </a:ext>
                </a:extLst>
              </p:cNvPr>
              <p:cNvSpPr/>
              <p:nvPr/>
            </p:nvSpPr>
            <p:spPr>
              <a:xfrm>
                <a:off x="11091154" y="501244"/>
                <a:ext cx="6891" cy="74087"/>
              </a:xfrm>
              <a:custGeom>
                <a:avLst/>
                <a:gdLst>
                  <a:gd name="connsiteX0" fmla="*/ 3446 w 6891"/>
                  <a:gd name="connsiteY0" fmla="*/ 74088 h 74087"/>
                  <a:gd name="connsiteX1" fmla="*/ 0 w 6891"/>
                  <a:gd name="connsiteY1" fmla="*/ 70642 h 74087"/>
                  <a:gd name="connsiteX2" fmla="*/ 0 w 6891"/>
                  <a:gd name="connsiteY2" fmla="*/ 3446 h 74087"/>
                  <a:gd name="connsiteX3" fmla="*/ 3446 w 6891"/>
                  <a:gd name="connsiteY3" fmla="*/ 0 h 74087"/>
                  <a:gd name="connsiteX4" fmla="*/ 6892 w 6891"/>
                  <a:gd name="connsiteY4" fmla="*/ 3446 h 74087"/>
                  <a:gd name="connsiteX5" fmla="*/ 6892 w 6891"/>
                  <a:gd name="connsiteY5" fmla="*/ 70642 h 74087"/>
                  <a:gd name="connsiteX6" fmla="*/ 3446 w 6891"/>
                  <a:gd name="connsiteY6" fmla="*/ 74088 h 74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74087">
                    <a:moveTo>
                      <a:pt x="3446" y="74088"/>
                    </a:moveTo>
                    <a:cubicBezTo>
                      <a:pt x="1554" y="74088"/>
                      <a:pt x="0" y="72534"/>
                      <a:pt x="0" y="70642"/>
                    </a:cubicBezTo>
                    <a:lnTo>
                      <a:pt x="0" y="3446"/>
                    </a:lnTo>
                    <a:cubicBezTo>
                      <a:pt x="0" y="1553"/>
                      <a:pt x="1554" y="0"/>
                      <a:pt x="3446" y="0"/>
                    </a:cubicBezTo>
                    <a:cubicBezTo>
                      <a:pt x="5339" y="0"/>
                      <a:pt x="6892" y="1553"/>
                      <a:pt x="6892" y="3446"/>
                    </a:cubicBezTo>
                    <a:lnTo>
                      <a:pt x="6892" y="70642"/>
                    </a:lnTo>
                    <a:cubicBezTo>
                      <a:pt x="6892" y="72534"/>
                      <a:pt x="5339" y="74088"/>
                      <a:pt x="3446" y="74088"/>
                    </a:cubicBezTo>
                    <a:close/>
                  </a:path>
                </a:pathLst>
              </a:custGeom>
              <a:solidFill>
                <a:srgbClr val="01355A"/>
              </a:solidFill>
              <a:ln w="2824" cap="flat">
                <a:noFill/>
                <a:prstDash val="solid"/>
                <a:miter/>
              </a:ln>
            </p:spPr>
            <p:txBody>
              <a:bodyPr rtlCol="1" anchor="ctr"/>
              <a:lstStyle/>
              <a:p>
                <a:endParaRPr lang="ar-SA"/>
              </a:p>
            </p:txBody>
          </p:sp>
          <p:sp>
            <p:nvSpPr>
              <p:cNvPr id="7332" name="شكل حر: شكل 8223">
                <a:extLst>
                  <a:ext uri="{FF2B5EF4-FFF2-40B4-BE49-F238E27FC236}">
                    <a16:creationId xmlns:a16="http://schemas.microsoft.com/office/drawing/2014/main" id="{C9217916-8A3A-D7A3-0273-B60FCC78693A}"/>
                  </a:ext>
                </a:extLst>
              </p:cNvPr>
              <p:cNvSpPr/>
              <p:nvPr/>
            </p:nvSpPr>
            <p:spPr>
              <a:xfrm>
                <a:off x="11032460" y="509830"/>
                <a:ext cx="6891" cy="74087"/>
              </a:xfrm>
              <a:custGeom>
                <a:avLst/>
                <a:gdLst>
                  <a:gd name="connsiteX0" fmla="*/ 3446 w 6891"/>
                  <a:gd name="connsiteY0" fmla="*/ 74088 h 74087"/>
                  <a:gd name="connsiteX1" fmla="*/ 0 w 6891"/>
                  <a:gd name="connsiteY1" fmla="*/ 70642 h 74087"/>
                  <a:gd name="connsiteX2" fmla="*/ 0 w 6891"/>
                  <a:gd name="connsiteY2" fmla="*/ 3446 h 74087"/>
                  <a:gd name="connsiteX3" fmla="*/ 3446 w 6891"/>
                  <a:gd name="connsiteY3" fmla="*/ 0 h 74087"/>
                  <a:gd name="connsiteX4" fmla="*/ 6892 w 6891"/>
                  <a:gd name="connsiteY4" fmla="*/ 3446 h 74087"/>
                  <a:gd name="connsiteX5" fmla="*/ 6892 w 6891"/>
                  <a:gd name="connsiteY5" fmla="*/ 70642 h 74087"/>
                  <a:gd name="connsiteX6" fmla="*/ 3446 w 6891"/>
                  <a:gd name="connsiteY6" fmla="*/ 74088 h 74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74087">
                    <a:moveTo>
                      <a:pt x="3446" y="74088"/>
                    </a:moveTo>
                    <a:cubicBezTo>
                      <a:pt x="1554" y="74088"/>
                      <a:pt x="0" y="72534"/>
                      <a:pt x="0" y="70642"/>
                    </a:cubicBezTo>
                    <a:lnTo>
                      <a:pt x="0" y="3446"/>
                    </a:lnTo>
                    <a:cubicBezTo>
                      <a:pt x="0" y="1554"/>
                      <a:pt x="1554" y="0"/>
                      <a:pt x="3446" y="0"/>
                    </a:cubicBezTo>
                    <a:cubicBezTo>
                      <a:pt x="5339" y="0"/>
                      <a:pt x="6892" y="1554"/>
                      <a:pt x="6892" y="3446"/>
                    </a:cubicBezTo>
                    <a:lnTo>
                      <a:pt x="6892" y="70642"/>
                    </a:lnTo>
                    <a:cubicBezTo>
                      <a:pt x="6892" y="72534"/>
                      <a:pt x="5339" y="74088"/>
                      <a:pt x="3446" y="74088"/>
                    </a:cubicBezTo>
                    <a:close/>
                  </a:path>
                </a:pathLst>
              </a:custGeom>
              <a:solidFill>
                <a:srgbClr val="01355A"/>
              </a:solidFill>
              <a:ln w="2824" cap="flat">
                <a:noFill/>
                <a:prstDash val="solid"/>
                <a:miter/>
              </a:ln>
            </p:spPr>
            <p:txBody>
              <a:bodyPr rtlCol="1" anchor="ctr"/>
              <a:lstStyle/>
              <a:p>
                <a:endParaRPr lang="ar-SA"/>
              </a:p>
            </p:txBody>
          </p:sp>
          <p:sp>
            <p:nvSpPr>
              <p:cNvPr id="7333" name="شكل حر: شكل 8224">
                <a:extLst>
                  <a:ext uri="{FF2B5EF4-FFF2-40B4-BE49-F238E27FC236}">
                    <a16:creationId xmlns:a16="http://schemas.microsoft.com/office/drawing/2014/main" id="{65E6CCE8-F400-14CF-F442-5FB37702DC5B}"/>
                  </a:ext>
                </a:extLst>
              </p:cNvPr>
              <p:cNvSpPr/>
              <p:nvPr/>
            </p:nvSpPr>
            <p:spPr>
              <a:xfrm>
                <a:off x="11149820" y="562508"/>
                <a:ext cx="6891" cy="74087"/>
              </a:xfrm>
              <a:custGeom>
                <a:avLst/>
                <a:gdLst>
                  <a:gd name="connsiteX0" fmla="*/ 3446 w 6891"/>
                  <a:gd name="connsiteY0" fmla="*/ 74088 h 74087"/>
                  <a:gd name="connsiteX1" fmla="*/ 0 w 6891"/>
                  <a:gd name="connsiteY1" fmla="*/ 70642 h 74087"/>
                  <a:gd name="connsiteX2" fmla="*/ 0 w 6891"/>
                  <a:gd name="connsiteY2" fmla="*/ 3446 h 74087"/>
                  <a:gd name="connsiteX3" fmla="*/ 3446 w 6891"/>
                  <a:gd name="connsiteY3" fmla="*/ 0 h 74087"/>
                  <a:gd name="connsiteX4" fmla="*/ 6892 w 6891"/>
                  <a:gd name="connsiteY4" fmla="*/ 3446 h 74087"/>
                  <a:gd name="connsiteX5" fmla="*/ 6892 w 6891"/>
                  <a:gd name="connsiteY5" fmla="*/ 70642 h 74087"/>
                  <a:gd name="connsiteX6" fmla="*/ 3446 w 6891"/>
                  <a:gd name="connsiteY6" fmla="*/ 74088 h 74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74087">
                    <a:moveTo>
                      <a:pt x="3446" y="74088"/>
                    </a:moveTo>
                    <a:cubicBezTo>
                      <a:pt x="1554" y="74088"/>
                      <a:pt x="0" y="72534"/>
                      <a:pt x="0" y="70642"/>
                    </a:cubicBezTo>
                    <a:lnTo>
                      <a:pt x="0" y="3446"/>
                    </a:lnTo>
                    <a:cubicBezTo>
                      <a:pt x="0" y="1554"/>
                      <a:pt x="1554" y="0"/>
                      <a:pt x="3446" y="0"/>
                    </a:cubicBezTo>
                    <a:cubicBezTo>
                      <a:pt x="5338" y="0"/>
                      <a:pt x="6892" y="1554"/>
                      <a:pt x="6892" y="3446"/>
                    </a:cubicBezTo>
                    <a:lnTo>
                      <a:pt x="6892" y="70642"/>
                    </a:lnTo>
                    <a:cubicBezTo>
                      <a:pt x="6892" y="72534"/>
                      <a:pt x="5338" y="74088"/>
                      <a:pt x="3446" y="74088"/>
                    </a:cubicBezTo>
                    <a:close/>
                  </a:path>
                </a:pathLst>
              </a:custGeom>
              <a:solidFill>
                <a:srgbClr val="01355A"/>
              </a:solidFill>
              <a:ln w="2824" cap="flat">
                <a:noFill/>
                <a:prstDash val="solid"/>
                <a:miter/>
              </a:ln>
            </p:spPr>
            <p:txBody>
              <a:bodyPr rtlCol="1" anchor="ctr"/>
              <a:lstStyle/>
              <a:p>
                <a:endParaRPr lang="ar-SA"/>
              </a:p>
            </p:txBody>
          </p:sp>
          <p:sp>
            <p:nvSpPr>
              <p:cNvPr id="7334" name="شكل حر: شكل 8225">
                <a:extLst>
                  <a:ext uri="{FF2B5EF4-FFF2-40B4-BE49-F238E27FC236}">
                    <a16:creationId xmlns:a16="http://schemas.microsoft.com/office/drawing/2014/main" id="{ABAC2A6C-72BE-A2A6-5140-AE14D4D01580}"/>
                  </a:ext>
                </a:extLst>
              </p:cNvPr>
              <p:cNvSpPr/>
              <p:nvPr/>
            </p:nvSpPr>
            <p:spPr>
              <a:xfrm>
                <a:off x="10994215" y="546352"/>
                <a:ext cx="6892" cy="25307"/>
              </a:xfrm>
              <a:custGeom>
                <a:avLst/>
                <a:gdLst>
                  <a:gd name="connsiteX0" fmla="*/ 3446 w 6892"/>
                  <a:gd name="connsiteY0" fmla="*/ 25308 h 25307"/>
                  <a:gd name="connsiteX1" fmla="*/ 0 w 6892"/>
                  <a:gd name="connsiteY1" fmla="*/ 21862 h 25307"/>
                  <a:gd name="connsiteX2" fmla="*/ 0 w 6892"/>
                  <a:gd name="connsiteY2" fmla="*/ 3446 h 25307"/>
                  <a:gd name="connsiteX3" fmla="*/ 3446 w 6892"/>
                  <a:gd name="connsiteY3" fmla="*/ 0 h 25307"/>
                  <a:gd name="connsiteX4" fmla="*/ 6892 w 6892"/>
                  <a:gd name="connsiteY4" fmla="*/ 3446 h 25307"/>
                  <a:gd name="connsiteX5" fmla="*/ 6892 w 6892"/>
                  <a:gd name="connsiteY5" fmla="*/ 21862 h 25307"/>
                  <a:gd name="connsiteX6" fmla="*/ 3446 w 6892"/>
                  <a:gd name="connsiteY6" fmla="*/ 25308 h 25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2" h="25307">
                    <a:moveTo>
                      <a:pt x="3446" y="25308"/>
                    </a:moveTo>
                    <a:cubicBezTo>
                      <a:pt x="1554" y="25308"/>
                      <a:pt x="0" y="23754"/>
                      <a:pt x="0" y="21862"/>
                    </a:cubicBezTo>
                    <a:lnTo>
                      <a:pt x="0" y="3446"/>
                    </a:lnTo>
                    <a:cubicBezTo>
                      <a:pt x="0" y="1554"/>
                      <a:pt x="1554" y="0"/>
                      <a:pt x="3446" y="0"/>
                    </a:cubicBezTo>
                    <a:cubicBezTo>
                      <a:pt x="5339" y="0"/>
                      <a:pt x="6892" y="1554"/>
                      <a:pt x="6892" y="3446"/>
                    </a:cubicBezTo>
                    <a:lnTo>
                      <a:pt x="6892" y="21862"/>
                    </a:lnTo>
                    <a:cubicBezTo>
                      <a:pt x="6892" y="23754"/>
                      <a:pt x="5339" y="25308"/>
                      <a:pt x="3446" y="25308"/>
                    </a:cubicBezTo>
                    <a:close/>
                  </a:path>
                </a:pathLst>
              </a:custGeom>
              <a:solidFill>
                <a:srgbClr val="01355A"/>
              </a:solidFill>
              <a:ln w="2824" cap="flat">
                <a:noFill/>
                <a:prstDash val="solid"/>
                <a:miter/>
              </a:ln>
            </p:spPr>
            <p:txBody>
              <a:bodyPr rtlCol="1" anchor="ctr"/>
              <a:lstStyle/>
              <a:p>
                <a:endParaRPr lang="ar-SA"/>
              </a:p>
            </p:txBody>
          </p:sp>
          <p:sp>
            <p:nvSpPr>
              <p:cNvPr id="7335" name="شكل حر: شكل 8226">
                <a:extLst>
                  <a:ext uri="{FF2B5EF4-FFF2-40B4-BE49-F238E27FC236}">
                    <a16:creationId xmlns:a16="http://schemas.microsoft.com/office/drawing/2014/main" id="{7A61821C-24C4-059E-B9DD-7C6F3E637DD0}"/>
                  </a:ext>
                </a:extLst>
              </p:cNvPr>
              <p:cNvSpPr/>
              <p:nvPr/>
            </p:nvSpPr>
            <p:spPr>
              <a:xfrm>
                <a:off x="11149820" y="523953"/>
                <a:ext cx="6891" cy="19658"/>
              </a:xfrm>
              <a:custGeom>
                <a:avLst/>
                <a:gdLst>
                  <a:gd name="connsiteX0" fmla="*/ 3446 w 6891"/>
                  <a:gd name="connsiteY0" fmla="*/ 19659 h 19658"/>
                  <a:gd name="connsiteX1" fmla="*/ 0 w 6891"/>
                  <a:gd name="connsiteY1" fmla="*/ 16213 h 19658"/>
                  <a:gd name="connsiteX2" fmla="*/ 0 w 6891"/>
                  <a:gd name="connsiteY2" fmla="*/ 3446 h 19658"/>
                  <a:gd name="connsiteX3" fmla="*/ 3446 w 6891"/>
                  <a:gd name="connsiteY3" fmla="*/ 0 h 19658"/>
                  <a:gd name="connsiteX4" fmla="*/ 6892 w 6891"/>
                  <a:gd name="connsiteY4" fmla="*/ 3446 h 19658"/>
                  <a:gd name="connsiteX5" fmla="*/ 6892 w 6891"/>
                  <a:gd name="connsiteY5" fmla="*/ 16213 h 19658"/>
                  <a:gd name="connsiteX6" fmla="*/ 3446 w 6891"/>
                  <a:gd name="connsiteY6" fmla="*/ 19659 h 19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19658">
                    <a:moveTo>
                      <a:pt x="3446" y="19659"/>
                    </a:moveTo>
                    <a:cubicBezTo>
                      <a:pt x="1554" y="19659"/>
                      <a:pt x="0" y="18105"/>
                      <a:pt x="0" y="16213"/>
                    </a:cubicBezTo>
                    <a:lnTo>
                      <a:pt x="0" y="3446"/>
                    </a:lnTo>
                    <a:cubicBezTo>
                      <a:pt x="0" y="1554"/>
                      <a:pt x="1554" y="0"/>
                      <a:pt x="3446" y="0"/>
                    </a:cubicBezTo>
                    <a:cubicBezTo>
                      <a:pt x="5338" y="0"/>
                      <a:pt x="6892" y="1554"/>
                      <a:pt x="6892" y="3446"/>
                    </a:cubicBezTo>
                    <a:lnTo>
                      <a:pt x="6892" y="16213"/>
                    </a:lnTo>
                    <a:cubicBezTo>
                      <a:pt x="6892" y="18105"/>
                      <a:pt x="5338" y="19659"/>
                      <a:pt x="3446" y="19659"/>
                    </a:cubicBezTo>
                    <a:close/>
                  </a:path>
                </a:pathLst>
              </a:custGeom>
              <a:solidFill>
                <a:srgbClr val="01355A"/>
              </a:solidFill>
              <a:ln w="2824" cap="flat">
                <a:noFill/>
                <a:prstDash val="solid"/>
                <a:miter/>
              </a:ln>
            </p:spPr>
            <p:txBody>
              <a:bodyPr rtlCol="1" anchor="ctr"/>
              <a:lstStyle/>
              <a:p>
                <a:endParaRPr lang="ar-SA"/>
              </a:p>
            </p:txBody>
          </p:sp>
          <p:sp>
            <p:nvSpPr>
              <p:cNvPr id="7336" name="شكل حر: شكل 8227">
                <a:extLst>
                  <a:ext uri="{FF2B5EF4-FFF2-40B4-BE49-F238E27FC236}">
                    <a16:creationId xmlns:a16="http://schemas.microsoft.com/office/drawing/2014/main" id="{9D94F98F-76BC-1C86-35A8-4B8F5EA6A4C8}"/>
                  </a:ext>
                </a:extLst>
              </p:cNvPr>
              <p:cNvSpPr/>
              <p:nvPr/>
            </p:nvSpPr>
            <p:spPr>
              <a:xfrm>
                <a:off x="11091154" y="592928"/>
                <a:ext cx="6891" cy="28640"/>
              </a:xfrm>
              <a:custGeom>
                <a:avLst/>
                <a:gdLst>
                  <a:gd name="connsiteX0" fmla="*/ 3446 w 6891"/>
                  <a:gd name="connsiteY0" fmla="*/ 28641 h 28640"/>
                  <a:gd name="connsiteX1" fmla="*/ 0 w 6891"/>
                  <a:gd name="connsiteY1" fmla="*/ 25195 h 28640"/>
                  <a:gd name="connsiteX2" fmla="*/ 0 w 6891"/>
                  <a:gd name="connsiteY2" fmla="*/ 3446 h 28640"/>
                  <a:gd name="connsiteX3" fmla="*/ 3446 w 6891"/>
                  <a:gd name="connsiteY3" fmla="*/ 0 h 28640"/>
                  <a:gd name="connsiteX4" fmla="*/ 6892 w 6891"/>
                  <a:gd name="connsiteY4" fmla="*/ 3446 h 28640"/>
                  <a:gd name="connsiteX5" fmla="*/ 6892 w 6891"/>
                  <a:gd name="connsiteY5" fmla="*/ 25195 h 28640"/>
                  <a:gd name="connsiteX6" fmla="*/ 3446 w 6891"/>
                  <a:gd name="connsiteY6" fmla="*/ 28641 h 2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28640">
                    <a:moveTo>
                      <a:pt x="3446" y="28641"/>
                    </a:moveTo>
                    <a:cubicBezTo>
                      <a:pt x="1554" y="28641"/>
                      <a:pt x="0" y="27087"/>
                      <a:pt x="0" y="25195"/>
                    </a:cubicBezTo>
                    <a:lnTo>
                      <a:pt x="0" y="3446"/>
                    </a:lnTo>
                    <a:cubicBezTo>
                      <a:pt x="0" y="1554"/>
                      <a:pt x="1554" y="0"/>
                      <a:pt x="3446" y="0"/>
                    </a:cubicBezTo>
                    <a:cubicBezTo>
                      <a:pt x="5339" y="0"/>
                      <a:pt x="6892" y="1554"/>
                      <a:pt x="6892" y="3446"/>
                    </a:cubicBezTo>
                    <a:lnTo>
                      <a:pt x="6892" y="25195"/>
                    </a:lnTo>
                    <a:cubicBezTo>
                      <a:pt x="6892" y="27087"/>
                      <a:pt x="5339" y="28641"/>
                      <a:pt x="3446" y="28641"/>
                    </a:cubicBezTo>
                    <a:close/>
                  </a:path>
                </a:pathLst>
              </a:custGeom>
              <a:solidFill>
                <a:srgbClr val="01355A"/>
              </a:solidFill>
              <a:ln w="2824" cap="flat">
                <a:noFill/>
                <a:prstDash val="solid"/>
                <a:miter/>
              </a:ln>
            </p:spPr>
            <p:txBody>
              <a:bodyPr rtlCol="1" anchor="ctr"/>
              <a:lstStyle/>
              <a:p>
                <a:endParaRPr lang="ar-SA"/>
              </a:p>
            </p:txBody>
          </p:sp>
        </p:grpSp>
        <p:grpSp>
          <p:nvGrpSpPr>
            <p:cNvPr id="7324" name="رسم 8014">
              <a:extLst>
                <a:ext uri="{FF2B5EF4-FFF2-40B4-BE49-F238E27FC236}">
                  <a16:creationId xmlns:a16="http://schemas.microsoft.com/office/drawing/2014/main" id="{D7B0A6F6-E672-B1C3-3BA4-DE4E41D49E1D}"/>
                </a:ext>
              </a:extLst>
            </p:cNvPr>
            <p:cNvGrpSpPr/>
            <p:nvPr/>
          </p:nvGrpSpPr>
          <p:grpSpPr>
            <a:xfrm>
              <a:off x="10966507" y="546691"/>
              <a:ext cx="256186" cy="292312"/>
              <a:chOff x="10966507" y="546691"/>
              <a:chExt cx="256186" cy="292312"/>
            </a:xfrm>
          </p:grpSpPr>
          <p:grpSp>
            <p:nvGrpSpPr>
              <p:cNvPr id="7325" name="رسم 8014">
                <a:extLst>
                  <a:ext uri="{FF2B5EF4-FFF2-40B4-BE49-F238E27FC236}">
                    <a16:creationId xmlns:a16="http://schemas.microsoft.com/office/drawing/2014/main" id="{0625AAEB-C7F3-3582-9369-E2A6A9F58D06}"/>
                  </a:ext>
                </a:extLst>
              </p:cNvPr>
              <p:cNvGrpSpPr/>
              <p:nvPr/>
            </p:nvGrpSpPr>
            <p:grpSpPr>
              <a:xfrm>
                <a:off x="11066750" y="658119"/>
                <a:ext cx="55699" cy="105553"/>
                <a:chOff x="11066750" y="658119"/>
                <a:chExt cx="55699" cy="105553"/>
              </a:xfrm>
              <a:solidFill>
                <a:srgbClr val="17A3A3"/>
              </a:solidFill>
            </p:grpSpPr>
            <p:sp>
              <p:nvSpPr>
                <p:cNvPr id="7328" name="شكل حر: شكل 8230">
                  <a:extLst>
                    <a:ext uri="{FF2B5EF4-FFF2-40B4-BE49-F238E27FC236}">
                      <a16:creationId xmlns:a16="http://schemas.microsoft.com/office/drawing/2014/main" id="{2144B165-2315-80CE-8708-6C751EE1021F}"/>
                    </a:ext>
                  </a:extLst>
                </p:cNvPr>
                <p:cNvSpPr/>
                <p:nvPr/>
              </p:nvSpPr>
              <p:spPr>
                <a:xfrm>
                  <a:off x="11066750" y="668485"/>
                  <a:ext cx="55699" cy="84849"/>
                </a:xfrm>
                <a:custGeom>
                  <a:avLst/>
                  <a:gdLst>
                    <a:gd name="connsiteX0" fmla="*/ 27850 w 55699"/>
                    <a:gd name="connsiteY0" fmla="*/ 84849 h 84849"/>
                    <a:gd name="connsiteX1" fmla="*/ 0 w 55699"/>
                    <a:gd name="connsiteY1" fmla="*/ 61914 h 84849"/>
                    <a:gd name="connsiteX2" fmla="*/ 3446 w 55699"/>
                    <a:gd name="connsiteY2" fmla="*/ 58468 h 84849"/>
                    <a:gd name="connsiteX3" fmla="*/ 6892 w 55699"/>
                    <a:gd name="connsiteY3" fmla="*/ 61914 h 84849"/>
                    <a:gd name="connsiteX4" fmla="*/ 27850 w 55699"/>
                    <a:gd name="connsiteY4" fmla="*/ 77957 h 84849"/>
                    <a:gd name="connsiteX5" fmla="*/ 48808 w 55699"/>
                    <a:gd name="connsiteY5" fmla="*/ 61914 h 84849"/>
                    <a:gd name="connsiteX6" fmla="*/ 27850 w 55699"/>
                    <a:gd name="connsiteY6" fmla="*/ 45871 h 84849"/>
                    <a:gd name="connsiteX7" fmla="*/ 0 w 55699"/>
                    <a:gd name="connsiteY7" fmla="*/ 22935 h 84849"/>
                    <a:gd name="connsiteX8" fmla="*/ 27850 w 55699"/>
                    <a:gd name="connsiteY8" fmla="*/ 0 h 84849"/>
                    <a:gd name="connsiteX9" fmla="*/ 55700 w 55699"/>
                    <a:gd name="connsiteY9" fmla="*/ 22935 h 84849"/>
                    <a:gd name="connsiteX10" fmla="*/ 52254 w 55699"/>
                    <a:gd name="connsiteY10" fmla="*/ 26381 h 84849"/>
                    <a:gd name="connsiteX11" fmla="*/ 48808 w 55699"/>
                    <a:gd name="connsiteY11" fmla="*/ 22935 h 84849"/>
                    <a:gd name="connsiteX12" fmla="*/ 27850 w 55699"/>
                    <a:gd name="connsiteY12" fmla="*/ 6892 h 84849"/>
                    <a:gd name="connsiteX13" fmla="*/ 6892 w 55699"/>
                    <a:gd name="connsiteY13" fmla="*/ 22935 h 84849"/>
                    <a:gd name="connsiteX14" fmla="*/ 27850 w 55699"/>
                    <a:gd name="connsiteY14" fmla="*/ 38979 h 84849"/>
                    <a:gd name="connsiteX15" fmla="*/ 55700 w 55699"/>
                    <a:gd name="connsiteY15" fmla="*/ 61914 h 84849"/>
                    <a:gd name="connsiteX16" fmla="*/ 27850 w 55699"/>
                    <a:gd name="connsiteY16" fmla="*/ 84849 h 84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5699" h="84849">
                      <a:moveTo>
                        <a:pt x="27850" y="84849"/>
                      </a:moveTo>
                      <a:cubicBezTo>
                        <a:pt x="12484" y="84849"/>
                        <a:pt x="0" y="74568"/>
                        <a:pt x="0" y="61914"/>
                      </a:cubicBezTo>
                      <a:cubicBezTo>
                        <a:pt x="0" y="60022"/>
                        <a:pt x="1553" y="58468"/>
                        <a:pt x="3446" y="58468"/>
                      </a:cubicBezTo>
                      <a:cubicBezTo>
                        <a:pt x="5338" y="58468"/>
                        <a:pt x="6892" y="60022"/>
                        <a:pt x="6892" y="61914"/>
                      </a:cubicBezTo>
                      <a:cubicBezTo>
                        <a:pt x="6892" y="70755"/>
                        <a:pt x="16298" y="77957"/>
                        <a:pt x="27850" y="77957"/>
                      </a:cubicBezTo>
                      <a:cubicBezTo>
                        <a:pt x="39402" y="77957"/>
                        <a:pt x="48808" y="70755"/>
                        <a:pt x="48808" y="61914"/>
                      </a:cubicBezTo>
                      <a:cubicBezTo>
                        <a:pt x="48808" y="53073"/>
                        <a:pt x="39402" y="45871"/>
                        <a:pt x="27850" y="45871"/>
                      </a:cubicBezTo>
                      <a:cubicBezTo>
                        <a:pt x="12484" y="45871"/>
                        <a:pt x="0" y="35589"/>
                        <a:pt x="0" y="22935"/>
                      </a:cubicBezTo>
                      <a:cubicBezTo>
                        <a:pt x="0" y="10281"/>
                        <a:pt x="12484" y="0"/>
                        <a:pt x="27850" y="0"/>
                      </a:cubicBezTo>
                      <a:cubicBezTo>
                        <a:pt x="43215" y="0"/>
                        <a:pt x="55700" y="10281"/>
                        <a:pt x="55700" y="22935"/>
                      </a:cubicBezTo>
                      <a:cubicBezTo>
                        <a:pt x="55700" y="24828"/>
                        <a:pt x="54146" y="26381"/>
                        <a:pt x="52254" y="26381"/>
                      </a:cubicBezTo>
                      <a:cubicBezTo>
                        <a:pt x="50361" y="26381"/>
                        <a:pt x="48808" y="24828"/>
                        <a:pt x="48808" y="22935"/>
                      </a:cubicBezTo>
                      <a:cubicBezTo>
                        <a:pt x="48808" y="14095"/>
                        <a:pt x="39402" y="6892"/>
                        <a:pt x="27850" y="6892"/>
                      </a:cubicBezTo>
                      <a:cubicBezTo>
                        <a:pt x="16298" y="6892"/>
                        <a:pt x="6892" y="14095"/>
                        <a:pt x="6892" y="22935"/>
                      </a:cubicBezTo>
                      <a:cubicBezTo>
                        <a:pt x="6892" y="31776"/>
                        <a:pt x="16298" y="38979"/>
                        <a:pt x="27850" y="38979"/>
                      </a:cubicBezTo>
                      <a:cubicBezTo>
                        <a:pt x="43215" y="38979"/>
                        <a:pt x="55700" y="49260"/>
                        <a:pt x="55700" y="61914"/>
                      </a:cubicBezTo>
                      <a:cubicBezTo>
                        <a:pt x="55700" y="74568"/>
                        <a:pt x="43215" y="84849"/>
                        <a:pt x="27850" y="84849"/>
                      </a:cubicBezTo>
                      <a:close/>
                    </a:path>
                  </a:pathLst>
                </a:custGeom>
                <a:solidFill>
                  <a:srgbClr val="17A3A3"/>
                </a:solidFill>
                <a:ln w="2824" cap="flat">
                  <a:noFill/>
                  <a:prstDash val="solid"/>
                  <a:miter/>
                </a:ln>
              </p:spPr>
              <p:txBody>
                <a:bodyPr rtlCol="1" anchor="ctr"/>
                <a:lstStyle/>
                <a:p>
                  <a:endParaRPr lang="ar-SA"/>
                </a:p>
              </p:txBody>
            </p:sp>
            <p:sp>
              <p:nvSpPr>
                <p:cNvPr id="7329" name="شكل حر: شكل 8231">
                  <a:extLst>
                    <a:ext uri="{FF2B5EF4-FFF2-40B4-BE49-F238E27FC236}">
                      <a16:creationId xmlns:a16="http://schemas.microsoft.com/office/drawing/2014/main" id="{F4E5F81F-9C17-E416-F358-1EDBD5BF0E86}"/>
                    </a:ext>
                  </a:extLst>
                </p:cNvPr>
                <p:cNvSpPr/>
                <p:nvPr/>
              </p:nvSpPr>
              <p:spPr>
                <a:xfrm>
                  <a:off x="11091154" y="658119"/>
                  <a:ext cx="6891" cy="17229"/>
                </a:xfrm>
                <a:custGeom>
                  <a:avLst/>
                  <a:gdLst>
                    <a:gd name="connsiteX0" fmla="*/ 3446 w 6891"/>
                    <a:gd name="connsiteY0" fmla="*/ 17230 h 17229"/>
                    <a:gd name="connsiteX1" fmla="*/ 0 w 6891"/>
                    <a:gd name="connsiteY1" fmla="*/ 13784 h 17229"/>
                    <a:gd name="connsiteX2" fmla="*/ 0 w 6891"/>
                    <a:gd name="connsiteY2" fmla="*/ 3446 h 17229"/>
                    <a:gd name="connsiteX3" fmla="*/ 3446 w 6891"/>
                    <a:gd name="connsiteY3" fmla="*/ 0 h 17229"/>
                    <a:gd name="connsiteX4" fmla="*/ 6892 w 6891"/>
                    <a:gd name="connsiteY4" fmla="*/ 3446 h 17229"/>
                    <a:gd name="connsiteX5" fmla="*/ 6892 w 6891"/>
                    <a:gd name="connsiteY5" fmla="*/ 13784 h 17229"/>
                    <a:gd name="connsiteX6" fmla="*/ 3446 w 6891"/>
                    <a:gd name="connsiteY6" fmla="*/ 17230 h 17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17229">
                      <a:moveTo>
                        <a:pt x="3446" y="17230"/>
                      </a:moveTo>
                      <a:cubicBezTo>
                        <a:pt x="1554" y="17230"/>
                        <a:pt x="0" y="15676"/>
                        <a:pt x="0" y="13784"/>
                      </a:cubicBezTo>
                      <a:lnTo>
                        <a:pt x="0" y="3446"/>
                      </a:lnTo>
                      <a:cubicBezTo>
                        <a:pt x="0" y="1554"/>
                        <a:pt x="1554" y="0"/>
                        <a:pt x="3446" y="0"/>
                      </a:cubicBezTo>
                      <a:cubicBezTo>
                        <a:pt x="5339" y="0"/>
                        <a:pt x="6892" y="1554"/>
                        <a:pt x="6892" y="3446"/>
                      </a:cubicBezTo>
                      <a:lnTo>
                        <a:pt x="6892" y="13784"/>
                      </a:lnTo>
                      <a:cubicBezTo>
                        <a:pt x="6892" y="15676"/>
                        <a:pt x="5339" y="17230"/>
                        <a:pt x="3446" y="17230"/>
                      </a:cubicBezTo>
                      <a:close/>
                    </a:path>
                  </a:pathLst>
                </a:custGeom>
                <a:solidFill>
                  <a:srgbClr val="17A3A3"/>
                </a:solidFill>
                <a:ln w="2824" cap="flat">
                  <a:noFill/>
                  <a:prstDash val="solid"/>
                  <a:miter/>
                </a:ln>
              </p:spPr>
              <p:txBody>
                <a:bodyPr rtlCol="1" anchor="ctr"/>
                <a:lstStyle/>
                <a:p>
                  <a:endParaRPr lang="ar-SA"/>
                </a:p>
              </p:txBody>
            </p:sp>
            <p:sp>
              <p:nvSpPr>
                <p:cNvPr id="7330" name="شكل حر: شكل 8232">
                  <a:extLst>
                    <a:ext uri="{FF2B5EF4-FFF2-40B4-BE49-F238E27FC236}">
                      <a16:creationId xmlns:a16="http://schemas.microsoft.com/office/drawing/2014/main" id="{7024133F-8C67-031F-B509-45265C3DD686}"/>
                    </a:ext>
                  </a:extLst>
                </p:cNvPr>
                <p:cNvSpPr/>
                <p:nvPr/>
              </p:nvSpPr>
              <p:spPr>
                <a:xfrm>
                  <a:off x="11091154" y="746442"/>
                  <a:ext cx="6891" cy="17229"/>
                </a:xfrm>
                <a:custGeom>
                  <a:avLst/>
                  <a:gdLst>
                    <a:gd name="connsiteX0" fmla="*/ 3446 w 6891"/>
                    <a:gd name="connsiteY0" fmla="*/ 17230 h 17229"/>
                    <a:gd name="connsiteX1" fmla="*/ 0 w 6891"/>
                    <a:gd name="connsiteY1" fmla="*/ 13784 h 17229"/>
                    <a:gd name="connsiteX2" fmla="*/ 0 w 6891"/>
                    <a:gd name="connsiteY2" fmla="*/ 3446 h 17229"/>
                    <a:gd name="connsiteX3" fmla="*/ 3446 w 6891"/>
                    <a:gd name="connsiteY3" fmla="*/ 0 h 17229"/>
                    <a:gd name="connsiteX4" fmla="*/ 6892 w 6891"/>
                    <a:gd name="connsiteY4" fmla="*/ 3446 h 17229"/>
                    <a:gd name="connsiteX5" fmla="*/ 6892 w 6891"/>
                    <a:gd name="connsiteY5" fmla="*/ 13784 h 17229"/>
                    <a:gd name="connsiteX6" fmla="*/ 3446 w 6891"/>
                    <a:gd name="connsiteY6" fmla="*/ 17230 h 17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17229">
                      <a:moveTo>
                        <a:pt x="3446" y="17230"/>
                      </a:moveTo>
                      <a:cubicBezTo>
                        <a:pt x="1554" y="17230"/>
                        <a:pt x="0" y="15676"/>
                        <a:pt x="0" y="13784"/>
                      </a:cubicBezTo>
                      <a:lnTo>
                        <a:pt x="0" y="3446"/>
                      </a:lnTo>
                      <a:cubicBezTo>
                        <a:pt x="0" y="1554"/>
                        <a:pt x="1554" y="0"/>
                        <a:pt x="3446" y="0"/>
                      </a:cubicBezTo>
                      <a:cubicBezTo>
                        <a:pt x="5339" y="0"/>
                        <a:pt x="6892" y="1554"/>
                        <a:pt x="6892" y="3446"/>
                      </a:cubicBezTo>
                      <a:lnTo>
                        <a:pt x="6892" y="13784"/>
                      </a:lnTo>
                      <a:cubicBezTo>
                        <a:pt x="6892" y="15676"/>
                        <a:pt x="5339" y="17230"/>
                        <a:pt x="3446" y="17230"/>
                      </a:cubicBezTo>
                      <a:close/>
                    </a:path>
                  </a:pathLst>
                </a:custGeom>
                <a:solidFill>
                  <a:srgbClr val="17A3A3"/>
                </a:solidFill>
                <a:ln w="2824" cap="flat">
                  <a:noFill/>
                  <a:prstDash val="solid"/>
                  <a:miter/>
                </a:ln>
              </p:spPr>
              <p:txBody>
                <a:bodyPr rtlCol="1" anchor="ctr"/>
                <a:lstStyle/>
                <a:p>
                  <a:endParaRPr lang="ar-SA"/>
                </a:p>
              </p:txBody>
            </p:sp>
          </p:grpSp>
          <p:sp>
            <p:nvSpPr>
              <p:cNvPr id="7326" name="شكل حر: شكل 8233">
                <a:extLst>
                  <a:ext uri="{FF2B5EF4-FFF2-40B4-BE49-F238E27FC236}">
                    <a16:creationId xmlns:a16="http://schemas.microsoft.com/office/drawing/2014/main" id="{0045FCFE-15CD-0A6A-F874-22E70653489F}"/>
                  </a:ext>
                </a:extLst>
              </p:cNvPr>
              <p:cNvSpPr/>
              <p:nvPr/>
            </p:nvSpPr>
            <p:spPr>
              <a:xfrm>
                <a:off x="10993284" y="605272"/>
                <a:ext cx="202661" cy="206982"/>
              </a:xfrm>
              <a:custGeom>
                <a:avLst/>
                <a:gdLst>
                  <a:gd name="connsiteX0" fmla="*/ 101316 w 202661"/>
                  <a:gd name="connsiteY0" fmla="*/ 206955 h 206982"/>
                  <a:gd name="connsiteX1" fmla="*/ 0 w 202661"/>
                  <a:gd name="connsiteY1" fmla="*/ 105638 h 206982"/>
                  <a:gd name="connsiteX2" fmla="*/ 39176 w 202661"/>
                  <a:gd name="connsiteY2" fmla="*/ 25590 h 206982"/>
                  <a:gd name="connsiteX3" fmla="*/ 39176 w 202661"/>
                  <a:gd name="connsiteY3" fmla="*/ 3446 h 206982"/>
                  <a:gd name="connsiteX4" fmla="*/ 42622 w 202661"/>
                  <a:gd name="connsiteY4" fmla="*/ 0 h 206982"/>
                  <a:gd name="connsiteX5" fmla="*/ 46068 w 202661"/>
                  <a:gd name="connsiteY5" fmla="*/ 3446 h 206982"/>
                  <a:gd name="connsiteX6" fmla="*/ 46068 w 202661"/>
                  <a:gd name="connsiteY6" fmla="*/ 27313 h 206982"/>
                  <a:gd name="connsiteX7" fmla="*/ 44684 w 202661"/>
                  <a:gd name="connsiteY7" fmla="*/ 30081 h 206982"/>
                  <a:gd name="connsiteX8" fmla="*/ 6892 w 202661"/>
                  <a:gd name="connsiteY8" fmla="*/ 105666 h 206982"/>
                  <a:gd name="connsiteX9" fmla="*/ 101316 w 202661"/>
                  <a:gd name="connsiteY9" fmla="*/ 200091 h 206982"/>
                  <a:gd name="connsiteX10" fmla="*/ 195769 w 202661"/>
                  <a:gd name="connsiteY10" fmla="*/ 105666 h 206982"/>
                  <a:gd name="connsiteX11" fmla="*/ 199215 w 202661"/>
                  <a:gd name="connsiteY11" fmla="*/ 102220 h 206982"/>
                  <a:gd name="connsiteX12" fmla="*/ 202661 w 202661"/>
                  <a:gd name="connsiteY12" fmla="*/ 105666 h 206982"/>
                  <a:gd name="connsiteX13" fmla="*/ 101316 w 202661"/>
                  <a:gd name="connsiteY13" fmla="*/ 206983 h 206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2661" h="206982">
                    <a:moveTo>
                      <a:pt x="101316" y="206955"/>
                    </a:moveTo>
                    <a:cubicBezTo>
                      <a:pt x="45447" y="206955"/>
                      <a:pt x="0" y="161508"/>
                      <a:pt x="0" y="105638"/>
                    </a:cubicBezTo>
                    <a:cubicBezTo>
                      <a:pt x="0" y="74031"/>
                      <a:pt x="14263" y="44967"/>
                      <a:pt x="39176" y="25590"/>
                    </a:cubicBezTo>
                    <a:lnTo>
                      <a:pt x="39176" y="3446"/>
                    </a:lnTo>
                    <a:cubicBezTo>
                      <a:pt x="39176" y="1554"/>
                      <a:pt x="40730" y="0"/>
                      <a:pt x="42622" y="0"/>
                    </a:cubicBezTo>
                    <a:cubicBezTo>
                      <a:pt x="44515" y="0"/>
                      <a:pt x="46068" y="1554"/>
                      <a:pt x="46068" y="3446"/>
                    </a:cubicBezTo>
                    <a:lnTo>
                      <a:pt x="46068" y="27313"/>
                    </a:lnTo>
                    <a:cubicBezTo>
                      <a:pt x="46068" y="28387"/>
                      <a:pt x="45560" y="29404"/>
                      <a:pt x="44684" y="30081"/>
                    </a:cubicBezTo>
                    <a:cubicBezTo>
                      <a:pt x="20647" y="48130"/>
                      <a:pt x="6892" y="75670"/>
                      <a:pt x="6892" y="105666"/>
                    </a:cubicBezTo>
                    <a:cubicBezTo>
                      <a:pt x="6892" y="157723"/>
                      <a:pt x="49260" y="200091"/>
                      <a:pt x="101316" y="200091"/>
                    </a:cubicBezTo>
                    <a:cubicBezTo>
                      <a:pt x="153372" y="200091"/>
                      <a:pt x="195769" y="157723"/>
                      <a:pt x="195769" y="105666"/>
                    </a:cubicBezTo>
                    <a:cubicBezTo>
                      <a:pt x="195769" y="103774"/>
                      <a:pt x="197322" y="102220"/>
                      <a:pt x="199215" y="102220"/>
                    </a:cubicBezTo>
                    <a:cubicBezTo>
                      <a:pt x="201108" y="102220"/>
                      <a:pt x="202661" y="103774"/>
                      <a:pt x="202661" y="105666"/>
                    </a:cubicBezTo>
                    <a:cubicBezTo>
                      <a:pt x="202661" y="161536"/>
                      <a:pt x="157214" y="206983"/>
                      <a:pt x="101316" y="206983"/>
                    </a:cubicBezTo>
                    <a:close/>
                  </a:path>
                </a:pathLst>
              </a:custGeom>
              <a:solidFill>
                <a:srgbClr val="17A3A3"/>
              </a:solidFill>
              <a:ln w="2824" cap="flat">
                <a:noFill/>
                <a:prstDash val="solid"/>
                <a:miter/>
              </a:ln>
            </p:spPr>
            <p:txBody>
              <a:bodyPr rtlCol="1" anchor="ctr"/>
              <a:lstStyle/>
              <a:p>
                <a:endParaRPr lang="ar-SA"/>
              </a:p>
            </p:txBody>
          </p:sp>
          <p:sp>
            <p:nvSpPr>
              <p:cNvPr id="7327" name="شكل حر: شكل 8234">
                <a:extLst>
                  <a:ext uri="{FF2B5EF4-FFF2-40B4-BE49-F238E27FC236}">
                    <a16:creationId xmlns:a16="http://schemas.microsoft.com/office/drawing/2014/main" id="{11E8F966-9826-B5B9-3E56-1CF06F921790}"/>
                  </a:ext>
                </a:extLst>
              </p:cNvPr>
              <p:cNvSpPr/>
              <p:nvPr/>
            </p:nvSpPr>
            <p:spPr>
              <a:xfrm>
                <a:off x="10966507" y="546691"/>
                <a:ext cx="256186" cy="292312"/>
              </a:xfrm>
              <a:custGeom>
                <a:avLst/>
                <a:gdLst>
                  <a:gd name="connsiteX0" fmla="*/ 128093 w 256186"/>
                  <a:gd name="connsiteY0" fmla="*/ 292312 h 292312"/>
                  <a:gd name="connsiteX1" fmla="*/ 0 w 256186"/>
                  <a:gd name="connsiteY1" fmla="*/ 164219 h 292312"/>
                  <a:gd name="connsiteX2" fmla="*/ 27708 w 256186"/>
                  <a:gd name="connsiteY2" fmla="*/ 84680 h 292312"/>
                  <a:gd name="connsiteX3" fmla="*/ 27708 w 256186"/>
                  <a:gd name="connsiteY3" fmla="*/ 46040 h 292312"/>
                  <a:gd name="connsiteX4" fmla="*/ 31154 w 256186"/>
                  <a:gd name="connsiteY4" fmla="*/ 42594 h 292312"/>
                  <a:gd name="connsiteX5" fmla="*/ 34601 w 256186"/>
                  <a:gd name="connsiteY5" fmla="*/ 46040 h 292312"/>
                  <a:gd name="connsiteX6" fmla="*/ 34601 w 256186"/>
                  <a:gd name="connsiteY6" fmla="*/ 85894 h 292312"/>
                  <a:gd name="connsiteX7" fmla="*/ 33838 w 256186"/>
                  <a:gd name="connsiteY7" fmla="*/ 88069 h 292312"/>
                  <a:gd name="connsiteX8" fmla="*/ 6892 w 256186"/>
                  <a:gd name="connsiteY8" fmla="*/ 164247 h 292312"/>
                  <a:gd name="connsiteX9" fmla="*/ 128093 w 256186"/>
                  <a:gd name="connsiteY9" fmla="*/ 285449 h 292312"/>
                  <a:gd name="connsiteX10" fmla="*/ 249295 w 256186"/>
                  <a:gd name="connsiteY10" fmla="*/ 164247 h 292312"/>
                  <a:gd name="connsiteX11" fmla="*/ 222348 w 256186"/>
                  <a:gd name="connsiteY11" fmla="*/ 88069 h 292312"/>
                  <a:gd name="connsiteX12" fmla="*/ 221586 w 256186"/>
                  <a:gd name="connsiteY12" fmla="*/ 85894 h 292312"/>
                  <a:gd name="connsiteX13" fmla="*/ 221586 w 256186"/>
                  <a:gd name="connsiteY13" fmla="*/ 3446 h 292312"/>
                  <a:gd name="connsiteX14" fmla="*/ 225031 w 256186"/>
                  <a:gd name="connsiteY14" fmla="*/ 0 h 292312"/>
                  <a:gd name="connsiteX15" fmla="*/ 228477 w 256186"/>
                  <a:gd name="connsiteY15" fmla="*/ 3446 h 292312"/>
                  <a:gd name="connsiteX16" fmla="*/ 228477 w 256186"/>
                  <a:gd name="connsiteY16" fmla="*/ 84680 h 292312"/>
                  <a:gd name="connsiteX17" fmla="*/ 256186 w 256186"/>
                  <a:gd name="connsiteY17" fmla="*/ 164219 h 292312"/>
                  <a:gd name="connsiteX18" fmla="*/ 128093 w 256186"/>
                  <a:gd name="connsiteY18" fmla="*/ 292312 h 292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6186" h="292312">
                    <a:moveTo>
                      <a:pt x="128093" y="292312"/>
                    </a:moveTo>
                    <a:cubicBezTo>
                      <a:pt x="57479" y="292312"/>
                      <a:pt x="0" y="234861"/>
                      <a:pt x="0" y="164219"/>
                    </a:cubicBezTo>
                    <a:cubicBezTo>
                      <a:pt x="0" y="135352"/>
                      <a:pt x="9829" y="107163"/>
                      <a:pt x="27708" y="84680"/>
                    </a:cubicBezTo>
                    <a:lnTo>
                      <a:pt x="27708" y="46040"/>
                    </a:lnTo>
                    <a:cubicBezTo>
                      <a:pt x="27708" y="44148"/>
                      <a:pt x="29262" y="42594"/>
                      <a:pt x="31154" y="42594"/>
                    </a:cubicBezTo>
                    <a:cubicBezTo>
                      <a:pt x="33047" y="42594"/>
                      <a:pt x="34601" y="44148"/>
                      <a:pt x="34601" y="46040"/>
                    </a:cubicBezTo>
                    <a:lnTo>
                      <a:pt x="34601" y="85894"/>
                    </a:lnTo>
                    <a:cubicBezTo>
                      <a:pt x="34601" y="86685"/>
                      <a:pt x="34318" y="87448"/>
                      <a:pt x="33838" y="88069"/>
                    </a:cubicBezTo>
                    <a:cubicBezTo>
                      <a:pt x="16467" y="109508"/>
                      <a:pt x="6892" y="136539"/>
                      <a:pt x="6892" y="164247"/>
                    </a:cubicBezTo>
                    <a:cubicBezTo>
                      <a:pt x="6892" y="231076"/>
                      <a:pt x="61264" y="285449"/>
                      <a:pt x="128093" y="285449"/>
                    </a:cubicBezTo>
                    <a:cubicBezTo>
                      <a:pt x="194922" y="285449"/>
                      <a:pt x="249295" y="231076"/>
                      <a:pt x="249295" y="164247"/>
                    </a:cubicBezTo>
                    <a:cubicBezTo>
                      <a:pt x="249295" y="136567"/>
                      <a:pt x="239719" y="109508"/>
                      <a:pt x="222348" y="88069"/>
                    </a:cubicBezTo>
                    <a:cubicBezTo>
                      <a:pt x="221839" y="87448"/>
                      <a:pt x="221586" y="86685"/>
                      <a:pt x="221586" y="85894"/>
                    </a:cubicBezTo>
                    <a:lnTo>
                      <a:pt x="221586" y="3446"/>
                    </a:lnTo>
                    <a:cubicBezTo>
                      <a:pt x="221586" y="1554"/>
                      <a:pt x="223139" y="0"/>
                      <a:pt x="225031" y="0"/>
                    </a:cubicBezTo>
                    <a:cubicBezTo>
                      <a:pt x="226924" y="0"/>
                      <a:pt x="228477" y="1554"/>
                      <a:pt x="228477" y="3446"/>
                    </a:cubicBezTo>
                    <a:lnTo>
                      <a:pt x="228477" y="84680"/>
                    </a:lnTo>
                    <a:cubicBezTo>
                      <a:pt x="246357" y="107163"/>
                      <a:pt x="256186" y="135381"/>
                      <a:pt x="256186" y="164219"/>
                    </a:cubicBezTo>
                    <a:cubicBezTo>
                      <a:pt x="256186" y="234833"/>
                      <a:pt x="198735" y="292312"/>
                      <a:pt x="128093" y="292312"/>
                    </a:cubicBezTo>
                    <a:close/>
                  </a:path>
                </a:pathLst>
              </a:custGeom>
              <a:solidFill>
                <a:srgbClr val="01355A"/>
              </a:solidFill>
              <a:ln w="2824" cap="flat">
                <a:noFill/>
                <a:prstDash val="solid"/>
                <a:miter/>
              </a:ln>
            </p:spPr>
            <p:txBody>
              <a:bodyPr rtlCol="1" anchor="ctr"/>
              <a:lstStyle/>
              <a:p>
                <a:endParaRPr lang="ar-SA"/>
              </a:p>
            </p:txBody>
          </p:sp>
        </p:grpSp>
      </p:grpSp>
      <p:grpSp>
        <p:nvGrpSpPr>
          <p:cNvPr id="7337" name="رسم 8014">
            <a:extLst>
              <a:ext uri="{FF2B5EF4-FFF2-40B4-BE49-F238E27FC236}">
                <a16:creationId xmlns:a16="http://schemas.microsoft.com/office/drawing/2014/main" id="{227D18A5-EBBC-D982-FE66-BBA8148042DD}"/>
              </a:ext>
            </a:extLst>
          </p:cNvPr>
          <p:cNvGrpSpPr/>
          <p:nvPr/>
        </p:nvGrpSpPr>
        <p:grpSpPr>
          <a:xfrm>
            <a:off x="6839720" y="2511727"/>
            <a:ext cx="236398" cy="213323"/>
            <a:chOff x="7256945" y="1371317"/>
            <a:chExt cx="282567" cy="270648"/>
          </a:xfrm>
        </p:grpSpPr>
        <p:grpSp>
          <p:nvGrpSpPr>
            <p:cNvPr id="7338" name="رسم 8014">
              <a:extLst>
                <a:ext uri="{FF2B5EF4-FFF2-40B4-BE49-F238E27FC236}">
                  <a16:creationId xmlns:a16="http://schemas.microsoft.com/office/drawing/2014/main" id="{31FA324E-24A0-1EB7-A2D4-7432ED6043DF}"/>
                </a:ext>
              </a:extLst>
            </p:cNvPr>
            <p:cNvGrpSpPr/>
            <p:nvPr/>
          </p:nvGrpSpPr>
          <p:grpSpPr>
            <a:xfrm>
              <a:off x="7256945" y="1371317"/>
              <a:ext cx="282567" cy="202378"/>
              <a:chOff x="7256945" y="1371317"/>
              <a:chExt cx="282567" cy="202378"/>
            </a:xfrm>
            <a:solidFill>
              <a:srgbClr val="01355A"/>
            </a:solidFill>
          </p:grpSpPr>
          <p:sp>
            <p:nvSpPr>
              <p:cNvPr id="7343" name="شكل حر: شكل 8237">
                <a:extLst>
                  <a:ext uri="{FF2B5EF4-FFF2-40B4-BE49-F238E27FC236}">
                    <a16:creationId xmlns:a16="http://schemas.microsoft.com/office/drawing/2014/main" id="{E49C3185-09E6-7136-91AB-007C276D32F1}"/>
                  </a:ext>
                </a:extLst>
              </p:cNvPr>
              <p:cNvSpPr/>
              <p:nvPr/>
            </p:nvSpPr>
            <p:spPr>
              <a:xfrm>
                <a:off x="7256973" y="1371317"/>
                <a:ext cx="282539" cy="202378"/>
              </a:xfrm>
              <a:custGeom>
                <a:avLst/>
                <a:gdLst>
                  <a:gd name="connsiteX0" fmla="*/ 132132 w 282539"/>
                  <a:gd name="connsiteY0" fmla="*/ 202379 h 202378"/>
                  <a:gd name="connsiteX1" fmla="*/ 26777 w 282539"/>
                  <a:gd name="connsiteY1" fmla="*/ 202379 h 202378"/>
                  <a:gd name="connsiteX2" fmla="*/ 0 w 282539"/>
                  <a:gd name="connsiteY2" fmla="*/ 175602 h 202378"/>
                  <a:gd name="connsiteX3" fmla="*/ 0 w 282539"/>
                  <a:gd name="connsiteY3" fmla="*/ 26777 h 202378"/>
                  <a:gd name="connsiteX4" fmla="*/ 26777 w 282539"/>
                  <a:gd name="connsiteY4" fmla="*/ 0 h 202378"/>
                  <a:gd name="connsiteX5" fmla="*/ 255763 w 282539"/>
                  <a:gd name="connsiteY5" fmla="*/ 0 h 202378"/>
                  <a:gd name="connsiteX6" fmla="*/ 282540 w 282539"/>
                  <a:gd name="connsiteY6" fmla="*/ 26777 h 202378"/>
                  <a:gd name="connsiteX7" fmla="*/ 282540 w 282539"/>
                  <a:gd name="connsiteY7" fmla="*/ 175602 h 202378"/>
                  <a:gd name="connsiteX8" fmla="*/ 282115 w 282539"/>
                  <a:gd name="connsiteY8" fmla="*/ 180319 h 202378"/>
                  <a:gd name="connsiteX9" fmla="*/ 278105 w 282539"/>
                  <a:gd name="connsiteY9" fmla="*/ 183087 h 202378"/>
                  <a:gd name="connsiteX10" fmla="*/ 275337 w 282539"/>
                  <a:gd name="connsiteY10" fmla="*/ 179076 h 202378"/>
                  <a:gd name="connsiteX11" fmla="*/ 275648 w 282539"/>
                  <a:gd name="connsiteY11" fmla="*/ 175602 h 202378"/>
                  <a:gd name="connsiteX12" fmla="*/ 275648 w 282539"/>
                  <a:gd name="connsiteY12" fmla="*/ 26777 h 202378"/>
                  <a:gd name="connsiteX13" fmla="*/ 255763 w 282539"/>
                  <a:gd name="connsiteY13" fmla="*/ 6892 h 202378"/>
                  <a:gd name="connsiteX14" fmla="*/ 26777 w 282539"/>
                  <a:gd name="connsiteY14" fmla="*/ 6892 h 202378"/>
                  <a:gd name="connsiteX15" fmla="*/ 6892 w 282539"/>
                  <a:gd name="connsiteY15" fmla="*/ 26777 h 202378"/>
                  <a:gd name="connsiteX16" fmla="*/ 6892 w 282539"/>
                  <a:gd name="connsiteY16" fmla="*/ 175602 h 202378"/>
                  <a:gd name="connsiteX17" fmla="*/ 26777 w 282539"/>
                  <a:gd name="connsiteY17" fmla="*/ 195487 h 202378"/>
                  <a:gd name="connsiteX18" fmla="*/ 132132 w 282539"/>
                  <a:gd name="connsiteY18" fmla="*/ 195487 h 202378"/>
                  <a:gd name="connsiteX19" fmla="*/ 135578 w 282539"/>
                  <a:gd name="connsiteY19" fmla="*/ 198933 h 202378"/>
                  <a:gd name="connsiteX20" fmla="*/ 132132 w 282539"/>
                  <a:gd name="connsiteY20" fmla="*/ 202379 h 202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82539" h="202378">
                    <a:moveTo>
                      <a:pt x="132132" y="202379"/>
                    </a:moveTo>
                    <a:lnTo>
                      <a:pt x="26777" y="202379"/>
                    </a:lnTo>
                    <a:cubicBezTo>
                      <a:pt x="12004" y="202379"/>
                      <a:pt x="0" y="190375"/>
                      <a:pt x="0" y="175602"/>
                    </a:cubicBezTo>
                    <a:lnTo>
                      <a:pt x="0" y="26777"/>
                    </a:lnTo>
                    <a:cubicBezTo>
                      <a:pt x="0" y="12004"/>
                      <a:pt x="12004" y="0"/>
                      <a:pt x="26777" y="0"/>
                    </a:cubicBezTo>
                    <a:lnTo>
                      <a:pt x="255763" y="0"/>
                    </a:lnTo>
                    <a:cubicBezTo>
                      <a:pt x="270535" y="0"/>
                      <a:pt x="282540" y="12004"/>
                      <a:pt x="282540" y="26777"/>
                    </a:cubicBezTo>
                    <a:lnTo>
                      <a:pt x="282540" y="175602"/>
                    </a:lnTo>
                    <a:cubicBezTo>
                      <a:pt x="282540" y="177240"/>
                      <a:pt x="282398" y="178822"/>
                      <a:pt x="282115" y="180319"/>
                    </a:cubicBezTo>
                    <a:cubicBezTo>
                      <a:pt x="281777" y="182183"/>
                      <a:pt x="279997" y="183426"/>
                      <a:pt x="278105" y="183087"/>
                    </a:cubicBezTo>
                    <a:cubicBezTo>
                      <a:pt x="276241" y="182748"/>
                      <a:pt x="274998" y="180940"/>
                      <a:pt x="275337" y="179076"/>
                    </a:cubicBezTo>
                    <a:cubicBezTo>
                      <a:pt x="275535" y="177975"/>
                      <a:pt x="275648" y="176788"/>
                      <a:pt x="275648" y="175602"/>
                    </a:cubicBezTo>
                    <a:lnTo>
                      <a:pt x="275648" y="26777"/>
                    </a:lnTo>
                    <a:cubicBezTo>
                      <a:pt x="275648" y="15817"/>
                      <a:pt x="266722" y="6892"/>
                      <a:pt x="255763" y="6892"/>
                    </a:cubicBezTo>
                    <a:lnTo>
                      <a:pt x="26777" y="6892"/>
                    </a:lnTo>
                    <a:cubicBezTo>
                      <a:pt x="15817" y="6892"/>
                      <a:pt x="6892" y="15817"/>
                      <a:pt x="6892" y="26777"/>
                    </a:cubicBezTo>
                    <a:lnTo>
                      <a:pt x="6892" y="175602"/>
                    </a:lnTo>
                    <a:cubicBezTo>
                      <a:pt x="6892" y="186561"/>
                      <a:pt x="15817" y="195487"/>
                      <a:pt x="26777" y="195487"/>
                    </a:cubicBezTo>
                    <a:lnTo>
                      <a:pt x="132132" y="195487"/>
                    </a:lnTo>
                    <a:cubicBezTo>
                      <a:pt x="134025" y="195487"/>
                      <a:pt x="135578" y="197040"/>
                      <a:pt x="135578" y="198933"/>
                    </a:cubicBezTo>
                    <a:cubicBezTo>
                      <a:pt x="135578" y="200825"/>
                      <a:pt x="134025" y="202379"/>
                      <a:pt x="132132" y="202379"/>
                    </a:cubicBezTo>
                    <a:close/>
                  </a:path>
                </a:pathLst>
              </a:custGeom>
              <a:solidFill>
                <a:srgbClr val="01355A"/>
              </a:solidFill>
              <a:ln w="2824" cap="flat">
                <a:noFill/>
                <a:prstDash val="solid"/>
                <a:miter/>
              </a:ln>
            </p:spPr>
            <p:txBody>
              <a:bodyPr rtlCol="1" anchor="ctr"/>
              <a:lstStyle/>
              <a:p>
                <a:endParaRPr lang="ar-SA"/>
              </a:p>
            </p:txBody>
          </p:sp>
          <p:sp>
            <p:nvSpPr>
              <p:cNvPr id="7344" name="شكل حر: شكل 8238">
                <a:extLst>
                  <a:ext uri="{FF2B5EF4-FFF2-40B4-BE49-F238E27FC236}">
                    <a16:creationId xmlns:a16="http://schemas.microsoft.com/office/drawing/2014/main" id="{9801AAE3-CC28-7539-5CAE-4CDE1D1C28D6}"/>
                  </a:ext>
                </a:extLst>
              </p:cNvPr>
              <p:cNvSpPr/>
              <p:nvPr/>
            </p:nvSpPr>
            <p:spPr>
              <a:xfrm>
                <a:off x="7256945" y="1405833"/>
                <a:ext cx="258502" cy="6891"/>
              </a:xfrm>
              <a:custGeom>
                <a:avLst/>
                <a:gdLst>
                  <a:gd name="connsiteX0" fmla="*/ 255057 w 258502"/>
                  <a:gd name="connsiteY0" fmla="*/ 6892 h 6891"/>
                  <a:gd name="connsiteX1" fmla="*/ 3446 w 258502"/>
                  <a:gd name="connsiteY1" fmla="*/ 6892 h 6891"/>
                  <a:gd name="connsiteX2" fmla="*/ 0 w 258502"/>
                  <a:gd name="connsiteY2" fmla="*/ 3446 h 6891"/>
                  <a:gd name="connsiteX3" fmla="*/ 3446 w 258502"/>
                  <a:gd name="connsiteY3" fmla="*/ 0 h 6891"/>
                  <a:gd name="connsiteX4" fmla="*/ 255057 w 258502"/>
                  <a:gd name="connsiteY4" fmla="*/ 0 h 6891"/>
                  <a:gd name="connsiteX5" fmla="*/ 258503 w 258502"/>
                  <a:gd name="connsiteY5" fmla="*/ 3446 h 6891"/>
                  <a:gd name="connsiteX6" fmla="*/ 255057 w 258502"/>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8502" h="6891">
                    <a:moveTo>
                      <a:pt x="255057" y="6892"/>
                    </a:moveTo>
                    <a:lnTo>
                      <a:pt x="3446" y="6892"/>
                    </a:lnTo>
                    <a:cubicBezTo>
                      <a:pt x="1554" y="6892"/>
                      <a:pt x="0" y="5338"/>
                      <a:pt x="0" y="3446"/>
                    </a:cubicBezTo>
                    <a:cubicBezTo>
                      <a:pt x="0" y="1553"/>
                      <a:pt x="1554" y="0"/>
                      <a:pt x="3446" y="0"/>
                    </a:cubicBezTo>
                    <a:lnTo>
                      <a:pt x="255057" y="0"/>
                    </a:lnTo>
                    <a:cubicBezTo>
                      <a:pt x="256949" y="0"/>
                      <a:pt x="258503" y="1553"/>
                      <a:pt x="258503" y="3446"/>
                    </a:cubicBezTo>
                    <a:cubicBezTo>
                      <a:pt x="258503" y="5338"/>
                      <a:pt x="256949" y="6892"/>
                      <a:pt x="255057" y="6892"/>
                    </a:cubicBezTo>
                    <a:close/>
                  </a:path>
                </a:pathLst>
              </a:custGeom>
              <a:solidFill>
                <a:srgbClr val="01355A"/>
              </a:solidFill>
              <a:ln w="2824" cap="flat">
                <a:noFill/>
                <a:prstDash val="solid"/>
                <a:miter/>
              </a:ln>
            </p:spPr>
            <p:txBody>
              <a:bodyPr rtlCol="1" anchor="ctr"/>
              <a:lstStyle/>
              <a:p>
                <a:endParaRPr lang="ar-SA"/>
              </a:p>
            </p:txBody>
          </p:sp>
          <p:sp>
            <p:nvSpPr>
              <p:cNvPr id="7345" name="شكل حر: شكل 8239">
                <a:extLst>
                  <a:ext uri="{FF2B5EF4-FFF2-40B4-BE49-F238E27FC236}">
                    <a16:creationId xmlns:a16="http://schemas.microsoft.com/office/drawing/2014/main" id="{968A467A-788E-3CAF-D687-B94945E4B243}"/>
                  </a:ext>
                </a:extLst>
              </p:cNvPr>
              <p:cNvSpPr/>
              <p:nvPr/>
            </p:nvSpPr>
            <p:spPr>
              <a:xfrm>
                <a:off x="7256945" y="1443456"/>
                <a:ext cx="258502" cy="6891"/>
              </a:xfrm>
              <a:custGeom>
                <a:avLst/>
                <a:gdLst>
                  <a:gd name="connsiteX0" fmla="*/ 255057 w 258502"/>
                  <a:gd name="connsiteY0" fmla="*/ 6892 h 6891"/>
                  <a:gd name="connsiteX1" fmla="*/ 3446 w 258502"/>
                  <a:gd name="connsiteY1" fmla="*/ 6892 h 6891"/>
                  <a:gd name="connsiteX2" fmla="*/ 0 w 258502"/>
                  <a:gd name="connsiteY2" fmla="*/ 3446 h 6891"/>
                  <a:gd name="connsiteX3" fmla="*/ 3446 w 258502"/>
                  <a:gd name="connsiteY3" fmla="*/ 0 h 6891"/>
                  <a:gd name="connsiteX4" fmla="*/ 255057 w 258502"/>
                  <a:gd name="connsiteY4" fmla="*/ 0 h 6891"/>
                  <a:gd name="connsiteX5" fmla="*/ 258503 w 258502"/>
                  <a:gd name="connsiteY5" fmla="*/ 3446 h 6891"/>
                  <a:gd name="connsiteX6" fmla="*/ 255057 w 258502"/>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8502" h="6891">
                    <a:moveTo>
                      <a:pt x="255057" y="6892"/>
                    </a:moveTo>
                    <a:lnTo>
                      <a:pt x="3446" y="6892"/>
                    </a:lnTo>
                    <a:cubicBezTo>
                      <a:pt x="1554" y="6892"/>
                      <a:pt x="0" y="5338"/>
                      <a:pt x="0" y="3446"/>
                    </a:cubicBezTo>
                    <a:cubicBezTo>
                      <a:pt x="0" y="1553"/>
                      <a:pt x="1554" y="0"/>
                      <a:pt x="3446" y="0"/>
                    </a:cubicBezTo>
                    <a:lnTo>
                      <a:pt x="255057" y="0"/>
                    </a:lnTo>
                    <a:cubicBezTo>
                      <a:pt x="256949" y="0"/>
                      <a:pt x="258503" y="1553"/>
                      <a:pt x="258503" y="3446"/>
                    </a:cubicBezTo>
                    <a:cubicBezTo>
                      <a:pt x="258503" y="5338"/>
                      <a:pt x="256949" y="6892"/>
                      <a:pt x="255057" y="6892"/>
                    </a:cubicBezTo>
                    <a:close/>
                  </a:path>
                </a:pathLst>
              </a:custGeom>
              <a:solidFill>
                <a:srgbClr val="01355A"/>
              </a:solidFill>
              <a:ln w="2824" cap="flat">
                <a:noFill/>
                <a:prstDash val="solid"/>
                <a:miter/>
              </a:ln>
            </p:spPr>
            <p:txBody>
              <a:bodyPr rtlCol="1" anchor="ctr"/>
              <a:lstStyle/>
              <a:p>
                <a:endParaRPr lang="ar-SA"/>
              </a:p>
            </p:txBody>
          </p:sp>
          <p:sp>
            <p:nvSpPr>
              <p:cNvPr id="7346" name="شكل حر: شكل 8240">
                <a:extLst>
                  <a:ext uri="{FF2B5EF4-FFF2-40B4-BE49-F238E27FC236}">
                    <a16:creationId xmlns:a16="http://schemas.microsoft.com/office/drawing/2014/main" id="{92BDB4E5-DF0C-92A8-4F1E-1A0E8C9382F9}"/>
                  </a:ext>
                </a:extLst>
              </p:cNvPr>
              <p:cNvSpPr/>
              <p:nvPr/>
            </p:nvSpPr>
            <p:spPr>
              <a:xfrm>
                <a:off x="7293947" y="1490711"/>
                <a:ext cx="70161" cy="6891"/>
              </a:xfrm>
              <a:custGeom>
                <a:avLst/>
                <a:gdLst>
                  <a:gd name="connsiteX0" fmla="*/ 66715 w 70161"/>
                  <a:gd name="connsiteY0" fmla="*/ 6892 h 6891"/>
                  <a:gd name="connsiteX1" fmla="*/ 3446 w 70161"/>
                  <a:gd name="connsiteY1" fmla="*/ 6892 h 6891"/>
                  <a:gd name="connsiteX2" fmla="*/ 0 w 70161"/>
                  <a:gd name="connsiteY2" fmla="*/ 3446 h 6891"/>
                  <a:gd name="connsiteX3" fmla="*/ 3446 w 70161"/>
                  <a:gd name="connsiteY3" fmla="*/ 0 h 6891"/>
                  <a:gd name="connsiteX4" fmla="*/ 66715 w 70161"/>
                  <a:gd name="connsiteY4" fmla="*/ 0 h 6891"/>
                  <a:gd name="connsiteX5" fmla="*/ 70161 w 70161"/>
                  <a:gd name="connsiteY5" fmla="*/ 3446 h 6891"/>
                  <a:gd name="connsiteX6" fmla="*/ 66715 w 70161"/>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161" h="6891">
                    <a:moveTo>
                      <a:pt x="66715" y="6892"/>
                    </a:moveTo>
                    <a:lnTo>
                      <a:pt x="3446" y="6892"/>
                    </a:lnTo>
                    <a:cubicBezTo>
                      <a:pt x="1553" y="6892"/>
                      <a:pt x="0" y="5338"/>
                      <a:pt x="0" y="3446"/>
                    </a:cubicBezTo>
                    <a:cubicBezTo>
                      <a:pt x="0" y="1553"/>
                      <a:pt x="1553" y="0"/>
                      <a:pt x="3446" y="0"/>
                    </a:cubicBezTo>
                    <a:lnTo>
                      <a:pt x="66715" y="0"/>
                    </a:lnTo>
                    <a:cubicBezTo>
                      <a:pt x="68608" y="0"/>
                      <a:pt x="70161" y="1553"/>
                      <a:pt x="70161" y="3446"/>
                    </a:cubicBezTo>
                    <a:cubicBezTo>
                      <a:pt x="70161" y="5338"/>
                      <a:pt x="68608" y="6892"/>
                      <a:pt x="66715" y="6892"/>
                    </a:cubicBezTo>
                    <a:close/>
                  </a:path>
                </a:pathLst>
              </a:custGeom>
              <a:solidFill>
                <a:srgbClr val="01355A"/>
              </a:solidFill>
              <a:ln w="2824" cap="flat">
                <a:noFill/>
                <a:prstDash val="solid"/>
                <a:miter/>
              </a:ln>
            </p:spPr>
            <p:txBody>
              <a:bodyPr rtlCol="1" anchor="ctr"/>
              <a:lstStyle/>
              <a:p>
                <a:endParaRPr lang="ar-SA"/>
              </a:p>
            </p:txBody>
          </p:sp>
          <p:sp>
            <p:nvSpPr>
              <p:cNvPr id="7347" name="شكل حر: شكل 8241">
                <a:extLst>
                  <a:ext uri="{FF2B5EF4-FFF2-40B4-BE49-F238E27FC236}">
                    <a16:creationId xmlns:a16="http://schemas.microsoft.com/office/drawing/2014/main" id="{BBC25F41-37C3-DF92-7578-F8CCDD3B8B07}"/>
                  </a:ext>
                </a:extLst>
              </p:cNvPr>
              <p:cNvSpPr/>
              <p:nvPr/>
            </p:nvSpPr>
            <p:spPr>
              <a:xfrm>
                <a:off x="7293947" y="1514748"/>
                <a:ext cx="38526" cy="6891"/>
              </a:xfrm>
              <a:custGeom>
                <a:avLst/>
                <a:gdLst>
                  <a:gd name="connsiteX0" fmla="*/ 35081 w 38526"/>
                  <a:gd name="connsiteY0" fmla="*/ 6892 h 6891"/>
                  <a:gd name="connsiteX1" fmla="*/ 3446 w 38526"/>
                  <a:gd name="connsiteY1" fmla="*/ 6892 h 6891"/>
                  <a:gd name="connsiteX2" fmla="*/ 0 w 38526"/>
                  <a:gd name="connsiteY2" fmla="*/ 3446 h 6891"/>
                  <a:gd name="connsiteX3" fmla="*/ 3446 w 38526"/>
                  <a:gd name="connsiteY3" fmla="*/ 0 h 6891"/>
                  <a:gd name="connsiteX4" fmla="*/ 35081 w 38526"/>
                  <a:gd name="connsiteY4" fmla="*/ 0 h 6891"/>
                  <a:gd name="connsiteX5" fmla="*/ 38527 w 38526"/>
                  <a:gd name="connsiteY5" fmla="*/ 3446 h 6891"/>
                  <a:gd name="connsiteX6" fmla="*/ 35081 w 38526"/>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26" h="6891">
                    <a:moveTo>
                      <a:pt x="35081" y="6892"/>
                    </a:moveTo>
                    <a:lnTo>
                      <a:pt x="3446" y="6892"/>
                    </a:lnTo>
                    <a:cubicBezTo>
                      <a:pt x="1553" y="6892"/>
                      <a:pt x="0" y="5338"/>
                      <a:pt x="0" y="3446"/>
                    </a:cubicBezTo>
                    <a:cubicBezTo>
                      <a:pt x="0" y="1553"/>
                      <a:pt x="1553" y="0"/>
                      <a:pt x="3446" y="0"/>
                    </a:cubicBezTo>
                    <a:lnTo>
                      <a:pt x="35081" y="0"/>
                    </a:lnTo>
                    <a:cubicBezTo>
                      <a:pt x="36973" y="0"/>
                      <a:pt x="38527" y="1553"/>
                      <a:pt x="38527" y="3446"/>
                    </a:cubicBezTo>
                    <a:cubicBezTo>
                      <a:pt x="38527" y="5338"/>
                      <a:pt x="36973" y="6892"/>
                      <a:pt x="35081" y="6892"/>
                    </a:cubicBezTo>
                    <a:close/>
                  </a:path>
                </a:pathLst>
              </a:custGeom>
              <a:solidFill>
                <a:srgbClr val="01355A"/>
              </a:solidFill>
              <a:ln w="2824" cap="flat">
                <a:noFill/>
                <a:prstDash val="solid"/>
                <a:miter/>
              </a:ln>
            </p:spPr>
            <p:txBody>
              <a:bodyPr rtlCol="1" anchor="ctr"/>
              <a:lstStyle/>
              <a:p>
                <a:endParaRPr lang="ar-SA"/>
              </a:p>
            </p:txBody>
          </p:sp>
        </p:grpSp>
        <p:grpSp>
          <p:nvGrpSpPr>
            <p:cNvPr id="7339" name="رسم 8014">
              <a:extLst>
                <a:ext uri="{FF2B5EF4-FFF2-40B4-BE49-F238E27FC236}">
                  <a16:creationId xmlns:a16="http://schemas.microsoft.com/office/drawing/2014/main" id="{5B25707F-F433-1AE9-72A6-C155ACEFED63}"/>
                </a:ext>
              </a:extLst>
            </p:cNvPr>
            <p:cNvGrpSpPr/>
            <p:nvPr/>
          </p:nvGrpSpPr>
          <p:grpSpPr>
            <a:xfrm>
              <a:off x="7412069" y="1495145"/>
              <a:ext cx="105779" cy="146819"/>
              <a:chOff x="7412069" y="1495145"/>
              <a:chExt cx="105779" cy="146819"/>
            </a:xfrm>
            <a:solidFill>
              <a:srgbClr val="17A3A3"/>
            </a:solidFill>
          </p:grpSpPr>
          <p:sp>
            <p:nvSpPr>
              <p:cNvPr id="7340" name="شكل حر: شكل 8243">
                <a:extLst>
                  <a:ext uri="{FF2B5EF4-FFF2-40B4-BE49-F238E27FC236}">
                    <a16:creationId xmlns:a16="http://schemas.microsoft.com/office/drawing/2014/main" id="{A0569A08-AE45-B553-07FE-9D6CA7473095}"/>
                  </a:ext>
                </a:extLst>
              </p:cNvPr>
              <p:cNvSpPr/>
              <p:nvPr/>
            </p:nvSpPr>
            <p:spPr>
              <a:xfrm>
                <a:off x="7412069" y="1549800"/>
                <a:ext cx="105779" cy="92164"/>
              </a:xfrm>
              <a:custGeom>
                <a:avLst/>
                <a:gdLst>
                  <a:gd name="connsiteX0" fmla="*/ 83014 w 105779"/>
                  <a:gd name="connsiteY0" fmla="*/ 92165 h 92164"/>
                  <a:gd name="connsiteX1" fmla="*/ 22766 w 105779"/>
                  <a:gd name="connsiteY1" fmla="*/ 92165 h 92164"/>
                  <a:gd name="connsiteX2" fmla="*/ 0 w 105779"/>
                  <a:gd name="connsiteY2" fmla="*/ 69399 h 92164"/>
                  <a:gd name="connsiteX3" fmla="*/ 0 w 105779"/>
                  <a:gd name="connsiteY3" fmla="*/ 22766 h 92164"/>
                  <a:gd name="connsiteX4" fmla="*/ 22766 w 105779"/>
                  <a:gd name="connsiteY4" fmla="*/ 0 h 92164"/>
                  <a:gd name="connsiteX5" fmla="*/ 83014 w 105779"/>
                  <a:gd name="connsiteY5" fmla="*/ 0 h 92164"/>
                  <a:gd name="connsiteX6" fmla="*/ 105779 w 105779"/>
                  <a:gd name="connsiteY6" fmla="*/ 22766 h 92164"/>
                  <a:gd name="connsiteX7" fmla="*/ 105779 w 105779"/>
                  <a:gd name="connsiteY7" fmla="*/ 69399 h 92164"/>
                  <a:gd name="connsiteX8" fmla="*/ 83014 w 105779"/>
                  <a:gd name="connsiteY8" fmla="*/ 92165 h 92164"/>
                  <a:gd name="connsiteX9" fmla="*/ 22766 w 105779"/>
                  <a:gd name="connsiteY9" fmla="*/ 6864 h 92164"/>
                  <a:gd name="connsiteX10" fmla="*/ 6892 w 105779"/>
                  <a:gd name="connsiteY10" fmla="*/ 22738 h 92164"/>
                  <a:gd name="connsiteX11" fmla="*/ 6892 w 105779"/>
                  <a:gd name="connsiteY11" fmla="*/ 69371 h 92164"/>
                  <a:gd name="connsiteX12" fmla="*/ 22766 w 105779"/>
                  <a:gd name="connsiteY12" fmla="*/ 85245 h 92164"/>
                  <a:gd name="connsiteX13" fmla="*/ 83014 w 105779"/>
                  <a:gd name="connsiteY13" fmla="*/ 85245 h 92164"/>
                  <a:gd name="connsiteX14" fmla="*/ 98887 w 105779"/>
                  <a:gd name="connsiteY14" fmla="*/ 69371 h 92164"/>
                  <a:gd name="connsiteX15" fmla="*/ 98887 w 105779"/>
                  <a:gd name="connsiteY15" fmla="*/ 22738 h 92164"/>
                  <a:gd name="connsiteX16" fmla="*/ 83014 w 105779"/>
                  <a:gd name="connsiteY16" fmla="*/ 6864 h 92164"/>
                  <a:gd name="connsiteX17" fmla="*/ 22766 w 105779"/>
                  <a:gd name="connsiteY17" fmla="*/ 6864 h 92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5779" h="92164">
                    <a:moveTo>
                      <a:pt x="83014" y="92165"/>
                    </a:moveTo>
                    <a:lnTo>
                      <a:pt x="22766" y="92165"/>
                    </a:lnTo>
                    <a:cubicBezTo>
                      <a:pt x="10225" y="92165"/>
                      <a:pt x="0" y="81940"/>
                      <a:pt x="0" y="69399"/>
                    </a:cubicBezTo>
                    <a:lnTo>
                      <a:pt x="0" y="22766"/>
                    </a:lnTo>
                    <a:cubicBezTo>
                      <a:pt x="0" y="10225"/>
                      <a:pt x="10225" y="0"/>
                      <a:pt x="22766" y="0"/>
                    </a:cubicBezTo>
                    <a:lnTo>
                      <a:pt x="83014" y="0"/>
                    </a:lnTo>
                    <a:cubicBezTo>
                      <a:pt x="95555" y="0"/>
                      <a:pt x="105779" y="10225"/>
                      <a:pt x="105779" y="22766"/>
                    </a:cubicBezTo>
                    <a:lnTo>
                      <a:pt x="105779" y="69399"/>
                    </a:lnTo>
                    <a:cubicBezTo>
                      <a:pt x="105779" y="81968"/>
                      <a:pt x="95555" y="92165"/>
                      <a:pt x="83014" y="92165"/>
                    </a:cubicBezTo>
                    <a:close/>
                    <a:moveTo>
                      <a:pt x="22766" y="6864"/>
                    </a:moveTo>
                    <a:cubicBezTo>
                      <a:pt x="14010" y="6864"/>
                      <a:pt x="6892" y="13982"/>
                      <a:pt x="6892" y="22738"/>
                    </a:cubicBezTo>
                    <a:lnTo>
                      <a:pt x="6892" y="69371"/>
                    </a:lnTo>
                    <a:cubicBezTo>
                      <a:pt x="6892" y="78127"/>
                      <a:pt x="14010" y="85245"/>
                      <a:pt x="22766" y="85245"/>
                    </a:cubicBezTo>
                    <a:lnTo>
                      <a:pt x="83014" y="85245"/>
                    </a:lnTo>
                    <a:cubicBezTo>
                      <a:pt x="91770" y="85245"/>
                      <a:pt x="98887" y="78127"/>
                      <a:pt x="98887" y="69371"/>
                    </a:cubicBezTo>
                    <a:lnTo>
                      <a:pt x="98887" y="22738"/>
                    </a:lnTo>
                    <a:cubicBezTo>
                      <a:pt x="98887" y="13982"/>
                      <a:pt x="91770" y="6864"/>
                      <a:pt x="83014" y="6864"/>
                    </a:cubicBezTo>
                    <a:lnTo>
                      <a:pt x="22766" y="6864"/>
                    </a:lnTo>
                    <a:close/>
                  </a:path>
                </a:pathLst>
              </a:custGeom>
              <a:solidFill>
                <a:srgbClr val="17A3A3"/>
              </a:solidFill>
              <a:ln w="2824" cap="flat">
                <a:noFill/>
                <a:prstDash val="solid"/>
                <a:miter/>
              </a:ln>
            </p:spPr>
            <p:txBody>
              <a:bodyPr rtlCol="1" anchor="ctr"/>
              <a:lstStyle/>
              <a:p>
                <a:endParaRPr lang="ar-SA"/>
              </a:p>
            </p:txBody>
          </p:sp>
          <p:sp>
            <p:nvSpPr>
              <p:cNvPr id="7341" name="شكل حر: شكل 8244">
                <a:extLst>
                  <a:ext uri="{FF2B5EF4-FFF2-40B4-BE49-F238E27FC236}">
                    <a16:creationId xmlns:a16="http://schemas.microsoft.com/office/drawing/2014/main" id="{1DF95ADB-0A33-A880-CCF6-A02B63FDA5A8}"/>
                  </a:ext>
                </a:extLst>
              </p:cNvPr>
              <p:cNvSpPr/>
              <p:nvPr/>
            </p:nvSpPr>
            <p:spPr>
              <a:xfrm>
                <a:off x="7433902" y="1495145"/>
                <a:ext cx="62140" cy="61546"/>
              </a:xfrm>
              <a:custGeom>
                <a:avLst/>
                <a:gdLst>
                  <a:gd name="connsiteX0" fmla="*/ 58694 w 62140"/>
                  <a:gd name="connsiteY0" fmla="*/ 61547 h 61546"/>
                  <a:gd name="connsiteX1" fmla="*/ 3446 w 62140"/>
                  <a:gd name="connsiteY1" fmla="*/ 61547 h 61546"/>
                  <a:gd name="connsiteX2" fmla="*/ 0 w 62140"/>
                  <a:gd name="connsiteY2" fmla="*/ 58101 h 61546"/>
                  <a:gd name="connsiteX3" fmla="*/ 0 w 62140"/>
                  <a:gd name="connsiteY3" fmla="*/ 31070 h 61546"/>
                  <a:gd name="connsiteX4" fmla="*/ 31070 w 62140"/>
                  <a:gd name="connsiteY4" fmla="*/ 0 h 61546"/>
                  <a:gd name="connsiteX5" fmla="*/ 62140 w 62140"/>
                  <a:gd name="connsiteY5" fmla="*/ 31070 h 61546"/>
                  <a:gd name="connsiteX6" fmla="*/ 62140 w 62140"/>
                  <a:gd name="connsiteY6" fmla="*/ 58101 h 61546"/>
                  <a:gd name="connsiteX7" fmla="*/ 58694 w 62140"/>
                  <a:gd name="connsiteY7" fmla="*/ 61547 h 61546"/>
                  <a:gd name="connsiteX8" fmla="*/ 6864 w 62140"/>
                  <a:gd name="connsiteY8" fmla="*/ 54655 h 61546"/>
                  <a:gd name="connsiteX9" fmla="*/ 55248 w 62140"/>
                  <a:gd name="connsiteY9" fmla="*/ 54655 h 61546"/>
                  <a:gd name="connsiteX10" fmla="*/ 55248 w 62140"/>
                  <a:gd name="connsiteY10" fmla="*/ 31070 h 61546"/>
                  <a:gd name="connsiteX11" fmla="*/ 31070 w 62140"/>
                  <a:gd name="connsiteY11" fmla="*/ 6892 h 61546"/>
                  <a:gd name="connsiteX12" fmla="*/ 6892 w 62140"/>
                  <a:gd name="connsiteY12" fmla="*/ 31070 h 61546"/>
                  <a:gd name="connsiteX13" fmla="*/ 6892 w 62140"/>
                  <a:gd name="connsiteY13" fmla="*/ 54655 h 61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140" h="61546">
                    <a:moveTo>
                      <a:pt x="58694" y="61547"/>
                    </a:moveTo>
                    <a:lnTo>
                      <a:pt x="3446" y="61547"/>
                    </a:lnTo>
                    <a:cubicBezTo>
                      <a:pt x="1554" y="61547"/>
                      <a:pt x="0" y="59993"/>
                      <a:pt x="0" y="58101"/>
                    </a:cubicBezTo>
                    <a:lnTo>
                      <a:pt x="0" y="31070"/>
                    </a:lnTo>
                    <a:cubicBezTo>
                      <a:pt x="0" y="13925"/>
                      <a:pt x="13954" y="0"/>
                      <a:pt x="31070" y="0"/>
                    </a:cubicBezTo>
                    <a:cubicBezTo>
                      <a:pt x="48187" y="0"/>
                      <a:pt x="62140" y="13953"/>
                      <a:pt x="62140" y="31070"/>
                    </a:cubicBezTo>
                    <a:lnTo>
                      <a:pt x="62140" y="58101"/>
                    </a:lnTo>
                    <a:cubicBezTo>
                      <a:pt x="62140" y="59993"/>
                      <a:pt x="60587" y="61547"/>
                      <a:pt x="58694" y="61547"/>
                    </a:cubicBezTo>
                    <a:close/>
                    <a:moveTo>
                      <a:pt x="6864" y="54655"/>
                    </a:moveTo>
                    <a:lnTo>
                      <a:pt x="55248" y="54655"/>
                    </a:lnTo>
                    <a:lnTo>
                      <a:pt x="55248" y="31070"/>
                    </a:lnTo>
                    <a:cubicBezTo>
                      <a:pt x="55248" y="17738"/>
                      <a:pt x="44402" y="6892"/>
                      <a:pt x="31070" y="6892"/>
                    </a:cubicBezTo>
                    <a:cubicBezTo>
                      <a:pt x="17738" y="6892"/>
                      <a:pt x="6892" y="17738"/>
                      <a:pt x="6892" y="31070"/>
                    </a:cubicBezTo>
                    <a:lnTo>
                      <a:pt x="6892" y="54655"/>
                    </a:lnTo>
                    <a:close/>
                  </a:path>
                </a:pathLst>
              </a:custGeom>
              <a:solidFill>
                <a:srgbClr val="17A3A3"/>
              </a:solidFill>
              <a:ln w="2824" cap="flat">
                <a:noFill/>
                <a:prstDash val="solid"/>
                <a:miter/>
              </a:ln>
            </p:spPr>
            <p:txBody>
              <a:bodyPr rtlCol="1" anchor="ctr"/>
              <a:lstStyle/>
              <a:p>
                <a:endParaRPr lang="ar-SA"/>
              </a:p>
            </p:txBody>
          </p:sp>
          <p:sp>
            <p:nvSpPr>
              <p:cNvPr id="7342" name="شكل حر: شكل 8245">
                <a:extLst>
                  <a:ext uri="{FF2B5EF4-FFF2-40B4-BE49-F238E27FC236}">
                    <a16:creationId xmlns:a16="http://schemas.microsoft.com/office/drawing/2014/main" id="{5E8CE2C2-C7D2-DA3D-4152-C09E712547E7}"/>
                  </a:ext>
                </a:extLst>
              </p:cNvPr>
              <p:cNvSpPr/>
              <p:nvPr/>
            </p:nvSpPr>
            <p:spPr>
              <a:xfrm>
                <a:off x="7461527" y="1569318"/>
                <a:ext cx="6891" cy="17540"/>
              </a:xfrm>
              <a:custGeom>
                <a:avLst/>
                <a:gdLst>
                  <a:gd name="connsiteX0" fmla="*/ 3446 w 6891"/>
                  <a:gd name="connsiteY0" fmla="*/ 17540 h 17540"/>
                  <a:gd name="connsiteX1" fmla="*/ 0 w 6891"/>
                  <a:gd name="connsiteY1" fmla="*/ 14095 h 17540"/>
                  <a:gd name="connsiteX2" fmla="*/ 0 w 6891"/>
                  <a:gd name="connsiteY2" fmla="*/ 3446 h 17540"/>
                  <a:gd name="connsiteX3" fmla="*/ 3446 w 6891"/>
                  <a:gd name="connsiteY3" fmla="*/ 0 h 17540"/>
                  <a:gd name="connsiteX4" fmla="*/ 6892 w 6891"/>
                  <a:gd name="connsiteY4" fmla="*/ 3446 h 17540"/>
                  <a:gd name="connsiteX5" fmla="*/ 6892 w 6891"/>
                  <a:gd name="connsiteY5" fmla="*/ 14095 h 17540"/>
                  <a:gd name="connsiteX6" fmla="*/ 3446 w 6891"/>
                  <a:gd name="connsiteY6" fmla="*/ 17540 h 17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17540">
                    <a:moveTo>
                      <a:pt x="3446" y="17540"/>
                    </a:moveTo>
                    <a:cubicBezTo>
                      <a:pt x="1554" y="17540"/>
                      <a:pt x="0" y="15987"/>
                      <a:pt x="0" y="14095"/>
                    </a:cubicBezTo>
                    <a:lnTo>
                      <a:pt x="0" y="3446"/>
                    </a:lnTo>
                    <a:cubicBezTo>
                      <a:pt x="0" y="1554"/>
                      <a:pt x="1554" y="0"/>
                      <a:pt x="3446" y="0"/>
                    </a:cubicBezTo>
                    <a:cubicBezTo>
                      <a:pt x="5339" y="0"/>
                      <a:pt x="6892" y="1554"/>
                      <a:pt x="6892" y="3446"/>
                    </a:cubicBezTo>
                    <a:lnTo>
                      <a:pt x="6892" y="14095"/>
                    </a:lnTo>
                    <a:cubicBezTo>
                      <a:pt x="6892" y="15987"/>
                      <a:pt x="5339" y="17540"/>
                      <a:pt x="3446" y="17540"/>
                    </a:cubicBezTo>
                    <a:close/>
                  </a:path>
                </a:pathLst>
              </a:custGeom>
              <a:solidFill>
                <a:srgbClr val="17A3A3"/>
              </a:solidFill>
              <a:ln w="2824" cap="flat">
                <a:noFill/>
                <a:prstDash val="solid"/>
                <a:miter/>
              </a:ln>
            </p:spPr>
            <p:txBody>
              <a:bodyPr rtlCol="1" anchor="ctr"/>
              <a:lstStyle/>
              <a:p>
                <a:endParaRPr lang="ar-SA"/>
              </a:p>
            </p:txBody>
          </p:sp>
        </p:grpSp>
      </p:grpSp>
      <p:grpSp>
        <p:nvGrpSpPr>
          <p:cNvPr id="7348" name="رسم 8014">
            <a:extLst>
              <a:ext uri="{FF2B5EF4-FFF2-40B4-BE49-F238E27FC236}">
                <a16:creationId xmlns:a16="http://schemas.microsoft.com/office/drawing/2014/main" id="{A20BAB12-E778-A4EF-B1C4-2D94D0EC533C}"/>
              </a:ext>
            </a:extLst>
          </p:cNvPr>
          <p:cNvGrpSpPr/>
          <p:nvPr/>
        </p:nvGrpSpPr>
        <p:grpSpPr>
          <a:xfrm>
            <a:off x="3758121" y="1802246"/>
            <a:ext cx="215273" cy="243148"/>
            <a:chOff x="3573510" y="471180"/>
            <a:chExt cx="257316" cy="308489"/>
          </a:xfrm>
        </p:grpSpPr>
        <p:grpSp>
          <p:nvGrpSpPr>
            <p:cNvPr id="7349" name="رسم 8014">
              <a:extLst>
                <a:ext uri="{FF2B5EF4-FFF2-40B4-BE49-F238E27FC236}">
                  <a16:creationId xmlns:a16="http://schemas.microsoft.com/office/drawing/2014/main" id="{449FA797-3313-BC42-0C04-ABDC67442EF3}"/>
                </a:ext>
              </a:extLst>
            </p:cNvPr>
            <p:cNvGrpSpPr/>
            <p:nvPr/>
          </p:nvGrpSpPr>
          <p:grpSpPr>
            <a:xfrm>
              <a:off x="3673866" y="622586"/>
              <a:ext cx="56604" cy="107361"/>
              <a:chOff x="3673866" y="622586"/>
              <a:chExt cx="56604" cy="107361"/>
            </a:xfrm>
            <a:solidFill>
              <a:srgbClr val="17A3A3"/>
            </a:solidFill>
          </p:grpSpPr>
          <p:sp>
            <p:nvSpPr>
              <p:cNvPr id="7353" name="شكل حر: شكل 8248">
                <a:extLst>
                  <a:ext uri="{FF2B5EF4-FFF2-40B4-BE49-F238E27FC236}">
                    <a16:creationId xmlns:a16="http://schemas.microsoft.com/office/drawing/2014/main" id="{578777A7-6D39-E99C-088D-51C050923AC6}"/>
                  </a:ext>
                </a:extLst>
              </p:cNvPr>
              <p:cNvSpPr/>
              <p:nvPr/>
            </p:nvSpPr>
            <p:spPr>
              <a:xfrm>
                <a:off x="3673866" y="633093"/>
                <a:ext cx="56604" cy="86318"/>
              </a:xfrm>
              <a:custGeom>
                <a:avLst/>
                <a:gdLst>
                  <a:gd name="connsiteX0" fmla="*/ 28302 w 56604"/>
                  <a:gd name="connsiteY0" fmla="*/ 86318 h 86318"/>
                  <a:gd name="connsiteX1" fmla="*/ 0 w 56604"/>
                  <a:gd name="connsiteY1" fmla="*/ 63016 h 86318"/>
                  <a:gd name="connsiteX2" fmla="*/ 3446 w 56604"/>
                  <a:gd name="connsiteY2" fmla="*/ 59570 h 86318"/>
                  <a:gd name="connsiteX3" fmla="*/ 6892 w 56604"/>
                  <a:gd name="connsiteY3" fmla="*/ 63016 h 86318"/>
                  <a:gd name="connsiteX4" fmla="*/ 28302 w 56604"/>
                  <a:gd name="connsiteY4" fmla="*/ 79426 h 86318"/>
                  <a:gd name="connsiteX5" fmla="*/ 49712 w 56604"/>
                  <a:gd name="connsiteY5" fmla="*/ 63016 h 86318"/>
                  <a:gd name="connsiteX6" fmla="*/ 28302 w 56604"/>
                  <a:gd name="connsiteY6" fmla="*/ 46605 h 86318"/>
                  <a:gd name="connsiteX7" fmla="*/ 0 w 56604"/>
                  <a:gd name="connsiteY7" fmla="*/ 23303 h 86318"/>
                  <a:gd name="connsiteX8" fmla="*/ 28302 w 56604"/>
                  <a:gd name="connsiteY8" fmla="*/ 0 h 86318"/>
                  <a:gd name="connsiteX9" fmla="*/ 56604 w 56604"/>
                  <a:gd name="connsiteY9" fmla="*/ 23303 h 86318"/>
                  <a:gd name="connsiteX10" fmla="*/ 53158 w 56604"/>
                  <a:gd name="connsiteY10" fmla="*/ 26748 h 86318"/>
                  <a:gd name="connsiteX11" fmla="*/ 49712 w 56604"/>
                  <a:gd name="connsiteY11" fmla="*/ 23303 h 86318"/>
                  <a:gd name="connsiteX12" fmla="*/ 28302 w 56604"/>
                  <a:gd name="connsiteY12" fmla="*/ 6892 h 86318"/>
                  <a:gd name="connsiteX13" fmla="*/ 6892 w 56604"/>
                  <a:gd name="connsiteY13" fmla="*/ 23303 h 86318"/>
                  <a:gd name="connsiteX14" fmla="*/ 28302 w 56604"/>
                  <a:gd name="connsiteY14" fmla="*/ 39713 h 86318"/>
                  <a:gd name="connsiteX15" fmla="*/ 56604 w 56604"/>
                  <a:gd name="connsiteY15" fmla="*/ 63016 h 86318"/>
                  <a:gd name="connsiteX16" fmla="*/ 28302 w 56604"/>
                  <a:gd name="connsiteY16" fmla="*/ 86318 h 86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6604" h="86318">
                    <a:moveTo>
                      <a:pt x="28302" y="86318"/>
                    </a:moveTo>
                    <a:cubicBezTo>
                      <a:pt x="12682" y="86318"/>
                      <a:pt x="0" y="75867"/>
                      <a:pt x="0" y="63016"/>
                    </a:cubicBezTo>
                    <a:cubicBezTo>
                      <a:pt x="0" y="61123"/>
                      <a:pt x="1554" y="59570"/>
                      <a:pt x="3446" y="59570"/>
                    </a:cubicBezTo>
                    <a:cubicBezTo>
                      <a:pt x="5338" y="59570"/>
                      <a:pt x="6892" y="61123"/>
                      <a:pt x="6892" y="63016"/>
                    </a:cubicBezTo>
                    <a:cubicBezTo>
                      <a:pt x="6892" y="72054"/>
                      <a:pt x="16495" y="79426"/>
                      <a:pt x="28302" y="79426"/>
                    </a:cubicBezTo>
                    <a:cubicBezTo>
                      <a:pt x="40109" y="79426"/>
                      <a:pt x="49712" y="72054"/>
                      <a:pt x="49712" y="63016"/>
                    </a:cubicBezTo>
                    <a:cubicBezTo>
                      <a:pt x="49712" y="53977"/>
                      <a:pt x="40109" y="46605"/>
                      <a:pt x="28302" y="46605"/>
                    </a:cubicBezTo>
                    <a:cubicBezTo>
                      <a:pt x="12682" y="46605"/>
                      <a:pt x="0" y="36154"/>
                      <a:pt x="0" y="23303"/>
                    </a:cubicBezTo>
                    <a:cubicBezTo>
                      <a:pt x="0" y="10451"/>
                      <a:pt x="12682" y="0"/>
                      <a:pt x="28302" y="0"/>
                    </a:cubicBezTo>
                    <a:cubicBezTo>
                      <a:pt x="43922" y="0"/>
                      <a:pt x="56604" y="10451"/>
                      <a:pt x="56604" y="23303"/>
                    </a:cubicBezTo>
                    <a:cubicBezTo>
                      <a:pt x="56604" y="25195"/>
                      <a:pt x="55051" y="26748"/>
                      <a:pt x="53158" y="26748"/>
                    </a:cubicBezTo>
                    <a:cubicBezTo>
                      <a:pt x="51266" y="26748"/>
                      <a:pt x="49712" y="25195"/>
                      <a:pt x="49712" y="23303"/>
                    </a:cubicBezTo>
                    <a:cubicBezTo>
                      <a:pt x="49712" y="14264"/>
                      <a:pt x="40109" y="6892"/>
                      <a:pt x="28302" y="6892"/>
                    </a:cubicBezTo>
                    <a:cubicBezTo>
                      <a:pt x="16495" y="6892"/>
                      <a:pt x="6892" y="14264"/>
                      <a:pt x="6892" y="23303"/>
                    </a:cubicBezTo>
                    <a:cubicBezTo>
                      <a:pt x="6892" y="32341"/>
                      <a:pt x="16495" y="39713"/>
                      <a:pt x="28302" y="39713"/>
                    </a:cubicBezTo>
                    <a:cubicBezTo>
                      <a:pt x="43922" y="39713"/>
                      <a:pt x="56604" y="50164"/>
                      <a:pt x="56604" y="63016"/>
                    </a:cubicBezTo>
                    <a:cubicBezTo>
                      <a:pt x="56604" y="75867"/>
                      <a:pt x="43894" y="86318"/>
                      <a:pt x="28302" y="86318"/>
                    </a:cubicBezTo>
                    <a:close/>
                  </a:path>
                </a:pathLst>
              </a:custGeom>
              <a:solidFill>
                <a:srgbClr val="17A3A3"/>
              </a:solidFill>
              <a:ln w="2824" cap="flat">
                <a:noFill/>
                <a:prstDash val="solid"/>
                <a:miter/>
              </a:ln>
            </p:spPr>
            <p:txBody>
              <a:bodyPr rtlCol="1" anchor="ctr"/>
              <a:lstStyle/>
              <a:p>
                <a:endParaRPr lang="ar-SA"/>
              </a:p>
            </p:txBody>
          </p:sp>
          <p:sp>
            <p:nvSpPr>
              <p:cNvPr id="7354" name="شكل حر: شكل 8249">
                <a:extLst>
                  <a:ext uri="{FF2B5EF4-FFF2-40B4-BE49-F238E27FC236}">
                    <a16:creationId xmlns:a16="http://schemas.microsoft.com/office/drawing/2014/main" id="{540C3341-636C-A362-C450-D8E94B959EF8}"/>
                  </a:ext>
                </a:extLst>
              </p:cNvPr>
              <p:cNvSpPr/>
              <p:nvPr/>
            </p:nvSpPr>
            <p:spPr>
              <a:xfrm>
                <a:off x="3698722" y="622586"/>
                <a:ext cx="6891" cy="17427"/>
              </a:xfrm>
              <a:custGeom>
                <a:avLst/>
                <a:gdLst>
                  <a:gd name="connsiteX0" fmla="*/ 3446 w 6891"/>
                  <a:gd name="connsiteY0" fmla="*/ 17427 h 17427"/>
                  <a:gd name="connsiteX1" fmla="*/ 0 w 6891"/>
                  <a:gd name="connsiteY1" fmla="*/ 13981 h 17427"/>
                  <a:gd name="connsiteX2" fmla="*/ 0 w 6891"/>
                  <a:gd name="connsiteY2" fmla="*/ 3446 h 17427"/>
                  <a:gd name="connsiteX3" fmla="*/ 3446 w 6891"/>
                  <a:gd name="connsiteY3" fmla="*/ 0 h 17427"/>
                  <a:gd name="connsiteX4" fmla="*/ 6892 w 6891"/>
                  <a:gd name="connsiteY4" fmla="*/ 3446 h 17427"/>
                  <a:gd name="connsiteX5" fmla="*/ 6892 w 6891"/>
                  <a:gd name="connsiteY5" fmla="*/ 13981 h 17427"/>
                  <a:gd name="connsiteX6" fmla="*/ 3446 w 6891"/>
                  <a:gd name="connsiteY6" fmla="*/ 17427 h 1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17427">
                    <a:moveTo>
                      <a:pt x="3446" y="17427"/>
                    </a:moveTo>
                    <a:cubicBezTo>
                      <a:pt x="1553" y="17427"/>
                      <a:pt x="0" y="15874"/>
                      <a:pt x="0" y="13981"/>
                    </a:cubicBezTo>
                    <a:lnTo>
                      <a:pt x="0" y="3446"/>
                    </a:lnTo>
                    <a:cubicBezTo>
                      <a:pt x="0" y="1554"/>
                      <a:pt x="1553" y="0"/>
                      <a:pt x="3446" y="0"/>
                    </a:cubicBezTo>
                    <a:cubicBezTo>
                      <a:pt x="5338" y="0"/>
                      <a:pt x="6892" y="1554"/>
                      <a:pt x="6892" y="3446"/>
                    </a:cubicBezTo>
                    <a:lnTo>
                      <a:pt x="6892" y="13981"/>
                    </a:lnTo>
                    <a:cubicBezTo>
                      <a:pt x="6892" y="15874"/>
                      <a:pt x="5338" y="17427"/>
                      <a:pt x="3446" y="17427"/>
                    </a:cubicBezTo>
                    <a:close/>
                  </a:path>
                </a:pathLst>
              </a:custGeom>
              <a:solidFill>
                <a:srgbClr val="17A3A3"/>
              </a:solidFill>
              <a:ln w="2824" cap="flat">
                <a:noFill/>
                <a:prstDash val="solid"/>
                <a:miter/>
              </a:ln>
            </p:spPr>
            <p:txBody>
              <a:bodyPr rtlCol="1" anchor="ctr"/>
              <a:lstStyle/>
              <a:p>
                <a:endParaRPr lang="ar-SA"/>
              </a:p>
            </p:txBody>
          </p:sp>
          <p:sp>
            <p:nvSpPr>
              <p:cNvPr id="7355" name="شكل حر: شكل 8250">
                <a:extLst>
                  <a:ext uri="{FF2B5EF4-FFF2-40B4-BE49-F238E27FC236}">
                    <a16:creationId xmlns:a16="http://schemas.microsoft.com/office/drawing/2014/main" id="{50FA8179-10DD-5874-6733-75249A3824C9}"/>
                  </a:ext>
                </a:extLst>
              </p:cNvPr>
              <p:cNvSpPr/>
              <p:nvPr/>
            </p:nvSpPr>
            <p:spPr>
              <a:xfrm>
                <a:off x="3698722" y="712520"/>
                <a:ext cx="6891" cy="17427"/>
              </a:xfrm>
              <a:custGeom>
                <a:avLst/>
                <a:gdLst>
                  <a:gd name="connsiteX0" fmla="*/ 3446 w 6891"/>
                  <a:gd name="connsiteY0" fmla="*/ 17427 h 17427"/>
                  <a:gd name="connsiteX1" fmla="*/ 0 w 6891"/>
                  <a:gd name="connsiteY1" fmla="*/ 13981 h 17427"/>
                  <a:gd name="connsiteX2" fmla="*/ 0 w 6891"/>
                  <a:gd name="connsiteY2" fmla="*/ 3446 h 17427"/>
                  <a:gd name="connsiteX3" fmla="*/ 3446 w 6891"/>
                  <a:gd name="connsiteY3" fmla="*/ 0 h 17427"/>
                  <a:gd name="connsiteX4" fmla="*/ 6892 w 6891"/>
                  <a:gd name="connsiteY4" fmla="*/ 3446 h 17427"/>
                  <a:gd name="connsiteX5" fmla="*/ 6892 w 6891"/>
                  <a:gd name="connsiteY5" fmla="*/ 13981 h 17427"/>
                  <a:gd name="connsiteX6" fmla="*/ 3446 w 6891"/>
                  <a:gd name="connsiteY6" fmla="*/ 17427 h 1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17427">
                    <a:moveTo>
                      <a:pt x="3446" y="17427"/>
                    </a:moveTo>
                    <a:cubicBezTo>
                      <a:pt x="1553" y="17427"/>
                      <a:pt x="0" y="15874"/>
                      <a:pt x="0" y="13981"/>
                    </a:cubicBezTo>
                    <a:lnTo>
                      <a:pt x="0" y="3446"/>
                    </a:lnTo>
                    <a:cubicBezTo>
                      <a:pt x="0" y="1554"/>
                      <a:pt x="1553" y="0"/>
                      <a:pt x="3446" y="0"/>
                    </a:cubicBezTo>
                    <a:cubicBezTo>
                      <a:pt x="5338" y="0"/>
                      <a:pt x="6892" y="1554"/>
                      <a:pt x="6892" y="3446"/>
                    </a:cubicBezTo>
                    <a:lnTo>
                      <a:pt x="6892" y="13981"/>
                    </a:lnTo>
                    <a:cubicBezTo>
                      <a:pt x="6892" y="15874"/>
                      <a:pt x="5338" y="17427"/>
                      <a:pt x="3446" y="17427"/>
                    </a:cubicBezTo>
                    <a:close/>
                  </a:path>
                </a:pathLst>
              </a:custGeom>
              <a:solidFill>
                <a:srgbClr val="17A3A3"/>
              </a:solidFill>
              <a:ln w="2824" cap="flat">
                <a:noFill/>
                <a:prstDash val="solid"/>
                <a:miter/>
              </a:ln>
            </p:spPr>
            <p:txBody>
              <a:bodyPr rtlCol="1" anchor="ctr"/>
              <a:lstStyle/>
              <a:p>
                <a:endParaRPr lang="ar-SA"/>
              </a:p>
            </p:txBody>
          </p:sp>
        </p:grpSp>
        <p:sp>
          <p:nvSpPr>
            <p:cNvPr id="7350" name="شكل حر: شكل 8251">
              <a:extLst>
                <a:ext uri="{FF2B5EF4-FFF2-40B4-BE49-F238E27FC236}">
                  <a16:creationId xmlns:a16="http://schemas.microsoft.com/office/drawing/2014/main" id="{7076D59A-FB66-5BEF-D6BD-2276DF8414D3}"/>
                </a:ext>
              </a:extLst>
            </p:cNvPr>
            <p:cNvSpPr/>
            <p:nvPr/>
          </p:nvSpPr>
          <p:spPr>
            <a:xfrm>
              <a:off x="3573510" y="572871"/>
              <a:ext cx="257316" cy="206798"/>
            </a:xfrm>
            <a:custGeom>
              <a:avLst/>
              <a:gdLst>
                <a:gd name="connsiteX0" fmla="*/ 134618 w 257316"/>
                <a:gd name="connsiteY0" fmla="*/ 206788 h 206798"/>
                <a:gd name="connsiteX1" fmla="*/ 131031 w 257316"/>
                <a:gd name="connsiteY1" fmla="*/ 206788 h 206798"/>
                <a:gd name="connsiteX2" fmla="*/ 128658 w 257316"/>
                <a:gd name="connsiteY2" fmla="*/ 206788 h 206798"/>
                <a:gd name="connsiteX3" fmla="*/ 126286 w 257316"/>
                <a:gd name="connsiteY3" fmla="*/ 206788 h 206798"/>
                <a:gd name="connsiteX4" fmla="*/ 18896 w 257316"/>
                <a:gd name="connsiteY4" fmla="*/ 176961 h 206798"/>
                <a:gd name="connsiteX5" fmla="*/ 0 w 257316"/>
                <a:gd name="connsiteY5" fmla="*/ 128661 h 206798"/>
                <a:gd name="connsiteX6" fmla="*/ 73184 w 257316"/>
                <a:gd name="connsiteY6" fmla="*/ 512 h 206798"/>
                <a:gd name="connsiteX7" fmla="*/ 77929 w 257316"/>
                <a:gd name="connsiteY7" fmla="*/ 1641 h 206798"/>
                <a:gd name="connsiteX8" fmla="*/ 76799 w 257316"/>
                <a:gd name="connsiteY8" fmla="*/ 6387 h 206798"/>
                <a:gd name="connsiteX9" fmla="*/ 6892 w 257316"/>
                <a:gd name="connsiteY9" fmla="*/ 128661 h 206798"/>
                <a:gd name="connsiteX10" fmla="*/ 23754 w 257316"/>
                <a:gd name="connsiteY10" fmla="*/ 172103 h 206798"/>
                <a:gd name="connsiteX11" fmla="*/ 126257 w 257316"/>
                <a:gd name="connsiteY11" fmla="*/ 199925 h 206798"/>
                <a:gd name="connsiteX12" fmla="*/ 128658 w 257316"/>
                <a:gd name="connsiteY12" fmla="*/ 199925 h 206798"/>
                <a:gd name="connsiteX13" fmla="*/ 131059 w 257316"/>
                <a:gd name="connsiteY13" fmla="*/ 199925 h 206798"/>
                <a:gd name="connsiteX14" fmla="*/ 233562 w 257316"/>
                <a:gd name="connsiteY14" fmla="*/ 172103 h 206798"/>
                <a:gd name="connsiteX15" fmla="*/ 250424 w 257316"/>
                <a:gd name="connsiteY15" fmla="*/ 128661 h 206798"/>
                <a:gd name="connsiteX16" fmla="*/ 180517 w 257316"/>
                <a:gd name="connsiteY16" fmla="*/ 6387 h 206798"/>
                <a:gd name="connsiteX17" fmla="*/ 179387 w 257316"/>
                <a:gd name="connsiteY17" fmla="*/ 1641 h 206798"/>
                <a:gd name="connsiteX18" fmla="*/ 184132 w 257316"/>
                <a:gd name="connsiteY18" fmla="*/ 512 h 206798"/>
                <a:gd name="connsiteX19" fmla="*/ 257316 w 257316"/>
                <a:gd name="connsiteY19" fmla="*/ 128661 h 206798"/>
                <a:gd name="connsiteX20" fmla="*/ 238420 w 257316"/>
                <a:gd name="connsiteY20" fmla="*/ 176961 h 206798"/>
                <a:gd name="connsiteX21" fmla="*/ 134618 w 257316"/>
                <a:gd name="connsiteY21" fmla="*/ 206788 h 206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7316" h="206798">
                  <a:moveTo>
                    <a:pt x="134618" y="206788"/>
                  </a:moveTo>
                  <a:cubicBezTo>
                    <a:pt x="133319" y="206788"/>
                    <a:pt x="132104" y="206788"/>
                    <a:pt x="131031" y="206788"/>
                  </a:cubicBezTo>
                  <a:lnTo>
                    <a:pt x="128658" y="206788"/>
                  </a:lnTo>
                  <a:cubicBezTo>
                    <a:pt x="128658" y="206788"/>
                    <a:pt x="126286" y="206788"/>
                    <a:pt x="126286" y="206788"/>
                  </a:cubicBezTo>
                  <a:cubicBezTo>
                    <a:pt x="107220" y="206873"/>
                    <a:pt x="49175" y="207099"/>
                    <a:pt x="18896" y="176961"/>
                  </a:cubicBezTo>
                  <a:cubicBezTo>
                    <a:pt x="6355" y="164476"/>
                    <a:pt x="0" y="148207"/>
                    <a:pt x="0" y="128661"/>
                  </a:cubicBezTo>
                  <a:cubicBezTo>
                    <a:pt x="0" y="67482"/>
                    <a:pt x="39431" y="21413"/>
                    <a:pt x="73184" y="512"/>
                  </a:cubicBezTo>
                  <a:cubicBezTo>
                    <a:pt x="74794" y="-477"/>
                    <a:pt x="76912" y="3"/>
                    <a:pt x="77929" y="1641"/>
                  </a:cubicBezTo>
                  <a:cubicBezTo>
                    <a:pt x="78918" y="3251"/>
                    <a:pt x="78438" y="5370"/>
                    <a:pt x="76799" y="6387"/>
                  </a:cubicBezTo>
                  <a:cubicBezTo>
                    <a:pt x="42001" y="27910"/>
                    <a:pt x="6892" y="74063"/>
                    <a:pt x="6892" y="128661"/>
                  </a:cubicBezTo>
                  <a:cubicBezTo>
                    <a:pt x="6892" y="146343"/>
                    <a:pt x="12569" y="160946"/>
                    <a:pt x="23754" y="172103"/>
                  </a:cubicBezTo>
                  <a:cubicBezTo>
                    <a:pt x="52000" y="200235"/>
                    <a:pt x="107898" y="200009"/>
                    <a:pt x="126257" y="199925"/>
                  </a:cubicBezTo>
                  <a:lnTo>
                    <a:pt x="128658" y="199925"/>
                  </a:lnTo>
                  <a:cubicBezTo>
                    <a:pt x="128658" y="199925"/>
                    <a:pt x="131059" y="199925"/>
                    <a:pt x="131059" y="199925"/>
                  </a:cubicBezTo>
                  <a:cubicBezTo>
                    <a:pt x="149419" y="200009"/>
                    <a:pt x="205316" y="200235"/>
                    <a:pt x="233562" y="172103"/>
                  </a:cubicBezTo>
                  <a:cubicBezTo>
                    <a:pt x="244747" y="160946"/>
                    <a:pt x="250424" y="146343"/>
                    <a:pt x="250424" y="128661"/>
                  </a:cubicBezTo>
                  <a:cubicBezTo>
                    <a:pt x="250424" y="74063"/>
                    <a:pt x="215315" y="27910"/>
                    <a:pt x="180517" y="6387"/>
                  </a:cubicBezTo>
                  <a:cubicBezTo>
                    <a:pt x="178907" y="5398"/>
                    <a:pt x="178398" y="3251"/>
                    <a:pt x="179387" y="1641"/>
                  </a:cubicBezTo>
                  <a:cubicBezTo>
                    <a:pt x="180404" y="31"/>
                    <a:pt x="182522" y="-477"/>
                    <a:pt x="184132" y="512"/>
                  </a:cubicBezTo>
                  <a:cubicBezTo>
                    <a:pt x="217885" y="21385"/>
                    <a:pt x="257316" y="67482"/>
                    <a:pt x="257316" y="128661"/>
                  </a:cubicBezTo>
                  <a:cubicBezTo>
                    <a:pt x="257316" y="148235"/>
                    <a:pt x="250961" y="164476"/>
                    <a:pt x="238420" y="176961"/>
                  </a:cubicBezTo>
                  <a:cubicBezTo>
                    <a:pt x="209864" y="205404"/>
                    <a:pt x="156565" y="206788"/>
                    <a:pt x="134618" y="206788"/>
                  </a:cubicBezTo>
                  <a:close/>
                </a:path>
              </a:pathLst>
            </a:custGeom>
            <a:solidFill>
              <a:srgbClr val="01355A"/>
            </a:solidFill>
            <a:ln w="2824" cap="flat">
              <a:noFill/>
              <a:prstDash val="solid"/>
              <a:miter/>
            </a:ln>
          </p:spPr>
          <p:txBody>
            <a:bodyPr rtlCol="1" anchor="ctr"/>
            <a:lstStyle/>
            <a:p>
              <a:endParaRPr lang="ar-SA"/>
            </a:p>
          </p:txBody>
        </p:sp>
        <p:sp>
          <p:nvSpPr>
            <p:cNvPr id="7351" name="شكل حر: شكل 8252">
              <a:extLst>
                <a:ext uri="{FF2B5EF4-FFF2-40B4-BE49-F238E27FC236}">
                  <a16:creationId xmlns:a16="http://schemas.microsoft.com/office/drawing/2014/main" id="{18D7B303-756F-FF0C-01B3-BE0892334A86}"/>
                </a:ext>
              </a:extLst>
            </p:cNvPr>
            <p:cNvSpPr/>
            <p:nvPr/>
          </p:nvSpPr>
          <p:spPr>
            <a:xfrm>
              <a:off x="3649287" y="471180"/>
              <a:ext cx="105867" cy="71415"/>
            </a:xfrm>
            <a:custGeom>
              <a:avLst/>
              <a:gdLst>
                <a:gd name="connsiteX0" fmla="*/ 78613 w 105867"/>
                <a:gd name="connsiteY0" fmla="*/ 71415 h 71415"/>
                <a:gd name="connsiteX1" fmla="*/ 77031 w 105867"/>
                <a:gd name="connsiteY1" fmla="*/ 71020 h 71415"/>
                <a:gd name="connsiteX2" fmla="*/ 75591 w 105867"/>
                <a:gd name="connsiteY2" fmla="*/ 66359 h 71415"/>
                <a:gd name="connsiteX3" fmla="*/ 97735 w 105867"/>
                <a:gd name="connsiteY3" fmla="*/ 24047 h 71415"/>
                <a:gd name="connsiteX4" fmla="*/ 98272 w 105867"/>
                <a:gd name="connsiteY4" fmla="*/ 14839 h 71415"/>
                <a:gd name="connsiteX5" fmla="*/ 88951 w 105867"/>
                <a:gd name="connsiteY5" fmla="*/ 7778 h 71415"/>
                <a:gd name="connsiteX6" fmla="*/ 62626 w 105867"/>
                <a:gd name="connsiteY6" fmla="*/ 13342 h 71415"/>
                <a:gd name="connsiteX7" fmla="*/ 43221 w 105867"/>
                <a:gd name="connsiteY7" fmla="*/ 13342 h 71415"/>
                <a:gd name="connsiteX8" fmla="*/ 16925 w 105867"/>
                <a:gd name="connsiteY8" fmla="*/ 7750 h 71415"/>
                <a:gd name="connsiteX9" fmla="*/ 7575 w 105867"/>
                <a:gd name="connsiteY9" fmla="*/ 14811 h 71415"/>
                <a:gd name="connsiteX10" fmla="*/ 8168 w 105867"/>
                <a:gd name="connsiteY10" fmla="*/ 24132 h 71415"/>
                <a:gd name="connsiteX11" fmla="*/ 30256 w 105867"/>
                <a:gd name="connsiteY11" fmla="*/ 66303 h 71415"/>
                <a:gd name="connsiteX12" fmla="*/ 28816 w 105867"/>
                <a:gd name="connsiteY12" fmla="*/ 70963 h 71415"/>
                <a:gd name="connsiteX13" fmla="*/ 24155 w 105867"/>
                <a:gd name="connsiteY13" fmla="*/ 69523 h 71415"/>
                <a:gd name="connsiteX14" fmla="*/ 2011 w 105867"/>
                <a:gd name="connsiteY14" fmla="*/ 27211 h 71415"/>
                <a:gd name="connsiteX15" fmla="*/ 1164 w 105867"/>
                <a:gd name="connsiteY15" fmla="*/ 12297 h 71415"/>
                <a:gd name="connsiteX16" fmla="*/ 15258 w 105867"/>
                <a:gd name="connsiteY16" fmla="*/ 1084 h 71415"/>
                <a:gd name="connsiteX17" fmla="*/ 47288 w 105867"/>
                <a:gd name="connsiteY17" fmla="*/ 7778 h 71415"/>
                <a:gd name="connsiteX18" fmla="*/ 58587 w 105867"/>
                <a:gd name="connsiteY18" fmla="*/ 7778 h 71415"/>
                <a:gd name="connsiteX19" fmla="*/ 90645 w 105867"/>
                <a:gd name="connsiteY19" fmla="*/ 1084 h 71415"/>
                <a:gd name="connsiteX20" fmla="*/ 104712 w 105867"/>
                <a:gd name="connsiteY20" fmla="*/ 12297 h 71415"/>
                <a:gd name="connsiteX21" fmla="*/ 103921 w 105867"/>
                <a:gd name="connsiteY21" fmla="*/ 27098 h 71415"/>
                <a:gd name="connsiteX22" fmla="*/ 81691 w 105867"/>
                <a:gd name="connsiteY22" fmla="*/ 69523 h 71415"/>
                <a:gd name="connsiteX23" fmla="*/ 78641 w 105867"/>
                <a:gd name="connsiteY23" fmla="*/ 71359 h 71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5867" h="71415">
                  <a:moveTo>
                    <a:pt x="78613" y="71415"/>
                  </a:moveTo>
                  <a:cubicBezTo>
                    <a:pt x="78076" y="71415"/>
                    <a:pt x="77539" y="71302"/>
                    <a:pt x="77031" y="71020"/>
                  </a:cubicBezTo>
                  <a:cubicBezTo>
                    <a:pt x="75336" y="70144"/>
                    <a:pt x="74687" y="68054"/>
                    <a:pt x="75591" y="66359"/>
                  </a:cubicBezTo>
                  <a:lnTo>
                    <a:pt x="97735" y="24047"/>
                  </a:lnTo>
                  <a:cubicBezTo>
                    <a:pt x="99147" y="21082"/>
                    <a:pt x="99373" y="17664"/>
                    <a:pt x="98272" y="14839"/>
                  </a:cubicBezTo>
                  <a:cubicBezTo>
                    <a:pt x="96831" y="11224"/>
                    <a:pt x="93978" y="9049"/>
                    <a:pt x="88951" y="7778"/>
                  </a:cubicBezTo>
                  <a:cubicBezTo>
                    <a:pt x="80223" y="5575"/>
                    <a:pt x="70337" y="7693"/>
                    <a:pt x="62626" y="13342"/>
                  </a:cubicBezTo>
                  <a:cubicBezTo>
                    <a:pt x="56977" y="17494"/>
                    <a:pt x="48955" y="17494"/>
                    <a:pt x="43221" y="13342"/>
                  </a:cubicBezTo>
                  <a:cubicBezTo>
                    <a:pt x="35341" y="7580"/>
                    <a:pt x="25737" y="5547"/>
                    <a:pt x="16925" y="7750"/>
                  </a:cubicBezTo>
                  <a:cubicBezTo>
                    <a:pt x="11897" y="8993"/>
                    <a:pt x="9016" y="11196"/>
                    <a:pt x="7575" y="14811"/>
                  </a:cubicBezTo>
                  <a:cubicBezTo>
                    <a:pt x="6474" y="17607"/>
                    <a:pt x="6700" y="20997"/>
                    <a:pt x="8168" y="24132"/>
                  </a:cubicBezTo>
                  <a:lnTo>
                    <a:pt x="30256" y="66303"/>
                  </a:lnTo>
                  <a:cubicBezTo>
                    <a:pt x="31132" y="67997"/>
                    <a:pt x="30482" y="70059"/>
                    <a:pt x="28816" y="70963"/>
                  </a:cubicBezTo>
                  <a:cubicBezTo>
                    <a:pt x="27121" y="71839"/>
                    <a:pt x="25059" y="71189"/>
                    <a:pt x="24155" y="69523"/>
                  </a:cubicBezTo>
                  <a:lnTo>
                    <a:pt x="2011" y="27211"/>
                  </a:lnTo>
                  <a:cubicBezTo>
                    <a:pt x="-333" y="22268"/>
                    <a:pt x="-644" y="16873"/>
                    <a:pt x="1164" y="12297"/>
                  </a:cubicBezTo>
                  <a:cubicBezTo>
                    <a:pt x="3423" y="6535"/>
                    <a:pt x="8027" y="2863"/>
                    <a:pt x="15258" y="1084"/>
                  </a:cubicBezTo>
                  <a:cubicBezTo>
                    <a:pt x="26076" y="-1628"/>
                    <a:pt x="37742" y="801"/>
                    <a:pt x="47288" y="7778"/>
                  </a:cubicBezTo>
                  <a:cubicBezTo>
                    <a:pt x="50621" y="10179"/>
                    <a:pt x="55282" y="10179"/>
                    <a:pt x="58587" y="7778"/>
                  </a:cubicBezTo>
                  <a:cubicBezTo>
                    <a:pt x="67936" y="943"/>
                    <a:pt x="79997" y="-1599"/>
                    <a:pt x="90645" y="1084"/>
                  </a:cubicBezTo>
                  <a:cubicBezTo>
                    <a:pt x="97848" y="2863"/>
                    <a:pt x="102452" y="6535"/>
                    <a:pt x="104712" y="12297"/>
                  </a:cubicBezTo>
                  <a:cubicBezTo>
                    <a:pt x="106491" y="16901"/>
                    <a:pt x="106209" y="22296"/>
                    <a:pt x="103921" y="27098"/>
                  </a:cubicBezTo>
                  <a:lnTo>
                    <a:pt x="81691" y="69523"/>
                  </a:lnTo>
                  <a:cubicBezTo>
                    <a:pt x="81070" y="70709"/>
                    <a:pt x="79884" y="71359"/>
                    <a:pt x="78641" y="71359"/>
                  </a:cubicBezTo>
                  <a:close/>
                </a:path>
              </a:pathLst>
            </a:custGeom>
            <a:solidFill>
              <a:srgbClr val="01355A"/>
            </a:solidFill>
            <a:ln w="2824" cap="flat">
              <a:noFill/>
              <a:prstDash val="solid"/>
              <a:miter/>
            </a:ln>
          </p:spPr>
          <p:txBody>
            <a:bodyPr rtlCol="1" anchor="ctr"/>
            <a:lstStyle/>
            <a:p>
              <a:endParaRPr lang="ar-SA"/>
            </a:p>
          </p:txBody>
        </p:sp>
        <p:sp>
          <p:nvSpPr>
            <p:cNvPr id="7352" name="شكل حر: شكل 8253">
              <a:extLst>
                <a:ext uri="{FF2B5EF4-FFF2-40B4-BE49-F238E27FC236}">
                  <a16:creationId xmlns:a16="http://schemas.microsoft.com/office/drawing/2014/main" id="{502FABB3-E440-1338-ACA4-2754E6FFF50F}"/>
                </a:ext>
              </a:extLst>
            </p:cNvPr>
            <p:cNvSpPr/>
            <p:nvPr/>
          </p:nvSpPr>
          <p:spPr>
            <a:xfrm>
              <a:off x="3665392" y="554995"/>
              <a:ext cx="73551" cy="15252"/>
            </a:xfrm>
            <a:custGeom>
              <a:avLst/>
              <a:gdLst>
                <a:gd name="connsiteX0" fmla="*/ 36776 w 73551"/>
                <a:gd name="connsiteY0" fmla="*/ 15253 h 15252"/>
                <a:gd name="connsiteX1" fmla="*/ 0 w 73551"/>
                <a:gd name="connsiteY1" fmla="*/ 3446 h 15252"/>
                <a:gd name="connsiteX2" fmla="*/ 3446 w 73551"/>
                <a:gd name="connsiteY2" fmla="*/ 0 h 15252"/>
                <a:gd name="connsiteX3" fmla="*/ 6864 w 73551"/>
                <a:gd name="connsiteY3" fmla="*/ 3051 h 15252"/>
                <a:gd name="connsiteX4" fmla="*/ 36776 w 73551"/>
                <a:gd name="connsiteY4" fmla="*/ 8361 h 15252"/>
                <a:gd name="connsiteX5" fmla="*/ 66688 w 73551"/>
                <a:gd name="connsiteY5" fmla="*/ 3051 h 15252"/>
                <a:gd name="connsiteX6" fmla="*/ 70105 w 73551"/>
                <a:gd name="connsiteY6" fmla="*/ 0 h 15252"/>
                <a:gd name="connsiteX7" fmla="*/ 73551 w 73551"/>
                <a:gd name="connsiteY7" fmla="*/ 3446 h 15252"/>
                <a:gd name="connsiteX8" fmla="*/ 36776 w 73551"/>
                <a:gd name="connsiteY8" fmla="*/ 15253 h 15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551" h="15252">
                  <a:moveTo>
                    <a:pt x="36776" y="15253"/>
                  </a:moveTo>
                  <a:cubicBezTo>
                    <a:pt x="33019" y="15253"/>
                    <a:pt x="0" y="14914"/>
                    <a:pt x="0" y="3446"/>
                  </a:cubicBezTo>
                  <a:cubicBezTo>
                    <a:pt x="0" y="1553"/>
                    <a:pt x="1554" y="0"/>
                    <a:pt x="3446" y="0"/>
                  </a:cubicBezTo>
                  <a:cubicBezTo>
                    <a:pt x="5226" y="0"/>
                    <a:pt x="6666" y="1328"/>
                    <a:pt x="6864" y="3051"/>
                  </a:cubicBezTo>
                  <a:cubicBezTo>
                    <a:pt x="8446" y="4915"/>
                    <a:pt x="18755" y="8361"/>
                    <a:pt x="36776" y="8361"/>
                  </a:cubicBezTo>
                  <a:cubicBezTo>
                    <a:pt x="54796" y="8361"/>
                    <a:pt x="65106" y="4915"/>
                    <a:pt x="66688" y="3051"/>
                  </a:cubicBezTo>
                  <a:cubicBezTo>
                    <a:pt x="66885" y="1328"/>
                    <a:pt x="68354" y="0"/>
                    <a:pt x="70105" y="0"/>
                  </a:cubicBezTo>
                  <a:cubicBezTo>
                    <a:pt x="71998" y="0"/>
                    <a:pt x="73551" y="1553"/>
                    <a:pt x="73551" y="3446"/>
                  </a:cubicBezTo>
                  <a:cubicBezTo>
                    <a:pt x="73551" y="14942"/>
                    <a:pt x="40532" y="15253"/>
                    <a:pt x="36776" y="15253"/>
                  </a:cubicBezTo>
                  <a:close/>
                </a:path>
              </a:pathLst>
            </a:custGeom>
            <a:solidFill>
              <a:srgbClr val="01355A"/>
            </a:solidFill>
            <a:ln w="2824" cap="flat">
              <a:noFill/>
              <a:prstDash val="solid"/>
              <a:miter/>
            </a:ln>
          </p:spPr>
          <p:txBody>
            <a:bodyPr rtlCol="1" anchor="ctr"/>
            <a:lstStyle/>
            <a:p>
              <a:endParaRPr lang="ar-SA"/>
            </a:p>
          </p:txBody>
        </p:sp>
      </p:grpSp>
      <p:grpSp>
        <p:nvGrpSpPr>
          <p:cNvPr id="7356" name="رسم 8014">
            <a:extLst>
              <a:ext uri="{FF2B5EF4-FFF2-40B4-BE49-F238E27FC236}">
                <a16:creationId xmlns:a16="http://schemas.microsoft.com/office/drawing/2014/main" id="{3FAD55CE-78F3-9186-10A6-D8254B6E8DBC}"/>
              </a:ext>
            </a:extLst>
          </p:cNvPr>
          <p:cNvGrpSpPr/>
          <p:nvPr/>
        </p:nvGrpSpPr>
        <p:grpSpPr>
          <a:xfrm>
            <a:off x="1558859" y="1430866"/>
            <a:ext cx="239409" cy="217708"/>
            <a:chOff x="944732" y="0"/>
            <a:chExt cx="286166" cy="276212"/>
          </a:xfrm>
        </p:grpSpPr>
        <p:grpSp>
          <p:nvGrpSpPr>
            <p:cNvPr id="7357" name="رسم 8014">
              <a:extLst>
                <a:ext uri="{FF2B5EF4-FFF2-40B4-BE49-F238E27FC236}">
                  <a16:creationId xmlns:a16="http://schemas.microsoft.com/office/drawing/2014/main" id="{0A78B525-1773-892D-B46B-318D72D3A3DB}"/>
                </a:ext>
              </a:extLst>
            </p:cNvPr>
            <p:cNvGrpSpPr/>
            <p:nvPr/>
          </p:nvGrpSpPr>
          <p:grpSpPr>
            <a:xfrm>
              <a:off x="944732" y="172890"/>
              <a:ext cx="286166" cy="103321"/>
              <a:chOff x="944732" y="172890"/>
              <a:chExt cx="286166" cy="103321"/>
            </a:xfrm>
            <a:solidFill>
              <a:srgbClr val="01355A"/>
            </a:solidFill>
          </p:grpSpPr>
          <p:grpSp>
            <p:nvGrpSpPr>
              <p:cNvPr id="7362" name="رسم 8014">
                <a:extLst>
                  <a:ext uri="{FF2B5EF4-FFF2-40B4-BE49-F238E27FC236}">
                    <a16:creationId xmlns:a16="http://schemas.microsoft.com/office/drawing/2014/main" id="{E169FF9C-756D-FBFA-80FD-DA4394517752}"/>
                  </a:ext>
                </a:extLst>
              </p:cNvPr>
              <p:cNvGrpSpPr/>
              <p:nvPr/>
            </p:nvGrpSpPr>
            <p:grpSpPr>
              <a:xfrm>
                <a:off x="993541" y="176438"/>
                <a:ext cx="237358" cy="99774"/>
                <a:chOff x="993541" y="176438"/>
                <a:chExt cx="237358" cy="99774"/>
              </a:xfrm>
              <a:solidFill>
                <a:srgbClr val="01355A"/>
              </a:solidFill>
            </p:grpSpPr>
            <p:sp>
              <p:nvSpPr>
                <p:cNvPr id="7364" name="شكل حر: شكل 8257">
                  <a:extLst>
                    <a:ext uri="{FF2B5EF4-FFF2-40B4-BE49-F238E27FC236}">
                      <a16:creationId xmlns:a16="http://schemas.microsoft.com/office/drawing/2014/main" id="{F11E9733-D2CF-3AF1-0793-9EEF99A4BC0D}"/>
                    </a:ext>
                  </a:extLst>
                </p:cNvPr>
                <p:cNvSpPr/>
                <p:nvPr/>
              </p:nvSpPr>
              <p:spPr>
                <a:xfrm>
                  <a:off x="996337" y="176438"/>
                  <a:ext cx="138731" cy="58620"/>
                </a:xfrm>
                <a:custGeom>
                  <a:avLst/>
                  <a:gdLst>
                    <a:gd name="connsiteX0" fmla="*/ 117106 w 138731"/>
                    <a:gd name="connsiteY0" fmla="*/ 58592 h 58620"/>
                    <a:gd name="connsiteX1" fmla="*/ 110242 w 138731"/>
                    <a:gd name="connsiteY1" fmla="*/ 57462 h 58620"/>
                    <a:gd name="connsiteX2" fmla="*/ 64513 w 138731"/>
                    <a:gd name="connsiteY2" fmla="*/ 42125 h 58620"/>
                    <a:gd name="connsiteX3" fmla="*/ 62338 w 138731"/>
                    <a:gd name="connsiteY3" fmla="*/ 37775 h 58620"/>
                    <a:gd name="connsiteX4" fmla="*/ 66688 w 138731"/>
                    <a:gd name="connsiteY4" fmla="*/ 35600 h 58620"/>
                    <a:gd name="connsiteX5" fmla="*/ 112417 w 138731"/>
                    <a:gd name="connsiteY5" fmla="*/ 50938 h 58620"/>
                    <a:gd name="connsiteX6" fmla="*/ 123659 w 138731"/>
                    <a:gd name="connsiteY6" fmla="*/ 50147 h 58620"/>
                    <a:gd name="connsiteX7" fmla="*/ 131087 w 138731"/>
                    <a:gd name="connsiteY7" fmla="*/ 41645 h 58620"/>
                    <a:gd name="connsiteX8" fmla="*/ 121794 w 138731"/>
                    <a:gd name="connsiteY8" fmla="*/ 22975 h 58620"/>
                    <a:gd name="connsiteX9" fmla="*/ 76065 w 138731"/>
                    <a:gd name="connsiteY9" fmla="*/ 7637 h 58620"/>
                    <a:gd name="connsiteX10" fmla="*/ 70388 w 138731"/>
                    <a:gd name="connsiteY10" fmla="*/ 6903 h 58620"/>
                    <a:gd name="connsiteX11" fmla="*/ 1186 w 138731"/>
                    <a:gd name="connsiteY11" fmla="*/ 18851 h 58620"/>
                    <a:gd name="connsiteX12" fmla="*/ 0 w 138731"/>
                    <a:gd name="connsiteY12" fmla="*/ 12072 h 58620"/>
                    <a:gd name="connsiteX13" fmla="*/ 69371 w 138731"/>
                    <a:gd name="connsiteY13" fmla="*/ 96 h 58620"/>
                    <a:gd name="connsiteX14" fmla="*/ 69682 w 138731"/>
                    <a:gd name="connsiteY14" fmla="*/ 68 h 58620"/>
                    <a:gd name="connsiteX15" fmla="*/ 78240 w 138731"/>
                    <a:gd name="connsiteY15" fmla="*/ 1113 h 58620"/>
                    <a:gd name="connsiteX16" fmla="*/ 123969 w 138731"/>
                    <a:gd name="connsiteY16" fmla="*/ 16450 h 58620"/>
                    <a:gd name="connsiteX17" fmla="*/ 137612 w 138731"/>
                    <a:gd name="connsiteY17" fmla="*/ 43848 h 58620"/>
                    <a:gd name="connsiteX18" fmla="*/ 126737 w 138731"/>
                    <a:gd name="connsiteY18" fmla="*/ 56333 h 58620"/>
                    <a:gd name="connsiteX19" fmla="*/ 117077 w 138731"/>
                    <a:gd name="connsiteY19" fmla="*/ 58620 h 58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8731" h="58620">
                      <a:moveTo>
                        <a:pt x="117106" y="58592"/>
                      </a:moveTo>
                      <a:cubicBezTo>
                        <a:pt x="114790" y="58592"/>
                        <a:pt x="112502" y="58225"/>
                        <a:pt x="110242" y="57462"/>
                      </a:cubicBezTo>
                      <a:lnTo>
                        <a:pt x="64513" y="42125"/>
                      </a:lnTo>
                      <a:cubicBezTo>
                        <a:pt x="62705" y="41532"/>
                        <a:pt x="61745" y="39555"/>
                        <a:pt x="62338" y="37775"/>
                      </a:cubicBezTo>
                      <a:cubicBezTo>
                        <a:pt x="62931" y="35968"/>
                        <a:pt x="64880" y="35007"/>
                        <a:pt x="66688" y="35600"/>
                      </a:cubicBezTo>
                      <a:lnTo>
                        <a:pt x="112417" y="50938"/>
                      </a:lnTo>
                      <a:cubicBezTo>
                        <a:pt x="116145" y="52180"/>
                        <a:pt x="120128" y="51898"/>
                        <a:pt x="123659" y="50147"/>
                      </a:cubicBezTo>
                      <a:cubicBezTo>
                        <a:pt x="127189" y="48396"/>
                        <a:pt x="129844" y="45373"/>
                        <a:pt x="131087" y="41645"/>
                      </a:cubicBezTo>
                      <a:cubicBezTo>
                        <a:pt x="133686" y="33934"/>
                        <a:pt x="129505" y="25545"/>
                        <a:pt x="121794" y="22975"/>
                      </a:cubicBezTo>
                      <a:lnTo>
                        <a:pt x="76065" y="7637"/>
                      </a:lnTo>
                      <a:cubicBezTo>
                        <a:pt x="74229" y="7016"/>
                        <a:pt x="72308" y="6762"/>
                        <a:pt x="70388" y="6903"/>
                      </a:cubicBezTo>
                      <a:lnTo>
                        <a:pt x="1186" y="18851"/>
                      </a:lnTo>
                      <a:lnTo>
                        <a:pt x="0" y="12072"/>
                      </a:lnTo>
                      <a:lnTo>
                        <a:pt x="69371" y="96"/>
                      </a:lnTo>
                      <a:cubicBezTo>
                        <a:pt x="69371" y="96"/>
                        <a:pt x="69569" y="68"/>
                        <a:pt x="69682" y="68"/>
                      </a:cubicBezTo>
                      <a:cubicBezTo>
                        <a:pt x="72591" y="-158"/>
                        <a:pt x="75472" y="181"/>
                        <a:pt x="78240" y="1113"/>
                      </a:cubicBezTo>
                      <a:lnTo>
                        <a:pt x="123969" y="16450"/>
                      </a:lnTo>
                      <a:cubicBezTo>
                        <a:pt x="135268" y="20235"/>
                        <a:pt x="141397" y="32522"/>
                        <a:pt x="137612" y="43848"/>
                      </a:cubicBezTo>
                      <a:cubicBezTo>
                        <a:pt x="135776" y="49299"/>
                        <a:pt x="131906" y="53734"/>
                        <a:pt x="126737" y="56333"/>
                      </a:cubicBezTo>
                      <a:cubicBezTo>
                        <a:pt x="123687" y="57858"/>
                        <a:pt x="120382" y="58620"/>
                        <a:pt x="117077" y="58620"/>
                      </a:cubicBezTo>
                      <a:close/>
                    </a:path>
                  </a:pathLst>
                </a:custGeom>
                <a:solidFill>
                  <a:srgbClr val="01355A"/>
                </a:solidFill>
                <a:ln w="2824" cap="flat">
                  <a:noFill/>
                  <a:prstDash val="solid"/>
                  <a:miter/>
                </a:ln>
              </p:spPr>
              <p:txBody>
                <a:bodyPr rtlCol="1" anchor="ctr"/>
                <a:lstStyle/>
                <a:p>
                  <a:endParaRPr lang="ar-SA"/>
                </a:p>
              </p:txBody>
            </p:sp>
            <p:sp>
              <p:nvSpPr>
                <p:cNvPr id="7365" name="شكل حر: شكل 8258">
                  <a:extLst>
                    <a:ext uri="{FF2B5EF4-FFF2-40B4-BE49-F238E27FC236}">
                      <a16:creationId xmlns:a16="http://schemas.microsoft.com/office/drawing/2014/main" id="{46E44330-3599-0250-07E9-A3C99657EC29}"/>
                    </a:ext>
                  </a:extLst>
                </p:cNvPr>
                <p:cNvSpPr/>
                <p:nvPr/>
              </p:nvSpPr>
              <p:spPr>
                <a:xfrm>
                  <a:off x="993541" y="180250"/>
                  <a:ext cx="237358" cy="95961"/>
                </a:xfrm>
                <a:custGeom>
                  <a:avLst/>
                  <a:gdLst>
                    <a:gd name="connsiteX0" fmla="*/ 131369 w 237358"/>
                    <a:gd name="connsiteY0" fmla="*/ 95962 h 95961"/>
                    <a:gd name="connsiteX1" fmla="*/ 127528 w 237358"/>
                    <a:gd name="connsiteY1" fmla="*/ 95623 h 95961"/>
                    <a:gd name="connsiteX2" fmla="*/ 2824 w 237358"/>
                    <a:gd name="connsiteY2" fmla="*/ 72914 h 95961"/>
                    <a:gd name="connsiteX3" fmla="*/ 56 w 237358"/>
                    <a:gd name="connsiteY3" fmla="*/ 68903 h 95961"/>
                    <a:gd name="connsiteX4" fmla="*/ 4067 w 237358"/>
                    <a:gd name="connsiteY4" fmla="*/ 66135 h 95961"/>
                    <a:gd name="connsiteX5" fmla="*/ 128770 w 237358"/>
                    <a:gd name="connsiteY5" fmla="*/ 88844 h 95961"/>
                    <a:gd name="connsiteX6" fmla="*/ 138656 w 237358"/>
                    <a:gd name="connsiteY6" fmla="*/ 87121 h 95961"/>
                    <a:gd name="connsiteX7" fmla="*/ 221839 w 237358"/>
                    <a:gd name="connsiteY7" fmla="*/ 39132 h 95961"/>
                    <a:gd name="connsiteX8" fmla="*/ 228166 w 237358"/>
                    <a:gd name="connsiteY8" fmla="*/ 15547 h 95961"/>
                    <a:gd name="connsiteX9" fmla="*/ 204581 w 237358"/>
                    <a:gd name="connsiteY9" fmla="*/ 9220 h 95961"/>
                    <a:gd name="connsiteX10" fmla="*/ 131821 w 237358"/>
                    <a:gd name="connsiteY10" fmla="*/ 51221 h 95961"/>
                    <a:gd name="connsiteX11" fmla="*/ 127104 w 237358"/>
                    <a:gd name="connsiteY11" fmla="*/ 49950 h 95961"/>
                    <a:gd name="connsiteX12" fmla="*/ 128375 w 237358"/>
                    <a:gd name="connsiteY12" fmla="*/ 45233 h 95961"/>
                    <a:gd name="connsiteX13" fmla="*/ 201135 w 237358"/>
                    <a:gd name="connsiteY13" fmla="*/ 3232 h 95961"/>
                    <a:gd name="connsiteX14" fmla="*/ 234126 w 237358"/>
                    <a:gd name="connsiteY14" fmla="*/ 12073 h 95961"/>
                    <a:gd name="connsiteX15" fmla="*/ 225285 w 237358"/>
                    <a:gd name="connsiteY15" fmla="*/ 45064 h 95961"/>
                    <a:gd name="connsiteX16" fmla="*/ 142102 w 237358"/>
                    <a:gd name="connsiteY16" fmla="*/ 93053 h 95961"/>
                    <a:gd name="connsiteX17" fmla="*/ 131369 w 237358"/>
                    <a:gd name="connsiteY17" fmla="*/ 95934 h 95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37358" h="95961">
                      <a:moveTo>
                        <a:pt x="131369" y="95962"/>
                      </a:moveTo>
                      <a:cubicBezTo>
                        <a:pt x="130098" y="95962"/>
                        <a:pt x="128799" y="95849"/>
                        <a:pt x="127528" y="95623"/>
                      </a:cubicBezTo>
                      <a:lnTo>
                        <a:pt x="2824" y="72914"/>
                      </a:lnTo>
                      <a:cubicBezTo>
                        <a:pt x="960" y="72575"/>
                        <a:pt x="-283" y="70767"/>
                        <a:pt x="56" y="68903"/>
                      </a:cubicBezTo>
                      <a:cubicBezTo>
                        <a:pt x="395" y="67039"/>
                        <a:pt x="2202" y="65796"/>
                        <a:pt x="4067" y="66135"/>
                      </a:cubicBezTo>
                      <a:lnTo>
                        <a:pt x="128770" y="88844"/>
                      </a:lnTo>
                      <a:cubicBezTo>
                        <a:pt x="132160" y="89466"/>
                        <a:pt x="135690" y="88844"/>
                        <a:pt x="138656" y="87121"/>
                      </a:cubicBezTo>
                      <a:lnTo>
                        <a:pt x="221839" y="39132"/>
                      </a:lnTo>
                      <a:cubicBezTo>
                        <a:pt x="230087" y="34359"/>
                        <a:pt x="232911" y="23795"/>
                        <a:pt x="228166" y="15547"/>
                      </a:cubicBezTo>
                      <a:cubicBezTo>
                        <a:pt x="223421" y="7299"/>
                        <a:pt x="212829" y="4475"/>
                        <a:pt x="204581" y="9220"/>
                      </a:cubicBezTo>
                      <a:lnTo>
                        <a:pt x="131821" y="51221"/>
                      </a:lnTo>
                      <a:cubicBezTo>
                        <a:pt x="130183" y="52181"/>
                        <a:pt x="128064" y="51617"/>
                        <a:pt x="127104" y="49950"/>
                      </a:cubicBezTo>
                      <a:cubicBezTo>
                        <a:pt x="126143" y="48312"/>
                        <a:pt x="126708" y="46193"/>
                        <a:pt x="128375" y="45233"/>
                      </a:cubicBezTo>
                      <a:lnTo>
                        <a:pt x="201135" y="3232"/>
                      </a:lnTo>
                      <a:cubicBezTo>
                        <a:pt x="212659" y="-3434"/>
                        <a:pt x="227460" y="549"/>
                        <a:pt x="234126" y="12073"/>
                      </a:cubicBezTo>
                      <a:cubicBezTo>
                        <a:pt x="240792" y="23597"/>
                        <a:pt x="236809" y="38426"/>
                        <a:pt x="225285" y="45064"/>
                      </a:cubicBezTo>
                      <a:lnTo>
                        <a:pt x="142102" y="93053"/>
                      </a:lnTo>
                      <a:cubicBezTo>
                        <a:pt x="138826" y="94945"/>
                        <a:pt x="135126" y="95934"/>
                        <a:pt x="131369" y="95934"/>
                      </a:cubicBezTo>
                      <a:close/>
                    </a:path>
                  </a:pathLst>
                </a:custGeom>
                <a:solidFill>
                  <a:srgbClr val="01355A"/>
                </a:solidFill>
                <a:ln w="2824" cap="flat">
                  <a:noFill/>
                  <a:prstDash val="solid"/>
                  <a:miter/>
                </a:ln>
              </p:spPr>
              <p:txBody>
                <a:bodyPr rtlCol="1" anchor="ctr"/>
                <a:lstStyle/>
                <a:p>
                  <a:endParaRPr lang="ar-SA"/>
                </a:p>
              </p:txBody>
            </p:sp>
          </p:grpSp>
          <p:sp>
            <p:nvSpPr>
              <p:cNvPr id="7363" name="شكل حر: شكل 8259">
                <a:extLst>
                  <a:ext uri="{FF2B5EF4-FFF2-40B4-BE49-F238E27FC236}">
                    <a16:creationId xmlns:a16="http://schemas.microsoft.com/office/drawing/2014/main" id="{2C9C43AC-319F-37E6-AF24-814FC652B7AC}"/>
                  </a:ext>
                </a:extLst>
              </p:cNvPr>
              <p:cNvSpPr/>
              <p:nvPr/>
            </p:nvSpPr>
            <p:spPr>
              <a:xfrm>
                <a:off x="944732" y="172890"/>
                <a:ext cx="37453" cy="95865"/>
              </a:xfrm>
              <a:custGeom>
                <a:avLst/>
                <a:gdLst>
                  <a:gd name="connsiteX0" fmla="*/ 27963 w 37453"/>
                  <a:gd name="connsiteY0" fmla="*/ 95865 h 95865"/>
                  <a:gd name="connsiteX1" fmla="*/ 9490 w 37453"/>
                  <a:gd name="connsiteY1" fmla="*/ 95865 h 95865"/>
                  <a:gd name="connsiteX2" fmla="*/ 0 w 37453"/>
                  <a:gd name="connsiteY2" fmla="*/ 86375 h 95865"/>
                  <a:gd name="connsiteX3" fmla="*/ 0 w 37453"/>
                  <a:gd name="connsiteY3" fmla="*/ 9490 h 95865"/>
                  <a:gd name="connsiteX4" fmla="*/ 9490 w 37453"/>
                  <a:gd name="connsiteY4" fmla="*/ 0 h 95865"/>
                  <a:gd name="connsiteX5" fmla="*/ 27963 w 37453"/>
                  <a:gd name="connsiteY5" fmla="*/ 0 h 95865"/>
                  <a:gd name="connsiteX6" fmla="*/ 37453 w 37453"/>
                  <a:gd name="connsiteY6" fmla="*/ 9490 h 95865"/>
                  <a:gd name="connsiteX7" fmla="*/ 37453 w 37453"/>
                  <a:gd name="connsiteY7" fmla="*/ 86375 h 95865"/>
                  <a:gd name="connsiteX8" fmla="*/ 27963 w 37453"/>
                  <a:gd name="connsiteY8" fmla="*/ 95865 h 95865"/>
                  <a:gd name="connsiteX9" fmla="*/ 9490 w 37453"/>
                  <a:gd name="connsiteY9" fmla="*/ 6920 h 95865"/>
                  <a:gd name="connsiteX10" fmla="*/ 6892 w 37453"/>
                  <a:gd name="connsiteY10" fmla="*/ 9519 h 95865"/>
                  <a:gd name="connsiteX11" fmla="*/ 6892 w 37453"/>
                  <a:gd name="connsiteY11" fmla="*/ 86403 h 95865"/>
                  <a:gd name="connsiteX12" fmla="*/ 9490 w 37453"/>
                  <a:gd name="connsiteY12" fmla="*/ 89001 h 95865"/>
                  <a:gd name="connsiteX13" fmla="*/ 27963 w 37453"/>
                  <a:gd name="connsiteY13" fmla="*/ 89001 h 95865"/>
                  <a:gd name="connsiteX14" fmla="*/ 30562 w 37453"/>
                  <a:gd name="connsiteY14" fmla="*/ 86403 h 95865"/>
                  <a:gd name="connsiteX15" fmla="*/ 30562 w 37453"/>
                  <a:gd name="connsiteY15" fmla="*/ 9519 h 95865"/>
                  <a:gd name="connsiteX16" fmla="*/ 27963 w 37453"/>
                  <a:gd name="connsiteY16" fmla="*/ 6920 h 95865"/>
                  <a:gd name="connsiteX17" fmla="*/ 9490 w 37453"/>
                  <a:gd name="connsiteY17" fmla="*/ 6920 h 95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453" h="95865">
                    <a:moveTo>
                      <a:pt x="27963" y="95865"/>
                    </a:moveTo>
                    <a:lnTo>
                      <a:pt x="9490" y="95865"/>
                    </a:lnTo>
                    <a:cubicBezTo>
                      <a:pt x="4265" y="95865"/>
                      <a:pt x="0" y="91600"/>
                      <a:pt x="0" y="86375"/>
                    </a:cubicBezTo>
                    <a:lnTo>
                      <a:pt x="0" y="9490"/>
                    </a:lnTo>
                    <a:cubicBezTo>
                      <a:pt x="0" y="4265"/>
                      <a:pt x="4265" y="0"/>
                      <a:pt x="9490" y="0"/>
                    </a:cubicBezTo>
                    <a:lnTo>
                      <a:pt x="27963" y="0"/>
                    </a:lnTo>
                    <a:cubicBezTo>
                      <a:pt x="33188" y="0"/>
                      <a:pt x="37453" y="4265"/>
                      <a:pt x="37453" y="9490"/>
                    </a:cubicBezTo>
                    <a:lnTo>
                      <a:pt x="37453" y="86375"/>
                    </a:lnTo>
                    <a:cubicBezTo>
                      <a:pt x="37453" y="91600"/>
                      <a:pt x="33188" y="95865"/>
                      <a:pt x="27963" y="95865"/>
                    </a:cubicBezTo>
                    <a:close/>
                    <a:moveTo>
                      <a:pt x="9490" y="6920"/>
                    </a:moveTo>
                    <a:cubicBezTo>
                      <a:pt x="8078" y="6920"/>
                      <a:pt x="6892" y="8106"/>
                      <a:pt x="6892" y="9519"/>
                    </a:cubicBezTo>
                    <a:lnTo>
                      <a:pt x="6892" y="86403"/>
                    </a:lnTo>
                    <a:cubicBezTo>
                      <a:pt x="6892" y="87815"/>
                      <a:pt x="8078" y="89001"/>
                      <a:pt x="9490" y="89001"/>
                    </a:cubicBezTo>
                    <a:lnTo>
                      <a:pt x="27963" y="89001"/>
                    </a:lnTo>
                    <a:cubicBezTo>
                      <a:pt x="29404" y="89001"/>
                      <a:pt x="30562" y="87843"/>
                      <a:pt x="30562" y="86403"/>
                    </a:cubicBezTo>
                    <a:lnTo>
                      <a:pt x="30562" y="9519"/>
                    </a:lnTo>
                    <a:cubicBezTo>
                      <a:pt x="30562" y="8106"/>
                      <a:pt x="29375" y="6920"/>
                      <a:pt x="27963" y="6920"/>
                    </a:cubicBezTo>
                    <a:lnTo>
                      <a:pt x="9490" y="6920"/>
                    </a:lnTo>
                    <a:close/>
                  </a:path>
                </a:pathLst>
              </a:custGeom>
              <a:solidFill>
                <a:srgbClr val="01355A"/>
              </a:solidFill>
              <a:ln w="2824" cap="flat">
                <a:noFill/>
                <a:prstDash val="solid"/>
                <a:miter/>
              </a:ln>
            </p:spPr>
            <p:txBody>
              <a:bodyPr rtlCol="1" anchor="ctr"/>
              <a:lstStyle/>
              <a:p>
                <a:endParaRPr lang="ar-SA"/>
              </a:p>
            </p:txBody>
          </p:sp>
        </p:grpSp>
        <p:sp>
          <p:nvSpPr>
            <p:cNvPr id="7358" name="شكل حر: شكل 8260">
              <a:extLst>
                <a:ext uri="{FF2B5EF4-FFF2-40B4-BE49-F238E27FC236}">
                  <a16:creationId xmlns:a16="http://schemas.microsoft.com/office/drawing/2014/main" id="{A5EF52B9-3D74-5C78-4BF7-38F4DDD23A62}"/>
                </a:ext>
              </a:extLst>
            </p:cNvPr>
            <p:cNvSpPr/>
            <p:nvPr/>
          </p:nvSpPr>
          <p:spPr>
            <a:xfrm>
              <a:off x="1003680" y="0"/>
              <a:ext cx="71517" cy="71517"/>
            </a:xfrm>
            <a:custGeom>
              <a:avLst/>
              <a:gdLst>
                <a:gd name="connsiteX0" fmla="*/ 35759 w 71517"/>
                <a:gd name="connsiteY0" fmla="*/ 71518 h 71517"/>
                <a:gd name="connsiteX1" fmla="*/ 0 w 71517"/>
                <a:gd name="connsiteY1" fmla="*/ 35759 h 71517"/>
                <a:gd name="connsiteX2" fmla="*/ 35759 w 71517"/>
                <a:gd name="connsiteY2" fmla="*/ 0 h 71517"/>
                <a:gd name="connsiteX3" fmla="*/ 71518 w 71517"/>
                <a:gd name="connsiteY3" fmla="*/ 35759 h 71517"/>
                <a:gd name="connsiteX4" fmla="*/ 35759 w 71517"/>
                <a:gd name="connsiteY4" fmla="*/ 71518 h 71517"/>
                <a:gd name="connsiteX5" fmla="*/ 35759 w 71517"/>
                <a:gd name="connsiteY5" fmla="*/ 6892 h 71517"/>
                <a:gd name="connsiteX6" fmla="*/ 6892 w 71517"/>
                <a:gd name="connsiteY6" fmla="*/ 35759 h 71517"/>
                <a:gd name="connsiteX7" fmla="*/ 35759 w 71517"/>
                <a:gd name="connsiteY7" fmla="*/ 64626 h 71517"/>
                <a:gd name="connsiteX8" fmla="*/ 64626 w 71517"/>
                <a:gd name="connsiteY8" fmla="*/ 35759 h 71517"/>
                <a:gd name="connsiteX9" fmla="*/ 35759 w 71517"/>
                <a:gd name="connsiteY9" fmla="*/ 6892 h 71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1517" h="71517">
                  <a:moveTo>
                    <a:pt x="35759" y="71518"/>
                  </a:moveTo>
                  <a:cubicBezTo>
                    <a:pt x="16043" y="71518"/>
                    <a:pt x="0" y="55474"/>
                    <a:pt x="0" y="35759"/>
                  </a:cubicBezTo>
                  <a:cubicBezTo>
                    <a:pt x="0" y="16043"/>
                    <a:pt x="16043" y="0"/>
                    <a:pt x="35759" y="0"/>
                  </a:cubicBezTo>
                  <a:cubicBezTo>
                    <a:pt x="55474" y="0"/>
                    <a:pt x="71518" y="16043"/>
                    <a:pt x="71518" y="35759"/>
                  </a:cubicBezTo>
                  <a:cubicBezTo>
                    <a:pt x="71518" y="55474"/>
                    <a:pt x="55474" y="71518"/>
                    <a:pt x="35759" y="71518"/>
                  </a:cubicBezTo>
                  <a:close/>
                  <a:moveTo>
                    <a:pt x="35759" y="6892"/>
                  </a:moveTo>
                  <a:cubicBezTo>
                    <a:pt x="19828" y="6892"/>
                    <a:pt x="6892" y="19857"/>
                    <a:pt x="6892" y="35759"/>
                  </a:cubicBezTo>
                  <a:cubicBezTo>
                    <a:pt x="6892" y="51661"/>
                    <a:pt x="19857" y="64626"/>
                    <a:pt x="35759" y="64626"/>
                  </a:cubicBezTo>
                  <a:cubicBezTo>
                    <a:pt x="51661" y="64626"/>
                    <a:pt x="64626" y="51661"/>
                    <a:pt x="64626" y="35759"/>
                  </a:cubicBezTo>
                  <a:cubicBezTo>
                    <a:pt x="64626" y="19857"/>
                    <a:pt x="51661" y="6892"/>
                    <a:pt x="35759" y="6892"/>
                  </a:cubicBezTo>
                  <a:close/>
                </a:path>
              </a:pathLst>
            </a:custGeom>
            <a:solidFill>
              <a:srgbClr val="17A3A3"/>
            </a:solidFill>
            <a:ln w="2824" cap="flat">
              <a:noFill/>
              <a:prstDash val="solid"/>
              <a:miter/>
            </a:ln>
          </p:spPr>
          <p:txBody>
            <a:bodyPr rtlCol="1" anchor="ctr"/>
            <a:lstStyle/>
            <a:p>
              <a:endParaRPr lang="ar-SA"/>
            </a:p>
          </p:txBody>
        </p:sp>
        <p:grpSp>
          <p:nvGrpSpPr>
            <p:cNvPr id="7359" name="رسم 8014">
              <a:extLst>
                <a:ext uri="{FF2B5EF4-FFF2-40B4-BE49-F238E27FC236}">
                  <a16:creationId xmlns:a16="http://schemas.microsoft.com/office/drawing/2014/main" id="{B7466FE2-12BF-BDD9-278A-71685EA2A057}"/>
                </a:ext>
              </a:extLst>
            </p:cNvPr>
            <p:cNvGrpSpPr/>
            <p:nvPr/>
          </p:nvGrpSpPr>
          <p:grpSpPr>
            <a:xfrm>
              <a:off x="1099546" y="43385"/>
              <a:ext cx="111456" cy="111456"/>
              <a:chOff x="1099546" y="43385"/>
              <a:chExt cx="111456" cy="111456"/>
            </a:xfrm>
            <a:solidFill>
              <a:srgbClr val="17A3A3"/>
            </a:solidFill>
          </p:grpSpPr>
          <p:sp>
            <p:nvSpPr>
              <p:cNvPr id="7360" name="شكل حر: شكل 8262">
                <a:extLst>
                  <a:ext uri="{FF2B5EF4-FFF2-40B4-BE49-F238E27FC236}">
                    <a16:creationId xmlns:a16="http://schemas.microsoft.com/office/drawing/2014/main" id="{56DDB2CA-AE11-62AD-510F-F6002E9209F6}"/>
                  </a:ext>
                </a:extLst>
              </p:cNvPr>
              <p:cNvSpPr/>
              <p:nvPr/>
            </p:nvSpPr>
            <p:spPr>
              <a:xfrm>
                <a:off x="1099546" y="43385"/>
                <a:ext cx="111456" cy="111456"/>
              </a:xfrm>
              <a:custGeom>
                <a:avLst/>
                <a:gdLst>
                  <a:gd name="connsiteX0" fmla="*/ 55728 w 111456"/>
                  <a:gd name="connsiteY0" fmla="*/ 111457 h 111456"/>
                  <a:gd name="connsiteX1" fmla="*/ 0 w 111456"/>
                  <a:gd name="connsiteY1" fmla="*/ 55728 h 111456"/>
                  <a:gd name="connsiteX2" fmla="*/ 55728 w 111456"/>
                  <a:gd name="connsiteY2" fmla="*/ 0 h 111456"/>
                  <a:gd name="connsiteX3" fmla="*/ 111457 w 111456"/>
                  <a:gd name="connsiteY3" fmla="*/ 55728 h 111456"/>
                  <a:gd name="connsiteX4" fmla="*/ 55728 w 111456"/>
                  <a:gd name="connsiteY4" fmla="*/ 111457 h 111456"/>
                  <a:gd name="connsiteX5" fmla="*/ 55728 w 111456"/>
                  <a:gd name="connsiteY5" fmla="*/ 6864 h 111456"/>
                  <a:gd name="connsiteX6" fmla="*/ 6864 w 111456"/>
                  <a:gd name="connsiteY6" fmla="*/ 55728 h 111456"/>
                  <a:gd name="connsiteX7" fmla="*/ 55728 w 111456"/>
                  <a:gd name="connsiteY7" fmla="*/ 104593 h 111456"/>
                  <a:gd name="connsiteX8" fmla="*/ 104593 w 111456"/>
                  <a:gd name="connsiteY8" fmla="*/ 55728 h 111456"/>
                  <a:gd name="connsiteX9" fmla="*/ 55728 w 111456"/>
                  <a:gd name="connsiteY9" fmla="*/ 6864 h 111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456" h="111456">
                    <a:moveTo>
                      <a:pt x="55728" y="111457"/>
                    </a:moveTo>
                    <a:cubicBezTo>
                      <a:pt x="24997" y="111457"/>
                      <a:pt x="0" y="86459"/>
                      <a:pt x="0" y="55728"/>
                    </a:cubicBezTo>
                    <a:cubicBezTo>
                      <a:pt x="0" y="24997"/>
                      <a:pt x="24997" y="0"/>
                      <a:pt x="55728" y="0"/>
                    </a:cubicBezTo>
                    <a:cubicBezTo>
                      <a:pt x="86459" y="0"/>
                      <a:pt x="111457" y="24997"/>
                      <a:pt x="111457" y="55728"/>
                    </a:cubicBezTo>
                    <a:cubicBezTo>
                      <a:pt x="111457" y="86459"/>
                      <a:pt x="86459" y="111457"/>
                      <a:pt x="55728" y="111457"/>
                    </a:cubicBezTo>
                    <a:close/>
                    <a:moveTo>
                      <a:pt x="55728" y="6864"/>
                    </a:moveTo>
                    <a:cubicBezTo>
                      <a:pt x="28782" y="6864"/>
                      <a:pt x="6864" y="28782"/>
                      <a:pt x="6864" y="55728"/>
                    </a:cubicBezTo>
                    <a:cubicBezTo>
                      <a:pt x="6864" y="82674"/>
                      <a:pt x="28782" y="104593"/>
                      <a:pt x="55728" y="104593"/>
                    </a:cubicBezTo>
                    <a:cubicBezTo>
                      <a:pt x="82675" y="104593"/>
                      <a:pt x="104593" y="82674"/>
                      <a:pt x="104593" y="55728"/>
                    </a:cubicBezTo>
                    <a:cubicBezTo>
                      <a:pt x="104593" y="28782"/>
                      <a:pt x="82675" y="6864"/>
                      <a:pt x="55728" y="6864"/>
                    </a:cubicBezTo>
                    <a:close/>
                  </a:path>
                </a:pathLst>
              </a:custGeom>
              <a:solidFill>
                <a:srgbClr val="17A3A3"/>
              </a:solidFill>
              <a:ln w="2824" cap="flat">
                <a:noFill/>
                <a:prstDash val="solid"/>
                <a:miter/>
              </a:ln>
            </p:spPr>
            <p:txBody>
              <a:bodyPr rtlCol="1" anchor="ctr"/>
              <a:lstStyle/>
              <a:p>
                <a:endParaRPr lang="ar-SA"/>
              </a:p>
            </p:txBody>
          </p:sp>
          <p:sp>
            <p:nvSpPr>
              <p:cNvPr id="7361" name="شكل حر: شكل 8263">
                <a:extLst>
                  <a:ext uri="{FF2B5EF4-FFF2-40B4-BE49-F238E27FC236}">
                    <a16:creationId xmlns:a16="http://schemas.microsoft.com/office/drawing/2014/main" id="{04514ECC-D4D8-C115-EBA2-8D9E1482A449}"/>
                  </a:ext>
                </a:extLst>
              </p:cNvPr>
              <p:cNvSpPr/>
              <p:nvPr/>
            </p:nvSpPr>
            <p:spPr>
              <a:xfrm>
                <a:off x="1138691" y="71474"/>
                <a:ext cx="33138" cy="55262"/>
              </a:xfrm>
              <a:custGeom>
                <a:avLst/>
                <a:gdLst>
                  <a:gd name="connsiteX0" fmla="*/ 15679 w 33138"/>
                  <a:gd name="connsiteY0" fmla="*/ 55263 h 55262"/>
                  <a:gd name="connsiteX1" fmla="*/ 12064 w 33138"/>
                  <a:gd name="connsiteY1" fmla="*/ 54952 h 55262"/>
                  <a:gd name="connsiteX2" fmla="*/ 2489 w 33138"/>
                  <a:gd name="connsiteY2" fmla="*/ 50857 h 55262"/>
                  <a:gd name="connsiteX3" fmla="*/ 1867 w 33138"/>
                  <a:gd name="connsiteY3" fmla="*/ 46027 h 55262"/>
                  <a:gd name="connsiteX4" fmla="*/ 6697 w 33138"/>
                  <a:gd name="connsiteY4" fmla="*/ 45405 h 55262"/>
                  <a:gd name="connsiteX5" fmla="*/ 13194 w 33138"/>
                  <a:gd name="connsiteY5" fmla="*/ 48145 h 55262"/>
                  <a:gd name="connsiteX6" fmla="*/ 26187 w 33138"/>
                  <a:gd name="connsiteY6" fmla="*/ 41479 h 55262"/>
                  <a:gd name="connsiteX7" fmla="*/ 16018 w 33138"/>
                  <a:gd name="connsiteY7" fmla="*/ 31000 h 55262"/>
                  <a:gd name="connsiteX8" fmla="*/ 173 w 33138"/>
                  <a:gd name="connsiteY8" fmla="*/ 12612 h 55262"/>
                  <a:gd name="connsiteX9" fmla="*/ 21074 w 33138"/>
                  <a:gd name="connsiteY9" fmla="*/ 297 h 55262"/>
                  <a:gd name="connsiteX10" fmla="*/ 30649 w 33138"/>
                  <a:gd name="connsiteY10" fmla="*/ 4393 h 55262"/>
                  <a:gd name="connsiteX11" fmla="*/ 31271 w 33138"/>
                  <a:gd name="connsiteY11" fmla="*/ 9223 h 55262"/>
                  <a:gd name="connsiteX12" fmla="*/ 26441 w 33138"/>
                  <a:gd name="connsiteY12" fmla="*/ 9844 h 55262"/>
                  <a:gd name="connsiteX13" fmla="*/ 19944 w 33138"/>
                  <a:gd name="connsiteY13" fmla="*/ 7104 h 55262"/>
                  <a:gd name="connsiteX14" fmla="*/ 6952 w 33138"/>
                  <a:gd name="connsiteY14" fmla="*/ 13770 h 55262"/>
                  <a:gd name="connsiteX15" fmla="*/ 17120 w 33138"/>
                  <a:gd name="connsiteY15" fmla="*/ 24249 h 55262"/>
                  <a:gd name="connsiteX16" fmla="*/ 32966 w 33138"/>
                  <a:gd name="connsiteY16" fmla="*/ 42637 h 55262"/>
                  <a:gd name="connsiteX17" fmla="*/ 15651 w 33138"/>
                  <a:gd name="connsiteY17" fmla="*/ 55263 h 55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3138" h="55262">
                    <a:moveTo>
                      <a:pt x="15679" y="55263"/>
                    </a:moveTo>
                    <a:cubicBezTo>
                      <a:pt x="14493" y="55263"/>
                      <a:pt x="13279" y="55178"/>
                      <a:pt x="12064" y="54952"/>
                    </a:cubicBezTo>
                    <a:cubicBezTo>
                      <a:pt x="8505" y="54359"/>
                      <a:pt x="5172" y="52947"/>
                      <a:pt x="2489" y="50857"/>
                    </a:cubicBezTo>
                    <a:cubicBezTo>
                      <a:pt x="992" y="49699"/>
                      <a:pt x="709" y="47524"/>
                      <a:pt x="1867" y="46027"/>
                    </a:cubicBezTo>
                    <a:cubicBezTo>
                      <a:pt x="3025" y="44530"/>
                      <a:pt x="5200" y="44247"/>
                      <a:pt x="6697" y="45405"/>
                    </a:cubicBezTo>
                    <a:cubicBezTo>
                      <a:pt x="8505" y="46789"/>
                      <a:pt x="10736" y="47750"/>
                      <a:pt x="13194" y="48145"/>
                    </a:cubicBezTo>
                    <a:cubicBezTo>
                      <a:pt x="19577" y="49190"/>
                      <a:pt x="25396" y="46224"/>
                      <a:pt x="26187" y="41479"/>
                    </a:cubicBezTo>
                    <a:cubicBezTo>
                      <a:pt x="26978" y="36762"/>
                      <a:pt x="22402" y="32045"/>
                      <a:pt x="16018" y="31000"/>
                    </a:cubicBezTo>
                    <a:cubicBezTo>
                      <a:pt x="5878" y="29334"/>
                      <a:pt x="-1211" y="21086"/>
                      <a:pt x="173" y="12612"/>
                    </a:cubicBezTo>
                    <a:cubicBezTo>
                      <a:pt x="1585" y="4139"/>
                      <a:pt x="10962" y="-1369"/>
                      <a:pt x="21074" y="297"/>
                    </a:cubicBezTo>
                    <a:cubicBezTo>
                      <a:pt x="24633" y="890"/>
                      <a:pt x="27966" y="2303"/>
                      <a:pt x="30649" y="4393"/>
                    </a:cubicBezTo>
                    <a:cubicBezTo>
                      <a:pt x="32146" y="5551"/>
                      <a:pt x="32429" y="7726"/>
                      <a:pt x="31271" y="9223"/>
                    </a:cubicBezTo>
                    <a:cubicBezTo>
                      <a:pt x="30113" y="10720"/>
                      <a:pt x="27938" y="11002"/>
                      <a:pt x="26441" y="9844"/>
                    </a:cubicBezTo>
                    <a:cubicBezTo>
                      <a:pt x="24633" y="8460"/>
                      <a:pt x="22402" y="7500"/>
                      <a:pt x="19944" y="7104"/>
                    </a:cubicBezTo>
                    <a:cubicBezTo>
                      <a:pt x="13561" y="6059"/>
                      <a:pt x="7742" y="9025"/>
                      <a:pt x="6952" y="13770"/>
                    </a:cubicBezTo>
                    <a:cubicBezTo>
                      <a:pt x="6161" y="18487"/>
                      <a:pt x="10736" y="23176"/>
                      <a:pt x="17120" y="24249"/>
                    </a:cubicBezTo>
                    <a:cubicBezTo>
                      <a:pt x="27260" y="25916"/>
                      <a:pt x="34350" y="34164"/>
                      <a:pt x="32966" y="42637"/>
                    </a:cubicBezTo>
                    <a:cubicBezTo>
                      <a:pt x="31723" y="50094"/>
                      <a:pt x="24322" y="55263"/>
                      <a:pt x="15651" y="55263"/>
                    </a:cubicBezTo>
                    <a:close/>
                  </a:path>
                </a:pathLst>
              </a:custGeom>
              <a:solidFill>
                <a:srgbClr val="17A3A3"/>
              </a:solidFill>
              <a:ln w="2824" cap="flat">
                <a:noFill/>
                <a:prstDash val="solid"/>
                <a:miter/>
              </a:ln>
            </p:spPr>
            <p:txBody>
              <a:bodyPr rtlCol="1" anchor="ctr"/>
              <a:lstStyle/>
              <a:p>
                <a:endParaRPr lang="ar-SA"/>
              </a:p>
            </p:txBody>
          </p:sp>
        </p:grpSp>
      </p:grpSp>
      <p:grpSp>
        <p:nvGrpSpPr>
          <p:cNvPr id="7366" name="رسم 8014">
            <a:extLst>
              <a:ext uri="{FF2B5EF4-FFF2-40B4-BE49-F238E27FC236}">
                <a16:creationId xmlns:a16="http://schemas.microsoft.com/office/drawing/2014/main" id="{8F8974E7-28CD-7A1E-8712-0F03AEB7EADA}"/>
              </a:ext>
            </a:extLst>
          </p:cNvPr>
          <p:cNvGrpSpPr/>
          <p:nvPr/>
        </p:nvGrpSpPr>
        <p:grpSpPr>
          <a:xfrm>
            <a:off x="7677797" y="2171780"/>
            <a:ext cx="237273" cy="226584"/>
            <a:chOff x="8258698" y="940018"/>
            <a:chExt cx="283613" cy="287473"/>
          </a:xfrm>
        </p:grpSpPr>
        <p:grpSp>
          <p:nvGrpSpPr>
            <p:cNvPr id="7367" name="رسم 8014">
              <a:extLst>
                <a:ext uri="{FF2B5EF4-FFF2-40B4-BE49-F238E27FC236}">
                  <a16:creationId xmlns:a16="http://schemas.microsoft.com/office/drawing/2014/main" id="{49ECF970-706E-3A5B-54E7-B9D1CB76CDE4}"/>
                </a:ext>
              </a:extLst>
            </p:cNvPr>
            <p:cNvGrpSpPr/>
            <p:nvPr/>
          </p:nvGrpSpPr>
          <p:grpSpPr>
            <a:xfrm>
              <a:off x="8258698" y="940018"/>
              <a:ext cx="248673" cy="211097"/>
              <a:chOff x="8258698" y="940018"/>
              <a:chExt cx="248673" cy="211097"/>
            </a:xfrm>
            <a:solidFill>
              <a:srgbClr val="01355A"/>
            </a:solidFill>
          </p:grpSpPr>
          <p:grpSp>
            <p:nvGrpSpPr>
              <p:cNvPr id="7374" name="رسم 8014">
                <a:extLst>
                  <a:ext uri="{FF2B5EF4-FFF2-40B4-BE49-F238E27FC236}">
                    <a16:creationId xmlns:a16="http://schemas.microsoft.com/office/drawing/2014/main" id="{3904F4E1-B824-5A59-E805-FD93D41287C1}"/>
                  </a:ext>
                </a:extLst>
              </p:cNvPr>
              <p:cNvGrpSpPr/>
              <p:nvPr/>
            </p:nvGrpSpPr>
            <p:grpSpPr>
              <a:xfrm>
                <a:off x="8258698" y="1002008"/>
                <a:ext cx="248673" cy="149107"/>
                <a:chOff x="8258698" y="1002008"/>
                <a:chExt cx="248673" cy="149107"/>
              </a:xfrm>
              <a:solidFill>
                <a:srgbClr val="01355A"/>
              </a:solidFill>
            </p:grpSpPr>
            <p:sp>
              <p:nvSpPr>
                <p:cNvPr id="7376" name="شكل حر: شكل 8267">
                  <a:extLst>
                    <a:ext uri="{FF2B5EF4-FFF2-40B4-BE49-F238E27FC236}">
                      <a16:creationId xmlns:a16="http://schemas.microsoft.com/office/drawing/2014/main" id="{497B2D0E-2DDD-2A25-F2EA-36937A0882C3}"/>
                    </a:ext>
                  </a:extLst>
                </p:cNvPr>
                <p:cNvSpPr/>
                <p:nvPr/>
              </p:nvSpPr>
              <p:spPr>
                <a:xfrm>
                  <a:off x="8258698" y="1084682"/>
                  <a:ext cx="47960" cy="66433"/>
                </a:xfrm>
                <a:custGeom>
                  <a:avLst/>
                  <a:gdLst>
                    <a:gd name="connsiteX0" fmla="*/ 44515 w 47960"/>
                    <a:gd name="connsiteY0" fmla="*/ 66433 h 66433"/>
                    <a:gd name="connsiteX1" fmla="*/ 3446 w 47960"/>
                    <a:gd name="connsiteY1" fmla="*/ 66433 h 66433"/>
                    <a:gd name="connsiteX2" fmla="*/ 0 w 47960"/>
                    <a:gd name="connsiteY2" fmla="*/ 62987 h 66433"/>
                    <a:gd name="connsiteX3" fmla="*/ 0 w 47960"/>
                    <a:gd name="connsiteY3" fmla="*/ 3446 h 66433"/>
                    <a:gd name="connsiteX4" fmla="*/ 3446 w 47960"/>
                    <a:gd name="connsiteY4" fmla="*/ 0 h 66433"/>
                    <a:gd name="connsiteX5" fmla="*/ 44515 w 47960"/>
                    <a:gd name="connsiteY5" fmla="*/ 0 h 66433"/>
                    <a:gd name="connsiteX6" fmla="*/ 47961 w 47960"/>
                    <a:gd name="connsiteY6" fmla="*/ 3446 h 66433"/>
                    <a:gd name="connsiteX7" fmla="*/ 47961 w 47960"/>
                    <a:gd name="connsiteY7" fmla="*/ 62987 h 66433"/>
                    <a:gd name="connsiteX8" fmla="*/ 44515 w 47960"/>
                    <a:gd name="connsiteY8" fmla="*/ 66433 h 66433"/>
                    <a:gd name="connsiteX9" fmla="*/ 6892 w 47960"/>
                    <a:gd name="connsiteY9" fmla="*/ 59541 h 66433"/>
                    <a:gd name="connsiteX10" fmla="*/ 41069 w 47960"/>
                    <a:gd name="connsiteY10" fmla="*/ 59541 h 66433"/>
                    <a:gd name="connsiteX11" fmla="*/ 41069 w 47960"/>
                    <a:gd name="connsiteY11" fmla="*/ 6892 h 66433"/>
                    <a:gd name="connsiteX12" fmla="*/ 6892 w 47960"/>
                    <a:gd name="connsiteY12" fmla="*/ 6892 h 66433"/>
                    <a:gd name="connsiteX13" fmla="*/ 6892 w 47960"/>
                    <a:gd name="connsiteY13" fmla="*/ 59541 h 66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960" h="66433">
                      <a:moveTo>
                        <a:pt x="44515" y="66433"/>
                      </a:moveTo>
                      <a:lnTo>
                        <a:pt x="3446" y="66433"/>
                      </a:lnTo>
                      <a:cubicBezTo>
                        <a:pt x="1554" y="66433"/>
                        <a:pt x="0" y="64880"/>
                        <a:pt x="0" y="62987"/>
                      </a:cubicBezTo>
                      <a:lnTo>
                        <a:pt x="0" y="3446"/>
                      </a:lnTo>
                      <a:cubicBezTo>
                        <a:pt x="0" y="1554"/>
                        <a:pt x="1554" y="0"/>
                        <a:pt x="3446" y="0"/>
                      </a:cubicBezTo>
                      <a:lnTo>
                        <a:pt x="44515" y="0"/>
                      </a:lnTo>
                      <a:cubicBezTo>
                        <a:pt x="46408" y="0"/>
                        <a:pt x="47961" y="1554"/>
                        <a:pt x="47961" y="3446"/>
                      </a:cubicBezTo>
                      <a:lnTo>
                        <a:pt x="47961" y="62987"/>
                      </a:lnTo>
                      <a:cubicBezTo>
                        <a:pt x="47961" y="64880"/>
                        <a:pt x="46408" y="66433"/>
                        <a:pt x="44515" y="66433"/>
                      </a:cubicBezTo>
                      <a:close/>
                      <a:moveTo>
                        <a:pt x="6892" y="59541"/>
                      </a:moveTo>
                      <a:lnTo>
                        <a:pt x="41069" y="59541"/>
                      </a:lnTo>
                      <a:lnTo>
                        <a:pt x="41069" y="6892"/>
                      </a:lnTo>
                      <a:lnTo>
                        <a:pt x="6892" y="6892"/>
                      </a:lnTo>
                      <a:lnTo>
                        <a:pt x="6892" y="59541"/>
                      </a:lnTo>
                      <a:close/>
                    </a:path>
                  </a:pathLst>
                </a:custGeom>
                <a:solidFill>
                  <a:srgbClr val="01355A"/>
                </a:solidFill>
                <a:ln w="2824" cap="flat">
                  <a:noFill/>
                  <a:prstDash val="solid"/>
                  <a:miter/>
                </a:ln>
              </p:spPr>
              <p:txBody>
                <a:bodyPr rtlCol="1" anchor="ctr"/>
                <a:lstStyle/>
                <a:p>
                  <a:endParaRPr lang="ar-SA"/>
                </a:p>
              </p:txBody>
            </p:sp>
            <p:sp>
              <p:nvSpPr>
                <p:cNvPr id="7377" name="شكل حر: شكل 8268">
                  <a:extLst>
                    <a:ext uri="{FF2B5EF4-FFF2-40B4-BE49-F238E27FC236}">
                      <a16:creationId xmlns:a16="http://schemas.microsoft.com/office/drawing/2014/main" id="{03E2FA04-C280-A642-F0F8-2126B65CD747}"/>
                    </a:ext>
                  </a:extLst>
                </p:cNvPr>
                <p:cNvSpPr/>
                <p:nvPr/>
              </p:nvSpPr>
              <p:spPr>
                <a:xfrm>
                  <a:off x="8325612" y="1025141"/>
                  <a:ext cx="47960" cy="125974"/>
                </a:xfrm>
                <a:custGeom>
                  <a:avLst/>
                  <a:gdLst>
                    <a:gd name="connsiteX0" fmla="*/ 44514 w 47960"/>
                    <a:gd name="connsiteY0" fmla="*/ 125975 h 125974"/>
                    <a:gd name="connsiteX1" fmla="*/ 3446 w 47960"/>
                    <a:gd name="connsiteY1" fmla="*/ 125975 h 125974"/>
                    <a:gd name="connsiteX2" fmla="*/ 0 w 47960"/>
                    <a:gd name="connsiteY2" fmla="*/ 122529 h 125974"/>
                    <a:gd name="connsiteX3" fmla="*/ 0 w 47960"/>
                    <a:gd name="connsiteY3" fmla="*/ 3446 h 125974"/>
                    <a:gd name="connsiteX4" fmla="*/ 3446 w 47960"/>
                    <a:gd name="connsiteY4" fmla="*/ 0 h 125974"/>
                    <a:gd name="connsiteX5" fmla="*/ 44514 w 47960"/>
                    <a:gd name="connsiteY5" fmla="*/ 0 h 125974"/>
                    <a:gd name="connsiteX6" fmla="*/ 47961 w 47960"/>
                    <a:gd name="connsiteY6" fmla="*/ 3446 h 125974"/>
                    <a:gd name="connsiteX7" fmla="*/ 47961 w 47960"/>
                    <a:gd name="connsiteY7" fmla="*/ 122529 h 125974"/>
                    <a:gd name="connsiteX8" fmla="*/ 44514 w 47960"/>
                    <a:gd name="connsiteY8" fmla="*/ 125975 h 125974"/>
                    <a:gd name="connsiteX9" fmla="*/ 6892 w 47960"/>
                    <a:gd name="connsiteY9" fmla="*/ 119083 h 125974"/>
                    <a:gd name="connsiteX10" fmla="*/ 41068 w 47960"/>
                    <a:gd name="connsiteY10" fmla="*/ 119083 h 125974"/>
                    <a:gd name="connsiteX11" fmla="*/ 41068 w 47960"/>
                    <a:gd name="connsiteY11" fmla="*/ 6892 h 125974"/>
                    <a:gd name="connsiteX12" fmla="*/ 6892 w 47960"/>
                    <a:gd name="connsiteY12" fmla="*/ 6892 h 125974"/>
                    <a:gd name="connsiteX13" fmla="*/ 6892 w 47960"/>
                    <a:gd name="connsiteY13" fmla="*/ 119083 h 125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960" h="125974">
                      <a:moveTo>
                        <a:pt x="44514" y="125975"/>
                      </a:moveTo>
                      <a:lnTo>
                        <a:pt x="3446" y="125975"/>
                      </a:lnTo>
                      <a:cubicBezTo>
                        <a:pt x="1553" y="125975"/>
                        <a:pt x="0" y="124421"/>
                        <a:pt x="0" y="122529"/>
                      </a:cubicBezTo>
                      <a:lnTo>
                        <a:pt x="0" y="3446"/>
                      </a:lnTo>
                      <a:cubicBezTo>
                        <a:pt x="0" y="1553"/>
                        <a:pt x="1553" y="0"/>
                        <a:pt x="3446" y="0"/>
                      </a:cubicBezTo>
                      <a:lnTo>
                        <a:pt x="44514" y="0"/>
                      </a:lnTo>
                      <a:cubicBezTo>
                        <a:pt x="46407" y="0"/>
                        <a:pt x="47961" y="1553"/>
                        <a:pt x="47961" y="3446"/>
                      </a:cubicBezTo>
                      <a:lnTo>
                        <a:pt x="47961" y="122529"/>
                      </a:lnTo>
                      <a:cubicBezTo>
                        <a:pt x="47961" y="124421"/>
                        <a:pt x="46407" y="125975"/>
                        <a:pt x="44514" y="125975"/>
                      </a:cubicBezTo>
                      <a:close/>
                      <a:moveTo>
                        <a:pt x="6892" y="119083"/>
                      </a:moveTo>
                      <a:lnTo>
                        <a:pt x="41068" y="119083"/>
                      </a:lnTo>
                      <a:lnTo>
                        <a:pt x="41068" y="6892"/>
                      </a:lnTo>
                      <a:lnTo>
                        <a:pt x="6892" y="6892"/>
                      </a:lnTo>
                      <a:lnTo>
                        <a:pt x="6892" y="119083"/>
                      </a:lnTo>
                      <a:close/>
                    </a:path>
                  </a:pathLst>
                </a:custGeom>
                <a:solidFill>
                  <a:srgbClr val="01355A"/>
                </a:solidFill>
                <a:ln w="2824" cap="flat">
                  <a:noFill/>
                  <a:prstDash val="solid"/>
                  <a:miter/>
                </a:ln>
              </p:spPr>
              <p:txBody>
                <a:bodyPr rtlCol="1" anchor="ctr"/>
                <a:lstStyle/>
                <a:p>
                  <a:endParaRPr lang="ar-SA"/>
                </a:p>
              </p:txBody>
            </p:sp>
            <p:sp>
              <p:nvSpPr>
                <p:cNvPr id="7378" name="شكل حر: شكل 8269">
                  <a:extLst>
                    <a:ext uri="{FF2B5EF4-FFF2-40B4-BE49-F238E27FC236}">
                      <a16:creationId xmlns:a16="http://schemas.microsoft.com/office/drawing/2014/main" id="{40BB9ED6-180D-3FD2-623E-06E64EC70730}"/>
                    </a:ext>
                  </a:extLst>
                </p:cNvPr>
                <p:cNvSpPr/>
                <p:nvPr/>
              </p:nvSpPr>
              <p:spPr>
                <a:xfrm>
                  <a:off x="8392497" y="1056408"/>
                  <a:ext cx="47989" cy="55982"/>
                </a:xfrm>
                <a:custGeom>
                  <a:avLst/>
                  <a:gdLst>
                    <a:gd name="connsiteX0" fmla="*/ 3446 w 47989"/>
                    <a:gd name="connsiteY0" fmla="*/ 55982 h 55982"/>
                    <a:gd name="connsiteX1" fmla="*/ 0 w 47989"/>
                    <a:gd name="connsiteY1" fmla="*/ 52537 h 55982"/>
                    <a:gd name="connsiteX2" fmla="*/ 0 w 47989"/>
                    <a:gd name="connsiteY2" fmla="*/ 3446 h 55982"/>
                    <a:gd name="connsiteX3" fmla="*/ 3446 w 47989"/>
                    <a:gd name="connsiteY3" fmla="*/ 0 h 55982"/>
                    <a:gd name="connsiteX4" fmla="*/ 44543 w 47989"/>
                    <a:gd name="connsiteY4" fmla="*/ 0 h 55982"/>
                    <a:gd name="connsiteX5" fmla="*/ 47989 w 47989"/>
                    <a:gd name="connsiteY5" fmla="*/ 3446 h 55982"/>
                    <a:gd name="connsiteX6" fmla="*/ 47989 w 47989"/>
                    <a:gd name="connsiteY6" fmla="*/ 17766 h 55982"/>
                    <a:gd name="connsiteX7" fmla="*/ 44543 w 47989"/>
                    <a:gd name="connsiteY7" fmla="*/ 21212 h 55982"/>
                    <a:gd name="connsiteX8" fmla="*/ 41097 w 47989"/>
                    <a:gd name="connsiteY8" fmla="*/ 17766 h 55982"/>
                    <a:gd name="connsiteX9" fmla="*/ 41097 w 47989"/>
                    <a:gd name="connsiteY9" fmla="*/ 6892 h 55982"/>
                    <a:gd name="connsiteX10" fmla="*/ 6892 w 47989"/>
                    <a:gd name="connsiteY10" fmla="*/ 6892 h 55982"/>
                    <a:gd name="connsiteX11" fmla="*/ 6892 w 47989"/>
                    <a:gd name="connsiteY11" fmla="*/ 52537 h 55982"/>
                    <a:gd name="connsiteX12" fmla="*/ 3446 w 47989"/>
                    <a:gd name="connsiteY12" fmla="*/ 55982 h 5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989" h="55982">
                      <a:moveTo>
                        <a:pt x="3446" y="55982"/>
                      </a:moveTo>
                      <a:cubicBezTo>
                        <a:pt x="1554" y="55982"/>
                        <a:pt x="0" y="54429"/>
                        <a:pt x="0" y="52537"/>
                      </a:cubicBezTo>
                      <a:lnTo>
                        <a:pt x="0" y="3446"/>
                      </a:lnTo>
                      <a:cubicBezTo>
                        <a:pt x="0" y="1553"/>
                        <a:pt x="1554" y="0"/>
                        <a:pt x="3446" y="0"/>
                      </a:cubicBezTo>
                      <a:lnTo>
                        <a:pt x="44543" y="0"/>
                      </a:lnTo>
                      <a:cubicBezTo>
                        <a:pt x="46435" y="0"/>
                        <a:pt x="47989" y="1553"/>
                        <a:pt x="47989" y="3446"/>
                      </a:cubicBezTo>
                      <a:lnTo>
                        <a:pt x="47989" y="17766"/>
                      </a:lnTo>
                      <a:cubicBezTo>
                        <a:pt x="47989" y="19659"/>
                        <a:pt x="46435" y="21212"/>
                        <a:pt x="44543" y="21212"/>
                      </a:cubicBezTo>
                      <a:cubicBezTo>
                        <a:pt x="42650" y="21212"/>
                        <a:pt x="41097" y="19659"/>
                        <a:pt x="41097" y="17766"/>
                      </a:cubicBezTo>
                      <a:lnTo>
                        <a:pt x="41097" y="6892"/>
                      </a:lnTo>
                      <a:lnTo>
                        <a:pt x="6892" y="6892"/>
                      </a:lnTo>
                      <a:lnTo>
                        <a:pt x="6892" y="52537"/>
                      </a:lnTo>
                      <a:cubicBezTo>
                        <a:pt x="6892" y="54429"/>
                        <a:pt x="5338" y="55982"/>
                        <a:pt x="3446" y="55982"/>
                      </a:cubicBezTo>
                      <a:close/>
                    </a:path>
                  </a:pathLst>
                </a:custGeom>
                <a:solidFill>
                  <a:srgbClr val="01355A"/>
                </a:solidFill>
                <a:ln w="2824" cap="flat">
                  <a:noFill/>
                  <a:prstDash val="solid"/>
                  <a:miter/>
                </a:ln>
              </p:spPr>
              <p:txBody>
                <a:bodyPr rtlCol="1" anchor="ctr"/>
                <a:lstStyle/>
                <a:p>
                  <a:endParaRPr lang="ar-SA"/>
                </a:p>
              </p:txBody>
            </p:sp>
            <p:sp>
              <p:nvSpPr>
                <p:cNvPr id="7379" name="شكل حر: شكل 8270">
                  <a:extLst>
                    <a:ext uri="{FF2B5EF4-FFF2-40B4-BE49-F238E27FC236}">
                      <a16:creationId xmlns:a16="http://schemas.microsoft.com/office/drawing/2014/main" id="{9EF3653F-BA22-585F-7525-0D67D6DE1693}"/>
                    </a:ext>
                  </a:extLst>
                </p:cNvPr>
                <p:cNvSpPr/>
                <p:nvPr/>
              </p:nvSpPr>
              <p:spPr>
                <a:xfrm>
                  <a:off x="8459411" y="1002008"/>
                  <a:ext cx="47960" cy="74455"/>
                </a:xfrm>
                <a:custGeom>
                  <a:avLst/>
                  <a:gdLst>
                    <a:gd name="connsiteX0" fmla="*/ 44515 w 47960"/>
                    <a:gd name="connsiteY0" fmla="*/ 74455 h 74455"/>
                    <a:gd name="connsiteX1" fmla="*/ 41069 w 47960"/>
                    <a:gd name="connsiteY1" fmla="*/ 71009 h 74455"/>
                    <a:gd name="connsiteX2" fmla="*/ 41069 w 47960"/>
                    <a:gd name="connsiteY2" fmla="*/ 6892 h 74455"/>
                    <a:gd name="connsiteX3" fmla="*/ 6892 w 47960"/>
                    <a:gd name="connsiteY3" fmla="*/ 6892 h 74455"/>
                    <a:gd name="connsiteX4" fmla="*/ 6892 w 47960"/>
                    <a:gd name="connsiteY4" fmla="*/ 65558 h 74455"/>
                    <a:gd name="connsiteX5" fmla="*/ 3446 w 47960"/>
                    <a:gd name="connsiteY5" fmla="*/ 69004 h 74455"/>
                    <a:gd name="connsiteX6" fmla="*/ 0 w 47960"/>
                    <a:gd name="connsiteY6" fmla="*/ 65558 h 74455"/>
                    <a:gd name="connsiteX7" fmla="*/ 0 w 47960"/>
                    <a:gd name="connsiteY7" fmla="*/ 3446 h 74455"/>
                    <a:gd name="connsiteX8" fmla="*/ 3446 w 47960"/>
                    <a:gd name="connsiteY8" fmla="*/ 0 h 74455"/>
                    <a:gd name="connsiteX9" fmla="*/ 44515 w 47960"/>
                    <a:gd name="connsiteY9" fmla="*/ 0 h 74455"/>
                    <a:gd name="connsiteX10" fmla="*/ 47961 w 47960"/>
                    <a:gd name="connsiteY10" fmla="*/ 3446 h 74455"/>
                    <a:gd name="connsiteX11" fmla="*/ 47961 w 47960"/>
                    <a:gd name="connsiteY11" fmla="*/ 71009 h 74455"/>
                    <a:gd name="connsiteX12" fmla="*/ 44515 w 47960"/>
                    <a:gd name="connsiteY12" fmla="*/ 74455 h 74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7960" h="74455">
                      <a:moveTo>
                        <a:pt x="44515" y="74455"/>
                      </a:moveTo>
                      <a:cubicBezTo>
                        <a:pt x="42623" y="74455"/>
                        <a:pt x="41069" y="72902"/>
                        <a:pt x="41069" y="71009"/>
                      </a:cubicBezTo>
                      <a:lnTo>
                        <a:pt x="41069" y="6892"/>
                      </a:lnTo>
                      <a:lnTo>
                        <a:pt x="6892" y="6892"/>
                      </a:lnTo>
                      <a:lnTo>
                        <a:pt x="6892" y="65558"/>
                      </a:lnTo>
                      <a:cubicBezTo>
                        <a:pt x="6892" y="67450"/>
                        <a:pt x="5338" y="69004"/>
                        <a:pt x="3446" y="69004"/>
                      </a:cubicBezTo>
                      <a:cubicBezTo>
                        <a:pt x="1554" y="69004"/>
                        <a:pt x="0" y="67450"/>
                        <a:pt x="0" y="65558"/>
                      </a:cubicBezTo>
                      <a:lnTo>
                        <a:pt x="0" y="3446"/>
                      </a:lnTo>
                      <a:cubicBezTo>
                        <a:pt x="0" y="1553"/>
                        <a:pt x="1554" y="0"/>
                        <a:pt x="3446" y="0"/>
                      </a:cubicBezTo>
                      <a:lnTo>
                        <a:pt x="44515" y="0"/>
                      </a:lnTo>
                      <a:cubicBezTo>
                        <a:pt x="46407" y="0"/>
                        <a:pt x="47961" y="1553"/>
                        <a:pt x="47961" y="3446"/>
                      </a:cubicBezTo>
                      <a:lnTo>
                        <a:pt x="47961" y="71009"/>
                      </a:lnTo>
                      <a:cubicBezTo>
                        <a:pt x="47961" y="72902"/>
                        <a:pt x="46407" y="74455"/>
                        <a:pt x="44515" y="74455"/>
                      </a:cubicBezTo>
                      <a:close/>
                    </a:path>
                  </a:pathLst>
                </a:custGeom>
                <a:solidFill>
                  <a:srgbClr val="01355A"/>
                </a:solidFill>
                <a:ln w="2824" cap="flat">
                  <a:noFill/>
                  <a:prstDash val="solid"/>
                  <a:miter/>
                </a:ln>
              </p:spPr>
              <p:txBody>
                <a:bodyPr rtlCol="1" anchor="ctr"/>
                <a:lstStyle/>
                <a:p>
                  <a:endParaRPr lang="ar-SA"/>
                </a:p>
              </p:txBody>
            </p:sp>
          </p:grpSp>
          <p:sp>
            <p:nvSpPr>
              <p:cNvPr id="7375" name="شكل حر: شكل 8271">
                <a:extLst>
                  <a:ext uri="{FF2B5EF4-FFF2-40B4-BE49-F238E27FC236}">
                    <a16:creationId xmlns:a16="http://schemas.microsoft.com/office/drawing/2014/main" id="{BC7CB26A-9354-AA6C-B231-E2B54E5BFDE9}"/>
                  </a:ext>
                </a:extLst>
              </p:cNvPr>
              <p:cNvSpPr/>
              <p:nvPr/>
            </p:nvSpPr>
            <p:spPr>
              <a:xfrm>
                <a:off x="8266586" y="940018"/>
                <a:ext cx="233404" cy="100205"/>
              </a:xfrm>
              <a:custGeom>
                <a:avLst/>
                <a:gdLst>
                  <a:gd name="connsiteX0" fmla="*/ 3438 w 233404"/>
                  <a:gd name="connsiteY0" fmla="*/ 100206 h 100205"/>
                  <a:gd name="connsiteX1" fmla="*/ 784 w 233404"/>
                  <a:gd name="connsiteY1" fmla="*/ 98963 h 100205"/>
                  <a:gd name="connsiteX2" fmla="*/ 1264 w 233404"/>
                  <a:gd name="connsiteY2" fmla="*/ 94105 h 100205"/>
                  <a:gd name="connsiteX3" fmla="*/ 82780 w 233404"/>
                  <a:gd name="connsiteY3" fmla="*/ 26937 h 100205"/>
                  <a:gd name="connsiteX4" fmla="*/ 86678 w 233404"/>
                  <a:gd name="connsiteY4" fmla="*/ 26598 h 100205"/>
                  <a:gd name="connsiteX5" fmla="*/ 146219 w 233404"/>
                  <a:gd name="connsiteY5" fmla="*/ 60719 h 100205"/>
                  <a:gd name="connsiteX6" fmla="*/ 227905 w 233404"/>
                  <a:gd name="connsiteY6" fmla="*/ 669 h 100205"/>
                  <a:gd name="connsiteX7" fmla="*/ 232736 w 233404"/>
                  <a:gd name="connsiteY7" fmla="*/ 1403 h 100205"/>
                  <a:gd name="connsiteX8" fmla="*/ 232001 w 233404"/>
                  <a:gd name="connsiteY8" fmla="*/ 6205 h 100205"/>
                  <a:gd name="connsiteX9" fmla="*/ 148507 w 233404"/>
                  <a:gd name="connsiteY9" fmla="*/ 67582 h 100205"/>
                  <a:gd name="connsiteX10" fmla="*/ 144751 w 233404"/>
                  <a:gd name="connsiteY10" fmla="*/ 67808 h 100205"/>
                  <a:gd name="connsiteX11" fmla="*/ 85322 w 233404"/>
                  <a:gd name="connsiteY11" fmla="*/ 33744 h 100205"/>
                  <a:gd name="connsiteX12" fmla="*/ 5670 w 233404"/>
                  <a:gd name="connsiteY12" fmla="*/ 99415 h 100205"/>
                  <a:gd name="connsiteX13" fmla="*/ 3495 w 233404"/>
                  <a:gd name="connsiteY13" fmla="*/ 100206 h 100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3404" h="100205">
                    <a:moveTo>
                      <a:pt x="3438" y="100206"/>
                    </a:moveTo>
                    <a:cubicBezTo>
                      <a:pt x="2450" y="100206"/>
                      <a:pt x="1461" y="99782"/>
                      <a:pt x="784" y="98963"/>
                    </a:cubicBezTo>
                    <a:cubicBezTo>
                      <a:pt x="-431" y="97494"/>
                      <a:pt x="-205" y="95319"/>
                      <a:pt x="1264" y="94105"/>
                    </a:cubicBezTo>
                    <a:lnTo>
                      <a:pt x="82780" y="26937"/>
                    </a:lnTo>
                    <a:cubicBezTo>
                      <a:pt x="83882" y="26033"/>
                      <a:pt x="85435" y="25892"/>
                      <a:pt x="86678" y="26598"/>
                    </a:cubicBezTo>
                    <a:lnTo>
                      <a:pt x="146219" y="60719"/>
                    </a:lnTo>
                    <a:lnTo>
                      <a:pt x="227905" y="669"/>
                    </a:lnTo>
                    <a:cubicBezTo>
                      <a:pt x="229430" y="-461"/>
                      <a:pt x="231605" y="-122"/>
                      <a:pt x="232736" y="1403"/>
                    </a:cubicBezTo>
                    <a:cubicBezTo>
                      <a:pt x="233865" y="2928"/>
                      <a:pt x="233526" y="5103"/>
                      <a:pt x="232001" y="6205"/>
                    </a:cubicBezTo>
                    <a:lnTo>
                      <a:pt x="148507" y="67582"/>
                    </a:lnTo>
                    <a:cubicBezTo>
                      <a:pt x="147406" y="68401"/>
                      <a:pt x="145937" y="68486"/>
                      <a:pt x="144751" y="67808"/>
                    </a:cubicBezTo>
                    <a:lnTo>
                      <a:pt x="85322" y="33744"/>
                    </a:lnTo>
                    <a:lnTo>
                      <a:pt x="5670" y="99415"/>
                    </a:lnTo>
                    <a:cubicBezTo>
                      <a:pt x="5020" y="99952"/>
                      <a:pt x="4258" y="100206"/>
                      <a:pt x="3495" y="100206"/>
                    </a:cubicBezTo>
                    <a:close/>
                  </a:path>
                </a:pathLst>
              </a:custGeom>
              <a:solidFill>
                <a:srgbClr val="01355A"/>
              </a:solidFill>
              <a:ln w="2824" cap="flat">
                <a:noFill/>
                <a:prstDash val="solid"/>
                <a:miter/>
              </a:ln>
            </p:spPr>
            <p:txBody>
              <a:bodyPr rtlCol="1" anchor="ctr"/>
              <a:lstStyle/>
              <a:p>
                <a:endParaRPr lang="ar-SA"/>
              </a:p>
            </p:txBody>
          </p:sp>
        </p:grpSp>
        <p:grpSp>
          <p:nvGrpSpPr>
            <p:cNvPr id="7368" name="رسم 8014">
              <a:extLst>
                <a:ext uri="{FF2B5EF4-FFF2-40B4-BE49-F238E27FC236}">
                  <a16:creationId xmlns:a16="http://schemas.microsoft.com/office/drawing/2014/main" id="{78156456-39CC-89AD-8E85-BFDF75FBB209}"/>
                </a:ext>
              </a:extLst>
            </p:cNvPr>
            <p:cNvGrpSpPr/>
            <p:nvPr/>
          </p:nvGrpSpPr>
          <p:grpSpPr>
            <a:xfrm>
              <a:off x="8401479" y="1086659"/>
              <a:ext cx="140832" cy="140831"/>
              <a:chOff x="8401479" y="1086659"/>
              <a:chExt cx="140832" cy="140831"/>
            </a:xfrm>
            <a:solidFill>
              <a:srgbClr val="17A3A3"/>
            </a:solidFill>
          </p:grpSpPr>
          <p:sp>
            <p:nvSpPr>
              <p:cNvPr id="7369" name="شكل حر: شكل 8273">
                <a:extLst>
                  <a:ext uri="{FF2B5EF4-FFF2-40B4-BE49-F238E27FC236}">
                    <a16:creationId xmlns:a16="http://schemas.microsoft.com/office/drawing/2014/main" id="{36C3C659-75BE-5EE4-60C1-2CC7C6BD4376}"/>
                  </a:ext>
                </a:extLst>
              </p:cNvPr>
              <p:cNvSpPr/>
              <p:nvPr/>
            </p:nvSpPr>
            <p:spPr>
              <a:xfrm>
                <a:off x="8401479" y="1086659"/>
                <a:ext cx="140832" cy="140831"/>
              </a:xfrm>
              <a:custGeom>
                <a:avLst/>
                <a:gdLst>
                  <a:gd name="connsiteX0" fmla="*/ 70416 w 140832"/>
                  <a:gd name="connsiteY0" fmla="*/ 140832 h 140831"/>
                  <a:gd name="connsiteX1" fmla="*/ 0 w 140832"/>
                  <a:gd name="connsiteY1" fmla="*/ 70416 h 140831"/>
                  <a:gd name="connsiteX2" fmla="*/ 70416 w 140832"/>
                  <a:gd name="connsiteY2" fmla="*/ 0 h 140831"/>
                  <a:gd name="connsiteX3" fmla="*/ 140832 w 140832"/>
                  <a:gd name="connsiteY3" fmla="*/ 70416 h 140831"/>
                  <a:gd name="connsiteX4" fmla="*/ 70416 w 140832"/>
                  <a:gd name="connsiteY4" fmla="*/ 140832 h 140831"/>
                  <a:gd name="connsiteX5" fmla="*/ 70416 w 140832"/>
                  <a:gd name="connsiteY5" fmla="*/ 6864 h 140831"/>
                  <a:gd name="connsiteX6" fmla="*/ 6892 w 140832"/>
                  <a:gd name="connsiteY6" fmla="*/ 70416 h 140831"/>
                  <a:gd name="connsiteX7" fmla="*/ 70416 w 140832"/>
                  <a:gd name="connsiteY7" fmla="*/ 133940 h 140831"/>
                  <a:gd name="connsiteX8" fmla="*/ 133968 w 140832"/>
                  <a:gd name="connsiteY8" fmla="*/ 70416 h 140831"/>
                  <a:gd name="connsiteX9" fmla="*/ 70416 w 140832"/>
                  <a:gd name="connsiteY9" fmla="*/ 6864 h 140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32" h="140831">
                    <a:moveTo>
                      <a:pt x="70416" y="140832"/>
                    </a:moveTo>
                    <a:cubicBezTo>
                      <a:pt x="31578" y="140832"/>
                      <a:pt x="0" y="109225"/>
                      <a:pt x="0" y="70416"/>
                    </a:cubicBezTo>
                    <a:cubicBezTo>
                      <a:pt x="0" y="31607"/>
                      <a:pt x="31607" y="0"/>
                      <a:pt x="70416" y="0"/>
                    </a:cubicBezTo>
                    <a:cubicBezTo>
                      <a:pt x="109225" y="0"/>
                      <a:pt x="140832" y="31607"/>
                      <a:pt x="140832" y="70416"/>
                    </a:cubicBezTo>
                    <a:cubicBezTo>
                      <a:pt x="140832" y="109225"/>
                      <a:pt x="109225" y="140832"/>
                      <a:pt x="70416" y="140832"/>
                    </a:cubicBezTo>
                    <a:close/>
                    <a:moveTo>
                      <a:pt x="70416" y="6864"/>
                    </a:moveTo>
                    <a:cubicBezTo>
                      <a:pt x="35392" y="6864"/>
                      <a:pt x="6892" y="35363"/>
                      <a:pt x="6892" y="70416"/>
                    </a:cubicBezTo>
                    <a:cubicBezTo>
                      <a:pt x="6892" y="105469"/>
                      <a:pt x="35392" y="133940"/>
                      <a:pt x="70416" y="133940"/>
                    </a:cubicBezTo>
                    <a:cubicBezTo>
                      <a:pt x="105441" y="133940"/>
                      <a:pt x="133968" y="105440"/>
                      <a:pt x="133968" y="70416"/>
                    </a:cubicBezTo>
                    <a:cubicBezTo>
                      <a:pt x="133968" y="35392"/>
                      <a:pt x="105469" y="6864"/>
                      <a:pt x="70416" y="6864"/>
                    </a:cubicBezTo>
                    <a:close/>
                  </a:path>
                </a:pathLst>
              </a:custGeom>
              <a:solidFill>
                <a:srgbClr val="17A3A3"/>
              </a:solidFill>
              <a:ln w="2824" cap="flat">
                <a:noFill/>
                <a:prstDash val="solid"/>
                <a:miter/>
              </a:ln>
            </p:spPr>
            <p:txBody>
              <a:bodyPr rtlCol="1" anchor="ctr"/>
              <a:lstStyle/>
              <a:p>
                <a:endParaRPr lang="ar-SA"/>
              </a:p>
            </p:txBody>
          </p:sp>
          <p:grpSp>
            <p:nvGrpSpPr>
              <p:cNvPr id="7370" name="رسم 8014">
                <a:extLst>
                  <a:ext uri="{FF2B5EF4-FFF2-40B4-BE49-F238E27FC236}">
                    <a16:creationId xmlns:a16="http://schemas.microsoft.com/office/drawing/2014/main" id="{CAD2C589-FB7A-27B8-6362-CF5A0791FD7E}"/>
                  </a:ext>
                </a:extLst>
              </p:cNvPr>
              <p:cNvGrpSpPr/>
              <p:nvPr/>
            </p:nvGrpSpPr>
            <p:grpSpPr>
              <a:xfrm>
                <a:off x="8448734" y="1113775"/>
                <a:ext cx="46322" cy="86572"/>
                <a:chOff x="8448734" y="1113775"/>
                <a:chExt cx="46322" cy="86572"/>
              </a:xfrm>
              <a:solidFill>
                <a:srgbClr val="17A3A3"/>
              </a:solidFill>
            </p:grpSpPr>
            <p:sp>
              <p:nvSpPr>
                <p:cNvPr id="7371" name="شكل حر: شكل 8275">
                  <a:extLst>
                    <a:ext uri="{FF2B5EF4-FFF2-40B4-BE49-F238E27FC236}">
                      <a16:creationId xmlns:a16="http://schemas.microsoft.com/office/drawing/2014/main" id="{C7841AD3-68B6-2E0D-0372-ABD34AC1778B}"/>
                    </a:ext>
                  </a:extLst>
                </p:cNvPr>
                <p:cNvSpPr/>
                <p:nvPr/>
              </p:nvSpPr>
              <p:spPr>
                <a:xfrm>
                  <a:off x="8448734" y="1122164"/>
                  <a:ext cx="46322" cy="69822"/>
                </a:xfrm>
                <a:custGeom>
                  <a:avLst/>
                  <a:gdLst>
                    <a:gd name="connsiteX0" fmla="*/ 23161 w 46322"/>
                    <a:gd name="connsiteY0" fmla="*/ 69823 h 69822"/>
                    <a:gd name="connsiteX1" fmla="*/ 0 w 46322"/>
                    <a:gd name="connsiteY1" fmla="*/ 50644 h 69822"/>
                    <a:gd name="connsiteX2" fmla="*/ 3446 w 46322"/>
                    <a:gd name="connsiteY2" fmla="*/ 47198 h 69822"/>
                    <a:gd name="connsiteX3" fmla="*/ 6892 w 46322"/>
                    <a:gd name="connsiteY3" fmla="*/ 50644 h 69822"/>
                    <a:gd name="connsiteX4" fmla="*/ 23161 w 46322"/>
                    <a:gd name="connsiteY4" fmla="*/ 62931 h 69822"/>
                    <a:gd name="connsiteX5" fmla="*/ 39431 w 46322"/>
                    <a:gd name="connsiteY5" fmla="*/ 50644 h 69822"/>
                    <a:gd name="connsiteX6" fmla="*/ 23161 w 46322"/>
                    <a:gd name="connsiteY6" fmla="*/ 38357 h 69822"/>
                    <a:gd name="connsiteX7" fmla="*/ 0 w 46322"/>
                    <a:gd name="connsiteY7" fmla="*/ 19179 h 69822"/>
                    <a:gd name="connsiteX8" fmla="*/ 23161 w 46322"/>
                    <a:gd name="connsiteY8" fmla="*/ 0 h 69822"/>
                    <a:gd name="connsiteX9" fmla="*/ 46323 w 46322"/>
                    <a:gd name="connsiteY9" fmla="*/ 19179 h 69822"/>
                    <a:gd name="connsiteX10" fmla="*/ 42876 w 46322"/>
                    <a:gd name="connsiteY10" fmla="*/ 22625 h 69822"/>
                    <a:gd name="connsiteX11" fmla="*/ 39431 w 46322"/>
                    <a:gd name="connsiteY11" fmla="*/ 19179 h 69822"/>
                    <a:gd name="connsiteX12" fmla="*/ 23161 w 46322"/>
                    <a:gd name="connsiteY12" fmla="*/ 6892 h 69822"/>
                    <a:gd name="connsiteX13" fmla="*/ 6892 w 46322"/>
                    <a:gd name="connsiteY13" fmla="*/ 19179 h 69822"/>
                    <a:gd name="connsiteX14" fmla="*/ 23161 w 46322"/>
                    <a:gd name="connsiteY14" fmla="*/ 31465 h 69822"/>
                    <a:gd name="connsiteX15" fmla="*/ 46323 w 46322"/>
                    <a:gd name="connsiteY15" fmla="*/ 50644 h 69822"/>
                    <a:gd name="connsiteX16" fmla="*/ 23161 w 46322"/>
                    <a:gd name="connsiteY16" fmla="*/ 69823 h 69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6322" h="69822">
                      <a:moveTo>
                        <a:pt x="23161" y="69823"/>
                      </a:moveTo>
                      <a:cubicBezTo>
                        <a:pt x="10394" y="69823"/>
                        <a:pt x="0" y="61208"/>
                        <a:pt x="0" y="50644"/>
                      </a:cubicBezTo>
                      <a:cubicBezTo>
                        <a:pt x="0" y="48752"/>
                        <a:pt x="1554" y="47198"/>
                        <a:pt x="3446" y="47198"/>
                      </a:cubicBezTo>
                      <a:cubicBezTo>
                        <a:pt x="5339" y="47198"/>
                        <a:pt x="6892" y="48752"/>
                        <a:pt x="6892" y="50644"/>
                      </a:cubicBezTo>
                      <a:cubicBezTo>
                        <a:pt x="6892" y="57423"/>
                        <a:pt x="14179" y="62931"/>
                        <a:pt x="23161" y="62931"/>
                      </a:cubicBezTo>
                      <a:cubicBezTo>
                        <a:pt x="32144" y="62931"/>
                        <a:pt x="39431" y="57423"/>
                        <a:pt x="39431" y="50644"/>
                      </a:cubicBezTo>
                      <a:cubicBezTo>
                        <a:pt x="39431" y="43865"/>
                        <a:pt x="32144" y="38357"/>
                        <a:pt x="23161" y="38357"/>
                      </a:cubicBezTo>
                      <a:cubicBezTo>
                        <a:pt x="10394" y="38357"/>
                        <a:pt x="0" y="29742"/>
                        <a:pt x="0" y="19179"/>
                      </a:cubicBezTo>
                      <a:cubicBezTo>
                        <a:pt x="0" y="8615"/>
                        <a:pt x="10394" y="0"/>
                        <a:pt x="23161" y="0"/>
                      </a:cubicBezTo>
                      <a:cubicBezTo>
                        <a:pt x="35928" y="0"/>
                        <a:pt x="46323" y="8615"/>
                        <a:pt x="46323" y="19179"/>
                      </a:cubicBezTo>
                      <a:cubicBezTo>
                        <a:pt x="46323" y="21071"/>
                        <a:pt x="44769" y="22625"/>
                        <a:pt x="42876" y="22625"/>
                      </a:cubicBezTo>
                      <a:cubicBezTo>
                        <a:pt x="40984" y="22625"/>
                        <a:pt x="39431" y="21071"/>
                        <a:pt x="39431" y="19179"/>
                      </a:cubicBezTo>
                      <a:cubicBezTo>
                        <a:pt x="39431" y="12400"/>
                        <a:pt x="32144" y="6892"/>
                        <a:pt x="23161" y="6892"/>
                      </a:cubicBezTo>
                      <a:cubicBezTo>
                        <a:pt x="14179" y="6892"/>
                        <a:pt x="6892" y="12400"/>
                        <a:pt x="6892" y="19179"/>
                      </a:cubicBezTo>
                      <a:cubicBezTo>
                        <a:pt x="6892" y="25958"/>
                        <a:pt x="14179" y="31465"/>
                        <a:pt x="23161" y="31465"/>
                      </a:cubicBezTo>
                      <a:cubicBezTo>
                        <a:pt x="35928" y="31465"/>
                        <a:pt x="46323" y="40080"/>
                        <a:pt x="46323" y="50644"/>
                      </a:cubicBezTo>
                      <a:cubicBezTo>
                        <a:pt x="46323" y="61208"/>
                        <a:pt x="35928" y="69823"/>
                        <a:pt x="23161" y="69823"/>
                      </a:cubicBezTo>
                      <a:close/>
                    </a:path>
                  </a:pathLst>
                </a:custGeom>
                <a:solidFill>
                  <a:srgbClr val="17A3A3"/>
                </a:solidFill>
                <a:ln w="2824" cap="flat">
                  <a:noFill/>
                  <a:prstDash val="solid"/>
                  <a:miter/>
                </a:ln>
              </p:spPr>
              <p:txBody>
                <a:bodyPr rtlCol="1" anchor="ctr"/>
                <a:lstStyle/>
                <a:p>
                  <a:endParaRPr lang="ar-SA"/>
                </a:p>
              </p:txBody>
            </p:sp>
            <p:sp>
              <p:nvSpPr>
                <p:cNvPr id="7372" name="شكل حر: شكل 8276">
                  <a:extLst>
                    <a:ext uri="{FF2B5EF4-FFF2-40B4-BE49-F238E27FC236}">
                      <a16:creationId xmlns:a16="http://schemas.microsoft.com/office/drawing/2014/main" id="{719FF71C-C2E2-FA4B-3BE4-106ECD6C05AC}"/>
                    </a:ext>
                  </a:extLst>
                </p:cNvPr>
                <p:cNvSpPr/>
                <p:nvPr/>
              </p:nvSpPr>
              <p:spPr>
                <a:xfrm>
                  <a:off x="8468449" y="1113775"/>
                  <a:ext cx="6891" cy="15252"/>
                </a:xfrm>
                <a:custGeom>
                  <a:avLst/>
                  <a:gdLst>
                    <a:gd name="connsiteX0" fmla="*/ 3446 w 6891"/>
                    <a:gd name="connsiteY0" fmla="*/ 15253 h 15252"/>
                    <a:gd name="connsiteX1" fmla="*/ 0 w 6891"/>
                    <a:gd name="connsiteY1" fmla="*/ 11807 h 15252"/>
                    <a:gd name="connsiteX2" fmla="*/ 0 w 6891"/>
                    <a:gd name="connsiteY2" fmla="*/ 3446 h 15252"/>
                    <a:gd name="connsiteX3" fmla="*/ 3446 w 6891"/>
                    <a:gd name="connsiteY3" fmla="*/ 0 h 15252"/>
                    <a:gd name="connsiteX4" fmla="*/ 6892 w 6891"/>
                    <a:gd name="connsiteY4" fmla="*/ 3446 h 15252"/>
                    <a:gd name="connsiteX5" fmla="*/ 6892 w 6891"/>
                    <a:gd name="connsiteY5" fmla="*/ 11807 h 15252"/>
                    <a:gd name="connsiteX6" fmla="*/ 3446 w 6891"/>
                    <a:gd name="connsiteY6" fmla="*/ 15253 h 15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15252">
                      <a:moveTo>
                        <a:pt x="3446" y="15253"/>
                      </a:moveTo>
                      <a:cubicBezTo>
                        <a:pt x="1554" y="15253"/>
                        <a:pt x="0" y="13699"/>
                        <a:pt x="0" y="11807"/>
                      </a:cubicBezTo>
                      <a:lnTo>
                        <a:pt x="0" y="3446"/>
                      </a:lnTo>
                      <a:cubicBezTo>
                        <a:pt x="0" y="1553"/>
                        <a:pt x="1554" y="0"/>
                        <a:pt x="3446" y="0"/>
                      </a:cubicBezTo>
                      <a:cubicBezTo>
                        <a:pt x="5339" y="0"/>
                        <a:pt x="6892" y="1553"/>
                        <a:pt x="6892" y="3446"/>
                      </a:cubicBezTo>
                      <a:lnTo>
                        <a:pt x="6892" y="11807"/>
                      </a:lnTo>
                      <a:cubicBezTo>
                        <a:pt x="6892" y="13699"/>
                        <a:pt x="5339" y="15253"/>
                        <a:pt x="3446" y="15253"/>
                      </a:cubicBezTo>
                      <a:close/>
                    </a:path>
                  </a:pathLst>
                </a:custGeom>
                <a:solidFill>
                  <a:srgbClr val="17A3A3"/>
                </a:solidFill>
                <a:ln w="2824" cap="flat">
                  <a:noFill/>
                  <a:prstDash val="solid"/>
                  <a:miter/>
                </a:ln>
              </p:spPr>
              <p:txBody>
                <a:bodyPr rtlCol="1" anchor="ctr"/>
                <a:lstStyle/>
                <a:p>
                  <a:endParaRPr lang="ar-SA"/>
                </a:p>
              </p:txBody>
            </p:sp>
            <p:sp>
              <p:nvSpPr>
                <p:cNvPr id="7373" name="شكل حر: شكل 8277">
                  <a:extLst>
                    <a:ext uri="{FF2B5EF4-FFF2-40B4-BE49-F238E27FC236}">
                      <a16:creationId xmlns:a16="http://schemas.microsoft.com/office/drawing/2014/main" id="{E10A4AD4-63D5-4ADC-800C-534A7A340967}"/>
                    </a:ext>
                  </a:extLst>
                </p:cNvPr>
                <p:cNvSpPr/>
                <p:nvPr/>
              </p:nvSpPr>
              <p:spPr>
                <a:xfrm>
                  <a:off x="8468449" y="1185095"/>
                  <a:ext cx="6891" cy="15252"/>
                </a:xfrm>
                <a:custGeom>
                  <a:avLst/>
                  <a:gdLst>
                    <a:gd name="connsiteX0" fmla="*/ 3446 w 6891"/>
                    <a:gd name="connsiteY0" fmla="*/ 15253 h 15252"/>
                    <a:gd name="connsiteX1" fmla="*/ 0 w 6891"/>
                    <a:gd name="connsiteY1" fmla="*/ 11807 h 15252"/>
                    <a:gd name="connsiteX2" fmla="*/ 0 w 6891"/>
                    <a:gd name="connsiteY2" fmla="*/ 3446 h 15252"/>
                    <a:gd name="connsiteX3" fmla="*/ 3446 w 6891"/>
                    <a:gd name="connsiteY3" fmla="*/ 0 h 15252"/>
                    <a:gd name="connsiteX4" fmla="*/ 6892 w 6891"/>
                    <a:gd name="connsiteY4" fmla="*/ 3446 h 15252"/>
                    <a:gd name="connsiteX5" fmla="*/ 6892 w 6891"/>
                    <a:gd name="connsiteY5" fmla="*/ 11807 h 15252"/>
                    <a:gd name="connsiteX6" fmla="*/ 3446 w 6891"/>
                    <a:gd name="connsiteY6" fmla="*/ 15253 h 15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15252">
                      <a:moveTo>
                        <a:pt x="3446" y="15253"/>
                      </a:moveTo>
                      <a:cubicBezTo>
                        <a:pt x="1554" y="15253"/>
                        <a:pt x="0" y="13699"/>
                        <a:pt x="0" y="11807"/>
                      </a:cubicBezTo>
                      <a:lnTo>
                        <a:pt x="0" y="3446"/>
                      </a:lnTo>
                      <a:cubicBezTo>
                        <a:pt x="0" y="1553"/>
                        <a:pt x="1554" y="0"/>
                        <a:pt x="3446" y="0"/>
                      </a:cubicBezTo>
                      <a:cubicBezTo>
                        <a:pt x="5339" y="0"/>
                        <a:pt x="6892" y="1553"/>
                        <a:pt x="6892" y="3446"/>
                      </a:cubicBezTo>
                      <a:lnTo>
                        <a:pt x="6892" y="11807"/>
                      </a:lnTo>
                      <a:cubicBezTo>
                        <a:pt x="6892" y="13699"/>
                        <a:pt x="5339" y="15253"/>
                        <a:pt x="3446" y="15253"/>
                      </a:cubicBezTo>
                      <a:close/>
                    </a:path>
                  </a:pathLst>
                </a:custGeom>
                <a:solidFill>
                  <a:srgbClr val="17A3A3"/>
                </a:solidFill>
                <a:ln w="2824" cap="flat">
                  <a:noFill/>
                  <a:prstDash val="solid"/>
                  <a:miter/>
                </a:ln>
              </p:spPr>
              <p:txBody>
                <a:bodyPr rtlCol="1" anchor="ctr"/>
                <a:lstStyle/>
                <a:p>
                  <a:endParaRPr lang="ar-SA"/>
                </a:p>
              </p:txBody>
            </p:sp>
          </p:grpSp>
        </p:grpSp>
      </p:grpSp>
      <p:grpSp>
        <p:nvGrpSpPr>
          <p:cNvPr id="7380" name="رسم 8014">
            <a:extLst>
              <a:ext uri="{FF2B5EF4-FFF2-40B4-BE49-F238E27FC236}">
                <a16:creationId xmlns:a16="http://schemas.microsoft.com/office/drawing/2014/main" id="{0BCBF657-1ED3-FAB4-7EC9-7CFA0BA1B265}"/>
              </a:ext>
            </a:extLst>
          </p:cNvPr>
          <p:cNvGrpSpPr/>
          <p:nvPr/>
        </p:nvGrpSpPr>
        <p:grpSpPr>
          <a:xfrm>
            <a:off x="3341233" y="1498167"/>
            <a:ext cx="227088" cy="215237"/>
            <a:chOff x="3075203" y="85386"/>
            <a:chExt cx="271438" cy="273077"/>
          </a:xfrm>
        </p:grpSpPr>
        <p:grpSp>
          <p:nvGrpSpPr>
            <p:cNvPr id="7381" name="رسم 8014">
              <a:extLst>
                <a:ext uri="{FF2B5EF4-FFF2-40B4-BE49-F238E27FC236}">
                  <a16:creationId xmlns:a16="http://schemas.microsoft.com/office/drawing/2014/main" id="{0D37D5CC-AE2C-6D99-6406-585614EAD6B0}"/>
                </a:ext>
              </a:extLst>
            </p:cNvPr>
            <p:cNvGrpSpPr/>
            <p:nvPr/>
          </p:nvGrpSpPr>
          <p:grpSpPr>
            <a:xfrm>
              <a:off x="3075203" y="85386"/>
              <a:ext cx="271438" cy="164642"/>
              <a:chOff x="3075203" y="85386"/>
              <a:chExt cx="271438" cy="164642"/>
            </a:xfrm>
            <a:solidFill>
              <a:srgbClr val="01355A"/>
            </a:solidFill>
          </p:grpSpPr>
          <p:sp>
            <p:nvSpPr>
              <p:cNvPr id="7390" name="شكل حر: شكل 8280">
                <a:extLst>
                  <a:ext uri="{FF2B5EF4-FFF2-40B4-BE49-F238E27FC236}">
                    <a16:creationId xmlns:a16="http://schemas.microsoft.com/office/drawing/2014/main" id="{86CBC221-CCDC-DFFB-33D7-1AA137D1D315}"/>
                  </a:ext>
                </a:extLst>
              </p:cNvPr>
              <p:cNvSpPr/>
              <p:nvPr/>
            </p:nvSpPr>
            <p:spPr>
              <a:xfrm>
                <a:off x="3075203" y="85386"/>
                <a:ext cx="271438" cy="164642"/>
              </a:xfrm>
              <a:custGeom>
                <a:avLst/>
                <a:gdLst>
                  <a:gd name="connsiteX0" fmla="*/ 252656 w 271438"/>
                  <a:gd name="connsiteY0" fmla="*/ 164643 h 164642"/>
                  <a:gd name="connsiteX1" fmla="*/ 234776 w 271438"/>
                  <a:gd name="connsiteY1" fmla="*/ 164643 h 164642"/>
                  <a:gd name="connsiteX2" fmla="*/ 231330 w 271438"/>
                  <a:gd name="connsiteY2" fmla="*/ 161197 h 164642"/>
                  <a:gd name="connsiteX3" fmla="*/ 234776 w 271438"/>
                  <a:gd name="connsiteY3" fmla="*/ 157751 h 164642"/>
                  <a:gd name="connsiteX4" fmla="*/ 252656 w 271438"/>
                  <a:gd name="connsiteY4" fmla="*/ 157751 h 164642"/>
                  <a:gd name="connsiteX5" fmla="*/ 264547 w 271438"/>
                  <a:gd name="connsiteY5" fmla="*/ 145831 h 164642"/>
                  <a:gd name="connsiteX6" fmla="*/ 264547 w 271438"/>
                  <a:gd name="connsiteY6" fmla="*/ 18783 h 164642"/>
                  <a:gd name="connsiteX7" fmla="*/ 252656 w 271438"/>
                  <a:gd name="connsiteY7" fmla="*/ 6892 h 164642"/>
                  <a:gd name="connsiteX8" fmla="*/ 18783 w 271438"/>
                  <a:gd name="connsiteY8" fmla="*/ 6892 h 164642"/>
                  <a:gd name="connsiteX9" fmla="*/ 6892 w 271438"/>
                  <a:gd name="connsiteY9" fmla="*/ 18783 h 164642"/>
                  <a:gd name="connsiteX10" fmla="*/ 6892 w 271438"/>
                  <a:gd name="connsiteY10" fmla="*/ 145831 h 164642"/>
                  <a:gd name="connsiteX11" fmla="*/ 18783 w 271438"/>
                  <a:gd name="connsiteY11" fmla="*/ 157751 h 164642"/>
                  <a:gd name="connsiteX12" fmla="*/ 36663 w 271438"/>
                  <a:gd name="connsiteY12" fmla="*/ 157751 h 164642"/>
                  <a:gd name="connsiteX13" fmla="*/ 40108 w 271438"/>
                  <a:gd name="connsiteY13" fmla="*/ 161197 h 164642"/>
                  <a:gd name="connsiteX14" fmla="*/ 36663 w 271438"/>
                  <a:gd name="connsiteY14" fmla="*/ 164643 h 164642"/>
                  <a:gd name="connsiteX15" fmla="*/ 18783 w 271438"/>
                  <a:gd name="connsiteY15" fmla="*/ 164643 h 164642"/>
                  <a:gd name="connsiteX16" fmla="*/ 0 w 271438"/>
                  <a:gd name="connsiteY16" fmla="*/ 145831 h 164642"/>
                  <a:gd name="connsiteX17" fmla="*/ 0 w 271438"/>
                  <a:gd name="connsiteY17" fmla="*/ 18783 h 164642"/>
                  <a:gd name="connsiteX18" fmla="*/ 18783 w 271438"/>
                  <a:gd name="connsiteY18" fmla="*/ 0 h 164642"/>
                  <a:gd name="connsiteX19" fmla="*/ 252656 w 271438"/>
                  <a:gd name="connsiteY19" fmla="*/ 0 h 164642"/>
                  <a:gd name="connsiteX20" fmla="*/ 271439 w 271438"/>
                  <a:gd name="connsiteY20" fmla="*/ 18783 h 164642"/>
                  <a:gd name="connsiteX21" fmla="*/ 271439 w 271438"/>
                  <a:gd name="connsiteY21" fmla="*/ 145831 h 164642"/>
                  <a:gd name="connsiteX22" fmla="*/ 252656 w 271438"/>
                  <a:gd name="connsiteY22" fmla="*/ 164643 h 164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1438" h="164642">
                    <a:moveTo>
                      <a:pt x="252656" y="164643"/>
                    </a:moveTo>
                    <a:lnTo>
                      <a:pt x="234776" y="164643"/>
                    </a:lnTo>
                    <a:cubicBezTo>
                      <a:pt x="232884" y="164643"/>
                      <a:pt x="231330" y="163089"/>
                      <a:pt x="231330" y="161197"/>
                    </a:cubicBezTo>
                    <a:cubicBezTo>
                      <a:pt x="231330" y="159304"/>
                      <a:pt x="232884" y="157751"/>
                      <a:pt x="234776" y="157751"/>
                    </a:cubicBezTo>
                    <a:lnTo>
                      <a:pt x="252656" y="157751"/>
                    </a:lnTo>
                    <a:cubicBezTo>
                      <a:pt x="259209" y="157751"/>
                      <a:pt x="264547" y="152413"/>
                      <a:pt x="264547" y="145831"/>
                    </a:cubicBezTo>
                    <a:lnTo>
                      <a:pt x="264547" y="18783"/>
                    </a:lnTo>
                    <a:cubicBezTo>
                      <a:pt x="264547" y="12230"/>
                      <a:pt x="259209" y="6892"/>
                      <a:pt x="252656" y="6892"/>
                    </a:cubicBezTo>
                    <a:lnTo>
                      <a:pt x="18783" y="6892"/>
                    </a:lnTo>
                    <a:cubicBezTo>
                      <a:pt x="12230" y="6892"/>
                      <a:pt x="6892" y="12230"/>
                      <a:pt x="6892" y="18783"/>
                    </a:cubicBezTo>
                    <a:lnTo>
                      <a:pt x="6892" y="145831"/>
                    </a:lnTo>
                    <a:cubicBezTo>
                      <a:pt x="6892" y="152413"/>
                      <a:pt x="12230" y="157751"/>
                      <a:pt x="18783" y="157751"/>
                    </a:cubicBezTo>
                    <a:lnTo>
                      <a:pt x="36663" y="157751"/>
                    </a:lnTo>
                    <a:cubicBezTo>
                      <a:pt x="38555" y="157751"/>
                      <a:pt x="40108" y="159304"/>
                      <a:pt x="40108" y="161197"/>
                    </a:cubicBezTo>
                    <a:cubicBezTo>
                      <a:pt x="40108" y="163089"/>
                      <a:pt x="38555" y="164643"/>
                      <a:pt x="36663" y="164643"/>
                    </a:cubicBezTo>
                    <a:lnTo>
                      <a:pt x="18783" y="164643"/>
                    </a:lnTo>
                    <a:cubicBezTo>
                      <a:pt x="8417" y="164643"/>
                      <a:pt x="0" y="156197"/>
                      <a:pt x="0" y="145831"/>
                    </a:cubicBezTo>
                    <a:lnTo>
                      <a:pt x="0" y="18783"/>
                    </a:lnTo>
                    <a:cubicBezTo>
                      <a:pt x="0" y="8417"/>
                      <a:pt x="8417" y="0"/>
                      <a:pt x="18783" y="0"/>
                    </a:cubicBezTo>
                    <a:lnTo>
                      <a:pt x="252656" y="0"/>
                    </a:lnTo>
                    <a:cubicBezTo>
                      <a:pt x="263022" y="0"/>
                      <a:pt x="271439" y="8417"/>
                      <a:pt x="271439" y="18783"/>
                    </a:cubicBezTo>
                    <a:lnTo>
                      <a:pt x="271439" y="145831"/>
                    </a:lnTo>
                    <a:cubicBezTo>
                      <a:pt x="271439" y="156197"/>
                      <a:pt x="263022" y="164643"/>
                      <a:pt x="252656" y="164643"/>
                    </a:cubicBezTo>
                    <a:close/>
                  </a:path>
                </a:pathLst>
              </a:custGeom>
              <a:solidFill>
                <a:srgbClr val="01355A"/>
              </a:solidFill>
              <a:ln w="2824" cap="flat">
                <a:noFill/>
                <a:prstDash val="solid"/>
                <a:miter/>
              </a:ln>
            </p:spPr>
            <p:txBody>
              <a:bodyPr rtlCol="1" anchor="ctr"/>
              <a:lstStyle/>
              <a:p>
                <a:endParaRPr lang="ar-SA"/>
              </a:p>
            </p:txBody>
          </p:sp>
          <p:sp>
            <p:nvSpPr>
              <p:cNvPr id="7391" name="شكل حر: شكل 8281">
                <a:extLst>
                  <a:ext uri="{FF2B5EF4-FFF2-40B4-BE49-F238E27FC236}">
                    <a16:creationId xmlns:a16="http://schemas.microsoft.com/office/drawing/2014/main" id="{2F0FD179-8D85-0D65-438F-AD81B5326629}"/>
                  </a:ext>
                </a:extLst>
              </p:cNvPr>
              <p:cNvSpPr/>
              <p:nvPr/>
            </p:nvSpPr>
            <p:spPr>
              <a:xfrm>
                <a:off x="3106301" y="128375"/>
                <a:ext cx="209214" cy="38752"/>
              </a:xfrm>
              <a:custGeom>
                <a:avLst/>
                <a:gdLst>
                  <a:gd name="connsiteX0" fmla="*/ 205768 w 209214"/>
                  <a:gd name="connsiteY0" fmla="*/ 38753 h 38752"/>
                  <a:gd name="connsiteX1" fmla="*/ 202322 w 209214"/>
                  <a:gd name="connsiteY1" fmla="*/ 35307 h 38752"/>
                  <a:gd name="connsiteX2" fmla="*/ 172269 w 209214"/>
                  <a:gd name="connsiteY2" fmla="*/ 6892 h 38752"/>
                  <a:gd name="connsiteX3" fmla="*/ 36945 w 209214"/>
                  <a:gd name="connsiteY3" fmla="*/ 6892 h 38752"/>
                  <a:gd name="connsiteX4" fmla="*/ 15648 w 209214"/>
                  <a:gd name="connsiteY4" fmla="*/ 15309 h 38752"/>
                  <a:gd name="connsiteX5" fmla="*/ 6892 w 209214"/>
                  <a:gd name="connsiteY5" fmla="*/ 35307 h 38752"/>
                  <a:gd name="connsiteX6" fmla="*/ 3446 w 209214"/>
                  <a:gd name="connsiteY6" fmla="*/ 38753 h 38752"/>
                  <a:gd name="connsiteX7" fmla="*/ 0 w 209214"/>
                  <a:gd name="connsiteY7" fmla="*/ 35307 h 38752"/>
                  <a:gd name="connsiteX8" fmla="*/ 10903 w 209214"/>
                  <a:gd name="connsiteY8" fmla="*/ 10310 h 38752"/>
                  <a:gd name="connsiteX9" fmla="*/ 36945 w 209214"/>
                  <a:gd name="connsiteY9" fmla="*/ 0 h 38752"/>
                  <a:gd name="connsiteX10" fmla="*/ 172269 w 209214"/>
                  <a:gd name="connsiteY10" fmla="*/ 0 h 38752"/>
                  <a:gd name="connsiteX11" fmla="*/ 209214 w 209214"/>
                  <a:gd name="connsiteY11" fmla="*/ 35279 h 38752"/>
                  <a:gd name="connsiteX12" fmla="*/ 205768 w 209214"/>
                  <a:gd name="connsiteY12" fmla="*/ 38725 h 38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9214" h="38752">
                    <a:moveTo>
                      <a:pt x="205768" y="38753"/>
                    </a:moveTo>
                    <a:cubicBezTo>
                      <a:pt x="203876" y="38753"/>
                      <a:pt x="202322" y="37199"/>
                      <a:pt x="202322" y="35307"/>
                    </a:cubicBezTo>
                    <a:cubicBezTo>
                      <a:pt x="202322" y="19659"/>
                      <a:pt x="188849" y="6892"/>
                      <a:pt x="172269" y="6892"/>
                    </a:cubicBezTo>
                    <a:lnTo>
                      <a:pt x="36945" y="6892"/>
                    </a:lnTo>
                    <a:cubicBezTo>
                      <a:pt x="28923" y="6892"/>
                      <a:pt x="21382" y="9886"/>
                      <a:pt x="15648" y="15309"/>
                    </a:cubicBezTo>
                    <a:cubicBezTo>
                      <a:pt x="9999" y="20704"/>
                      <a:pt x="6892" y="27794"/>
                      <a:pt x="6892" y="35307"/>
                    </a:cubicBezTo>
                    <a:cubicBezTo>
                      <a:pt x="6892" y="37199"/>
                      <a:pt x="5338" y="38753"/>
                      <a:pt x="3446" y="38753"/>
                    </a:cubicBezTo>
                    <a:cubicBezTo>
                      <a:pt x="1553" y="38753"/>
                      <a:pt x="0" y="37199"/>
                      <a:pt x="0" y="35307"/>
                    </a:cubicBezTo>
                    <a:cubicBezTo>
                      <a:pt x="0" y="25901"/>
                      <a:pt x="3870" y="17032"/>
                      <a:pt x="10903" y="10310"/>
                    </a:cubicBezTo>
                    <a:cubicBezTo>
                      <a:pt x="17936" y="3672"/>
                      <a:pt x="27172" y="0"/>
                      <a:pt x="36945" y="0"/>
                    </a:cubicBezTo>
                    <a:lnTo>
                      <a:pt x="172269" y="0"/>
                    </a:lnTo>
                    <a:cubicBezTo>
                      <a:pt x="192634" y="0"/>
                      <a:pt x="209214" y="15846"/>
                      <a:pt x="209214" y="35279"/>
                    </a:cubicBezTo>
                    <a:cubicBezTo>
                      <a:pt x="209214" y="37171"/>
                      <a:pt x="207661" y="38725"/>
                      <a:pt x="205768" y="38725"/>
                    </a:cubicBezTo>
                    <a:close/>
                  </a:path>
                </a:pathLst>
              </a:custGeom>
              <a:solidFill>
                <a:srgbClr val="01355A"/>
              </a:solidFill>
              <a:ln w="2824" cap="flat">
                <a:noFill/>
                <a:prstDash val="solid"/>
                <a:miter/>
              </a:ln>
            </p:spPr>
            <p:txBody>
              <a:bodyPr rtlCol="1" anchor="ctr"/>
              <a:lstStyle/>
              <a:p>
                <a:endParaRPr lang="ar-SA"/>
              </a:p>
            </p:txBody>
          </p:sp>
        </p:grpSp>
        <p:grpSp>
          <p:nvGrpSpPr>
            <p:cNvPr id="7382" name="رسم 8014">
              <a:extLst>
                <a:ext uri="{FF2B5EF4-FFF2-40B4-BE49-F238E27FC236}">
                  <a16:creationId xmlns:a16="http://schemas.microsoft.com/office/drawing/2014/main" id="{5631AA1A-8C73-48FF-86DD-77F3F466D9B1}"/>
                </a:ext>
              </a:extLst>
            </p:cNvPr>
            <p:cNvGrpSpPr/>
            <p:nvPr/>
          </p:nvGrpSpPr>
          <p:grpSpPr>
            <a:xfrm>
              <a:off x="3131412" y="158513"/>
              <a:ext cx="159050" cy="199949"/>
              <a:chOff x="3131412" y="158513"/>
              <a:chExt cx="159050" cy="199949"/>
            </a:xfrm>
            <a:solidFill>
              <a:srgbClr val="17A3A3"/>
            </a:solidFill>
          </p:grpSpPr>
          <p:sp>
            <p:nvSpPr>
              <p:cNvPr id="7383" name="شكل حر: شكل 8283">
                <a:extLst>
                  <a:ext uri="{FF2B5EF4-FFF2-40B4-BE49-F238E27FC236}">
                    <a16:creationId xmlns:a16="http://schemas.microsoft.com/office/drawing/2014/main" id="{02C6BB65-DE89-3906-A231-9CB473ECA150}"/>
                  </a:ext>
                </a:extLst>
              </p:cNvPr>
              <p:cNvSpPr/>
              <p:nvPr/>
            </p:nvSpPr>
            <p:spPr>
              <a:xfrm>
                <a:off x="3131412" y="158513"/>
                <a:ext cx="159050" cy="199921"/>
              </a:xfrm>
              <a:custGeom>
                <a:avLst/>
                <a:gdLst>
                  <a:gd name="connsiteX0" fmla="*/ 127839 w 159050"/>
                  <a:gd name="connsiteY0" fmla="*/ 199921 h 199921"/>
                  <a:gd name="connsiteX1" fmla="*/ 30929 w 159050"/>
                  <a:gd name="connsiteY1" fmla="*/ 199921 h 199921"/>
                  <a:gd name="connsiteX2" fmla="*/ 0 w 159050"/>
                  <a:gd name="connsiteY2" fmla="*/ 168767 h 199921"/>
                  <a:gd name="connsiteX3" fmla="*/ 0 w 159050"/>
                  <a:gd name="connsiteY3" fmla="*/ 3446 h 199921"/>
                  <a:gd name="connsiteX4" fmla="*/ 3446 w 159050"/>
                  <a:gd name="connsiteY4" fmla="*/ 0 h 199921"/>
                  <a:gd name="connsiteX5" fmla="*/ 6892 w 159050"/>
                  <a:gd name="connsiteY5" fmla="*/ 3446 h 199921"/>
                  <a:gd name="connsiteX6" fmla="*/ 6892 w 159050"/>
                  <a:gd name="connsiteY6" fmla="*/ 168767 h 199921"/>
                  <a:gd name="connsiteX7" fmla="*/ 30985 w 159050"/>
                  <a:gd name="connsiteY7" fmla="*/ 193030 h 199921"/>
                  <a:gd name="connsiteX8" fmla="*/ 127867 w 159050"/>
                  <a:gd name="connsiteY8" fmla="*/ 193030 h 199921"/>
                  <a:gd name="connsiteX9" fmla="*/ 152158 w 159050"/>
                  <a:gd name="connsiteY9" fmla="*/ 168767 h 199921"/>
                  <a:gd name="connsiteX10" fmla="*/ 152158 w 159050"/>
                  <a:gd name="connsiteY10" fmla="*/ 3446 h 199921"/>
                  <a:gd name="connsiteX11" fmla="*/ 155604 w 159050"/>
                  <a:gd name="connsiteY11" fmla="*/ 0 h 199921"/>
                  <a:gd name="connsiteX12" fmla="*/ 159050 w 159050"/>
                  <a:gd name="connsiteY12" fmla="*/ 3446 h 199921"/>
                  <a:gd name="connsiteX13" fmla="*/ 159050 w 159050"/>
                  <a:gd name="connsiteY13" fmla="*/ 168767 h 199921"/>
                  <a:gd name="connsiteX14" fmla="*/ 127867 w 159050"/>
                  <a:gd name="connsiteY14" fmla="*/ 199921 h 199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9050" h="199921">
                    <a:moveTo>
                      <a:pt x="127839" y="199921"/>
                    </a:moveTo>
                    <a:lnTo>
                      <a:pt x="30929" y="199921"/>
                    </a:lnTo>
                    <a:cubicBezTo>
                      <a:pt x="13840" y="199752"/>
                      <a:pt x="0" y="185770"/>
                      <a:pt x="0" y="168767"/>
                    </a:cubicBezTo>
                    <a:lnTo>
                      <a:pt x="0" y="3446"/>
                    </a:lnTo>
                    <a:cubicBezTo>
                      <a:pt x="0" y="1553"/>
                      <a:pt x="1553" y="0"/>
                      <a:pt x="3446" y="0"/>
                    </a:cubicBezTo>
                    <a:cubicBezTo>
                      <a:pt x="5338" y="0"/>
                      <a:pt x="6892" y="1553"/>
                      <a:pt x="6892" y="3446"/>
                    </a:cubicBezTo>
                    <a:lnTo>
                      <a:pt x="6892" y="168767"/>
                    </a:lnTo>
                    <a:cubicBezTo>
                      <a:pt x="6892" y="182014"/>
                      <a:pt x="17710" y="192917"/>
                      <a:pt x="30985" y="193030"/>
                    </a:cubicBezTo>
                    <a:lnTo>
                      <a:pt x="127867" y="193030"/>
                    </a:lnTo>
                    <a:cubicBezTo>
                      <a:pt x="141256" y="193030"/>
                      <a:pt x="152158" y="182155"/>
                      <a:pt x="152158" y="168767"/>
                    </a:cubicBezTo>
                    <a:lnTo>
                      <a:pt x="152158" y="3446"/>
                    </a:lnTo>
                    <a:cubicBezTo>
                      <a:pt x="152158" y="1553"/>
                      <a:pt x="153712" y="0"/>
                      <a:pt x="155604" y="0"/>
                    </a:cubicBezTo>
                    <a:cubicBezTo>
                      <a:pt x="157497" y="0"/>
                      <a:pt x="159050" y="1553"/>
                      <a:pt x="159050" y="3446"/>
                    </a:cubicBezTo>
                    <a:lnTo>
                      <a:pt x="159050" y="168767"/>
                    </a:lnTo>
                    <a:cubicBezTo>
                      <a:pt x="159050" y="185940"/>
                      <a:pt x="145069" y="199921"/>
                      <a:pt x="127867" y="199921"/>
                    </a:cubicBezTo>
                    <a:close/>
                  </a:path>
                </a:pathLst>
              </a:custGeom>
              <a:solidFill>
                <a:srgbClr val="17A3A3"/>
              </a:solidFill>
              <a:ln w="2824" cap="flat">
                <a:noFill/>
                <a:prstDash val="solid"/>
                <a:miter/>
              </a:ln>
            </p:spPr>
            <p:txBody>
              <a:bodyPr rtlCol="1" anchor="ctr"/>
              <a:lstStyle/>
              <a:p>
                <a:endParaRPr lang="ar-SA"/>
              </a:p>
            </p:txBody>
          </p:sp>
          <p:sp>
            <p:nvSpPr>
              <p:cNvPr id="7384" name="شكل حر: شكل 8284">
                <a:extLst>
                  <a:ext uri="{FF2B5EF4-FFF2-40B4-BE49-F238E27FC236}">
                    <a16:creationId xmlns:a16="http://schemas.microsoft.com/office/drawing/2014/main" id="{5DDC37BB-847A-845D-E080-992DEA78E609}"/>
                  </a:ext>
                </a:extLst>
              </p:cNvPr>
              <p:cNvSpPr/>
              <p:nvPr/>
            </p:nvSpPr>
            <p:spPr>
              <a:xfrm>
                <a:off x="3158895" y="158513"/>
                <a:ext cx="6891" cy="199949"/>
              </a:xfrm>
              <a:custGeom>
                <a:avLst/>
                <a:gdLst>
                  <a:gd name="connsiteX0" fmla="*/ 3446 w 6891"/>
                  <a:gd name="connsiteY0" fmla="*/ 199921 h 199949"/>
                  <a:gd name="connsiteX1" fmla="*/ 0 w 6891"/>
                  <a:gd name="connsiteY1" fmla="*/ 196475 h 199949"/>
                  <a:gd name="connsiteX2" fmla="*/ 0 w 6891"/>
                  <a:gd name="connsiteY2" fmla="*/ 3446 h 199949"/>
                  <a:gd name="connsiteX3" fmla="*/ 3446 w 6891"/>
                  <a:gd name="connsiteY3" fmla="*/ 0 h 199949"/>
                  <a:gd name="connsiteX4" fmla="*/ 6892 w 6891"/>
                  <a:gd name="connsiteY4" fmla="*/ 3446 h 199949"/>
                  <a:gd name="connsiteX5" fmla="*/ 6892 w 6891"/>
                  <a:gd name="connsiteY5" fmla="*/ 196504 h 199949"/>
                  <a:gd name="connsiteX6" fmla="*/ 3446 w 6891"/>
                  <a:gd name="connsiteY6" fmla="*/ 199950 h 199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199949">
                    <a:moveTo>
                      <a:pt x="3446" y="199921"/>
                    </a:moveTo>
                    <a:cubicBezTo>
                      <a:pt x="1553" y="199921"/>
                      <a:pt x="0" y="198368"/>
                      <a:pt x="0" y="196475"/>
                    </a:cubicBezTo>
                    <a:lnTo>
                      <a:pt x="0" y="3446"/>
                    </a:lnTo>
                    <a:cubicBezTo>
                      <a:pt x="0" y="1553"/>
                      <a:pt x="1553" y="0"/>
                      <a:pt x="3446" y="0"/>
                    </a:cubicBezTo>
                    <a:cubicBezTo>
                      <a:pt x="5338" y="0"/>
                      <a:pt x="6892" y="1553"/>
                      <a:pt x="6892" y="3446"/>
                    </a:cubicBezTo>
                    <a:lnTo>
                      <a:pt x="6892" y="196504"/>
                    </a:lnTo>
                    <a:cubicBezTo>
                      <a:pt x="6892" y="198396"/>
                      <a:pt x="5338" y="199950"/>
                      <a:pt x="3446" y="199950"/>
                    </a:cubicBezTo>
                    <a:close/>
                  </a:path>
                </a:pathLst>
              </a:custGeom>
              <a:solidFill>
                <a:srgbClr val="17A3A3"/>
              </a:solidFill>
              <a:ln w="2824" cap="flat">
                <a:noFill/>
                <a:prstDash val="solid"/>
                <a:miter/>
              </a:ln>
            </p:spPr>
            <p:txBody>
              <a:bodyPr rtlCol="1" anchor="ctr"/>
              <a:lstStyle/>
              <a:p>
                <a:endParaRPr lang="ar-SA"/>
              </a:p>
            </p:txBody>
          </p:sp>
          <p:sp>
            <p:nvSpPr>
              <p:cNvPr id="7385" name="شكل حر: شكل 8285">
                <a:extLst>
                  <a:ext uri="{FF2B5EF4-FFF2-40B4-BE49-F238E27FC236}">
                    <a16:creationId xmlns:a16="http://schemas.microsoft.com/office/drawing/2014/main" id="{5A126263-310A-7FDF-C919-DB9D88BE710C}"/>
                  </a:ext>
                </a:extLst>
              </p:cNvPr>
              <p:cNvSpPr/>
              <p:nvPr/>
            </p:nvSpPr>
            <p:spPr>
              <a:xfrm>
                <a:off x="3186377" y="158513"/>
                <a:ext cx="6891" cy="199949"/>
              </a:xfrm>
              <a:custGeom>
                <a:avLst/>
                <a:gdLst>
                  <a:gd name="connsiteX0" fmla="*/ 3446 w 6891"/>
                  <a:gd name="connsiteY0" fmla="*/ 199921 h 199949"/>
                  <a:gd name="connsiteX1" fmla="*/ 0 w 6891"/>
                  <a:gd name="connsiteY1" fmla="*/ 196475 h 199949"/>
                  <a:gd name="connsiteX2" fmla="*/ 0 w 6891"/>
                  <a:gd name="connsiteY2" fmla="*/ 3446 h 199949"/>
                  <a:gd name="connsiteX3" fmla="*/ 3446 w 6891"/>
                  <a:gd name="connsiteY3" fmla="*/ 0 h 199949"/>
                  <a:gd name="connsiteX4" fmla="*/ 6892 w 6891"/>
                  <a:gd name="connsiteY4" fmla="*/ 3446 h 199949"/>
                  <a:gd name="connsiteX5" fmla="*/ 6892 w 6891"/>
                  <a:gd name="connsiteY5" fmla="*/ 196504 h 199949"/>
                  <a:gd name="connsiteX6" fmla="*/ 3446 w 6891"/>
                  <a:gd name="connsiteY6" fmla="*/ 199950 h 199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199949">
                    <a:moveTo>
                      <a:pt x="3446" y="199921"/>
                    </a:moveTo>
                    <a:cubicBezTo>
                      <a:pt x="1553" y="199921"/>
                      <a:pt x="0" y="198368"/>
                      <a:pt x="0" y="196475"/>
                    </a:cubicBezTo>
                    <a:lnTo>
                      <a:pt x="0" y="3446"/>
                    </a:lnTo>
                    <a:cubicBezTo>
                      <a:pt x="0" y="1553"/>
                      <a:pt x="1553" y="0"/>
                      <a:pt x="3446" y="0"/>
                    </a:cubicBezTo>
                    <a:cubicBezTo>
                      <a:pt x="5338" y="0"/>
                      <a:pt x="6892" y="1553"/>
                      <a:pt x="6892" y="3446"/>
                    </a:cubicBezTo>
                    <a:lnTo>
                      <a:pt x="6892" y="196504"/>
                    </a:lnTo>
                    <a:cubicBezTo>
                      <a:pt x="6892" y="198396"/>
                      <a:pt x="5338" y="199950"/>
                      <a:pt x="3446" y="199950"/>
                    </a:cubicBezTo>
                    <a:close/>
                  </a:path>
                </a:pathLst>
              </a:custGeom>
              <a:solidFill>
                <a:srgbClr val="17A3A3"/>
              </a:solidFill>
              <a:ln w="2824" cap="flat">
                <a:noFill/>
                <a:prstDash val="solid"/>
                <a:miter/>
              </a:ln>
            </p:spPr>
            <p:txBody>
              <a:bodyPr rtlCol="1" anchor="ctr"/>
              <a:lstStyle/>
              <a:p>
                <a:endParaRPr lang="ar-SA"/>
              </a:p>
            </p:txBody>
          </p:sp>
          <p:grpSp>
            <p:nvGrpSpPr>
              <p:cNvPr id="7386" name="رسم 8014">
                <a:extLst>
                  <a:ext uri="{FF2B5EF4-FFF2-40B4-BE49-F238E27FC236}">
                    <a16:creationId xmlns:a16="http://schemas.microsoft.com/office/drawing/2014/main" id="{385B2DAA-FD5E-0CF5-E8EA-389BBE50C4BF}"/>
                  </a:ext>
                </a:extLst>
              </p:cNvPr>
              <p:cNvGrpSpPr/>
              <p:nvPr/>
            </p:nvGrpSpPr>
            <p:grpSpPr>
              <a:xfrm>
                <a:off x="3229226" y="269800"/>
                <a:ext cx="27991" cy="61659"/>
                <a:chOff x="3229226" y="269800"/>
                <a:chExt cx="27991" cy="61659"/>
              </a:xfrm>
              <a:solidFill>
                <a:srgbClr val="17A3A3"/>
              </a:solidFill>
            </p:grpSpPr>
            <p:sp>
              <p:nvSpPr>
                <p:cNvPr id="7388" name="شكل حر: شكل 8287">
                  <a:extLst>
                    <a:ext uri="{FF2B5EF4-FFF2-40B4-BE49-F238E27FC236}">
                      <a16:creationId xmlns:a16="http://schemas.microsoft.com/office/drawing/2014/main" id="{AC6D67E0-B2F8-6048-1A90-7613EE7549A3}"/>
                    </a:ext>
                  </a:extLst>
                </p:cNvPr>
                <p:cNvSpPr/>
                <p:nvPr/>
              </p:nvSpPr>
              <p:spPr>
                <a:xfrm>
                  <a:off x="3229226" y="269800"/>
                  <a:ext cx="6891" cy="61659"/>
                </a:xfrm>
                <a:custGeom>
                  <a:avLst/>
                  <a:gdLst>
                    <a:gd name="connsiteX0" fmla="*/ 3446 w 6891"/>
                    <a:gd name="connsiteY0" fmla="*/ 61660 h 61659"/>
                    <a:gd name="connsiteX1" fmla="*/ 0 w 6891"/>
                    <a:gd name="connsiteY1" fmla="*/ 58214 h 61659"/>
                    <a:gd name="connsiteX2" fmla="*/ 0 w 6891"/>
                    <a:gd name="connsiteY2" fmla="*/ 3446 h 61659"/>
                    <a:gd name="connsiteX3" fmla="*/ 3446 w 6891"/>
                    <a:gd name="connsiteY3" fmla="*/ 0 h 61659"/>
                    <a:gd name="connsiteX4" fmla="*/ 6892 w 6891"/>
                    <a:gd name="connsiteY4" fmla="*/ 3446 h 61659"/>
                    <a:gd name="connsiteX5" fmla="*/ 6892 w 6891"/>
                    <a:gd name="connsiteY5" fmla="*/ 58214 h 61659"/>
                    <a:gd name="connsiteX6" fmla="*/ 3446 w 6891"/>
                    <a:gd name="connsiteY6" fmla="*/ 61660 h 61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61659">
                      <a:moveTo>
                        <a:pt x="3446" y="61660"/>
                      </a:moveTo>
                      <a:cubicBezTo>
                        <a:pt x="1553" y="61660"/>
                        <a:pt x="0" y="60106"/>
                        <a:pt x="0" y="58214"/>
                      </a:cubicBezTo>
                      <a:lnTo>
                        <a:pt x="0" y="3446"/>
                      </a:lnTo>
                      <a:cubicBezTo>
                        <a:pt x="0" y="1554"/>
                        <a:pt x="1553" y="0"/>
                        <a:pt x="3446" y="0"/>
                      </a:cubicBezTo>
                      <a:cubicBezTo>
                        <a:pt x="5338" y="0"/>
                        <a:pt x="6892" y="1554"/>
                        <a:pt x="6892" y="3446"/>
                      </a:cubicBezTo>
                      <a:lnTo>
                        <a:pt x="6892" y="58214"/>
                      </a:lnTo>
                      <a:cubicBezTo>
                        <a:pt x="6892" y="60106"/>
                        <a:pt x="5338" y="61660"/>
                        <a:pt x="3446" y="61660"/>
                      </a:cubicBezTo>
                      <a:close/>
                    </a:path>
                  </a:pathLst>
                </a:custGeom>
                <a:solidFill>
                  <a:srgbClr val="17A3A3"/>
                </a:solidFill>
                <a:ln w="2824" cap="flat">
                  <a:noFill/>
                  <a:prstDash val="solid"/>
                  <a:miter/>
                </a:ln>
              </p:spPr>
              <p:txBody>
                <a:bodyPr rtlCol="1" anchor="ctr"/>
                <a:lstStyle/>
                <a:p>
                  <a:endParaRPr lang="ar-SA"/>
                </a:p>
              </p:txBody>
            </p:sp>
            <p:sp>
              <p:nvSpPr>
                <p:cNvPr id="7389" name="شكل حر: شكل 8288">
                  <a:extLst>
                    <a:ext uri="{FF2B5EF4-FFF2-40B4-BE49-F238E27FC236}">
                      <a16:creationId xmlns:a16="http://schemas.microsoft.com/office/drawing/2014/main" id="{5C5786CF-6A1E-2101-285E-9F8AD65B56FF}"/>
                    </a:ext>
                  </a:extLst>
                </p:cNvPr>
                <p:cNvSpPr/>
                <p:nvPr/>
              </p:nvSpPr>
              <p:spPr>
                <a:xfrm>
                  <a:off x="3250325" y="297198"/>
                  <a:ext cx="6891" cy="34261"/>
                </a:xfrm>
                <a:custGeom>
                  <a:avLst/>
                  <a:gdLst>
                    <a:gd name="connsiteX0" fmla="*/ 3446 w 6891"/>
                    <a:gd name="connsiteY0" fmla="*/ 34262 h 34261"/>
                    <a:gd name="connsiteX1" fmla="*/ 0 w 6891"/>
                    <a:gd name="connsiteY1" fmla="*/ 30816 h 34261"/>
                    <a:gd name="connsiteX2" fmla="*/ 0 w 6891"/>
                    <a:gd name="connsiteY2" fmla="*/ 3446 h 34261"/>
                    <a:gd name="connsiteX3" fmla="*/ 3446 w 6891"/>
                    <a:gd name="connsiteY3" fmla="*/ 0 h 34261"/>
                    <a:gd name="connsiteX4" fmla="*/ 6892 w 6891"/>
                    <a:gd name="connsiteY4" fmla="*/ 3446 h 34261"/>
                    <a:gd name="connsiteX5" fmla="*/ 6892 w 6891"/>
                    <a:gd name="connsiteY5" fmla="*/ 30816 h 34261"/>
                    <a:gd name="connsiteX6" fmla="*/ 3446 w 6891"/>
                    <a:gd name="connsiteY6" fmla="*/ 34262 h 34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34261">
                      <a:moveTo>
                        <a:pt x="3446" y="34262"/>
                      </a:moveTo>
                      <a:cubicBezTo>
                        <a:pt x="1553" y="34262"/>
                        <a:pt x="0" y="32708"/>
                        <a:pt x="0" y="30816"/>
                      </a:cubicBezTo>
                      <a:lnTo>
                        <a:pt x="0" y="3446"/>
                      </a:lnTo>
                      <a:cubicBezTo>
                        <a:pt x="0" y="1553"/>
                        <a:pt x="1553" y="0"/>
                        <a:pt x="3446" y="0"/>
                      </a:cubicBezTo>
                      <a:cubicBezTo>
                        <a:pt x="5338" y="0"/>
                        <a:pt x="6892" y="1553"/>
                        <a:pt x="6892" y="3446"/>
                      </a:cubicBezTo>
                      <a:lnTo>
                        <a:pt x="6892" y="30816"/>
                      </a:lnTo>
                      <a:cubicBezTo>
                        <a:pt x="6892" y="32708"/>
                        <a:pt x="5338" y="34262"/>
                        <a:pt x="3446" y="34262"/>
                      </a:cubicBezTo>
                      <a:close/>
                    </a:path>
                  </a:pathLst>
                </a:custGeom>
                <a:solidFill>
                  <a:srgbClr val="17A3A3"/>
                </a:solidFill>
                <a:ln w="2824" cap="flat">
                  <a:noFill/>
                  <a:prstDash val="solid"/>
                  <a:miter/>
                </a:ln>
              </p:spPr>
              <p:txBody>
                <a:bodyPr rtlCol="1" anchor="ctr"/>
                <a:lstStyle/>
                <a:p>
                  <a:endParaRPr lang="ar-SA"/>
                </a:p>
              </p:txBody>
            </p:sp>
          </p:grpSp>
          <p:sp>
            <p:nvSpPr>
              <p:cNvPr id="7387" name="شكل حر: شكل 8289">
                <a:extLst>
                  <a:ext uri="{FF2B5EF4-FFF2-40B4-BE49-F238E27FC236}">
                    <a16:creationId xmlns:a16="http://schemas.microsoft.com/office/drawing/2014/main" id="{235E2EA1-8118-C37C-098D-675052AD939A}"/>
                  </a:ext>
                </a:extLst>
              </p:cNvPr>
              <p:cNvSpPr/>
              <p:nvPr/>
            </p:nvSpPr>
            <p:spPr>
              <a:xfrm>
                <a:off x="3225582" y="190628"/>
                <a:ext cx="35250" cy="55417"/>
              </a:xfrm>
              <a:custGeom>
                <a:avLst/>
                <a:gdLst>
                  <a:gd name="connsiteX0" fmla="*/ 17625 w 35250"/>
                  <a:gd name="connsiteY0" fmla="*/ 55418 h 55417"/>
                  <a:gd name="connsiteX1" fmla="*/ 0 w 35250"/>
                  <a:gd name="connsiteY1" fmla="*/ 37792 h 55417"/>
                  <a:gd name="connsiteX2" fmla="*/ 0 w 35250"/>
                  <a:gd name="connsiteY2" fmla="*/ 17625 h 55417"/>
                  <a:gd name="connsiteX3" fmla="*/ 17625 w 35250"/>
                  <a:gd name="connsiteY3" fmla="*/ 0 h 55417"/>
                  <a:gd name="connsiteX4" fmla="*/ 35250 w 35250"/>
                  <a:gd name="connsiteY4" fmla="*/ 17625 h 55417"/>
                  <a:gd name="connsiteX5" fmla="*/ 35250 w 35250"/>
                  <a:gd name="connsiteY5" fmla="*/ 37792 h 55417"/>
                  <a:gd name="connsiteX6" fmla="*/ 17625 w 35250"/>
                  <a:gd name="connsiteY6" fmla="*/ 55418 h 55417"/>
                  <a:gd name="connsiteX7" fmla="*/ 17625 w 35250"/>
                  <a:gd name="connsiteY7" fmla="*/ 6892 h 55417"/>
                  <a:gd name="connsiteX8" fmla="*/ 6892 w 35250"/>
                  <a:gd name="connsiteY8" fmla="*/ 17625 h 55417"/>
                  <a:gd name="connsiteX9" fmla="*/ 6892 w 35250"/>
                  <a:gd name="connsiteY9" fmla="*/ 37792 h 55417"/>
                  <a:gd name="connsiteX10" fmla="*/ 17625 w 35250"/>
                  <a:gd name="connsiteY10" fmla="*/ 48526 h 55417"/>
                  <a:gd name="connsiteX11" fmla="*/ 28358 w 35250"/>
                  <a:gd name="connsiteY11" fmla="*/ 37792 h 55417"/>
                  <a:gd name="connsiteX12" fmla="*/ 28358 w 35250"/>
                  <a:gd name="connsiteY12" fmla="*/ 17625 h 55417"/>
                  <a:gd name="connsiteX13" fmla="*/ 17625 w 35250"/>
                  <a:gd name="connsiteY13" fmla="*/ 6892 h 55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5250" h="55417">
                    <a:moveTo>
                      <a:pt x="17625" y="55418"/>
                    </a:moveTo>
                    <a:cubicBezTo>
                      <a:pt x="7909" y="55418"/>
                      <a:pt x="0" y="47509"/>
                      <a:pt x="0" y="37792"/>
                    </a:cubicBezTo>
                    <a:lnTo>
                      <a:pt x="0" y="17625"/>
                    </a:lnTo>
                    <a:cubicBezTo>
                      <a:pt x="0" y="7909"/>
                      <a:pt x="7909" y="0"/>
                      <a:pt x="17625" y="0"/>
                    </a:cubicBezTo>
                    <a:cubicBezTo>
                      <a:pt x="27342" y="0"/>
                      <a:pt x="35250" y="7909"/>
                      <a:pt x="35250" y="17625"/>
                    </a:cubicBezTo>
                    <a:lnTo>
                      <a:pt x="35250" y="37792"/>
                    </a:lnTo>
                    <a:cubicBezTo>
                      <a:pt x="35250" y="47509"/>
                      <a:pt x="27342" y="55418"/>
                      <a:pt x="17625" y="55418"/>
                    </a:cubicBezTo>
                    <a:close/>
                    <a:moveTo>
                      <a:pt x="17625" y="6892"/>
                    </a:moveTo>
                    <a:cubicBezTo>
                      <a:pt x="11694" y="6892"/>
                      <a:pt x="6892" y="11694"/>
                      <a:pt x="6892" y="17625"/>
                    </a:cubicBezTo>
                    <a:lnTo>
                      <a:pt x="6892" y="37792"/>
                    </a:lnTo>
                    <a:cubicBezTo>
                      <a:pt x="6892" y="43724"/>
                      <a:pt x="11694" y="48526"/>
                      <a:pt x="17625" y="48526"/>
                    </a:cubicBezTo>
                    <a:cubicBezTo>
                      <a:pt x="23557" y="48526"/>
                      <a:pt x="28358" y="43724"/>
                      <a:pt x="28358" y="37792"/>
                    </a:cubicBezTo>
                    <a:lnTo>
                      <a:pt x="28358" y="17625"/>
                    </a:lnTo>
                    <a:cubicBezTo>
                      <a:pt x="28358" y="11694"/>
                      <a:pt x="23557" y="6892"/>
                      <a:pt x="17625" y="6892"/>
                    </a:cubicBezTo>
                    <a:close/>
                  </a:path>
                </a:pathLst>
              </a:custGeom>
              <a:solidFill>
                <a:srgbClr val="17A3A3"/>
              </a:solidFill>
              <a:ln w="2824" cap="flat">
                <a:noFill/>
                <a:prstDash val="solid"/>
                <a:miter/>
              </a:ln>
            </p:spPr>
            <p:txBody>
              <a:bodyPr rtlCol="1" anchor="ctr"/>
              <a:lstStyle/>
              <a:p>
                <a:endParaRPr lang="ar-SA"/>
              </a:p>
            </p:txBody>
          </p:sp>
        </p:grpSp>
      </p:grpSp>
      <p:grpSp>
        <p:nvGrpSpPr>
          <p:cNvPr id="7392" name="رسم 8014">
            <a:extLst>
              <a:ext uri="{FF2B5EF4-FFF2-40B4-BE49-F238E27FC236}">
                <a16:creationId xmlns:a16="http://schemas.microsoft.com/office/drawing/2014/main" id="{9A132EC7-80A2-9581-5C69-2F9221B5B3F6}"/>
              </a:ext>
            </a:extLst>
          </p:cNvPr>
          <p:cNvGrpSpPr/>
          <p:nvPr/>
        </p:nvGrpSpPr>
        <p:grpSpPr>
          <a:xfrm>
            <a:off x="3739430" y="2164649"/>
            <a:ext cx="252656" cy="216061"/>
            <a:chOff x="3551168" y="930970"/>
            <a:chExt cx="302000" cy="274122"/>
          </a:xfrm>
        </p:grpSpPr>
        <p:grpSp>
          <p:nvGrpSpPr>
            <p:cNvPr id="7393" name="رسم 8014">
              <a:extLst>
                <a:ext uri="{FF2B5EF4-FFF2-40B4-BE49-F238E27FC236}">
                  <a16:creationId xmlns:a16="http://schemas.microsoft.com/office/drawing/2014/main" id="{FB7FDC87-A2D9-0A60-E57E-33655289C2B1}"/>
                </a:ext>
              </a:extLst>
            </p:cNvPr>
            <p:cNvGrpSpPr/>
            <p:nvPr/>
          </p:nvGrpSpPr>
          <p:grpSpPr>
            <a:xfrm>
              <a:off x="3718748" y="1002346"/>
              <a:ext cx="134420" cy="171506"/>
              <a:chOff x="3718748" y="1002346"/>
              <a:chExt cx="134420" cy="171506"/>
            </a:xfrm>
            <a:solidFill>
              <a:srgbClr val="01355A"/>
            </a:solidFill>
          </p:grpSpPr>
          <p:sp>
            <p:nvSpPr>
              <p:cNvPr id="7404" name="شكل حر: شكل 8292">
                <a:extLst>
                  <a:ext uri="{FF2B5EF4-FFF2-40B4-BE49-F238E27FC236}">
                    <a16:creationId xmlns:a16="http://schemas.microsoft.com/office/drawing/2014/main" id="{667DD45D-AFDF-7454-2159-D288C9C901E8}"/>
                  </a:ext>
                </a:extLst>
              </p:cNvPr>
              <p:cNvSpPr/>
              <p:nvPr/>
            </p:nvSpPr>
            <p:spPr>
              <a:xfrm>
                <a:off x="3718748" y="1002346"/>
                <a:ext cx="134391" cy="62930"/>
              </a:xfrm>
              <a:custGeom>
                <a:avLst/>
                <a:gdLst>
                  <a:gd name="connsiteX0" fmla="*/ 67196 w 134391"/>
                  <a:gd name="connsiteY0" fmla="*/ 62931 h 62930"/>
                  <a:gd name="connsiteX1" fmla="*/ 0 w 134391"/>
                  <a:gd name="connsiteY1" fmla="*/ 31465 h 62930"/>
                  <a:gd name="connsiteX2" fmla="*/ 67196 w 134391"/>
                  <a:gd name="connsiteY2" fmla="*/ 0 h 62930"/>
                  <a:gd name="connsiteX3" fmla="*/ 134392 w 134391"/>
                  <a:gd name="connsiteY3" fmla="*/ 31465 h 62930"/>
                  <a:gd name="connsiteX4" fmla="*/ 67196 w 134391"/>
                  <a:gd name="connsiteY4" fmla="*/ 62931 h 62930"/>
                  <a:gd name="connsiteX5" fmla="*/ 67196 w 134391"/>
                  <a:gd name="connsiteY5" fmla="*/ 6864 h 62930"/>
                  <a:gd name="connsiteX6" fmla="*/ 6892 w 134391"/>
                  <a:gd name="connsiteY6" fmla="*/ 31465 h 62930"/>
                  <a:gd name="connsiteX7" fmla="*/ 67196 w 134391"/>
                  <a:gd name="connsiteY7" fmla="*/ 56067 h 62930"/>
                  <a:gd name="connsiteX8" fmla="*/ 127500 w 134391"/>
                  <a:gd name="connsiteY8" fmla="*/ 31465 h 62930"/>
                  <a:gd name="connsiteX9" fmla="*/ 67196 w 134391"/>
                  <a:gd name="connsiteY9" fmla="*/ 6864 h 62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4391" h="62930">
                    <a:moveTo>
                      <a:pt x="67196" y="62931"/>
                    </a:moveTo>
                    <a:cubicBezTo>
                      <a:pt x="29517" y="62931"/>
                      <a:pt x="0" y="49091"/>
                      <a:pt x="0" y="31465"/>
                    </a:cubicBezTo>
                    <a:cubicBezTo>
                      <a:pt x="0" y="13840"/>
                      <a:pt x="29517" y="0"/>
                      <a:pt x="67196" y="0"/>
                    </a:cubicBezTo>
                    <a:cubicBezTo>
                      <a:pt x="104875" y="0"/>
                      <a:pt x="134392" y="13840"/>
                      <a:pt x="134392" y="31465"/>
                    </a:cubicBezTo>
                    <a:cubicBezTo>
                      <a:pt x="134392" y="49091"/>
                      <a:pt x="104875" y="62931"/>
                      <a:pt x="67196" y="62931"/>
                    </a:cubicBezTo>
                    <a:close/>
                    <a:moveTo>
                      <a:pt x="67196" y="6864"/>
                    </a:moveTo>
                    <a:cubicBezTo>
                      <a:pt x="31127" y="6864"/>
                      <a:pt x="6892" y="19574"/>
                      <a:pt x="6892" y="31465"/>
                    </a:cubicBezTo>
                    <a:cubicBezTo>
                      <a:pt x="6892" y="43357"/>
                      <a:pt x="31127" y="56067"/>
                      <a:pt x="67196" y="56067"/>
                    </a:cubicBezTo>
                    <a:cubicBezTo>
                      <a:pt x="103266" y="56067"/>
                      <a:pt x="127500" y="43357"/>
                      <a:pt x="127500" y="31465"/>
                    </a:cubicBezTo>
                    <a:cubicBezTo>
                      <a:pt x="127500" y="19574"/>
                      <a:pt x="103266" y="6864"/>
                      <a:pt x="67196" y="6864"/>
                    </a:cubicBezTo>
                    <a:close/>
                  </a:path>
                </a:pathLst>
              </a:custGeom>
              <a:solidFill>
                <a:srgbClr val="01355A"/>
              </a:solidFill>
              <a:ln w="2824" cap="flat">
                <a:noFill/>
                <a:prstDash val="solid"/>
                <a:miter/>
              </a:ln>
            </p:spPr>
            <p:txBody>
              <a:bodyPr rtlCol="1" anchor="ctr"/>
              <a:lstStyle/>
              <a:p>
                <a:endParaRPr lang="ar-SA"/>
              </a:p>
            </p:txBody>
          </p:sp>
          <p:sp>
            <p:nvSpPr>
              <p:cNvPr id="7405" name="شكل حر: شكل 8293">
                <a:extLst>
                  <a:ext uri="{FF2B5EF4-FFF2-40B4-BE49-F238E27FC236}">
                    <a16:creationId xmlns:a16="http://schemas.microsoft.com/office/drawing/2014/main" id="{59134CF7-3069-0E3F-E4AB-6F87A0345286}"/>
                  </a:ext>
                </a:extLst>
              </p:cNvPr>
              <p:cNvSpPr/>
              <p:nvPr/>
            </p:nvSpPr>
            <p:spPr>
              <a:xfrm>
                <a:off x="3773058" y="1030309"/>
                <a:ext cx="80110" cy="72167"/>
              </a:xfrm>
              <a:custGeom>
                <a:avLst/>
                <a:gdLst>
                  <a:gd name="connsiteX0" fmla="*/ 12886 w 80110"/>
                  <a:gd name="connsiteY0" fmla="*/ 72167 h 72167"/>
                  <a:gd name="connsiteX1" fmla="*/ 3226 w 80110"/>
                  <a:gd name="connsiteY1" fmla="*/ 71856 h 72167"/>
                  <a:gd name="connsiteX2" fmla="*/ 6 w 80110"/>
                  <a:gd name="connsiteY2" fmla="*/ 68185 h 72167"/>
                  <a:gd name="connsiteX3" fmla="*/ 3678 w 80110"/>
                  <a:gd name="connsiteY3" fmla="*/ 64965 h 72167"/>
                  <a:gd name="connsiteX4" fmla="*/ 12914 w 80110"/>
                  <a:gd name="connsiteY4" fmla="*/ 65247 h 72167"/>
                  <a:gd name="connsiteX5" fmla="*/ 73218 w 80110"/>
                  <a:gd name="connsiteY5" fmla="*/ 40645 h 72167"/>
                  <a:gd name="connsiteX6" fmla="*/ 73218 w 80110"/>
                  <a:gd name="connsiteY6" fmla="*/ 3446 h 72167"/>
                  <a:gd name="connsiteX7" fmla="*/ 76664 w 80110"/>
                  <a:gd name="connsiteY7" fmla="*/ 0 h 72167"/>
                  <a:gd name="connsiteX8" fmla="*/ 80110 w 80110"/>
                  <a:gd name="connsiteY8" fmla="*/ 3446 h 72167"/>
                  <a:gd name="connsiteX9" fmla="*/ 80110 w 80110"/>
                  <a:gd name="connsiteY9" fmla="*/ 40645 h 72167"/>
                  <a:gd name="connsiteX10" fmla="*/ 12914 w 80110"/>
                  <a:gd name="connsiteY10" fmla="*/ 72139 h 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110" h="72167">
                    <a:moveTo>
                      <a:pt x="12886" y="72167"/>
                    </a:moveTo>
                    <a:cubicBezTo>
                      <a:pt x="9610" y="72167"/>
                      <a:pt x="6361" y="72054"/>
                      <a:pt x="3226" y="71856"/>
                    </a:cubicBezTo>
                    <a:cubicBezTo>
                      <a:pt x="1334" y="71744"/>
                      <a:pt x="-107" y="70105"/>
                      <a:pt x="6" y="68185"/>
                    </a:cubicBezTo>
                    <a:cubicBezTo>
                      <a:pt x="119" y="66292"/>
                      <a:pt x="1757" y="64852"/>
                      <a:pt x="3678" y="64965"/>
                    </a:cubicBezTo>
                    <a:cubicBezTo>
                      <a:pt x="6672" y="65162"/>
                      <a:pt x="9779" y="65247"/>
                      <a:pt x="12914" y="65247"/>
                    </a:cubicBezTo>
                    <a:cubicBezTo>
                      <a:pt x="48984" y="65247"/>
                      <a:pt x="73218" y="52537"/>
                      <a:pt x="73218" y="40645"/>
                    </a:cubicBezTo>
                    <a:lnTo>
                      <a:pt x="73218" y="3446"/>
                    </a:lnTo>
                    <a:cubicBezTo>
                      <a:pt x="73218" y="1554"/>
                      <a:pt x="74772" y="0"/>
                      <a:pt x="76664" y="0"/>
                    </a:cubicBezTo>
                    <a:cubicBezTo>
                      <a:pt x="78557" y="0"/>
                      <a:pt x="80110" y="1554"/>
                      <a:pt x="80110" y="3446"/>
                    </a:cubicBezTo>
                    <a:lnTo>
                      <a:pt x="80110" y="40645"/>
                    </a:lnTo>
                    <a:cubicBezTo>
                      <a:pt x="80110" y="58299"/>
                      <a:pt x="50594" y="72139"/>
                      <a:pt x="12914" y="72139"/>
                    </a:cubicBezTo>
                    <a:close/>
                  </a:path>
                </a:pathLst>
              </a:custGeom>
              <a:solidFill>
                <a:srgbClr val="01355A"/>
              </a:solidFill>
              <a:ln w="2824" cap="flat">
                <a:noFill/>
                <a:prstDash val="solid"/>
                <a:miter/>
              </a:ln>
            </p:spPr>
            <p:txBody>
              <a:bodyPr rtlCol="1" anchor="ctr"/>
              <a:lstStyle/>
              <a:p>
                <a:endParaRPr lang="ar-SA"/>
              </a:p>
            </p:txBody>
          </p:sp>
          <p:sp>
            <p:nvSpPr>
              <p:cNvPr id="7406" name="شكل حر: شكل 8294">
                <a:extLst>
                  <a:ext uri="{FF2B5EF4-FFF2-40B4-BE49-F238E27FC236}">
                    <a16:creationId xmlns:a16="http://schemas.microsoft.com/office/drawing/2014/main" id="{1F64C953-2FCC-63E2-5801-BC6D50DADAD5}"/>
                  </a:ext>
                </a:extLst>
              </p:cNvPr>
              <p:cNvSpPr/>
              <p:nvPr/>
            </p:nvSpPr>
            <p:spPr>
              <a:xfrm>
                <a:off x="3781396" y="1062961"/>
                <a:ext cx="71743" cy="75189"/>
              </a:xfrm>
              <a:custGeom>
                <a:avLst/>
                <a:gdLst>
                  <a:gd name="connsiteX0" fmla="*/ 4548 w 71743"/>
                  <a:gd name="connsiteY0" fmla="*/ 75190 h 75189"/>
                  <a:gd name="connsiteX1" fmla="*/ 3446 w 71743"/>
                  <a:gd name="connsiteY1" fmla="*/ 75190 h 75189"/>
                  <a:gd name="connsiteX2" fmla="*/ 0 w 71743"/>
                  <a:gd name="connsiteY2" fmla="*/ 71744 h 75189"/>
                  <a:gd name="connsiteX3" fmla="*/ 3446 w 71743"/>
                  <a:gd name="connsiteY3" fmla="*/ 68298 h 75189"/>
                  <a:gd name="connsiteX4" fmla="*/ 4548 w 71743"/>
                  <a:gd name="connsiteY4" fmla="*/ 68298 h 75189"/>
                  <a:gd name="connsiteX5" fmla="*/ 64852 w 71743"/>
                  <a:gd name="connsiteY5" fmla="*/ 43724 h 75189"/>
                  <a:gd name="connsiteX6" fmla="*/ 64852 w 71743"/>
                  <a:gd name="connsiteY6" fmla="*/ 3446 h 75189"/>
                  <a:gd name="connsiteX7" fmla="*/ 68298 w 71743"/>
                  <a:gd name="connsiteY7" fmla="*/ 0 h 75189"/>
                  <a:gd name="connsiteX8" fmla="*/ 71743 w 71743"/>
                  <a:gd name="connsiteY8" fmla="*/ 3446 h 75189"/>
                  <a:gd name="connsiteX9" fmla="*/ 71743 w 71743"/>
                  <a:gd name="connsiteY9" fmla="*/ 43724 h 75189"/>
                  <a:gd name="connsiteX10" fmla="*/ 4548 w 71743"/>
                  <a:gd name="connsiteY10" fmla="*/ 75190 h 75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1743" h="75189">
                    <a:moveTo>
                      <a:pt x="4548" y="75190"/>
                    </a:moveTo>
                    <a:lnTo>
                      <a:pt x="3446" y="75190"/>
                    </a:lnTo>
                    <a:cubicBezTo>
                      <a:pt x="1554" y="75190"/>
                      <a:pt x="0" y="73636"/>
                      <a:pt x="0" y="71744"/>
                    </a:cubicBezTo>
                    <a:cubicBezTo>
                      <a:pt x="0" y="69851"/>
                      <a:pt x="1554" y="68298"/>
                      <a:pt x="3446" y="68298"/>
                    </a:cubicBezTo>
                    <a:lnTo>
                      <a:pt x="4548" y="68298"/>
                    </a:lnTo>
                    <a:cubicBezTo>
                      <a:pt x="40617" y="68298"/>
                      <a:pt x="64852" y="55587"/>
                      <a:pt x="64852" y="43724"/>
                    </a:cubicBezTo>
                    <a:lnTo>
                      <a:pt x="64852" y="3446"/>
                    </a:lnTo>
                    <a:cubicBezTo>
                      <a:pt x="64852" y="1554"/>
                      <a:pt x="66405" y="0"/>
                      <a:pt x="68298" y="0"/>
                    </a:cubicBezTo>
                    <a:cubicBezTo>
                      <a:pt x="70190" y="0"/>
                      <a:pt x="71743" y="1554"/>
                      <a:pt x="71743" y="3446"/>
                    </a:cubicBezTo>
                    <a:lnTo>
                      <a:pt x="71743" y="43724"/>
                    </a:lnTo>
                    <a:cubicBezTo>
                      <a:pt x="71743" y="61377"/>
                      <a:pt x="42227" y="75190"/>
                      <a:pt x="4548" y="75190"/>
                    </a:cubicBezTo>
                    <a:close/>
                  </a:path>
                </a:pathLst>
              </a:custGeom>
              <a:solidFill>
                <a:srgbClr val="01355A"/>
              </a:solidFill>
              <a:ln w="2824" cap="flat">
                <a:noFill/>
                <a:prstDash val="solid"/>
                <a:miter/>
              </a:ln>
            </p:spPr>
            <p:txBody>
              <a:bodyPr rtlCol="1" anchor="ctr"/>
              <a:lstStyle/>
              <a:p>
                <a:endParaRPr lang="ar-SA"/>
              </a:p>
            </p:txBody>
          </p:sp>
          <p:sp>
            <p:nvSpPr>
              <p:cNvPr id="7407" name="شكل حر: شكل 8295">
                <a:extLst>
                  <a:ext uri="{FF2B5EF4-FFF2-40B4-BE49-F238E27FC236}">
                    <a16:creationId xmlns:a16="http://schemas.microsoft.com/office/drawing/2014/main" id="{A84020A9-C708-4097-FE75-7F6199BADE7E}"/>
                  </a:ext>
                </a:extLst>
              </p:cNvPr>
              <p:cNvSpPr/>
              <p:nvPr/>
            </p:nvSpPr>
            <p:spPr>
              <a:xfrm>
                <a:off x="3774868" y="1101714"/>
                <a:ext cx="78271" cy="72138"/>
              </a:xfrm>
              <a:custGeom>
                <a:avLst/>
                <a:gdLst>
                  <a:gd name="connsiteX0" fmla="*/ 11076 w 78271"/>
                  <a:gd name="connsiteY0" fmla="*/ 72139 h 72138"/>
                  <a:gd name="connsiteX1" fmla="*/ 3280 w 78271"/>
                  <a:gd name="connsiteY1" fmla="*/ 71941 h 72138"/>
                  <a:gd name="connsiteX2" fmla="*/ 3 w 78271"/>
                  <a:gd name="connsiteY2" fmla="*/ 68326 h 72138"/>
                  <a:gd name="connsiteX3" fmla="*/ 3619 w 78271"/>
                  <a:gd name="connsiteY3" fmla="*/ 65049 h 72138"/>
                  <a:gd name="connsiteX4" fmla="*/ 11076 w 78271"/>
                  <a:gd name="connsiteY4" fmla="*/ 65247 h 72138"/>
                  <a:gd name="connsiteX5" fmla="*/ 71380 w 78271"/>
                  <a:gd name="connsiteY5" fmla="*/ 40645 h 72138"/>
                  <a:gd name="connsiteX6" fmla="*/ 71380 w 78271"/>
                  <a:gd name="connsiteY6" fmla="*/ 3446 h 72138"/>
                  <a:gd name="connsiteX7" fmla="*/ 74826 w 78271"/>
                  <a:gd name="connsiteY7" fmla="*/ 0 h 72138"/>
                  <a:gd name="connsiteX8" fmla="*/ 78272 w 78271"/>
                  <a:gd name="connsiteY8" fmla="*/ 3446 h 72138"/>
                  <a:gd name="connsiteX9" fmla="*/ 78272 w 78271"/>
                  <a:gd name="connsiteY9" fmla="*/ 40645 h 72138"/>
                  <a:gd name="connsiteX10" fmla="*/ 11076 w 78271"/>
                  <a:gd name="connsiteY10" fmla="*/ 72139 h 72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271" h="72138">
                    <a:moveTo>
                      <a:pt x="11076" y="72139"/>
                    </a:moveTo>
                    <a:cubicBezTo>
                      <a:pt x="8562" y="72139"/>
                      <a:pt x="6020" y="72082"/>
                      <a:pt x="3280" y="71941"/>
                    </a:cubicBezTo>
                    <a:cubicBezTo>
                      <a:pt x="1387" y="71856"/>
                      <a:pt x="-81" y="70218"/>
                      <a:pt x="3" y="68326"/>
                    </a:cubicBezTo>
                    <a:cubicBezTo>
                      <a:pt x="88" y="66433"/>
                      <a:pt x="1755" y="64965"/>
                      <a:pt x="3619" y="65049"/>
                    </a:cubicBezTo>
                    <a:cubicBezTo>
                      <a:pt x="6246" y="65191"/>
                      <a:pt x="8675" y="65247"/>
                      <a:pt x="11076" y="65247"/>
                    </a:cubicBezTo>
                    <a:cubicBezTo>
                      <a:pt x="47145" y="65247"/>
                      <a:pt x="71380" y="52537"/>
                      <a:pt x="71380" y="40645"/>
                    </a:cubicBezTo>
                    <a:lnTo>
                      <a:pt x="71380" y="3446"/>
                    </a:lnTo>
                    <a:cubicBezTo>
                      <a:pt x="71380" y="1554"/>
                      <a:pt x="72933" y="0"/>
                      <a:pt x="74826" y="0"/>
                    </a:cubicBezTo>
                    <a:cubicBezTo>
                      <a:pt x="76718" y="0"/>
                      <a:pt x="78272" y="1554"/>
                      <a:pt x="78272" y="3446"/>
                    </a:cubicBezTo>
                    <a:lnTo>
                      <a:pt x="78272" y="40645"/>
                    </a:lnTo>
                    <a:cubicBezTo>
                      <a:pt x="78272" y="58299"/>
                      <a:pt x="48755" y="72139"/>
                      <a:pt x="11076" y="72139"/>
                    </a:cubicBezTo>
                    <a:close/>
                  </a:path>
                </a:pathLst>
              </a:custGeom>
              <a:solidFill>
                <a:srgbClr val="01355A"/>
              </a:solidFill>
              <a:ln w="2824" cap="flat">
                <a:noFill/>
                <a:prstDash val="solid"/>
                <a:miter/>
              </a:ln>
            </p:spPr>
            <p:txBody>
              <a:bodyPr rtlCol="1" anchor="ctr"/>
              <a:lstStyle/>
              <a:p>
                <a:endParaRPr lang="ar-SA"/>
              </a:p>
            </p:txBody>
          </p:sp>
        </p:grpSp>
        <p:grpSp>
          <p:nvGrpSpPr>
            <p:cNvPr id="7394" name="رسم 8014">
              <a:extLst>
                <a:ext uri="{FF2B5EF4-FFF2-40B4-BE49-F238E27FC236}">
                  <a16:creationId xmlns:a16="http://schemas.microsoft.com/office/drawing/2014/main" id="{867457D0-6AAF-812B-8662-2BB6601A7CCF}"/>
                </a:ext>
              </a:extLst>
            </p:cNvPr>
            <p:cNvGrpSpPr/>
            <p:nvPr/>
          </p:nvGrpSpPr>
          <p:grpSpPr>
            <a:xfrm>
              <a:off x="3551168" y="930970"/>
              <a:ext cx="134420" cy="242741"/>
              <a:chOff x="3551168" y="930970"/>
              <a:chExt cx="134420" cy="242741"/>
            </a:xfrm>
            <a:solidFill>
              <a:srgbClr val="01355A"/>
            </a:solidFill>
          </p:grpSpPr>
          <p:sp>
            <p:nvSpPr>
              <p:cNvPr id="7398" name="شكل حر: شكل 8297">
                <a:extLst>
                  <a:ext uri="{FF2B5EF4-FFF2-40B4-BE49-F238E27FC236}">
                    <a16:creationId xmlns:a16="http://schemas.microsoft.com/office/drawing/2014/main" id="{4B086C57-1CC7-52DF-B55E-BE341B736BF4}"/>
                  </a:ext>
                </a:extLst>
              </p:cNvPr>
              <p:cNvSpPr/>
              <p:nvPr/>
            </p:nvSpPr>
            <p:spPr>
              <a:xfrm>
                <a:off x="3551196" y="930970"/>
                <a:ext cx="134391" cy="62930"/>
              </a:xfrm>
              <a:custGeom>
                <a:avLst/>
                <a:gdLst>
                  <a:gd name="connsiteX0" fmla="*/ 67196 w 134391"/>
                  <a:gd name="connsiteY0" fmla="*/ 62931 h 62930"/>
                  <a:gd name="connsiteX1" fmla="*/ 0 w 134391"/>
                  <a:gd name="connsiteY1" fmla="*/ 31465 h 62930"/>
                  <a:gd name="connsiteX2" fmla="*/ 67196 w 134391"/>
                  <a:gd name="connsiteY2" fmla="*/ 0 h 62930"/>
                  <a:gd name="connsiteX3" fmla="*/ 134392 w 134391"/>
                  <a:gd name="connsiteY3" fmla="*/ 31465 h 62930"/>
                  <a:gd name="connsiteX4" fmla="*/ 67196 w 134391"/>
                  <a:gd name="connsiteY4" fmla="*/ 62931 h 62930"/>
                  <a:gd name="connsiteX5" fmla="*/ 67196 w 134391"/>
                  <a:gd name="connsiteY5" fmla="*/ 6864 h 62930"/>
                  <a:gd name="connsiteX6" fmla="*/ 6892 w 134391"/>
                  <a:gd name="connsiteY6" fmla="*/ 31465 h 62930"/>
                  <a:gd name="connsiteX7" fmla="*/ 67196 w 134391"/>
                  <a:gd name="connsiteY7" fmla="*/ 56067 h 62930"/>
                  <a:gd name="connsiteX8" fmla="*/ 127500 w 134391"/>
                  <a:gd name="connsiteY8" fmla="*/ 31465 h 62930"/>
                  <a:gd name="connsiteX9" fmla="*/ 67196 w 134391"/>
                  <a:gd name="connsiteY9" fmla="*/ 6864 h 62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4391" h="62930">
                    <a:moveTo>
                      <a:pt x="67196" y="62931"/>
                    </a:moveTo>
                    <a:cubicBezTo>
                      <a:pt x="29517" y="62931"/>
                      <a:pt x="0" y="49091"/>
                      <a:pt x="0" y="31465"/>
                    </a:cubicBezTo>
                    <a:cubicBezTo>
                      <a:pt x="0" y="13840"/>
                      <a:pt x="29517" y="0"/>
                      <a:pt x="67196" y="0"/>
                    </a:cubicBezTo>
                    <a:cubicBezTo>
                      <a:pt x="104875" y="0"/>
                      <a:pt x="134392" y="13840"/>
                      <a:pt x="134392" y="31465"/>
                    </a:cubicBezTo>
                    <a:cubicBezTo>
                      <a:pt x="134392" y="49091"/>
                      <a:pt x="104875" y="62931"/>
                      <a:pt x="67196" y="62931"/>
                    </a:cubicBezTo>
                    <a:close/>
                    <a:moveTo>
                      <a:pt x="67196" y="6864"/>
                    </a:moveTo>
                    <a:cubicBezTo>
                      <a:pt x="31127" y="6864"/>
                      <a:pt x="6892" y="19574"/>
                      <a:pt x="6892" y="31465"/>
                    </a:cubicBezTo>
                    <a:cubicBezTo>
                      <a:pt x="6892" y="43357"/>
                      <a:pt x="31127" y="56067"/>
                      <a:pt x="67196" y="56067"/>
                    </a:cubicBezTo>
                    <a:cubicBezTo>
                      <a:pt x="103265" y="56067"/>
                      <a:pt x="127500" y="43357"/>
                      <a:pt x="127500" y="31465"/>
                    </a:cubicBezTo>
                    <a:cubicBezTo>
                      <a:pt x="127500" y="19574"/>
                      <a:pt x="103265" y="6864"/>
                      <a:pt x="67196" y="6864"/>
                    </a:cubicBezTo>
                    <a:close/>
                  </a:path>
                </a:pathLst>
              </a:custGeom>
              <a:solidFill>
                <a:srgbClr val="01355A"/>
              </a:solidFill>
              <a:ln w="2824" cap="flat">
                <a:noFill/>
                <a:prstDash val="solid"/>
                <a:miter/>
              </a:ln>
            </p:spPr>
            <p:txBody>
              <a:bodyPr rtlCol="1" anchor="ctr"/>
              <a:lstStyle/>
              <a:p>
                <a:endParaRPr lang="ar-SA"/>
              </a:p>
            </p:txBody>
          </p:sp>
          <p:sp>
            <p:nvSpPr>
              <p:cNvPr id="7399" name="شكل حر: شكل 8298">
                <a:extLst>
                  <a:ext uri="{FF2B5EF4-FFF2-40B4-BE49-F238E27FC236}">
                    <a16:creationId xmlns:a16="http://schemas.microsoft.com/office/drawing/2014/main" id="{487AECD9-7AD8-8C74-1EBC-B5E93F5C1111}"/>
                  </a:ext>
                </a:extLst>
              </p:cNvPr>
              <p:cNvSpPr/>
              <p:nvPr/>
            </p:nvSpPr>
            <p:spPr>
              <a:xfrm>
                <a:off x="3551196" y="958961"/>
                <a:ext cx="134391" cy="72138"/>
              </a:xfrm>
              <a:custGeom>
                <a:avLst/>
                <a:gdLst>
                  <a:gd name="connsiteX0" fmla="*/ 67196 w 134391"/>
                  <a:gd name="connsiteY0" fmla="*/ 72139 h 72138"/>
                  <a:gd name="connsiteX1" fmla="*/ 0 w 134391"/>
                  <a:gd name="connsiteY1" fmla="*/ 40645 h 72138"/>
                  <a:gd name="connsiteX2" fmla="*/ 0 w 134391"/>
                  <a:gd name="connsiteY2" fmla="*/ 3446 h 72138"/>
                  <a:gd name="connsiteX3" fmla="*/ 3446 w 134391"/>
                  <a:gd name="connsiteY3" fmla="*/ 0 h 72138"/>
                  <a:gd name="connsiteX4" fmla="*/ 6892 w 134391"/>
                  <a:gd name="connsiteY4" fmla="*/ 3446 h 72138"/>
                  <a:gd name="connsiteX5" fmla="*/ 6892 w 134391"/>
                  <a:gd name="connsiteY5" fmla="*/ 40645 h 72138"/>
                  <a:gd name="connsiteX6" fmla="*/ 67196 w 134391"/>
                  <a:gd name="connsiteY6" fmla="*/ 65247 h 72138"/>
                  <a:gd name="connsiteX7" fmla="*/ 127500 w 134391"/>
                  <a:gd name="connsiteY7" fmla="*/ 40645 h 72138"/>
                  <a:gd name="connsiteX8" fmla="*/ 127500 w 134391"/>
                  <a:gd name="connsiteY8" fmla="*/ 3446 h 72138"/>
                  <a:gd name="connsiteX9" fmla="*/ 130946 w 134391"/>
                  <a:gd name="connsiteY9" fmla="*/ 0 h 72138"/>
                  <a:gd name="connsiteX10" fmla="*/ 134392 w 134391"/>
                  <a:gd name="connsiteY10" fmla="*/ 3446 h 72138"/>
                  <a:gd name="connsiteX11" fmla="*/ 134392 w 134391"/>
                  <a:gd name="connsiteY11" fmla="*/ 40645 h 72138"/>
                  <a:gd name="connsiteX12" fmla="*/ 67196 w 134391"/>
                  <a:gd name="connsiteY12" fmla="*/ 72139 h 72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4391" h="72138">
                    <a:moveTo>
                      <a:pt x="67196" y="72139"/>
                    </a:moveTo>
                    <a:cubicBezTo>
                      <a:pt x="29517" y="72139"/>
                      <a:pt x="0" y="58299"/>
                      <a:pt x="0" y="40645"/>
                    </a:cubicBezTo>
                    <a:lnTo>
                      <a:pt x="0" y="3446"/>
                    </a:lnTo>
                    <a:cubicBezTo>
                      <a:pt x="0" y="1553"/>
                      <a:pt x="1554" y="0"/>
                      <a:pt x="3446" y="0"/>
                    </a:cubicBezTo>
                    <a:cubicBezTo>
                      <a:pt x="5338" y="0"/>
                      <a:pt x="6892" y="1553"/>
                      <a:pt x="6892" y="3446"/>
                    </a:cubicBezTo>
                    <a:lnTo>
                      <a:pt x="6892" y="40645"/>
                    </a:lnTo>
                    <a:cubicBezTo>
                      <a:pt x="6892" y="52508"/>
                      <a:pt x="31127" y="65247"/>
                      <a:pt x="67196" y="65247"/>
                    </a:cubicBezTo>
                    <a:cubicBezTo>
                      <a:pt x="103265" y="65247"/>
                      <a:pt x="127500" y="52537"/>
                      <a:pt x="127500" y="40645"/>
                    </a:cubicBezTo>
                    <a:lnTo>
                      <a:pt x="127500" y="3446"/>
                    </a:lnTo>
                    <a:cubicBezTo>
                      <a:pt x="127500" y="1553"/>
                      <a:pt x="129054" y="0"/>
                      <a:pt x="130946" y="0"/>
                    </a:cubicBezTo>
                    <a:cubicBezTo>
                      <a:pt x="132839" y="0"/>
                      <a:pt x="134392" y="1553"/>
                      <a:pt x="134392" y="3446"/>
                    </a:cubicBezTo>
                    <a:lnTo>
                      <a:pt x="134392" y="40645"/>
                    </a:lnTo>
                    <a:cubicBezTo>
                      <a:pt x="134392" y="58299"/>
                      <a:pt x="104875" y="72139"/>
                      <a:pt x="67196" y="72139"/>
                    </a:cubicBezTo>
                    <a:close/>
                  </a:path>
                </a:pathLst>
              </a:custGeom>
              <a:solidFill>
                <a:srgbClr val="01355A"/>
              </a:solidFill>
              <a:ln w="2824" cap="flat">
                <a:noFill/>
                <a:prstDash val="solid"/>
                <a:miter/>
              </a:ln>
            </p:spPr>
            <p:txBody>
              <a:bodyPr rtlCol="1" anchor="ctr"/>
              <a:lstStyle/>
              <a:p>
                <a:endParaRPr lang="ar-SA"/>
              </a:p>
            </p:txBody>
          </p:sp>
          <p:sp>
            <p:nvSpPr>
              <p:cNvPr id="7400" name="شكل حر: شكل 8299">
                <a:extLst>
                  <a:ext uri="{FF2B5EF4-FFF2-40B4-BE49-F238E27FC236}">
                    <a16:creationId xmlns:a16="http://schemas.microsoft.com/office/drawing/2014/main" id="{C97E528C-A86B-1A43-BFDA-D0C255E8357C}"/>
                  </a:ext>
                </a:extLst>
              </p:cNvPr>
              <p:cNvSpPr/>
              <p:nvPr/>
            </p:nvSpPr>
            <p:spPr>
              <a:xfrm>
                <a:off x="3551196" y="991613"/>
                <a:ext cx="134391" cy="75189"/>
              </a:xfrm>
              <a:custGeom>
                <a:avLst/>
                <a:gdLst>
                  <a:gd name="connsiteX0" fmla="*/ 67196 w 134391"/>
                  <a:gd name="connsiteY0" fmla="*/ 75189 h 75189"/>
                  <a:gd name="connsiteX1" fmla="*/ 0 w 134391"/>
                  <a:gd name="connsiteY1" fmla="*/ 43724 h 75189"/>
                  <a:gd name="connsiteX2" fmla="*/ 0 w 134391"/>
                  <a:gd name="connsiteY2" fmla="*/ 3446 h 75189"/>
                  <a:gd name="connsiteX3" fmla="*/ 3446 w 134391"/>
                  <a:gd name="connsiteY3" fmla="*/ 0 h 75189"/>
                  <a:gd name="connsiteX4" fmla="*/ 6892 w 134391"/>
                  <a:gd name="connsiteY4" fmla="*/ 3446 h 75189"/>
                  <a:gd name="connsiteX5" fmla="*/ 6892 w 134391"/>
                  <a:gd name="connsiteY5" fmla="*/ 43724 h 75189"/>
                  <a:gd name="connsiteX6" fmla="*/ 67196 w 134391"/>
                  <a:gd name="connsiteY6" fmla="*/ 68326 h 75189"/>
                  <a:gd name="connsiteX7" fmla="*/ 127500 w 134391"/>
                  <a:gd name="connsiteY7" fmla="*/ 43724 h 75189"/>
                  <a:gd name="connsiteX8" fmla="*/ 127500 w 134391"/>
                  <a:gd name="connsiteY8" fmla="*/ 3446 h 75189"/>
                  <a:gd name="connsiteX9" fmla="*/ 130946 w 134391"/>
                  <a:gd name="connsiteY9" fmla="*/ 0 h 75189"/>
                  <a:gd name="connsiteX10" fmla="*/ 134392 w 134391"/>
                  <a:gd name="connsiteY10" fmla="*/ 3446 h 75189"/>
                  <a:gd name="connsiteX11" fmla="*/ 134392 w 134391"/>
                  <a:gd name="connsiteY11" fmla="*/ 43724 h 75189"/>
                  <a:gd name="connsiteX12" fmla="*/ 67196 w 134391"/>
                  <a:gd name="connsiteY12" fmla="*/ 75189 h 75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4391" h="75189">
                    <a:moveTo>
                      <a:pt x="67196" y="75189"/>
                    </a:moveTo>
                    <a:cubicBezTo>
                      <a:pt x="29517" y="75189"/>
                      <a:pt x="0" y="61349"/>
                      <a:pt x="0" y="43724"/>
                    </a:cubicBezTo>
                    <a:lnTo>
                      <a:pt x="0" y="3446"/>
                    </a:lnTo>
                    <a:cubicBezTo>
                      <a:pt x="0" y="1553"/>
                      <a:pt x="1554" y="0"/>
                      <a:pt x="3446" y="0"/>
                    </a:cubicBezTo>
                    <a:cubicBezTo>
                      <a:pt x="5338" y="0"/>
                      <a:pt x="6892" y="1553"/>
                      <a:pt x="6892" y="3446"/>
                    </a:cubicBezTo>
                    <a:lnTo>
                      <a:pt x="6892" y="43724"/>
                    </a:lnTo>
                    <a:cubicBezTo>
                      <a:pt x="6892" y="55587"/>
                      <a:pt x="31127" y="68326"/>
                      <a:pt x="67196" y="68326"/>
                    </a:cubicBezTo>
                    <a:cubicBezTo>
                      <a:pt x="103265" y="68326"/>
                      <a:pt x="127500" y="55615"/>
                      <a:pt x="127500" y="43724"/>
                    </a:cubicBezTo>
                    <a:lnTo>
                      <a:pt x="127500" y="3446"/>
                    </a:lnTo>
                    <a:cubicBezTo>
                      <a:pt x="127500" y="1553"/>
                      <a:pt x="129054" y="0"/>
                      <a:pt x="130946" y="0"/>
                    </a:cubicBezTo>
                    <a:cubicBezTo>
                      <a:pt x="132839" y="0"/>
                      <a:pt x="134392" y="1553"/>
                      <a:pt x="134392" y="3446"/>
                    </a:cubicBezTo>
                    <a:lnTo>
                      <a:pt x="134392" y="43724"/>
                    </a:lnTo>
                    <a:cubicBezTo>
                      <a:pt x="134392" y="61377"/>
                      <a:pt x="104875" y="75189"/>
                      <a:pt x="67196" y="75189"/>
                    </a:cubicBezTo>
                    <a:close/>
                  </a:path>
                </a:pathLst>
              </a:custGeom>
              <a:solidFill>
                <a:srgbClr val="01355A"/>
              </a:solidFill>
              <a:ln w="2824" cap="flat">
                <a:noFill/>
                <a:prstDash val="solid"/>
                <a:miter/>
              </a:ln>
            </p:spPr>
            <p:txBody>
              <a:bodyPr rtlCol="1" anchor="ctr"/>
              <a:lstStyle/>
              <a:p>
                <a:endParaRPr lang="ar-SA"/>
              </a:p>
            </p:txBody>
          </p:sp>
          <p:sp>
            <p:nvSpPr>
              <p:cNvPr id="7401" name="شكل حر: شكل 8300">
                <a:extLst>
                  <a:ext uri="{FF2B5EF4-FFF2-40B4-BE49-F238E27FC236}">
                    <a16:creationId xmlns:a16="http://schemas.microsoft.com/office/drawing/2014/main" id="{C15D5F1F-F536-12BF-3EF8-E794552D8B1B}"/>
                  </a:ext>
                </a:extLst>
              </p:cNvPr>
              <p:cNvSpPr/>
              <p:nvPr/>
            </p:nvSpPr>
            <p:spPr>
              <a:xfrm>
                <a:off x="3551196" y="1030366"/>
                <a:ext cx="65841" cy="72054"/>
              </a:xfrm>
              <a:custGeom>
                <a:avLst/>
                <a:gdLst>
                  <a:gd name="connsiteX0" fmla="*/ 62394 w 65841"/>
                  <a:gd name="connsiteY0" fmla="*/ 72054 h 72054"/>
                  <a:gd name="connsiteX1" fmla="*/ 62281 w 65841"/>
                  <a:gd name="connsiteY1" fmla="*/ 72054 h 72054"/>
                  <a:gd name="connsiteX2" fmla="*/ 0 w 65841"/>
                  <a:gd name="connsiteY2" fmla="*/ 40645 h 72054"/>
                  <a:gd name="connsiteX3" fmla="*/ 0 w 65841"/>
                  <a:gd name="connsiteY3" fmla="*/ 3446 h 72054"/>
                  <a:gd name="connsiteX4" fmla="*/ 3446 w 65841"/>
                  <a:gd name="connsiteY4" fmla="*/ 0 h 72054"/>
                  <a:gd name="connsiteX5" fmla="*/ 6892 w 65841"/>
                  <a:gd name="connsiteY5" fmla="*/ 3446 h 72054"/>
                  <a:gd name="connsiteX6" fmla="*/ 6892 w 65841"/>
                  <a:gd name="connsiteY6" fmla="*/ 40645 h 72054"/>
                  <a:gd name="connsiteX7" fmla="*/ 62507 w 65841"/>
                  <a:gd name="connsiteY7" fmla="*/ 65162 h 72054"/>
                  <a:gd name="connsiteX8" fmla="*/ 65840 w 65841"/>
                  <a:gd name="connsiteY8" fmla="*/ 68721 h 72054"/>
                  <a:gd name="connsiteX9" fmla="*/ 62394 w 65841"/>
                  <a:gd name="connsiteY9" fmla="*/ 72054 h 72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841" h="72054">
                    <a:moveTo>
                      <a:pt x="62394" y="72054"/>
                    </a:moveTo>
                    <a:cubicBezTo>
                      <a:pt x="62394" y="72054"/>
                      <a:pt x="62309" y="72054"/>
                      <a:pt x="62281" y="72054"/>
                    </a:cubicBezTo>
                    <a:cubicBezTo>
                      <a:pt x="26777" y="70896"/>
                      <a:pt x="0" y="57395"/>
                      <a:pt x="0" y="40645"/>
                    </a:cubicBezTo>
                    <a:lnTo>
                      <a:pt x="0" y="3446"/>
                    </a:lnTo>
                    <a:cubicBezTo>
                      <a:pt x="0" y="1553"/>
                      <a:pt x="1554" y="0"/>
                      <a:pt x="3446" y="0"/>
                    </a:cubicBezTo>
                    <a:cubicBezTo>
                      <a:pt x="5338" y="0"/>
                      <a:pt x="6892" y="1553"/>
                      <a:pt x="6892" y="3446"/>
                    </a:cubicBezTo>
                    <a:lnTo>
                      <a:pt x="6892" y="40645"/>
                    </a:lnTo>
                    <a:cubicBezTo>
                      <a:pt x="6892" y="53158"/>
                      <a:pt x="31833" y="64145"/>
                      <a:pt x="62507" y="65162"/>
                    </a:cubicBezTo>
                    <a:cubicBezTo>
                      <a:pt x="64400" y="65219"/>
                      <a:pt x="65897" y="66829"/>
                      <a:pt x="65840" y="68721"/>
                    </a:cubicBezTo>
                    <a:cubicBezTo>
                      <a:pt x="65784" y="70585"/>
                      <a:pt x="64258" y="72054"/>
                      <a:pt x="62394" y="72054"/>
                    </a:cubicBezTo>
                    <a:close/>
                  </a:path>
                </a:pathLst>
              </a:custGeom>
              <a:solidFill>
                <a:srgbClr val="01355A"/>
              </a:solidFill>
              <a:ln w="2824" cap="flat">
                <a:noFill/>
                <a:prstDash val="solid"/>
                <a:miter/>
              </a:ln>
            </p:spPr>
            <p:txBody>
              <a:bodyPr rtlCol="1" anchor="ctr"/>
              <a:lstStyle/>
              <a:p>
                <a:endParaRPr lang="ar-SA"/>
              </a:p>
            </p:txBody>
          </p:sp>
          <p:sp>
            <p:nvSpPr>
              <p:cNvPr id="7402" name="شكل حر: شكل 8301">
                <a:extLst>
                  <a:ext uri="{FF2B5EF4-FFF2-40B4-BE49-F238E27FC236}">
                    <a16:creationId xmlns:a16="http://schemas.microsoft.com/office/drawing/2014/main" id="{A8190B20-A80C-ABB6-7A3D-327D53600E60}"/>
                  </a:ext>
                </a:extLst>
              </p:cNvPr>
              <p:cNvSpPr/>
              <p:nvPr/>
            </p:nvSpPr>
            <p:spPr>
              <a:xfrm>
                <a:off x="3551196" y="1066040"/>
                <a:ext cx="57578" cy="71545"/>
              </a:xfrm>
              <a:custGeom>
                <a:avLst/>
                <a:gdLst>
                  <a:gd name="connsiteX0" fmla="*/ 54147 w 57578"/>
                  <a:gd name="connsiteY0" fmla="*/ 71517 h 71545"/>
                  <a:gd name="connsiteX1" fmla="*/ 53836 w 57578"/>
                  <a:gd name="connsiteY1" fmla="*/ 71517 h 71545"/>
                  <a:gd name="connsiteX2" fmla="*/ 0 w 57578"/>
                  <a:gd name="connsiteY2" fmla="*/ 40673 h 71545"/>
                  <a:gd name="connsiteX3" fmla="*/ 0 w 57578"/>
                  <a:gd name="connsiteY3" fmla="*/ 3446 h 71545"/>
                  <a:gd name="connsiteX4" fmla="*/ 3446 w 57578"/>
                  <a:gd name="connsiteY4" fmla="*/ 0 h 71545"/>
                  <a:gd name="connsiteX5" fmla="*/ 6892 w 57578"/>
                  <a:gd name="connsiteY5" fmla="*/ 3446 h 71545"/>
                  <a:gd name="connsiteX6" fmla="*/ 6892 w 57578"/>
                  <a:gd name="connsiteY6" fmla="*/ 40673 h 71545"/>
                  <a:gd name="connsiteX7" fmla="*/ 54457 w 57578"/>
                  <a:gd name="connsiteY7" fmla="*/ 64654 h 71545"/>
                  <a:gd name="connsiteX8" fmla="*/ 57564 w 57578"/>
                  <a:gd name="connsiteY8" fmla="*/ 68411 h 71545"/>
                  <a:gd name="connsiteX9" fmla="*/ 54147 w 57578"/>
                  <a:gd name="connsiteY9" fmla="*/ 71546 h 71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7578" h="71545">
                    <a:moveTo>
                      <a:pt x="54147" y="71517"/>
                    </a:moveTo>
                    <a:cubicBezTo>
                      <a:pt x="54147" y="71517"/>
                      <a:pt x="53949" y="71517"/>
                      <a:pt x="53836" y="71517"/>
                    </a:cubicBezTo>
                    <a:cubicBezTo>
                      <a:pt x="22145" y="68636"/>
                      <a:pt x="0" y="55926"/>
                      <a:pt x="0" y="40673"/>
                    </a:cubicBezTo>
                    <a:lnTo>
                      <a:pt x="0" y="3446"/>
                    </a:lnTo>
                    <a:cubicBezTo>
                      <a:pt x="0" y="1553"/>
                      <a:pt x="1554" y="0"/>
                      <a:pt x="3446" y="0"/>
                    </a:cubicBezTo>
                    <a:cubicBezTo>
                      <a:pt x="5338" y="0"/>
                      <a:pt x="6892" y="1553"/>
                      <a:pt x="6892" y="3446"/>
                    </a:cubicBezTo>
                    <a:lnTo>
                      <a:pt x="6892" y="40673"/>
                    </a:lnTo>
                    <a:cubicBezTo>
                      <a:pt x="6892" y="51887"/>
                      <a:pt x="27342" y="62196"/>
                      <a:pt x="54457" y="64654"/>
                    </a:cubicBezTo>
                    <a:cubicBezTo>
                      <a:pt x="56350" y="64823"/>
                      <a:pt x="57734" y="66518"/>
                      <a:pt x="57564" y="68411"/>
                    </a:cubicBezTo>
                    <a:cubicBezTo>
                      <a:pt x="57395" y="70190"/>
                      <a:pt x="55898" y="71546"/>
                      <a:pt x="54147" y="71546"/>
                    </a:cubicBezTo>
                    <a:close/>
                  </a:path>
                </a:pathLst>
              </a:custGeom>
              <a:solidFill>
                <a:srgbClr val="01355A"/>
              </a:solidFill>
              <a:ln w="2824" cap="flat">
                <a:noFill/>
                <a:prstDash val="solid"/>
                <a:miter/>
              </a:ln>
            </p:spPr>
            <p:txBody>
              <a:bodyPr rtlCol="1" anchor="ctr"/>
              <a:lstStyle/>
              <a:p>
                <a:endParaRPr lang="ar-SA"/>
              </a:p>
            </p:txBody>
          </p:sp>
          <p:sp>
            <p:nvSpPr>
              <p:cNvPr id="7403" name="شكل حر: شكل 8302">
                <a:extLst>
                  <a:ext uri="{FF2B5EF4-FFF2-40B4-BE49-F238E27FC236}">
                    <a16:creationId xmlns:a16="http://schemas.microsoft.com/office/drawing/2014/main" id="{A71DFE47-7FD3-B9B9-7C41-F3D0C92A792A}"/>
                  </a:ext>
                </a:extLst>
              </p:cNvPr>
              <p:cNvSpPr/>
              <p:nvPr/>
            </p:nvSpPr>
            <p:spPr>
              <a:xfrm>
                <a:off x="3551168" y="1101714"/>
                <a:ext cx="64120" cy="71997"/>
              </a:xfrm>
              <a:custGeom>
                <a:avLst/>
                <a:gdLst>
                  <a:gd name="connsiteX0" fmla="*/ 60699 w 64120"/>
                  <a:gd name="connsiteY0" fmla="*/ 71969 h 71997"/>
                  <a:gd name="connsiteX1" fmla="*/ 60530 w 64120"/>
                  <a:gd name="connsiteY1" fmla="*/ 71969 h 71997"/>
                  <a:gd name="connsiteX2" fmla="*/ 0 w 64120"/>
                  <a:gd name="connsiteY2" fmla="*/ 40645 h 71997"/>
                  <a:gd name="connsiteX3" fmla="*/ 0 w 64120"/>
                  <a:gd name="connsiteY3" fmla="*/ 3446 h 71997"/>
                  <a:gd name="connsiteX4" fmla="*/ 3446 w 64120"/>
                  <a:gd name="connsiteY4" fmla="*/ 0 h 71997"/>
                  <a:gd name="connsiteX5" fmla="*/ 6892 w 64120"/>
                  <a:gd name="connsiteY5" fmla="*/ 3446 h 71997"/>
                  <a:gd name="connsiteX6" fmla="*/ 6892 w 64120"/>
                  <a:gd name="connsiteY6" fmla="*/ 40645 h 71997"/>
                  <a:gd name="connsiteX7" fmla="*/ 60841 w 64120"/>
                  <a:gd name="connsiteY7" fmla="*/ 65106 h 71997"/>
                  <a:gd name="connsiteX8" fmla="*/ 64117 w 64120"/>
                  <a:gd name="connsiteY8" fmla="*/ 68693 h 71997"/>
                  <a:gd name="connsiteX9" fmla="*/ 60671 w 64120"/>
                  <a:gd name="connsiteY9" fmla="*/ 71998 h 71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120" h="71997">
                    <a:moveTo>
                      <a:pt x="60699" y="71969"/>
                    </a:moveTo>
                    <a:cubicBezTo>
                      <a:pt x="60699" y="71969"/>
                      <a:pt x="60586" y="71969"/>
                      <a:pt x="60530" y="71969"/>
                    </a:cubicBezTo>
                    <a:cubicBezTo>
                      <a:pt x="25449" y="70416"/>
                      <a:pt x="0" y="57225"/>
                      <a:pt x="0" y="40645"/>
                    </a:cubicBezTo>
                    <a:lnTo>
                      <a:pt x="0" y="3446"/>
                    </a:lnTo>
                    <a:cubicBezTo>
                      <a:pt x="0" y="1554"/>
                      <a:pt x="1553" y="0"/>
                      <a:pt x="3446" y="0"/>
                    </a:cubicBezTo>
                    <a:cubicBezTo>
                      <a:pt x="5338" y="0"/>
                      <a:pt x="6892" y="1554"/>
                      <a:pt x="6892" y="3446"/>
                    </a:cubicBezTo>
                    <a:lnTo>
                      <a:pt x="6892" y="40645"/>
                    </a:lnTo>
                    <a:cubicBezTo>
                      <a:pt x="6892" y="52791"/>
                      <a:pt x="31098" y="63778"/>
                      <a:pt x="60841" y="65106"/>
                    </a:cubicBezTo>
                    <a:cubicBezTo>
                      <a:pt x="62733" y="65191"/>
                      <a:pt x="64202" y="66801"/>
                      <a:pt x="64117" y="68693"/>
                    </a:cubicBezTo>
                    <a:cubicBezTo>
                      <a:pt x="64032" y="70557"/>
                      <a:pt x="62507" y="71998"/>
                      <a:pt x="60671" y="71998"/>
                    </a:cubicBezTo>
                    <a:close/>
                  </a:path>
                </a:pathLst>
              </a:custGeom>
              <a:solidFill>
                <a:srgbClr val="01355A"/>
              </a:solidFill>
              <a:ln w="2824" cap="flat">
                <a:noFill/>
                <a:prstDash val="solid"/>
                <a:miter/>
              </a:ln>
            </p:spPr>
            <p:txBody>
              <a:bodyPr rtlCol="1" anchor="ctr"/>
              <a:lstStyle/>
              <a:p>
                <a:endParaRPr lang="ar-SA"/>
              </a:p>
            </p:txBody>
          </p:sp>
        </p:grpSp>
        <p:grpSp>
          <p:nvGrpSpPr>
            <p:cNvPr id="7395" name="رسم 8014">
              <a:extLst>
                <a:ext uri="{FF2B5EF4-FFF2-40B4-BE49-F238E27FC236}">
                  <a16:creationId xmlns:a16="http://schemas.microsoft.com/office/drawing/2014/main" id="{75AE5347-C010-DAF3-C614-EE760B6A9123}"/>
                </a:ext>
              </a:extLst>
            </p:cNvPr>
            <p:cNvGrpSpPr/>
            <p:nvPr/>
          </p:nvGrpSpPr>
          <p:grpSpPr>
            <a:xfrm>
              <a:off x="3626555" y="1068045"/>
              <a:ext cx="137047" cy="137046"/>
              <a:chOff x="3626555" y="1068045"/>
              <a:chExt cx="137047" cy="137046"/>
            </a:xfrm>
            <a:solidFill>
              <a:srgbClr val="17A3A3"/>
            </a:solidFill>
          </p:grpSpPr>
          <p:sp>
            <p:nvSpPr>
              <p:cNvPr id="7396" name="شكل حر: شكل 8304">
                <a:extLst>
                  <a:ext uri="{FF2B5EF4-FFF2-40B4-BE49-F238E27FC236}">
                    <a16:creationId xmlns:a16="http://schemas.microsoft.com/office/drawing/2014/main" id="{7A957CE5-2BA7-E416-5FFB-2E42AA083EF0}"/>
                  </a:ext>
                </a:extLst>
              </p:cNvPr>
              <p:cNvSpPr/>
              <p:nvPr/>
            </p:nvSpPr>
            <p:spPr>
              <a:xfrm>
                <a:off x="3626555" y="1068045"/>
                <a:ext cx="137047" cy="137046"/>
              </a:xfrm>
              <a:custGeom>
                <a:avLst/>
                <a:gdLst>
                  <a:gd name="connsiteX0" fmla="*/ 68524 w 137047"/>
                  <a:gd name="connsiteY0" fmla="*/ 137047 h 137046"/>
                  <a:gd name="connsiteX1" fmla="*/ 0 w 137047"/>
                  <a:gd name="connsiteY1" fmla="*/ 68524 h 137046"/>
                  <a:gd name="connsiteX2" fmla="*/ 68524 w 137047"/>
                  <a:gd name="connsiteY2" fmla="*/ 0 h 137046"/>
                  <a:gd name="connsiteX3" fmla="*/ 137047 w 137047"/>
                  <a:gd name="connsiteY3" fmla="*/ 68524 h 137046"/>
                  <a:gd name="connsiteX4" fmla="*/ 68524 w 137047"/>
                  <a:gd name="connsiteY4" fmla="*/ 137047 h 137046"/>
                  <a:gd name="connsiteX5" fmla="*/ 68524 w 137047"/>
                  <a:gd name="connsiteY5" fmla="*/ 6864 h 137046"/>
                  <a:gd name="connsiteX6" fmla="*/ 6892 w 137047"/>
                  <a:gd name="connsiteY6" fmla="*/ 68524 h 137046"/>
                  <a:gd name="connsiteX7" fmla="*/ 68524 w 137047"/>
                  <a:gd name="connsiteY7" fmla="*/ 130155 h 137046"/>
                  <a:gd name="connsiteX8" fmla="*/ 130155 w 137047"/>
                  <a:gd name="connsiteY8" fmla="*/ 68524 h 137046"/>
                  <a:gd name="connsiteX9" fmla="*/ 68524 w 137047"/>
                  <a:gd name="connsiteY9" fmla="*/ 6864 h 137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7047" h="137046">
                    <a:moveTo>
                      <a:pt x="68524" y="137047"/>
                    </a:moveTo>
                    <a:cubicBezTo>
                      <a:pt x="30731" y="137047"/>
                      <a:pt x="0" y="106316"/>
                      <a:pt x="0" y="68524"/>
                    </a:cubicBezTo>
                    <a:cubicBezTo>
                      <a:pt x="0" y="30731"/>
                      <a:pt x="30731" y="0"/>
                      <a:pt x="68524" y="0"/>
                    </a:cubicBezTo>
                    <a:cubicBezTo>
                      <a:pt x="106316" y="0"/>
                      <a:pt x="137047" y="30759"/>
                      <a:pt x="137047" y="68524"/>
                    </a:cubicBezTo>
                    <a:cubicBezTo>
                      <a:pt x="137047" y="106288"/>
                      <a:pt x="106316" y="137047"/>
                      <a:pt x="68524" y="137047"/>
                    </a:cubicBezTo>
                    <a:close/>
                    <a:moveTo>
                      <a:pt x="68524" y="6864"/>
                    </a:moveTo>
                    <a:cubicBezTo>
                      <a:pt x="34544" y="6864"/>
                      <a:pt x="6892" y="34516"/>
                      <a:pt x="6892" y="68524"/>
                    </a:cubicBezTo>
                    <a:cubicBezTo>
                      <a:pt x="6892" y="102531"/>
                      <a:pt x="34544" y="130155"/>
                      <a:pt x="68524" y="130155"/>
                    </a:cubicBezTo>
                    <a:cubicBezTo>
                      <a:pt x="102503" y="130155"/>
                      <a:pt x="130155" y="102503"/>
                      <a:pt x="130155" y="68524"/>
                    </a:cubicBezTo>
                    <a:cubicBezTo>
                      <a:pt x="130155" y="34544"/>
                      <a:pt x="102503" y="6864"/>
                      <a:pt x="68524" y="6864"/>
                    </a:cubicBezTo>
                    <a:close/>
                  </a:path>
                </a:pathLst>
              </a:custGeom>
              <a:solidFill>
                <a:srgbClr val="17A3A3"/>
              </a:solidFill>
              <a:ln w="2824" cap="flat">
                <a:noFill/>
                <a:prstDash val="solid"/>
                <a:miter/>
              </a:ln>
            </p:spPr>
            <p:txBody>
              <a:bodyPr rtlCol="1" anchor="ctr"/>
              <a:lstStyle/>
              <a:p>
                <a:endParaRPr lang="ar-SA"/>
              </a:p>
            </p:txBody>
          </p:sp>
          <p:sp>
            <p:nvSpPr>
              <p:cNvPr id="7397" name="شكل حر: شكل 8305">
                <a:extLst>
                  <a:ext uri="{FF2B5EF4-FFF2-40B4-BE49-F238E27FC236}">
                    <a16:creationId xmlns:a16="http://schemas.microsoft.com/office/drawing/2014/main" id="{BE74372D-00A0-7915-66D8-A94A846A24F4}"/>
                  </a:ext>
                </a:extLst>
              </p:cNvPr>
              <p:cNvSpPr/>
              <p:nvPr/>
            </p:nvSpPr>
            <p:spPr>
              <a:xfrm>
                <a:off x="3651665" y="1093127"/>
                <a:ext cx="86826" cy="86826"/>
              </a:xfrm>
              <a:custGeom>
                <a:avLst/>
                <a:gdLst>
                  <a:gd name="connsiteX0" fmla="*/ 43413 w 86826"/>
                  <a:gd name="connsiteY0" fmla="*/ 86827 h 86826"/>
                  <a:gd name="connsiteX1" fmla="*/ 0 w 86826"/>
                  <a:gd name="connsiteY1" fmla="*/ 43413 h 86826"/>
                  <a:gd name="connsiteX2" fmla="*/ 43413 w 86826"/>
                  <a:gd name="connsiteY2" fmla="*/ 0 h 86826"/>
                  <a:gd name="connsiteX3" fmla="*/ 46859 w 86826"/>
                  <a:gd name="connsiteY3" fmla="*/ 3446 h 86826"/>
                  <a:gd name="connsiteX4" fmla="*/ 43413 w 86826"/>
                  <a:gd name="connsiteY4" fmla="*/ 6892 h 86826"/>
                  <a:gd name="connsiteX5" fmla="*/ 6892 w 86826"/>
                  <a:gd name="connsiteY5" fmla="*/ 43413 h 86826"/>
                  <a:gd name="connsiteX6" fmla="*/ 43413 w 86826"/>
                  <a:gd name="connsiteY6" fmla="*/ 79935 h 86826"/>
                  <a:gd name="connsiteX7" fmla="*/ 79935 w 86826"/>
                  <a:gd name="connsiteY7" fmla="*/ 43413 h 86826"/>
                  <a:gd name="connsiteX8" fmla="*/ 83381 w 86826"/>
                  <a:gd name="connsiteY8" fmla="*/ 39967 h 86826"/>
                  <a:gd name="connsiteX9" fmla="*/ 86827 w 86826"/>
                  <a:gd name="connsiteY9" fmla="*/ 43413 h 86826"/>
                  <a:gd name="connsiteX10" fmla="*/ 43413 w 86826"/>
                  <a:gd name="connsiteY10" fmla="*/ 86827 h 86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826" h="86826">
                    <a:moveTo>
                      <a:pt x="43413" y="86827"/>
                    </a:moveTo>
                    <a:cubicBezTo>
                      <a:pt x="19489" y="86827"/>
                      <a:pt x="0" y="67365"/>
                      <a:pt x="0" y="43413"/>
                    </a:cubicBezTo>
                    <a:cubicBezTo>
                      <a:pt x="0" y="19461"/>
                      <a:pt x="19461" y="0"/>
                      <a:pt x="43413" y="0"/>
                    </a:cubicBezTo>
                    <a:cubicBezTo>
                      <a:pt x="45306" y="0"/>
                      <a:pt x="46859" y="1553"/>
                      <a:pt x="46859" y="3446"/>
                    </a:cubicBezTo>
                    <a:cubicBezTo>
                      <a:pt x="46859" y="5338"/>
                      <a:pt x="45306" y="6892"/>
                      <a:pt x="43413" y="6892"/>
                    </a:cubicBezTo>
                    <a:cubicBezTo>
                      <a:pt x="23274" y="6892"/>
                      <a:pt x="6892" y="23274"/>
                      <a:pt x="6892" y="43413"/>
                    </a:cubicBezTo>
                    <a:cubicBezTo>
                      <a:pt x="6892" y="63552"/>
                      <a:pt x="23274" y="79935"/>
                      <a:pt x="43413" y="79935"/>
                    </a:cubicBezTo>
                    <a:cubicBezTo>
                      <a:pt x="63552" y="79935"/>
                      <a:pt x="79935" y="63552"/>
                      <a:pt x="79935" y="43413"/>
                    </a:cubicBezTo>
                    <a:cubicBezTo>
                      <a:pt x="79935" y="41521"/>
                      <a:pt x="81488" y="39967"/>
                      <a:pt x="83381" y="39967"/>
                    </a:cubicBezTo>
                    <a:cubicBezTo>
                      <a:pt x="85273" y="39967"/>
                      <a:pt x="86827" y="41521"/>
                      <a:pt x="86827" y="43413"/>
                    </a:cubicBezTo>
                    <a:cubicBezTo>
                      <a:pt x="86827" y="67337"/>
                      <a:pt x="67366" y="86827"/>
                      <a:pt x="43413" y="86827"/>
                    </a:cubicBezTo>
                    <a:close/>
                  </a:path>
                </a:pathLst>
              </a:custGeom>
              <a:solidFill>
                <a:srgbClr val="17A3A3"/>
              </a:solidFill>
              <a:ln w="2824" cap="flat">
                <a:noFill/>
                <a:prstDash val="solid"/>
                <a:miter/>
              </a:ln>
            </p:spPr>
            <p:txBody>
              <a:bodyPr rtlCol="1" anchor="ctr"/>
              <a:lstStyle/>
              <a:p>
                <a:endParaRPr lang="ar-SA"/>
              </a:p>
            </p:txBody>
          </p:sp>
        </p:grpSp>
      </p:grpSp>
      <p:grpSp>
        <p:nvGrpSpPr>
          <p:cNvPr id="7408" name="رسم 8014">
            <a:extLst>
              <a:ext uri="{FF2B5EF4-FFF2-40B4-BE49-F238E27FC236}">
                <a16:creationId xmlns:a16="http://schemas.microsoft.com/office/drawing/2014/main" id="{3AB924C5-E3D0-FA61-5D47-B26E8B3B970E}"/>
              </a:ext>
            </a:extLst>
          </p:cNvPr>
          <p:cNvGrpSpPr/>
          <p:nvPr/>
        </p:nvGrpSpPr>
        <p:grpSpPr>
          <a:xfrm>
            <a:off x="8546452" y="2474013"/>
            <a:ext cx="237367" cy="203171"/>
            <a:chOff x="9297002" y="1323469"/>
            <a:chExt cx="283725" cy="257768"/>
          </a:xfrm>
        </p:grpSpPr>
        <p:grpSp>
          <p:nvGrpSpPr>
            <p:cNvPr id="7409" name="رسم 8014">
              <a:extLst>
                <a:ext uri="{FF2B5EF4-FFF2-40B4-BE49-F238E27FC236}">
                  <a16:creationId xmlns:a16="http://schemas.microsoft.com/office/drawing/2014/main" id="{D374A425-D51B-24CA-0803-84B8FE0D0D37}"/>
                </a:ext>
              </a:extLst>
            </p:cNvPr>
            <p:cNvGrpSpPr/>
            <p:nvPr/>
          </p:nvGrpSpPr>
          <p:grpSpPr>
            <a:xfrm>
              <a:off x="9297002" y="1412612"/>
              <a:ext cx="283725" cy="168625"/>
              <a:chOff x="9297002" y="1412612"/>
              <a:chExt cx="283725" cy="168625"/>
            </a:xfrm>
          </p:grpSpPr>
          <p:sp>
            <p:nvSpPr>
              <p:cNvPr id="7413" name="شكل حر: شكل 8308">
                <a:extLst>
                  <a:ext uri="{FF2B5EF4-FFF2-40B4-BE49-F238E27FC236}">
                    <a16:creationId xmlns:a16="http://schemas.microsoft.com/office/drawing/2014/main" id="{C03415A3-974C-A752-A1B4-44F2F5A9CA07}"/>
                  </a:ext>
                </a:extLst>
              </p:cNvPr>
              <p:cNvSpPr/>
              <p:nvPr/>
            </p:nvSpPr>
            <p:spPr>
              <a:xfrm>
                <a:off x="9297002" y="1412612"/>
                <a:ext cx="283725" cy="168625"/>
              </a:xfrm>
              <a:custGeom>
                <a:avLst/>
                <a:gdLst>
                  <a:gd name="connsiteX0" fmla="*/ 280280 w 283725"/>
                  <a:gd name="connsiteY0" fmla="*/ 168625 h 168625"/>
                  <a:gd name="connsiteX1" fmla="*/ 3446 w 283725"/>
                  <a:gd name="connsiteY1" fmla="*/ 168625 h 168625"/>
                  <a:gd name="connsiteX2" fmla="*/ 0 w 283725"/>
                  <a:gd name="connsiteY2" fmla="*/ 165179 h 168625"/>
                  <a:gd name="connsiteX3" fmla="*/ 0 w 283725"/>
                  <a:gd name="connsiteY3" fmla="*/ 3446 h 168625"/>
                  <a:gd name="connsiteX4" fmla="*/ 3446 w 283725"/>
                  <a:gd name="connsiteY4" fmla="*/ 0 h 168625"/>
                  <a:gd name="connsiteX5" fmla="*/ 280280 w 283725"/>
                  <a:gd name="connsiteY5" fmla="*/ 0 h 168625"/>
                  <a:gd name="connsiteX6" fmla="*/ 283726 w 283725"/>
                  <a:gd name="connsiteY6" fmla="*/ 3446 h 168625"/>
                  <a:gd name="connsiteX7" fmla="*/ 283726 w 283725"/>
                  <a:gd name="connsiteY7" fmla="*/ 165179 h 168625"/>
                  <a:gd name="connsiteX8" fmla="*/ 280280 w 283725"/>
                  <a:gd name="connsiteY8" fmla="*/ 168625 h 168625"/>
                  <a:gd name="connsiteX9" fmla="*/ 6892 w 283725"/>
                  <a:gd name="connsiteY9" fmla="*/ 161734 h 168625"/>
                  <a:gd name="connsiteX10" fmla="*/ 276834 w 283725"/>
                  <a:gd name="connsiteY10" fmla="*/ 161734 h 168625"/>
                  <a:gd name="connsiteX11" fmla="*/ 276834 w 283725"/>
                  <a:gd name="connsiteY11" fmla="*/ 6892 h 168625"/>
                  <a:gd name="connsiteX12" fmla="*/ 6892 w 283725"/>
                  <a:gd name="connsiteY12" fmla="*/ 6892 h 168625"/>
                  <a:gd name="connsiteX13" fmla="*/ 6892 w 283725"/>
                  <a:gd name="connsiteY13" fmla="*/ 161734 h 16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3725" h="168625">
                    <a:moveTo>
                      <a:pt x="280280" y="168625"/>
                    </a:moveTo>
                    <a:lnTo>
                      <a:pt x="3446" y="168625"/>
                    </a:lnTo>
                    <a:cubicBezTo>
                      <a:pt x="1554" y="168625"/>
                      <a:pt x="0" y="167072"/>
                      <a:pt x="0" y="165179"/>
                    </a:cubicBezTo>
                    <a:lnTo>
                      <a:pt x="0" y="3446"/>
                    </a:lnTo>
                    <a:cubicBezTo>
                      <a:pt x="0" y="1554"/>
                      <a:pt x="1554" y="0"/>
                      <a:pt x="3446" y="0"/>
                    </a:cubicBezTo>
                    <a:lnTo>
                      <a:pt x="280280" y="0"/>
                    </a:lnTo>
                    <a:cubicBezTo>
                      <a:pt x="282172" y="0"/>
                      <a:pt x="283726" y="1554"/>
                      <a:pt x="283726" y="3446"/>
                    </a:cubicBezTo>
                    <a:lnTo>
                      <a:pt x="283726" y="165179"/>
                    </a:lnTo>
                    <a:cubicBezTo>
                      <a:pt x="283726" y="167072"/>
                      <a:pt x="282172" y="168625"/>
                      <a:pt x="280280" y="168625"/>
                    </a:cubicBezTo>
                    <a:close/>
                    <a:moveTo>
                      <a:pt x="6892" y="161734"/>
                    </a:moveTo>
                    <a:lnTo>
                      <a:pt x="276834" y="161734"/>
                    </a:lnTo>
                    <a:lnTo>
                      <a:pt x="276834" y="6892"/>
                    </a:lnTo>
                    <a:lnTo>
                      <a:pt x="6892" y="6892"/>
                    </a:lnTo>
                    <a:lnTo>
                      <a:pt x="6892" y="161734"/>
                    </a:lnTo>
                    <a:close/>
                  </a:path>
                </a:pathLst>
              </a:custGeom>
              <a:solidFill>
                <a:srgbClr val="01355A"/>
              </a:solidFill>
              <a:ln w="2824" cap="flat">
                <a:noFill/>
                <a:prstDash val="solid"/>
                <a:miter/>
              </a:ln>
            </p:spPr>
            <p:txBody>
              <a:bodyPr rtlCol="1" anchor="ctr"/>
              <a:lstStyle/>
              <a:p>
                <a:endParaRPr lang="ar-SA"/>
              </a:p>
            </p:txBody>
          </p:sp>
          <p:sp>
            <p:nvSpPr>
              <p:cNvPr id="7414" name="شكل حر: شكل 8309">
                <a:extLst>
                  <a:ext uri="{FF2B5EF4-FFF2-40B4-BE49-F238E27FC236}">
                    <a16:creationId xmlns:a16="http://schemas.microsoft.com/office/drawing/2014/main" id="{00515C13-BE70-6841-0031-557920BAF7D2}"/>
                  </a:ext>
                </a:extLst>
              </p:cNvPr>
              <p:cNvSpPr/>
              <p:nvPr/>
            </p:nvSpPr>
            <p:spPr>
              <a:xfrm>
                <a:off x="9323327" y="1438937"/>
                <a:ext cx="231103" cy="116004"/>
              </a:xfrm>
              <a:custGeom>
                <a:avLst/>
                <a:gdLst>
                  <a:gd name="connsiteX0" fmla="*/ 199865 w 231103"/>
                  <a:gd name="connsiteY0" fmla="*/ 116004 h 116004"/>
                  <a:gd name="connsiteX1" fmla="*/ 31267 w 231103"/>
                  <a:gd name="connsiteY1" fmla="*/ 116004 h 116004"/>
                  <a:gd name="connsiteX2" fmla="*/ 27821 w 231103"/>
                  <a:gd name="connsiteY2" fmla="*/ 112558 h 116004"/>
                  <a:gd name="connsiteX3" fmla="*/ 3446 w 231103"/>
                  <a:gd name="connsiteY3" fmla="*/ 88211 h 116004"/>
                  <a:gd name="connsiteX4" fmla="*/ 0 w 231103"/>
                  <a:gd name="connsiteY4" fmla="*/ 84765 h 116004"/>
                  <a:gd name="connsiteX5" fmla="*/ 0 w 231103"/>
                  <a:gd name="connsiteY5" fmla="*/ 31239 h 116004"/>
                  <a:gd name="connsiteX6" fmla="*/ 3446 w 231103"/>
                  <a:gd name="connsiteY6" fmla="*/ 27794 h 116004"/>
                  <a:gd name="connsiteX7" fmla="*/ 27821 w 231103"/>
                  <a:gd name="connsiteY7" fmla="*/ 3446 h 116004"/>
                  <a:gd name="connsiteX8" fmla="*/ 31267 w 231103"/>
                  <a:gd name="connsiteY8" fmla="*/ 0 h 116004"/>
                  <a:gd name="connsiteX9" fmla="*/ 199865 w 231103"/>
                  <a:gd name="connsiteY9" fmla="*/ 0 h 116004"/>
                  <a:gd name="connsiteX10" fmla="*/ 203311 w 231103"/>
                  <a:gd name="connsiteY10" fmla="*/ 3446 h 116004"/>
                  <a:gd name="connsiteX11" fmla="*/ 227658 w 231103"/>
                  <a:gd name="connsiteY11" fmla="*/ 27794 h 116004"/>
                  <a:gd name="connsiteX12" fmla="*/ 231104 w 231103"/>
                  <a:gd name="connsiteY12" fmla="*/ 31239 h 116004"/>
                  <a:gd name="connsiteX13" fmla="*/ 231104 w 231103"/>
                  <a:gd name="connsiteY13" fmla="*/ 84765 h 116004"/>
                  <a:gd name="connsiteX14" fmla="*/ 227658 w 231103"/>
                  <a:gd name="connsiteY14" fmla="*/ 88211 h 116004"/>
                  <a:gd name="connsiteX15" fmla="*/ 203311 w 231103"/>
                  <a:gd name="connsiteY15" fmla="*/ 112558 h 116004"/>
                  <a:gd name="connsiteX16" fmla="*/ 199865 w 231103"/>
                  <a:gd name="connsiteY16" fmla="*/ 116004 h 116004"/>
                  <a:gd name="connsiteX17" fmla="*/ 34516 w 231103"/>
                  <a:gd name="connsiteY17" fmla="*/ 109112 h 116004"/>
                  <a:gd name="connsiteX18" fmla="*/ 196616 w 231103"/>
                  <a:gd name="connsiteY18" fmla="*/ 109112 h 116004"/>
                  <a:gd name="connsiteX19" fmla="*/ 224240 w 231103"/>
                  <a:gd name="connsiteY19" fmla="*/ 81488 h 116004"/>
                  <a:gd name="connsiteX20" fmla="*/ 224240 w 231103"/>
                  <a:gd name="connsiteY20" fmla="*/ 34488 h 116004"/>
                  <a:gd name="connsiteX21" fmla="*/ 196616 w 231103"/>
                  <a:gd name="connsiteY21" fmla="*/ 6864 h 116004"/>
                  <a:gd name="connsiteX22" fmla="*/ 34516 w 231103"/>
                  <a:gd name="connsiteY22" fmla="*/ 6864 h 116004"/>
                  <a:gd name="connsiteX23" fmla="*/ 6892 w 231103"/>
                  <a:gd name="connsiteY23" fmla="*/ 34488 h 116004"/>
                  <a:gd name="connsiteX24" fmla="*/ 6892 w 231103"/>
                  <a:gd name="connsiteY24" fmla="*/ 81488 h 116004"/>
                  <a:gd name="connsiteX25" fmla="*/ 34516 w 231103"/>
                  <a:gd name="connsiteY25" fmla="*/ 109112 h 116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31103" h="116004">
                    <a:moveTo>
                      <a:pt x="199865" y="116004"/>
                    </a:moveTo>
                    <a:lnTo>
                      <a:pt x="31267" y="116004"/>
                    </a:lnTo>
                    <a:cubicBezTo>
                      <a:pt x="29375" y="116004"/>
                      <a:pt x="27821" y="114451"/>
                      <a:pt x="27821" y="112558"/>
                    </a:cubicBezTo>
                    <a:cubicBezTo>
                      <a:pt x="27821" y="99142"/>
                      <a:pt x="16891" y="88211"/>
                      <a:pt x="3446" y="88211"/>
                    </a:cubicBezTo>
                    <a:cubicBezTo>
                      <a:pt x="1553" y="88211"/>
                      <a:pt x="0" y="86657"/>
                      <a:pt x="0" y="84765"/>
                    </a:cubicBezTo>
                    <a:lnTo>
                      <a:pt x="0" y="31239"/>
                    </a:lnTo>
                    <a:cubicBezTo>
                      <a:pt x="0" y="29347"/>
                      <a:pt x="1553" y="27794"/>
                      <a:pt x="3446" y="27794"/>
                    </a:cubicBezTo>
                    <a:cubicBezTo>
                      <a:pt x="16891" y="27794"/>
                      <a:pt x="27821" y="16862"/>
                      <a:pt x="27821" y="3446"/>
                    </a:cubicBezTo>
                    <a:cubicBezTo>
                      <a:pt x="27821" y="1553"/>
                      <a:pt x="29375" y="0"/>
                      <a:pt x="31267" y="0"/>
                    </a:cubicBezTo>
                    <a:lnTo>
                      <a:pt x="199865" y="0"/>
                    </a:lnTo>
                    <a:cubicBezTo>
                      <a:pt x="201757" y="0"/>
                      <a:pt x="203311" y="1553"/>
                      <a:pt x="203311" y="3446"/>
                    </a:cubicBezTo>
                    <a:cubicBezTo>
                      <a:pt x="203311" y="16862"/>
                      <a:pt x="214241" y="27794"/>
                      <a:pt x="227658" y="27794"/>
                    </a:cubicBezTo>
                    <a:cubicBezTo>
                      <a:pt x="229551" y="27794"/>
                      <a:pt x="231104" y="29347"/>
                      <a:pt x="231104" y="31239"/>
                    </a:cubicBezTo>
                    <a:lnTo>
                      <a:pt x="231104" y="84765"/>
                    </a:lnTo>
                    <a:cubicBezTo>
                      <a:pt x="231104" y="86657"/>
                      <a:pt x="229551" y="88211"/>
                      <a:pt x="227658" y="88211"/>
                    </a:cubicBezTo>
                    <a:cubicBezTo>
                      <a:pt x="214241" y="88211"/>
                      <a:pt x="203311" y="99142"/>
                      <a:pt x="203311" y="112558"/>
                    </a:cubicBezTo>
                    <a:cubicBezTo>
                      <a:pt x="203311" y="114451"/>
                      <a:pt x="201757" y="116004"/>
                      <a:pt x="199865" y="116004"/>
                    </a:cubicBezTo>
                    <a:close/>
                    <a:moveTo>
                      <a:pt x="34516" y="109112"/>
                    </a:moveTo>
                    <a:lnTo>
                      <a:pt x="196616" y="109112"/>
                    </a:lnTo>
                    <a:cubicBezTo>
                      <a:pt x="198227" y="94622"/>
                      <a:pt x="209751" y="83098"/>
                      <a:pt x="224240" y="81488"/>
                    </a:cubicBezTo>
                    <a:lnTo>
                      <a:pt x="224240" y="34488"/>
                    </a:lnTo>
                    <a:cubicBezTo>
                      <a:pt x="209751" y="32906"/>
                      <a:pt x="198227" y="21354"/>
                      <a:pt x="196616" y="6864"/>
                    </a:cubicBezTo>
                    <a:lnTo>
                      <a:pt x="34516" y="6864"/>
                    </a:lnTo>
                    <a:cubicBezTo>
                      <a:pt x="32906" y="21354"/>
                      <a:pt x="21381" y="32878"/>
                      <a:pt x="6892" y="34488"/>
                    </a:cubicBezTo>
                    <a:lnTo>
                      <a:pt x="6892" y="81488"/>
                    </a:lnTo>
                    <a:cubicBezTo>
                      <a:pt x="21381" y="83070"/>
                      <a:pt x="32934" y="94622"/>
                      <a:pt x="34516" y="109112"/>
                    </a:cubicBezTo>
                    <a:close/>
                  </a:path>
                </a:pathLst>
              </a:custGeom>
              <a:solidFill>
                <a:srgbClr val="17A3A3"/>
              </a:solidFill>
              <a:ln w="2824" cap="flat">
                <a:noFill/>
                <a:prstDash val="solid"/>
                <a:miter/>
              </a:ln>
            </p:spPr>
            <p:txBody>
              <a:bodyPr rtlCol="1" anchor="ctr"/>
              <a:lstStyle/>
              <a:p>
                <a:endParaRPr lang="ar-SA"/>
              </a:p>
            </p:txBody>
          </p:sp>
          <p:sp>
            <p:nvSpPr>
              <p:cNvPr id="7415" name="شكل حر: شكل 8310">
                <a:extLst>
                  <a:ext uri="{FF2B5EF4-FFF2-40B4-BE49-F238E27FC236}">
                    <a16:creationId xmlns:a16="http://schemas.microsoft.com/office/drawing/2014/main" id="{0F8F4754-D213-0E71-A792-C42E4BBA254D}"/>
                  </a:ext>
                </a:extLst>
              </p:cNvPr>
              <p:cNvSpPr/>
              <p:nvPr/>
            </p:nvSpPr>
            <p:spPr>
              <a:xfrm>
                <a:off x="9404589" y="1462606"/>
                <a:ext cx="68579" cy="68579"/>
              </a:xfrm>
              <a:custGeom>
                <a:avLst/>
                <a:gdLst>
                  <a:gd name="connsiteX0" fmla="*/ 34290 w 68579"/>
                  <a:gd name="connsiteY0" fmla="*/ 68580 h 68579"/>
                  <a:gd name="connsiteX1" fmla="*/ 0 w 68579"/>
                  <a:gd name="connsiteY1" fmla="*/ 34290 h 68579"/>
                  <a:gd name="connsiteX2" fmla="*/ 34290 w 68579"/>
                  <a:gd name="connsiteY2" fmla="*/ 0 h 68579"/>
                  <a:gd name="connsiteX3" fmla="*/ 68579 w 68579"/>
                  <a:gd name="connsiteY3" fmla="*/ 34290 h 68579"/>
                  <a:gd name="connsiteX4" fmla="*/ 34290 w 68579"/>
                  <a:gd name="connsiteY4" fmla="*/ 68580 h 68579"/>
                  <a:gd name="connsiteX5" fmla="*/ 34290 w 68579"/>
                  <a:gd name="connsiteY5" fmla="*/ 6920 h 68579"/>
                  <a:gd name="connsiteX6" fmla="*/ 6892 w 68579"/>
                  <a:gd name="connsiteY6" fmla="*/ 34318 h 68579"/>
                  <a:gd name="connsiteX7" fmla="*/ 34290 w 68579"/>
                  <a:gd name="connsiteY7" fmla="*/ 61716 h 68579"/>
                  <a:gd name="connsiteX8" fmla="*/ 61688 w 68579"/>
                  <a:gd name="connsiteY8" fmla="*/ 34318 h 68579"/>
                  <a:gd name="connsiteX9" fmla="*/ 34290 w 68579"/>
                  <a:gd name="connsiteY9" fmla="*/ 6920 h 68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579" h="68579">
                    <a:moveTo>
                      <a:pt x="34290" y="68580"/>
                    </a:moveTo>
                    <a:cubicBezTo>
                      <a:pt x="15394" y="68580"/>
                      <a:pt x="0" y="53214"/>
                      <a:pt x="0" y="34290"/>
                    </a:cubicBezTo>
                    <a:cubicBezTo>
                      <a:pt x="0" y="15366"/>
                      <a:pt x="15365" y="0"/>
                      <a:pt x="34290" y="0"/>
                    </a:cubicBezTo>
                    <a:cubicBezTo>
                      <a:pt x="53214" y="0"/>
                      <a:pt x="68579" y="15366"/>
                      <a:pt x="68579" y="34290"/>
                    </a:cubicBezTo>
                    <a:cubicBezTo>
                      <a:pt x="68579" y="53214"/>
                      <a:pt x="53214" y="68580"/>
                      <a:pt x="34290" y="68580"/>
                    </a:cubicBezTo>
                    <a:close/>
                    <a:moveTo>
                      <a:pt x="34290" y="6920"/>
                    </a:moveTo>
                    <a:cubicBezTo>
                      <a:pt x="19178" y="6920"/>
                      <a:pt x="6892" y="19207"/>
                      <a:pt x="6892" y="34318"/>
                    </a:cubicBezTo>
                    <a:cubicBezTo>
                      <a:pt x="6892" y="49430"/>
                      <a:pt x="19178" y="61716"/>
                      <a:pt x="34290" y="61716"/>
                    </a:cubicBezTo>
                    <a:cubicBezTo>
                      <a:pt x="49401" y="61716"/>
                      <a:pt x="61688" y="49430"/>
                      <a:pt x="61688" y="34318"/>
                    </a:cubicBezTo>
                    <a:cubicBezTo>
                      <a:pt x="61688" y="19207"/>
                      <a:pt x="49401" y="6920"/>
                      <a:pt x="34290" y="6920"/>
                    </a:cubicBezTo>
                    <a:close/>
                  </a:path>
                </a:pathLst>
              </a:custGeom>
              <a:solidFill>
                <a:srgbClr val="17A3A3"/>
              </a:solidFill>
              <a:ln w="2824" cap="flat">
                <a:noFill/>
                <a:prstDash val="solid"/>
                <a:miter/>
              </a:ln>
            </p:spPr>
            <p:txBody>
              <a:bodyPr rtlCol="1" anchor="ctr"/>
              <a:lstStyle/>
              <a:p>
                <a:endParaRPr lang="ar-SA"/>
              </a:p>
            </p:txBody>
          </p:sp>
          <p:grpSp>
            <p:nvGrpSpPr>
              <p:cNvPr id="7416" name="رسم 8014">
                <a:extLst>
                  <a:ext uri="{FF2B5EF4-FFF2-40B4-BE49-F238E27FC236}">
                    <a16:creationId xmlns:a16="http://schemas.microsoft.com/office/drawing/2014/main" id="{BA3EC644-C699-EEB8-D794-BAB03B8D576F}"/>
                  </a:ext>
                </a:extLst>
              </p:cNvPr>
              <p:cNvGrpSpPr/>
              <p:nvPr/>
            </p:nvGrpSpPr>
            <p:grpSpPr>
              <a:xfrm>
                <a:off x="9356967" y="1493479"/>
                <a:ext cx="163795" cy="6891"/>
                <a:chOff x="9356967" y="1493479"/>
                <a:chExt cx="163795" cy="6891"/>
              </a:xfrm>
              <a:solidFill>
                <a:srgbClr val="17A3A3"/>
              </a:solidFill>
            </p:grpSpPr>
            <p:sp>
              <p:nvSpPr>
                <p:cNvPr id="7417" name="شكل حر: شكل 8312">
                  <a:extLst>
                    <a:ext uri="{FF2B5EF4-FFF2-40B4-BE49-F238E27FC236}">
                      <a16:creationId xmlns:a16="http://schemas.microsoft.com/office/drawing/2014/main" id="{B970162A-D60C-D82D-B880-13CA7CA12278}"/>
                    </a:ext>
                  </a:extLst>
                </p:cNvPr>
                <p:cNvSpPr/>
                <p:nvPr/>
              </p:nvSpPr>
              <p:spPr>
                <a:xfrm>
                  <a:off x="9495455" y="1493479"/>
                  <a:ext cx="25307" cy="6891"/>
                </a:xfrm>
                <a:custGeom>
                  <a:avLst/>
                  <a:gdLst>
                    <a:gd name="connsiteX0" fmla="*/ 21862 w 25307"/>
                    <a:gd name="connsiteY0" fmla="*/ 6892 h 6891"/>
                    <a:gd name="connsiteX1" fmla="*/ 3446 w 25307"/>
                    <a:gd name="connsiteY1" fmla="*/ 6892 h 6891"/>
                    <a:gd name="connsiteX2" fmla="*/ 0 w 25307"/>
                    <a:gd name="connsiteY2" fmla="*/ 3446 h 6891"/>
                    <a:gd name="connsiteX3" fmla="*/ 3446 w 25307"/>
                    <a:gd name="connsiteY3" fmla="*/ 0 h 6891"/>
                    <a:gd name="connsiteX4" fmla="*/ 21862 w 25307"/>
                    <a:gd name="connsiteY4" fmla="*/ 0 h 6891"/>
                    <a:gd name="connsiteX5" fmla="*/ 25308 w 25307"/>
                    <a:gd name="connsiteY5" fmla="*/ 3446 h 6891"/>
                    <a:gd name="connsiteX6" fmla="*/ 21862 w 25307"/>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307" h="6891">
                      <a:moveTo>
                        <a:pt x="21862" y="6892"/>
                      </a:moveTo>
                      <a:lnTo>
                        <a:pt x="3446" y="6892"/>
                      </a:lnTo>
                      <a:cubicBezTo>
                        <a:pt x="1554" y="6892"/>
                        <a:pt x="0" y="5338"/>
                        <a:pt x="0" y="3446"/>
                      </a:cubicBezTo>
                      <a:cubicBezTo>
                        <a:pt x="0" y="1553"/>
                        <a:pt x="1554" y="0"/>
                        <a:pt x="3446" y="0"/>
                      </a:cubicBezTo>
                      <a:lnTo>
                        <a:pt x="21862" y="0"/>
                      </a:lnTo>
                      <a:cubicBezTo>
                        <a:pt x="23754" y="0"/>
                        <a:pt x="25308" y="1553"/>
                        <a:pt x="25308" y="3446"/>
                      </a:cubicBezTo>
                      <a:cubicBezTo>
                        <a:pt x="25308" y="5338"/>
                        <a:pt x="23754" y="6892"/>
                        <a:pt x="21862" y="6892"/>
                      </a:cubicBezTo>
                      <a:close/>
                    </a:path>
                  </a:pathLst>
                </a:custGeom>
                <a:solidFill>
                  <a:srgbClr val="17A3A3"/>
                </a:solidFill>
                <a:ln w="2824" cap="flat">
                  <a:noFill/>
                  <a:prstDash val="solid"/>
                  <a:miter/>
                </a:ln>
              </p:spPr>
              <p:txBody>
                <a:bodyPr rtlCol="1" anchor="ctr"/>
                <a:lstStyle/>
                <a:p>
                  <a:endParaRPr lang="ar-SA"/>
                </a:p>
              </p:txBody>
            </p:sp>
            <p:sp>
              <p:nvSpPr>
                <p:cNvPr id="7418" name="شكل حر: شكل 8313">
                  <a:extLst>
                    <a:ext uri="{FF2B5EF4-FFF2-40B4-BE49-F238E27FC236}">
                      <a16:creationId xmlns:a16="http://schemas.microsoft.com/office/drawing/2014/main" id="{5F9D53F9-82CD-43CA-4A5C-6D9E9BED66F5}"/>
                    </a:ext>
                  </a:extLst>
                </p:cNvPr>
                <p:cNvSpPr/>
                <p:nvPr/>
              </p:nvSpPr>
              <p:spPr>
                <a:xfrm>
                  <a:off x="9356967" y="1493479"/>
                  <a:ext cx="25307" cy="6891"/>
                </a:xfrm>
                <a:custGeom>
                  <a:avLst/>
                  <a:gdLst>
                    <a:gd name="connsiteX0" fmla="*/ 21862 w 25307"/>
                    <a:gd name="connsiteY0" fmla="*/ 6892 h 6891"/>
                    <a:gd name="connsiteX1" fmla="*/ 3446 w 25307"/>
                    <a:gd name="connsiteY1" fmla="*/ 6892 h 6891"/>
                    <a:gd name="connsiteX2" fmla="*/ 0 w 25307"/>
                    <a:gd name="connsiteY2" fmla="*/ 3446 h 6891"/>
                    <a:gd name="connsiteX3" fmla="*/ 3446 w 25307"/>
                    <a:gd name="connsiteY3" fmla="*/ 0 h 6891"/>
                    <a:gd name="connsiteX4" fmla="*/ 21862 w 25307"/>
                    <a:gd name="connsiteY4" fmla="*/ 0 h 6891"/>
                    <a:gd name="connsiteX5" fmla="*/ 25308 w 25307"/>
                    <a:gd name="connsiteY5" fmla="*/ 3446 h 6891"/>
                    <a:gd name="connsiteX6" fmla="*/ 21862 w 25307"/>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307" h="6891">
                      <a:moveTo>
                        <a:pt x="21862" y="6892"/>
                      </a:moveTo>
                      <a:lnTo>
                        <a:pt x="3446" y="6892"/>
                      </a:lnTo>
                      <a:cubicBezTo>
                        <a:pt x="1554" y="6892"/>
                        <a:pt x="0" y="5338"/>
                        <a:pt x="0" y="3446"/>
                      </a:cubicBezTo>
                      <a:cubicBezTo>
                        <a:pt x="0" y="1553"/>
                        <a:pt x="1554" y="0"/>
                        <a:pt x="3446" y="0"/>
                      </a:cubicBezTo>
                      <a:lnTo>
                        <a:pt x="21862" y="0"/>
                      </a:lnTo>
                      <a:cubicBezTo>
                        <a:pt x="23754" y="0"/>
                        <a:pt x="25308" y="1553"/>
                        <a:pt x="25308" y="3446"/>
                      </a:cubicBezTo>
                      <a:cubicBezTo>
                        <a:pt x="25308" y="5338"/>
                        <a:pt x="23754" y="6892"/>
                        <a:pt x="21862" y="6892"/>
                      </a:cubicBezTo>
                      <a:close/>
                    </a:path>
                  </a:pathLst>
                </a:custGeom>
                <a:solidFill>
                  <a:srgbClr val="17A3A3"/>
                </a:solidFill>
                <a:ln w="2824" cap="flat">
                  <a:noFill/>
                  <a:prstDash val="solid"/>
                  <a:miter/>
                </a:ln>
              </p:spPr>
              <p:txBody>
                <a:bodyPr rtlCol="1" anchor="ctr"/>
                <a:lstStyle/>
                <a:p>
                  <a:endParaRPr lang="ar-SA"/>
                </a:p>
              </p:txBody>
            </p:sp>
          </p:grpSp>
        </p:grpSp>
        <p:sp>
          <p:nvSpPr>
            <p:cNvPr id="7410" name="شكل حر: شكل 8314">
              <a:extLst>
                <a:ext uri="{FF2B5EF4-FFF2-40B4-BE49-F238E27FC236}">
                  <a16:creationId xmlns:a16="http://schemas.microsoft.com/office/drawing/2014/main" id="{FB601038-41A6-F2D7-6DDB-6B0F0C55528F}"/>
                </a:ext>
              </a:extLst>
            </p:cNvPr>
            <p:cNvSpPr/>
            <p:nvPr/>
          </p:nvSpPr>
          <p:spPr>
            <a:xfrm>
              <a:off x="9311718" y="1382898"/>
              <a:ext cx="254294" cy="6891"/>
            </a:xfrm>
            <a:custGeom>
              <a:avLst/>
              <a:gdLst>
                <a:gd name="connsiteX0" fmla="*/ 250848 w 254294"/>
                <a:gd name="connsiteY0" fmla="*/ 6892 h 6891"/>
                <a:gd name="connsiteX1" fmla="*/ 3446 w 254294"/>
                <a:gd name="connsiteY1" fmla="*/ 6892 h 6891"/>
                <a:gd name="connsiteX2" fmla="*/ 0 w 254294"/>
                <a:gd name="connsiteY2" fmla="*/ 3446 h 6891"/>
                <a:gd name="connsiteX3" fmla="*/ 3446 w 254294"/>
                <a:gd name="connsiteY3" fmla="*/ 0 h 6891"/>
                <a:gd name="connsiteX4" fmla="*/ 250848 w 254294"/>
                <a:gd name="connsiteY4" fmla="*/ 0 h 6891"/>
                <a:gd name="connsiteX5" fmla="*/ 254294 w 254294"/>
                <a:gd name="connsiteY5" fmla="*/ 3446 h 6891"/>
                <a:gd name="connsiteX6" fmla="*/ 250848 w 254294"/>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294" h="6891">
                  <a:moveTo>
                    <a:pt x="250848" y="6892"/>
                  </a:moveTo>
                  <a:lnTo>
                    <a:pt x="3446" y="6892"/>
                  </a:lnTo>
                  <a:cubicBezTo>
                    <a:pt x="1554" y="6892"/>
                    <a:pt x="0" y="5338"/>
                    <a:pt x="0" y="3446"/>
                  </a:cubicBezTo>
                  <a:cubicBezTo>
                    <a:pt x="0" y="1553"/>
                    <a:pt x="1554" y="0"/>
                    <a:pt x="3446" y="0"/>
                  </a:cubicBezTo>
                  <a:lnTo>
                    <a:pt x="250848" y="0"/>
                  </a:lnTo>
                  <a:cubicBezTo>
                    <a:pt x="252740" y="0"/>
                    <a:pt x="254294" y="1553"/>
                    <a:pt x="254294" y="3446"/>
                  </a:cubicBezTo>
                  <a:cubicBezTo>
                    <a:pt x="254294" y="5338"/>
                    <a:pt x="252740" y="6892"/>
                    <a:pt x="250848" y="6892"/>
                  </a:cubicBezTo>
                  <a:close/>
                </a:path>
              </a:pathLst>
            </a:custGeom>
            <a:solidFill>
              <a:srgbClr val="01355A"/>
            </a:solidFill>
            <a:ln w="2824" cap="flat">
              <a:noFill/>
              <a:prstDash val="solid"/>
              <a:miter/>
            </a:ln>
          </p:spPr>
          <p:txBody>
            <a:bodyPr rtlCol="1" anchor="ctr"/>
            <a:lstStyle/>
            <a:p>
              <a:endParaRPr lang="ar-SA"/>
            </a:p>
          </p:txBody>
        </p:sp>
        <p:sp>
          <p:nvSpPr>
            <p:cNvPr id="7411" name="شكل حر: شكل 8315">
              <a:extLst>
                <a:ext uri="{FF2B5EF4-FFF2-40B4-BE49-F238E27FC236}">
                  <a16:creationId xmlns:a16="http://schemas.microsoft.com/office/drawing/2014/main" id="{9A59773A-A8E9-3E03-CCF0-8A781146E3F2}"/>
                </a:ext>
              </a:extLst>
            </p:cNvPr>
            <p:cNvSpPr/>
            <p:nvPr/>
          </p:nvSpPr>
          <p:spPr>
            <a:xfrm>
              <a:off x="9326462" y="1353183"/>
              <a:ext cx="224834" cy="6891"/>
            </a:xfrm>
            <a:custGeom>
              <a:avLst/>
              <a:gdLst>
                <a:gd name="connsiteX0" fmla="*/ 221388 w 224834"/>
                <a:gd name="connsiteY0" fmla="*/ 6892 h 6891"/>
                <a:gd name="connsiteX1" fmla="*/ 3446 w 224834"/>
                <a:gd name="connsiteY1" fmla="*/ 6892 h 6891"/>
                <a:gd name="connsiteX2" fmla="*/ 0 w 224834"/>
                <a:gd name="connsiteY2" fmla="*/ 3446 h 6891"/>
                <a:gd name="connsiteX3" fmla="*/ 3446 w 224834"/>
                <a:gd name="connsiteY3" fmla="*/ 0 h 6891"/>
                <a:gd name="connsiteX4" fmla="*/ 221388 w 224834"/>
                <a:gd name="connsiteY4" fmla="*/ 0 h 6891"/>
                <a:gd name="connsiteX5" fmla="*/ 224834 w 224834"/>
                <a:gd name="connsiteY5" fmla="*/ 3446 h 6891"/>
                <a:gd name="connsiteX6" fmla="*/ 221388 w 224834"/>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4834" h="6891">
                  <a:moveTo>
                    <a:pt x="221388" y="6892"/>
                  </a:moveTo>
                  <a:lnTo>
                    <a:pt x="3446" y="6892"/>
                  </a:lnTo>
                  <a:cubicBezTo>
                    <a:pt x="1554" y="6892"/>
                    <a:pt x="0" y="5338"/>
                    <a:pt x="0" y="3446"/>
                  </a:cubicBezTo>
                  <a:cubicBezTo>
                    <a:pt x="0" y="1554"/>
                    <a:pt x="1554" y="0"/>
                    <a:pt x="3446" y="0"/>
                  </a:cubicBezTo>
                  <a:lnTo>
                    <a:pt x="221388" y="0"/>
                  </a:lnTo>
                  <a:cubicBezTo>
                    <a:pt x="223281" y="0"/>
                    <a:pt x="224834" y="1554"/>
                    <a:pt x="224834" y="3446"/>
                  </a:cubicBezTo>
                  <a:cubicBezTo>
                    <a:pt x="224834" y="5338"/>
                    <a:pt x="223281" y="6892"/>
                    <a:pt x="221388" y="6892"/>
                  </a:cubicBezTo>
                  <a:close/>
                </a:path>
              </a:pathLst>
            </a:custGeom>
            <a:solidFill>
              <a:srgbClr val="01355A"/>
            </a:solidFill>
            <a:ln w="2824" cap="flat">
              <a:noFill/>
              <a:prstDash val="solid"/>
              <a:miter/>
            </a:ln>
          </p:spPr>
          <p:txBody>
            <a:bodyPr rtlCol="1" anchor="ctr"/>
            <a:lstStyle/>
            <a:p>
              <a:endParaRPr lang="ar-SA"/>
            </a:p>
          </p:txBody>
        </p:sp>
        <p:sp>
          <p:nvSpPr>
            <p:cNvPr id="7412" name="شكل حر: شكل 8316">
              <a:extLst>
                <a:ext uri="{FF2B5EF4-FFF2-40B4-BE49-F238E27FC236}">
                  <a16:creationId xmlns:a16="http://schemas.microsoft.com/office/drawing/2014/main" id="{153F1AFC-4AA3-4111-9B1C-4C080542A03D}"/>
                </a:ext>
              </a:extLst>
            </p:cNvPr>
            <p:cNvSpPr/>
            <p:nvPr/>
          </p:nvSpPr>
          <p:spPr>
            <a:xfrm>
              <a:off x="9341178" y="1323469"/>
              <a:ext cx="195402" cy="6891"/>
            </a:xfrm>
            <a:custGeom>
              <a:avLst/>
              <a:gdLst>
                <a:gd name="connsiteX0" fmla="*/ 191956 w 195402"/>
                <a:gd name="connsiteY0" fmla="*/ 6892 h 6891"/>
                <a:gd name="connsiteX1" fmla="*/ 3446 w 195402"/>
                <a:gd name="connsiteY1" fmla="*/ 6892 h 6891"/>
                <a:gd name="connsiteX2" fmla="*/ 0 w 195402"/>
                <a:gd name="connsiteY2" fmla="*/ 3446 h 6891"/>
                <a:gd name="connsiteX3" fmla="*/ 3446 w 195402"/>
                <a:gd name="connsiteY3" fmla="*/ 0 h 6891"/>
                <a:gd name="connsiteX4" fmla="*/ 191956 w 195402"/>
                <a:gd name="connsiteY4" fmla="*/ 0 h 6891"/>
                <a:gd name="connsiteX5" fmla="*/ 195403 w 195402"/>
                <a:gd name="connsiteY5" fmla="*/ 3446 h 6891"/>
                <a:gd name="connsiteX6" fmla="*/ 191956 w 195402"/>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402" h="6891">
                  <a:moveTo>
                    <a:pt x="191956" y="6892"/>
                  </a:moveTo>
                  <a:lnTo>
                    <a:pt x="3446" y="6892"/>
                  </a:lnTo>
                  <a:cubicBezTo>
                    <a:pt x="1554" y="6892"/>
                    <a:pt x="0" y="5338"/>
                    <a:pt x="0" y="3446"/>
                  </a:cubicBezTo>
                  <a:cubicBezTo>
                    <a:pt x="0" y="1553"/>
                    <a:pt x="1554" y="0"/>
                    <a:pt x="3446" y="0"/>
                  </a:cubicBezTo>
                  <a:lnTo>
                    <a:pt x="191956" y="0"/>
                  </a:lnTo>
                  <a:cubicBezTo>
                    <a:pt x="193849" y="0"/>
                    <a:pt x="195403" y="1553"/>
                    <a:pt x="195403" y="3446"/>
                  </a:cubicBezTo>
                  <a:cubicBezTo>
                    <a:pt x="195403" y="5338"/>
                    <a:pt x="193849" y="6892"/>
                    <a:pt x="191956" y="6892"/>
                  </a:cubicBezTo>
                  <a:close/>
                </a:path>
              </a:pathLst>
            </a:custGeom>
            <a:solidFill>
              <a:srgbClr val="01355A"/>
            </a:solidFill>
            <a:ln w="2824" cap="flat">
              <a:noFill/>
              <a:prstDash val="solid"/>
              <a:miter/>
            </a:ln>
          </p:spPr>
          <p:txBody>
            <a:bodyPr rtlCol="1" anchor="ctr"/>
            <a:lstStyle/>
            <a:p>
              <a:endParaRPr lang="ar-SA"/>
            </a:p>
          </p:txBody>
        </p:sp>
      </p:grpSp>
      <p:grpSp>
        <p:nvGrpSpPr>
          <p:cNvPr id="7419" name="رسم 8014">
            <a:extLst>
              <a:ext uri="{FF2B5EF4-FFF2-40B4-BE49-F238E27FC236}">
                <a16:creationId xmlns:a16="http://schemas.microsoft.com/office/drawing/2014/main" id="{80004EDB-DA9D-FB7D-E98B-052997F2935A}"/>
              </a:ext>
            </a:extLst>
          </p:cNvPr>
          <p:cNvGrpSpPr/>
          <p:nvPr/>
        </p:nvGrpSpPr>
        <p:grpSpPr>
          <a:xfrm>
            <a:off x="7262397" y="2489185"/>
            <a:ext cx="213005" cy="218588"/>
            <a:chOff x="7762171" y="1342718"/>
            <a:chExt cx="254605" cy="277328"/>
          </a:xfrm>
        </p:grpSpPr>
        <p:sp>
          <p:nvSpPr>
            <p:cNvPr id="7420" name="شكل حر: شكل 8318">
              <a:extLst>
                <a:ext uri="{FF2B5EF4-FFF2-40B4-BE49-F238E27FC236}">
                  <a16:creationId xmlns:a16="http://schemas.microsoft.com/office/drawing/2014/main" id="{EF0098C9-E292-D496-AF7E-8DD36867EA3C}"/>
                </a:ext>
              </a:extLst>
            </p:cNvPr>
            <p:cNvSpPr/>
            <p:nvPr/>
          </p:nvSpPr>
          <p:spPr>
            <a:xfrm>
              <a:off x="7762171" y="1342718"/>
              <a:ext cx="254605" cy="277328"/>
            </a:xfrm>
            <a:custGeom>
              <a:avLst/>
              <a:gdLst>
                <a:gd name="connsiteX0" fmla="*/ 127303 w 254605"/>
                <a:gd name="connsiteY0" fmla="*/ 277328 h 277328"/>
                <a:gd name="connsiteX1" fmla="*/ 126003 w 254605"/>
                <a:gd name="connsiteY1" fmla="*/ 277074 h 277328"/>
                <a:gd name="connsiteX2" fmla="*/ 0 w 254605"/>
                <a:gd name="connsiteY2" fmla="*/ 46845 h 277328"/>
                <a:gd name="connsiteX3" fmla="*/ 1102 w 254605"/>
                <a:gd name="connsiteY3" fmla="*/ 44303 h 277328"/>
                <a:gd name="connsiteX4" fmla="*/ 3729 w 254605"/>
                <a:gd name="connsiteY4" fmla="*/ 43399 h 277328"/>
                <a:gd name="connsiteX5" fmla="*/ 16411 w 254605"/>
                <a:gd name="connsiteY5" fmla="*/ 43908 h 277328"/>
                <a:gd name="connsiteX6" fmla="*/ 124986 w 254605"/>
                <a:gd name="connsiteY6" fmla="*/ 890 h 277328"/>
                <a:gd name="connsiteX7" fmla="*/ 129619 w 254605"/>
                <a:gd name="connsiteY7" fmla="*/ 890 h 277328"/>
                <a:gd name="connsiteX8" fmla="*/ 238194 w 254605"/>
                <a:gd name="connsiteY8" fmla="*/ 43908 h 277328"/>
                <a:gd name="connsiteX9" fmla="*/ 250876 w 254605"/>
                <a:gd name="connsiteY9" fmla="*/ 43399 h 277328"/>
                <a:gd name="connsiteX10" fmla="*/ 253503 w 254605"/>
                <a:gd name="connsiteY10" fmla="*/ 44303 h 277328"/>
                <a:gd name="connsiteX11" fmla="*/ 254605 w 254605"/>
                <a:gd name="connsiteY11" fmla="*/ 46845 h 277328"/>
                <a:gd name="connsiteX12" fmla="*/ 128602 w 254605"/>
                <a:gd name="connsiteY12" fmla="*/ 277074 h 277328"/>
                <a:gd name="connsiteX13" fmla="*/ 127303 w 254605"/>
                <a:gd name="connsiteY13" fmla="*/ 277328 h 277328"/>
                <a:gd name="connsiteX14" fmla="*/ 6949 w 254605"/>
                <a:gd name="connsiteY14" fmla="*/ 50517 h 277328"/>
                <a:gd name="connsiteX15" fmla="*/ 127303 w 254605"/>
                <a:gd name="connsiteY15" fmla="*/ 270154 h 277328"/>
                <a:gd name="connsiteX16" fmla="*/ 247657 w 254605"/>
                <a:gd name="connsiteY16" fmla="*/ 50517 h 277328"/>
                <a:gd name="connsiteX17" fmla="*/ 238166 w 254605"/>
                <a:gd name="connsiteY17" fmla="*/ 50799 h 277328"/>
                <a:gd name="connsiteX18" fmla="*/ 127274 w 254605"/>
                <a:gd name="connsiteY18" fmla="*/ 8064 h 277328"/>
                <a:gd name="connsiteX19" fmla="*/ 16383 w 254605"/>
                <a:gd name="connsiteY19" fmla="*/ 50799 h 277328"/>
                <a:gd name="connsiteX20" fmla="*/ 6892 w 254605"/>
                <a:gd name="connsiteY20" fmla="*/ 50517 h 277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4605" h="277328">
                  <a:moveTo>
                    <a:pt x="127303" y="277328"/>
                  </a:moveTo>
                  <a:cubicBezTo>
                    <a:pt x="126851" y="277328"/>
                    <a:pt x="126398" y="277244"/>
                    <a:pt x="126003" y="277074"/>
                  </a:cubicBezTo>
                  <a:cubicBezTo>
                    <a:pt x="53723" y="247331"/>
                    <a:pt x="734" y="150506"/>
                    <a:pt x="0" y="46845"/>
                  </a:cubicBezTo>
                  <a:cubicBezTo>
                    <a:pt x="0" y="45885"/>
                    <a:pt x="396" y="44953"/>
                    <a:pt x="1102" y="44303"/>
                  </a:cubicBezTo>
                  <a:cubicBezTo>
                    <a:pt x="1808" y="43653"/>
                    <a:pt x="2769" y="43314"/>
                    <a:pt x="3729" y="43399"/>
                  </a:cubicBezTo>
                  <a:cubicBezTo>
                    <a:pt x="7712" y="43738"/>
                    <a:pt x="11976" y="43908"/>
                    <a:pt x="16411" y="43908"/>
                  </a:cubicBezTo>
                  <a:cubicBezTo>
                    <a:pt x="55785" y="43908"/>
                    <a:pt x="94340" y="28627"/>
                    <a:pt x="124986" y="890"/>
                  </a:cubicBezTo>
                  <a:cubicBezTo>
                    <a:pt x="126314" y="-297"/>
                    <a:pt x="128291" y="-297"/>
                    <a:pt x="129619" y="890"/>
                  </a:cubicBezTo>
                  <a:cubicBezTo>
                    <a:pt x="160265" y="28627"/>
                    <a:pt x="198820" y="43908"/>
                    <a:pt x="238194" y="43908"/>
                  </a:cubicBezTo>
                  <a:cubicBezTo>
                    <a:pt x="242686" y="43908"/>
                    <a:pt x="246838" y="43738"/>
                    <a:pt x="250876" y="43399"/>
                  </a:cubicBezTo>
                  <a:cubicBezTo>
                    <a:pt x="251837" y="43314"/>
                    <a:pt x="252797" y="43653"/>
                    <a:pt x="253503" y="44303"/>
                  </a:cubicBezTo>
                  <a:cubicBezTo>
                    <a:pt x="254209" y="44953"/>
                    <a:pt x="254605" y="45885"/>
                    <a:pt x="254605" y="46845"/>
                  </a:cubicBezTo>
                  <a:cubicBezTo>
                    <a:pt x="253899" y="150534"/>
                    <a:pt x="200910" y="247360"/>
                    <a:pt x="128602" y="277074"/>
                  </a:cubicBezTo>
                  <a:cubicBezTo>
                    <a:pt x="128178" y="277244"/>
                    <a:pt x="127727" y="277328"/>
                    <a:pt x="127303" y="277328"/>
                  </a:cubicBezTo>
                  <a:close/>
                  <a:moveTo>
                    <a:pt x="6949" y="50517"/>
                  </a:moveTo>
                  <a:cubicBezTo>
                    <a:pt x="8841" y="149489"/>
                    <a:pt x="59005" y="241174"/>
                    <a:pt x="127303" y="270154"/>
                  </a:cubicBezTo>
                  <a:cubicBezTo>
                    <a:pt x="195600" y="241174"/>
                    <a:pt x="245764" y="149489"/>
                    <a:pt x="247657" y="50517"/>
                  </a:cubicBezTo>
                  <a:cubicBezTo>
                    <a:pt x="244606" y="50687"/>
                    <a:pt x="241470" y="50799"/>
                    <a:pt x="238166" y="50799"/>
                  </a:cubicBezTo>
                  <a:cubicBezTo>
                    <a:pt x="198058" y="50799"/>
                    <a:pt x="158825" y="35660"/>
                    <a:pt x="127274" y="8064"/>
                  </a:cubicBezTo>
                  <a:cubicBezTo>
                    <a:pt x="95753" y="35660"/>
                    <a:pt x="56491" y="50799"/>
                    <a:pt x="16383" y="50799"/>
                  </a:cubicBezTo>
                  <a:cubicBezTo>
                    <a:pt x="13135" y="50799"/>
                    <a:pt x="9942" y="50715"/>
                    <a:pt x="6892" y="50517"/>
                  </a:cubicBezTo>
                  <a:close/>
                </a:path>
              </a:pathLst>
            </a:custGeom>
            <a:solidFill>
              <a:srgbClr val="01355A"/>
            </a:solidFill>
            <a:ln w="2824" cap="flat">
              <a:noFill/>
              <a:prstDash val="solid"/>
              <a:miter/>
            </a:ln>
          </p:spPr>
          <p:txBody>
            <a:bodyPr rtlCol="1" anchor="ctr"/>
            <a:lstStyle/>
            <a:p>
              <a:endParaRPr lang="ar-SA"/>
            </a:p>
          </p:txBody>
        </p:sp>
        <p:sp>
          <p:nvSpPr>
            <p:cNvPr id="7421" name="شكل حر: شكل 8319">
              <a:extLst>
                <a:ext uri="{FF2B5EF4-FFF2-40B4-BE49-F238E27FC236}">
                  <a16:creationId xmlns:a16="http://schemas.microsoft.com/office/drawing/2014/main" id="{CA13406F-8D0D-44EE-D19E-7A53C0B7C7FA}"/>
                </a:ext>
              </a:extLst>
            </p:cNvPr>
            <p:cNvSpPr/>
            <p:nvPr/>
          </p:nvSpPr>
          <p:spPr>
            <a:xfrm>
              <a:off x="7783737" y="1371255"/>
              <a:ext cx="109159" cy="224076"/>
            </a:xfrm>
            <a:custGeom>
              <a:avLst/>
              <a:gdLst>
                <a:gd name="connsiteX0" fmla="*/ 105736 w 109159"/>
                <a:gd name="connsiteY0" fmla="*/ 224077 h 224076"/>
                <a:gd name="connsiteX1" fmla="*/ 104211 w 109159"/>
                <a:gd name="connsiteY1" fmla="*/ 223710 h 224076"/>
                <a:gd name="connsiteX2" fmla="*/ 14 w 109159"/>
                <a:gd name="connsiteY2" fmla="*/ 41865 h 224076"/>
                <a:gd name="connsiteX3" fmla="*/ 833 w 109159"/>
                <a:gd name="connsiteY3" fmla="*/ 39295 h 224076"/>
                <a:gd name="connsiteX4" fmla="*/ 3262 w 109159"/>
                <a:gd name="connsiteY4" fmla="*/ 38109 h 224076"/>
                <a:gd name="connsiteX5" fmla="*/ 103618 w 109159"/>
                <a:gd name="connsiteY5" fmla="*/ 712 h 224076"/>
                <a:gd name="connsiteX6" fmla="*/ 108448 w 109159"/>
                <a:gd name="connsiteY6" fmla="*/ 1361 h 224076"/>
                <a:gd name="connsiteX7" fmla="*/ 107798 w 109159"/>
                <a:gd name="connsiteY7" fmla="*/ 6191 h 224076"/>
                <a:gd name="connsiteX8" fmla="*/ 7188 w 109159"/>
                <a:gd name="connsiteY8" fmla="*/ 44775 h 224076"/>
                <a:gd name="connsiteX9" fmla="*/ 107233 w 109159"/>
                <a:gd name="connsiteY9" fmla="*/ 217524 h 224076"/>
                <a:gd name="connsiteX10" fmla="*/ 108815 w 109159"/>
                <a:gd name="connsiteY10" fmla="*/ 222128 h 224076"/>
                <a:gd name="connsiteX11" fmla="*/ 105708 w 109159"/>
                <a:gd name="connsiteY11" fmla="*/ 224049 h 22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159" h="224076">
                  <a:moveTo>
                    <a:pt x="105736" y="224077"/>
                  </a:moveTo>
                  <a:cubicBezTo>
                    <a:pt x="105228" y="224077"/>
                    <a:pt x="104720" y="223964"/>
                    <a:pt x="104211" y="223710"/>
                  </a:cubicBezTo>
                  <a:cubicBezTo>
                    <a:pt x="49189" y="196650"/>
                    <a:pt x="7301" y="123579"/>
                    <a:pt x="14" y="41865"/>
                  </a:cubicBezTo>
                  <a:cubicBezTo>
                    <a:pt x="-71" y="40933"/>
                    <a:pt x="240" y="40001"/>
                    <a:pt x="833" y="39295"/>
                  </a:cubicBezTo>
                  <a:cubicBezTo>
                    <a:pt x="1454" y="38589"/>
                    <a:pt x="2330" y="38165"/>
                    <a:pt x="3262" y="38109"/>
                  </a:cubicBezTo>
                  <a:cubicBezTo>
                    <a:pt x="39162" y="36329"/>
                    <a:pt x="73875" y="23393"/>
                    <a:pt x="103618" y="712"/>
                  </a:cubicBezTo>
                  <a:cubicBezTo>
                    <a:pt x="105143" y="-446"/>
                    <a:pt x="107290" y="-164"/>
                    <a:pt x="108448" y="1361"/>
                  </a:cubicBezTo>
                  <a:cubicBezTo>
                    <a:pt x="109606" y="2887"/>
                    <a:pt x="109324" y="5033"/>
                    <a:pt x="107798" y="6191"/>
                  </a:cubicBezTo>
                  <a:cubicBezTo>
                    <a:pt x="77915" y="28985"/>
                    <a:pt x="43201" y="42289"/>
                    <a:pt x="7188" y="44775"/>
                  </a:cubicBezTo>
                  <a:cubicBezTo>
                    <a:pt x="15153" y="122760"/>
                    <a:pt x="55064" y="191877"/>
                    <a:pt x="107233" y="217524"/>
                  </a:cubicBezTo>
                  <a:cubicBezTo>
                    <a:pt x="108928" y="218371"/>
                    <a:pt x="109635" y="220433"/>
                    <a:pt x="108815" y="222128"/>
                  </a:cubicBezTo>
                  <a:cubicBezTo>
                    <a:pt x="108222" y="223342"/>
                    <a:pt x="106979" y="224049"/>
                    <a:pt x="105708" y="224049"/>
                  </a:cubicBezTo>
                  <a:close/>
                </a:path>
              </a:pathLst>
            </a:custGeom>
            <a:solidFill>
              <a:srgbClr val="17A3A3"/>
            </a:solidFill>
            <a:ln w="2824" cap="flat">
              <a:noFill/>
              <a:prstDash val="solid"/>
              <a:miter/>
            </a:ln>
          </p:spPr>
          <p:txBody>
            <a:bodyPr rtlCol="1" anchor="ctr"/>
            <a:lstStyle/>
            <a:p>
              <a:endParaRPr lang="ar-SA"/>
            </a:p>
          </p:txBody>
        </p:sp>
        <p:sp>
          <p:nvSpPr>
            <p:cNvPr id="7422" name="شكل حر: شكل 8320">
              <a:extLst>
                <a:ext uri="{FF2B5EF4-FFF2-40B4-BE49-F238E27FC236}">
                  <a16:creationId xmlns:a16="http://schemas.microsoft.com/office/drawing/2014/main" id="{221F1F07-053B-C35F-E4E9-8A0E94D58306}"/>
                </a:ext>
              </a:extLst>
            </p:cNvPr>
            <p:cNvSpPr/>
            <p:nvPr/>
          </p:nvSpPr>
          <p:spPr>
            <a:xfrm>
              <a:off x="7842982" y="1448936"/>
              <a:ext cx="93012" cy="64879"/>
            </a:xfrm>
            <a:custGeom>
              <a:avLst/>
              <a:gdLst>
                <a:gd name="connsiteX0" fmla="*/ 31578 w 93012"/>
                <a:gd name="connsiteY0" fmla="*/ 64880 h 64879"/>
                <a:gd name="connsiteX1" fmla="*/ 29150 w 93012"/>
                <a:gd name="connsiteY1" fmla="*/ 63863 h 64879"/>
                <a:gd name="connsiteX2" fmla="*/ 1017 w 93012"/>
                <a:gd name="connsiteY2" fmla="*/ 35731 h 64879"/>
                <a:gd name="connsiteX3" fmla="*/ 1017 w 93012"/>
                <a:gd name="connsiteY3" fmla="*/ 30872 h 64879"/>
                <a:gd name="connsiteX4" fmla="*/ 5875 w 93012"/>
                <a:gd name="connsiteY4" fmla="*/ 30872 h 64879"/>
                <a:gd name="connsiteX5" fmla="*/ 31578 w 93012"/>
                <a:gd name="connsiteY5" fmla="*/ 56576 h 64879"/>
                <a:gd name="connsiteX6" fmla="*/ 87138 w 93012"/>
                <a:gd name="connsiteY6" fmla="*/ 1017 h 64879"/>
                <a:gd name="connsiteX7" fmla="*/ 91996 w 93012"/>
                <a:gd name="connsiteY7" fmla="*/ 1017 h 64879"/>
                <a:gd name="connsiteX8" fmla="*/ 91996 w 93012"/>
                <a:gd name="connsiteY8" fmla="*/ 5875 h 64879"/>
                <a:gd name="connsiteX9" fmla="*/ 34008 w 93012"/>
                <a:gd name="connsiteY9" fmla="*/ 63863 h 64879"/>
                <a:gd name="connsiteX10" fmla="*/ 31578 w 93012"/>
                <a:gd name="connsiteY10" fmla="*/ 64880 h 64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012" h="64879">
                  <a:moveTo>
                    <a:pt x="31578" y="64880"/>
                  </a:moveTo>
                  <a:cubicBezTo>
                    <a:pt x="30703" y="64880"/>
                    <a:pt x="29828" y="64541"/>
                    <a:pt x="29150" y="63863"/>
                  </a:cubicBezTo>
                  <a:lnTo>
                    <a:pt x="1017" y="35731"/>
                  </a:lnTo>
                  <a:cubicBezTo>
                    <a:pt x="-339" y="34375"/>
                    <a:pt x="-339" y="32200"/>
                    <a:pt x="1017" y="30872"/>
                  </a:cubicBezTo>
                  <a:cubicBezTo>
                    <a:pt x="2373" y="29517"/>
                    <a:pt x="4548" y="29517"/>
                    <a:pt x="5875" y="30872"/>
                  </a:cubicBezTo>
                  <a:lnTo>
                    <a:pt x="31578" y="56576"/>
                  </a:lnTo>
                  <a:lnTo>
                    <a:pt x="87138" y="1017"/>
                  </a:lnTo>
                  <a:cubicBezTo>
                    <a:pt x="88493" y="-339"/>
                    <a:pt x="90668" y="-339"/>
                    <a:pt x="91996" y="1017"/>
                  </a:cubicBezTo>
                  <a:cubicBezTo>
                    <a:pt x="93352" y="2373"/>
                    <a:pt x="93352" y="4548"/>
                    <a:pt x="91996" y="5875"/>
                  </a:cubicBezTo>
                  <a:lnTo>
                    <a:pt x="34008" y="63863"/>
                  </a:lnTo>
                  <a:cubicBezTo>
                    <a:pt x="33330" y="64541"/>
                    <a:pt x="32454" y="64880"/>
                    <a:pt x="31578" y="64880"/>
                  </a:cubicBezTo>
                  <a:close/>
                </a:path>
              </a:pathLst>
            </a:custGeom>
            <a:solidFill>
              <a:srgbClr val="17A3A3"/>
            </a:solidFill>
            <a:ln w="2824" cap="flat">
              <a:noFill/>
              <a:prstDash val="solid"/>
              <a:miter/>
            </a:ln>
          </p:spPr>
          <p:txBody>
            <a:bodyPr rtlCol="1" anchor="ctr"/>
            <a:lstStyle/>
            <a:p>
              <a:endParaRPr lang="ar-SA"/>
            </a:p>
          </p:txBody>
        </p:sp>
      </p:grpSp>
      <p:grpSp>
        <p:nvGrpSpPr>
          <p:cNvPr id="7423" name="رسم 8014">
            <a:extLst>
              <a:ext uri="{FF2B5EF4-FFF2-40B4-BE49-F238E27FC236}">
                <a16:creationId xmlns:a16="http://schemas.microsoft.com/office/drawing/2014/main" id="{31F23CD8-7AFD-705B-759D-F97C08E4A5CD}"/>
              </a:ext>
            </a:extLst>
          </p:cNvPr>
          <p:cNvGrpSpPr/>
          <p:nvPr/>
        </p:nvGrpSpPr>
        <p:grpSpPr>
          <a:xfrm>
            <a:off x="9431294" y="2155165"/>
            <a:ext cx="269166" cy="248987"/>
            <a:chOff x="10354653" y="918938"/>
            <a:chExt cx="321734" cy="315897"/>
          </a:xfrm>
        </p:grpSpPr>
        <p:sp>
          <p:nvSpPr>
            <p:cNvPr id="7424" name="شكل حر: شكل 8322">
              <a:extLst>
                <a:ext uri="{FF2B5EF4-FFF2-40B4-BE49-F238E27FC236}">
                  <a16:creationId xmlns:a16="http://schemas.microsoft.com/office/drawing/2014/main" id="{60909DED-F8F2-AA79-6451-D9FC016930FF}"/>
                </a:ext>
              </a:extLst>
            </p:cNvPr>
            <p:cNvSpPr/>
            <p:nvPr/>
          </p:nvSpPr>
          <p:spPr>
            <a:xfrm>
              <a:off x="10510482" y="1067475"/>
              <a:ext cx="123208" cy="122845"/>
            </a:xfrm>
            <a:custGeom>
              <a:avLst/>
              <a:gdLst>
                <a:gd name="connsiteX0" fmla="*/ 5622 w 123208"/>
                <a:gd name="connsiteY0" fmla="*/ 122846 h 122845"/>
                <a:gd name="connsiteX1" fmla="*/ 3335 w 123208"/>
                <a:gd name="connsiteY1" fmla="*/ 122846 h 122845"/>
                <a:gd name="connsiteX2" fmla="*/ 2 w 123208"/>
                <a:gd name="connsiteY2" fmla="*/ 119287 h 122845"/>
                <a:gd name="connsiteX3" fmla="*/ 3561 w 123208"/>
                <a:gd name="connsiteY3" fmla="*/ 115954 h 122845"/>
                <a:gd name="connsiteX4" fmla="*/ 5622 w 123208"/>
                <a:gd name="connsiteY4" fmla="*/ 115954 h 122845"/>
                <a:gd name="connsiteX5" fmla="*/ 116289 w 123208"/>
                <a:gd name="connsiteY5" fmla="*/ 5316 h 122845"/>
                <a:gd name="connsiteX6" fmla="*/ 116289 w 123208"/>
                <a:gd name="connsiteY6" fmla="*/ 3593 h 122845"/>
                <a:gd name="connsiteX7" fmla="*/ 119593 w 123208"/>
                <a:gd name="connsiteY7" fmla="*/ 6 h 122845"/>
                <a:gd name="connsiteX8" fmla="*/ 123180 w 123208"/>
                <a:gd name="connsiteY8" fmla="*/ 3311 h 122845"/>
                <a:gd name="connsiteX9" fmla="*/ 123209 w 123208"/>
                <a:gd name="connsiteY9" fmla="*/ 5316 h 122845"/>
                <a:gd name="connsiteX10" fmla="*/ 5651 w 123208"/>
                <a:gd name="connsiteY10" fmla="*/ 122846 h 122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208" h="122845">
                  <a:moveTo>
                    <a:pt x="5622" y="122846"/>
                  </a:moveTo>
                  <a:cubicBezTo>
                    <a:pt x="4860" y="122846"/>
                    <a:pt x="4098" y="122846"/>
                    <a:pt x="3335" y="122846"/>
                  </a:cubicBezTo>
                  <a:cubicBezTo>
                    <a:pt x="1442" y="122789"/>
                    <a:pt x="-55" y="121179"/>
                    <a:pt x="2" y="119287"/>
                  </a:cubicBezTo>
                  <a:cubicBezTo>
                    <a:pt x="58" y="117394"/>
                    <a:pt x="1668" y="115869"/>
                    <a:pt x="3561" y="115954"/>
                  </a:cubicBezTo>
                  <a:cubicBezTo>
                    <a:pt x="4238" y="115954"/>
                    <a:pt x="4916" y="115954"/>
                    <a:pt x="5622" y="115954"/>
                  </a:cubicBezTo>
                  <a:cubicBezTo>
                    <a:pt x="66633" y="115954"/>
                    <a:pt x="116289" y="66326"/>
                    <a:pt x="116289" y="5316"/>
                  </a:cubicBezTo>
                  <a:cubicBezTo>
                    <a:pt x="116289" y="4751"/>
                    <a:pt x="116289" y="4158"/>
                    <a:pt x="116289" y="3593"/>
                  </a:cubicBezTo>
                  <a:cubicBezTo>
                    <a:pt x="116204" y="1701"/>
                    <a:pt x="117673" y="91"/>
                    <a:pt x="119593" y="6"/>
                  </a:cubicBezTo>
                  <a:cubicBezTo>
                    <a:pt x="121457" y="-107"/>
                    <a:pt x="123096" y="1390"/>
                    <a:pt x="123180" y="3311"/>
                  </a:cubicBezTo>
                  <a:cubicBezTo>
                    <a:pt x="123209" y="3989"/>
                    <a:pt x="123209" y="4666"/>
                    <a:pt x="123209" y="5316"/>
                  </a:cubicBezTo>
                  <a:cubicBezTo>
                    <a:pt x="123209" y="70111"/>
                    <a:pt x="70475" y="122846"/>
                    <a:pt x="5651" y="122846"/>
                  </a:cubicBezTo>
                  <a:close/>
                </a:path>
              </a:pathLst>
            </a:custGeom>
            <a:solidFill>
              <a:srgbClr val="01355A"/>
            </a:solidFill>
            <a:ln w="2824" cap="flat">
              <a:noFill/>
              <a:prstDash val="solid"/>
              <a:miter/>
            </a:ln>
          </p:spPr>
          <p:txBody>
            <a:bodyPr rtlCol="1" anchor="ctr"/>
            <a:lstStyle/>
            <a:p>
              <a:endParaRPr lang="ar-SA"/>
            </a:p>
          </p:txBody>
        </p:sp>
        <p:sp>
          <p:nvSpPr>
            <p:cNvPr id="7425" name="شكل حر: شكل 8323">
              <a:extLst>
                <a:ext uri="{FF2B5EF4-FFF2-40B4-BE49-F238E27FC236}">
                  <a16:creationId xmlns:a16="http://schemas.microsoft.com/office/drawing/2014/main" id="{C24069C7-BA48-89DD-33E5-AF2BEC995533}"/>
                </a:ext>
              </a:extLst>
            </p:cNvPr>
            <p:cNvSpPr/>
            <p:nvPr/>
          </p:nvSpPr>
          <p:spPr>
            <a:xfrm>
              <a:off x="10399178" y="955920"/>
              <a:ext cx="108415" cy="108848"/>
            </a:xfrm>
            <a:custGeom>
              <a:avLst/>
              <a:gdLst>
                <a:gd name="connsiteX0" fmla="*/ 3436 w 108415"/>
                <a:gd name="connsiteY0" fmla="*/ 108792 h 108848"/>
                <a:gd name="connsiteX1" fmla="*/ 3098 w 108415"/>
                <a:gd name="connsiteY1" fmla="*/ 108792 h 108848"/>
                <a:gd name="connsiteX2" fmla="*/ 19 w 108415"/>
                <a:gd name="connsiteY2" fmla="*/ 105035 h 108848"/>
                <a:gd name="connsiteX3" fmla="*/ 104612 w 108415"/>
                <a:gd name="connsiteY3" fmla="*/ 19 h 108848"/>
                <a:gd name="connsiteX4" fmla="*/ 108397 w 108415"/>
                <a:gd name="connsiteY4" fmla="*/ 3098 h 108848"/>
                <a:gd name="connsiteX5" fmla="*/ 105318 w 108415"/>
                <a:gd name="connsiteY5" fmla="*/ 6882 h 108848"/>
                <a:gd name="connsiteX6" fmla="*/ 6854 w 108415"/>
                <a:gd name="connsiteY6" fmla="*/ 105742 h 108848"/>
                <a:gd name="connsiteX7" fmla="*/ 3436 w 108415"/>
                <a:gd name="connsiteY7" fmla="*/ 108849 h 108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415" h="108848">
                  <a:moveTo>
                    <a:pt x="3436" y="108792"/>
                  </a:moveTo>
                  <a:cubicBezTo>
                    <a:pt x="3436" y="108792"/>
                    <a:pt x="3210" y="108792"/>
                    <a:pt x="3098" y="108792"/>
                  </a:cubicBezTo>
                  <a:cubicBezTo>
                    <a:pt x="1205" y="108594"/>
                    <a:pt x="-179" y="106928"/>
                    <a:pt x="19" y="105035"/>
                  </a:cubicBezTo>
                  <a:cubicBezTo>
                    <a:pt x="5527" y="49929"/>
                    <a:pt x="49505" y="5753"/>
                    <a:pt x="104612" y="19"/>
                  </a:cubicBezTo>
                  <a:cubicBezTo>
                    <a:pt x="106476" y="-179"/>
                    <a:pt x="108199" y="1205"/>
                    <a:pt x="108397" y="3098"/>
                  </a:cubicBezTo>
                  <a:cubicBezTo>
                    <a:pt x="108594" y="4990"/>
                    <a:pt x="107210" y="6685"/>
                    <a:pt x="105318" y="6882"/>
                  </a:cubicBezTo>
                  <a:cubicBezTo>
                    <a:pt x="53459" y="12277"/>
                    <a:pt x="12051" y="53855"/>
                    <a:pt x="6854" y="105742"/>
                  </a:cubicBezTo>
                  <a:cubicBezTo>
                    <a:pt x="6685" y="107521"/>
                    <a:pt x="5188" y="108849"/>
                    <a:pt x="3436" y="108849"/>
                  </a:cubicBezTo>
                  <a:close/>
                </a:path>
              </a:pathLst>
            </a:custGeom>
            <a:solidFill>
              <a:srgbClr val="01355A"/>
            </a:solidFill>
            <a:ln w="2824" cap="flat">
              <a:noFill/>
              <a:prstDash val="solid"/>
              <a:miter/>
            </a:ln>
          </p:spPr>
          <p:txBody>
            <a:bodyPr rtlCol="1" anchor="ctr"/>
            <a:lstStyle/>
            <a:p>
              <a:endParaRPr lang="ar-SA"/>
            </a:p>
          </p:txBody>
        </p:sp>
        <p:grpSp>
          <p:nvGrpSpPr>
            <p:cNvPr id="7426" name="رسم 8014">
              <a:extLst>
                <a:ext uri="{FF2B5EF4-FFF2-40B4-BE49-F238E27FC236}">
                  <a16:creationId xmlns:a16="http://schemas.microsoft.com/office/drawing/2014/main" id="{A705E523-18C2-496C-98EC-054B052EBF9A}"/>
                </a:ext>
              </a:extLst>
            </p:cNvPr>
            <p:cNvGrpSpPr/>
            <p:nvPr/>
          </p:nvGrpSpPr>
          <p:grpSpPr>
            <a:xfrm>
              <a:off x="10522093" y="918938"/>
              <a:ext cx="138176" cy="138176"/>
              <a:chOff x="10522093" y="918938"/>
              <a:chExt cx="138176" cy="138176"/>
            </a:xfrm>
            <a:solidFill>
              <a:srgbClr val="17A3A3"/>
            </a:solidFill>
          </p:grpSpPr>
          <p:sp>
            <p:nvSpPr>
              <p:cNvPr id="7438" name="شكل حر: شكل 8325">
                <a:extLst>
                  <a:ext uri="{FF2B5EF4-FFF2-40B4-BE49-F238E27FC236}">
                    <a16:creationId xmlns:a16="http://schemas.microsoft.com/office/drawing/2014/main" id="{0E26952C-C5A9-2B3F-7F85-D097285965E1}"/>
                  </a:ext>
                </a:extLst>
              </p:cNvPr>
              <p:cNvSpPr/>
              <p:nvPr/>
            </p:nvSpPr>
            <p:spPr>
              <a:xfrm>
                <a:off x="10522093" y="918938"/>
                <a:ext cx="138176" cy="138176"/>
              </a:xfrm>
              <a:custGeom>
                <a:avLst/>
                <a:gdLst>
                  <a:gd name="connsiteX0" fmla="*/ 69088 w 138176"/>
                  <a:gd name="connsiteY0" fmla="*/ 138177 h 138176"/>
                  <a:gd name="connsiteX1" fmla="*/ 0 w 138176"/>
                  <a:gd name="connsiteY1" fmla="*/ 69088 h 138176"/>
                  <a:gd name="connsiteX2" fmla="*/ 69088 w 138176"/>
                  <a:gd name="connsiteY2" fmla="*/ 0 h 138176"/>
                  <a:gd name="connsiteX3" fmla="*/ 138177 w 138176"/>
                  <a:gd name="connsiteY3" fmla="*/ 69088 h 138176"/>
                  <a:gd name="connsiteX4" fmla="*/ 69088 w 138176"/>
                  <a:gd name="connsiteY4" fmla="*/ 138177 h 138176"/>
                  <a:gd name="connsiteX5" fmla="*/ 69088 w 138176"/>
                  <a:gd name="connsiteY5" fmla="*/ 6864 h 138176"/>
                  <a:gd name="connsiteX6" fmla="*/ 6892 w 138176"/>
                  <a:gd name="connsiteY6" fmla="*/ 69060 h 138176"/>
                  <a:gd name="connsiteX7" fmla="*/ 69088 w 138176"/>
                  <a:gd name="connsiteY7" fmla="*/ 131257 h 138176"/>
                  <a:gd name="connsiteX8" fmla="*/ 131285 w 138176"/>
                  <a:gd name="connsiteY8" fmla="*/ 69060 h 138176"/>
                  <a:gd name="connsiteX9" fmla="*/ 69088 w 138176"/>
                  <a:gd name="connsiteY9" fmla="*/ 6864 h 138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8176" h="138176">
                    <a:moveTo>
                      <a:pt x="69088" y="138177"/>
                    </a:moveTo>
                    <a:cubicBezTo>
                      <a:pt x="30985" y="138177"/>
                      <a:pt x="0" y="107192"/>
                      <a:pt x="0" y="69088"/>
                    </a:cubicBezTo>
                    <a:cubicBezTo>
                      <a:pt x="0" y="30985"/>
                      <a:pt x="30985" y="0"/>
                      <a:pt x="69088" y="0"/>
                    </a:cubicBezTo>
                    <a:cubicBezTo>
                      <a:pt x="107191" y="0"/>
                      <a:pt x="138177" y="30985"/>
                      <a:pt x="138177" y="69088"/>
                    </a:cubicBezTo>
                    <a:cubicBezTo>
                      <a:pt x="138177" y="107192"/>
                      <a:pt x="107191" y="138177"/>
                      <a:pt x="69088" y="138177"/>
                    </a:cubicBezTo>
                    <a:close/>
                    <a:moveTo>
                      <a:pt x="69088" y="6864"/>
                    </a:moveTo>
                    <a:cubicBezTo>
                      <a:pt x="34799" y="6864"/>
                      <a:pt x="6892" y="34770"/>
                      <a:pt x="6892" y="69060"/>
                    </a:cubicBezTo>
                    <a:cubicBezTo>
                      <a:pt x="6892" y="103350"/>
                      <a:pt x="34799" y="131257"/>
                      <a:pt x="69088" y="131257"/>
                    </a:cubicBezTo>
                    <a:cubicBezTo>
                      <a:pt x="103379" y="131257"/>
                      <a:pt x="131285" y="103350"/>
                      <a:pt x="131285" y="69060"/>
                    </a:cubicBezTo>
                    <a:cubicBezTo>
                      <a:pt x="131285" y="34770"/>
                      <a:pt x="103379" y="6864"/>
                      <a:pt x="69088" y="6864"/>
                    </a:cubicBezTo>
                    <a:close/>
                  </a:path>
                </a:pathLst>
              </a:custGeom>
              <a:solidFill>
                <a:srgbClr val="17A3A3"/>
              </a:solidFill>
              <a:ln w="2824" cap="flat">
                <a:noFill/>
                <a:prstDash val="solid"/>
                <a:miter/>
              </a:ln>
            </p:spPr>
            <p:txBody>
              <a:bodyPr rtlCol="1" anchor="ctr"/>
              <a:lstStyle/>
              <a:p>
                <a:endParaRPr lang="ar-SA"/>
              </a:p>
            </p:txBody>
          </p:sp>
          <p:grpSp>
            <p:nvGrpSpPr>
              <p:cNvPr id="7439" name="رسم 8014">
                <a:extLst>
                  <a:ext uri="{FF2B5EF4-FFF2-40B4-BE49-F238E27FC236}">
                    <a16:creationId xmlns:a16="http://schemas.microsoft.com/office/drawing/2014/main" id="{18D70425-880C-705F-8998-2475E38536B8}"/>
                  </a:ext>
                </a:extLst>
              </p:cNvPr>
              <p:cNvGrpSpPr/>
              <p:nvPr/>
            </p:nvGrpSpPr>
            <p:grpSpPr>
              <a:xfrm>
                <a:off x="10568415" y="945517"/>
                <a:ext cx="45532" cy="84990"/>
                <a:chOff x="10568415" y="945517"/>
                <a:chExt cx="45532" cy="84990"/>
              </a:xfrm>
              <a:solidFill>
                <a:srgbClr val="17A3A3"/>
              </a:solidFill>
            </p:grpSpPr>
            <p:sp>
              <p:nvSpPr>
                <p:cNvPr id="7440" name="شكل حر: شكل 8327">
                  <a:extLst>
                    <a:ext uri="{FF2B5EF4-FFF2-40B4-BE49-F238E27FC236}">
                      <a16:creationId xmlns:a16="http://schemas.microsoft.com/office/drawing/2014/main" id="{067B2388-B64D-431D-9A6A-D6CFC0868E20}"/>
                    </a:ext>
                  </a:extLst>
                </p:cNvPr>
                <p:cNvSpPr/>
                <p:nvPr/>
              </p:nvSpPr>
              <p:spPr>
                <a:xfrm>
                  <a:off x="10568415" y="953736"/>
                  <a:ext cx="45532" cy="68579"/>
                </a:xfrm>
                <a:custGeom>
                  <a:avLst/>
                  <a:gdLst>
                    <a:gd name="connsiteX0" fmla="*/ 22766 w 45532"/>
                    <a:gd name="connsiteY0" fmla="*/ 68580 h 68579"/>
                    <a:gd name="connsiteX1" fmla="*/ 0 w 45532"/>
                    <a:gd name="connsiteY1" fmla="*/ 49712 h 68579"/>
                    <a:gd name="connsiteX2" fmla="*/ 3446 w 45532"/>
                    <a:gd name="connsiteY2" fmla="*/ 46266 h 68579"/>
                    <a:gd name="connsiteX3" fmla="*/ 6892 w 45532"/>
                    <a:gd name="connsiteY3" fmla="*/ 49712 h 68579"/>
                    <a:gd name="connsiteX4" fmla="*/ 22766 w 45532"/>
                    <a:gd name="connsiteY4" fmla="*/ 61688 h 68579"/>
                    <a:gd name="connsiteX5" fmla="*/ 38640 w 45532"/>
                    <a:gd name="connsiteY5" fmla="*/ 49712 h 68579"/>
                    <a:gd name="connsiteX6" fmla="*/ 22766 w 45532"/>
                    <a:gd name="connsiteY6" fmla="*/ 37736 h 68579"/>
                    <a:gd name="connsiteX7" fmla="*/ 0 w 45532"/>
                    <a:gd name="connsiteY7" fmla="*/ 18868 h 68579"/>
                    <a:gd name="connsiteX8" fmla="*/ 22766 w 45532"/>
                    <a:gd name="connsiteY8" fmla="*/ 0 h 68579"/>
                    <a:gd name="connsiteX9" fmla="*/ 45532 w 45532"/>
                    <a:gd name="connsiteY9" fmla="*/ 18868 h 68579"/>
                    <a:gd name="connsiteX10" fmla="*/ 42086 w 45532"/>
                    <a:gd name="connsiteY10" fmla="*/ 22314 h 68579"/>
                    <a:gd name="connsiteX11" fmla="*/ 38640 w 45532"/>
                    <a:gd name="connsiteY11" fmla="*/ 18868 h 68579"/>
                    <a:gd name="connsiteX12" fmla="*/ 22766 w 45532"/>
                    <a:gd name="connsiteY12" fmla="*/ 6892 h 68579"/>
                    <a:gd name="connsiteX13" fmla="*/ 6892 w 45532"/>
                    <a:gd name="connsiteY13" fmla="*/ 18868 h 68579"/>
                    <a:gd name="connsiteX14" fmla="*/ 22766 w 45532"/>
                    <a:gd name="connsiteY14" fmla="*/ 30844 h 68579"/>
                    <a:gd name="connsiteX15" fmla="*/ 45532 w 45532"/>
                    <a:gd name="connsiteY15" fmla="*/ 49712 h 68579"/>
                    <a:gd name="connsiteX16" fmla="*/ 22766 w 45532"/>
                    <a:gd name="connsiteY16" fmla="*/ 68580 h 68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532" h="68579">
                      <a:moveTo>
                        <a:pt x="22766" y="68580"/>
                      </a:moveTo>
                      <a:cubicBezTo>
                        <a:pt x="10225" y="68580"/>
                        <a:pt x="0" y="60106"/>
                        <a:pt x="0" y="49712"/>
                      </a:cubicBezTo>
                      <a:cubicBezTo>
                        <a:pt x="0" y="47820"/>
                        <a:pt x="1554" y="46266"/>
                        <a:pt x="3446" y="46266"/>
                      </a:cubicBezTo>
                      <a:cubicBezTo>
                        <a:pt x="5339" y="46266"/>
                        <a:pt x="6892" y="47820"/>
                        <a:pt x="6892" y="49712"/>
                      </a:cubicBezTo>
                      <a:cubicBezTo>
                        <a:pt x="6892" y="56321"/>
                        <a:pt x="14010" y="61688"/>
                        <a:pt x="22766" y="61688"/>
                      </a:cubicBezTo>
                      <a:cubicBezTo>
                        <a:pt x="31522" y="61688"/>
                        <a:pt x="38640" y="56321"/>
                        <a:pt x="38640" y="49712"/>
                      </a:cubicBezTo>
                      <a:cubicBezTo>
                        <a:pt x="38640" y="43103"/>
                        <a:pt x="31522" y="37736"/>
                        <a:pt x="22766" y="37736"/>
                      </a:cubicBezTo>
                      <a:cubicBezTo>
                        <a:pt x="10225" y="37736"/>
                        <a:pt x="0" y="29262"/>
                        <a:pt x="0" y="18868"/>
                      </a:cubicBezTo>
                      <a:cubicBezTo>
                        <a:pt x="0" y="8474"/>
                        <a:pt x="10225" y="0"/>
                        <a:pt x="22766" y="0"/>
                      </a:cubicBezTo>
                      <a:cubicBezTo>
                        <a:pt x="35307" y="0"/>
                        <a:pt x="45532" y="8474"/>
                        <a:pt x="45532" y="18868"/>
                      </a:cubicBezTo>
                      <a:cubicBezTo>
                        <a:pt x="45532" y="20760"/>
                        <a:pt x="43978" y="22314"/>
                        <a:pt x="42086" y="22314"/>
                      </a:cubicBezTo>
                      <a:cubicBezTo>
                        <a:pt x="40193" y="22314"/>
                        <a:pt x="38640" y="20760"/>
                        <a:pt x="38640" y="18868"/>
                      </a:cubicBezTo>
                      <a:cubicBezTo>
                        <a:pt x="38640" y="12259"/>
                        <a:pt x="31522" y="6892"/>
                        <a:pt x="22766" y="6892"/>
                      </a:cubicBezTo>
                      <a:cubicBezTo>
                        <a:pt x="14010" y="6892"/>
                        <a:pt x="6892" y="12259"/>
                        <a:pt x="6892" y="18868"/>
                      </a:cubicBezTo>
                      <a:cubicBezTo>
                        <a:pt x="6892" y="25477"/>
                        <a:pt x="14010" y="30844"/>
                        <a:pt x="22766" y="30844"/>
                      </a:cubicBezTo>
                      <a:cubicBezTo>
                        <a:pt x="35307" y="30844"/>
                        <a:pt x="45532" y="39318"/>
                        <a:pt x="45532" y="49712"/>
                      </a:cubicBezTo>
                      <a:cubicBezTo>
                        <a:pt x="45532" y="60106"/>
                        <a:pt x="35307" y="68580"/>
                        <a:pt x="22766" y="68580"/>
                      </a:cubicBezTo>
                      <a:close/>
                    </a:path>
                  </a:pathLst>
                </a:custGeom>
                <a:solidFill>
                  <a:srgbClr val="17A3A3"/>
                </a:solidFill>
                <a:ln w="2824" cap="flat">
                  <a:noFill/>
                  <a:prstDash val="solid"/>
                  <a:miter/>
                </a:ln>
              </p:spPr>
              <p:txBody>
                <a:bodyPr rtlCol="1" anchor="ctr"/>
                <a:lstStyle/>
                <a:p>
                  <a:endParaRPr lang="ar-SA"/>
                </a:p>
              </p:txBody>
            </p:sp>
            <p:sp>
              <p:nvSpPr>
                <p:cNvPr id="7441" name="شكل حر: شكل 8328">
                  <a:extLst>
                    <a:ext uri="{FF2B5EF4-FFF2-40B4-BE49-F238E27FC236}">
                      <a16:creationId xmlns:a16="http://schemas.microsoft.com/office/drawing/2014/main" id="{8A7E912F-BB3E-E924-3E38-28DD9577C3D4}"/>
                    </a:ext>
                  </a:extLst>
                </p:cNvPr>
                <p:cNvSpPr/>
                <p:nvPr/>
              </p:nvSpPr>
              <p:spPr>
                <a:xfrm>
                  <a:off x="10587735" y="945517"/>
                  <a:ext cx="6891" cy="15083"/>
                </a:xfrm>
                <a:custGeom>
                  <a:avLst/>
                  <a:gdLst>
                    <a:gd name="connsiteX0" fmla="*/ 3446 w 6891"/>
                    <a:gd name="connsiteY0" fmla="*/ 15083 h 15083"/>
                    <a:gd name="connsiteX1" fmla="*/ 0 w 6891"/>
                    <a:gd name="connsiteY1" fmla="*/ 11637 h 15083"/>
                    <a:gd name="connsiteX2" fmla="*/ 0 w 6891"/>
                    <a:gd name="connsiteY2" fmla="*/ 3446 h 15083"/>
                    <a:gd name="connsiteX3" fmla="*/ 3446 w 6891"/>
                    <a:gd name="connsiteY3" fmla="*/ 0 h 15083"/>
                    <a:gd name="connsiteX4" fmla="*/ 6892 w 6891"/>
                    <a:gd name="connsiteY4" fmla="*/ 3446 h 15083"/>
                    <a:gd name="connsiteX5" fmla="*/ 6892 w 6891"/>
                    <a:gd name="connsiteY5" fmla="*/ 11637 h 15083"/>
                    <a:gd name="connsiteX6" fmla="*/ 3446 w 6891"/>
                    <a:gd name="connsiteY6" fmla="*/ 15083 h 1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15083">
                      <a:moveTo>
                        <a:pt x="3446" y="15083"/>
                      </a:moveTo>
                      <a:cubicBezTo>
                        <a:pt x="1554" y="15083"/>
                        <a:pt x="0" y="13530"/>
                        <a:pt x="0" y="11637"/>
                      </a:cubicBezTo>
                      <a:lnTo>
                        <a:pt x="0" y="3446"/>
                      </a:lnTo>
                      <a:cubicBezTo>
                        <a:pt x="0" y="1553"/>
                        <a:pt x="1554" y="0"/>
                        <a:pt x="3446" y="0"/>
                      </a:cubicBezTo>
                      <a:cubicBezTo>
                        <a:pt x="5338" y="0"/>
                        <a:pt x="6892" y="1553"/>
                        <a:pt x="6892" y="3446"/>
                      </a:cubicBezTo>
                      <a:lnTo>
                        <a:pt x="6892" y="11637"/>
                      </a:lnTo>
                      <a:cubicBezTo>
                        <a:pt x="6892" y="13530"/>
                        <a:pt x="5338" y="15083"/>
                        <a:pt x="3446" y="15083"/>
                      </a:cubicBezTo>
                      <a:close/>
                    </a:path>
                  </a:pathLst>
                </a:custGeom>
                <a:solidFill>
                  <a:srgbClr val="17A3A3"/>
                </a:solidFill>
                <a:ln w="2824" cap="flat">
                  <a:noFill/>
                  <a:prstDash val="solid"/>
                  <a:miter/>
                </a:ln>
              </p:spPr>
              <p:txBody>
                <a:bodyPr rtlCol="1" anchor="ctr"/>
                <a:lstStyle/>
                <a:p>
                  <a:endParaRPr lang="ar-SA"/>
                </a:p>
              </p:txBody>
            </p:sp>
            <p:sp>
              <p:nvSpPr>
                <p:cNvPr id="7442" name="شكل حر: شكل 8329">
                  <a:extLst>
                    <a:ext uri="{FF2B5EF4-FFF2-40B4-BE49-F238E27FC236}">
                      <a16:creationId xmlns:a16="http://schemas.microsoft.com/office/drawing/2014/main" id="{EF19F3A9-9F6F-1EEB-C83D-5D032E656939}"/>
                    </a:ext>
                  </a:extLst>
                </p:cNvPr>
                <p:cNvSpPr/>
                <p:nvPr/>
              </p:nvSpPr>
              <p:spPr>
                <a:xfrm>
                  <a:off x="10587735" y="1015424"/>
                  <a:ext cx="6891" cy="15083"/>
                </a:xfrm>
                <a:custGeom>
                  <a:avLst/>
                  <a:gdLst>
                    <a:gd name="connsiteX0" fmla="*/ 3446 w 6891"/>
                    <a:gd name="connsiteY0" fmla="*/ 15083 h 15083"/>
                    <a:gd name="connsiteX1" fmla="*/ 0 w 6891"/>
                    <a:gd name="connsiteY1" fmla="*/ 11637 h 15083"/>
                    <a:gd name="connsiteX2" fmla="*/ 0 w 6891"/>
                    <a:gd name="connsiteY2" fmla="*/ 3446 h 15083"/>
                    <a:gd name="connsiteX3" fmla="*/ 3446 w 6891"/>
                    <a:gd name="connsiteY3" fmla="*/ 0 h 15083"/>
                    <a:gd name="connsiteX4" fmla="*/ 6892 w 6891"/>
                    <a:gd name="connsiteY4" fmla="*/ 3446 h 15083"/>
                    <a:gd name="connsiteX5" fmla="*/ 6892 w 6891"/>
                    <a:gd name="connsiteY5" fmla="*/ 11637 h 15083"/>
                    <a:gd name="connsiteX6" fmla="*/ 3446 w 6891"/>
                    <a:gd name="connsiteY6" fmla="*/ 15083 h 15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15083">
                      <a:moveTo>
                        <a:pt x="3446" y="15083"/>
                      </a:moveTo>
                      <a:cubicBezTo>
                        <a:pt x="1554" y="15083"/>
                        <a:pt x="0" y="13530"/>
                        <a:pt x="0" y="11637"/>
                      </a:cubicBezTo>
                      <a:lnTo>
                        <a:pt x="0" y="3446"/>
                      </a:lnTo>
                      <a:cubicBezTo>
                        <a:pt x="0" y="1553"/>
                        <a:pt x="1554" y="0"/>
                        <a:pt x="3446" y="0"/>
                      </a:cubicBezTo>
                      <a:cubicBezTo>
                        <a:pt x="5338" y="0"/>
                        <a:pt x="6892" y="1553"/>
                        <a:pt x="6892" y="3446"/>
                      </a:cubicBezTo>
                      <a:lnTo>
                        <a:pt x="6892" y="11637"/>
                      </a:lnTo>
                      <a:cubicBezTo>
                        <a:pt x="6892" y="13530"/>
                        <a:pt x="5338" y="15083"/>
                        <a:pt x="3446" y="15083"/>
                      </a:cubicBezTo>
                      <a:close/>
                    </a:path>
                  </a:pathLst>
                </a:custGeom>
                <a:solidFill>
                  <a:srgbClr val="17A3A3"/>
                </a:solidFill>
                <a:ln w="2824" cap="flat">
                  <a:noFill/>
                  <a:prstDash val="solid"/>
                  <a:miter/>
                </a:ln>
              </p:spPr>
              <p:txBody>
                <a:bodyPr rtlCol="1" anchor="ctr"/>
                <a:lstStyle/>
                <a:p>
                  <a:endParaRPr lang="ar-SA"/>
                </a:p>
              </p:txBody>
            </p:sp>
          </p:grpSp>
        </p:grpSp>
        <p:grpSp>
          <p:nvGrpSpPr>
            <p:cNvPr id="7427" name="رسم 8014">
              <a:extLst>
                <a:ext uri="{FF2B5EF4-FFF2-40B4-BE49-F238E27FC236}">
                  <a16:creationId xmlns:a16="http://schemas.microsoft.com/office/drawing/2014/main" id="{244251F1-EAC2-B7E4-2EF7-02D270577345}"/>
                </a:ext>
              </a:extLst>
            </p:cNvPr>
            <p:cNvGrpSpPr/>
            <p:nvPr/>
          </p:nvGrpSpPr>
          <p:grpSpPr>
            <a:xfrm>
              <a:off x="10361602" y="1079428"/>
              <a:ext cx="138177" cy="138176"/>
              <a:chOff x="10361602" y="1079428"/>
              <a:chExt cx="138177" cy="138176"/>
            </a:xfrm>
            <a:solidFill>
              <a:srgbClr val="17A3A3"/>
            </a:solidFill>
          </p:grpSpPr>
          <p:sp>
            <p:nvSpPr>
              <p:cNvPr id="7431" name="شكل حر: شكل 8331">
                <a:extLst>
                  <a:ext uri="{FF2B5EF4-FFF2-40B4-BE49-F238E27FC236}">
                    <a16:creationId xmlns:a16="http://schemas.microsoft.com/office/drawing/2014/main" id="{FCA9062B-23D1-BF58-FFE5-A3C9B610282A}"/>
                  </a:ext>
                </a:extLst>
              </p:cNvPr>
              <p:cNvSpPr/>
              <p:nvPr/>
            </p:nvSpPr>
            <p:spPr>
              <a:xfrm>
                <a:off x="10361602" y="1079428"/>
                <a:ext cx="138177" cy="138176"/>
              </a:xfrm>
              <a:custGeom>
                <a:avLst/>
                <a:gdLst>
                  <a:gd name="connsiteX0" fmla="*/ 69088 w 138177"/>
                  <a:gd name="connsiteY0" fmla="*/ 138177 h 138176"/>
                  <a:gd name="connsiteX1" fmla="*/ 0 w 138177"/>
                  <a:gd name="connsiteY1" fmla="*/ 69088 h 138176"/>
                  <a:gd name="connsiteX2" fmla="*/ 69088 w 138177"/>
                  <a:gd name="connsiteY2" fmla="*/ 0 h 138176"/>
                  <a:gd name="connsiteX3" fmla="*/ 138177 w 138177"/>
                  <a:gd name="connsiteY3" fmla="*/ 69088 h 138176"/>
                  <a:gd name="connsiteX4" fmla="*/ 69088 w 138177"/>
                  <a:gd name="connsiteY4" fmla="*/ 138177 h 138176"/>
                  <a:gd name="connsiteX5" fmla="*/ 69088 w 138177"/>
                  <a:gd name="connsiteY5" fmla="*/ 6864 h 138176"/>
                  <a:gd name="connsiteX6" fmla="*/ 6892 w 138177"/>
                  <a:gd name="connsiteY6" fmla="*/ 69060 h 138176"/>
                  <a:gd name="connsiteX7" fmla="*/ 69088 w 138177"/>
                  <a:gd name="connsiteY7" fmla="*/ 131257 h 138176"/>
                  <a:gd name="connsiteX8" fmla="*/ 131285 w 138177"/>
                  <a:gd name="connsiteY8" fmla="*/ 69060 h 138176"/>
                  <a:gd name="connsiteX9" fmla="*/ 69088 w 138177"/>
                  <a:gd name="connsiteY9" fmla="*/ 6864 h 138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8177" h="138176">
                    <a:moveTo>
                      <a:pt x="69088" y="138177"/>
                    </a:moveTo>
                    <a:cubicBezTo>
                      <a:pt x="30985" y="138177"/>
                      <a:pt x="0" y="107192"/>
                      <a:pt x="0" y="69088"/>
                    </a:cubicBezTo>
                    <a:cubicBezTo>
                      <a:pt x="0" y="30985"/>
                      <a:pt x="30985" y="0"/>
                      <a:pt x="69088" y="0"/>
                    </a:cubicBezTo>
                    <a:cubicBezTo>
                      <a:pt x="107191" y="0"/>
                      <a:pt x="138177" y="30985"/>
                      <a:pt x="138177" y="69088"/>
                    </a:cubicBezTo>
                    <a:cubicBezTo>
                      <a:pt x="138177" y="107192"/>
                      <a:pt x="107191" y="138177"/>
                      <a:pt x="69088" y="138177"/>
                    </a:cubicBezTo>
                    <a:close/>
                    <a:moveTo>
                      <a:pt x="69088" y="6864"/>
                    </a:moveTo>
                    <a:cubicBezTo>
                      <a:pt x="34799" y="6864"/>
                      <a:pt x="6892" y="34770"/>
                      <a:pt x="6892" y="69060"/>
                    </a:cubicBezTo>
                    <a:cubicBezTo>
                      <a:pt x="6892" y="103350"/>
                      <a:pt x="34799" y="131257"/>
                      <a:pt x="69088" y="131257"/>
                    </a:cubicBezTo>
                    <a:cubicBezTo>
                      <a:pt x="103379" y="131257"/>
                      <a:pt x="131285" y="103350"/>
                      <a:pt x="131285" y="69060"/>
                    </a:cubicBezTo>
                    <a:cubicBezTo>
                      <a:pt x="131285" y="34770"/>
                      <a:pt x="103379" y="6864"/>
                      <a:pt x="69088" y="6864"/>
                    </a:cubicBezTo>
                    <a:close/>
                  </a:path>
                </a:pathLst>
              </a:custGeom>
              <a:solidFill>
                <a:srgbClr val="17A3A3"/>
              </a:solidFill>
              <a:ln w="2824" cap="flat">
                <a:noFill/>
                <a:prstDash val="solid"/>
                <a:miter/>
              </a:ln>
            </p:spPr>
            <p:txBody>
              <a:bodyPr rtlCol="1" anchor="ctr"/>
              <a:lstStyle/>
              <a:p>
                <a:endParaRPr lang="ar-SA"/>
              </a:p>
            </p:txBody>
          </p:sp>
          <p:grpSp>
            <p:nvGrpSpPr>
              <p:cNvPr id="7432" name="رسم 8014">
                <a:extLst>
                  <a:ext uri="{FF2B5EF4-FFF2-40B4-BE49-F238E27FC236}">
                    <a16:creationId xmlns:a16="http://schemas.microsoft.com/office/drawing/2014/main" id="{5408411F-A5FF-38EE-2A49-7CCF3B8041AC}"/>
                  </a:ext>
                </a:extLst>
              </p:cNvPr>
              <p:cNvGrpSpPr/>
              <p:nvPr/>
            </p:nvGrpSpPr>
            <p:grpSpPr>
              <a:xfrm>
                <a:off x="10395553" y="1111205"/>
                <a:ext cx="57509" cy="74596"/>
                <a:chOff x="10395553" y="1111205"/>
                <a:chExt cx="57509" cy="74596"/>
              </a:xfrm>
              <a:solidFill>
                <a:srgbClr val="17A3A3"/>
              </a:solidFill>
            </p:grpSpPr>
            <p:sp>
              <p:nvSpPr>
                <p:cNvPr id="7433" name="شكل حر: شكل 8333">
                  <a:extLst>
                    <a:ext uri="{FF2B5EF4-FFF2-40B4-BE49-F238E27FC236}">
                      <a16:creationId xmlns:a16="http://schemas.microsoft.com/office/drawing/2014/main" id="{3655237A-FB75-8692-85C1-A4718214CD8E}"/>
                    </a:ext>
                  </a:extLst>
                </p:cNvPr>
                <p:cNvSpPr/>
                <p:nvPr/>
              </p:nvSpPr>
              <p:spPr>
                <a:xfrm>
                  <a:off x="10404946" y="1111205"/>
                  <a:ext cx="48077" cy="29827"/>
                </a:xfrm>
                <a:custGeom>
                  <a:avLst/>
                  <a:gdLst>
                    <a:gd name="connsiteX0" fmla="*/ 3458 w 48077"/>
                    <a:gd name="connsiteY0" fmla="*/ 29799 h 29827"/>
                    <a:gd name="connsiteX1" fmla="*/ 2441 w 48077"/>
                    <a:gd name="connsiteY1" fmla="*/ 29658 h 29827"/>
                    <a:gd name="connsiteX2" fmla="*/ 154 w 48077"/>
                    <a:gd name="connsiteY2" fmla="*/ 25364 h 29827"/>
                    <a:gd name="connsiteX3" fmla="*/ 32240 w 48077"/>
                    <a:gd name="connsiteY3" fmla="*/ 0 h 29827"/>
                    <a:gd name="connsiteX4" fmla="*/ 46165 w 48077"/>
                    <a:gd name="connsiteY4" fmla="*/ 3305 h 29827"/>
                    <a:gd name="connsiteX5" fmla="*/ 47719 w 48077"/>
                    <a:gd name="connsiteY5" fmla="*/ 7937 h 29827"/>
                    <a:gd name="connsiteX6" fmla="*/ 43087 w 48077"/>
                    <a:gd name="connsiteY6" fmla="*/ 9490 h 29827"/>
                    <a:gd name="connsiteX7" fmla="*/ 32240 w 48077"/>
                    <a:gd name="connsiteY7" fmla="*/ 6920 h 29827"/>
                    <a:gd name="connsiteX8" fmla="*/ 6735 w 48077"/>
                    <a:gd name="connsiteY8" fmla="*/ 27398 h 29827"/>
                    <a:gd name="connsiteX9" fmla="*/ 3430 w 48077"/>
                    <a:gd name="connsiteY9" fmla="*/ 29827 h 29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8077" h="29827">
                      <a:moveTo>
                        <a:pt x="3458" y="29799"/>
                      </a:moveTo>
                      <a:cubicBezTo>
                        <a:pt x="3119" y="29799"/>
                        <a:pt x="2780" y="29742"/>
                        <a:pt x="2441" y="29658"/>
                      </a:cubicBezTo>
                      <a:cubicBezTo>
                        <a:pt x="634" y="29093"/>
                        <a:pt x="-412" y="27172"/>
                        <a:pt x="154" y="25364"/>
                      </a:cubicBezTo>
                      <a:cubicBezTo>
                        <a:pt x="4786" y="10197"/>
                        <a:pt x="17694" y="0"/>
                        <a:pt x="32240" y="0"/>
                      </a:cubicBezTo>
                      <a:cubicBezTo>
                        <a:pt x="37098" y="0"/>
                        <a:pt x="41788" y="1102"/>
                        <a:pt x="46165" y="3305"/>
                      </a:cubicBezTo>
                      <a:cubicBezTo>
                        <a:pt x="47860" y="4152"/>
                        <a:pt x="48566" y="6214"/>
                        <a:pt x="47719" y="7937"/>
                      </a:cubicBezTo>
                      <a:cubicBezTo>
                        <a:pt x="46871" y="9632"/>
                        <a:pt x="44809" y="10338"/>
                        <a:pt x="43087" y="9490"/>
                      </a:cubicBezTo>
                      <a:cubicBezTo>
                        <a:pt x="39669" y="7796"/>
                        <a:pt x="36025" y="6920"/>
                        <a:pt x="32240" y="6920"/>
                      </a:cubicBezTo>
                      <a:cubicBezTo>
                        <a:pt x="20744" y="6920"/>
                        <a:pt x="10491" y="15140"/>
                        <a:pt x="6735" y="27398"/>
                      </a:cubicBezTo>
                      <a:cubicBezTo>
                        <a:pt x="6283" y="28895"/>
                        <a:pt x="4927" y="29827"/>
                        <a:pt x="3430" y="29827"/>
                      </a:cubicBezTo>
                      <a:close/>
                    </a:path>
                  </a:pathLst>
                </a:custGeom>
                <a:solidFill>
                  <a:srgbClr val="17A3A3"/>
                </a:solidFill>
                <a:ln w="2824" cap="flat">
                  <a:noFill/>
                  <a:prstDash val="solid"/>
                  <a:miter/>
                </a:ln>
              </p:spPr>
              <p:txBody>
                <a:bodyPr rtlCol="1" anchor="ctr"/>
                <a:lstStyle/>
                <a:p>
                  <a:endParaRPr lang="ar-SA"/>
                </a:p>
              </p:txBody>
            </p:sp>
            <p:sp>
              <p:nvSpPr>
                <p:cNvPr id="7434" name="شكل حر: شكل 8334">
                  <a:extLst>
                    <a:ext uri="{FF2B5EF4-FFF2-40B4-BE49-F238E27FC236}">
                      <a16:creationId xmlns:a16="http://schemas.microsoft.com/office/drawing/2014/main" id="{6C705826-0082-8FC7-B550-6F8A04994F71}"/>
                    </a:ext>
                  </a:extLst>
                </p:cNvPr>
                <p:cNvSpPr/>
                <p:nvPr/>
              </p:nvSpPr>
              <p:spPr>
                <a:xfrm>
                  <a:off x="10404918" y="1155989"/>
                  <a:ext cx="48144" cy="29811"/>
                </a:xfrm>
                <a:custGeom>
                  <a:avLst/>
                  <a:gdLst>
                    <a:gd name="connsiteX0" fmla="*/ 32297 w 48144"/>
                    <a:gd name="connsiteY0" fmla="*/ 29811 h 29811"/>
                    <a:gd name="connsiteX1" fmla="*/ 154 w 48144"/>
                    <a:gd name="connsiteY1" fmla="*/ 4447 h 29811"/>
                    <a:gd name="connsiteX2" fmla="*/ 2441 w 48144"/>
                    <a:gd name="connsiteY2" fmla="*/ 154 h 29811"/>
                    <a:gd name="connsiteX3" fmla="*/ 6735 w 48144"/>
                    <a:gd name="connsiteY3" fmla="*/ 2441 h 29811"/>
                    <a:gd name="connsiteX4" fmla="*/ 32297 w 48144"/>
                    <a:gd name="connsiteY4" fmla="*/ 22919 h 29811"/>
                    <a:gd name="connsiteX5" fmla="*/ 43200 w 48144"/>
                    <a:gd name="connsiteY5" fmla="*/ 20377 h 29811"/>
                    <a:gd name="connsiteX6" fmla="*/ 47804 w 48144"/>
                    <a:gd name="connsiteY6" fmla="*/ 21959 h 29811"/>
                    <a:gd name="connsiteX7" fmla="*/ 46222 w 48144"/>
                    <a:gd name="connsiteY7" fmla="*/ 26563 h 29811"/>
                    <a:gd name="connsiteX8" fmla="*/ 32325 w 48144"/>
                    <a:gd name="connsiteY8" fmla="*/ 29783 h 298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144" h="29811">
                      <a:moveTo>
                        <a:pt x="32297" y="29811"/>
                      </a:moveTo>
                      <a:cubicBezTo>
                        <a:pt x="17694" y="29811"/>
                        <a:pt x="4786" y="19615"/>
                        <a:pt x="154" y="4447"/>
                      </a:cubicBezTo>
                      <a:cubicBezTo>
                        <a:pt x="-412" y="2639"/>
                        <a:pt x="634" y="690"/>
                        <a:pt x="2441" y="154"/>
                      </a:cubicBezTo>
                      <a:cubicBezTo>
                        <a:pt x="4249" y="-411"/>
                        <a:pt x="6198" y="634"/>
                        <a:pt x="6735" y="2441"/>
                      </a:cubicBezTo>
                      <a:cubicBezTo>
                        <a:pt x="10463" y="14700"/>
                        <a:pt x="20745" y="22919"/>
                        <a:pt x="32297" y="22919"/>
                      </a:cubicBezTo>
                      <a:cubicBezTo>
                        <a:pt x="36054" y="22919"/>
                        <a:pt x="39726" y="22072"/>
                        <a:pt x="43200" y="20377"/>
                      </a:cubicBezTo>
                      <a:cubicBezTo>
                        <a:pt x="44894" y="19558"/>
                        <a:pt x="46956" y="20264"/>
                        <a:pt x="47804" y="21959"/>
                      </a:cubicBezTo>
                      <a:cubicBezTo>
                        <a:pt x="48623" y="23682"/>
                        <a:pt x="47917" y="25744"/>
                        <a:pt x="46222" y="26563"/>
                      </a:cubicBezTo>
                      <a:cubicBezTo>
                        <a:pt x="41816" y="28710"/>
                        <a:pt x="37127" y="29783"/>
                        <a:pt x="32325" y="29783"/>
                      </a:cubicBezTo>
                      <a:close/>
                    </a:path>
                  </a:pathLst>
                </a:custGeom>
                <a:solidFill>
                  <a:srgbClr val="17A3A3"/>
                </a:solidFill>
                <a:ln w="2824" cap="flat">
                  <a:noFill/>
                  <a:prstDash val="solid"/>
                  <a:miter/>
                </a:ln>
              </p:spPr>
              <p:txBody>
                <a:bodyPr rtlCol="1" anchor="ctr"/>
                <a:lstStyle/>
                <a:p>
                  <a:endParaRPr lang="ar-SA"/>
                </a:p>
              </p:txBody>
            </p:sp>
            <p:grpSp>
              <p:nvGrpSpPr>
                <p:cNvPr id="7435" name="رسم 8014">
                  <a:extLst>
                    <a:ext uri="{FF2B5EF4-FFF2-40B4-BE49-F238E27FC236}">
                      <a16:creationId xmlns:a16="http://schemas.microsoft.com/office/drawing/2014/main" id="{9D1D5760-1AEE-8366-1316-F6608A52014E}"/>
                    </a:ext>
                  </a:extLst>
                </p:cNvPr>
                <p:cNvGrpSpPr/>
                <p:nvPr/>
              </p:nvGrpSpPr>
              <p:grpSpPr>
                <a:xfrm>
                  <a:off x="10395553" y="1134112"/>
                  <a:ext cx="38583" cy="28782"/>
                  <a:chOff x="10395553" y="1134112"/>
                  <a:chExt cx="38583" cy="28782"/>
                </a:xfrm>
                <a:solidFill>
                  <a:srgbClr val="17A3A3"/>
                </a:solidFill>
              </p:grpSpPr>
              <p:sp>
                <p:nvSpPr>
                  <p:cNvPr id="7436" name="شكل حر: شكل 8336">
                    <a:extLst>
                      <a:ext uri="{FF2B5EF4-FFF2-40B4-BE49-F238E27FC236}">
                        <a16:creationId xmlns:a16="http://schemas.microsoft.com/office/drawing/2014/main" id="{D1EDCB01-9DEF-E64D-942D-8CFE6D3E32AE}"/>
                      </a:ext>
                    </a:extLst>
                  </p:cNvPr>
                  <p:cNvSpPr/>
                  <p:nvPr/>
                </p:nvSpPr>
                <p:spPr>
                  <a:xfrm>
                    <a:off x="10395553" y="1134112"/>
                    <a:ext cx="38583" cy="6891"/>
                  </a:xfrm>
                  <a:custGeom>
                    <a:avLst/>
                    <a:gdLst>
                      <a:gd name="connsiteX0" fmla="*/ 35137 w 38583"/>
                      <a:gd name="connsiteY0" fmla="*/ 6892 h 6891"/>
                      <a:gd name="connsiteX1" fmla="*/ 3446 w 38583"/>
                      <a:gd name="connsiteY1" fmla="*/ 6892 h 6891"/>
                      <a:gd name="connsiteX2" fmla="*/ 0 w 38583"/>
                      <a:gd name="connsiteY2" fmla="*/ 3446 h 6891"/>
                      <a:gd name="connsiteX3" fmla="*/ 3446 w 38583"/>
                      <a:gd name="connsiteY3" fmla="*/ 0 h 6891"/>
                      <a:gd name="connsiteX4" fmla="*/ 35137 w 38583"/>
                      <a:gd name="connsiteY4" fmla="*/ 0 h 6891"/>
                      <a:gd name="connsiteX5" fmla="*/ 38584 w 38583"/>
                      <a:gd name="connsiteY5" fmla="*/ 3446 h 6891"/>
                      <a:gd name="connsiteX6" fmla="*/ 35137 w 38583"/>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83" h="6891">
                        <a:moveTo>
                          <a:pt x="35137" y="6892"/>
                        </a:moveTo>
                        <a:lnTo>
                          <a:pt x="3446" y="6892"/>
                        </a:lnTo>
                        <a:cubicBezTo>
                          <a:pt x="1554" y="6892"/>
                          <a:pt x="0" y="5338"/>
                          <a:pt x="0" y="3446"/>
                        </a:cubicBezTo>
                        <a:cubicBezTo>
                          <a:pt x="0" y="1554"/>
                          <a:pt x="1554" y="0"/>
                          <a:pt x="3446" y="0"/>
                        </a:cubicBezTo>
                        <a:lnTo>
                          <a:pt x="35137" y="0"/>
                        </a:lnTo>
                        <a:cubicBezTo>
                          <a:pt x="37030" y="0"/>
                          <a:pt x="38584" y="1554"/>
                          <a:pt x="38584" y="3446"/>
                        </a:cubicBezTo>
                        <a:cubicBezTo>
                          <a:pt x="38584" y="5338"/>
                          <a:pt x="37030" y="6892"/>
                          <a:pt x="35137" y="6892"/>
                        </a:cubicBezTo>
                        <a:close/>
                      </a:path>
                    </a:pathLst>
                  </a:custGeom>
                  <a:solidFill>
                    <a:srgbClr val="17A3A3"/>
                  </a:solidFill>
                  <a:ln w="2824" cap="flat">
                    <a:noFill/>
                    <a:prstDash val="solid"/>
                    <a:miter/>
                  </a:ln>
                </p:spPr>
                <p:txBody>
                  <a:bodyPr rtlCol="1" anchor="ctr"/>
                  <a:lstStyle/>
                  <a:p>
                    <a:endParaRPr lang="ar-SA"/>
                  </a:p>
                </p:txBody>
              </p:sp>
              <p:sp>
                <p:nvSpPr>
                  <p:cNvPr id="7437" name="شكل حر: شكل 8337">
                    <a:extLst>
                      <a:ext uri="{FF2B5EF4-FFF2-40B4-BE49-F238E27FC236}">
                        <a16:creationId xmlns:a16="http://schemas.microsoft.com/office/drawing/2014/main" id="{A7C31122-3139-4E31-5940-36C64398066C}"/>
                      </a:ext>
                    </a:extLst>
                  </p:cNvPr>
                  <p:cNvSpPr/>
                  <p:nvPr/>
                </p:nvSpPr>
                <p:spPr>
                  <a:xfrm>
                    <a:off x="10395553" y="1156002"/>
                    <a:ext cx="38583" cy="6891"/>
                  </a:xfrm>
                  <a:custGeom>
                    <a:avLst/>
                    <a:gdLst>
                      <a:gd name="connsiteX0" fmla="*/ 35137 w 38583"/>
                      <a:gd name="connsiteY0" fmla="*/ 6892 h 6891"/>
                      <a:gd name="connsiteX1" fmla="*/ 3446 w 38583"/>
                      <a:gd name="connsiteY1" fmla="*/ 6892 h 6891"/>
                      <a:gd name="connsiteX2" fmla="*/ 0 w 38583"/>
                      <a:gd name="connsiteY2" fmla="*/ 3446 h 6891"/>
                      <a:gd name="connsiteX3" fmla="*/ 3446 w 38583"/>
                      <a:gd name="connsiteY3" fmla="*/ 0 h 6891"/>
                      <a:gd name="connsiteX4" fmla="*/ 35137 w 38583"/>
                      <a:gd name="connsiteY4" fmla="*/ 0 h 6891"/>
                      <a:gd name="connsiteX5" fmla="*/ 38584 w 38583"/>
                      <a:gd name="connsiteY5" fmla="*/ 3446 h 6891"/>
                      <a:gd name="connsiteX6" fmla="*/ 35137 w 38583"/>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83" h="6891">
                        <a:moveTo>
                          <a:pt x="35137" y="6892"/>
                        </a:moveTo>
                        <a:lnTo>
                          <a:pt x="3446" y="6892"/>
                        </a:lnTo>
                        <a:cubicBezTo>
                          <a:pt x="1554" y="6892"/>
                          <a:pt x="0" y="5338"/>
                          <a:pt x="0" y="3446"/>
                        </a:cubicBezTo>
                        <a:cubicBezTo>
                          <a:pt x="0" y="1554"/>
                          <a:pt x="1554" y="0"/>
                          <a:pt x="3446" y="0"/>
                        </a:cubicBezTo>
                        <a:lnTo>
                          <a:pt x="35137" y="0"/>
                        </a:lnTo>
                        <a:cubicBezTo>
                          <a:pt x="37030" y="0"/>
                          <a:pt x="38584" y="1554"/>
                          <a:pt x="38584" y="3446"/>
                        </a:cubicBezTo>
                        <a:cubicBezTo>
                          <a:pt x="38584" y="5338"/>
                          <a:pt x="37030" y="6892"/>
                          <a:pt x="35137" y="6892"/>
                        </a:cubicBezTo>
                        <a:close/>
                      </a:path>
                    </a:pathLst>
                  </a:custGeom>
                  <a:solidFill>
                    <a:srgbClr val="17A3A3"/>
                  </a:solidFill>
                  <a:ln w="2824" cap="flat">
                    <a:noFill/>
                    <a:prstDash val="solid"/>
                    <a:miter/>
                  </a:ln>
                </p:spPr>
                <p:txBody>
                  <a:bodyPr rtlCol="1" anchor="ctr"/>
                  <a:lstStyle/>
                  <a:p>
                    <a:endParaRPr lang="ar-SA"/>
                  </a:p>
                </p:txBody>
              </p:sp>
            </p:grpSp>
          </p:grpSp>
        </p:grpSp>
        <p:sp>
          <p:nvSpPr>
            <p:cNvPr id="7428" name="شكل حر: شكل 8338">
              <a:extLst>
                <a:ext uri="{FF2B5EF4-FFF2-40B4-BE49-F238E27FC236}">
                  <a16:creationId xmlns:a16="http://schemas.microsoft.com/office/drawing/2014/main" id="{373378D7-4711-3E49-FE2A-D4397914F5DE}"/>
                </a:ext>
              </a:extLst>
            </p:cNvPr>
            <p:cNvSpPr/>
            <p:nvPr/>
          </p:nvSpPr>
          <p:spPr>
            <a:xfrm>
              <a:off x="10354653" y="931209"/>
              <a:ext cx="86390" cy="144632"/>
            </a:xfrm>
            <a:custGeom>
              <a:avLst/>
              <a:gdLst>
                <a:gd name="connsiteX0" fmla="*/ 3446 w 86390"/>
                <a:gd name="connsiteY0" fmla="*/ 144633 h 144632"/>
                <a:gd name="connsiteX1" fmla="*/ 0 w 86390"/>
                <a:gd name="connsiteY1" fmla="*/ 141187 h 144632"/>
                <a:gd name="connsiteX2" fmla="*/ 81206 w 86390"/>
                <a:gd name="connsiteY2" fmla="*/ 468 h 144632"/>
                <a:gd name="connsiteX3" fmla="*/ 85922 w 86390"/>
                <a:gd name="connsiteY3" fmla="*/ 1739 h 144632"/>
                <a:gd name="connsiteX4" fmla="*/ 84652 w 86390"/>
                <a:gd name="connsiteY4" fmla="*/ 6456 h 144632"/>
                <a:gd name="connsiteX5" fmla="*/ 6863 w 86390"/>
                <a:gd name="connsiteY5" fmla="*/ 141187 h 144632"/>
                <a:gd name="connsiteX6" fmla="*/ 3418 w 86390"/>
                <a:gd name="connsiteY6" fmla="*/ 144633 h 144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390" h="144632">
                  <a:moveTo>
                    <a:pt x="3446" y="144633"/>
                  </a:moveTo>
                  <a:cubicBezTo>
                    <a:pt x="1554" y="144633"/>
                    <a:pt x="0" y="143079"/>
                    <a:pt x="0" y="141187"/>
                  </a:cubicBezTo>
                  <a:cubicBezTo>
                    <a:pt x="0" y="83368"/>
                    <a:pt x="31127" y="29447"/>
                    <a:pt x="81206" y="468"/>
                  </a:cubicBezTo>
                  <a:cubicBezTo>
                    <a:pt x="82844" y="-493"/>
                    <a:pt x="84963" y="72"/>
                    <a:pt x="85922" y="1739"/>
                  </a:cubicBezTo>
                  <a:cubicBezTo>
                    <a:pt x="86883" y="3377"/>
                    <a:pt x="86318" y="5495"/>
                    <a:pt x="84652" y="6456"/>
                  </a:cubicBezTo>
                  <a:cubicBezTo>
                    <a:pt x="36691" y="34221"/>
                    <a:pt x="6863" y="85854"/>
                    <a:pt x="6863" y="141187"/>
                  </a:cubicBezTo>
                  <a:cubicBezTo>
                    <a:pt x="6863" y="143079"/>
                    <a:pt x="5311" y="144633"/>
                    <a:pt x="3418" y="144633"/>
                  </a:cubicBezTo>
                  <a:close/>
                </a:path>
              </a:pathLst>
            </a:custGeom>
            <a:solidFill>
              <a:srgbClr val="01355A"/>
            </a:solidFill>
            <a:ln w="2824" cap="flat">
              <a:noFill/>
              <a:prstDash val="solid"/>
              <a:miter/>
            </a:ln>
          </p:spPr>
          <p:txBody>
            <a:bodyPr rtlCol="1" anchor="ctr"/>
            <a:lstStyle/>
            <a:p>
              <a:endParaRPr lang="ar-SA"/>
            </a:p>
          </p:txBody>
        </p:sp>
        <p:sp>
          <p:nvSpPr>
            <p:cNvPr id="7429" name="شكل حر: شكل 8339">
              <a:extLst>
                <a:ext uri="{FF2B5EF4-FFF2-40B4-BE49-F238E27FC236}">
                  <a16:creationId xmlns:a16="http://schemas.microsoft.com/office/drawing/2014/main" id="{11C7DFA4-282D-05A3-7D56-C4BFCFC5AF5B}"/>
                </a:ext>
              </a:extLst>
            </p:cNvPr>
            <p:cNvSpPr/>
            <p:nvPr/>
          </p:nvSpPr>
          <p:spPr>
            <a:xfrm>
              <a:off x="10513676" y="1183424"/>
              <a:ext cx="117194" cy="51410"/>
            </a:xfrm>
            <a:custGeom>
              <a:avLst/>
              <a:gdLst>
                <a:gd name="connsiteX0" fmla="*/ 3446 w 117194"/>
                <a:gd name="connsiteY0" fmla="*/ 51411 h 51410"/>
                <a:gd name="connsiteX1" fmla="*/ 0 w 117194"/>
                <a:gd name="connsiteY1" fmla="*/ 47965 h 51410"/>
                <a:gd name="connsiteX2" fmla="*/ 3446 w 117194"/>
                <a:gd name="connsiteY2" fmla="*/ 44519 h 51410"/>
                <a:gd name="connsiteX3" fmla="*/ 111372 w 117194"/>
                <a:gd name="connsiteY3" fmla="*/ 965 h 51410"/>
                <a:gd name="connsiteX4" fmla="*/ 116230 w 117194"/>
                <a:gd name="connsiteY4" fmla="*/ 1049 h 51410"/>
                <a:gd name="connsiteX5" fmla="*/ 116145 w 117194"/>
                <a:gd name="connsiteY5" fmla="*/ 5908 h 51410"/>
                <a:gd name="connsiteX6" fmla="*/ 3418 w 117194"/>
                <a:gd name="connsiteY6" fmla="*/ 51383 h 51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194" h="51410">
                  <a:moveTo>
                    <a:pt x="3446" y="51411"/>
                  </a:moveTo>
                  <a:cubicBezTo>
                    <a:pt x="1554" y="51411"/>
                    <a:pt x="0" y="49857"/>
                    <a:pt x="0" y="47965"/>
                  </a:cubicBezTo>
                  <a:cubicBezTo>
                    <a:pt x="0" y="46073"/>
                    <a:pt x="1554" y="44519"/>
                    <a:pt x="3446" y="44519"/>
                  </a:cubicBezTo>
                  <a:cubicBezTo>
                    <a:pt x="43922" y="44519"/>
                    <a:pt x="82250" y="29069"/>
                    <a:pt x="111372" y="965"/>
                  </a:cubicBezTo>
                  <a:cubicBezTo>
                    <a:pt x="112727" y="-363"/>
                    <a:pt x="114931" y="-306"/>
                    <a:pt x="116230" y="1049"/>
                  </a:cubicBezTo>
                  <a:cubicBezTo>
                    <a:pt x="117557" y="2433"/>
                    <a:pt x="117501" y="4608"/>
                    <a:pt x="116145" y="5908"/>
                  </a:cubicBezTo>
                  <a:cubicBezTo>
                    <a:pt x="85725" y="35226"/>
                    <a:pt x="45701" y="51383"/>
                    <a:pt x="3418" y="51383"/>
                  </a:cubicBezTo>
                  <a:close/>
                </a:path>
              </a:pathLst>
            </a:custGeom>
            <a:solidFill>
              <a:srgbClr val="01355A"/>
            </a:solidFill>
            <a:ln w="2824" cap="flat">
              <a:noFill/>
              <a:prstDash val="solid"/>
              <a:miter/>
            </a:ln>
          </p:spPr>
          <p:txBody>
            <a:bodyPr rtlCol="1" anchor="ctr"/>
            <a:lstStyle/>
            <a:p>
              <a:endParaRPr lang="ar-SA"/>
            </a:p>
          </p:txBody>
        </p:sp>
        <p:sp>
          <p:nvSpPr>
            <p:cNvPr id="7430" name="شكل حر: شكل 8340">
              <a:extLst>
                <a:ext uri="{FF2B5EF4-FFF2-40B4-BE49-F238E27FC236}">
                  <a16:creationId xmlns:a16="http://schemas.microsoft.com/office/drawing/2014/main" id="{5505379D-EB2F-2CB6-E246-F645DBEB2F2E}"/>
                </a:ext>
              </a:extLst>
            </p:cNvPr>
            <p:cNvSpPr/>
            <p:nvPr/>
          </p:nvSpPr>
          <p:spPr>
            <a:xfrm>
              <a:off x="10653302" y="1100764"/>
              <a:ext cx="23086" cy="51255"/>
            </a:xfrm>
            <a:custGeom>
              <a:avLst/>
              <a:gdLst>
                <a:gd name="connsiteX0" fmla="*/ 3437 w 23086"/>
                <a:gd name="connsiteY0" fmla="*/ 51199 h 51255"/>
                <a:gd name="connsiteX1" fmla="*/ 1799 w 23086"/>
                <a:gd name="connsiteY1" fmla="*/ 50775 h 51255"/>
                <a:gd name="connsiteX2" fmla="*/ 415 w 23086"/>
                <a:gd name="connsiteY2" fmla="*/ 46115 h 51255"/>
                <a:gd name="connsiteX3" fmla="*/ 16261 w 23086"/>
                <a:gd name="connsiteY3" fmla="*/ 2758 h 51255"/>
                <a:gd name="connsiteX4" fmla="*/ 20328 w 23086"/>
                <a:gd name="connsiteY4" fmla="*/ 75 h 51255"/>
                <a:gd name="connsiteX5" fmla="*/ 23012 w 23086"/>
                <a:gd name="connsiteY5" fmla="*/ 4142 h 51255"/>
                <a:gd name="connsiteX6" fmla="*/ 6460 w 23086"/>
                <a:gd name="connsiteY6" fmla="*/ 49448 h 51255"/>
                <a:gd name="connsiteX7" fmla="*/ 3437 w 23086"/>
                <a:gd name="connsiteY7" fmla="*/ 51255 h 51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086" h="51255">
                  <a:moveTo>
                    <a:pt x="3437" y="51199"/>
                  </a:moveTo>
                  <a:cubicBezTo>
                    <a:pt x="2872" y="51199"/>
                    <a:pt x="2308" y="51058"/>
                    <a:pt x="1799" y="50775"/>
                  </a:cubicBezTo>
                  <a:cubicBezTo>
                    <a:pt x="133" y="49871"/>
                    <a:pt x="-489" y="47781"/>
                    <a:pt x="415" y="46115"/>
                  </a:cubicBezTo>
                  <a:cubicBezTo>
                    <a:pt x="7844" y="32501"/>
                    <a:pt x="13182" y="17926"/>
                    <a:pt x="16261" y="2758"/>
                  </a:cubicBezTo>
                  <a:cubicBezTo>
                    <a:pt x="16628" y="894"/>
                    <a:pt x="18464" y="-321"/>
                    <a:pt x="20328" y="75"/>
                  </a:cubicBezTo>
                  <a:cubicBezTo>
                    <a:pt x="22192" y="442"/>
                    <a:pt x="23407" y="2278"/>
                    <a:pt x="23012" y="4142"/>
                  </a:cubicBezTo>
                  <a:cubicBezTo>
                    <a:pt x="19791" y="19988"/>
                    <a:pt x="14227" y="35212"/>
                    <a:pt x="6460" y="49448"/>
                  </a:cubicBezTo>
                  <a:cubicBezTo>
                    <a:pt x="5838" y="50606"/>
                    <a:pt x="4652" y="51255"/>
                    <a:pt x="3437" y="51255"/>
                  </a:cubicBezTo>
                  <a:close/>
                </a:path>
              </a:pathLst>
            </a:custGeom>
            <a:solidFill>
              <a:srgbClr val="01355A"/>
            </a:solidFill>
            <a:ln w="2824" cap="flat">
              <a:noFill/>
              <a:prstDash val="solid"/>
              <a:miter/>
            </a:ln>
          </p:spPr>
          <p:txBody>
            <a:bodyPr rtlCol="1" anchor="ctr"/>
            <a:lstStyle/>
            <a:p>
              <a:endParaRPr lang="ar-SA"/>
            </a:p>
          </p:txBody>
        </p:sp>
      </p:grpSp>
      <p:grpSp>
        <p:nvGrpSpPr>
          <p:cNvPr id="7443" name="رسم 8014">
            <a:extLst>
              <a:ext uri="{FF2B5EF4-FFF2-40B4-BE49-F238E27FC236}">
                <a16:creationId xmlns:a16="http://schemas.microsoft.com/office/drawing/2014/main" id="{DAEA5984-6A5C-92F1-C26D-7FED8ABC1D76}"/>
              </a:ext>
            </a:extLst>
          </p:cNvPr>
          <p:cNvGrpSpPr/>
          <p:nvPr/>
        </p:nvGrpSpPr>
        <p:grpSpPr>
          <a:xfrm>
            <a:off x="8589520" y="2175777"/>
            <a:ext cx="248621" cy="207761"/>
            <a:chOff x="9348481" y="945088"/>
            <a:chExt cx="297177" cy="263592"/>
          </a:xfrm>
        </p:grpSpPr>
        <p:grpSp>
          <p:nvGrpSpPr>
            <p:cNvPr id="7444" name="رسم 8014">
              <a:extLst>
                <a:ext uri="{FF2B5EF4-FFF2-40B4-BE49-F238E27FC236}">
                  <a16:creationId xmlns:a16="http://schemas.microsoft.com/office/drawing/2014/main" id="{7831D215-2370-9E72-8E4F-8B8B4E3CD8CB}"/>
                </a:ext>
              </a:extLst>
            </p:cNvPr>
            <p:cNvGrpSpPr/>
            <p:nvPr/>
          </p:nvGrpSpPr>
          <p:grpSpPr>
            <a:xfrm>
              <a:off x="9348489" y="1070536"/>
              <a:ext cx="297169" cy="138143"/>
              <a:chOff x="9348489" y="1070536"/>
              <a:chExt cx="297169" cy="138143"/>
            </a:xfrm>
            <a:solidFill>
              <a:srgbClr val="01355A"/>
            </a:solidFill>
          </p:grpSpPr>
          <p:sp>
            <p:nvSpPr>
              <p:cNvPr id="7451" name="شكل حر: شكل 8343">
                <a:extLst>
                  <a:ext uri="{FF2B5EF4-FFF2-40B4-BE49-F238E27FC236}">
                    <a16:creationId xmlns:a16="http://schemas.microsoft.com/office/drawing/2014/main" id="{50D794AA-A866-F563-73EB-16CB6163C007}"/>
                  </a:ext>
                </a:extLst>
              </p:cNvPr>
              <p:cNvSpPr/>
              <p:nvPr/>
            </p:nvSpPr>
            <p:spPr>
              <a:xfrm>
                <a:off x="9348489" y="1076345"/>
                <a:ext cx="156987" cy="87452"/>
              </a:xfrm>
              <a:custGeom>
                <a:avLst/>
                <a:gdLst>
                  <a:gd name="connsiteX0" fmla="*/ 81210 w 156987"/>
                  <a:gd name="connsiteY0" fmla="*/ 87452 h 87452"/>
                  <a:gd name="connsiteX1" fmla="*/ 78724 w 156987"/>
                  <a:gd name="connsiteY1" fmla="*/ 86407 h 87452"/>
                  <a:gd name="connsiteX2" fmla="*/ 965 w 156987"/>
                  <a:gd name="connsiteY2" fmla="*/ 5823 h 87452"/>
                  <a:gd name="connsiteX3" fmla="*/ 1049 w 156987"/>
                  <a:gd name="connsiteY3" fmla="*/ 965 h 87452"/>
                  <a:gd name="connsiteX4" fmla="*/ 5908 w 156987"/>
                  <a:gd name="connsiteY4" fmla="*/ 1049 h 87452"/>
                  <a:gd name="connsiteX5" fmla="*/ 82058 w 156987"/>
                  <a:gd name="connsiteY5" fmla="*/ 79939 h 87452"/>
                  <a:gd name="connsiteX6" fmla="*/ 152247 w 156987"/>
                  <a:gd name="connsiteY6" fmla="*/ 51411 h 87452"/>
                  <a:gd name="connsiteX7" fmla="*/ 156739 w 156987"/>
                  <a:gd name="connsiteY7" fmla="*/ 53303 h 87452"/>
                  <a:gd name="connsiteX8" fmla="*/ 154846 w 156987"/>
                  <a:gd name="connsiteY8" fmla="*/ 57794 h 87452"/>
                  <a:gd name="connsiteX9" fmla="*/ 82509 w 156987"/>
                  <a:gd name="connsiteY9" fmla="*/ 87198 h 87452"/>
                  <a:gd name="connsiteX10" fmla="*/ 81210 w 156987"/>
                  <a:gd name="connsiteY10" fmla="*/ 87452 h 87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6987" h="87452">
                    <a:moveTo>
                      <a:pt x="81210" y="87452"/>
                    </a:moveTo>
                    <a:cubicBezTo>
                      <a:pt x="80306" y="87452"/>
                      <a:pt x="79403" y="87085"/>
                      <a:pt x="78724" y="86407"/>
                    </a:cubicBezTo>
                    <a:lnTo>
                      <a:pt x="965" y="5823"/>
                    </a:lnTo>
                    <a:cubicBezTo>
                      <a:pt x="-363" y="4439"/>
                      <a:pt x="-307" y="2264"/>
                      <a:pt x="1049" y="965"/>
                    </a:cubicBezTo>
                    <a:cubicBezTo>
                      <a:pt x="2434" y="-363"/>
                      <a:pt x="4608" y="-306"/>
                      <a:pt x="5908" y="1049"/>
                    </a:cubicBezTo>
                    <a:lnTo>
                      <a:pt x="82058" y="79939"/>
                    </a:lnTo>
                    <a:lnTo>
                      <a:pt x="152247" y="51411"/>
                    </a:lnTo>
                    <a:cubicBezTo>
                      <a:pt x="153999" y="50705"/>
                      <a:pt x="156032" y="51552"/>
                      <a:pt x="156739" y="53303"/>
                    </a:cubicBezTo>
                    <a:cubicBezTo>
                      <a:pt x="157445" y="55055"/>
                      <a:pt x="156597" y="57088"/>
                      <a:pt x="154846" y="57794"/>
                    </a:cubicBezTo>
                    <a:lnTo>
                      <a:pt x="82509" y="87198"/>
                    </a:lnTo>
                    <a:cubicBezTo>
                      <a:pt x="82086" y="87367"/>
                      <a:pt x="81662" y="87452"/>
                      <a:pt x="81210" y="87452"/>
                    </a:cubicBezTo>
                    <a:close/>
                  </a:path>
                </a:pathLst>
              </a:custGeom>
              <a:solidFill>
                <a:srgbClr val="01355A"/>
              </a:solidFill>
              <a:ln w="2824" cap="flat">
                <a:noFill/>
                <a:prstDash val="solid"/>
                <a:miter/>
              </a:ln>
            </p:spPr>
            <p:txBody>
              <a:bodyPr rtlCol="1" anchor="ctr"/>
              <a:lstStyle/>
              <a:p>
                <a:endParaRPr lang="ar-SA"/>
              </a:p>
            </p:txBody>
          </p:sp>
          <p:sp>
            <p:nvSpPr>
              <p:cNvPr id="7452" name="شكل حر: شكل 8344">
                <a:extLst>
                  <a:ext uri="{FF2B5EF4-FFF2-40B4-BE49-F238E27FC236}">
                    <a16:creationId xmlns:a16="http://schemas.microsoft.com/office/drawing/2014/main" id="{56B7BC41-15C9-8F3D-592C-F013964A8BD3}"/>
                  </a:ext>
                </a:extLst>
              </p:cNvPr>
              <p:cNvSpPr/>
              <p:nvPr/>
            </p:nvSpPr>
            <p:spPr>
              <a:xfrm>
                <a:off x="9577061" y="1070536"/>
                <a:ext cx="68597" cy="31968"/>
              </a:xfrm>
              <a:custGeom>
                <a:avLst/>
                <a:gdLst>
                  <a:gd name="connsiteX0" fmla="*/ 3440 w 68597"/>
                  <a:gd name="connsiteY0" fmla="*/ 31969 h 31968"/>
                  <a:gd name="connsiteX1" fmla="*/ 249 w 68597"/>
                  <a:gd name="connsiteY1" fmla="*/ 29822 h 31968"/>
                  <a:gd name="connsiteX2" fmla="*/ 2141 w 68597"/>
                  <a:gd name="connsiteY2" fmla="*/ 25331 h 31968"/>
                  <a:gd name="connsiteX3" fmla="*/ 63858 w 68597"/>
                  <a:gd name="connsiteY3" fmla="*/ 249 h 31968"/>
                  <a:gd name="connsiteX4" fmla="*/ 68348 w 68597"/>
                  <a:gd name="connsiteY4" fmla="*/ 2141 h 31968"/>
                  <a:gd name="connsiteX5" fmla="*/ 66456 w 68597"/>
                  <a:gd name="connsiteY5" fmla="*/ 6632 h 31968"/>
                  <a:gd name="connsiteX6" fmla="*/ 4740 w 68597"/>
                  <a:gd name="connsiteY6" fmla="*/ 31714 h 31968"/>
                  <a:gd name="connsiteX7" fmla="*/ 3440 w 68597"/>
                  <a:gd name="connsiteY7" fmla="*/ 31969 h 3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97" h="31968">
                    <a:moveTo>
                      <a:pt x="3440" y="31969"/>
                    </a:moveTo>
                    <a:cubicBezTo>
                      <a:pt x="2085" y="31969"/>
                      <a:pt x="785" y="31150"/>
                      <a:pt x="249" y="29822"/>
                    </a:cubicBezTo>
                    <a:cubicBezTo>
                      <a:pt x="-457" y="28071"/>
                      <a:pt x="390" y="26037"/>
                      <a:pt x="2141" y="25331"/>
                    </a:cubicBezTo>
                    <a:lnTo>
                      <a:pt x="63858" y="249"/>
                    </a:lnTo>
                    <a:cubicBezTo>
                      <a:pt x="65609" y="-457"/>
                      <a:pt x="67642" y="390"/>
                      <a:pt x="68348" y="2141"/>
                    </a:cubicBezTo>
                    <a:cubicBezTo>
                      <a:pt x="69055" y="3893"/>
                      <a:pt x="68208" y="5926"/>
                      <a:pt x="66456" y="6632"/>
                    </a:cubicBezTo>
                    <a:lnTo>
                      <a:pt x="4740" y="31714"/>
                    </a:lnTo>
                    <a:cubicBezTo>
                      <a:pt x="4316" y="31884"/>
                      <a:pt x="3864" y="31969"/>
                      <a:pt x="3440" y="31969"/>
                    </a:cubicBezTo>
                    <a:close/>
                  </a:path>
                </a:pathLst>
              </a:custGeom>
              <a:solidFill>
                <a:srgbClr val="01355A"/>
              </a:solidFill>
              <a:ln w="2824" cap="flat">
                <a:noFill/>
                <a:prstDash val="solid"/>
                <a:miter/>
              </a:ln>
            </p:spPr>
            <p:txBody>
              <a:bodyPr rtlCol="1" anchor="ctr"/>
              <a:lstStyle/>
              <a:p>
                <a:endParaRPr lang="ar-SA"/>
              </a:p>
            </p:txBody>
          </p:sp>
          <p:sp>
            <p:nvSpPr>
              <p:cNvPr id="7453" name="شكل حر: شكل 8345">
                <a:extLst>
                  <a:ext uri="{FF2B5EF4-FFF2-40B4-BE49-F238E27FC236}">
                    <a16:creationId xmlns:a16="http://schemas.microsoft.com/office/drawing/2014/main" id="{E0A195FF-2450-B5DC-ED69-531C4EEA2F10}"/>
                  </a:ext>
                </a:extLst>
              </p:cNvPr>
              <p:cNvSpPr/>
              <p:nvPr/>
            </p:nvSpPr>
            <p:spPr>
              <a:xfrm>
                <a:off x="9348489" y="1121199"/>
                <a:ext cx="156987" cy="87480"/>
              </a:xfrm>
              <a:custGeom>
                <a:avLst/>
                <a:gdLst>
                  <a:gd name="connsiteX0" fmla="*/ 81210 w 156987"/>
                  <a:gd name="connsiteY0" fmla="*/ 87452 h 87480"/>
                  <a:gd name="connsiteX1" fmla="*/ 78724 w 156987"/>
                  <a:gd name="connsiteY1" fmla="*/ 86407 h 87480"/>
                  <a:gd name="connsiteX2" fmla="*/ 965 w 156987"/>
                  <a:gd name="connsiteY2" fmla="*/ 5823 h 87480"/>
                  <a:gd name="connsiteX3" fmla="*/ 1049 w 156987"/>
                  <a:gd name="connsiteY3" fmla="*/ 965 h 87480"/>
                  <a:gd name="connsiteX4" fmla="*/ 5908 w 156987"/>
                  <a:gd name="connsiteY4" fmla="*/ 1049 h 87480"/>
                  <a:gd name="connsiteX5" fmla="*/ 82058 w 156987"/>
                  <a:gd name="connsiteY5" fmla="*/ 79967 h 87480"/>
                  <a:gd name="connsiteX6" fmla="*/ 152247 w 156987"/>
                  <a:gd name="connsiteY6" fmla="*/ 51439 h 87480"/>
                  <a:gd name="connsiteX7" fmla="*/ 156739 w 156987"/>
                  <a:gd name="connsiteY7" fmla="*/ 53332 h 87480"/>
                  <a:gd name="connsiteX8" fmla="*/ 154846 w 156987"/>
                  <a:gd name="connsiteY8" fmla="*/ 57823 h 87480"/>
                  <a:gd name="connsiteX9" fmla="*/ 82509 w 156987"/>
                  <a:gd name="connsiteY9" fmla="*/ 87226 h 87480"/>
                  <a:gd name="connsiteX10" fmla="*/ 81210 w 156987"/>
                  <a:gd name="connsiteY10" fmla="*/ 87480 h 8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6987" h="87480">
                    <a:moveTo>
                      <a:pt x="81210" y="87452"/>
                    </a:moveTo>
                    <a:cubicBezTo>
                      <a:pt x="80306" y="87452"/>
                      <a:pt x="79403" y="87085"/>
                      <a:pt x="78724" y="86407"/>
                    </a:cubicBezTo>
                    <a:lnTo>
                      <a:pt x="965" y="5823"/>
                    </a:lnTo>
                    <a:cubicBezTo>
                      <a:pt x="-363" y="4439"/>
                      <a:pt x="-307" y="2264"/>
                      <a:pt x="1049" y="965"/>
                    </a:cubicBezTo>
                    <a:cubicBezTo>
                      <a:pt x="2434" y="-363"/>
                      <a:pt x="4608" y="-306"/>
                      <a:pt x="5908" y="1049"/>
                    </a:cubicBezTo>
                    <a:lnTo>
                      <a:pt x="82058" y="79967"/>
                    </a:lnTo>
                    <a:lnTo>
                      <a:pt x="152247" y="51439"/>
                    </a:lnTo>
                    <a:cubicBezTo>
                      <a:pt x="153999" y="50733"/>
                      <a:pt x="156032" y="51580"/>
                      <a:pt x="156739" y="53332"/>
                    </a:cubicBezTo>
                    <a:cubicBezTo>
                      <a:pt x="157445" y="55083"/>
                      <a:pt x="156597" y="57117"/>
                      <a:pt x="154846" y="57823"/>
                    </a:cubicBezTo>
                    <a:lnTo>
                      <a:pt x="82509" y="87226"/>
                    </a:lnTo>
                    <a:cubicBezTo>
                      <a:pt x="82086" y="87396"/>
                      <a:pt x="81662" y="87480"/>
                      <a:pt x="81210" y="87480"/>
                    </a:cubicBezTo>
                    <a:close/>
                  </a:path>
                </a:pathLst>
              </a:custGeom>
              <a:solidFill>
                <a:srgbClr val="01355A"/>
              </a:solidFill>
              <a:ln w="2824" cap="flat">
                <a:noFill/>
                <a:prstDash val="solid"/>
                <a:miter/>
              </a:ln>
            </p:spPr>
            <p:txBody>
              <a:bodyPr rtlCol="1" anchor="ctr"/>
              <a:lstStyle/>
              <a:p>
                <a:endParaRPr lang="ar-SA"/>
              </a:p>
            </p:txBody>
          </p:sp>
          <p:sp>
            <p:nvSpPr>
              <p:cNvPr id="7454" name="شكل حر: شكل 8346">
                <a:extLst>
                  <a:ext uri="{FF2B5EF4-FFF2-40B4-BE49-F238E27FC236}">
                    <a16:creationId xmlns:a16="http://schemas.microsoft.com/office/drawing/2014/main" id="{333828A6-EA33-8B50-504B-024F747022B0}"/>
                  </a:ext>
                </a:extLst>
              </p:cNvPr>
              <p:cNvSpPr/>
              <p:nvPr/>
            </p:nvSpPr>
            <p:spPr>
              <a:xfrm>
                <a:off x="9577061" y="1115390"/>
                <a:ext cx="68597" cy="31968"/>
              </a:xfrm>
              <a:custGeom>
                <a:avLst/>
                <a:gdLst>
                  <a:gd name="connsiteX0" fmla="*/ 3440 w 68597"/>
                  <a:gd name="connsiteY0" fmla="*/ 31969 h 31968"/>
                  <a:gd name="connsiteX1" fmla="*/ 249 w 68597"/>
                  <a:gd name="connsiteY1" fmla="*/ 29822 h 31968"/>
                  <a:gd name="connsiteX2" fmla="*/ 2141 w 68597"/>
                  <a:gd name="connsiteY2" fmla="*/ 25331 h 31968"/>
                  <a:gd name="connsiteX3" fmla="*/ 63858 w 68597"/>
                  <a:gd name="connsiteY3" fmla="*/ 249 h 31968"/>
                  <a:gd name="connsiteX4" fmla="*/ 68348 w 68597"/>
                  <a:gd name="connsiteY4" fmla="*/ 2141 h 31968"/>
                  <a:gd name="connsiteX5" fmla="*/ 66456 w 68597"/>
                  <a:gd name="connsiteY5" fmla="*/ 6632 h 31968"/>
                  <a:gd name="connsiteX6" fmla="*/ 4740 w 68597"/>
                  <a:gd name="connsiteY6" fmla="*/ 31714 h 31968"/>
                  <a:gd name="connsiteX7" fmla="*/ 3440 w 68597"/>
                  <a:gd name="connsiteY7" fmla="*/ 31969 h 3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97" h="31968">
                    <a:moveTo>
                      <a:pt x="3440" y="31969"/>
                    </a:moveTo>
                    <a:cubicBezTo>
                      <a:pt x="2085" y="31969"/>
                      <a:pt x="785" y="31150"/>
                      <a:pt x="249" y="29822"/>
                    </a:cubicBezTo>
                    <a:cubicBezTo>
                      <a:pt x="-457" y="28071"/>
                      <a:pt x="390" y="26037"/>
                      <a:pt x="2141" y="25331"/>
                    </a:cubicBezTo>
                    <a:lnTo>
                      <a:pt x="63858" y="249"/>
                    </a:lnTo>
                    <a:cubicBezTo>
                      <a:pt x="65609" y="-457"/>
                      <a:pt x="67642" y="390"/>
                      <a:pt x="68348" y="2141"/>
                    </a:cubicBezTo>
                    <a:cubicBezTo>
                      <a:pt x="69055" y="3893"/>
                      <a:pt x="68208" y="5926"/>
                      <a:pt x="66456" y="6632"/>
                    </a:cubicBezTo>
                    <a:lnTo>
                      <a:pt x="4740" y="31714"/>
                    </a:lnTo>
                    <a:cubicBezTo>
                      <a:pt x="4316" y="31884"/>
                      <a:pt x="3864" y="31969"/>
                      <a:pt x="3440" y="31969"/>
                    </a:cubicBezTo>
                    <a:close/>
                  </a:path>
                </a:pathLst>
              </a:custGeom>
              <a:solidFill>
                <a:srgbClr val="01355A"/>
              </a:solidFill>
              <a:ln w="2824" cap="flat">
                <a:noFill/>
                <a:prstDash val="solid"/>
                <a:miter/>
              </a:ln>
            </p:spPr>
            <p:txBody>
              <a:bodyPr rtlCol="1" anchor="ctr"/>
              <a:lstStyle/>
              <a:p>
                <a:endParaRPr lang="ar-SA"/>
              </a:p>
            </p:txBody>
          </p:sp>
        </p:grpSp>
        <p:grpSp>
          <p:nvGrpSpPr>
            <p:cNvPr id="7445" name="رسم 8014">
              <a:extLst>
                <a:ext uri="{FF2B5EF4-FFF2-40B4-BE49-F238E27FC236}">
                  <a16:creationId xmlns:a16="http://schemas.microsoft.com/office/drawing/2014/main" id="{53C051F5-C849-0D2E-2C47-5C9D564A4F65}"/>
                </a:ext>
              </a:extLst>
            </p:cNvPr>
            <p:cNvGrpSpPr/>
            <p:nvPr/>
          </p:nvGrpSpPr>
          <p:grpSpPr>
            <a:xfrm>
              <a:off x="9348481" y="945088"/>
              <a:ext cx="297166" cy="173856"/>
              <a:chOff x="9348481" y="945088"/>
              <a:chExt cx="297166" cy="173856"/>
            </a:xfrm>
            <a:solidFill>
              <a:srgbClr val="01355A"/>
            </a:solidFill>
          </p:grpSpPr>
          <p:sp>
            <p:nvSpPr>
              <p:cNvPr id="7447" name="شكل حر: شكل 8348">
                <a:extLst>
                  <a:ext uri="{FF2B5EF4-FFF2-40B4-BE49-F238E27FC236}">
                    <a16:creationId xmlns:a16="http://schemas.microsoft.com/office/drawing/2014/main" id="{C1B5536C-5D81-ED6F-FEF1-7712D45101B9}"/>
                  </a:ext>
                </a:extLst>
              </p:cNvPr>
              <p:cNvSpPr/>
              <p:nvPr/>
            </p:nvSpPr>
            <p:spPr>
              <a:xfrm>
                <a:off x="9348481" y="1003752"/>
                <a:ext cx="150583" cy="115191"/>
              </a:xfrm>
              <a:custGeom>
                <a:avLst/>
                <a:gdLst>
                  <a:gd name="connsiteX0" fmla="*/ 81218 w 150583"/>
                  <a:gd name="connsiteY0" fmla="*/ 115192 h 115191"/>
                  <a:gd name="connsiteX1" fmla="*/ 78732 w 150583"/>
                  <a:gd name="connsiteY1" fmla="*/ 114146 h 115191"/>
                  <a:gd name="connsiteX2" fmla="*/ 973 w 150583"/>
                  <a:gd name="connsiteY2" fmla="*/ 33562 h 115191"/>
                  <a:gd name="connsiteX3" fmla="*/ 69 w 150583"/>
                  <a:gd name="connsiteY3" fmla="*/ 30455 h 115191"/>
                  <a:gd name="connsiteX4" fmla="*/ 2131 w 150583"/>
                  <a:gd name="connsiteY4" fmla="*/ 27969 h 115191"/>
                  <a:gd name="connsiteX5" fmla="*/ 70343 w 150583"/>
                  <a:gd name="connsiteY5" fmla="*/ 261 h 115191"/>
                  <a:gd name="connsiteX6" fmla="*/ 74834 w 150583"/>
                  <a:gd name="connsiteY6" fmla="*/ 2153 h 115191"/>
                  <a:gd name="connsiteX7" fmla="*/ 72942 w 150583"/>
                  <a:gd name="connsiteY7" fmla="*/ 6644 h 115191"/>
                  <a:gd name="connsiteX8" fmla="*/ 9446 w 150583"/>
                  <a:gd name="connsiteY8" fmla="*/ 32432 h 115191"/>
                  <a:gd name="connsiteX9" fmla="*/ 82065 w 150583"/>
                  <a:gd name="connsiteY9" fmla="*/ 107678 h 115191"/>
                  <a:gd name="connsiteX10" fmla="*/ 145843 w 150583"/>
                  <a:gd name="connsiteY10" fmla="*/ 81749 h 115191"/>
                  <a:gd name="connsiteX11" fmla="*/ 150335 w 150583"/>
                  <a:gd name="connsiteY11" fmla="*/ 83641 h 115191"/>
                  <a:gd name="connsiteX12" fmla="*/ 148442 w 150583"/>
                  <a:gd name="connsiteY12" fmla="*/ 88132 h 115191"/>
                  <a:gd name="connsiteX13" fmla="*/ 82517 w 150583"/>
                  <a:gd name="connsiteY13" fmla="*/ 114937 h 115191"/>
                  <a:gd name="connsiteX14" fmla="*/ 81218 w 150583"/>
                  <a:gd name="connsiteY14" fmla="*/ 115192 h 11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0583" h="115191">
                    <a:moveTo>
                      <a:pt x="81218" y="115192"/>
                    </a:moveTo>
                    <a:cubicBezTo>
                      <a:pt x="80314" y="115192"/>
                      <a:pt x="79411" y="114824"/>
                      <a:pt x="78732" y="114146"/>
                    </a:cubicBezTo>
                    <a:lnTo>
                      <a:pt x="973" y="33562"/>
                    </a:lnTo>
                    <a:cubicBezTo>
                      <a:pt x="182" y="32743"/>
                      <a:pt x="-157" y="31585"/>
                      <a:pt x="69" y="30455"/>
                    </a:cubicBezTo>
                    <a:cubicBezTo>
                      <a:pt x="295" y="29325"/>
                      <a:pt x="1085" y="28421"/>
                      <a:pt x="2131" y="27969"/>
                    </a:cubicBezTo>
                    <a:lnTo>
                      <a:pt x="70343" y="261"/>
                    </a:lnTo>
                    <a:cubicBezTo>
                      <a:pt x="72095" y="-474"/>
                      <a:pt x="74128" y="402"/>
                      <a:pt x="74834" y="2153"/>
                    </a:cubicBezTo>
                    <a:cubicBezTo>
                      <a:pt x="75541" y="3904"/>
                      <a:pt x="74693" y="5938"/>
                      <a:pt x="72942" y="6644"/>
                    </a:cubicBezTo>
                    <a:lnTo>
                      <a:pt x="9446" y="32432"/>
                    </a:lnTo>
                    <a:lnTo>
                      <a:pt x="82065" y="107678"/>
                    </a:lnTo>
                    <a:lnTo>
                      <a:pt x="145843" y="81749"/>
                    </a:lnTo>
                    <a:cubicBezTo>
                      <a:pt x="147595" y="81043"/>
                      <a:pt x="149600" y="81890"/>
                      <a:pt x="150335" y="83641"/>
                    </a:cubicBezTo>
                    <a:cubicBezTo>
                      <a:pt x="151041" y="85393"/>
                      <a:pt x="150193" y="87398"/>
                      <a:pt x="148442" y="88132"/>
                    </a:cubicBezTo>
                    <a:lnTo>
                      <a:pt x="82517" y="114937"/>
                    </a:lnTo>
                    <a:cubicBezTo>
                      <a:pt x="82094" y="115107"/>
                      <a:pt x="81670" y="115192"/>
                      <a:pt x="81218" y="115192"/>
                    </a:cubicBezTo>
                    <a:close/>
                  </a:path>
                </a:pathLst>
              </a:custGeom>
              <a:solidFill>
                <a:srgbClr val="01355A"/>
              </a:solidFill>
              <a:ln w="2824" cap="flat">
                <a:noFill/>
                <a:prstDash val="solid"/>
                <a:miter/>
              </a:ln>
            </p:spPr>
            <p:txBody>
              <a:bodyPr rtlCol="1" anchor="ctr"/>
              <a:lstStyle/>
              <a:p>
                <a:endParaRPr lang="ar-SA"/>
              </a:p>
            </p:txBody>
          </p:sp>
          <p:sp>
            <p:nvSpPr>
              <p:cNvPr id="7448" name="شكل حر: شكل 8349">
                <a:extLst>
                  <a:ext uri="{FF2B5EF4-FFF2-40B4-BE49-F238E27FC236}">
                    <a16:creationId xmlns:a16="http://schemas.microsoft.com/office/drawing/2014/main" id="{1A6A89E7-8BE1-15EA-DC1B-17E92992F68D}"/>
                  </a:ext>
                </a:extLst>
              </p:cNvPr>
              <p:cNvSpPr/>
              <p:nvPr/>
            </p:nvSpPr>
            <p:spPr>
              <a:xfrm>
                <a:off x="9495093" y="945088"/>
                <a:ext cx="150555" cy="116659"/>
              </a:xfrm>
              <a:custGeom>
                <a:avLst/>
                <a:gdLst>
                  <a:gd name="connsiteX0" fmla="*/ 75297 w 150555"/>
                  <a:gd name="connsiteY0" fmla="*/ 116659 h 116659"/>
                  <a:gd name="connsiteX1" fmla="*/ 72105 w 150555"/>
                  <a:gd name="connsiteY1" fmla="*/ 114513 h 116659"/>
                  <a:gd name="connsiteX2" fmla="*/ 73998 w 150555"/>
                  <a:gd name="connsiteY2" fmla="*/ 110021 h 116659"/>
                  <a:gd name="connsiteX3" fmla="*/ 141109 w 150555"/>
                  <a:gd name="connsiteY3" fmla="*/ 82765 h 116659"/>
                  <a:gd name="connsiteX4" fmla="*/ 68490 w 150555"/>
                  <a:gd name="connsiteY4" fmla="*/ 7519 h 116659"/>
                  <a:gd name="connsiteX5" fmla="*/ 4740 w 150555"/>
                  <a:gd name="connsiteY5" fmla="*/ 33420 h 116659"/>
                  <a:gd name="connsiteX6" fmla="*/ 249 w 150555"/>
                  <a:gd name="connsiteY6" fmla="*/ 31527 h 116659"/>
                  <a:gd name="connsiteX7" fmla="*/ 2141 w 150555"/>
                  <a:gd name="connsiteY7" fmla="*/ 27036 h 116659"/>
                  <a:gd name="connsiteX8" fmla="*/ 68038 w 150555"/>
                  <a:gd name="connsiteY8" fmla="*/ 260 h 116659"/>
                  <a:gd name="connsiteX9" fmla="*/ 71823 w 150555"/>
                  <a:gd name="connsiteY9" fmla="*/ 1050 h 116659"/>
                  <a:gd name="connsiteX10" fmla="*/ 149583 w 150555"/>
                  <a:gd name="connsiteY10" fmla="*/ 81635 h 116659"/>
                  <a:gd name="connsiteX11" fmla="*/ 150486 w 150555"/>
                  <a:gd name="connsiteY11" fmla="*/ 84742 h 116659"/>
                  <a:gd name="connsiteX12" fmla="*/ 148425 w 150555"/>
                  <a:gd name="connsiteY12" fmla="*/ 87227 h 116659"/>
                  <a:gd name="connsiteX13" fmla="*/ 76597 w 150555"/>
                  <a:gd name="connsiteY13" fmla="*/ 116405 h 116659"/>
                  <a:gd name="connsiteX14" fmla="*/ 75297 w 150555"/>
                  <a:gd name="connsiteY14" fmla="*/ 116659 h 116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0555" h="116659">
                    <a:moveTo>
                      <a:pt x="75297" y="116659"/>
                    </a:moveTo>
                    <a:cubicBezTo>
                      <a:pt x="73942" y="116659"/>
                      <a:pt x="72642" y="115840"/>
                      <a:pt x="72105" y="114513"/>
                    </a:cubicBezTo>
                    <a:cubicBezTo>
                      <a:pt x="71399" y="112761"/>
                      <a:pt x="72247" y="110728"/>
                      <a:pt x="73998" y="110021"/>
                    </a:cubicBezTo>
                    <a:lnTo>
                      <a:pt x="141109" y="82765"/>
                    </a:lnTo>
                    <a:lnTo>
                      <a:pt x="68490" y="7519"/>
                    </a:lnTo>
                    <a:lnTo>
                      <a:pt x="4740" y="33420"/>
                    </a:lnTo>
                    <a:cubicBezTo>
                      <a:pt x="2989" y="34126"/>
                      <a:pt x="955" y="33279"/>
                      <a:pt x="249" y="31527"/>
                    </a:cubicBezTo>
                    <a:cubicBezTo>
                      <a:pt x="-457" y="29776"/>
                      <a:pt x="390" y="27742"/>
                      <a:pt x="2141" y="27036"/>
                    </a:cubicBezTo>
                    <a:lnTo>
                      <a:pt x="68038" y="260"/>
                    </a:lnTo>
                    <a:cubicBezTo>
                      <a:pt x="69337" y="-277"/>
                      <a:pt x="70834" y="34"/>
                      <a:pt x="71823" y="1050"/>
                    </a:cubicBezTo>
                    <a:lnTo>
                      <a:pt x="149583" y="81635"/>
                    </a:lnTo>
                    <a:cubicBezTo>
                      <a:pt x="150373" y="82454"/>
                      <a:pt x="150713" y="83612"/>
                      <a:pt x="150486" y="84742"/>
                    </a:cubicBezTo>
                    <a:cubicBezTo>
                      <a:pt x="150261" y="85872"/>
                      <a:pt x="149470" y="86775"/>
                      <a:pt x="148425" y="87227"/>
                    </a:cubicBezTo>
                    <a:lnTo>
                      <a:pt x="76597" y="116405"/>
                    </a:lnTo>
                    <a:cubicBezTo>
                      <a:pt x="76172" y="116574"/>
                      <a:pt x="75721" y="116659"/>
                      <a:pt x="75297" y="116659"/>
                    </a:cubicBezTo>
                    <a:close/>
                  </a:path>
                </a:pathLst>
              </a:custGeom>
              <a:solidFill>
                <a:srgbClr val="01355A"/>
              </a:solidFill>
              <a:ln w="2824" cap="flat">
                <a:noFill/>
                <a:prstDash val="solid"/>
                <a:miter/>
              </a:ln>
            </p:spPr>
            <p:txBody>
              <a:bodyPr rtlCol="1" anchor="ctr"/>
              <a:lstStyle/>
              <a:p>
                <a:endParaRPr lang="ar-SA"/>
              </a:p>
            </p:txBody>
          </p:sp>
          <p:sp>
            <p:nvSpPr>
              <p:cNvPr id="7449" name="شكل حر: شكل 8350">
                <a:extLst>
                  <a:ext uri="{FF2B5EF4-FFF2-40B4-BE49-F238E27FC236}">
                    <a16:creationId xmlns:a16="http://schemas.microsoft.com/office/drawing/2014/main" id="{A9B18468-1343-D42E-F6EF-0DAB81CB6109}"/>
                  </a:ext>
                </a:extLst>
              </p:cNvPr>
              <p:cNvSpPr/>
              <p:nvPr/>
            </p:nvSpPr>
            <p:spPr>
              <a:xfrm>
                <a:off x="9401752" y="1018977"/>
                <a:ext cx="83189" cy="66185"/>
              </a:xfrm>
              <a:custGeom>
                <a:avLst/>
                <a:gdLst>
                  <a:gd name="connsiteX0" fmla="*/ 59582 w 83189"/>
                  <a:gd name="connsiteY0" fmla="*/ 66157 h 66185"/>
                  <a:gd name="connsiteX1" fmla="*/ 57097 w 83189"/>
                  <a:gd name="connsiteY1" fmla="*/ 65112 h 66185"/>
                  <a:gd name="connsiteX2" fmla="*/ 28653 w 83189"/>
                  <a:gd name="connsiteY2" fmla="*/ 61101 h 66185"/>
                  <a:gd name="connsiteX3" fmla="*/ 24868 w 83189"/>
                  <a:gd name="connsiteY3" fmla="*/ 60311 h 66185"/>
                  <a:gd name="connsiteX4" fmla="*/ 973 w 83189"/>
                  <a:gd name="connsiteY4" fmla="*/ 35568 h 66185"/>
                  <a:gd name="connsiteX5" fmla="*/ 69 w 83189"/>
                  <a:gd name="connsiteY5" fmla="*/ 32461 h 66185"/>
                  <a:gd name="connsiteX6" fmla="*/ 2159 w 83189"/>
                  <a:gd name="connsiteY6" fmla="*/ 29975 h 66185"/>
                  <a:gd name="connsiteX7" fmla="*/ 10858 w 83189"/>
                  <a:gd name="connsiteY7" fmla="*/ 21643 h 66185"/>
                  <a:gd name="connsiteX8" fmla="*/ 8401 w 83189"/>
                  <a:gd name="connsiteY8" fmla="*/ 14638 h 66185"/>
                  <a:gd name="connsiteX9" fmla="*/ 7497 w 83189"/>
                  <a:gd name="connsiteY9" fmla="*/ 11531 h 66185"/>
                  <a:gd name="connsiteX10" fmla="*/ 9559 w 83189"/>
                  <a:gd name="connsiteY10" fmla="*/ 9045 h 66185"/>
                  <a:gd name="connsiteX11" fmla="*/ 31167 w 83189"/>
                  <a:gd name="connsiteY11" fmla="*/ 261 h 66185"/>
                  <a:gd name="connsiteX12" fmla="*/ 35658 w 83189"/>
                  <a:gd name="connsiteY12" fmla="*/ 2153 h 66185"/>
                  <a:gd name="connsiteX13" fmla="*/ 33766 w 83189"/>
                  <a:gd name="connsiteY13" fmla="*/ 6644 h 66185"/>
                  <a:gd name="connsiteX14" fmla="*/ 16226 w 83189"/>
                  <a:gd name="connsiteY14" fmla="*/ 13790 h 66185"/>
                  <a:gd name="connsiteX15" fmla="*/ 17581 w 83189"/>
                  <a:gd name="connsiteY15" fmla="*/ 23083 h 66185"/>
                  <a:gd name="connsiteX16" fmla="*/ 9136 w 83189"/>
                  <a:gd name="connsiteY16" fmla="*/ 34127 h 66185"/>
                  <a:gd name="connsiteX17" fmla="*/ 28258 w 83189"/>
                  <a:gd name="connsiteY17" fmla="*/ 53927 h 66185"/>
                  <a:gd name="connsiteX18" fmla="*/ 60288 w 83189"/>
                  <a:gd name="connsiteY18" fmla="*/ 58729 h 66185"/>
                  <a:gd name="connsiteX19" fmla="*/ 78450 w 83189"/>
                  <a:gd name="connsiteY19" fmla="*/ 51328 h 66185"/>
                  <a:gd name="connsiteX20" fmla="*/ 82941 w 83189"/>
                  <a:gd name="connsiteY20" fmla="*/ 53221 h 66185"/>
                  <a:gd name="connsiteX21" fmla="*/ 81049 w 83189"/>
                  <a:gd name="connsiteY21" fmla="*/ 57712 h 66185"/>
                  <a:gd name="connsiteX22" fmla="*/ 60881 w 83189"/>
                  <a:gd name="connsiteY22" fmla="*/ 65931 h 66185"/>
                  <a:gd name="connsiteX23" fmla="*/ 59582 w 83189"/>
                  <a:gd name="connsiteY23" fmla="*/ 66186 h 66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3189" h="66185">
                    <a:moveTo>
                      <a:pt x="59582" y="66157"/>
                    </a:moveTo>
                    <a:cubicBezTo>
                      <a:pt x="58678" y="66157"/>
                      <a:pt x="57775" y="65790"/>
                      <a:pt x="57097" y="65112"/>
                    </a:cubicBezTo>
                    <a:cubicBezTo>
                      <a:pt x="51250" y="59068"/>
                      <a:pt x="38228" y="57232"/>
                      <a:pt x="28653" y="61101"/>
                    </a:cubicBezTo>
                    <a:cubicBezTo>
                      <a:pt x="27354" y="61638"/>
                      <a:pt x="25857" y="61327"/>
                      <a:pt x="24868" y="60311"/>
                    </a:cubicBezTo>
                    <a:lnTo>
                      <a:pt x="973" y="35568"/>
                    </a:lnTo>
                    <a:cubicBezTo>
                      <a:pt x="182" y="34748"/>
                      <a:pt x="-157" y="33590"/>
                      <a:pt x="69" y="32461"/>
                    </a:cubicBezTo>
                    <a:cubicBezTo>
                      <a:pt x="295" y="31331"/>
                      <a:pt x="1086" y="30427"/>
                      <a:pt x="2159" y="29975"/>
                    </a:cubicBezTo>
                    <a:cubicBezTo>
                      <a:pt x="6989" y="28026"/>
                      <a:pt x="10152" y="24976"/>
                      <a:pt x="10858" y="21643"/>
                    </a:cubicBezTo>
                    <a:cubicBezTo>
                      <a:pt x="11508" y="18620"/>
                      <a:pt x="9870" y="16163"/>
                      <a:pt x="8401" y="14638"/>
                    </a:cubicBezTo>
                    <a:cubicBezTo>
                      <a:pt x="7611" y="13819"/>
                      <a:pt x="7271" y="12660"/>
                      <a:pt x="7497" y="11531"/>
                    </a:cubicBezTo>
                    <a:cubicBezTo>
                      <a:pt x="7724" y="10401"/>
                      <a:pt x="8514" y="9497"/>
                      <a:pt x="9559" y="9045"/>
                    </a:cubicBezTo>
                    <a:lnTo>
                      <a:pt x="31167" y="261"/>
                    </a:lnTo>
                    <a:cubicBezTo>
                      <a:pt x="32947" y="-474"/>
                      <a:pt x="34952" y="402"/>
                      <a:pt x="35658" y="2153"/>
                    </a:cubicBezTo>
                    <a:cubicBezTo>
                      <a:pt x="36364" y="3904"/>
                      <a:pt x="35517" y="5938"/>
                      <a:pt x="33766" y="6644"/>
                    </a:cubicBezTo>
                    <a:lnTo>
                      <a:pt x="16226" y="13790"/>
                    </a:lnTo>
                    <a:cubicBezTo>
                      <a:pt x="17778" y="16728"/>
                      <a:pt x="18259" y="19891"/>
                      <a:pt x="17581" y="23083"/>
                    </a:cubicBezTo>
                    <a:cubicBezTo>
                      <a:pt x="16677" y="27405"/>
                      <a:pt x="13655" y="31274"/>
                      <a:pt x="9136" y="34127"/>
                    </a:cubicBezTo>
                    <a:lnTo>
                      <a:pt x="28258" y="53927"/>
                    </a:lnTo>
                    <a:cubicBezTo>
                      <a:pt x="39330" y="50340"/>
                      <a:pt x="52521" y="52317"/>
                      <a:pt x="60288" y="58729"/>
                    </a:cubicBezTo>
                    <a:lnTo>
                      <a:pt x="78450" y="51328"/>
                    </a:lnTo>
                    <a:cubicBezTo>
                      <a:pt x="80201" y="50594"/>
                      <a:pt x="82235" y="51470"/>
                      <a:pt x="82941" y="53221"/>
                    </a:cubicBezTo>
                    <a:cubicBezTo>
                      <a:pt x="83647" y="54972"/>
                      <a:pt x="82800" y="57006"/>
                      <a:pt x="81049" y="57712"/>
                    </a:cubicBezTo>
                    <a:lnTo>
                      <a:pt x="60881" y="65931"/>
                    </a:lnTo>
                    <a:cubicBezTo>
                      <a:pt x="60458" y="66101"/>
                      <a:pt x="60034" y="66186"/>
                      <a:pt x="59582" y="66186"/>
                    </a:cubicBezTo>
                    <a:close/>
                  </a:path>
                </a:pathLst>
              </a:custGeom>
              <a:solidFill>
                <a:srgbClr val="01355A"/>
              </a:solidFill>
              <a:ln w="2824" cap="flat">
                <a:noFill/>
                <a:prstDash val="solid"/>
                <a:miter/>
              </a:ln>
            </p:spPr>
            <p:txBody>
              <a:bodyPr rtlCol="1" anchor="ctr"/>
              <a:lstStyle/>
              <a:p>
                <a:endParaRPr lang="ar-SA"/>
              </a:p>
            </p:txBody>
          </p:sp>
          <p:sp>
            <p:nvSpPr>
              <p:cNvPr id="7450" name="شكل حر: شكل 8351">
                <a:extLst>
                  <a:ext uri="{FF2B5EF4-FFF2-40B4-BE49-F238E27FC236}">
                    <a16:creationId xmlns:a16="http://schemas.microsoft.com/office/drawing/2014/main" id="{0E775031-39B4-0977-0420-DA140246C229}"/>
                  </a:ext>
                </a:extLst>
              </p:cNvPr>
              <p:cNvSpPr/>
              <p:nvPr/>
            </p:nvSpPr>
            <p:spPr>
              <a:xfrm>
                <a:off x="9509187" y="978897"/>
                <a:ext cx="83161" cy="66156"/>
              </a:xfrm>
              <a:custGeom>
                <a:avLst/>
                <a:gdLst>
                  <a:gd name="connsiteX0" fmla="*/ 50724 w 83161"/>
                  <a:gd name="connsiteY0" fmla="*/ 66156 h 66156"/>
                  <a:gd name="connsiteX1" fmla="*/ 47532 w 83161"/>
                  <a:gd name="connsiteY1" fmla="*/ 64010 h 66156"/>
                  <a:gd name="connsiteX2" fmla="*/ 49424 w 83161"/>
                  <a:gd name="connsiteY2" fmla="*/ 59519 h 66156"/>
                  <a:gd name="connsiteX3" fmla="*/ 66965 w 83161"/>
                  <a:gd name="connsiteY3" fmla="*/ 52372 h 66156"/>
                  <a:gd name="connsiteX4" fmla="*/ 65609 w 83161"/>
                  <a:gd name="connsiteY4" fmla="*/ 43108 h 66156"/>
                  <a:gd name="connsiteX5" fmla="*/ 74026 w 83161"/>
                  <a:gd name="connsiteY5" fmla="*/ 32064 h 66156"/>
                  <a:gd name="connsiteX6" fmla="*/ 54904 w 83161"/>
                  <a:gd name="connsiteY6" fmla="*/ 12264 h 66156"/>
                  <a:gd name="connsiteX7" fmla="*/ 22874 w 83161"/>
                  <a:gd name="connsiteY7" fmla="*/ 7462 h 66156"/>
                  <a:gd name="connsiteX8" fmla="*/ 4740 w 83161"/>
                  <a:gd name="connsiteY8" fmla="*/ 14834 h 66156"/>
                  <a:gd name="connsiteX9" fmla="*/ 249 w 83161"/>
                  <a:gd name="connsiteY9" fmla="*/ 12942 h 66156"/>
                  <a:gd name="connsiteX10" fmla="*/ 2141 w 83161"/>
                  <a:gd name="connsiteY10" fmla="*/ 8451 h 66156"/>
                  <a:gd name="connsiteX11" fmla="*/ 22281 w 83161"/>
                  <a:gd name="connsiteY11" fmla="*/ 260 h 66156"/>
                  <a:gd name="connsiteX12" fmla="*/ 26065 w 83161"/>
                  <a:gd name="connsiteY12" fmla="*/ 1050 h 66156"/>
                  <a:gd name="connsiteX13" fmla="*/ 54508 w 83161"/>
                  <a:gd name="connsiteY13" fmla="*/ 5061 h 66156"/>
                  <a:gd name="connsiteX14" fmla="*/ 58294 w 83161"/>
                  <a:gd name="connsiteY14" fmla="*/ 5852 h 66156"/>
                  <a:gd name="connsiteX15" fmla="*/ 82189 w 83161"/>
                  <a:gd name="connsiteY15" fmla="*/ 30595 h 66156"/>
                  <a:gd name="connsiteX16" fmla="*/ 83093 w 83161"/>
                  <a:gd name="connsiteY16" fmla="*/ 33702 h 66156"/>
                  <a:gd name="connsiteX17" fmla="*/ 81031 w 83161"/>
                  <a:gd name="connsiteY17" fmla="*/ 36188 h 66156"/>
                  <a:gd name="connsiteX18" fmla="*/ 72331 w 83161"/>
                  <a:gd name="connsiteY18" fmla="*/ 44520 h 66156"/>
                  <a:gd name="connsiteX19" fmla="*/ 74788 w 83161"/>
                  <a:gd name="connsiteY19" fmla="*/ 51525 h 66156"/>
                  <a:gd name="connsiteX20" fmla="*/ 75692 w 83161"/>
                  <a:gd name="connsiteY20" fmla="*/ 54632 h 66156"/>
                  <a:gd name="connsiteX21" fmla="*/ 73631 w 83161"/>
                  <a:gd name="connsiteY21" fmla="*/ 57118 h 66156"/>
                  <a:gd name="connsiteX22" fmla="*/ 52023 w 83161"/>
                  <a:gd name="connsiteY22" fmla="*/ 65902 h 66156"/>
                  <a:gd name="connsiteX23" fmla="*/ 50724 w 83161"/>
                  <a:gd name="connsiteY23" fmla="*/ 66156 h 66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3161" h="66156">
                    <a:moveTo>
                      <a:pt x="50724" y="66156"/>
                    </a:moveTo>
                    <a:cubicBezTo>
                      <a:pt x="49368" y="66156"/>
                      <a:pt x="48068" y="65337"/>
                      <a:pt x="47532" y="64010"/>
                    </a:cubicBezTo>
                    <a:cubicBezTo>
                      <a:pt x="46826" y="62258"/>
                      <a:pt x="47673" y="60225"/>
                      <a:pt x="49424" y="59519"/>
                    </a:cubicBezTo>
                    <a:lnTo>
                      <a:pt x="66965" y="52372"/>
                    </a:lnTo>
                    <a:cubicBezTo>
                      <a:pt x="65411" y="49435"/>
                      <a:pt x="64931" y="46271"/>
                      <a:pt x="65609" y="43108"/>
                    </a:cubicBezTo>
                    <a:cubicBezTo>
                      <a:pt x="66513" y="38786"/>
                      <a:pt x="69507" y="34917"/>
                      <a:pt x="74026" y="32064"/>
                    </a:cubicBezTo>
                    <a:lnTo>
                      <a:pt x="54904" y="12264"/>
                    </a:lnTo>
                    <a:cubicBezTo>
                      <a:pt x="43860" y="15851"/>
                      <a:pt x="30669" y="13874"/>
                      <a:pt x="22874" y="7462"/>
                    </a:cubicBezTo>
                    <a:lnTo>
                      <a:pt x="4740" y="14834"/>
                    </a:lnTo>
                    <a:cubicBezTo>
                      <a:pt x="2960" y="15540"/>
                      <a:pt x="955" y="14693"/>
                      <a:pt x="249" y="12942"/>
                    </a:cubicBezTo>
                    <a:cubicBezTo>
                      <a:pt x="-457" y="11191"/>
                      <a:pt x="390" y="9157"/>
                      <a:pt x="2141" y="8451"/>
                    </a:cubicBezTo>
                    <a:lnTo>
                      <a:pt x="22281" y="260"/>
                    </a:lnTo>
                    <a:cubicBezTo>
                      <a:pt x="23580" y="-277"/>
                      <a:pt x="25077" y="34"/>
                      <a:pt x="26065" y="1050"/>
                    </a:cubicBezTo>
                    <a:cubicBezTo>
                      <a:pt x="31940" y="7123"/>
                      <a:pt x="44962" y="8959"/>
                      <a:pt x="54508" y="5061"/>
                    </a:cubicBezTo>
                    <a:cubicBezTo>
                      <a:pt x="55808" y="4525"/>
                      <a:pt x="57305" y="4835"/>
                      <a:pt x="58294" y="5852"/>
                    </a:cubicBezTo>
                    <a:lnTo>
                      <a:pt x="82189" y="30595"/>
                    </a:lnTo>
                    <a:cubicBezTo>
                      <a:pt x="82980" y="31414"/>
                      <a:pt x="83319" y="32572"/>
                      <a:pt x="83093" y="33702"/>
                    </a:cubicBezTo>
                    <a:cubicBezTo>
                      <a:pt x="82867" y="34832"/>
                      <a:pt x="82076" y="35736"/>
                      <a:pt x="81031" y="36188"/>
                    </a:cubicBezTo>
                    <a:cubicBezTo>
                      <a:pt x="76201" y="38165"/>
                      <a:pt x="73038" y="41187"/>
                      <a:pt x="72331" y="44520"/>
                    </a:cubicBezTo>
                    <a:cubicBezTo>
                      <a:pt x="71682" y="47542"/>
                      <a:pt x="73320" y="50000"/>
                      <a:pt x="74788" y="51525"/>
                    </a:cubicBezTo>
                    <a:cubicBezTo>
                      <a:pt x="75579" y="52344"/>
                      <a:pt x="75919" y="53502"/>
                      <a:pt x="75692" y="54632"/>
                    </a:cubicBezTo>
                    <a:cubicBezTo>
                      <a:pt x="75467" y="55762"/>
                      <a:pt x="74676" y="56666"/>
                      <a:pt x="73631" y="57118"/>
                    </a:cubicBezTo>
                    <a:lnTo>
                      <a:pt x="52023" y="65902"/>
                    </a:lnTo>
                    <a:cubicBezTo>
                      <a:pt x="51599" y="66072"/>
                      <a:pt x="51147" y="66156"/>
                      <a:pt x="50724" y="66156"/>
                    </a:cubicBezTo>
                    <a:close/>
                  </a:path>
                </a:pathLst>
              </a:custGeom>
              <a:solidFill>
                <a:srgbClr val="01355A"/>
              </a:solidFill>
              <a:ln w="2824" cap="flat">
                <a:noFill/>
                <a:prstDash val="solid"/>
                <a:miter/>
              </a:ln>
            </p:spPr>
            <p:txBody>
              <a:bodyPr rtlCol="1" anchor="ctr"/>
              <a:lstStyle/>
              <a:p>
                <a:endParaRPr lang="ar-SA"/>
              </a:p>
            </p:txBody>
          </p:sp>
        </p:grpSp>
        <p:sp>
          <p:nvSpPr>
            <p:cNvPr id="7446" name="شكل حر: شكل 8352">
              <a:extLst>
                <a:ext uri="{FF2B5EF4-FFF2-40B4-BE49-F238E27FC236}">
                  <a16:creationId xmlns:a16="http://schemas.microsoft.com/office/drawing/2014/main" id="{97CC1AA6-5632-7A7C-2F7C-91DDA119022A}"/>
                </a:ext>
              </a:extLst>
            </p:cNvPr>
            <p:cNvSpPr/>
            <p:nvPr/>
          </p:nvSpPr>
          <p:spPr>
            <a:xfrm>
              <a:off x="9433214" y="973971"/>
              <a:ext cx="127741" cy="209372"/>
            </a:xfrm>
            <a:custGeom>
              <a:avLst/>
              <a:gdLst>
                <a:gd name="connsiteX0" fmla="*/ 91842 w 127741"/>
                <a:gd name="connsiteY0" fmla="*/ 209372 h 209372"/>
                <a:gd name="connsiteX1" fmla="*/ 89950 w 127741"/>
                <a:gd name="connsiteY1" fmla="*/ 208807 h 209372"/>
                <a:gd name="connsiteX2" fmla="*/ 88396 w 127741"/>
                <a:gd name="connsiteY2" fmla="*/ 205926 h 209372"/>
                <a:gd name="connsiteX3" fmla="*/ 88396 w 127741"/>
                <a:gd name="connsiteY3" fmla="*/ 113987 h 209372"/>
                <a:gd name="connsiteX4" fmla="*/ 920 w 127741"/>
                <a:gd name="connsiteY4" fmla="*/ 19535 h 209372"/>
                <a:gd name="connsiteX5" fmla="*/ 72 w 127741"/>
                <a:gd name="connsiteY5" fmla="*/ 16484 h 209372"/>
                <a:gd name="connsiteX6" fmla="*/ 2106 w 127741"/>
                <a:gd name="connsiteY6" fmla="*/ 14027 h 209372"/>
                <a:gd name="connsiteX7" fmla="*/ 34560 w 127741"/>
                <a:gd name="connsiteY7" fmla="*/ 271 h 209372"/>
                <a:gd name="connsiteX8" fmla="*/ 38430 w 127741"/>
                <a:gd name="connsiteY8" fmla="*/ 1090 h 209372"/>
                <a:gd name="connsiteX9" fmla="*/ 126612 w 127741"/>
                <a:gd name="connsiteY9" fmla="*/ 96306 h 209372"/>
                <a:gd name="connsiteX10" fmla="*/ 127742 w 127741"/>
                <a:gd name="connsiteY10" fmla="*/ 98848 h 209372"/>
                <a:gd name="connsiteX11" fmla="*/ 127742 w 127741"/>
                <a:gd name="connsiteY11" fmla="*/ 192143 h 209372"/>
                <a:gd name="connsiteX12" fmla="*/ 125651 w 127741"/>
                <a:gd name="connsiteY12" fmla="*/ 195306 h 209372"/>
                <a:gd name="connsiteX13" fmla="*/ 93197 w 127741"/>
                <a:gd name="connsiteY13" fmla="*/ 209090 h 209372"/>
                <a:gd name="connsiteX14" fmla="*/ 91842 w 127741"/>
                <a:gd name="connsiteY14" fmla="*/ 209372 h 209372"/>
                <a:gd name="connsiteX15" fmla="*/ 9309 w 127741"/>
                <a:gd name="connsiteY15" fmla="*/ 18461 h 209372"/>
                <a:gd name="connsiteX16" fmla="*/ 94355 w 127741"/>
                <a:gd name="connsiteY16" fmla="*/ 110316 h 209372"/>
                <a:gd name="connsiteX17" fmla="*/ 95259 w 127741"/>
                <a:gd name="connsiteY17" fmla="*/ 112660 h 209372"/>
                <a:gd name="connsiteX18" fmla="*/ 95259 w 127741"/>
                <a:gd name="connsiteY18" fmla="*/ 200729 h 209372"/>
                <a:gd name="connsiteX19" fmla="*/ 120822 w 127741"/>
                <a:gd name="connsiteY19" fmla="*/ 189883 h 209372"/>
                <a:gd name="connsiteX20" fmla="*/ 120822 w 127741"/>
                <a:gd name="connsiteY20" fmla="*/ 100260 h 209372"/>
                <a:gd name="connsiteX21" fmla="*/ 35012 w 127741"/>
                <a:gd name="connsiteY21" fmla="*/ 7587 h 209372"/>
                <a:gd name="connsiteX22" fmla="*/ 9309 w 127741"/>
                <a:gd name="connsiteY22" fmla="*/ 18489 h 209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7741" h="209372">
                  <a:moveTo>
                    <a:pt x="91842" y="209372"/>
                  </a:moveTo>
                  <a:cubicBezTo>
                    <a:pt x="91164" y="209372"/>
                    <a:pt x="90514" y="209175"/>
                    <a:pt x="89950" y="208807"/>
                  </a:cubicBezTo>
                  <a:cubicBezTo>
                    <a:pt x="88989" y="208158"/>
                    <a:pt x="88396" y="207085"/>
                    <a:pt x="88396" y="205926"/>
                  </a:cubicBezTo>
                  <a:lnTo>
                    <a:pt x="88396" y="113987"/>
                  </a:lnTo>
                  <a:lnTo>
                    <a:pt x="920" y="19535"/>
                  </a:lnTo>
                  <a:cubicBezTo>
                    <a:pt x="157" y="18715"/>
                    <a:pt x="-154" y="17557"/>
                    <a:pt x="72" y="16484"/>
                  </a:cubicBezTo>
                  <a:cubicBezTo>
                    <a:pt x="298" y="15382"/>
                    <a:pt x="1060" y="14479"/>
                    <a:pt x="2106" y="14027"/>
                  </a:cubicBezTo>
                  <a:lnTo>
                    <a:pt x="34560" y="271"/>
                  </a:lnTo>
                  <a:cubicBezTo>
                    <a:pt x="35887" y="-294"/>
                    <a:pt x="37441" y="45"/>
                    <a:pt x="38430" y="1090"/>
                  </a:cubicBezTo>
                  <a:lnTo>
                    <a:pt x="126612" y="96306"/>
                  </a:lnTo>
                  <a:cubicBezTo>
                    <a:pt x="127318" y="96955"/>
                    <a:pt x="127742" y="97859"/>
                    <a:pt x="127742" y="98848"/>
                  </a:cubicBezTo>
                  <a:lnTo>
                    <a:pt x="127742" y="192143"/>
                  </a:lnTo>
                  <a:cubicBezTo>
                    <a:pt x="127742" y="193527"/>
                    <a:pt x="126922" y="194769"/>
                    <a:pt x="125651" y="195306"/>
                  </a:cubicBezTo>
                  <a:lnTo>
                    <a:pt x="93197" y="209090"/>
                  </a:lnTo>
                  <a:cubicBezTo>
                    <a:pt x="92774" y="209288"/>
                    <a:pt x="92293" y="209372"/>
                    <a:pt x="91842" y="209372"/>
                  </a:cubicBezTo>
                  <a:close/>
                  <a:moveTo>
                    <a:pt x="9309" y="18461"/>
                  </a:moveTo>
                  <a:lnTo>
                    <a:pt x="94355" y="110316"/>
                  </a:lnTo>
                  <a:cubicBezTo>
                    <a:pt x="94949" y="110965"/>
                    <a:pt x="95259" y="111784"/>
                    <a:pt x="95259" y="112660"/>
                  </a:cubicBezTo>
                  <a:lnTo>
                    <a:pt x="95259" y="200729"/>
                  </a:lnTo>
                  <a:lnTo>
                    <a:pt x="120822" y="189883"/>
                  </a:lnTo>
                  <a:lnTo>
                    <a:pt x="120822" y="100260"/>
                  </a:lnTo>
                  <a:lnTo>
                    <a:pt x="35012" y="7587"/>
                  </a:lnTo>
                  <a:lnTo>
                    <a:pt x="9309" y="18489"/>
                  </a:lnTo>
                  <a:close/>
                </a:path>
              </a:pathLst>
            </a:custGeom>
            <a:solidFill>
              <a:srgbClr val="17A3A3"/>
            </a:solidFill>
            <a:ln w="2824" cap="flat">
              <a:noFill/>
              <a:prstDash val="solid"/>
              <a:miter/>
            </a:ln>
          </p:spPr>
          <p:txBody>
            <a:bodyPr rtlCol="1" anchor="ctr"/>
            <a:lstStyle/>
            <a:p>
              <a:endParaRPr lang="ar-SA"/>
            </a:p>
          </p:txBody>
        </p:sp>
      </p:grpSp>
      <p:grpSp>
        <p:nvGrpSpPr>
          <p:cNvPr id="7455" name="رسم 8014">
            <a:extLst>
              <a:ext uri="{FF2B5EF4-FFF2-40B4-BE49-F238E27FC236}">
                <a16:creationId xmlns:a16="http://schemas.microsoft.com/office/drawing/2014/main" id="{258DDDAE-5DF9-8D5A-CE2F-F23E9860609A}"/>
              </a:ext>
            </a:extLst>
          </p:cNvPr>
          <p:cNvGrpSpPr/>
          <p:nvPr/>
        </p:nvGrpSpPr>
        <p:grpSpPr>
          <a:xfrm>
            <a:off x="5076764" y="2156746"/>
            <a:ext cx="252261" cy="221181"/>
            <a:chOff x="5149684" y="920943"/>
            <a:chExt cx="301527" cy="280618"/>
          </a:xfrm>
        </p:grpSpPr>
        <p:grpSp>
          <p:nvGrpSpPr>
            <p:cNvPr id="7456" name="رسم 8014">
              <a:extLst>
                <a:ext uri="{FF2B5EF4-FFF2-40B4-BE49-F238E27FC236}">
                  <a16:creationId xmlns:a16="http://schemas.microsoft.com/office/drawing/2014/main" id="{082D266D-5C17-E0BF-450B-A8843A6A3959}"/>
                </a:ext>
              </a:extLst>
            </p:cNvPr>
            <p:cNvGrpSpPr/>
            <p:nvPr/>
          </p:nvGrpSpPr>
          <p:grpSpPr>
            <a:xfrm>
              <a:off x="5149684" y="920943"/>
              <a:ext cx="213260" cy="247853"/>
              <a:chOff x="5149684" y="920943"/>
              <a:chExt cx="213260" cy="247853"/>
            </a:xfrm>
          </p:grpSpPr>
          <p:grpSp>
            <p:nvGrpSpPr>
              <p:cNvPr id="7463" name="رسم 8014">
                <a:extLst>
                  <a:ext uri="{FF2B5EF4-FFF2-40B4-BE49-F238E27FC236}">
                    <a16:creationId xmlns:a16="http://schemas.microsoft.com/office/drawing/2014/main" id="{500391EE-6017-4599-9B46-A1FBA21E6BBC}"/>
                  </a:ext>
                </a:extLst>
              </p:cNvPr>
              <p:cNvGrpSpPr/>
              <p:nvPr/>
            </p:nvGrpSpPr>
            <p:grpSpPr>
              <a:xfrm>
                <a:off x="5149684" y="920943"/>
                <a:ext cx="213260" cy="247853"/>
                <a:chOff x="5149684" y="920943"/>
                <a:chExt cx="213260" cy="247853"/>
              </a:xfrm>
              <a:solidFill>
                <a:srgbClr val="01355A"/>
              </a:solidFill>
            </p:grpSpPr>
            <p:sp>
              <p:nvSpPr>
                <p:cNvPr id="7467" name="شكل حر: شكل 8356">
                  <a:extLst>
                    <a:ext uri="{FF2B5EF4-FFF2-40B4-BE49-F238E27FC236}">
                      <a16:creationId xmlns:a16="http://schemas.microsoft.com/office/drawing/2014/main" id="{679DE86D-2995-2BF8-D03D-36D869F0B752}"/>
                    </a:ext>
                  </a:extLst>
                </p:cNvPr>
                <p:cNvSpPr/>
                <p:nvPr/>
              </p:nvSpPr>
              <p:spPr>
                <a:xfrm>
                  <a:off x="5149691" y="920943"/>
                  <a:ext cx="213253" cy="247853"/>
                </a:xfrm>
                <a:custGeom>
                  <a:avLst/>
                  <a:gdLst>
                    <a:gd name="connsiteX0" fmla="*/ 40674 w 213253"/>
                    <a:gd name="connsiteY0" fmla="*/ 247854 h 247853"/>
                    <a:gd name="connsiteX1" fmla="*/ 3446 w 213253"/>
                    <a:gd name="connsiteY1" fmla="*/ 247854 h 247853"/>
                    <a:gd name="connsiteX2" fmla="*/ 0 w 213253"/>
                    <a:gd name="connsiteY2" fmla="*/ 244408 h 247853"/>
                    <a:gd name="connsiteX3" fmla="*/ 0 w 213253"/>
                    <a:gd name="connsiteY3" fmla="*/ 57084 h 247853"/>
                    <a:gd name="connsiteX4" fmla="*/ 1017 w 213253"/>
                    <a:gd name="connsiteY4" fmla="*/ 54655 h 247853"/>
                    <a:gd name="connsiteX5" fmla="*/ 54655 w 213253"/>
                    <a:gd name="connsiteY5" fmla="*/ 1017 h 247853"/>
                    <a:gd name="connsiteX6" fmla="*/ 57084 w 213253"/>
                    <a:gd name="connsiteY6" fmla="*/ 0 h 247853"/>
                    <a:gd name="connsiteX7" fmla="*/ 209807 w 213253"/>
                    <a:gd name="connsiteY7" fmla="*/ 0 h 247853"/>
                    <a:gd name="connsiteX8" fmla="*/ 213253 w 213253"/>
                    <a:gd name="connsiteY8" fmla="*/ 3446 h 247853"/>
                    <a:gd name="connsiteX9" fmla="*/ 213253 w 213253"/>
                    <a:gd name="connsiteY9" fmla="*/ 125297 h 247853"/>
                    <a:gd name="connsiteX10" fmla="*/ 209807 w 213253"/>
                    <a:gd name="connsiteY10" fmla="*/ 128743 h 247853"/>
                    <a:gd name="connsiteX11" fmla="*/ 206362 w 213253"/>
                    <a:gd name="connsiteY11" fmla="*/ 125297 h 247853"/>
                    <a:gd name="connsiteX12" fmla="*/ 206362 w 213253"/>
                    <a:gd name="connsiteY12" fmla="*/ 6892 h 247853"/>
                    <a:gd name="connsiteX13" fmla="*/ 58525 w 213253"/>
                    <a:gd name="connsiteY13" fmla="*/ 6892 h 247853"/>
                    <a:gd name="connsiteX14" fmla="*/ 6920 w 213253"/>
                    <a:gd name="connsiteY14" fmla="*/ 58496 h 247853"/>
                    <a:gd name="connsiteX15" fmla="*/ 6920 w 213253"/>
                    <a:gd name="connsiteY15" fmla="*/ 240962 h 247853"/>
                    <a:gd name="connsiteX16" fmla="*/ 40702 w 213253"/>
                    <a:gd name="connsiteY16" fmla="*/ 240962 h 247853"/>
                    <a:gd name="connsiteX17" fmla="*/ 44148 w 213253"/>
                    <a:gd name="connsiteY17" fmla="*/ 244408 h 247853"/>
                    <a:gd name="connsiteX18" fmla="*/ 40702 w 213253"/>
                    <a:gd name="connsiteY18" fmla="*/ 247854 h 247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3253" h="247853">
                      <a:moveTo>
                        <a:pt x="40674" y="247854"/>
                      </a:moveTo>
                      <a:lnTo>
                        <a:pt x="3446" y="247854"/>
                      </a:lnTo>
                      <a:cubicBezTo>
                        <a:pt x="1554" y="247854"/>
                        <a:pt x="0" y="246301"/>
                        <a:pt x="0" y="244408"/>
                      </a:cubicBezTo>
                      <a:lnTo>
                        <a:pt x="0" y="57084"/>
                      </a:lnTo>
                      <a:cubicBezTo>
                        <a:pt x="0" y="56180"/>
                        <a:pt x="367" y="55305"/>
                        <a:pt x="1017" y="54655"/>
                      </a:cubicBezTo>
                      <a:lnTo>
                        <a:pt x="54655" y="1017"/>
                      </a:lnTo>
                      <a:cubicBezTo>
                        <a:pt x="55305" y="367"/>
                        <a:pt x="56180" y="0"/>
                        <a:pt x="57084" y="0"/>
                      </a:cubicBezTo>
                      <a:lnTo>
                        <a:pt x="209807" y="0"/>
                      </a:lnTo>
                      <a:cubicBezTo>
                        <a:pt x="211700" y="0"/>
                        <a:pt x="213253" y="1554"/>
                        <a:pt x="213253" y="3446"/>
                      </a:cubicBezTo>
                      <a:lnTo>
                        <a:pt x="213253" y="125297"/>
                      </a:lnTo>
                      <a:cubicBezTo>
                        <a:pt x="213253" y="127189"/>
                        <a:pt x="211700" y="128743"/>
                        <a:pt x="209807" y="128743"/>
                      </a:cubicBezTo>
                      <a:cubicBezTo>
                        <a:pt x="207915" y="128743"/>
                        <a:pt x="206362" y="127189"/>
                        <a:pt x="206362" y="125297"/>
                      </a:cubicBezTo>
                      <a:lnTo>
                        <a:pt x="206362" y="6892"/>
                      </a:lnTo>
                      <a:lnTo>
                        <a:pt x="58525" y="6892"/>
                      </a:lnTo>
                      <a:lnTo>
                        <a:pt x="6920" y="58496"/>
                      </a:lnTo>
                      <a:lnTo>
                        <a:pt x="6920" y="240962"/>
                      </a:lnTo>
                      <a:lnTo>
                        <a:pt x="40702" y="240962"/>
                      </a:lnTo>
                      <a:cubicBezTo>
                        <a:pt x="42594" y="240962"/>
                        <a:pt x="44148" y="242516"/>
                        <a:pt x="44148" y="244408"/>
                      </a:cubicBezTo>
                      <a:cubicBezTo>
                        <a:pt x="44148" y="246301"/>
                        <a:pt x="42594" y="247854"/>
                        <a:pt x="40702" y="247854"/>
                      </a:cubicBezTo>
                      <a:close/>
                    </a:path>
                  </a:pathLst>
                </a:custGeom>
                <a:solidFill>
                  <a:srgbClr val="01355A"/>
                </a:solidFill>
                <a:ln w="2824" cap="flat">
                  <a:noFill/>
                  <a:prstDash val="solid"/>
                  <a:miter/>
                </a:ln>
              </p:spPr>
              <p:txBody>
                <a:bodyPr rtlCol="1" anchor="ctr"/>
                <a:lstStyle/>
                <a:p>
                  <a:endParaRPr lang="ar-SA"/>
                </a:p>
              </p:txBody>
            </p:sp>
            <p:sp>
              <p:nvSpPr>
                <p:cNvPr id="7468" name="شكل حر: شكل 8357">
                  <a:extLst>
                    <a:ext uri="{FF2B5EF4-FFF2-40B4-BE49-F238E27FC236}">
                      <a16:creationId xmlns:a16="http://schemas.microsoft.com/office/drawing/2014/main" id="{A5719C59-3023-951A-066B-5AF118690691}"/>
                    </a:ext>
                  </a:extLst>
                </p:cNvPr>
                <p:cNvSpPr/>
                <p:nvPr/>
              </p:nvSpPr>
              <p:spPr>
                <a:xfrm>
                  <a:off x="5149684" y="920958"/>
                  <a:ext cx="60480" cy="60515"/>
                </a:xfrm>
                <a:custGeom>
                  <a:avLst/>
                  <a:gdLst>
                    <a:gd name="connsiteX0" fmla="*/ 57063 w 60480"/>
                    <a:gd name="connsiteY0" fmla="*/ 60487 h 60515"/>
                    <a:gd name="connsiteX1" fmla="*/ 3453 w 60480"/>
                    <a:gd name="connsiteY1" fmla="*/ 60487 h 60515"/>
                    <a:gd name="connsiteX2" fmla="*/ 262 w 60480"/>
                    <a:gd name="connsiteY2" fmla="*/ 58369 h 60515"/>
                    <a:gd name="connsiteX3" fmla="*/ 996 w 60480"/>
                    <a:gd name="connsiteY3" fmla="*/ 54612 h 60515"/>
                    <a:gd name="connsiteX4" fmla="*/ 54606 w 60480"/>
                    <a:gd name="connsiteY4" fmla="*/ 1002 h 60515"/>
                    <a:gd name="connsiteX5" fmla="*/ 58362 w 60480"/>
                    <a:gd name="connsiteY5" fmla="*/ 268 h 60515"/>
                    <a:gd name="connsiteX6" fmla="*/ 60481 w 60480"/>
                    <a:gd name="connsiteY6" fmla="*/ 3460 h 60515"/>
                    <a:gd name="connsiteX7" fmla="*/ 60481 w 60480"/>
                    <a:gd name="connsiteY7" fmla="*/ 57070 h 60515"/>
                    <a:gd name="connsiteX8" fmla="*/ 57035 w 60480"/>
                    <a:gd name="connsiteY8" fmla="*/ 60515 h 60515"/>
                    <a:gd name="connsiteX9" fmla="*/ 11757 w 60480"/>
                    <a:gd name="connsiteY9" fmla="*/ 53595 h 60515"/>
                    <a:gd name="connsiteX10" fmla="*/ 53617 w 60480"/>
                    <a:gd name="connsiteY10" fmla="*/ 53595 h 60515"/>
                    <a:gd name="connsiteX11" fmla="*/ 53617 w 60480"/>
                    <a:gd name="connsiteY11" fmla="*/ 11735 h 60515"/>
                    <a:gd name="connsiteX12" fmla="*/ 11757 w 60480"/>
                    <a:gd name="connsiteY12" fmla="*/ 53595 h 60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0480" h="60515">
                      <a:moveTo>
                        <a:pt x="57063" y="60487"/>
                      </a:moveTo>
                      <a:lnTo>
                        <a:pt x="3453" y="60487"/>
                      </a:lnTo>
                      <a:cubicBezTo>
                        <a:pt x="2069" y="60487"/>
                        <a:pt x="798" y="59640"/>
                        <a:pt x="262" y="58369"/>
                      </a:cubicBezTo>
                      <a:cubicBezTo>
                        <a:pt x="-275" y="57070"/>
                        <a:pt x="36" y="55601"/>
                        <a:pt x="996" y="54612"/>
                      </a:cubicBezTo>
                      <a:lnTo>
                        <a:pt x="54606" y="1002"/>
                      </a:lnTo>
                      <a:cubicBezTo>
                        <a:pt x="55594" y="14"/>
                        <a:pt x="57063" y="-269"/>
                        <a:pt x="58362" y="268"/>
                      </a:cubicBezTo>
                      <a:cubicBezTo>
                        <a:pt x="59662" y="804"/>
                        <a:pt x="60481" y="2047"/>
                        <a:pt x="60481" y="3460"/>
                      </a:cubicBezTo>
                      <a:lnTo>
                        <a:pt x="60481" y="57070"/>
                      </a:lnTo>
                      <a:cubicBezTo>
                        <a:pt x="60481" y="58962"/>
                        <a:pt x="58927" y="60515"/>
                        <a:pt x="57035" y="60515"/>
                      </a:cubicBezTo>
                      <a:close/>
                      <a:moveTo>
                        <a:pt x="11757" y="53595"/>
                      </a:moveTo>
                      <a:lnTo>
                        <a:pt x="53617" y="53595"/>
                      </a:lnTo>
                      <a:lnTo>
                        <a:pt x="53617" y="11735"/>
                      </a:lnTo>
                      <a:lnTo>
                        <a:pt x="11757" y="53595"/>
                      </a:lnTo>
                      <a:close/>
                    </a:path>
                  </a:pathLst>
                </a:custGeom>
                <a:solidFill>
                  <a:srgbClr val="01355A"/>
                </a:solidFill>
                <a:ln w="2824" cap="flat">
                  <a:noFill/>
                  <a:prstDash val="solid"/>
                  <a:miter/>
                </a:ln>
              </p:spPr>
              <p:txBody>
                <a:bodyPr rtlCol="1" anchor="ctr"/>
                <a:lstStyle/>
                <a:p>
                  <a:endParaRPr lang="ar-SA"/>
                </a:p>
              </p:txBody>
            </p:sp>
          </p:grpSp>
          <p:grpSp>
            <p:nvGrpSpPr>
              <p:cNvPr id="7464" name="رسم 8014">
                <a:extLst>
                  <a:ext uri="{FF2B5EF4-FFF2-40B4-BE49-F238E27FC236}">
                    <a16:creationId xmlns:a16="http://schemas.microsoft.com/office/drawing/2014/main" id="{1E8AA9FE-5E2E-9F73-E5CF-6C986F8EA770}"/>
                  </a:ext>
                </a:extLst>
              </p:cNvPr>
              <p:cNvGrpSpPr/>
              <p:nvPr/>
            </p:nvGrpSpPr>
            <p:grpSpPr>
              <a:xfrm>
                <a:off x="5193331" y="1011074"/>
                <a:ext cx="119619" cy="66913"/>
                <a:chOff x="5193331" y="1011074"/>
                <a:chExt cx="119619" cy="66913"/>
              </a:xfrm>
              <a:solidFill>
                <a:srgbClr val="17A3A3"/>
              </a:solidFill>
            </p:grpSpPr>
            <p:sp>
              <p:nvSpPr>
                <p:cNvPr id="7465" name="شكل حر: شكل 8359">
                  <a:extLst>
                    <a:ext uri="{FF2B5EF4-FFF2-40B4-BE49-F238E27FC236}">
                      <a16:creationId xmlns:a16="http://schemas.microsoft.com/office/drawing/2014/main" id="{267E51ED-3E57-4A8C-E9EE-BF3948EFB688}"/>
                    </a:ext>
                  </a:extLst>
                </p:cNvPr>
                <p:cNvSpPr/>
                <p:nvPr/>
              </p:nvSpPr>
              <p:spPr>
                <a:xfrm>
                  <a:off x="5193331" y="1011074"/>
                  <a:ext cx="119608" cy="66913"/>
                </a:xfrm>
                <a:custGeom>
                  <a:avLst/>
                  <a:gdLst>
                    <a:gd name="connsiteX0" fmla="*/ 3446 w 119608"/>
                    <a:gd name="connsiteY0" fmla="*/ 66914 h 66913"/>
                    <a:gd name="connsiteX1" fmla="*/ 1017 w 119608"/>
                    <a:gd name="connsiteY1" fmla="*/ 65897 h 66913"/>
                    <a:gd name="connsiteX2" fmla="*/ 1017 w 119608"/>
                    <a:gd name="connsiteY2" fmla="*/ 61038 h 66913"/>
                    <a:gd name="connsiteX3" fmla="*/ 36126 w 119608"/>
                    <a:gd name="connsiteY3" fmla="*/ 25929 h 66913"/>
                    <a:gd name="connsiteX4" fmla="*/ 40984 w 119608"/>
                    <a:gd name="connsiteY4" fmla="*/ 25929 h 66913"/>
                    <a:gd name="connsiteX5" fmla="*/ 64908 w 119608"/>
                    <a:gd name="connsiteY5" fmla="*/ 49853 h 66913"/>
                    <a:gd name="connsiteX6" fmla="*/ 113744 w 119608"/>
                    <a:gd name="connsiteY6" fmla="*/ 1017 h 66913"/>
                    <a:gd name="connsiteX7" fmla="*/ 118603 w 119608"/>
                    <a:gd name="connsiteY7" fmla="*/ 1017 h 66913"/>
                    <a:gd name="connsiteX8" fmla="*/ 118603 w 119608"/>
                    <a:gd name="connsiteY8" fmla="*/ 5875 h 66913"/>
                    <a:gd name="connsiteX9" fmla="*/ 67309 w 119608"/>
                    <a:gd name="connsiteY9" fmla="*/ 57169 h 66913"/>
                    <a:gd name="connsiteX10" fmla="*/ 62451 w 119608"/>
                    <a:gd name="connsiteY10" fmla="*/ 57169 h 66913"/>
                    <a:gd name="connsiteX11" fmla="*/ 38527 w 119608"/>
                    <a:gd name="connsiteY11" fmla="*/ 33245 h 66913"/>
                    <a:gd name="connsiteX12" fmla="*/ 5875 w 119608"/>
                    <a:gd name="connsiteY12" fmla="*/ 65897 h 66913"/>
                    <a:gd name="connsiteX13" fmla="*/ 3446 w 119608"/>
                    <a:gd name="connsiteY13" fmla="*/ 66914 h 66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9608" h="66913">
                      <a:moveTo>
                        <a:pt x="3446" y="66914"/>
                      </a:moveTo>
                      <a:cubicBezTo>
                        <a:pt x="2570" y="66914"/>
                        <a:pt x="1695" y="66575"/>
                        <a:pt x="1017" y="65897"/>
                      </a:cubicBezTo>
                      <a:cubicBezTo>
                        <a:pt x="-339" y="64541"/>
                        <a:pt x="-339" y="62366"/>
                        <a:pt x="1017" y="61038"/>
                      </a:cubicBezTo>
                      <a:lnTo>
                        <a:pt x="36126" y="25929"/>
                      </a:lnTo>
                      <a:cubicBezTo>
                        <a:pt x="37481" y="24574"/>
                        <a:pt x="39656" y="24574"/>
                        <a:pt x="40984" y="25929"/>
                      </a:cubicBezTo>
                      <a:lnTo>
                        <a:pt x="64908" y="49853"/>
                      </a:lnTo>
                      <a:lnTo>
                        <a:pt x="113744" y="1017"/>
                      </a:lnTo>
                      <a:cubicBezTo>
                        <a:pt x="115100" y="-339"/>
                        <a:pt x="117275" y="-339"/>
                        <a:pt x="118603" y="1017"/>
                      </a:cubicBezTo>
                      <a:cubicBezTo>
                        <a:pt x="119930" y="2373"/>
                        <a:pt x="119958" y="4548"/>
                        <a:pt x="118603" y="5875"/>
                      </a:cubicBezTo>
                      <a:lnTo>
                        <a:pt x="67309" y="57169"/>
                      </a:lnTo>
                      <a:cubicBezTo>
                        <a:pt x="65953" y="58525"/>
                        <a:pt x="63778" y="58525"/>
                        <a:pt x="62451" y="57169"/>
                      </a:cubicBezTo>
                      <a:lnTo>
                        <a:pt x="38527" y="33245"/>
                      </a:lnTo>
                      <a:lnTo>
                        <a:pt x="5875" y="65897"/>
                      </a:lnTo>
                      <a:cubicBezTo>
                        <a:pt x="5197" y="66575"/>
                        <a:pt x="4321" y="66914"/>
                        <a:pt x="3446" y="66914"/>
                      </a:cubicBezTo>
                      <a:close/>
                    </a:path>
                  </a:pathLst>
                </a:custGeom>
                <a:solidFill>
                  <a:srgbClr val="17A3A3"/>
                </a:solidFill>
                <a:ln w="2824" cap="flat">
                  <a:noFill/>
                  <a:prstDash val="solid"/>
                  <a:miter/>
                </a:ln>
              </p:spPr>
              <p:txBody>
                <a:bodyPr rtlCol="1" anchor="ctr"/>
                <a:lstStyle/>
                <a:p>
                  <a:endParaRPr lang="ar-SA"/>
                </a:p>
              </p:txBody>
            </p:sp>
            <p:sp>
              <p:nvSpPr>
                <p:cNvPr id="7466" name="شكل حر: شكل 8360">
                  <a:extLst>
                    <a:ext uri="{FF2B5EF4-FFF2-40B4-BE49-F238E27FC236}">
                      <a16:creationId xmlns:a16="http://schemas.microsoft.com/office/drawing/2014/main" id="{404F1D24-0AAD-BF57-9619-32204091AFEC}"/>
                    </a:ext>
                  </a:extLst>
                </p:cNvPr>
                <p:cNvSpPr/>
                <p:nvPr/>
              </p:nvSpPr>
              <p:spPr>
                <a:xfrm>
                  <a:off x="5281994" y="1011074"/>
                  <a:ext cx="30956" cy="30957"/>
                </a:xfrm>
                <a:custGeom>
                  <a:avLst/>
                  <a:gdLst>
                    <a:gd name="connsiteX0" fmla="*/ 27511 w 30956"/>
                    <a:gd name="connsiteY0" fmla="*/ 30957 h 30957"/>
                    <a:gd name="connsiteX1" fmla="*/ 24065 w 30956"/>
                    <a:gd name="connsiteY1" fmla="*/ 27511 h 30957"/>
                    <a:gd name="connsiteX2" fmla="*/ 24065 w 30956"/>
                    <a:gd name="connsiteY2" fmla="*/ 6892 h 30957"/>
                    <a:gd name="connsiteX3" fmla="*/ 3446 w 30956"/>
                    <a:gd name="connsiteY3" fmla="*/ 6892 h 30957"/>
                    <a:gd name="connsiteX4" fmla="*/ 0 w 30956"/>
                    <a:gd name="connsiteY4" fmla="*/ 3446 h 30957"/>
                    <a:gd name="connsiteX5" fmla="*/ 3446 w 30956"/>
                    <a:gd name="connsiteY5" fmla="*/ 0 h 30957"/>
                    <a:gd name="connsiteX6" fmla="*/ 27511 w 30956"/>
                    <a:gd name="connsiteY6" fmla="*/ 0 h 30957"/>
                    <a:gd name="connsiteX7" fmla="*/ 30957 w 30956"/>
                    <a:gd name="connsiteY7" fmla="*/ 3446 h 30957"/>
                    <a:gd name="connsiteX8" fmla="*/ 30957 w 30956"/>
                    <a:gd name="connsiteY8" fmla="*/ 27511 h 30957"/>
                    <a:gd name="connsiteX9" fmla="*/ 27511 w 30956"/>
                    <a:gd name="connsiteY9" fmla="*/ 30957 h 30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956" h="30957">
                      <a:moveTo>
                        <a:pt x="27511" y="30957"/>
                      </a:moveTo>
                      <a:cubicBezTo>
                        <a:pt x="25618" y="30957"/>
                        <a:pt x="24065" y="29404"/>
                        <a:pt x="24065" y="27511"/>
                      </a:cubicBezTo>
                      <a:lnTo>
                        <a:pt x="24065" y="6892"/>
                      </a:lnTo>
                      <a:lnTo>
                        <a:pt x="3446" y="6892"/>
                      </a:lnTo>
                      <a:cubicBezTo>
                        <a:pt x="1553" y="6892"/>
                        <a:pt x="0" y="5338"/>
                        <a:pt x="0" y="3446"/>
                      </a:cubicBezTo>
                      <a:cubicBezTo>
                        <a:pt x="0" y="1554"/>
                        <a:pt x="1553" y="0"/>
                        <a:pt x="3446" y="0"/>
                      </a:cubicBezTo>
                      <a:lnTo>
                        <a:pt x="27511" y="0"/>
                      </a:lnTo>
                      <a:cubicBezTo>
                        <a:pt x="29403" y="0"/>
                        <a:pt x="30957" y="1554"/>
                        <a:pt x="30957" y="3446"/>
                      </a:cubicBezTo>
                      <a:lnTo>
                        <a:pt x="30957" y="27511"/>
                      </a:lnTo>
                      <a:cubicBezTo>
                        <a:pt x="30957" y="29404"/>
                        <a:pt x="29403" y="30957"/>
                        <a:pt x="27511" y="30957"/>
                      </a:cubicBezTo>
                      <a:close/>
                    </a:path>
                  </a:pathLst>
                </a:custGeom>
                <a:solidFill>
                  <a:srgbClr val="17A3A3"/>
                </a:solidFill>
                <a:ln w="2824" cap="flat">
                  <a:noFill/>
                  <a:prstDash val="solid"/>
                  <a:miter/>
                </a:ln>
              </p:spPr>
              <p:txBody>
                <a:bodyPr rtlCol="1" anchor="ctr"/>
                <a:lstStyle/>
                <a:p>
                  <a:endParaRPr lang="ar-SA"/>
                </a:p>
              </p:txBody>
            </p:sp>
          </p:grpSp>
        </p:grpSp>
        <p:grpSp>
          <p:nvGrpSpPr>
            <p:cNvPr id="7457" name="رسم 8014">
              <a:extLst>
                <a:ext uri="{FF2B5EF4-FFF2-40B4-BE49-F238E27FC236}">
                  <a16:creationId xmlns:a16="http://schemas.microsoft.com/office/drawing/2014/main" id="{6945D2F1-D5EF-DCFB-A641-2DDB9303DCAD}"/>
                </a:ext>
              </a:extLst>
            </p:cNvPr>
            <p:cNvGrpSpPr/>
            <p:nvPr/>
          </p:nvGrpSpPr>
          <p:grpSpPr>
            <a:xfrm>
              <a:off x="5208781" y="1067226"/>
              <a:ext cx="242430" cy="134335"/>
              <a:chOff x="5208781" y="1067226"/>
              <a:chExt cx="242430" cy="134335"/>
            </a:xfrm>
            <a:solidFill>
              <a:srgbClr val="01355A"/>
            </a:solidFill>
          </p:grpSpPr>
          <p:grpSp>
            <p:nvGrpSpPr>
              <p:cNvPr id="7458" name="رسم 8014">
                <a:extLst>
                  <a:ext uri="{FF2B5EF4-FFF2-40B4-BE49-F238E27FC236}">
                    <a16:creationId xmlns:a16="http://schemas.microsoft.com/office/drawing/2014/main" id="{1620F367-88B5-31C2-A489-570472FB8081}"/>
                  </a:ext>
                </a:extLst>
              </p:cNvPr>
              <p:cNvGrpSpPr/>
              <p:nvPr/>
            </p:nvGrpSpPr>
            <p:grpSpPr>
              <a:xfrm>
                <a:off x="5313091" y="1067226"/>
                <a:ext cx="138120" cy="134335"/>
                <a:chOff x="5313091" y="1067226"/>
                <a:chExt cx="138120" cy="134335"/>
              </a:xfrm>
              <a:solidFill>
                <a:srgbClr val="01355A"/>
              </a:solidFill>
            </p:grpSpPr>
            <p:sp>
              <p:nvSpPr>
                <p:cNvPr id="7460" name="شكل حر: شكل 8363">
                  <a:extLst>
                    <a:ext uri="{FF2B5EF4-FFF2-40B4-BE49-F238E27FC236}">
                      <a16:creationId xmlns:a16="http://schemas.microsoft.com/office/drawing/2014/main" id="{67D57C77-EC3C-881D-F8D9-B28B9BD45562}"/>
                    </a:ext>
                  </a:extLst>
                </p:cNvPr>
                <p:cNvSpPr/>
                <p:nvPr/>
              </p:nvSpPr>
              <p:spPr>
                <a:xfrm>
                  <a:off x="5340009" y="1152189"/>
                  <a:ext cx="111202" cy="49373"/>
                </a:xfrm>
                <a:custGeom>
                  <a:avLst/>
                  <a:gdLst>
                    <a:gd name="connsiteX0" fmla="*/ 107757 w 111202"/>
                    <a:gd name="connsiteY0" fmla="*/ 49373 h 49373"/>
                    <a:gd name="connsiteX1" fmla="*/ 3446 w 111202"/>
                    <a:gd name="connsiteY1" fmla="*/ 49373 h 49373"/>
                    <a:gd name="connsiteX2" fmla="*/ 0 w 111202"/>
                    <a:gd name="connsiteY2" fmla="*/ 45927 h 49373"/>
                    <a:gd name="connsiteX3" fmla="*/ 0 w 111202"/>
                    <a:gd name="connsiteY3" fmla="*/ 3446 h 49373"/>
                    <a:gd name="connsiteX4" fmla="*/ 3446 w 111202"/>
                    <a:gd name="connsiteY4" fmla="*/ 0 h 49373"/>
                    <a:gd name="connsiteX5" fmla="*/ 107757 w 111202"/>
                    <a:gd name="connsiteY5" fmla="*/ 0 h 49373"/>
                    <a:gd name="connsiteX6" fmla="*/ 111202 w 111202"/>
                    <a:gd name="connsiteY6" fmla="*/ 3446 h 49373"/>
                    <a:gd name="connsiteX7" fmla="*/ 111202 w 111202"/>
                    <a:gd name="connsiteY7" fmla="*/ 45927 h 49373"/>
                    <a:gd name="connsiteX8" fmla="*/ 107757 w 111202"/>
                    <a:gd name="connsiteY8" fmla="*/ 49373 h 49373"/>
                    <a:gd name="connsiteX9" fmla="*/ 6892 w 111202"/>
                    <a:gd name="connsiteY9" fmla="*/ 42481 h 49373"/>
                    <a:gd name="connsiteX10" fmla="*/ 104311 w 111202"/>
                    <a:gd name="connsiteY10" fmla="*/ 42481 h 49373"/>
                    <a:gd name="connsiteX11" fmla="*/ 104311 w 111202"/>
                    <a:gd name="connsiteY11" fmla="*/ 6892 h 49373"/>
                    <a:gd name="connsiteX12" fmla="*/ 6892 w 111202"/>
                    <a:gd name="connsiteY12" fmla="*/ 6892 h 49373"/>
                    <a:gd name="connsiteX13" fmla="*/ 6892 w 111202"/>
                    <a:gd name="connsiteY13" fmla="*/ 42481 h 4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1202" h="49373">
                      <a:moveTo>
                        <a:pt x="107757" y="49373"/>
                      </a:moveTo>
                      <a:lnTo>
                        <a:pt x="3446" y="49373"/>
                      </a:lnTo>
                      <a:cubicBezTo>
                        <a:pt x="1554" y="49373"/>
                        <a:pt x="0" y="47820"/>
                        <a:pt x="0" y="45927"/>
                      </a:cubicBezTo>
                      <a:lnTo>
                        <a:pt x="0" y="3446"/>
                      </a:lnTo>
                      <a:cubicBezTo>
                        <a:pt x="0" y="1553"/>
                        <a:pt x="1554" y="0"/>
                        <a:pt x="3446" y="0"/>
                      </a:cubicBezTo>
                      <a:lnTo>
                        <a:pt x="107757" y="0"/>
                      </a:lnTo>
                      <a:cubicBezTo>
                        <a:pt x="109649" y="0"/>
                        <a:pt x="111202" y="1553"/>
                        <a:pt x="111202" y="3446"/>
                      </a:cubicBezTo>
                      <a:lnTo>
                        <a:pt x="111202" y="45927"/>
                      </a:lnTo>
                      <a:cubicBezTo>
                        <a:pt x="111202" y="47820"/>
                        <a:pt x="109649" y="49373"/>
                        <a:pt x="107757" y="49373"/>
                      </a:cubicBezTo>
                      <a:close/>
                      <a:moveTo>
                        <a:pt x="6892" y="42481"/>
                      </a:moveTo>
                      <a:lnTo>
                        <a:pt x="104311" y="42481"/>
                      </a:lnTo>
                      <a:lnTo>
                        <a:pt x="104311" y="6892"/>
                      </a:lnTo>
                      <a:lnTo>
                        <a:pt x="6892" y="6892"/>
                      </a:lnTo>
                      <a:lnTo>
                        <a:pt x="6892" y="42481"/>
                      </a:lnTo>
                      <a:close/>
                    </a:path>
                  </a:pathLst>
                </a:custGeom>
                <a:solidFill>
                  <a:srgbClr val="01355A"/>
                </a:solidFill>
                <a:ln w="2824" cap="flat">
                  <a:noFill/>
                  <a:prstDash val="solid"/>
                  <a:miter/>
                </a:ln>
              </p:spPr>
              <p:txBody>
                <a:bodyPr rtlCol="1" anchor="ctr"/>
                <a:lstStyle/>
                <a:p>
                  <a:endParaRPr lang="ar-SA"/>
                </a:p>
              </p:txBody>
            </p:sp>
            <p:sp>
              <p:nvSpPr>
                <p:cNvPr id="7461" name="شكل حر: شكل 8364">
                  <a:extLst>
                    <a:ext uri="{FF2B5EF4-FFF2-40B4-BE49-F238E27FC236}">
                      <a16:creationId xmlns:a16="http://schemas.microsoft.com/office/drawing/2014/main" id="{A2080CA6-2A6D-D57B-CE75-F31E1A79AA58}"/>
                    </a:ext>
                  </a:extLst>
                </p:cNvPr>
                <p:cNvSpPr/>
                <p:nvPr/>
              </p:nvSpPr>
              <p:spPr>
                <a:xfrm>
                  <a:off x="5340009" y="1109708"/>
                  <a:ext cx="111202" cy="49373"/>
                </a:xfrm>
                <a:custGeom>
                  <a:avLst/>
                  <a:gdLst>
                    <a:gd name="connsiteX0" fmla="*/ 107757 w 111202"/>
                    <a:gd name="connsiteY0" fmla="*/ 49373 h 49373"/>
                    <a:gd name="connsiteX1" fmla="*/ 3446 w 111202"/>
                    <a:gd name="connsiteY1" fmla="*/ 49373 h 49373"/>
                    <a:gd name="connsiteX2" fmla="*/ 0 w 111202"/>
                    <a:gd name="connsiteY2" fmla="*/ 45927 h 49373"/>
                    <a:gd name="connsiteX3" fmla="*/ 0 w 111202"/>
                    <a:gd name="connsiteY3" fmla="*/ 3446 h 49373"/>
                    <a:gd name="connsiteX4" fmla="*/ 3446 w 111202"/>
                    <a:gd name="connsiteY4" fmla="*/ 0 h 49373"/>
                    <a:gd name="connsiteX5" fmla="*/ 107757 w 111202"/>
                    <a:gd name="connsiteY5" fmla="*/ 0 h 49373"/>
                    <a:gd name="connsiteX6" fmla="*/ 111202 w 111202"/>
                    <a:gd name="connsiteY6" fmla="*/ 3446 h 49373"/>
                    <a:gd name="connsiteX7" fmla="*/ 111202 w 111202"/>
                    <a:gd name="connsiteY7" fmla="*/ 45927 h 49373"/>
                    <a:gd name="connsiteX8" fmla="*/ 107757 w 111202"/>
                    <a:gd name="connsiteY8" fmla="*/ 49373 h 49373"/>
                    <a:gd name="connsiteX9" fmla="*/ 6892 w 111202"/>
                    <a:gd name="connsiteY9" fmla="*/ 42481 h 49373"/>
                    <a:gd name="connsiteX10" fmla="*/ 104311 w 111202"/>
                    <a:gd name="connsiteY10" fmla="*/ 42481 h 49373"/>
                    <a:gd name="connsiteX11" fmla="*/ 104311 w 111202"/>
                    <a:gd name="connsiteY11" fmla="*/ 6892 h 49373"/>
                    <a:gd name="connsiteX12" fmla="*/ 6892 w 111202"/>
                    <a:gd name="connsiteY12" fmla="*/ 6892 h 49373"/>
                    <a:gd name="connsiteX13" fmla="*/ 6892 w 111202"/>
                    <a:gd name="connsiteY13" fmla="*/ 42481 h 4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1202" h="49373">
                      <a:moveTo>
                        <a:pt x="107757" y="49373"/>
                      </a:moveTo>
                      <a:lnTo>
                        <a:pt x="3446" y="49373"/>
                      </a:lnTo>
                      <a:cubicBezTo>
                        <a:pt x="1554" y="49373"/>
                        <a:pt x="0" y="47820"/>
                        <a:pt x="0" y="45927"/>
                      </a:cubicBezTo>
                      <a:lnTo>
                        <a:pt x="0" y="3446"/>
                      </a:lnTo>
                      <a:cubicBezTo>
                        <a:pt x="0" y="1553"/>
                        <a:pt x="1554" y="0"/>
                        <a:pt x="3446" y="0"/>
                      </a:cubicBezTo>
                      <a:lnTo>
                        <a:pt x="107757" y="0"/>
                      </a:lnTo>
                      <a:cubicBezTo>
                        <a:pt x="109649" y="0"/>
                        <a:pt x="111202" y="1553"/>
                        <a:pt x="111202" y="3446"/>
                      </a:cubicBezTo>
                      <a:lnTo>
                        <a:pt x="111202" y="45927"/>
                      </a:lnTo>
                      <a:cubicBezTo>
                        <a:pt x="111202" y="47820"/>
                        <a:pt x="109649" y="49373"/>
                        <a:pt x="107757" y="49373"/>
                      </a:cubicBezTo>
                      <a:close/>
                      <a:moveTo>
                        <a:pt x="6892" y="42481"/>
                      </a:moveTo>
                      <a:lnTo>
                        <a:pt x="104311" y="42481"/>
                      </a:lnTo>
                      <a:lnTo>
                        <a:pt x="104311" y="6892"/>
                      </a:lnTo>
                      <a:lnTo>
                        <a:pt x="6892" y="6892"/>
                      </a:lnTo>
                      <a:lnTo>
                        <a:pt x="6892" y="42481"/>
                      </a:lnTo>
                      <a:close/>
                    </a:path>
                  </a:pathLst>
                </a:custGeom>
                <a:solidFill>
                  <a:srgbClr val="01355A"/>
                </a:solidFill>
                <a:ln w="2824" cap="flat">
                  <a:noFill/>
                  <a:prstDash val="solid"/>
                  <a:miter/>
                </a:ln>
              </p:spPr>
              <p:txBody>
                <a:bodyPr rtlCol="1" anchor="ctr"/>
                <a:lstStyle/>
                <a:p>
                  <a:endParaRPr lang="ar-SA"/>
                </a:p>
              </p:txBody>
            </p:sp>
            <p:sp>
              <p:nvSpPr>
                <p:cNvPr id="7462" name="شكل حر: شكل 8365">
                  <a:extLst>
                    <a:ext uri="{FF2B5EF4-FFF2-40B4-BE49-F238E27FC236}">
                      <a16:creationId xmlns:a16="http://schemas.microsoft.com/office/drawing/2014/main" id="{F97D9B01-A5B5-9857-CB0A-D2BF02891F50}"/>
                    </a:ext>
                  </a:extLst>
                </p:cNvPr>
                <p:cNvSpPr/>
                <p:nvPr/>
              </p:nvSpPr>
              <p:spPr>
                <a:xfrm>
                  <a:off x="5313091" y="1067226"/>
                  <a:ext cx="111202" cy="49373"/>
                </a:xfrm>
                <a:custGeom>
                  <a:avLst/>
                  <a:gdLst>
                    <a:gd name="connsiteX0" fmla="*/ 107757 w 111202"/>
                    <a:gd name="connsiteY0" fmla="*/ 49373 h 49373"/>
                    <a:gd name="connsiteX1" fmla="*/ 3446 w 111202"/>
                    <a:gd name="connsiteY1" fmla="*/ 49373 h 49373"/>
                    <a:gd name="connsiteX2" fmla="*/ 0 w 111202"/>
                    <a:gd name="connsiteY2" fmla="*/ 45927 h 49373"/>
                    <a:gd name="connsiteX3" fmla="*/ 0 w 111202"/>
                    <a:gd name="connsiteY3" fmla="*/ 3446 h 49373"/>
                    <a:gd name="connsiteX4" fmla="*/ 3446 w 111202"/>
                    <a:gd name="connsiteY4" fmla="*/ 0 h 49373"/>
                    <a:gd name="connsiteX5" fmla="*/ 107757 w 111202"/>
                    <a:gd name="connsiteY5" fmla="*/ 0 h 49373"/>
                    <a:gd name="connsiteX6" fmla="*/ 111202 w 111202"/>
                    <a:gd name="connsiteY6" fmla="*/ 3446 h 49373"/>
                    <a:gd name="connsiteX7" fmla="*/ 111202 w 111202"/>
                    <a:gd name="connsiteY7" fmla="*/ 45927 h 49373"/>
                    <a:gd name="connsiteX8" fmla="*/ 107757 w 111202"/>
                    <a:gd name="connsiteY8" fmla="*/ 49373 h 49373"/>
                    <a:gd name="connsiteX9" fmla="*/ 6892 w 111202"/>
                    <a:gd name="connsiteY9" fmla="*/ 42481 h 49373"/>
                    <a:gd name="connsiteX10" fmla="*/ 104311 w 111202"/>
                    <a:gd name="connsiteY10" fmla="*/ 42481 h 49373"/>
                    <a:gd name="connsiteX11" fmla="*/ 104311 w 111202"/>
                    <a:gd name="connsiteY11" fmla="*/ 6892 h 49373"/>
                    <a:gd name="connsiteX12" fmla="*/ 6892 w 111202"/>
                    <a:gd name="connsiteY12" fmla="*/ 6892 h 49373"/>
                    <a:gd name="connsiteX13" fmla="*/ 6892 w 111202"/>
                    <a:gd name="connsiteY13" fmla="*/ 42481 h 4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1202" h="49373">
                      <a:moveTo>
                        <a:pt x="107757" y="49373"/>
                      </a:moveTo>
                      <a:lnTo>
                        <a:pt x="3446" y="49373"/>
                      </a:lnTo>
                      <a:cubicBezTo>
                        <a:pt x="1554" y="49373"/>
                        <a:pt x="0" y="47820"/>
                        <a:pt x="0" y="45927"/>
                      </a:cubicBezTo>
                      <a:lnTo>
                        <a:pt x="0" y="3446"/>
                      </a:lnTo>
                      <a:cubicBezTo>
                        <a:pt x="0" y="1554"/>
                        <a:pt x="1554" y="0"/>
                        <a:pt x="3446" y="0"/>
                      </a:cubicBezTo>
                      <a:lnTo>
                        <a:pt x="107757" y="0"/>
                      </a:lnTo>
                      <a:cubicBezTo>
                        <a:pt x="109649" y="0"/>
                        <a:pt x="111202" y="1554"/>
                        <a:pt x="111202" y="3446"/>
                      </a:cubicBezTo>
                      <a:lnTo>
                        <a:pt x="111202" y="45927"/>
                      </a:lnTo>
                      <a:cubicBezTo>
                        <a:pt x="111202" y="47820"/>
                        <a:pt x="109649" y="49373"/>
                        <a:pt x="107757" y="49373"/>
                      </a:cubicBezTo>
                      <a:close/>
                      <a:moveTo>
                        <a:pt x="6892" y="42481"/>
                      </a:moveTo>
                      <a:lnTo>
                        <a:pt x="104311" y="42481"/>
                      </a:lnTo>
                      <a:lnTo>
                        <a:pt x="104311" y="6892"/>
                      </a:lnTo>
                      <a:lnTo>
                        <a:pt x="6892" y="6892"/>
                      </a:lnTo>
                      <a:lnTo>
                        <a:pt x="6892" y="42481"/>
                      </a:lnTo>
                      <a:close/>
                    </a:path>
                  </a:pathLst>
                </a:custGeom>
                <a:solidFill>
                  <a:srgbClr val="01355A"/>
                </a:solidFill>
                <a:ln w="2824" cap="flat">
                  <a:noFill/>
                  <a:prstDash val="solid"/>
                  <a:miter/>
                </a:ln>
              </p:spPr>
              <p:txBody>
                <a:bodyPr rtlCol="1" anchor="ctr"/>
                <a:lstStyle/>
                <a:p>
                  <a:endParaRPr lang="ar-SA"/>
                </a:p>
              </p:txBody>
            </p:sp>
          </p:grpSp>
          <p:sp>
            <p:nvSpPr>
              <p:cNvPr id="7459" name="شكل حر: شكل 8366">
                <a:extLst>
                  <a:ext uri="{FF2B5EF4-FFF2-40B4-BE49-F238E27FC236}">
                    <a16:creationId xmlns:a16="http://schemas.microsoft.com/office/drawing/2014/main" id="{01944F73-E658-1860-9448-0AE09B48C056}"/>
                  </a:ext>
                </a:extLst>
              </p:cNvPr>
              <p:cNvSpPr/>
              <p:nvPr/>
            </p:nvSpPr>
            <p:spPr>
              <a:xfrm>
                <a:off x="5208781" y="1152189"/>
                <a:ext cx="111202" cy="49373"/>
              </a:xfrm>
              <a:custGeom>
                <a:avLst/>
                <a:gdLst>
                  <a:gd name="connsiteX0" fmla="*/ 107757 w 111202"/>
                  <a:gd name="connsiteY0" fmla="*/ 49373 h 49373"/>
                  <a:gd name="connsiteX1" fmla="*/ 3446 w 111202"/>
                  <a:gd name="connsiteY1" fmla="*/ 49373 h 49373"/>
                  <a:gd name="connsiteX2" fmla="*/ 0 w 111202"/>
                  <a:gd name="connsiteY2" fmla="*/ 45927 h 49373"/>
                  <a:gd name="connsiteX3" fmla="*/ 0 w 111202"/>
                  <a:gd name="connsiteY3" fmla="*/ 3446 h 49373"/>
                  <a:gd name="connsiteX4" fmla="*/ 3446 w 111202"/>
                  <a:gd name="connsiteY4" fmla="*/ 0 h 49373"/>
                  <a:gd name="connsiteX5" fmla="*/ 107757 w 111202"/>
                  <a:gd name="connsiteY5" fmla="*/ 0 h 49373"/>
                  <a:gd name="connsiteX6" fmla="*/ 111202 w 111202"/>
                  <a:gd name="connsiteY6" fmla="*/ 3446 h 49373"/>
                  <a:gd name="connsiteX7" fmla="*/ 111202 w 111202"/>
                  <a:gd name="connsiteY7" fmla="*/ 45927 h 49373"/>
                  <a:gd name="connsiteX8" fmla="*/ 107757 w 111202"/>
                  <a:gd name="connsiteY8" fmla="*/ 49373 h 49373"/>
                  <a:gd name="connsiteX9" fmla="*/ 6892 w 111202"/>
                  <a:gd name="connsiteY9" fmla="*/ 42481 h 49373"/>
                  <a:gd name="connsiteX10" fmla="*/ 104310 w 111202"/>
                  <a:gd name="connsiteY10" fmla="*/ 42481 h 49373"/>
                  <a:gd name="connsiteX11" fmla="*/ 104310 w 111202"/>
                  <a:gd name="connsiteY11" fmla="*/ 6892 h 49373"/>
                  <a:gd name="connsiteX12" fmla="*/ 6892 w 111202"/>
                  <a:gd name="connsiteY12" fmla="*/ 6892 h 49373"/>
                  <a:gd name="connsiteX13" fmla="*/ 6892 w 111202"/>
                  <a:gd name="connsiteY13" fmla="*/ 42481 h 4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1202" h="49373">
                    <a:moveTo>
                      <a:pt x="107757" y="49373"/>
                    </a:moveTo>
                    <a:lnTo>
                      <a:pt x="3446" y="49373"/>
                    </a:lnTo>
                    <a:cubicBezTo>
                      <a:pt x="1553" y="49373"/>
                      <a:pt x="0" y="47820"/>
                      <a:pt x="0" y="45927"/>
                    </a:cubicBezTo>
                    <a:lnTo>
                      <a:pt x="0" y="3446"/>
                    </a:lnTo>
                    <a:cubicBezTo>
                      <a:pt x="0" y="1553"/>
                      <a:pt x="1553" y="0"/>
                      <a:pt x="3446" y="0"/>
                    </a:cubicBezTo>
                    <a:lnTo>
                      <a:pt x="107757" y="0"/>
                    </a:lnTo>
                    <a:cubicBezTo>
                      <a:pt x="109649" y="0"/>
                      <a:pt x="111202" y="1553"/>
                      <a:pt x="111202" y="3446"/>
                    </a:cubicBezTo>
                    <a:lnTo>
                      <a:pt x="111202" y="45927"/>
                    </a:lnTo>
                    <a:cubicBezTo>
                      <a:pt x="111202" y="47820"/>
                      <a:pt x="109649" y="49373"/>
                      <a:pt x="107757" y="49373"/>
                    </a:cubicBezTo>
                    <a:close/>
                    <a:moveTo>
                      <a:pt x="6892" y="42481"/>
                    </a:moveTo>
                    <a:lnTo>
                      <a:pt x="104310" y="42481"/>
                    </a:lnTo>
                    <a:lnTo>
                      <a:pt x="104310" y="6892"/>
                    </a:lnTo>
                    <a:lnTo>
                      <a:pt x="6892" y="6892"/>
                    </a:lnTo>
                    <a:lnTo>
                      <a:pt x="6892" y="42481"/>
                    </a:lnTo>
                    <a:close/>
                  </a:path>
                </a:pathLst>
              </a:custGeom>
              <a:solidFill>
                <a:srgbClr val="01355A"/>
              </a:solidFill>
              <a:ln w="2824" cap="flat">
                <a:noFill/>
                <a:prstDash val="solid"/>
                <a:miter/>
              </a:ln>
            </p:spPr>
            <p:txBody>
              <a:bodyPr rtlCol="1" anchor="ctr"/>
              <a:lstStyle/>
              <a:p>
                <a:endParaRPr lang="ar-SA"/>
              </a:p>
            </p:txBody>
          </p:sp>
        </p:grpSp>
      </p:grpSp>
      <p:grpSp>
        <p:nvGrpSpPr>
          <p:cNvPr id="7469" name="رسم 8014">
            <a:extLst>
              <a:ext uri="{FF2B5EF4-FFF2-40B4-BE49-F238E27FC236}">
                <a16:creationId xmlns:a16="http://schemas.microsoft.com/office/drawing/2014/main" id="{2C82DDB9-790F-D4C6-82C9-8EAE07D36EA7}"/>
              </a:ext>
            </a:extLst>
          </p:cNvPr>
          <p:cNvGrpSpPr/>
          <p:nvPr/>
        </p:nvGrpSpPr>
        <p:grpSpPr>
          <a:xfrm>
            <a:off x="6405463" y="1508184"/>
            <a:ext cx="240061" cy="208001"/>
            <a:chOff x="6737878" y="98096"/>
            <a:chExt cx="286945" cy="263897"/>
          </a:xfrm>
        </p:grpSpPr>
        <p:grpSp>
          <p:nvGrpSpPr>
            <p:cNvPr id="7470" name="رسم 8014">
              <a:extLst>
                <a:ext uri="{FF2B5EF4-FFF2-40B4-BE49-F238E27FC236}">
                  <a16:creationId xmlns:a16="http://schemas.microsoft.com/office/drawing/2014/main" id="{2F82D9CF-CC51-6A44-00B4-DFFFA8D5A3B9}"/>
                </a:ext>
              </a:extLst>
            </p:cNvPr>
            <p:cNvGrpSpPr/>
            <p:nvPr/>
          </p:nvGrpSpPr>
          <p:grpSpPr>
            <a:xfrm>
              <a:off x="6737878" y="139589"/>
              <a:ext cx="139815" cy="222404"/>
              <a:chOff x="6737878" y="139589"/>
              <a:chExt cx="139815" cy="222404"/>
            </a:xfrm>
            <a:solidFill>
              <a:srgbClr val="01355A"/>
            </a:solidFill>
          </p:grpSpPr>
          <p:sp>
            <p:nvSpPr>
              <p:cNvPr id="7477" name="شكل حر: شكل 8369">
                <a:extLst>
                  <a:ext uri="{FF2B5EF4-FFF2-40B4-BE49-F238E27FC236}">
                    <a16:creationId xmlns:a16="http://schemas.microsoft.com/office/drawing/2014/main" id="{E80AB9D0-DD4D-FAD4-2ED3-D9DF818BEAF1}"/>
                  </a:ext>
                </a:extLst>
              </p:cNvPr>
              <p:cNvSpPr/>
              <p:nvPr/>
            </p:nvSpPr>
            <p:spPr>
              <a:xfrm>
                <a:off x="6737878" y="139589"/>
                <a:ext cx="139815" cy="222404"/>
              </a:xfrm>
              <a:custGeom>
                <a:avLst/>
                <a:gdLst>
                  <a:gd name="connsiteX0" fmla="*/ 110835 w 139815"/>
                  <a:gd name="connsiteY0" fmla="*/ 222405 h 222404"/>
                  <a:gd name="connsiteX1" fmla="*/ 28980 w 139815"/>
                  <a:gd name="connsiteY1" fmla="*/ 222405 h 222404"/>
                  <a:gd name="connsiteX2" fmla="*/ 0 w 139815"/>
                  <a:gd name="connsiteY2" fmla="*/ 193425 h 222404"/>
                  <a:gd name="connsiteX3" fmla="*/ 0 w 139815"/>
                  <a:gd name="connsiteY3" fmla="*/ 28980 h 222404"/>
                  <a:gd name="connsiteX4" fmla="*/ 28980 w 139815"/>
                  <a:gd name="connsiteY4" fmla="*/ 0 h 222404"/>
                  <a:gd name="connsiteX5" fmla="*/ 79398 w 139815"/>
                  <a:gd name="connsiteY5" fmla="*/ 0 h 222404"/>
                  <a:gd name="connsiteX6" fmla="*/ 82844 w 139815"/>
                  <a:gd name="connsiteY6" fmla="*/ 3446 h 222404"/>
                  <a:gd name="connsiteX7" fmla="*/ 79398 w 139815"/>
                  <a:gd name="connsiteY7" fmla="*/ 6892 h 222404"/>
                  <a:gd name="connsiteX8" fmla="*/ 28980 w 139815"/>
                  <a:gd name="connsiteY8" fmla="*/ 6892 h 222404"/>
                  <a:gd name="connsiteX9" fmla="*/ 6892 w 139815"/>
                  <a:gd name="connsiteY9" fmla="*/ 28980 h 222404"/>
                  <a:gd name="connsiteX10" fmla="*/ 6892 w 139815"/>
                  <a:gd name="connsiteY10" fmla="*/ 193425 h 222404"/>
                  <a:gd name="connsiteX11" fmla="*/ 28980 w 139815"/>
                  <a:gd name="connsiteY11" fmla="*/ 215513 h 222404"/>
                  <a:gd name="connsiteX12" fmla="*/ 110835 w 139815"/>
                  <a:gd name="connsiteY12" fmla="*/ 215513 h 222404"/>
                  <a:gd name="connsiteX13" fmla="*/ 132923 w 139815"/>
                  <a:gd name="connsiteY13" fmla="*/ 193425 h 222404"/>
                  <a:gd name="connsiteX14" fmla="*/ 132923 w 139815"/>
                  <a:gd name="connsiteY14" fmla="*/ 144476 h 222404"/>
                  <a:gd name="connsiteX15" fmla="*/ 136369 w 139815"/>
                  <a:gd name="connsiteY15" fmla="*/ 141030 h 222404"/>
                  <a:gd name="connsiteX16" fmla="*/ 139815 w 139815"/>
                  <a:gd name="connsiteY16" fmla="*/ 144476 h 222404"/>
                  <a:gd name="connsiteX17" fmla="*/ 139815 w 139815"/>
                  <a:gd name="connsiteY17" fmla="*/ 193425 h 222404"/>
                  <a:gd name="connsiteX18" fmla="*/ 110835 w 139815"/>
                  <a:gd name="connsiteY18" fmla="*/ 222405 h 222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9815" h="222404">
                    <a:moveTo>
                      <a:pt x="110835" y="222405"/>
                    </a:moveTo>
                    <a:lnTo>
                      <a:pt x="28980" y="222405"/>
                    </a:lnTo>
                    <a:cubicBezTo>
                      <a:pt x="12993" y="222405"/>
                      <a:pt x="0" y="209412"/>
                      <a:pt x="0" y="193425"/>
                    </a:cubicBezTo>
                    <a:lnTo>
                      <a:pt x="0" y="28980"/>
                    </a:lnTo>
                    <a:cubicBezTo>
                      <a:pt x="0" y="12993"/>
                      <a:pt x="12993" y="0"/>
                      <a:pt x="28980" y="0"/>
                    </a:cubicBezTo>
                    <a:lnTo>
                      <a:pt x="79398" y="0"/>
                    </a:lnTo>
                    <a:cubicBezTo>
                      <a:pt x="81291" y="0"/>
                      <a:pt x="82844" y="1554"/>
                      <a:pt x="82844" y="3446"/>
                    </a:cubicBezTo>
                    <a:cubicBezTo>
                      <a:pt x="82844" y="5338"/>
                      <a:pt x="81291" y="6892"/>
                      <a:pt x="79398" y="6892"/>
                    </a:cubicBezTo>
                    <a:lnTo>
                      <a:pt x="28980" y="6892"/>
                    </a:lnTo>
                    <a:cubicBezTo>
                      <a:pt x="16806" y="6892"/>
                      <a:pt x="6892" y="16806"/>
                      <a:pt x="6892" y="28980"/>
                    </a:cubicBezTo>
                    <a:lnTo>
                      <a:pt x="6892" y="193425"/>
                    </a:lnTo>
                    <a:cubicBezTo>
                      <a:pt x="6892" y="205599"/>
                      <a:pt x="16806" y="215513"/>
                      <a:pt x="28980" y="215513"/>
                    </a:cubicBezTo>
                    <a:lnTo>
                      <a:pt x="110835" y="215513"/>
                    </a:lnTo>
                    <a:cubicBezTo>
                      <a:pt x="123009" y="215513"/>
                      <a:pt x="132923" y="205599"/>
                      <a:pt x="132923" y="193425"/>
                    </a:cubicBezTo>
                    <a:lnTo>
                      <a:pt x="132923" y="144476"/>
                    </a:lnTo>
                    <a:cubicBezTo>
                      <a:pt x="132923" y="142583"/>
                      <a:pt x="134477" y="141030"/>
                      <a:pt x="136369" y="141030"/>
                    </a:cubicBezTo>
                    <a:cubicBezTo>
                      <a:pt x="138261" y="141030"/>
                      <a:pt x="139815" y="142583"/>
                      <a:pt x="139815" y="144476"/>
                    </a:cubicBezTo>
                    <a:lnTo>
                      <a:pt x="139815" y="193425"/>
                    </a:lnTo>
                    <a:cubicBezTo>
                      <a:pt x="139815" y="209412"/>
                      <a:pt x="126822" y="222405"/>
                      <a:pt x="110835" y="222405"/>
                    </a:cubicBezTo>
                    <a:close/>
                  </a:path>
                </a:pathLst>
              </a:custGeom>
              <a:solidFill>
                <a:srgbClr val="01355A"/>
              </a:solidFill>
              <a:ln w="2824" cap="flat">
                <a:noFill/>
                <a:prstDash val="solid"/>
                <a:miter/>
              </a:ln>
            </p:spPr>
            <p:txBody>
              <a:bodyPr rtlCol="1" anchor="ctr"/>
              <a:lstStyle/>
              <a:p>
                <a:endParaRPr lang="ar-SA"/>
              </a:p>
            </p:txBody>
          </p:sp>
          <p:sp>
            <p:nvSpPr>
              <p:cNvPr id="7478" name="شكل حر: شكل 8370">
                <a:extLst>
                  <a:ext uri="{FF2B5EF4-FFF2-40B4-BE49-F238E27FC236}">
                    <a16:creationId xmlns:a16="http://schemas.microsoft.com/office/drawing/2014/main" id="{F0C0622E-1B4A-403F-F70B-73BF82BD11E3}"/>
                  </a:ext>
                </a:extLst>
              </p:cNvPr>
              <p:cNvSpPr/>
              <p:nvPr/>
            </p:nvSpPr>
            <p:spPr>
              <a:xfrm>
                <a:off x="6785867" y="158598"/>
                <a:ext cx="34855" cy="6891"/>
              </a:xfrm>
              <a:custGeom>
                <a:avLst/>
                <a:gdLst>
                  <a:gd name="connsiteX0" fmla="*/ 31409 w 34855"/>
                  <a:gd name="connsiteY0" fmla="*/ 6892 h 6891"/>
                  <a:gd name="connsiteX1" fmla="*/ 3446 w 34855"/>
                  <a:gd name="connsiteY1" fmla="*/ 6892 h 6891"/>
                  <a:gd name="connsiteX2" fmla="*/ 0 w 34855"/>
                  <a:gd name="connsiteY2" fmla="*/ 3446 h 6891"/>
                  <a:gd name="connsiteX3" fmla="*/ 3446 w 34855"/>
                  <a:gd name="connsiteY3" fmla="*/ 0 h 6891"/>
                  <a:gd name="connsiteX4" fmla="*/ 31409 w 34855"/>
                  <a:gd name="connsiteY4" fmla="*/ 0 h 6891"/>
                  <a:gd name="connsiteX5" fmla="*/ 34855 w 34855"/>
                  <a:gd name="connsiteY5" fmla="*/ 3446 h 6891"/>
                  <a:gd name="connsiteX6" fmla="*/ 31409 w 34855"/>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55" h="6891">
                    <a:moveTo>
                      <a:pt x="31409" y="6892"/>
                    </a:moveTo>
                    <a:lnTo>
                      <a:pt x="3446" y="6892"/>
                    </a:lnTo>
                    <a:cubicBezTo>
                      <a:pt x="1554" y="6892"/>
                      <a:pt x="0" y="5338"/>
                      <a:pt x="0" y="3446"/>
                    </a:cubicBezTo>
                    <a:cubicBezTo>
                      <a:pt x="0" y="1553"/>
                      <a:pt x="1554" y="0"/>
                      <a:pt x="3446" y="0"/>
                    </a:cubicBezTo>
                    <a:lnTo>
                      <a:pt x="31409" y="0"/>
                    </a:lnTo>
                    <a:cubicBezTo>
                      <a:pt x="33302" y="0"/>
                      <a:pt x="34855" y="1553"/>
                      <a:pt x="34855" y="3446"/>
                    </a:cubicBezTo>
                    <a:cubicBezTo>
                      <a:pt x="34855" y="5338"/>
                      <a:pt x="33302" y="6892"/>
                      <a:pt x="31409" y="6892"/>
                    </a:cubicBezTo>
                    <a:close/>
                  </a:path>
                </a:pathLst>
              </a:custGeom>
              <a:solidFill>
                <a:srgbClr val="01355A"/>
              </a:solidFill>
              <a:ln w="2824" cap="flat">
                <a:noFill/>
                <a:prstDash val="solid"/>
                <a:miter/>
              </a:ln>
            </p:spPr>
            <p:txBody>
              <a:bodyPr rtlCol="1" anchor="ctr"/>
              <a:lstStyle/>
              <a:p>
                <a:endParaRPr lang="ar-SA"/>
              </a:p>
            </p:txBody>
          </p:sp>
          <p:sp>
            <p:nvSpPr>
              <p:cNvPr id="7479" name="شكل حر: شكل 8371">
                <a:extLst>
                  <a:ext uri="{FF2B5EF4-FFF2-40B4-BE49-F238E27FC236}">
                    <a16:creationId xmlns:a16="http://schemas.microsoft.com/office/drawing/2014/main" id="{46D4283D-1C3F-6F98-6819-FDA6E0C288E1}"/>
                  </a:ext>
                </a:extLst>
              </p:cNvPr>
              <p:cNvSpPr/>
              <p:nvPr/>
            </p:nvSpPr>
            <p:spPr>
              <a:xfrm>
                <a:off x="6794849" y="336092"/>
                <a:ext cx="25901" cy="6891"/>
              </a:xfrm>
              <a:custGeom>
                <a:avLst/>
                <a:gdLst>
                  <a:gd name="connsiteX0" fmla="*/ 22456 w 25901"/>
                  <a:gd name="connsiteY0" fmla="*/ 6892 h 6891"/>
                  <a:gd name="connsiteX1" fmla="*/ 3446 w 25901"/>
                  <a:gd name="connsiteY1" fmla="*/ 6892 h 6891"/>
                  <a:gd name="connsiteX2" fmla="*/ 0 w 25901"/>
                  <a:gd name="connsiteY2" fmla="*/ 3446 h 6891"/>
                  <a:gd name="connsiteX3" fmla="*/ 3446 w 25901"/>
                  <a:gd name="connsiteY3" fmla="*/ 0 h 6891"/>
                  <a:gd name="connsiteX4" fmla="*/ 22456 w 25901"/>
                  <a:gd name="connsiteY4" fmla="*/ 0 h 6891"/>
                  <a:gd name="connsiteX5" fmla="*/ 25902 w 25901"/>
                  <a:gd name="connsiteY5" fmla="*/ 3446 h 6891"/>
                  <a:gd name="connsiteX6" fmla="*/ 22456 w 25901"/>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901" h="6891">
                    <a:moveTo>
                      <a:pt x="22456" y="6892"/>
                    </a:moveTo>
                    <a:lnTo>
                      <a:pt x="3446" y="6892"/>
                    </a:lnTo>
                    <a:cubicBezTo>
                      <a:pt x="1554" y="6892"/>
                      <a:pt x="0" y="5338"/>
                      <a:pt x="0" y="3446"/>
                    </a:cubicBezTo>
                    <a:cubicBezTo>
                      <a:pt x="0" y="1554"/>
                      <a:pt x="1554" y="0"/>
                      <a:pt x="3446" y="0"/>
                    </a:cubicBezTo>
                    <a:lnTo>
                      <a:pt x="22456" y="0"/>
                    </a:lnTo>
                    <a:cubicBezTo>
                      <a:pt x="24348" y="0"/>
                      <a:pt x="25902" y="1554"/>
                      <a:pt x="25902" y="3446"/>
                    </a:cubicBezTo>
                    <a:cubicBezTo>
                      <a:pt x="25902" y="5338"/>
                      <a:pt x="24348" y="6892"/>
                      <a:pt x="22456" y="6892"/>
                    </a:cubicBezTo>
                    <a:close/>
                  </a:path>
                </a:pathLst>
              </a:custGeom>
              <a:solidFill>
                <a:srgbClr val="01355A"/>
              </a:solidFill>
              <a:ln w="2824" cap="flat">
                <a:noFill/>
                <a:prstDash val="solid"/>
                <a:miter/>
              </a:ln>
            </p:spPr>
            <p:txBody>
              <a:bodyPr rtlCol="1" anchor="ctr"/>
              <a:lstStyle/>
              <a:p>
                <a:endParaRPr lang="ar-SA"/>
              </a:p>
            </p:txBody>
          </p:sp>
        </p:grpSp>
        <p:grpSp>
          <p:nvGrpSpPr>
            <p:cNvPr id="7471" name="رسم 8014">
              <a:extLst>
                <a:ext uri="{FF2B5EF4-FFF2-40B4-BE49-F238E27FC236}">
                  <a16:creationId xmlns:a16="http://schemas.microsoft.com/office/drawing/2014/main" id="{4729B5A2-6ACB-5B36-4BAD-BD964EA042FD}"/>
                </a:ext>
              </a:extLst>
            </p:cNvPr>
            <p:cNvGrpSpPr/>
            <p:nvPr/>
          </p:nvGrpSpPr>
          <p:grpSpPr>
            <a:xfrm>
              <a:off x="6835155" y="98096"/>
              <a:ext cx="189668" cy="202661"/>
              <a:chOff x="6835155" y="98096"/>
              <a:chExt cx="189668" cy="202661"/>
            </a:xfrm>
            <a:solidFill>
              <a:srgbClr val="17A3A3"/>
            </a:solidFill>
          </p:grpSpPr>
          <p:sp>
            <p:nvSpPr>
              <p:cNvPr id="7472" name="شكل حر: شكل 8373">
                <a:extLst>
                  <a:ext uri="{FF2B5EF4-FFF2-40B4-BE49-F238E27FC236}">
                    <a16:creationId xmlns:a16="http://schemas.microsoft.com/office/drawing/2014/main" id="{0F06F4D6-0765-1DFA-786D-B8DF318BFE70}"/>
                  </a:ext>
                </a:extLst>
              </p:cNvPr>
              <p:cNvSpPr/>
              <p:nvPr/>
            </p:nvSpPr>
            <p:spPr>
              <a:xfrm>
                <a:off x="6835155" y="98096"/>
                <a:ext cx="189668" cy="202661"/>
              </a:xfrm>
              <a:custGeom>
                <a:avLst/>
                <a:gdLst>
                  <a:gd name="connsiteX0" fmla="*/ 74597 w 189668"/>
                  <a:gd name="connsiteY0" fmla="*/ 202661 h 202661"/>
                  <a:gd name="connsiteX1" fmla="*/ 73269 w 189668"/>
                  <a:gd name="connsiteY1" fmla="*/ 202407 h 202661"/>
                  <a:gd name="connsiteX2" fmla="*/ 71150 w 189668"/>
                  <a:gd name="connsiteY2" fmla="*/ 199215 h 202661"/>
                  <a:gd name="connsiteX3" fmla="*/ 71150 w 189668"/>
                  <a:gd name="connsiteY3" fmla="*/ 168117 h 202661"/>
                  <a:gd name="connsiteX4" fmla="*/ 28980 w 189668"/>
                  <a:gd name="connsiteY4" fmla="*/ 168117 h 202661"/>
                  <a:gd name="connsiteX5" fmla="*/ 0 w 189668"/>
                  <a:gd name="connsiteY5" fmla="*/ 139137 h 202661"/>
                  <a:gd name="connsiteX6" fmla="*/ 0 w 189668"/>
                  <a:gd name="connsiteY6" fmla="*/ 28980 h 202661"/>
                  <a:gd name="connsiteX7" fmla="*/ 28980 w 189668"/>
                  <a:gd name="connsiteY7" fmla="*/ 0 h 202661"/>
                  <a:gd name="connsiteX8" fmla="*/ 160689 w 189668"/>
                  <a:gd name="connsiteY8" fmla="*/ 0 h 202661"/>
                  <a:gd name="connsiteX9" fmla="*/ 189669 w 189668"/>
                  <a:gd name="connsiteY9" fmla="*/ 28980 h 202661"/>
                  <a:gd name="connsiteX10" fmla="*/ 189669 w 189668"/>
                  <a:gd name="connsiteY10" fmla="*/ 139137 h 202661"/>
                  <a:gd name="connsiteX11" fmla="*/ 160689 w 189668"/>
                  <a:gd name="connsiteY11" fmla="*/ 168117 h 202661"/>
                  <a:gd name="connsiteX12" fmla="*/ 110581 w 189668"/>
                  <a:gd name="connsiteY12" fmla="*/ 168117 h 202661"/>
                  <a:gd name="connsiteX13" fmla="*/ 77054 w 189668"/>
                  <a:gd name="connsiteY13" fmla="*/ 201644 h 202661"/>
                  <a:gd name="connsiteX14" fmla="*/ 74625 w 189668"/>
                  <a:gd name="connsiteY14" fmla="*/ 202661 h 202661"/>
                  <a:gd name="connsiteX15" fmla="*/ 28980 w 189668"/>
                  <a:gd name="connsiteY15" fmla="*/ 6892 h 202661"/>
                  <a:gd name="connsiteX16" fmla="*/ 6892 w 189668"/>
                  <a:gd name="connsiteY16" fmla="*/ 28980 h 202661"/>
                  <a:gd name="connsiteX17" fmla="*/ 6892 w 189668"/>
                  <a:gd name="connsiteY17" fmla="*/ 139137 h 202661"/>
                  <a:gd name="connsiteX18" fmla="*/ 28980 w 189668"/>
                  <a:gd name="connsiteY18" fmla="*/ 161225 h 202661"/>
                  <a:gd name="connsiteX19" fmla="*/ 74597 w 189668"/>
                  <a:gd name="connsiteY19" fmla="*/ 161225 h 202661"/>
                  <a:gd name="connsiteX20" fmla="*/ 78043 w 189668"/>
                  <a:gd name="connsiteY20" fmla="*/ 164671 h 202661"/>
                  <a:gd name="connsiteX21" fmla="*/ 78043 w 189668"/>
                  <a:gd name="connsiteY21" fmla="*/ 190883 h 202661"/>
                  <a:gd name="connsiteX22" fmla="*/ 106683 w 189668"/>
                  <a:gd name="connsiteY22" fmla="*/ 162242 h 202661"/>
                  <a:gd name="connsiteX23" fmla="*/ 109113 w 189668"/>
                  <a:gd name="connsiteY23" fmla="*/ 161225 h 202661"/>
                  <a:gd name="connsiteX24" fmla="*/ 160661 w 189668"/>
                  <a:gd name="connsiteY24" fmla="*/ 161225 h 202661"/>
                  <a:gd name="connsiteX25" fmla="*/ 182748 w 189668"/>
                  <a:gd name="connsiteY25" fmla="*/ 139137 h 202661"/>
                  <a:gd name="connsiteX26" fmla="*/ 182748 w 189668"/>
                  <a:gd name="connsiteY26" fmla="*/ 28980 h 202661"/>
                  <a:gd name="connsiteX27" fmla="*/ 160661 w 189668"/>
                  <a:gd name="connsiteY27" fmla="*/ 6892 h 202661"/>
                  <a:gd name="connsiteX28" fmla="*/ 28952 w 189668"/>
                  <a:gd name="connsiteY28" fmla="*/ 6892 h 202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89668" h="202661">
                    <a:moveTo>
                      <a:pt x="74597" y="202661"/>
                    </a:moveTo>
                    <a:cubicBezTo>
                      <a:pt x="74144" y="202661"/>
                      <a:pt x="73693" y="202577"/>
                      <a:pt x="73269" y="202407"/>
                    </a:cubicBezTo>
                    <a:cubicBezTo>
                      <a:pt x="71969" y="201870"/>
                      <a:pt x="71150" y="200628"/>
                      <a:pt x="71150" y="199215"/>
                    </a:cubicBezTo>
                    <a:lnTo>
                      <a:pt x="71150" y="168117"/>
                    </a:lnTo>
                    <a:lnTo>
                      <a:pt x="28980" y="168117"/>
                    </a:lnTo>
                    <a:cubicBezTo>
                      <a:pt x="12993" y="168117"/>
                      <a:pt x="0" y="155124"/>
                      <a:pt x="0" y="139137"/>
                    </a:cubicBezTo>
                    <a:lnTo>
                      <a:pt x="0" y="28980"/>
                    </a:lnTo>
                    <a:cubicBezTo>
                      <a:pt x="0" y="12993"/>
                      <a:pt x="12993" y="0"/>
                      <a:pt x="28980" y="0"/>
                    </a:cubicBezTo>
                    <a:lnTo>
                      <a:pt x="160689" y="0"/>
                    </a:lnTo>
                    <a:cubicBezTo>
                      <a:pt x="176676" y="0"/>
                      <a:pt x="189669" y="12993"/>
                      <a:pt x="189669" y="28980"/>
                    </a:cubicBezTo>
                    <a:lnTo>
                      <a:pt x="189669" y="139137"/>
                    </a:lnTo>
                    <a:cubicBezTo>
                      <a:pt x="189669" y="155124"/>
                      <a:pt x="176676" y="168117"/>
                      <a:pt x="160689" y="168117"/>
                    </a:cubicBezTo>
                    <a:lnTo>
                      <a:pt x="110581" y="168117"/>
                    </a:lnTo>
                    <a:lnTo>
                      <a:pt x="77054" y="201644"/>
                    </a:lnTo>
                    <a:cubicBezTo>
                      <a:pt x="76404" y="202294"/>
                      <a:pt x="75500" y="202661"/>
                      <a:pt x="74625" y="202661"/>
                    </a:cubicBezTo>
                    <a:close/>
                    <a:moveTo>
                      <a:pt x="28980" y="6892"/>
                    </a:moveTo>
                    <a:cubicBezTo>
                      <a:pt x="16806" y="6892"/>
                      <a:pt x="6892" y="16806"/>
                      <a:pt x="6892" y="28980"/>
                    </a:cubicBezTo>
                    <a:lnTo>
                      <a:pt x="6892" y="139137"/>
                    </a:lnTo>
                    <a:cubicBezTo>
                      <a:pt x="6892" y="151311"/>
                      <a:pt x="16806" y="161225"/>
                      <a:pt x="28980" y="161225"/>
                    </a:cubicBezTo>
                    <a:lnTo>
                      <a:pt x="74597" y="161225"/>
                    </a:lnTo>
                    <a:cubicBezTo>
                      <a:pt x="76489" y="161225"/>
                      <a:pt x="78043" y="162779"/>
                      <a:pt x="78043" y="164671"/>
                    </a:cubicBezTo>
                    <a:lnTo>
                      <a:pt x="78043" y="190883"/>
                    </a:lnTo>
                    <a:lnTo>
                      <a:pt x="106683" y="162242"/>
                    </a:lnTo>
                    <a:cubicBezTo>
                      <a:pt x="107333" y="161592"/>
                      <a:pt x="108209" y="161225"/>
                      <a:pt x="109113" y="161225"/>
                    </a:cubicBezTo>
                    <a:lnTo>
                      <a:pt x="160661" y="161225"/>
                    </a:lnTo>
                    <a:cubicBezTo>
                      <a:pt x="172834" y="161225"/>
                      <a:pt x="182748" y="151311"/>
                      <a:pt x="182748" y="139137"/>
                    </a:cubicBezTo>
                    <a:lnTo>
                      <a:pt x="182748" y="28980"/>
                    </a:lnTo>
                    <a:cubicBezTo>
                      <a:pt x="182748" y="16806"/>
                      <a:pt x="172834" y="6892"/>
                      <a:pt x="160661" y="6892"/>
                    </a:cubicBezTo>
                    <a:lnTo>
                      <a:pt x="28952" y="6892"/>
                    </a:lnTo>
                    <a:close/>
                  </a:path>
                </a:pathLst>
              </a:custGeom>
              <a:solidFill>
                <a:srgbClr val="17A3A3"/>
              </a:solidFill>
              <a:ln w="2824" cap="flat">
                <a:noFill/>
                <a:prstDash val="solid"/>
                <a:miter/>
              </a:ln>
            </p:spPr>
            <p:txBody>
              <a:bodyPr rtlCol="1" anchor="ctr"/>
              <a:lstStyle/>
              <a:p>
                <a:endParaRPr lang="ar-SA"/>
              </a:p>
            </p:txBody>
          </p:sp>
          <p:grpSp>
            <p:nvGrpSpPr>
              <p:cNvPr id="7473" name="رسم 8014">
                <a:extLst>
                  <a:ext uri="{FF2B5EF4-FFF2-40B4-BE49-F238E27FC236}">
                    <a16:creationId xmlns:a16="http://schemas.microsoft.com/office/drawing/2014/main" id="{F8035C39-FD80-D3C9-C075-86A3A0C8953A}"/>
                  </a:ext>
                </a:extLst>
              </p:cNvPr>
              <p:cNvGrpSpPr/>
              <p:nvPr/>
            </p:nvGrpSpPr>
            <p:grpSpPr>
              <a:xfrm>
                <a:off x="6882297" y="132753"/>
                <a:ext cx="95328" cy="95356"/>
                <a:chOff x="6882297" y="132753"/>
                <a:chExt cx="95328" cy="95356"/>
              </a:xfrm>
              <a:solidFill>
                <a:srgbClr val="17A3A3"/>
              </a:solidFill>
            </p:grpSpPr>
            <p:sp>
              <p:nvSpPr>
                <p:cNvPr id="7474" name="شكل حر: شكل 8375">
                  <a:extLst>
                    <a:ext uri="{FF2B5EF4-FFF2-40B4-BE49-F238E27FC236}">
                      <a16:creationId xmlns:a16="http://schemas.microsoft.com/office/drawing/2014/main" id="{D6DB5363-B994-8C0F-F0BC-BD1C6EB245B3}"/>
                    </a:ext>
                  </a:extLst>
                </p:cNvPr>
                <p:cNvSpPr/>
                <p:nvPr/>
              </p:nvSpPr>
              <p:spPr>
                <a:xfrm>
                  <a:off x="6893850" y="144334"/>
                  <a:ext cx="72223" cy="72223"/>
                </a:xfrm>
                <a:custGeom>
                  <a:avLst/>
                  <a:gdLst>
                    <a:gd name="connsiteX0" fmla="*/ 3446 w 72223"/>
                    <a:gd name="connsiteY0" fmla="*/ 72224 h 72223"/>
                    <a:gd name="connsiteX1" fmla="*/ 1017 w 72223"/>
                    <a:gd name="connsiteY1" fmla="*/ 71207 h 72223"/>
                    <a:gd name="connsiteX2" fmla="*/ 1017 w 72223"/>
                    <a:gd name="connsiteY2" fmla="*/ 66349 h 72223"/>
                    <a:gd name="connsiteX3" fmla="*/ 66348 w 72223"/>
                    <a:gd name="connsiteY3" fmla="*/ 1017 h 72223"/>
                    <a:gd name="connsiteX4" fmla="*/ 71206 w 72223"/>
                    <a:gd name="connsiteY4" fmla="*/ 1017 h 72223"/>
                    <a:gd name="connsiteX5" fmla="*/ 71206 w 72223"/>
                    <a:gd name="connsiteY5" fmla="*/ 5875 h 72223"/>
                    <a:gd name="connsiteX6" fmla="*/ 5875 w 72223"/>
                    <a:gd name="connsiteY6" fmla="*/ 71207 h 72223"/>
                    <a:gd name="connsiteX7" fmla="*/ 3446 w 72223"/>
                    <a:gd name="connsiteY7" fmla="*/ 72224 h 72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223" h="72223">
                      <a:moveTo>
                        <a:pt x="3446" y="72224"/>
                      </a:moveTo>
                      <a:cubicBezTo>
                        <a:pt x="2570" y="72224"/>
                        <a:pt x="1695" y="71885"/>
                        <a:pt x="1017" y="71207"/>
                      </a:cubicBezTo>
                      <a:cubicBezTo>
                        <a:pt x="-339" y="69851"/>
                        <a:pt x="-339" y="67676"/>
                        <a:pt x="1017" y="66349"/>
                      </a:cubicBezTo>
                      <a:lnTo>
                        <a:pt x="66348" y="1017"/>
                      </a:lnTo>
                      <a:cubicBezTo>
                        <a:pt x="67704" y="-339"/>
                        <a:pt x="69879" y="-339"/>
                        <a:pt x="71206" y="1017"/>
                      </a:cubicBezTo>
                      <a:cubicBezTo>
                        <a:pt x="72562" y="2373"/>
                        <a:pt x="72562" y="4548"/>
                        <a:pt x="71206" y="5875"/>
                      </a:cubicBezTo>
                      <a:lnTo>
                        <a:pt x="5875" y="71207"/>
                      </a:lnTo>
                      <a:cubicBezTo>
                        <a:pt x="5197" y="71885"/>
                        <a:pt x="4321" y="72224"/>
                        <a:pt x="3446" y="72224"/>
                      </a:cubicBezTo>
                      <a:close/>
                    </a:path>
                  </a:pathLst>
                </a:custGeom>
                <a:solidFill>
                  <a:srgbClr val="17A3A3"/>
                </a:solidFill>
                <a:ln w="2824" cap="flat">
                  <a:noFill/>
                  <a:prstDash val="solid"/>
                  <a:miter/>
                </a:ln>
              </p:spPr>
              <p:txBody>
                <a:bodyPr rtlCol="1" anchor="ctr"/>
                <a:lstStyle/>
                <a:p>
                  <a:endParaRPr lang="ar-SA"/>
                </a:p>
              </p:txBody>
            </p:sp>
            <p:sp>
              <p:nvSpPr>
                <p:cNvPr id="7475" name="شكل حر: شكل 8376">
                  <a:extLst>
                    <a:ext uri="{FF2B5EF4-FFF2-40B4-BE49-F238E27FC236}">
                      <a16:creationId xmlns:a16="http://schemas.microsoft.com/office/drawing/2014/main" id="{2AD384D9-9B5D-C6BF-DA29-8BE50A419917}"/>
                    </a:ext>
                  </a:extLst>
                </p:cNvPr>
                <p:cNvSpPr/>
                <p:nvPr/>
              </p:nvSpPr>
              <p:spPr>
                <a:xfrm>
                  <a:off x="6882297" y="132753"/>
                  <a:ext cx="40278" cy="40278"/>
                </a:xfrm>
                <a:custGeom>
                  <a:avLst/>
                  <a:gdLst>
                    <a:gd name="connsiteX0" fmla="*/ 20139 w 40278"/>
                    <a:gd name="connsiteY0" fmla="*/ 40278 h 40278"/>
                    <a:gd name="connsiteX1" fmla="*/ 0 w 40278"/>
                    <a:gd name="connsiteY1" fmla="*/ 20139 h 40278"/>
                    <a:gd name="connsiteX2" fmla="*/ 20139 w 40278"/>
                    <a:gd name="connsiteY2" fmla="*/ 0 h 40278"/>
                    <a:gd name="connsiteX3" fmla="*/ 40278 w 40278"/>
                    <a:gd name="connsiteY3" fmla="*/ 20139 h 40278"/>
                    <a:gd name="connsiteX4" fmla="*/ 20139 w 40278"/>
                    <a:gd name="connsiteY4" fmla="*/ 40278 h 40278"/>
                    <a:gd name="connsiteX5" fmla="*/ 20139 w 40278"/>
                    <a:gd name="connsiteY5" fmla="*/ 6920 h 40278"/>
                    <a:gd name="connsiteX6" fmla="*/ 6892 w 40278"/>
                    <a:gd name="connsiteY6" fmla="*/ 20167 h 40278"/>
                    <a:gd name="connsiteX7" fmla="*/ 20139 w 40278"/>
                    <a:gd name="connsiteY7" fmla="*/ 33414 h 40278"/>
                    <a:gd name="connsiteX8" fmla="*/ 33386 w 40278"/>
                    <a:gd name="connsiteY8" fmla="*/ 20167 h 40278"/>
                    <a:gd name="connsiteX9" fmla="*/ 20139 w 40278"/>
                    <a:gd name="connsiteY9" fmla="*/ 6920 h 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278" h="40278">
                      <a:moveTo>
                        <a:pt x="20139" y="40278"/>
                      </a:moveTo>
                      <a:cubicBezTo>
                        <a:pt x="9039" y="40278"/>
                        <a:pt x="0" y="31239"/>
                        <a:pt x="0" y="20139"/>
                      </a:cubicBezTo>
                      <a:cubicBezTo>
                        <a:pt x="0" y="9039"/>
                        <a:pt x="9039" y="0"/>
                        <a:pt x="20139" y="0"/>
                      </a:cubicBezTo>
                      <a:cubicBezTo>
                        <a:pt x="31240" y="0"/>
                        <a:pt x="40278" y="9039"/>
                        <a:pt x="40278" y="20139"/>
                      </a:cubicBezTo>
                      <a:cubicBezTo>
                        <a:pt x="40278" y="31239"/>
                        <a:pt x="31240" y="40278"/>
                        <a:pt x="20139" y="40278"/>
                      </a:cubicBezTo>
                      <a:close/>
                      <a:moveTo>
                        <a:pt x="20139" y="6920"/>
                      </a:moveTo>
                      <a:cubicBezTo>
                        <a:pt x="12852" y="6920"/>
                        <a:pt x="6892" y="12852"/>
                        <a:pt x="6892" y="20167"/>
                      </a:cubicBezTo>
                      <a:cubicBezTo>
                        <a:pt x="6892" y="27483"/>
                        <a:pt x="12824" y="33414"/>
                        <a:pt x="20139" y="33414"/>
                      </a:cubicBezTo>
                      <a:cubicBezTo>
                        <a:pt x="27455" y="33414"/>
                        <a:pt x="33386" y="27483"/>
                        <a:pt x="33386" y="20167"/>
                      </a:cubicBezTo>
                      <a:cubicBezTo>
                        <a:pt x="33386" y="12852"/>
                        <a:pt x="27455" y="6920"/>
                        <a:pt x="20139" y="6920"/>
                      </a:cubicBezTo>
                      <a:close/>
                    </a:path>
                  </a:pathLst>
                </a:custGeom>
                <a:solidFill>
                  <a:srgbClr val="17A3A3"/>
                </a:solidFill>
                <a:ln w="2824" cap="flat">
                  <a:noFill/>
                  <a:prstDash val="solid"/>
                  <a:miter/>
                </a:ln>
              </p:spPr>
              <p:txBody>
                <a:bodyPr rtlCol="1" anchor="ctr"/>
                <a:lstStyle/>
                <a:p>
                  <a:endParaRPr lang="ar-SA"/>
                </a:p>
              </p:txBody>
            </p:sp>
            <p:sp>
              <p:nvSpPr>
                <p:cNvPr id="7476" name="شكل حر: شكل 8377">
                  <a:extLst>
                    <a:ext uri="{FF2B5EF4-FFF2-40B4-BE49-F238E27FC236}">
                      <a16:creationId xmlns:a16="http://schemas.microsoft.com/office/drawing/2014/main" id="{855EE739-1FE4-584E-D316-53CE1B220459}"/>
                    </a:ext>
                  </a:extLst>
                </p:cNvPr>
                <p:cNvSpPr/>
                <p:nvPr/>
              </p:nvSpPr>
              <p:spPr>
                <a:xfrm>
                  <a:off x="6937348" y="187832"/>
                  <a:ext cx="40277" cy="40278"/>
                </a:xfrm>
                <a:custGeom>
                  <a:avLst/>
                  <a:gdLst>
                    <a:gd name="connsiteX0" fmla="*/ 20139 w 40277"/>
                    <a:gd name="connsiteY0" fmla="*/ 40278 h 40278"/>
                    <a:gd name="connsiteX1" fmla="*/ 0 w 40277"/>
                    <a:gd name="connsiteY1" fmla="*/ 20139 h 40278"/>
                    <a:gd name="connsiteX2" fmla="*/ 20139 w 40277"/>
                    <a:gd name="connsiteY2" fmla="*/ 0 h 40278"/>
                    <a:gd name="connsiteX3" fmla="*/ 40277 w 40277"/>
                    <a:gd name="connsiteY3" fmla="*/ 20139 h 40278"/>
                    <a:gd name="connsiteX4" fmla="*/ 20139 w 40277"/>
                    <a:gd name="connsiteY4" fmla="*/ 40278 h 40278"/>
                    <a:gd name="connsiteX5" fmla="*/ 20139 w 40277"/>
                    <a:gd name="connsiteY5" fmla="*/ 6920 h 40278"/>
                    <a:gd name="connsiteX6" fmla="*/ 6892 w 40277"/>
                    <a:gd name="connsiteY6" fmla="*/ 20167 h 40278"/>
                    <a:gd name="connsiteX7" fmla="*/ 20139 w 40277"/>
                    <a:gd name="connsiteY7" fmla="*/ 33414 h 40278"/>
                    <a:gd name="connsiteX8" fmla="*/ 33386 w 40277"/>
                    <a:gd name="connsiteY8" fmla="*/ 20167 h 40278"/>
                    <a:gd name="connsiteX9" fmla="*/ 20139 w 40277"/>
                    <a:gd name="connsiteY9" fmla="*/ 6920 h 402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277" h="40278">
                      <a:moveTo>
                        <a:pt x="20139" y="40278"/>
                      </a:moveTo>
                      <a:cubicBezTo>
                        <a:pt x="9038" y="40278"/>
                        <a:pt x="0" y="31239"/>
                        <a:pt x="0" y="20139"/>
                      </a:cubicBezTo>
                      <a:cubicBezTo>
                        <a:pt x="0" y="9039"/>
                        <a:pt x="9038" y="0"/>
                        <a:pt x="20139" y="0"/>
                      </a:cubicBezTo>
                      <a:cubicBezTo>
                        <a:pt x="31239" y="0"/>
                        <a:pt x="40277" y="9039"/>
                        <a:pt x="40277" y="20139"/>
                      </a:cubicBezTo>
                      <a:cubicBezTo>
                        <a:pt x="40277" y="31239"/>
                        <a:pt x="31239" y="40278"/>
                        <a:pt x="20139" y="40278"/>
                      </a:cubicBezTo>
                      <a:close/>
                      <a:moveTo>
                        <a:pt x="20139" y="6920"/>
                      </a:moveTo>
                      <a:cubicBezTo>
                        <a:pt x="12851" y="6920"/>
                        <a:pt x="6892" y="12852"/>
                        <a:pt x="6892" y="20167"/>
                      </a:cubicBezTo>
                      <a:cubicBezTo>
                        <a:pt x="6892" y="27483"/>
                        <a:pt x="12823" y="33414"/>
                        <a:pt x="20139" y="33414"/>
                      </a:cubicBezTo>
                      <a:cubicBezTo>
                        <a:pt x="27455" y="33414"/>
                        <a:pt x="33386" y="27483"/>
                        <a:pt x="33386" y="20167"/>
                      </a:cubicBezTo>
                      <a:cubicBezTo>
                        <a:pt x="33386" y="12852"/>
                        <a:pt x="27455" y="6920"/>
                        <a:pt x="20139" y="6920"/>
                      </a:cubicBezTo>
                      <a:close/>
                    </a:path>
                  </a:pathLst>
                </a:custGeom>
                <a:solidFill>
                  <a:srgbClr val="17A3A3"/>
                </a:solidFill>
                <a:ln w="2824" cap="flat">
                  <a:noFill/>
                  <a:prstDash val="solid"/>
                  <a:miter/>
                </a:ln>
              </p:spPr>
              <p:txBody>
                <a:bodyPr rtlCol="1" anchor="ctr"/>
                <a:lstStyle/>
                <a:p>
                  <a:endParaRPr lang="ar-SA"/>
                </a:p>
              </p:txBody>
            </p:sp>
          </p:grpSp>
        </p:grpSp>
      </p:grpSp>
      <p:grpSp>
        <p:nvGrpSpPr>
          <p:cNvPr id="7480" name="رسم 8014">
            <a:extLst>
              <a:ext uri="{FF2B5EF4-FFF2-40B4-BE49-F238E27FC236}">
                <a16:creationId xmlns:a16="http://schemas.microsoft.com/office/drawing/2014/main" id="{22DC75B1-1705-1200-DE70-993F4A33A774}"/>
              </a:ext>
            </a:extLst>
          </p:cNvPr>
          <p:cNvGrpSpPr/>
          <p:nvPr/>
        </p:nvGrpSpPr>
        <p:grpSpPr>
          <a:xfrm>
            <a:off x="2860186" y="2155766"/>
            <a:ext cx="250224" cy="233782"/>
            <a:chOff x="2500208" y="919700"/>
            <a:chExt cx="299093" cy="296605"/>
          </a:xfrm>
        </p:grpSpPr>
        <p:grpSp>
          <p:nvGrpSpPr>
            <p:cNvPr id="7481" name="رسم 8014">
              <a:extLst>
                <a:ext uri="{FF2B5EF4-FFF2-40B4-BE49-F238E27FC236}">
                  <a16:creationId xmlns:a16="http://schemas.microsoft.com/office/drawing/2014/main" id="{5B8052DB-C589-0E0E-AEED-49559834EC19}"/>
                </a:ext>
              </a:extLst>
            </p:cNvPr>
            <p:cNvGrpSpPr/>
            <p:nvPr/>
          </p:nvGrpSpPr>
          <p:grpSpPr>
            <a:xfrm>
              <a:off x="2692251" y="919700"/>
              <a:ext cx="107050" cy="296605"/>
              <a:chOff x="2692251" y="919700"/>
              <a:chExt cx="107050" cy="296605"/>
            </a:xfrm>
            <a:solidFill>
              <a:srgbClr val="01355A"/>
            </a:solidFill>
          </p:grpSpPr>
          <p:sp>
            <p:nvSpPr>
              <p:cNvPr id="7489" name="شكل حر: شكل 8380">
                <a:extLst>
                  <a:ext uri="{FF2B5EF4-FFF2-40B4-BE49-F238E27FC236}">
                    <a16:creationId xmlns:a16="http://schemas.microsoft.com/office/drawing/2014/main" id="{35FDDCE8-7EBD-154C-4D11-10B2EC686D54}"/>
                  </a:ext>
                </a:extLst>
              </p:cNvPr>
              <p:cNvSpPr/>
              <p:nvPr/>
            </p:nvSpPr>
            <p:spPr>
              <a:xfrm>
                <a:off x="2692251" y="919700"/>
                <a:ext cx="107050" cy="296605"/>
              </a:xfrm>
              <a:custGeom>
                <a:avLst/>
                <a:gdLst>
                  <a:gd name="connsiteX0" fmla="*/ 76037 w 107050"/>
                  <a:gd name="connsiteY0" fmla="*/ 296606 h 296605"/>
                  <a:gd name="connsiteX1" fmla="*/ 31013 w 107050"/>
                  <a:gd name="connsiteY1" fmla="*/ 296606 h 296605"/>
                  <a:gd name="connsiteX2" fmla="*/ 0 w 107050"/>
                  <a:gd name="connsiteY2" fmla="*/ 265592 h 296605"/>
                  <a:gd name="connsiteX3" fmla="*/ 0 w 107050"/>
                  <a:gd name="connsiteY3" fmla="*/ 216728 h 296605"/>
                  <a:gd name="connsiteX4" fmla="*/ 3446 w 107050"/>
                  <a:gd name="connsiteY4" fmla="*/ 213282 h 296605"/>
                  <a:gd name="connsiteX5" fmla="*/ 6892 w 107050"/>
                  <a:gd name="connsiteY5" fmla="*/ 216728 h 296605"/>
                  <a:gd name="connsiteX6" fmla="*/ 6892 w 107050"/>
                  <a:gd name="connsiteY6" fmla="*/ 265592 h 296605"/>
                  <a:gd name="connsiteX7" fmla="*/ 31013 w 107050"/>
                  <a:gd name="connsiteY7" fmla="*/ 289714 h 296605"/>
                  <a:gd name="connsiteX8" fmla="*/ 76037 w 107050"/>
                  <a:gd name="connsiteY8" fmla="*/ 289714 h 296605"/>
                  <a:gd name="connsiteX9" fmla="*/ 100158 w 107050"/>
                  <a:gd name="connsiteY9" fmla="*/ 265592 h 296605"/>
                  <a:gd name="connsiteX10" fmla="*/ 100158 w 107050"/>
                  <a:gd name="connsiteY10" fmla="*/ 31014 h 296605"/>
                  <a:gd name="connsiteX11" fmla="*/ 76037 w 107050"/>
                  <a:gd name="connsiteY11" fmla="*/ 6892 h 296605"/>
                  <a:gd name="connsiteX12" fmla="*/ 31013 w 107050"/>
                  <a:gd name="connsiteY12" fmla="*/ 6892 h 296605"/>
                  <a:gd name="connsiteX13" fmla="*/ 6892 w 107050"/>
                  <a:gd name="connsiteY13" fmla="*/ 31014 h 296605"/>
                  <a:gd name="connsiteX14" fmla="*/ 6892 w 107050"/>
                  <a:gd name="connsiteY14" fmla="*/ 57310 h 296605"/>
                  <a:gd name="connsiteX15" fmla="*/ 3446 w 107050"/>
                  <a:gd name="connsiteY15" fmla="*/ 60756 h 296605"/>
                  <a:gd name="connsiteX16" fmla="*/ 0 w 107050"/>
                  <a:gd name="connsiteY16" fmla="*/ 57310 h 296605"/>
                  <a:gd name="connsiteX17" fmla="*/ 0 w 107050"/>
                  <a:gd name="connsiteY17" fmla="*/ 31014 h 296605"/>
                  <a:gd name="connsiteX18" fmla="*/ 31013 w 107050"/>
                  <a:gd name="connsiteY18" fmla="*/ 0 h 296605"/>
                  <a:gd name="connsiteX19" fmla="*/ 76037 w 107050"/>
                  <a:gd name="connsiteY19" fmla="*/ 0 h 296605"/>
                  <a:gd name="connsiteX20" fmla="*/ 107050 w 107050"/>
                  <a:gd name="connsiteY20" fmla="*/ 31014 h 296605"/>
                  <a:gd name="connsiteX21" fmla="*/ 107050 w 107050"/>
                  <a:gd name="connsiteY21" fmla="*/ 265592 h 296605"/>
                  <a:gd name="connsiteX22" fmla="*/ 76037 w 107050"/>
                  <a:gd name="connsiteY22" fmla="*/ 296606 h 296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7050" h="296605">
                    <a:moveTo>
                      <a:pt x="76037" y="296606"/>
                    </a:moveTo>
                    <a:lnTo>
                      <a:pt x="31013" y="296606"/>
                    </a:lnTo>
                    <a:cubicBezTo>
                      <a:pt x="13925" y="296606"/>
                      <a:pt x="0" y="282709"/>
                      <a:pt x="0" y="265592"/>
                    </a:cubicBezTo>
                    <a:lnTo>
                      <a:pt x="0" y="216728"/>
                    </a:lnTo>
                    <a:cubicBezTo>
                      <a:pt x="0" y="214835"/>
                      <a:pt x="1553" y="213282"/>
                      <a:pt x="3446" y="213282"/>
                    </a:cubicBezTo>
                    <a:cubicBezTo>
                      <a:pt x="5338" y="213282"/>
                      <a:pt x="6892" y="214835"/>
                      <a:pt x="6892" y="216728"/>
                    </a:cubicBezTo>
                    <a:lnTo>
                      <a:pt x="6892" y="265592"/>
                    </a:lnTo>
                    <a:cubicBezTo>
                      <a:pt x="6892" y="278896"/>
                      <a:pt x="17710" y="289714"/>
                      <a:pt x="31013" y="289714"/>
                    </a:cubicBezTo>
                    <a:lnTo>
                      <a:pt x="76037" y="289714"/>
                    </a:lnTo>
                    <a:cubicBezTo>
                      <a:pt x="89340" y="289714"/>
                      <a:pt x="100158" y="278896"/>
                      <a:pt x="100158" y="265592"/>
                    </a:cubicBezTo>
                    <a:lnTo>
                      <a:pt x="100158" y="31014"/>
                    </a:lnTo>
                    <a:cubicBezTo>
                      <a:pt x="100158" y="17710"/>
                      <a:pt x="89340" y="6892"/>
                      <a:pt x="76037" y="6892"/>
                    </a:cubicBezTo>
                    <a:lnTo>
                      <a:pt x="31013" y="6892"/>
                    </a:lnTo>
                    <a:cubicBezTo>
                      <a:pt x="17710" y="6892"/>
                      <a:pt x="6892" y="17710"/>
                      <a:pt x="6892" y="31014"/>
                    </a:cubicBezTo>
                    <a:lnTo>
                      <a:pt x="6892" y="57310"/>
                    </a:lnTo>
                    <a:cubicBezTo>
                      <a:pt x="6892" y="59203"/>
                      <a:pt x="5338" y="60756"/>
                      <a:pt x="3446" y="60756"/>
                    </a:cubicBezTo>
                    <a:cubicBezTo>
                      <a:pt x="1553" y="60756"/>
                      <a:pt x="0" y="59203"/>
                      <a:pt x="0" y="57310"/>
                    </a:cubicBezTo>
                    <a:lnTo>
                      <a:pt x="0" y="31014"/>
                    </a:lnTo>
                    <a:cubicBezTo>
                      <a:pt x="0" y="13925"/>
                      <a:pt x="13897" y="0"/>
                      <a:pt x="31013" y="0"/>
                    </a:cubicBezTo>
                    <a:lnTo>
                      <a:pt x="76037" y="0"/>
                    </a:lnTo>
                    <a:cubicBezTo>
                      <a:pt x="93125" y="0"/>
                      <a:pt x="107050" y="13897"/>
                      <a:pt x="107050" y="31014"/>
                    </a:cubicBezTo>
                    <a:lnTo>
                      <a:pt x="107050" y="265592"/>
                    </a:lnTo>
                    <a:cubicBezTo>
                      <a:pt x="107050" y="282681"/>
                      <a:pt x="93154" y="296606"/>
                      <a:pt x="76037" y="296606"/>
                    </a:cubicBezTo>
                    <a:close/>
                  </a:path>
                </a:pathLst>
              </a:custGeom>
              <a:solidFill>
                <a:srgbClr val="01355A"/>
              </a:solidFill>
              <a:ln w="2824" cap="flat">
                <a:noFill/>
                <a:prstDash val="solid"/>
                <a:miter/>
              </a:ln>
            </p:spPr>
            <p:txBody>
              <a:bodyPr rtlCol="1" anchor="ctr"/>
              <a:lstStyle/>
              <a:p>
                <a:endParaRPr lang="ar-SA"/>
              </a:p>
            </p:txBody>
          </p:sp>
          <p:sp>
            <p:nvSpPr>
              <p:cNvPr id="7490" name="شكل حر: شكل 8381">
                <a:extLst>
                  <a:ext uri="{FF2B5EF4-FFF2-40B4-BE49-F238E27FC236}">
                    <a16:creationId xmlns:a16="http://schemas.microsoft.com/office/drawing/2014/main" id="{99C53915-4D5B-14CB-4A26-BB051B9A5880}"/>
                  </a:ext>
                </a:extLst>
              </p:cNvPr>
              <p:cNvSpPr/>
              <p:nvPr/>
            </p:nvSpPr>
            <p:spPr>
              <a:xfrm>
                <a:off x="2742330" y="964272"/>
                <a:ext cx="6891" cy="207491"/>
              </a:xfrm>
              <a:custGeom>
                <a:avLst/>
                <a:gdLst>
                  <a:gd name="connsiteX0" fmla="*/ 3446 w 6891"/>
                  <a:gd name="connsiteY0" fmla="*/ 207491 h 207491"/>
                  <a:gd name="connsiteX1" fmla="*/ 0 w 6891"/>
                  <a:gd name="connsiteY1" fmla="*/ 204045 h 207491"/>
                  <a:gd name="connsiteX2" fmla="*/ 0 w 6891"/>
                  <a:gd name="connsiteY2" fmla="*/ 3446 h 207491"/>
                  <a:gd name="connsiteX3" fmla="*/ 3446 w 6891"/>
                  <a:gd name="connsiteY3" fmla="*/ 0 h 207491"/>
                  <a:gd name="connsiteX4" fmla="*/ 6892 w 6891"/>
                  <a:gd name="connsiteY4" fmla="*/ 3446 h 207491"/>
                  <a:gd name="connsiteX5" fmla="*/ 6892 w 6891"/>
                  <a:gd name="connsiteY5" fmla="*/ 204045 h 207491"/>
                  <a:gd name="connsiteX6" fmla="*/ 3446 w 6891"/>
                  <a:gd name="connsiteY6" fmla="*/ 207491 h 207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207491">
                    <a:moveTo>
                      <a:pt x="3446" y="207491"/>
                    </a:moveTo>
                    <a:cubicBezTo>
                      <a:pt x="1553" y="207491"/>
                      <a:pt x="0" y="205938"/>
                      <a:pt x="0" y="204045"/>
                    </a:cubicBezTo>
                    <a:lnTo>
                      <a:pt x="0" y="3446"/>
                    </a:lnTo>
                    <a:cubicBezTo>
                      <a:pt x="0" y="1553"/>
                      <a:pt x="1553" y="0"/>
                      <a:pt x="3446" y="0"/>
                    </a:cubicBezTo>
                    <a:cubicBezTo>
                      <a:pt x="5338" y="0"/>
                      <a:pt x="6892" y="1553"/>
                      <a:pt x="6892" y="3446"/>
                    </a:cubicBezTo>
                    <a:lnTo>
                      <a:pt x="6892" y="204045"/>
                    </a:lnTo>
                    <a:cubicBezTo>
                      <a:pt x="6892" y="205938"/>
                      <a:pt x="5338" y="207491"/>
                      <a:pt x="3446" y="207491"/>
                    </a:cubicBezTo>
                    <a:close/>
                  </a:path>
                </a:pathLst>
              </a:custGeom>
              <a:solidFill>
                <a:srgbClr val="01355A"/>
              </a:solidFill>
              <a:ln w="2824" cap="flat">
                <a:noFill/>
                <a:prstDash val="solid"/>
                <a:miter/>
              </a:ln>
            </p:spPr>
            <p:txBody>
              <a:bodyPr rtlCol="1" anchor="ctr"/>
              <a:lstStyle/>
              <a:p>
                <a:endParaRPr lang="ar-SA"/>
              </a:p>
            </p:txBody>
          </p:sp>
        </p:grpSp>
        <p:grpSp>
          <p:nvGrpSpPr>
            <p:cNvPr id="7482" name="رسم 8014">
              <a:extLst>
                <a:ext uri="{FF2B5EF4-FFF2-40B4-BE49-F238E27FC236}">
                  <a16:creationId xmlns:a16="http://schemas.microsoft.com/office/drawing/2014/main" id="{C95EC090-783C-1ADA-C7DC-3C9A2AA6418A}"/>
                </a:ext>
              </a:extLst>
            </p:cNvPr>
            <p:cNvGrpSpPr/>
            <p:nvPr/>
          </p:nvGrpSpPr>
          <p:grpSpPr>
            <a:xfrm>
              <a:off x="2634800" y="996245"/>
              <a:ext cx="91488" cy="120947"/>
              <a:chOff x="2634800" y="996245"/>
              <a:chExt cx="91488" cy="120947"/>
            </a:xfrm>
            <a:solidFill>
              <a:srgbClr val="01355A"/>
            </a:solidFill>
          </p:grpSpPr>
          <p:sp>
            <p:nvSpPr>
              <p:cNvPr id="7487" name="شكل حر: شكل 8383">
                <a:extLst>
                  <a:ext uri="{FF2B5EF4-FFF2-40B4-BE49-F238E27FC236}">
                    <a16:creationId xmlns:a16="http://schemas.microsoft.com/office/drawing/2014/main" id="{C8FE10BB-04FB-6325-FBD3-9D4671A0993A}"/>
                  </a:ext>
                </a:extLst>
              </p:cNvPr>
              <p:cNvSpPr/>
              <p:nvPr/>
            </p:nvSpPr>
            <p:spPr>
              <a:xfrm>
                <a:off x="2634800" y="996245"/>
                <a:ext cx="91488" cy="37481"/>
              </a:xfrm>
              <a:custGeom>
                <a:avLst/>
                <a:gdLst>
                  <a:gd name="connsiteX0" fmla="*/ 3446 w 91488"/>
                  <a:gd name="connsiteY0" fmla="*/ 37482 h 37481"/>
                  <a:gd name="connsiteX1" fmla="*/ 0 w 91488"/>
                  <a:gd name="connsiteY1" fmla="*/ 34036 h 37481"/>
                  <a:gd name="connsiteX2" fmla="*/ 395 w 91488"/>
                  <a:gd name="connsiteY2" fmla="*/ 32426 h 37481"/>
                  <a:gd name="connsiteX3" fmla="*/ 53977 w 91488"/>
                  <a:gd name="connsiteY3" fmla="*/ 0 h 37481"/>
                  <a:gd name="connsiteX4" fmla="*/ 90103 w 91488"/>
                  <a:gd name="connsiteY4" fmla="*/ 11948 h 37481"/>
                  <a:gd name="connsiteX5" fmla="*/ 90809 w 91488"/>
                  <a:gd name="connsiteY5" fmla="*/ 16778 h 37481"/>
                  <a:gd name="connsiteX6" fmla="*/ 85979 w 91488"/>
                  <a:gd name="connsiteY6" fmla="*/ 17484 h 37481"/>
                  <a:gd name="connsiteX7" fmla="*/ 53977 w 91488"/>
                  <a:gd name="connsiteY7" fmla="*/ 6892 h 37481"/>
                  <a:gd name="connsiteX8" fmla="*/ 6553 w 91488"/>
                  <a:gd name="connsiteY8" fmla="*/ 35505 h 37481"/>
                  <a:gd name="connsiteX9" fmla="*/ 3446 w 91488"/>
                  <a:gd name="connsiteY9" fmla="*/ 37454 h 37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1488" h="37481">
                    <a:moveTo>
                      <a:pt x="3446" y="37482"/>
                    </a:moveTo>
                    <a:cubicBezTo>
                      <a:pt x="1554" y="37482"/>
                      <a:pt x="0" y="35957"/>
                      <a:pt x="0" y="34036"/>
                    </a:cubicBezTo>
                    <a:cubicBezTo>
                      <a:pt x="0" y="33471"/>
                      <a:pt x="141" y="32906"/>
                      <a:pt x="395" y="32426"/>
                    </a:cubicBezTo>
                    <a:cubicBezTo>
                      <a:pt x="10846" y="12428"/>
                      <a:pt x="31381" y="0"/>
                      <a:pt x="53977" y="0"/>
                    </a:cubicBezTo>
                    <a:cubicBezTo>
                      <a:pt x="67083" y="0"/>
                      <a:pt x="79568" y="4124"/>
                      <a:pt x="90103" y="11948"/>
                    </a:cubicBezTo>
                    <a:cubicBezTo>
                      <a:pt x="91628" y="13078"/>
                      <a:pt x="91939" y="15253"/>
                      <a:pt x="90809" y="16778"/>
                    </a:cubicBezTo>
                    <a:cubicBezTo>
                      <a:pt x="89679" y="18303"/>
                      <a:pt x="87505" y="18614"/>
                      <a:pt x="85979" y="17484"/>
                    </a:cubicBezTo>
                    <a:cubicBezTo>
                      <a:pt x="76658" y="10564"/>
                      <a:pt x="65586" y="6892"/>
                      <a:pt x="53977" y="6892"/>
                    </a:cubicBezTo>
                    <a:cubicBezTo>
                      <a:pt x="34008" y="6892"/>
                      <a:pt x="15846" y="17851"/>
                      <a:pt x="6553" y="35505"/>
                    </a:cubicBezTo>
                    <a:cubicBezTo>
                      <a:pt x="5988" y="36663"/>
                      <a:pt x="4830" y="37454"/>
                      <a:pt x="3446" y="37454"/>
                    </a:cubicBezTo>
                    <a:close/>
                  </a:path>
                </a:pathLst>
              </a:custGeom>
              <a:solidFill>
                <a:srgbClr val="01355A"/>
              </a:solidFill>
              <a:ln w="2824" cap="flat">
                <a:noFill/>
                <a:prstDash val="solid"/>
                <a:miter/>
              </a:ln>
            </p:spPr>
            <p:txBody>
              <a:bodyPr rtlCol="1" anchor="ctr"/>
              <a:lstStyle/>
              <a:p>
                <a:endParaRPr lang="ar-SA"/>
              </a:p>
            </p:txBody>
          </p:sp>
          <p:sp>
            <p:nvSpPr>
              <p:cNvPr id="7488" name="شكل حر: شكل 8384">
                <a:extLst>
                  <a:ext uri="{FF2B5EF4-FFF2-40B4-BE49-F238E27FC236}">
                    <a16:creationId xmlns:a16="http://schemas.microsoft.com/office/drawing/2014/main" id="{9990339D-E87C-B678-1982-4290C3EBAEF1}"/>
                  </a:ext>
                </a:extLst>
              </p:cNvPr>
              <p:cNvSpPr/>
              <p:nvPr/>
            </p:nvSpPr>
            <p:spPr>
              <a:xfrm>
                <a:off x="2657259" y="1099030"/>
                <a:ext cx="68972" cy="18162"/>
              </a:xfrm>
              <a:custGeom>
                <a:avLst/>
                <a:gdLst>
                  <a:gd name="connsiteX0" fmla="*/ 31490 w 68972"/>
                  <a:gd name="connsiteY0" fmla="*/ 18163 h 18162"/>
                  <a:gd name="connsiteX1" fmla="*/ 1747 w 68972"/>
                  <a:gd name="connsiteY1" fmla="*/ 10339 h 18162"/>
                  <a:gd name="connsiteX2" fmla="*/ 448 w 68972"/>
                  <a:gd name="connsiteY2" fmla="*/ 5650 h 18162"/>
                  <a:gd name="connsiteX3" fmla="*/ 5137 w 68972"/>
                  <a:gd name="connsiteY3" fmla="*/ 4351 h 18162"/>
                  <a:gd name="connsiteX4" fmla="*/ 31462 w 68972"/>
                  <a:gd name="connsiteY4" fmla="*/ 11271 h 18162"/>
                  <a:gd name="connsiteX5" fmla="*/ 63464 w 68972"/>
                  <a:gd name="connsiteY5" fmla="*/ 679 h 18162"/>
                  <a:gd name="connsiteX6" fmla="*/ 68294 w 68972"/>
                  <a:gd name="connsiteY6" fmla="*/ 1385 h 18162"/>
                  <a:gd name="connsiteX7" fmla="*/ 67587 w 68972"/>
                  <a:gd name="connsiteY7" fmla="*/ 6215 h 18162"/>
                  <a:gd name="connsiteX8" fmla="*/ 31462 w 68972"/>
                  <a:gd name="connsiteY8" fmla="*/ 18163 h 18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972" h="18162">
                    <a:moveTo>
                      <a:pt x="31490" y="18163"/>
                    </a:moveTo>
                    <a:cubicBezTo>
                      <a:pt x="21011" y="18163"/>
                      <a:pt x="10729" y="15451"/>
                      <a:pt x="1747" y="10339"/>
                    </a:cubicBezTo>
                    <a:cubicBezTo>
                      <a:pt x="81" y="9407"/>
                      <a:pt x="-484" y="7288"/>
                      <a:pt x="448" y="5650"/>
                    </a:cubicBezTo>
                    <a:cubicBezTo>
                      <a:pt x="1380" y="3984"/>
                      <a:pt x="3498" y="3419"/>
                      <a:pt x="5137" y="4351"/>
                    </a:cubicBezTo>
                    <a:cubicBezTo>
                      <a:pt x="13074" y="8870"/>
                      <a:pt x="22197" y="11271"/>
                      <a:pt x="31462" y="11271"/>
                    </a:cubicBezTo>
                    <a:cubicBezTo>
                      <a:pt x="43070" y="11271"/>
                      <a:pt x="54143" y="7599"/>
                      <a:pt x="63464" y="679"/>
                    </a:cubicBezTo>
                    <a:cubicBezTo>
                      <a:pt x="64989" y="-451"/>
                      <a:pt x="67136" y="-140"/>
                      <a:pt x="68294" y="1385"/>
                    </a:cubicBezTo>
                    <a:cubicBezTo>
                      <a:pt x="69423" y="2910"/>
                      <a:pt x="69113" y="5057"/>
                      <a:pt x="67587" y="6215"/>
                    </a:cubicBezTo>
                    <a:cubicBezTo>
                      <a:pt x="57080" y="14039"/>
                      <a:pt x="44596" y="18163"/>
                      <a:pt x="31462" y="18163"/>
                    </a:cubicBezTo>
                    <a:close/>
                  </a:path>
                </a:pathLst>
              </a:custGeom>
              <a:solidFill>
                <a:srgbClr val="01355A"/>
              </a:solidFill>
              <a:ln w="2824" cap="flat">
                <a:noFill/>
                <a:prstDash val="solid"/>
                <a:miter/>
              </a:ln>
            </p:spPr>
            <p:txBody>
              <a:bodyPr rtlCol="1" anchor="ctr"/>
              <a:lstStyle/>
              <a:p>
                <a:endParaRPr lang="ar-SA"/>
              </a:p>
            </p:txBody>
          </p:sp>
        </p:grpSp>
        <p:grpSp>
          <p:nvGrpSpPr>
            <p:cNvPr id="7483" name="رسم 8014">
              <a:extLst>
                <a:ext uri="{FF2B5EF4-FFF2-40B4-BE49-F238E27FC236}">
                  <a16:creationId xmlns:a16="http://schemas.microsoft.com/office/drawing/2014/main" id="{A45CE107-853E-128B-7F08-8DFA6C791AC8}"/>
                </a:ext>
              </a:extLst>
            </p:cNvPr>
            <p:cNvGrpSpPr/>
            <p:nvPr/>
          </p:nvGrpSpPr>
          <p:grpSpPr>
            <a:xfrm>
              <a:off x="2500208" y="1012603"/>
              <a:ext cx="193370" cy="160741"/>
              <a:chOff x="2500208" y="1012603"/>
              <a:chExt cx="193370" cy="160741"/>
            </a:xfrm>
            <a:solidFill>
              <a:srgbClr val="17A3A3"/>
            </a:solidFill>
          </p:grpSpPr>
          <p:sp>
            <p:nvSpPr>
              <p:cNvPr id="7484" name="شكل حر: شكل 8386">
                <a:extLst>
                  <a:ext uri="{FF2B5EF4-FFF2-40B4-BE49-F238E27FC236}">
                    <a16:creationId xmlns:a16="http://schemas.microsoft.com/office/drawing/2014/main" id="{60938753-185C-1D35-634C-B4E4829CF2EC}"/>
                  </a:ext>
                </a:extLst>
              </p:cNvPr>
              <p:cNvSpPr/>
              <p:nvPr/>
            </p:nvSpPr>
            <p:spPr>
              <a:xfrm>
                <a:off x="2542365" y="1141864"/>
                <a:ext cx="129831" cy="31480"/>
              </a:xfrm>
              <a:custGeom>
                <a:avLst/>
                <a:gdLst>
                  <a:gd name="connsiteX0" fmla="*/ 3434 w 129831"/>
                  <a:gd name="connsiteY0" fmla="*/ 31452 h 31480"/>
                  <a:gd name="connsiteX1" fmla="*/ 807 w 129831"/>
                  <a:gd name="connsiteY1" fmla="*/ 30210 h 31480"/>
                  <a:gd name="connsiteX2" fmla="*/ 1230 w 129831"/>
                  <a:gd name="connsiteY2" fmla="*/ 25351 h 31480"/>
                  <a:gd name="connsiteX3" fmla="*/ 30436 w 129831"/>
                  <a:gd name="connsiteY3" fmla="*/ 806 h 31480"/>
                  <a:gd name="connsiteX4" fmla="*/ 33741 w 129831"/>
                  <a:gd name="connsiteY4" fmla="*/ 185 h 31480"/>
                  <a:gd name="connsiteX5" fmla="*/ 125426 w 129831"/>
                  <a:gd name="connsiteY5" fmla="*/ 5467 h 31480"/>
                  <a:gd name="connsiteX6" fmla="*/ 129691 w 129831"/>
                  <a:gd name="connsiteY6" fmla="*/ 7811 h 31480"/>
                  <a:gd name="connsiteX7" fmla="*/ 127347 w 129831"/>
                  <a:gd name="connsiteY7" fmla="*/ 12076 h 31480"/>
                  <a:gd name="connsiteX8" fmla="*/ 33402 w 129831"/>
                  <a:gd name="connsiteY8" fmla="*/ 7331 h 31480"/>
                  <a:gd name="connsiteX9" fmla="*/ 5665 w 129831"/>
                  <a:gd name="connsiteY9" fmla="*/ 30662 h 31480"/>
                  <a:gd name="connsiteX10" fmla="*/ 3462 w 129831"/>
                  <a:gd name="connsiteY10" fmla="*/ 31481 h 31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831" h="31480">
                    <a:moveTo>
                      <a:pt x="3434" y="31452"/>
                    </a:moveTo>
                    <a:cubicBezTo>
                      <a:pt x="2445" y="31452"/>
                      <a:pt x="1485" y="31029"/>
                      <a:pt x="807" y="30210"/>
                    </a:cubicBezTo>
                    <a:cubicBezTo>
                      <a:pt x="-408" y="28741"/>
                      <a:pt x="-238" y="26594"/>
                      <a:pt x="1230" y="25351"/>
                    </a:cubicBezTo>
                    <a:lnTo>
                      <a:pt x="30436" y="806"/>
                    </a:lnTo>
                    <a:cubicBezTo>
                      <a:pt x="31340" y="43"/>
                      <a:pt x="32583" y="-211"/>
                      <a:pt x="33741" y="185"/>
                    </a:cubicBezTo>
                    <a:cubicBezTo>
                      <a:pt x="69471" y="11935"/>
                      <a:pt x="97745" y="13573"/>
                      <a:pt x="125426" y="5467"/>
                    </a:cubicBezTo>
                    <a:cubicBezTo>
                      <a:pt x="127233" y="4930"/>
                      <a:pt x="129154" y="5975"/>
                      <a:pt x="129691" y="7811"/>
                    </a:cubicBezTo>
                    <a:cubicBezTo>
                      <a:pt x="130227" y="9647"/>
                      <a:pt x="129182" y="11539"/>
                      <a:pt x="127347" y="12076"/>
                    </a:cubicBezTo>
                    <a:cubicBezTo>
                      <a:pt x="98734" y="20465"/>
                      <a:pt x="69697" y="18996"/>
                      <a:pt x="33402" y="7331"/>
                    </a:cubicBezTo>
                    <a:lnTo>
                      <a:pt x="5665" y="30662"/>
                    </a:lnTo>
                    <a:cubicBezTo>
                      <a:pt x="5015" y="31198"/>
                      <a:pt x="4224" y="31481"/>
                      <a:pt x="3462" y="31481"/>
                    </a:cubicBezTo>
                    <a:close/>
                  </a:path>
                </a:pathLst>
              </a:custGeom>
              <a:solidFill>
                <a:srgbClr val="17A3A3"/>
              </a:solidFill>
              <a:ln w="2824" cap="flat">
                <a:noFill/>
                <a:prstDash val="solid"/>
                <a:miter/>
              </a:ln>
            </p:spPr>
            <p:txBody>
              <a:bodyPr rtlCol="1" anchor="ctr"/>
              <a:lstStyle/>
              <a:p>
                <a:endParaRPr lang="ar-SA"/>
              </a:p>
            </p:txBody>
          </p:sp>
          <p:sp>
            <p:nvSpPr>
              <p:cNvPr id="7485" name="شكل حر: شكل 8387">
                <a:extLst>
                  <a:ext uri="{FF2B5EF4-FFF2-40B4-BE49-F238E27FC236}">
                    <a16:creationId xmlns:a16="http://schemas.microsoft.com/office/drawing/2014/main" id="{B32AE02D-3F51-9903-1C7A-9EF70F352CAE}"/>
                  </a:ext>
                </a:extLst>
              </p:cNvPr>
              <p:cNvSpPr/>
              <p:nvPr/>
            </p:nvSpPr>
            <p:spPr>
              <a:xfrm>
                <a:off x="2500208" y="1012603"/>
                <a:ext cx="119990" cy="71401"/>
              </a:xfrm>
              <a:custGeom>
                <a:avLst/>
                <a:gdLst>
                  <a:gd name="connsiteX0" fmla="*/ 3448 w 119990"/>
                  <a:gd name="connsiteY0" fmla="*/ 71373 h 71401"/>
                  <a:gd name="connsiteX1" fmla="*/ 821 w 119990"/>
                  <a:gd name="connsiteY1" fmla="*/ 70159 h 71401"/>
                  <a:gd name="connsiteX2" fmla="*/ 1216 w 119990"/>
                  <a:gd name="connsiteY2" fmla="*/ 65300 h 71401"/>
                  <a:gd name="connsiteX3" fmla="*/ 35252 w 119990"/>
                  <a:gd name="connsiteY3" fmla="*/ 36490 h 71401"/>
                  <a:gd name="connsiteX4" fmla="*/ 116119 w 119990"/>
                  <a:gd name="connsiteY4" fmla="*/ 25 h 71401"/>
                  <a:gd name="connsiteX5" fmla="*/ 119960 w 119990"/>
                  <a:gd name="connsiteY5" fmla="*/ 3019 h 71401"/>
                  <a:gd name="connsiteX6" fmla="*/ 116966 w 119990"/>
                  <a:gd name="connsiteY6" fmla="*/ 6860 h 71401"/>
                  <a:gd name="connsiteX7" fmla="*/ 39687 w 119990"/>
                  <a:gd name="connsiteY7" fmla="*/ 41772 h 71401"/>
                  <a:gd name="connsiteX8" fmla="*/ 5651 w 119990"/>
                  <a:gd name="connsiteY8" fmla="*/ 70582 h 71401"/>
                  <a:gd name="connsiteX9" fmla="*/ 3419 w 119990"/>
                  <a:gd name="connsiteY9" fmla="*/ 71401 h 71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990" h="71401">
                    <a:moveTo>
                      <a:pt x="3448" y="71373"/>
                    </a:moveTo>
                    <a:cubicBezTo>
                      <a:pt x="2459" y="71373"/>
                      <a:pt x="1499" y="70949"/>
                      <a:pt x="821" y="70159"/>
                    </a:cubicBezTo>
                    <a:cubicBezTo>
                      <a:pt x="-422" y="68718"/>
                      <a:pt x="-224" y="66543"/>
                      <a:pt x="1216" y="65300"/>
                    </a:cubicBezTo>
                    <a:lnTo>
                      <a:pt x="35252" y="36490"/>
                    </a:lnTo>
                    <a:cubicBezTo>
                      <a:pt x="58978" y="16351"/>
                      <a:pt x="86941" y="3725"/>
                      <a:pt x="116119" y="25"/>
                    </a:cubicBezTo>
                    <a:cubicBezTo>
                      <a:pt x="118011" y="-201"/>
                      <a:pt x="119734" y="1127"/>
                      <a:pt x="119960" y="3019"/>
                    </a:cubicBezTo>
                    <a:cubicBezTo>
                      <a:pt x="120214" y="4911"/>
                      <a:pt x="118859" y="6634"/>
                      <a:pt x="116966" y="6860"/>
                    </a:cubicBezTo>
                    <a:cubicBezTo>
                      <a:pt x="89144" y="10419"/>
                      <a:pt x="62396" y="22480"/>
                      <a:pt x="39687" y="41772"/>
                    </a:cubicBezTo>
                    <a:lnTo>
                      <a:pt x="5651" y="70582"/>
                    </a:lnTo>
                    <a:cubicBezTo>
                      <a:pt x="5001" y="71119"/>
                      <a:pt x="4210" y="71401"/>
                      <a:pt x="3419" y="71401"/>
                    </a:cubicBezTo>
                    <a:close/>
                  </a:path>
                </a:pathLst>
              </a:custGeom>
              <a:solidFill>
                <a:srgbClr val="17A3A3"/>
              </a:solidFill>
              <a:ln w="2824" cap="flat">
                <a:noFill/>
                <a:prstDash val="solid"/>
                <a:miter/>
              </a:ln>
            </p:spPr>
            <p:txBody>
              <a:bodyPr rtlCol="1" anchor="ctr"/>
              <a:lstStyle/>
              <a:p>
                <a:endParaRPr lang="ar-SA"/>
              </a:p>
            </p:txBody>
          </p:sp>
          <p:sp>
            <p:nvSpPr>
              <p:cNvPr id="7486" name="شكل حر: شكل 8388">
                <a:extLst>
                  <a:ext uri="{FF2B5EF4-FFF2-40B4-BE49-F238E27FC236}">
                    <a16:creationId xmlns:a16="http://schemas.microsoft.com/office/drawing/2014/main" id="{F73ADA96-88B1-6265-F815-F223A7ACE14F}"/>
                  </a:ext>
                </a:extLst>
              </p:cNvPr>
              <p:cNvSpPr/>
              <p:nvPr/>
            </p:nvSpPr>
            <p:spPr>
              <a:xfrm>
                <a:off x="2581082" y="1049480"/>
                <a:ext cx="112496" cy="50030"/>
              </a:xfrm>
              <a:custGeom>
                <a:avLst/>
                <a:gdLst>
                  <a:gd name="connsiteX0" fmla="*/ 30132 w 112496"/>
                  <a:gd name="connsiteY0" fmla="*/ 50030 h 50030"/>
                  <a:gd name="connsiteX1" fmla="*/ 2311 w 112496"/>
                  <a:gd name="connsiteY1" fmla="*/ 44975 h 50030"/>
                  <a:gd name="connsiteX2" fmla="*/ 192 w 112496"/>
                  <a:gd name="connsiteY2" fmla="*/ 40596 h 50030"/>
                  <a:gd name="connsiteX3" fmla="*/ 4570 w 112496"/>
                  <a:gd name="connsiteY3" fmla="*/ 38478 h 50030"/>
                  <a:gd name="connsiteX4" fmla="*/ 60214 w 112496"/>
                  <a:gd name="connsiteY4" fmla="*/ 33620 h 50030"/>
                  <a:gd name="connsiteX5" fmla="*/ 62445 w 112496"/>
                  <a:gd name="connsiteY5" fmla="*/ 32801 h 50030"/>
                  <a:gd name="connsiteX6" fmla="*/ 105435 w 112496"/>
                  <a:gd name="connsiteY6" fmla="*/ 8510 h 50030"/>
                  <a:gd name="connsiteX7" fmla="*/ 3723 w 112496"/>
                  <a:gd name="connsiteY7" fmla="*/ 10628 h 50030"/>
                  <a:gd name="connsiteX8" fmla="*/ 23 w 112496"/>
                  <a:gd name="connsiteY8" fmla="*/ 7465 h 50030"/>
                  <a:gd name="connsiteX9" fmla="*/ 3186 w 112496"/>
                  <a:gd name="connsiteY9" fmla="*/ 3764 h 50030"/>
                  <a:gd name="connsiteX10" fmla="*/ 110801 w 112496"/>
                  <a:gd name="connsiteY10" fmla="*/ 3680 h 50030"/>
                  <a:gd name="connsiteX11" fmla="*/ 112496 w 112496"/>
                  <a:gd name="connsiteY11" fmla="*/ 6984 h 50030"/>
                  <a:gd name="connsiteX12" fmla="*/ 112496 w 112496"/>
                  <a:gd name="connsiteY12" fmla="*/ 7408 h 50030"/>
                  <a:gd name="connsiteX13" fmla="*/ 63745 w 112496"/>
                  <a:gd name="connsiteY13" fmla="*/ 39608 h 50030"/>
                  <a:gd name="connsiteX14" fmla="*/ 30132 w 112496"/>
                  <a:gd name="connsiteY14" fmla="*/ 50030 h 50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2496" h="50030">
                    <a:moveTo>
                      <a:pt x="30132" y="50030"/>
                    </a:moveTo>
                    <a:cubicBezTo>
                      <a:pt x="22167" y="50030"/>
                      <a:pt x="12903" y="48646"/>
                      <a:pt x="2311" y="44975"/>
                    </a:cubicBezTo>
                    <a:cubicBezTo>
                      <a:pt x="503" y="44353"/>
                      <a:pt x="-429" y="42376"/>
                      <a:pt x="192" y="40596"/>
                    </a:cubicBezTo>
                    <a:cubicBezTo>
                      <a:pt x="814" y="38789"/>
                      <a:pt x="2791" y="37857"/>
                      <a:pt x="4570" y="38478"/>
                    </a:cubicBezTo>
                    <a:cubicBezTo>
                      <a:pt x="38408" y="50256"/>
                      <a:pt x="56853" y="36501"/>
                      <a:pt x="60214" y="33620"/>
                    </a:cubicBezTo>
                    <a:cubicBezTo>
                      <a:pt x="60835" y="33083"/>
                      <a:pt x="61626" y="32801"/>
                      <a:pt x="62445" y="32801"/>
                    </a:cubicBezTo>
                    <a:cubicBezTo>
                      <a:pt x="66569" y="32801"/>
                      <a:pt x="102413" y="27462"/>
                      <a:pt x="105435" y="8510"/>
                    </a:cubicBezTo>
                    <a:cubicBezTo>
                      <a:pt x="96764" y="5374"/>
                      <a:pt x="48012" y="7041"/>
                      <a:pt x="3723" y="10628"/>
                    </a:cubicBezTo>
                    <a:cubicBezTo>
                      <a:pt x="1830" y="10741"/>
                      <a:pt x="164" y="9357"/>
                      <a:pt x="23" y="7465"/>
                    </a:cubicBezTo>
                    <a:cubicBezTo>
                      <a:pt x="-119" y="5572"/>
                      <a:pt x="1294" y="3906"/>
                      <a:pt x="3186" y="3764"/>
                    </a:cubicBezTo>
                    <a:cubicBezTo>
                      <a:pt x="26291" y="1900"/>
                      <a:pt x="102384" y="-3636"/>
                      <a:pt x="110801" y="3680"/>
                    </a:cubicBezTo>
                    <a:cubicBezTo>
                      <a:pt x="112101" y="4809"/>
                      <a:pt x="112440" y="6109"/>
                      <a:pt x="112496" y="6984"/>
                    </a:cubicBezTo>
                    <a:cubicBezTo>
                      <a:pt x="112496" y="7126"/>
                      <a:pt x="112496" y="7267"/>
                      <a:pt x="112496" y="7408"/>
                    </a:cubicBezTo>
                    <a:cubicBezTo>
                      <a:pt x="110914" y="32264"/>
                      <a:pt x="73094" y="38958"/>
                      <a:pt x="63745" y="39608"/>
                    </a:cubicBezTo>
                    <a:cubicBezTo>
                      <a:pt x="59790" y="42715"/>
                      <a:pt x="48492" y="50030"/>
                      <a:pt x="30132" y="50030"/>
                    </a:cubicBezTo>
                    <a:close/>
                  </a:path>
                </a:pathLst>
              </a:custGeom>
              <a:solidFill>
                <a:srgbClr val="17A3A3"/>
              </a:solidFill>
              <a:ln w="2824" cap="flat">
                <a:noFill/>
                <a:prstDash val="solid"/>
                <a:miter/>
              </a:ln>
            </p:spPr>
            <p:txBody>
              <a:bodyPr rtlCol="1" anchor="ctr"/>
              <a:lstStyle/>
              <a:p>
                <a:endParaRPr lang="ar-SA"/>
              </a:p>
            </p:txBody>
          </p:sp>
        </p:grpSp>
      </p:grpSp>
      <p:grpSp>
        <p:nvGrpSpPr>
          <p:cNvPr id="7491" name="رسم 8014">
            <a:extLst>
              <a:ext uri="{FF2B5EF4-FFF2-40B4-BE49-F238E27FC236}">
                <a16:creationId xmlns:a16="http://schemas.microsoft.com/office/drawing/2014/main" id="{703101D0-6FE5-1252-8212-254B70E46666}"/>
              </a:ext>
            </a:extLst>
          </p:cNvPr>
          <p:cNvGrpSpPr/>
          <p:nvPr/>
        </p:nvGrpSpPr>
        <p:grpSpPr>
          <a:xfrm>
            <a:off x="8132659" y="2475527"/>
            <a:ext cx="246084" cy="242286"/>
            <a:chOff x="8802395" y="1325390"/>
            <a:chExt cx="294144" cy="307395"/>
          </a:xfrm>
        </p:grpSpPr>
        <p:grpSp>
          <p:nvGrpSpPr>
            <p:cNvPr id="7492" name="رسم 8014">
              <a:extLst>
                <a:ext uri="{FF2B5EF4-FFF2-40B4-BE49-F238E27FC236}">
                  <a16:creationId xmlns:a16="http://schemas.microsoft.com/office/drawing/2014/main" id="{64062A5E-9119-4BA0-8A54-B7E95D8374E2}"/>
                </a:ext>
              </a:extLst>
            </p:cNvPr>
            <p:cNvGrpSpPr/>
            <p:nvPr/>
          </p:nvGrpSpPr>
          <p:grpSpPr>
            <a:xfrm>
              <a:off x="8802395" y="1413205"/>
              <a:ext cx="294144" cy="219580"/>
              <a:chOff x="8802395" y="1413205"/>
              <a:chExt cx="294144" cy="219580"/>
            </a:xfrm>
            <a:solidFill>
              <a:srgbClr val="01355A"/>
            </a:solidFill>
          </p:grpSpPr>
          <p:sp>
            <p:nvSpPr>
              <p:cNvPr id="7497" name="شكل حر: شكل 8391">
                <a:extLst>
                  <a:ext uri="{FF2B5EF4-FFF2-40B4-BE49-F238E27FC236}">
                    <a16:creationId xmlns:a16="http://schemas.microsoft.com/office/drawing/2014/main" id="{F7C8D808-AC59-80AF-DD6D-A85F9B68D613}"/>
                  </a:ext>
                </a:extLst>
              </p:cNvPr>
              <p:cNvSpPr/>
              <p:nvPr/>
            </p:nvSpPr>
            <p:spPr>
              <a:xfrm>
                <a:off x="8802395" y="1413233"/>
                <a:ext cx="260084" cy="137809"/>
              </a:xfrm>
              <a:custGeom>
                <a:avLst/>
                <a:gdLst>
                  <a:gd name="connsiteX0" fmla="*/ 256610 w 260084"/>
                  <a:gd name="connsiteY0" fmla="*/ 137810 h 137809"/>
                  <a:gd name="connsiteX1" fmla="*/ 87957 w 260084"/>
                  <a:gd name="connsiteY1" fmla="*/ 137810 h 137809"/>
                  <a:gd name="connsiteX2" fmla="*/ 84623 w 260084"/>
                  <a:gd name="connsiteY2" fmla="*/ 135239 h 137809"/>
                  <a:gd name="connsiteX3" fmla="*/ 51209 w 260084"/>
                  <a:gd name="connsiteY3" fmla="*/ 6892 h 137809"/>
                  <a:gd name="connsiteX4" fmla="*/ 3446 w 260084"/>
                  <a:gd name="connsiteY4" fmla="*/ 6892 h 137809"/>
                  <a:gd name="connsiteX5" fmla="*/ 0 w 260084"/>
                  <a:gd name="connsiteY5" fmla="*/ 3446 h 137809"/>
                  <a:gd name="connsiteX6" fmla="*/ 3446 w 260084"/>
                  <a:gd name="connsiteY6" fmla="*/ 0 h 137809"/>
                  <a:gd name="connsiteX7" fmla="*/ 53893 w 260084"/>
                  <a:gd name="connsiteY7" fmla="*/ 0 h 137809"/>
                  <a:gd name="connsiteX8" fmla="*/ 57225 w 260084"/>
                  <a:gd name="connsiteY8" fmla="*/ 2570 h 137809"/>
                  <a:gd name="connsiteX9" fmla="*/ 90640 w 260084"/>
                  <a:gd name="connsiteY9" fmla="*/ 130918 h 137809"/>
                  <a:gd name="connsiteX10" fmla="*/ 256639 w 260084"/>
                  <a:gd name="connsiteY10" fmla="*/ 130918 h 137809"/>
                  <a:gd name="connsiteX11" fmla="*/ 260085 w 260084"/>
                  <a:gd name="connsiteY11" fmla="*/ 134364 h 137809"/>
                  <a:gd name="connsiteX12" fmla="*/ 256639 w 260084"/>
                  <a:gd name="connsiteY12" fmla="*/ 137810 h 137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0084" h="137809">
                    <a:moveTo>
                      <a:pt x="256610" y="137810"/>
                    </a:moveTo>
                    <a:lnTo>
                      <a:pt x="87957" y="137810"/>
                    </a:lnTo>
                    <a:cubicBezTo>
                      <a:pt x="86375" y="137810"/>
                      <a:pt x="85019" y="136736"/>
                      <a:pt x="84623" y="135239"/>
                    </a:cubicBezTo>
                    <a:lnTo>
                      <a:pt x="51209" y="6892"/>
                    </a:lnTo>
                    <a:lnTo>
                      <a:pt x="3446" y="6892"/>
                    </a:lnTo>
                    <a:cubicBezTo>
                      <a:pt x="1554" y="6892"/>
                      <a:pt x="0" y="5338"/>
                      <a:pt x="0" y="3446"/>
                    </a:cubicBezTo>
                    <a:cubicBezTo>
                      <a:pt x="0" y="1554"/>
                      <a:pt x="1554" y="0"/>
                      <a:pt x="3446" y="0"/>
                    </a:cubicBezTo>
                    <a:lnTo>
                      <a:pt x="53893" y="0"/>
                    </a:lnTo>
                    <a:cubicBezTo>
                      <a:pt x="55474" y="0"/>
                      <a:pt x="56830" y="1073"/>
                      <a:pt x="57225" y="2570"/>
                    </a:cubicBezTo>
                    <a:lnTo>
                      <a:pt x="90640" y="130918"/>
                    </a:lnTo>
                    <a:lnTo>
                      <a:pt x="256639" y="130918"/>
                    </a:lnTo>
                    <a:cubicBezTo>
                      <a:pt x="258531" y="130918"/>
                      <a:pt x="260085" y="132471"/>
                      <a:pt x="260085" y="134364"/>
                    </a:cubicBezTo>
                    <a:cubicBezTo>
                      <a:pt x="260085" y="136256"/>
                      <a:pt x="258531" y="137810"/>
                      <a:pt x="256639" y="137810"/>
                    </a:cubicBezTo>
                    <a:close/>
                  </a:path>
                </a:pathLst>
              </a:custGeom>
              <a:solidFill>
                <a:srgbClr val="01355A"/>
              </a:solidFill>
              <a:ln w="2824" cap="flat">
                <a:noFill/>
                <a:prstDash val="solid"/>
                <a:miter/>
              </a:ln>
            </p:spPr>
            <p:txBody>
              <a:bodyPr rtlCol="1" anchor="ctr"/>
              <a:lstStyle/>
              <a:p>
                <a:endParaRPr lang="ar-SA"/>
              </a:p>
            </p:txBody>
          </p:sp>
          <p:sp>
            <p:nvSpPr>
              <p:cNvPr id="7498" name="شكل حر: شكل 8392">
                <a:extLst>
                  <a:ext uri="{FF2B5EF4-FFF2-40B4-BE49-F238E27FC236}">
                    <a16:creationId xmlns:a16="http://schemas.microsoft.com/office/drawing/2014/main" id="{C6CFEDB7-A7E5-24D4-EF28-56C9987E3CFE}"/>
                  </a:ext>
                </a:extLst>
              </p:cNvPr>
              <p:cNvSpPr/>
              <p:nvPr/>
            </p:nvSpPr>
            <p:spPr>
              <a:xfrm>
                <a:off x="8905096" y="1413205"/>
                <a:ext cx="191444" cy="96994"/>
              </a:xfrm>
              <a:custGeom>
                <a:avLst/>
                <a:gdLst>
                  <a:gd name="connsiteX0" fmla="*/ 167326 w 191444"/>
                  <a:gd name="connsiteY0" fmla="*/ 96995 h 96994"/>
                  <a:gd name="connsiteX1" fmla="*/ 3446 w 191444"/>
                  <a:gd name="connsiteY1" fmla="*/ 96995 h 96994"/>
                  <a:gd name="connsiteX2" fmla="*/ 0 w 191444"/>
                  <a:gd name="connsiteY2" fmla="*/ 93549 h 96994"/>
                  <a:gd name="connsiteX3" fmla="*/ 3446 w 191444"/>
                  <a:gd name="connsiteY3" fmla="*/ 90103 h 96994"/>
                  <a:gd name="connsiteX4" fmla="*/ 164586 w 191444"/>
                  <a:gd name="connsiteY4" fmla="*/ 90103 h 96994"/>
                  <a:gd name="connsiteX5" fmla="*/ 183680 w 191444"/>
                  <a:gd name="connsiteY5" fmla="*/ 6892 h 96994"/>
                  <a:gd name="connsiteX6" fmla="*/ 153345 w 191444"/>
                  <a:gd name="connsiteY6" fmla="*/ 6892 h 96994"/>
                  <a:gd name="connsiteX7" fmla="*/ 149899 w 191444"/>
                  <a:gd name="connsiteY7" fmla="*/ 3446 h 96994"/>
                  <a:gd name="connsiteX8" fmla="*/ 153345 w 191444"/>
                  <a:gd name="connsiteY8" fmla="*/ 0 h 96994"/>
                  <a:gd name="connsiteX9" fmla="*/ 188002 w 191444"/>
                  <a:gd name="connsiteY9" fmla="*/ 0 h 96994"/>
                  <a:gd name="connsiteX10" fmla="*/ 190685 w 191444"/>
                  <a:gd name="connsiteY10" fmla="*/ 1299 h 96994"/>
                  <a:gd name="connsiteX11" fmla="*/ 191363 w 191444"/>
                  <a:gd name="connsiteY11" fmla="*/ 4209 h 96994"/>
                  <a:gd name="connsiteX12" fmla="*/ 170687 w 191444"/>
                  <a:gd name="connsiteY12" fmla="*/ 94312 h 96994"/>
                  <a:gd name="connsiteX13" fmla="*/ 167326 w 191444"/>
                  <a:gd name="connsiteY13" fmla="*/ 96995 h 96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1444" h="96994">
                    <a:moveTo>
                      <a:pt x="167326" y="96995"/>
                    </a:moveTo>
                    <a:lnTo>
                      <a:pt x="3446" y="96995"/>
                    </a:lnTo>
                    <a:cubicBezTo>
                      <a:pt x="1554" y="96995"/>
                      <a:pt x="0" y="95441"/>
                      <a:pt x="0" y="93549"/>
                    </a:cubicBezTo>
                    <a:cubicBezTo>
                      <a:pt x="0" y="91657"/>
                      <a:pt x="1554" y="90103"/>
                      <a:pt x="3446" y="90103"/>
                    </a:cubicBezTo>
                    <a:lnTo>
                      <a:pt x="164586" y="90103"/>
                    </a:lnTo>
                    <a:lnTo>
                      <a:pt x="183680" y="6892"/>
                    </a:lnTo>
                    <a:lnTo>
                      <a:pt x="153345" y="6892"/>
                    </a:lnTo>
                    <a:cubicBezTo>
                      <a:pt x="151452" y="6892"/>
                      <a:pt x="149899" y="5338"/>
                      <a:pt x="149899" y="3446"/>
                    </a:cubicBezTo>
                    <a:cubicBezTo>
                      <a:pt x="149899" y="1554"/>
                      <a:pt x="151452" y="0"/>
                      <a:pt x="153345" y="0"/>
                    </a:cubicBezTo>
                    <a:lnTo>
                      <a:pt x="188002" y="0"/>
                    </a:lnTo>
                    <a:cubicBezTo>
                      <a:pt x="189047" y="0"/>
                      <a:pt x="190036" y="480"/>
                      <a:pt x="190685" y="1299"/>
                    </a:cubicBezTo>
                    <a:cubicBezTo>
                      <a:pt x="191335" y="2118"/>
                      <a:pt x="191589" y="3192"/>
                      <a:pt x="191363" y="4209"/>
                    </a:cubicBezTo>
                    <a:lnTo>
                      <a:pt x="170687" y="94312"/>
                    </a:lnTo>
                    <a:cubicBezTo>
                      <a:pt x="170320" y="95865"/>
                      <a:pt x="168936" y="96995"/>
                      <a:pt x="167326" y="96995"/>
                    </a:cubicBezTo>
                    <a:close/>
                  </a:path>
                </a:pathLst>
              </a:custGeom>
              <a:solidFill>
                <a:srgbClr val="01355A"/>
              </a:solidFill>
              <a:ln w="2824" cap="flat">
                <a:noFill/>
                <a:prstDash val="solid"/>
                <a:miter/>
              </a:ln>
            </p:spPr>
            <p:txBody>
              <a:bodyPr rtlCol="1" anchor="ctr"/>
              <a:lstStyle/>
              <a:p>
                <a:endParaRPr lang="ar-SA"/>
              </a:p>
            </p:txBody>
          </p:sp>
          <p:sp>
            <p:nvSpPr>
              <p:cNvPr id="7499" name="شكل حر: شكل 8393">
                <a:extLst>
                  <a:ext uri="{FF2B5EF4-FFF2-40B4-BE49-F238E27FC236}">
                    <a16:creationId xmlns:a16="http://schemas.microsoft.com/office/drawing/2014/main" id="{15B33E28-2B28-18A2-7973-106031514496}"/>
                  </a:ext>
                </a:extLst>
              </p:cNvPr>
              <p:cNvSpPr/>
              <p:nvPr/>
            </p:nvSpPr>
            <p:spPr>
              <a:xfrm>
                <a:off x="8888912" y="1578046"/>
                <a:ext cx="54739" cy="54739"/>
              </a:xfrm>
              <a:custGeom>
                <a:avLst/>
                <a:gdLst>
                  <a:gd name="connsiteX0" fmla="*/ 27370 w 54739"/>
                  <a:gd name="connsiteY0" fmla="*/ 54740 h 54739"/>
                  <a:gd name="connsiteX1" fmla="*/ 0 w 54739"/>
                  <a:gd name="connsiteY1" fmla="*/ 27370 h 54739"/>
                  <a:gd name="connsiteX2" fmla="*/ 27370 w 54739"/>
                  <a:gd name="connsiteY2" fmla="*/ 0 h 54739"/>
                  <a:gd name="connsiteX3" fmla="*/ 54739 w 54739"/>
                  <a:gd name="connsiteY3" fmla="*/ 27370 h 54739"/>
                  <a:gd name="connsiteX4" fmla="*/ 27370 w 54739"/>
                  <a:gd name="connsiteY4" fmla="*/ 54740 h 54739"/>
                  <a:gd name="connsiteX5" fmla="*/ 27370 w 54739"/>
                  <a:gd name="connsiteY5" fmla="*/ 6864 h 54739"/>
                  <a:gd name="connsiteX6" fmla="*/ 6892 w 54739"/>
                  <a:gd name="connsiteY6" fmla="*/ 27342 h 54739"/>
                  <a:gd name="connsiteX7" fmla="*/ 27370 w 54739"/>
                  <a:gd name="connsiteY7" fmla="*/ 47820 h 54739"/>
                  <a:gd name="connsiteX8" fmla="*/ 47848 w 54739"/>
                  <a:gd name="connsiteY8" fmla="*/ 27342 h 54739"/>
                  <a:gd name="connsiteX9" fmla="*/ 27370 w 54739"/>
                  <a:gd name="connsiteY9" fmla="*/ 6864 h 5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739" h="54739">
                    <a:moveTo>
                      <a:pt x="27370" y="54740"/>
                    </a:moveTo>
                    <a:cubicBezTo>
                      <a:pt x="12258" y="54740"/>
                      <a:pt x="0" y="42453"/>
                      <a:pt x="0" y="27370"/>
                    </a:cubicBezTo>
                    <a:cubicBezTo>
                      <a:pt x="0" y="12287"/>
                      <a:pt x="12286" y="0"/>
                      <a:pt x="27370" y="0"/>
                    </a:cubicBezTo>
                    <a:cubicBezTo>
                      <a:pt x="42453" y="0"/>
                      <a:pt x="54739" y="12287"/>
                      <a:pt x="54739" y="27370"/>
                    </a:cubicBezTo>
                    <a:cubicBezTo>
                      <a:pt x="54739" y="42453"/>
                      <a:pt x="42453" y="54740"/>
                      <a:pt x="27370" y="54740"/>
                    </a:cubicBezTo>
                    <a:close/>
                    <a:moveTo>
                      <a:pt x="27370" y="6864"/>
                    </a:moveTo>
                    <a:cubicBezTo>
                      <a:pt x="16072" y="6864"/>
                      <a:pt x="6892" y="16043"/>
                      <a:pt x="6892" y="27342"/>
                    </a:cubicBezTo>
                    <a:cubicBezTo>
                      <a:pt x="6892" y="38640"/>
                      <a:pt x="16072" y="47820"/>
                      <a:pt x="27370" y="47820"/>
                    </a:cubicBezTo>
                    <a:cubicBezTo>
                      <a:pt x="38668" y="47820"/>
                      <a:pt x="47848" y="38640"/>
                      <a:pt x="47848" y="27342"/>
                    </a:cubicBezTo>
                    <a:cubicBezTo>
                      <a:pt x="47848" y="16043"/>
                      <a:pt x="38668" y="6864"/>
                      <a:pt x="27370" y="6864"/>
                    </a:cubicBezTo>
                    <a:close/>
                  </a:path>
                </a:pathLst>
              </a:custGeom>
              <a:solidFill>
                <a:srgbClr val="01355A"/>
              </a:solidFill>
              <a:ln w="2824" cap="flat">
                <a:noFill/>
                <a:prstDash val="solid"/>
                <a:miter/>
              </a:ln>
            </p:spPr>
            <p:txBody>
              <a:bodyPr rtlCol="1" anchor="ctr"/>
              <a:lstStyle/>
              <a:p>
                <a:endParaRPr lang="ar-SA"/>
              </a:p>
            </p:txBody>
          </p:sp>
          <p:sp>
            <p:nvSpPr>
              <p:cNvPr id="7500" name="شكل حر: شكل 8394">
                <a:extLst>
                  <a:ext uri="{FF2B5EF4-FFF2-40B4-BE49-F238E27FC236}">
                    <a16:creationId xmlns:a16="http://schemas.microsoft.com/office/drawing/2014/main" id="{6A7D8B8E-7CB9-2D36-B5AB-A70154549E15}"/>
                  </a:ext>
                </a:extLst>
              </p:cNvPr>
              <p:cNvSpPr/>
              <p:nvPr/>
            </p:nvSpPr>
            <p:spPr>
              <a:xfrm>
                <a:off x="9011751" y="1578046"/>
                <a:ext cx="54739" cy="54739"/>
              </a:xfrm>
              <a:custGeom>
                <a:avLst/>
                <a:gdLst>
                  <a:gd name="connsiteX0" fmla="*/ 27370 w 54739"/>
                  <a:gd name="connsiteY0" fmla="*/ 54740 h 54739"/>
                  <a:gd name="connsiteX1" fmla="*/ 0 w 54739"/>
                  <a:gd name="connsiteY1" fmla="*/ 27370 h 54739"/>
                  <a:gd name="connsiteX2" fmla="*/ 27370 w 54739"/>
                  <a:gd name="connsiteY2" fmla="*/ 0 h 54739"/>
                  <a:gd name="connsiteX3" fmla="*/ 54739 w 54739"/>
                  <a:gd name="connsiteY3" fmla="*/ 27370 h 54739"/>
                  <a:gd name="connsiteX4" fmla="*/ 27370 w 54739"/>
                  <a:gd name="connsiteY4" fmla="*/ 54740 h 54739"/>
                  <a:gd name="connsiteX5" fmla="*/ 27370 w 54739"/>
                  <a:gd name="connsiteY5" fmla="*/ 6864 h 54739"/>
                  <a:gd name="connsiteX6" fmla="*/ 6892 w 54739"/>
                  <a:gd name="connsiteY6" fmla="*/ 27342 h 54739"/>
                  <a:gd name="connsiteX7" fmla="*/ 27370 w 54739"/>
                  <a:gd name="connsiteY7" fmla="*/ 47820 h 54739"/>
                  <a:gd name="connsiteX8" fmla="*/ 47848 w 54739"/>
                  <a:gd name="connsiteY8" fmla="*/ 27342 h 54739"/>
                  <a:gd name="connsiteX9" fmla="*/ 27370 w 54739"/>
                  <a:gd name="connsiteY9" fmla="*/ 6864 h 5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739" h="54739">
                    <a:moveTo>
                      <a:pt x="27370" y="54740"/>
                    </a:moveTo>
                    <a:cubicBezTo>
                      <a:pt x="12258" y="54740"/>
                      <a:pt x="0" y="42453"/>
                      <a:pt x="0" y="27370"/>
                    </a:cubicBezTo>
                    <a:cubicBezTo>
                      <a:pt x="0" y="12287"/>
                      <a:pt x="12286" y="0"/>
                      <a:pt x="27370" y="0"/>
                    </a:cubicBezTo>
                    <a:cubicBezTo>
                      <a:pt x="42453" y="0"/>
                      <a:pt x="54739" y="12287"/>
                      <a:pt x="54739" y="27370"/>
                    </a:cubicBezTo>
                    <a:cubicBezTo>
                      <a:pt x="54739" y="42453"/>
                      <a:pt x="42453" y="54740"/>
                      <a:pt x="27370" y="54740"/>
                    </a:cubicBezTo>
                    <a:close/>
                    <a:moveTo>
                      <a:pt x="27370" y="6864"/>
                    </a:moveTo>
                    <a:cubicBezTo>
                      <a:pt x="16072" y="6864"/>
                      <a:pt x="6892" y="16043"/>
                      <a:pt x="6892" y="27342"/>
                    </a:cubicBezTo>
                    <a:cubicBezTo>
                      <a:pt x="6892" y="38640"/>
                      <a:pt x="16072" y="47820"/>
                      <a:pt x="27370" y="47820"/>
                    </a:cubicBezTo>
                    <a:cubicBezTo>
                      <a:pt x="38668" y="47820"/>
                      <a:pt x="47848" y="38640"/>
                      <a:pt x="47848" y="27342"/>
                    </a:cubicBezTo>
                    <a:cubicBezTo>
                      <a:pt x="47848" y="16043"/>
                      <a:pt x="38668" y="6864"/>
                      <a:pt x="27370" y="6864"/>
                    </a:cubicBezTo>
                    <a:close/>
                  </a:path>
                </a:pathLst>
              </a:custGeom>
              <a:solidFill>
                <a:srgbClr val="01355A"/>
              </a:solidFill>
              <a:ln w="2824" cap="flat">
                <a:noFill/>
                <a:prstDash val="solid"/>
                <a:miter/>
              </a:ln>
            </p:spPr>
            <p:txBody>
              <a:bodyPr rtlCol="1" anchor="ctr"/>
              <a:lstStyle/>
              <a:p>
                <a:endParaRPr lang="ar-SA"/>
              </a:p>
            </p:txBody>
          </p:sp>
        </p:grpSp>
        <p:grpSp>
          <p:nvGrpSpPr>
            <p:cNvPr id="7493" name="رسم 8014">
              <a:extLst>
                <a:ext uri="{FF2B5EF4-FFF2-40B4-BE49-F238E27FC236}">
                  <a16:creationId xmlns:a16="http://schemas.microsoft.com/office/drawing/2014/main" id="{41093306-F547-6875-0E9D-F22592F5EC69}"/>
                </a:ext>
              </a:extLst>
            </p:cNvPr>
            <p:cNvGrpSpPr/>
            <p:nvPr/>
          </p:nvGrpSpPr>
          <p:grpSpPr>
            <a:xfrm>
              <a:off x="8885748" y="1325390"/>
              <a:ext cx="145803" cy="145803"/>
              <a:chOff x="8885748" y="1325390"/>
              <a:chExt cx="145803" cy="145803"/>
            </a:xfrm>
            <a:solidFill>
              <a:srgbClr val="17A3A3"/>
            </a:solidFill>
          </p:grpSpPr>
          <p:sp>
            <p:nvSpPr>
              <p:cNvPr id="7494" name="شكل حر: شكل 8396">
                <a:extLst>
                  <a:ext uri="{FF2B5EF4-FFF2-40B4-BE49-F238E27FC236}">
                    <a16:creationId xmlns:a16="http://schemas.microsoft.com/office/drawing/2014/main" id="{BBE0DB17-CDBB-9CBD-7006-E9418B336788}"/>
                  </a:ext>
                </a:extLst>
              </p:cNvPr>
              <p:cNvSpPr/>
              <p:nvPr/>
            </p:nvSpPr>
            <p:spPr>
              <a:xfrm>
                <a:off x="8885748" y="1325390"/>
                <a:ext cx="145803" cy="145803"/>
              </a:xfrm>
              <a:custGeom>
                <a:avLst/>
                <a:gdLst>
                  <a:gd name="connsiteX0" fmla="*/ 72902 w 145803"/>
                  <a:gd name="connsiteY0" fmla="*/ 145803 h 145803"/>
                  <a:gd name="connsiteX1" fmla="*/ 0 w 145803"/>
                  <a:gd name="connsiteY1" fmla="*/ 72902 h 145803"/>
                  <a:gd name="connsiteX2" fmla="*/ 72902 w 145803"/>
                  <a:gd name="connsiteY2" fmla="*/ 0 h 145803"/>
                  <a:gd name="connsiteX3" fmla="*/ 145803 w 145803"/>
                  <a:gd name="connsiteY3" fmla="*/ 72902 h 145803"/>
                  <a:gd name="connsiteX4" fmla="*/ 72902 w 145803"/>
                  <a:gd name="connsiteY4" fmla="*/ 145803 h 145803"/>
                  <a:gd name="connsiteX5" fmla="*/ 72902 w 145803"/>
                  <a:gd name="connsiteY5" fmla="*/ 6892 h 145803"/>
                  <a:gd name="connsiteX6" fmla="*/ 6892 w 145803"/>
                  <a:gd name="connsiteY6" fmla="*/ 72902 h 145803"/>
                  <a:gd name="connsiteX7" fmla="*/ 72902 w 145803"/>
                  <a:gd name="connsiteY7" fmla="*/ 138911 h 145803"/>
                  <a:gd name="connsiteX8" fmla="*/ 138912 w 145803"/>
                  <a:gd name="connsiteY8" fmla="*/ 72902 h 145803"/>
                  <a:gd name="connsiteX9" fmla="*/ 72902 w 145803"/>
                  <a:gd name="connsiteY9" fmla="*/ 6892 h 145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5803" h="145803">
                    <a:moveTo>
                      <a:pt x="72902" y="145803"/>
                    </a:moveTo>
                    <a:cubicBezTo>
                      <a:pt x="32708" y="145803"/>
                      <a:pt x="0" y="113095"/>
                      <a:pt x="0" y="72902"/>
                    </a:cubicBezTo>
                    <a:cubicBezTo>
                      <a:pt x="0" y="32708"/>
                      <a:pt x="32708" y="0"/>
                      <a:pt x="72902" y="0"/>
                    </a:cubicBezTo>
                    <a:cubicBezTo>
                      <a:pt x="113095" y="0"/>
                      <a:pt x="145803" y="32708"/>
                      <a:pt x="145803" y="72902"/>
                    </a:cubicBezTo>
                    <a:cubicBezTo>
                      <a:pt x="145803" y="113095"/>
                      <a:pt x="113095" y="145803"/>
                      <a:pt x="72902" y="145803"/>
                    </a:cubicBezTo>
                    <a:close/>
                    <a:moveTo>
                      <a:pt x="72902" y="6892"/>
                    </a:moveTo>
                    <a:cubicBezTo>
                      <a:pt x="36494" y="6892"/>
                      <a:pt x="6892" y="36493"/>
                      <a:pt x="6892" y="72902"/>
                    </a:cubicBezTo>
                    <a:cubicBezTo>
                      <a:pt x="6892" y="109310"/>
                      <a:pt x="36494" y="138911"/>
                      <a:pt x="72902" y="138911"/>
                    </a:cubicBezTo>
                    <a:cubicBezTo>
                      <a:pt x="109310" y="138911"/>
                      <a:pt x="138912" y="109310"/>
                      <a:pt x="138912" y="72902"/>
                    </a:cubicBezTo>
                    <a:cubicBezTo>
                      <a:pt x="138912" y="36493"/>
                      <a:pt x="109310" y="6892"/>
                      <a:pt x="72902" y="6892"/>
                    </a:cubicBezTo>
                    <a:close/>
                  </a:path>
                </a:pathLst>
              </a:custGeom>
              <a:solidFill>
                <a:srgbClr val="17A3A3"/>
              </a:solidFill>
              <a:ln w="2824" cap="flat">
                <a:noFill/>
                <a:prstDash val="solid"/>
                <a:miter/>
              </a:ln>
            </p:spPr>
            <p:txBody>
              <a:bodyPr rtlCol="1" anchor="ctr"/>
              <a:lstStyle/>
              <a:p>
                <a:endParaRPr lang="ar-SA"/>
              </a:p>
            </p:txBody>
          </p:sp>
          <p:sp>
            <p:nvSpPr>
              <p:cNvPr id="7495" name="شكل حر: شكل 8397">
                <a:extLst>
                  <a:ext uri="{FF2B5EF4-FFF2-40B4-BE49-F238E27FC236}">
                    <a16:creationId xmlns:a16="http://schemas.microsoft.com/office/drawing/2014/main" id="{82B4D8A8-0C58-468F-CCF3-CF4EB8E183A9}"/>
                  </a:ext>
                </a:extLst>
              </p:cNvPr>
              <p:cNvSpPr/>
              <p:nvPr/>
            </p:nvSpPr>
            <p:spPr>
              <a:xfrm>
                <a:off x="8908288" y="1347930"/>
                <a:ext cx="66574" cy="82307"/>
              </a:xfrm>
              <a:custGeom>
                <a:avLst/>
                <a:gdLst>
                  <a:gd name="connsiteX0" fmla="*/ 13106 w 66574"/>
                  <a:gd name="connsiteY0" fmla="*/ 82307 h 82307"/>
                  <a:gd name="connsiteX1" fmla="*/ 10367 w 66574"/>
                  <a:gd name="connsiteY1" fmla="*/ 80952 h 82307"/>
                  <a:gd name="connsiteX2" fmla="*/ 0 w 66574"/>
                  <a:gd name="connsiteY2" fmla="*/ 50333 h 82307"/>
                  <a:gd name="connsiteX3" fmla="*/ 50362 w 66574"/>
                  <a:gd name="connsiteY3" fmla="*/ 0 h 82307"/>
                  <a:gd name="connsiteX4" fmla="*/ 64089 w 66574"/>
                  <a:gd name="connsiteY4" fmla="*/ 1892 h 82307"/>
                  <a:gd name="connsiteX5" fmla="*/ 66433 w 66574"/>
                  <a:gd name="connsiteY5" fmla="*/ 6157 h 82307"/>
                  <a:gd name="connsiteX6" fmla="*/ 62168 w 66574"/>
                  <a:gd name="connsiteY6" fmla="*/ 8502 h 82307"/>
                  <a:gd name="connsiteX7" fmla="*/ 50362 w 66574"/>
                  <a:gd name="connsiteY7" fmla="*/ 6864 h 82307"/>
                  <a:gd name="connsiteX8" fmla="*/ 6892 w 66574"/>
                  <a:gd name="connsiteY8" fmla="*/ 50305 h 82307"/>
                  <a:gd name="connsiteX9" fmla="*/ 15846 w 66574"/>
                  <a:gd name="connsiteY9" fmla="*/ 76743 h 82307"/>
                  <a:gd name="connsiteX10" fmla="*/ 15196 w 66574"/>
                  <a:gd name="connsiteY10" fmla="*/ 81573 h 82307"/>
                  <a:gd name="connsiteX11" fmla="*/ 13106 w 66574"/>
                  <a:gd name="connsiteY11" fmla="*/ 82279 h 82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6574" h="82307">
                    <a:moveTo>
                      <a:pt x="13106" y="82307"/>
                    </a:moveTo>
                    <a:cubicBezTo>
                      <a:pt x="12061" y="82307"/>
                      <a:pt x="11044" y="81855"/>
                      <a:pt x="10367" y="80952"/>
                    </a:cubicBezTo>
                    <a:cubicBezTo>
                      <a:pt x="3587" y="72111"/>
                      <a:pt x="0" y="61519"/>
                      <a:pt x="0" y="50333"/>
                    </a:cubicBezTo>
                    <a:cubicBezTo>
                      <a:pt x="0" y="22568"/>
                      <a:pt x="22596" y="0"/>
                      <a:pt x="50362" y="0"/>
                    </a:cubicBezTo>
                    <a:cubicBezTo>
                      <a:pt x="55107" y="0"/>
                      <a:pt x="59740" y="650"/>
                      <a:pt x="64089" y="1892"/>
                    </a:cubicBezTo>
                    <a:cubicBezTo>
                      <a:pt x="65925" y="2429"/>
                      <a:pt x="66971" y="4322"/>
                      <a:pt x="66433" y="6157"/>
                    </a:cubicBezTo>
                    <a:cubicBezTo>
                      <a:pt x="65897" y="7993"/>
                      <a:pt x="63976" y="9039"/>
                      <a:pt x="62168" y="8502"/>
                    </a:cubicBezTo>
                    <a:cubicBezTo>
                      <a:pt x="58440" y="7429"/>
                      <a:pt x="54457" y="6864"/>
                      <a:pt x="50362" y="6864"/>
                    </a:cubicBezTo>
                    <a:cubicBezTo>
                      <a:pt x="26382" y="6864"/>
                      <a:pt x="6892" y="26353"/>
                      <a:pt x="6892" y="50305"/>
                    </a:cubicBezTo>
                    <a:cubicBezTo>
                      <a:pt x="6892" y="59965"/>
                      <a:pt x="9999" y="69088"/>
                      <a:pt x="15846" y="76743"/>
                    </a:cubicBezTo>
                    <a:cubicBezTo>
                      <a:pt x="17004" y="78240"/>
                      <a:pt x="16722" y="80415"/>
                      <a:pt x="15196" y="81573"/>
                    </a:cubicBezTo>
                    <a:cubicBezTo>
                      <a:pt x="14575" y="82053"/>
                      <a:pt x="13841" y="82279"/>
                      <a:pt x="13106" y="82279"/>
                    </a:cubicBezTo>
                    <a:close/>
                  </a:path>
                </a:pathLst>
              </a:custGeom>
              <a:solidFill>
                <a:srgbClr val="17A3A3"/>
              </a:solidFill>
              <a:ln w="2824" cap="flat">
                <a:noFill/>
                <a:prstDash val="solid"/>
                <a:miter/>
              </a:ln>
            </p:spPr>
            <p:txBody>
              <a:bodyPr rtlCol="1" anchor="ctr"/>
              <a:lstStyle/>
              <a:p>
                <a:endParaRPr lang="ar-SA"/>
              </a:p>
            </p:txBody>
          </p:sp>
          <p:sp>
            <p:nvSpPr>
              <p:cNvPr id="7496" name="شكل حر: شكل 8398">
                <a:extLst>
                  <a:ext uri="{FF2B5EF4-FFF2-40B4-BE49-F238E27FC236}">
                    <a16:creationId xmlns:a16="http://schemas.microsoft.com/office/drawing/2014/main" id="{B7A47D47-AB94-B98E-6797-9052F523A616}"/>
                  </a:ext>
                </a:extLst>
              </p:cNvPr>
              <p:cNvSpPr/>
              <p:nvPr/>
            </p:nvSpPr>
            <p:spPr>
              <a:xfrm>
                <a:off x="8942450" y="1366340"/>
                <a:ext cx="66589" cy="82312"/>
              </a:xfrm>
              <a:custGeom>
                <a:avLst/>
                <a:gdLst>
                  <a:gd name="connsiteX0" fmla="*/ 16200 w 66589"/>
                  <a:gd name="connsiteY0" fmla="*/ 82313 h 82312"/>
                  <a:gd name="connsiteX1" fmla="*/ 2500 w 66589"/>
                  <a:gd name="connsiteY1" fmla="*/ 80420 h 82312"/>
                  <a:gd name="connsiteX2" fmla="*/ 128 w 66589"/>
                  <a:gd name="connsiteY2" fmla="*/ 76155 h 82312"/>
                  <a:gd name="connsiteX3" fmla="*/ 4393 w 66589"/>
                  <a:gd name="connsiteY3" fmla="*/ 73783 h 82312"/>
                  <a:gd name="connsiteX4" fmla="*/ 16228 w 66589"/>
                  <a:gd name="connsiteY4" fmla="*/ 75421 h 82312"/>
                  <a:gd name="connsiteX5" fmla="*/ 59669 w 66589"/>
                  <a:gd name="connsiteY5" fmla="*/ 31951 h 82312"/>
                  <a:gd name="connsiteX6" fmla="*/ 50744 w 66589"/>
                  <a:gd name="connsiteY6" fmla="*/ 5542 h 82312"/>
                  <a:gd name="connsiteX7" fmla="*/ 51394 w 66589"/>
                  <a:gd name="connsiteY7" fmla="*/ 712 h 82312"/>
                  <a:gd name="connsiteX8" fmla="*/ 56223 w 66589"/>
                  <a:gd name="connsiteY8" fmla="*/ 1361 h 82312"/>
                  <a:gd name="connsiteX9" fmla="*/ 66590 w 66589"/>
                  <a:gd name="connsiteY9" fmla="*/ 31951 h 82312"/>
                  <a:gd name="connsiteX10" fmla="*/ 16256 w 66589"/>
                  <a:gd name="connsiteY10" fmla="*/ 82313 h 82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6589" h="82312">
                    <a:moveTo>
                      <a:pt x="16200" y="82313"/>
                    </a:moveTo>
                    <a:cubicBezTo>
                      <a:pt x="11540" y="82313"/>
                      <a:pt x="6935" y="81663"/>
                      <a:pt x="2500" y="80420"/>
                    </a:cubicBezTo>
                    <a:cubicBezTo>
                      <a:pt x="665" y="79912"/>
                      <a:pt x="-380" y="77991"/>
                      <a:pt x="128" y="76155"/>
                    </a:cubicBezTo>
                    <a:cubicBezTo>
                      <a:pt x="637" y="74319"/>
                      <a:pt x="2557" y="73246"/>
                      <a:pt x="4393" y="73783"/>
                    </a:cubicBezTo>
                    <a:cubicBezTo>
                      <a:pt x="8206" y="74856"/>
                      <a:pt x="12189" y="75421"/>
                      <a:pt x="16228" y="75421"/>
                    </a:cubicBezTo>
                    <a:cubicBezTo>
                      <a:pt x="40180" y="75421"/>
                      <a:pt x="59669" y="55932"/>
                      <a:pt x="59669" y="31951"/>
                    </a:cubicBezTo>
                    <a:cubicBezTo>
                      <a:pt x="59669" y="22320"/>
                      <a:pt x="56591" y="13196"/>
                      <a:pt x="50744" y="5542"/>
                    </a:cubicBezTo>
                    <a:cubicBezTo>
                      <a:pt x="49586" y="4016"/>
                      <a:pt x="49868" y="1870"/>
                      <a:pt x="51394" y="712"/>
                    </a:cubicBezTo>
                    <a:cubicBezTo>
                      <a:pt x="52919" y="-446"/>
                      <a:pt x="55066" y="-164"/>
                      <a:pt x="56223" y="1361"/>
                    </a:cubicBezTo>
                    <a:cubicBezTo>
                      <a:pt x="63003" y="10230"/>
                      <a:pt x="66590" y="20794"/>
                      <a:pt x="66590" y="31951"/>
                    </a:cubicBezTo>
                    <a:cubicBezTo>
                      <a:pt x="66590" y="59716"/>
                      <a:pt x="43994" y="82313"/>
                      <a:pt x="16256" y="82313"/>
                    </a:cubicBezTo>
                    <a:close/>
                  </a:path>
                </a:pathLst>
              </a:custGeom>
              <a:solidFill>
                <a:srgbClr val="17A3A3"/>
              </a:solidFill>
              <a:ln w="2824" cap="flat">
                <a:noFill/>
                <a:prstDash val="solid"/>
                <a:miter/>
              </a:ln>
            </p:spPr>
            <p:txBody>
              <a:bodyPr rtlCol="1" anchor="ctr"/>
              <a:lstStyle/>
              <a:p>
                <a:endParaRPr lang="ar-SA"/>
              </a:p>
            </p:txBody>
          </p:sp>
        </p:grpSp>
      </p:grpSp>
      <p:grpSp>
        <p:nvGrpSpPr>
          <p:cNvPr id="7501" name="رسم 8014">
            <a:extLst>
              <a:ext uri="{FF2B5EF4-FFF2-40B4-BE49-F238E27FC236}">
                <a16:creationId xmlns:a16="http://schemas.microsoft.com/office/drawing/2014/main" id="{86E7999E-557E-0990-F096-C1E595BF3F6B}"/>
              </a:ext>
            </a:extLst>
          </p:cNvPr>
          <p:cNvGrpSpPr/>
          <p:nvPr/>
        </p:nvGrpSpPr>
        <p:grpSpPr>
          <a:xfrm>
            <a:off x="9450077" y="1523323"/>
            <a:ext cx="231581" cy="215192"/>
            <a:chOff x="10377105" y="117303"/>
            <a:chExt cx="276809" cy="273020"/>
          </a:xfrm>
        </p:grpSpPr>
        <p:grpSp>
          <p:nvGrpSpPr>
            <p:cNvPr id="7502" name="رسم 8014">
              <a:extLst>
                <a:ext uri="{FF2B5EF4-FFF2-40B4-BE49-F238E27FC236}">
                  <a16:creationId xmlns:a16="http://schemas.microsoft.com/office/drawing/2014/main" id="{271644A5-2FD5-DEED-D6C6-00C472A0B3DC}"/>
                </a:ext>
              </a:extLst>
            </p:cNvPr>
            <p:cNvGrpSpPr/>
            <p:nvPr/>
          </p:nvGrpSpPr>
          <p:grpSpPr>
            <a:xfrm>
              <a:off x="10572935" y="163004"/>
              <a:ext cx="80979" cy="181590"/>
              <a:chOff x="10572935" y="163004"/>
              <a:chExt cx="80979" cy="181590"/>
            </a:xfrm>
            <a:solidFill>
              <a:srgbClr val="01355A"/>
            </a:solidFill>
          </p:grpSpPr>
          <p:sp>
            <p:nvSpPr>
              <p:cNvPr id="7515" name="شكل حر: شكل 8401">
                <a:extLst>
                  <a:ext uri="{FF2B5EF4-FFF2-40B4-BE49-F238E27FC236}">
                    <a16:creationId xmlns:a16="http://schemas.microsoft.com/office/drawing/2014/main" id="{2ADE62D6-60DA-0C18-F406-E26A1F98378B}"/>
                  </a:ext>
                </a:extLst>
              </p:cNvPr>
              <p:cNvSpPr/>
              <p:nvPr/>
            </p:nvSpPr>
            <p:spPr>
              <a:xfrm>
                <a:off x="10572935" y="163004"/>
                <a:ext cx="80979" cy="181590"/>
              </a:xfrm>
              <a:custGeom>
                <a:avLst/>
                <a:gdLst>
                  <a:gd name="connsiteX0" fmla="*/ 77534 w 80979"/>
                  <a:gd name="connsiteY0" fmla="*/ 181590 h 181590"/>
                  <a:gd name="connsiteX1" fmla="*/ 3446 w 80979"/>
                  <a:gd name="connsiteY1" fmla="*/ 181590 h 181590"/>
                  <a:gd name="connsiteX2" fmla="*/ 0 w 80979"/>
                  <a:gd name="connsiteY2" fmla="*/ 178144 h 181590"/>
                  <a:gd name="connsiteX3" fmla="*/ 3446 w 80979"/>
                  <a:gd name="connsiteY3" fmla="*/ 174698 h 181590"/>
                  <a:gd name="connsiteX4" fmla="*/ 74088 w 80979"/>
                  <a:gd name="connsiteY4" fmla="*/ 174698 h 181590"/>
                  <a:gd name="connsiteX5" fmla="*/ 74088 w 80979"/>
                  <a:gd name="connsiteY5" fmla="*/ 6892 h 181590"/>
                  <a:gd name="connsiteX6" fmla="*/ 10847 w 80979"/>
                  <a:gd name="connsiteY6" fmla="*/ 6892 h 181590"/>
                  <a:gd name="connsiteX7" fmla="*/ 7400 w 80979"/>
                  <a:gd name="connsiteY7" fmla="*/ 3446 h 181590"/>
                  <a:gd name="connsiteX8" fmla="*/ 10847 w 80979"/>
                  <a:gd name="connsiteY8" fmla="*/ 0 h 181590"/>
                  <a:gd name="connsiteX9" fmla="*/ 77534 w 80979"/>
                  <a:gd name="connsiteY9" fmla="*/ 0 h 181590"/>
                  <a:gd name="connsiteX10" fmla="*/ 80980 w 80979"/>
                  <a:gd name="connsiteY10" fmla="*/ 3446 h 181590"/>
                  <a:gd name="connsiteX11" fmla="*/ 80980 w 80979"/>
                  <a:gd name="connsiteY11" fmla="*/ 178144 h 181590"/>
                  <a:gd name="connsiteX12" fmla="*/ 77534 w 80979"/>
                  <a:gd name="connsiteY12" fmla="*/ 181590 h 181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979" h="181590">
                    <a:moveTo>
                      <a:pt x="77534" y="181590"/>
                    </a:moveTo>
                    <a:lnTo>
                      <a:pt x="3446" y="181590"/>
                    </a:lnTo>
                    <a:cubicBezTo>
                      <a:pt x="1554" y="181590"/>
                      <a:pt x="0" y="180037"/>
                      <a:pt x="0" y="178144"/>
                    </a:cubicBezTo>
                    <a:cubicBezTo>
                      <a:pt x="0" y="176252"/>
                      <a:pt x="1554" y="174698"/>
                      <a:pt x="3446" y="174698"/>
                    </a:cubicBezTo>
                    <a:lnTo>
                      <a:pt x="74088" y="174698"/>
                    </a:lnTo>
                    <a:lnTo>
                      <a:pt x="74088" y="6892"/>
                    </a:lnTo>
                    <a:lnTo>
                      <a:pt x="10847" y="6892"/>
                    </a:lnTo>
                    <a:cubicBezTo>
                      <a:pt x="8954" y="6892"/>
                      <a:pt x="7400" y="5338"/>
                      <a:pt x="7400" y="3446"/>
                    </a:cubicBezTo>
                    <a:cubicBezTo>
                      <a:pt x="7400" y="1553"/>
                      <a:pt x="8954" y="0"/>
                      <a:pt x="10847" y="0"/>
                    </a:cubicBezTo>
                    <a:lnTo>
                      <a:pt x="77534" y="0"/>
                    </a:lnTo>
                    <a:cubicBezTo>
                      <a:pt x="79426" y="0"/>
                      <a:pt x="80980" y="1553"/>
                      <a:pt x="80980" y="3446"/>
                    </a:cubicBezTo>
                    <a:lnTo>
                      <a:pt x="80980" y="178144"/>
                    </a:lnTo>
                    <a:cubicBezTo>
                      <a:pt x="80980" y="180037"/>
                      <a:pt x="79426" y="181590"/>
                      <a:pt x="77534" y="181590"/>
                    </a:cubicBezTo>
                    <a:close/>
                  </a:path>
                </a:pathLst>
              </a:custGeom>
              <a:solidFill>
                <a:srgbClr val="01355A"/>
              </a:solidFill>
              <a:ln w="2824" cap="flat">
                <a:noFill/>
                <a:prstDash val="solid"/>
                <a:miter/>
              </a:ln>
            </p:spPr>
            <p:txBody>
              <a:bodyPr rtlCol="1" anchor="ctr"/>
              <a:lstStyle/>
              <a:p>
                <a:endParaRPr lang="ar-SA"/>
              </a:p>
            </p:txBody>
          </p:sp>
          <p:sp>
            <p:nvSpPr>
              <p:cNvPr id="7516" name="شكل حر: شكل 8402">
                <a:extLst>
                  <a:ext uri="{FF2B5EF4-FFF2-40B4-BE49-F238E27FC236}">
                    <a16:creationId xmlns:a16="http://schemas.microsoft.com/office/drawing/2014/main" id="{0AA1B586-AA39-1DF1-4940-4398EB1331BF}"/>
                  </a:ext>
                </a:extLst>
              </p:cNvPr>
              <p:cNvSpPr/>
              <p:nvPr/>
            </p:nvSpPr>
            <p:spPr>
              <a:xfrm>
                <a:off x="10614653" y="163004"/>
                <a:ext cx="6891" cy="181590"/>
              </a:xfrm>
              <a:custGeom>
                <a:avLst/>
                <a:gdLst>
                  <a:gd name="connsiteX0" fmla="*/ 3446 w 6891"/>
                  <a:gd name="connsiteY0" fmla="*/ 181590 h 181590"/>
                  <a:gd name="connsiteX1" fmla="*/ 0 w 6891"/>
                  <a:gd name="connsiteY1" fmla="*/ 178144 h 181590"/>
                  <a:gd name="connsiteX2" fmla="*/ 0 w 6891"/>
                  <a:gd name="connsiteY2" fmla="*/ 3446 h 181590"/>
                  <a:gd name="connsiteX3" fmla="*/ 3446 w 6891"/>
                  <a:gd name="connsiteY3" fmla="*/ 0 h 181590"/>
                  <a:gd name="connsiteX4" fmla="*/ 6892 w 6891"/>
                  <a:gd name="connsiteY4" fmla="*/ 3446 h 181590"/>
                  <a:gd name="connsiteX5" fmla="*/ 6892 w 6891"/>
                  <a:gd name="connsiteY5" fmla="*/ 178144 h 181590"/>
                  <a:gd name="connsiteX6" fmla="*/ 3446 w 6891"/>
                  <a:gd name="connsiteY6" fmla="*/ 181590 h 181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181590">
                    <a:moveTo>
                      <a:pt x="3446" y="181590"/>
                    </a:moveTo>
                    <a:cubicBezTo>
                      <a:pt x="1554" y="181590"/>
                      <a:pt x="0" y="180037"/>
                      <a:pt x="0" y="178144"/>
                    </a:cubicBezTo>
                    <a:lnTo>
                      <a:pt x="0" y="3446"/>
                    </a:lnTo>
                    <a:cubicBezTo>
                      <a:pt x="0" y="1553"/>
                      <a:pt x="1554" y="0"/>
                      <a:pt x="3446" y="0"/>
                    </a:cubicBezTo>
                    <a:cubicBezTo>
                      <a:pt x="5338" y="0"/>
                      <a:pt x="6892" y="1553"/>
                      <a:pt x="6892" y="3446"/>
                    </a:cubicBezTo>
                    <a:lnTo>
                      <a:pt x="6892" y="178144"/>
                    </a:lnTo>
                    <a:cubicBezTo>
                      <a:pt x="6892" y="180037"/>
                      <a:pt x="5338" y="181590"/>
                      <a:pt x="3446" y="181590"/>
                    </a:cubicBezTo>
                    <a:close/>
                  </a:path>
                </a:pathLst>
              </a:custGeom>
              <a:solidFill>
                <a:srgbClr val="01355A"/>
              </a:solidFill>
              <a:ln w="2824" cap="flat">
                <a:noFill/>
                <a:prstDash val="solid"/>
                <a:miter/>
              </a:ln>
            </p:spPr>
            <p:txBody>
              <a:bodyPr rtlCol="1" anchor="ctr"/>
              <a:lstStyle/>
              <a:p>
                <a:endParaRPr lang="ar-SA"/>
              </a:p>
            </p:txBody>
          </p:sp>
          <p:sp>
            <p:nvSpPr>
              <p:cNvPr id="7517" name="شكل حر: شكل 8403">
                <a:extLst>
                  <a:ext uri="{FF2B5EF4-FFF2-40B4-BE49-F238E27FC236}">
                    <a16:creationId xmlns:a16="http://schemas.microsoft.com/office/drawing/2014/main" id="{D03DB6C9-2B22-F71B-4BAB-4B36EB63F2E3}"/>
                  </a:ext>
                </a:extLst>
              </p:cNvPr>
              <p:cNvSpPr/>
              <p:nvPr/>
            </p:nvSpPr>
            <p:spPr>
              <a:xfrm>
                <a:off x="10574244" y="274348"/>
                <a:ext cx="18434" cy="38922"/>
              </a:xfrm>
              <a:custGeom>
                <a:avLst/>
                <a:gdLst>
                  <a:gd name="connsiteX0" fmla="*/ 3464 w 18434"/>
                  <a:gd name="connsiteY0" fmla="*/ 38866 h 38922"/>
                  <a:gd name="connsiteX1" fmla="*/ 950 w 18434"/>
                  <a:gd name="connsiteY1" fmla="*/ 37792 h 38922"/>
                  <a:gd name="connsiteX2" fmla="*/ 1063 w 18434"/>
                  <a:gd name="connsiteY2" fmla="*/ 32934 h 38922"/>
                  <a:gd name="connsiteX3" fmla="*/ 2391 w 18434"/>
                  <a:gd name="connsiteY3" fmla="*/ 32143 h 38922"/>
                  <a:gd name="connsiteX4" fmla="*/ 11542 w 18434"/>
                  <a:gd name="connsiteY4" fmla="*/ 19150 h 38922"/>
                  <a:gd name="connsiteX5" fmla="*/ 3464 w 18434"/>
                  <a:gd name="connsiteY5" fmla="*/ 6609 h 38922"/>
                  <a:gd name="connsiteX6" fmla="*/ 3323 w 18434"/>
                  <a:gd name="connsiteY6" fmla="*/ 6553 h 38922"/>
                  <a:gd name="connsiteX7" fmla="*/ 2419 w 18434"/>
                  <a:gd name="connsiteY7" fmla="*/ 5932 h 38922"/>
                  <a:gd name="connsiteX8" fmla="*/ 2306 w 18434"/>
                  <a:gd name="connsiteY8" fmla="*/ 1073 h 38922"/>
                  <a:gd name="connsiteX9" fmla="*/ 5300 w 18434"/>
                  <a:gd name="connsiteY9" fmla="*/ 28 h 38922"/>
                  <a:gd name="connsiteX10" fmla="*/ 6571 w 18434"/>
                  <a:gd name="connsiteY10" fmla="*/ 480 h 38922"/>
                  <a:gd name="connsiteX11" fmla="*/ 18434 w 18434"/>
                  <a:gd name="connsiteY11" fmla="*/ 19179 h 38922"/>
                  <a:gd name="connsiteX12" fmla="*/ 4848 w 18434"/>
                  <a:gd name="connsiteY12" fmla="*/ 38612 h 38922"/>
                  <a:gd name="connsiteX13" fmla="*/ 3464 w 18434"/>
                  <a:gd name="connsiteY13" fmla="*/ 38922 h 38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434" h="38922">
                    <a:moveTo>
                      <a:pt x="3464" y="38866"/>
                    </a:moveTo>
                    <a:cubicBezTo>
                      <a:pt x="2532" y="38866"/>
                      <a:pt x="1600" y="38470"/>
                      <a:pt x="950" y="37792"/>
                    </a:cubicBezTo>
                    <a:cubicBezTo>
                      <a:pt x="-349" y="36408"/>
                      <a:pt x="-321" y="34233"/>
                      <a:pt x="1063" y="32934"/>
                    </a:cubicBezTo>
                    <a:cubicBezTo>
                      <a:pt x="1459" y="32567"/>
                      <a:pt x="1910" y="32285"/>
                      <a:pt x="2391" y="32143"/>
                    </a:cubicBezTo>
                    <a:cubicBezTo>
                      <a:pt x="7870" y="30194"/>
                      <a:pt x="11542" y="24997"/>
                      <a:pt x="11542" y="19150"/>
                    </a:cubicBezTo>
                    <a:cubicBezTo>
                      <a:pt x="11542" y="13756"/>
                      <a:pt x="8379" y="8813"/>
                      <a:pt x="3464" y="6609"/>
                    </a:cubicBezTo>
                    <a:cubicBezTo>
                      <a:pt x="3407" y="6609"/>
                      <a:pt x="3379" y="6553"/>
                      <a:pt x="3323" y="6553"/>
                    </a:cubicBezTo>
                    <a:cubicBezTo>
                      <a:pt x="2984" y="6412"/>
                      <a:pt x="2701" y="6186"/>
                      <a:pt x="2419" y="5932"/>
                    </a:cubicBezTo>
                    <a:cubicBezTo>
                      <a:pt x="1035" y="4632"/>
                      <a:pt x="979" y="2429"/>
                      <a:pt x="2306" y="1073"/>
                    </a:cubicBezTo>
                    <a:cubicBezTo>
                      <a:pt x="3069" y="282"/>
                      <a:pt x="4198" y="-113"/>
                      <a:pt x="5300" y="28"/>
                    </a:cubicBezTo>
                    <a:cubicBezTo>
                      <a:pt x="5752" y="85"/>
                      <a:pt x="6175" y="254"/>
                      <a:pt x="6571" y="480"/>
                    </a:cubicBezTo>
                    <a:cubicBezTo>
                      <a:pt x="13774" y="3841"/>
                      <a:pt x="18434" y="11157"/>
                      <a:pt x="18434" y="19179"/>
                    </a:cubicBezTo>
                    <a:cubicBezTo>
                      <a:pt x="18434" y="27850"/>
                      <a:pt x="12983" y="35646"/>
                      <a:pt x="4848" y="38612"/>
                    </a:cubicBezTo>
                    <a:cubicBezTo>
                      <a:pt x="4396" y="38809"/>
                      <a:pt x="3916" y="38922"/>
                      <a:pt x="3464" y="38922"/>
                    </a:cubicBezTo>
                    <a:close/>
                  </a:path>
                </a:pathLst>
              </a:custGeom>
              <a:solidFill>
                <a:srgbClr val="01355A"/>
              </a:solidFill>
              <a:ln w="2824" cap="flat">
                <a:noFill/>
                <a:prstDash val="solid"/>
                <a:miter/>
              </a:ln>
            </p:spPr>
            <p:txBody>
              <a:bodyPr rtlCol="1" anchor="ctr"/>
              <a:lstStyle/>
              <a:p>
                <a:endParaRPr lang="ar-SA"/>
              </a:p>
            </p:txBody>
          </p:sp>
        </p:grpSp>
        <p:grpSp>
          <p:nvGrpSpPr>
            <p:cNvPr id="7503" name="رسم 8014">
              <a:extLst>
                <a:ext uri="{FF2B5EF4-FFF2-40B4-BE49-F238E27FC236}">
                  <a16:creationId xmlns:a16="http://schemas.microsoft.com/office/drawing/2014/main" id="{F7BF6128-1ACD-0C2B-787C-DDACFEBE7301}"/>
                </a:ext>
              </a:extLst>
            </p:cNvPr>
            <p:cNvGrpSpPr/>
            <p:nvPr/>
          </p:nvGrpSpPr>
          <p:grpSpPr>
            <a:xfrm>
              <a:off x="10377105" y="117303"/>
              <a:ext cx="186536" cy="273020"/>
              <a:chOff x="10377105" y="117303"/>
              <a:chExt cx="186536" cy="273020"/>
            </a:xfrm>
          </p:grpSpPr>
          <p:sp>
            <p:nvSpPr>
              <p:cNvPr id="7504" name="شكل حر: شكل 8405">
                <a:extLst>
                  <a:ext uri="{FF2B5EF4-FFF2-40B4-BE49-F238E27FC236}">
                    <a16:creationId xmlns:a16="http://schemas.microsoft.com/office/drawing/2014/main" id="{D72EF126-0E9F-F37B-B06D-55EA7E4F58A3}"/>
                  </a:ext>
                </a:extLst>
              </p:cNvPr>
              <p:cNvSpPr/>
              <p:nvPr/>
            </p:nvSpPr>
            <p:spPr>
              <a:xfrm>
                <a:off x="10399733" y="117303"/>
                <a:ext cx="163908" cy="273020"/>
              </a:xfrm>
              <a:custGeom>
                <a:avLst/>
                <a:gdLst>
                  <a:gd name="connsiteX0" fmla="*/ 134477 w 163908"/>
                  <a:gd name="connsiteY0" fmla="*/ 273021 h 273020"/>
                  <a:gd name="connsiteX1" fmla="*/ 29488 w 163908"/>
                  <a:gd name="connsiteY1" fmla="*/ 273021 h 273020"/>
                  <a:gd name="connsiteX2" fmla="*/ 8700 w 163908"/>
                  <a:gd name="connsiteY2" fmla="*/ 253136 h 273020"/>
                  <a:gd name="connsiteX3" fmla="*/ 0 w 163908"/>
                  <a:gd name="connsiteY3" fmla="*/ 55079 h 273020"/>
                  <a:gd name="connsiteX4" fmla="*/ 0 w 163908"/>
                  <a:gd name="connsiteY4" fmla="*/ 20789 h 273020"/>
                  <a:gd name="connsiteX5" fmla="*/ 20789 w 163908"/>
                  <a:gd name="connsiteY5" fmla="*/ 0 h 273020"/>
                  <a:gd name="connsiteX6" fmla="*/ 143120 w 163908"/>
                  <a:gd name="connsiteY6" fmla="*/ 0 h 273020"/>
                  <a:gd name="connsiteX7" fmla="*/ 163909 w 163908"/>
                  <a:gd name="connsiteY7" fmla="*/ 20789 h 273020"/>
                  <a:gd name="connsiteX8" fmla="*/ 163909 w 163908"/>
                  <a:gd name="connsiteY8" fmla="*/ 54909 h 273020"/>
                  <a:gd name="connsiteX9" fmla="*/ 155209 w 163908"/>
                  <a:gd name="connsiteY9" fmla="*/ 253108 h 273020"/>
                  <a:gd name="connsiteX10" fmla="*/ 134420 w 163908"/>
                  <a:gd name="connsiteY10" fmla="*/ 272992 h 273020"/>
                  <a:gd name="connsiteX11" fmla="*/ 20817 w 163908"/>
                  <a:gd name="connsiteY11" fmla="*/ 6892 h 273020"/>
                  <a:gd name="connsiteX12" fmla="*/ 6920 w 163908"/>
                  <a:gd name="connsiteY12" fmla="*/ 20789 h 273020"/>
                  <a:gd name="connsiteX13" fmla="*/ 6920 w 163908"/>
                  <a:gd name="connsiteY13" fmla="*/ 54909 h 273020"/>
                  <a:gd name="connsiteX14" fmla="*/ 15620 w 163908"/>
                  <a:gd name="connsiteY14" fmla="*/ 252797 h 273020"/>
                  <a:gd name="connsiteX15" fmla="*/ 29516 w 163908"/>
                  <a:gd name="connsiteY15" fmla="*/ 266101 h 273020"/>
                  <a:gd name="connsiteX16" fmla="*/ 134505 w 163908"/>
                  <a:gd name="connsiteY16" fmla="*/ 266101 h 273020"/>
                  <a:gd name="connsiteX17" fmla="*/ 148402 w 163908"/>
                  <a:gd name="connsiteY17" fmla="*/ 252797 h 273020"/>
                  <a:gd name="connsiteX18" fmla="*/ 157102 w 163908"/>
                  <a:gd name="connsiteY18" fmla="*/ 54740 h 273020"/>
                  <a:gd name="connsiteX19" fmla="*/ 157102 w 163908"/>
                  <a:gd name="connsiteY19" fmla="*/ 20760 h 273020"/>
                  <a:gd name="connsiteX20" fmla="*/ 143204 w 163908"/>
                  <a:gd name="connsiteY20" fmla="*/ 6864 h 273020"/>
                  <a:gd name="connsiteX21" fmla="*/ 20874 w 163908"/>
                  <a:gd name="connsiteY21" fmla="*/ 6864 h 273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3908" h="273020">
                    <a:moveTo>
                      <a:pt x="134477" y="273021"/>
                    </a:moveTo>
                    <a:lnTo>
                      <a:pt x="29488" y="273021"/>
                    </a:lnTo>
                    <a:cubicBezTo>
                      <a:pt x="18331" y="273021"/>
                      <a:pt x="9208" y="264293"/>
                      <a:pt x="8700" y="253136"/>
                    </a:cubicBezTo>
                    <a:lnTo>
                      <a:pt x="0" y="55079"/>
                    </a:lnTo>
                    <a:lnTo>
                      <a:pt x="0" y="20789"/>
                    </a:lnTo>
                    <a:cubicBezTo>
                      <a:pt x="0" y="9321"/>
                      <a:pt x="9321" y="0"/>
                      <a:pt x="20789" y="0"/>
                    </a:cubicBezTo>
                    <a:lnTo>
                      <a:pt x="143120" y="0"/>
                    </a:lnTo>
                    <a:cubicBezTo>
                      <a:pt x="154587" y="0"/>
                      <a:pt x="163909" y="9321"/>
                      <a:pt x="163909" y="20789"/>
                    </a:cubicBezTo>
                    <a:lnTo>
                      <a:pt x="163909" y="54909"/>
                    </a:lnTo>
                    <a:lnTo>
                      <a:pt x="155209" y="253108"/>
                    </a:lnTo>
                    <a:cubicBezTo>
                      <a:pt x="154729" y="264265"/>
                      <a:pt x="145606" y="272992"/>
                      <a:pt x="134420" y="272992"/>
                    </a:cubicBezTo>
                    <a:close/>
                    <a:moveTo>
                      <a:pt x="20817" y="6892"/>
                    </a:moveTo>
                    <a:cubicBezTo>
                      <a:pt x="13163" y="6892"/>
                      <a:pt x="6920" y="13134"/>
                      <a:pt x="6920" y="20789"/>
                    </a:cubicBezTo>
                    <a:lnTo>
                      <a:pt x="6920" y="54909"/>
                    </a:lnTo>
                    <a:lnTo>
                      <a:pt x="15620" y="252797"/>
                    </a:lnTo>
                    <a:cubicBezTo>
                      <a:pt x="15959" y="260254"/>
                      <a:pt x="22060" y="266101"/>
                      <a:pt x="29516" y="266101"/>
                    </a:cubicBezTo>
                    <a:lnTo>
                      <a:pt x="134505" y="266101"/>
                    </a:lnTo>
                    <a:cubicBezTo>
                      <a:pt x="141962" y="266101"/>
                      <a:pt x="148063" y="260254"/>
                      <a:pt x="148402" y="252797"/>
                    </a:cubicBezTo>
                    <a:lnTo>
                      <a:pt x="157102" y="54740"/>
                    </a:lnTo>
                    <a:lnTo>
                      <a:pt x="157102" y="20760"/>
                    </a:lnTo>
                    <a:cubicBezTo>
                      <a:pt x="157102" y="13106"/>
                      <a:pt x="150859" y="6864"/>
                      <a:pt x="143204" y="6864"/>
                    </a:cubicBezTo>
                    <a:lnTo>
                      <a:pt x="20874" y="6864"/>
                    </a:lnTo>
                    <a:close/>
                  </a:path>
                </a:pathLst>
              </a:custGeom>
              <a:solidFill>
                <a:srgbClr val="17A3A3"/>
              </a:solidFill>
              <a:ln w="2824" cap="flat">
                <a:noFill/>
                <a:prstDash val="solid"/>
                <a:miter/>
              </a:ln>
            </p:spPr>
            <p:txBody>
              <a:bodyPr rtlCol="1" anchor="ctr"/>
              <a:lstStyle/>
              <a:p>
                <a:endParaRPr lang="ar-SA"/>
              </a:p>
            </p:txBody>
          </p:sp>
          <p:sp>
            <p:nvSpPr>
              <p:cNvPr id="7505" name="شكل حر: شكل 8406">
                <a:extLst>
                  <a:ext uri="{FF2B5EF4-FFF2-40B4-BE49-F238E27FC236}">
                    <a16:creationId xmlns:a16="http://schemas.microsoft.com/office/drawing/2014/main" id="{4F13755C-BE17-5C7D-87DE-F3765501A9CB}"/>
                  </a:ext>
                </a:extLst>
              </p:cNvPr>
              <p:cNvSpPr/>
              <p:nvPr/>
            </p:nvSpPr>
            <p:spPr>
              <a:xfrm>
                <a:off x="10399733" y="168794"/>
                <a:ext cx="135691" cy="6891"/>
              </a:xfrm>
              <a:custGeom>
                <a:avLst/>
                <a:gdLst>
                  <a:gd name="connsiteX0" fmla="*/ 132245 w 135691"/>
                  <a:gd name="connsiteY0" fmla="*/ 6892 h 6891"/>
                  <a:gd name="connsiteX1" fmla="*/ 3446 w 135691"/>
                  <a:gd name="connsiteY1" fmla="*/ 6892 h 6891"/>
                  <a:gd name="connsiteX2" fmla="*/ 0 w 135691"/>
                  <a:gd name="connsiteY2" fmla="*/ 3446 h 6891"/>
                  <a:gd name="connsiteX3" fmla="*/ 3446 w 135691"/>
                  <a:gd name="connsiteY3" fmla="*/ 0 h 6891"/>
                  <a:gd name="connsiteX4" fmla="*/ 132245 w 135691"/>
                  <a:gd name="connsiteY4" fmla="*/ 0 h 6891"/>
                  <a:gd name="connsiteX5" fmla="*/ 135691 w 135691"/>
                  <a:gd name="connsiteY5" fmla="*/ 3446 h 6891"/>
                  <a:gd name="connsiteX6" fmla="*/ 132245 w 135691"/>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691" h="6891">
                    <a:moveTo>
                      <a:pt x="132245" y="6892"/>
                    </a:moveTo>
                    <a:lnTo>
                      <a:pt x="3446" y="6892"/>
                    </a:lnTo>
                    <a:cubicBezTo>
                      <a:pt x="1554" y="6892"/>
                      <a:pt x="0" y="5338"/>
                      <a:pt x="0" y="3446"/>
                    </a:cubicBezTo>
                    <a:cubicBezTo>
                      <a:pt x="0" y="1554"/>
                      <a:pt x="1554" y="0"/>
                      <a:pt x="3446" y="0"/>
                    </a:cubicBezTo>
                    <a:lnTo>
                      <a:pt x="132245" y="0"/>
                    </a:lnTo>
                    <a:cubicBezTo>
                      <a:pt x="134138" y="0"/>
                      <a:pt x="135691" y="1554"/>
                      <a:pt x="135691" y="3446"/>
                    </a:cubicBezTo>
                    <a:cubicBezTo>
                      <a:pt x="135691" y="5338"/>
                      <a:pt x="134138" y="6892"/>
                      <a:pt x="132245" y="6892"/>
                    </a:cubicBezTo>
                    <a:close/>
                  </a:path>
                </a:pathLst>
              </a:custGeom>
              <a:solidFill>
                <a:srgbClr val="17A3A3"/>
              </a:solidFill>
              <a:ln w="2824" cap="flat">
                <a:noFill/>
                <a:prstDash val="solid"/>
                <a:miter/>
              </a:ln>
            </p:spPr>
            <p:txBody>
              <a:bodyPr rtlCol="1" anchor="ctr"/>
              <a:lstStyle/>
              <a:p>
                <a:endParaRPr lang="ar-SA"/>
              </a:p>
            </p:txBody>
          </p:sp>
          <p:sp>
            <p:nvSpPr>
              <p:cNvPr id="7506" name="شكل حر: شكل 8407">
                <a:extLst>
                  <a:ext uri="{FF2B5EF4-FFF2-40B4-BE49-F238E27FC236}">
                    <a16:creationId xmlns:a16="http://schemas.microsoft.com/office/drawing/2014/main" id="{6D69E92A-ECB5-D782-0EEB-8FD884AAC746}"/>
                  </a:ext>
                </a:extLst>
              </p:cNvPr>
              <p:cNvSpPr/>
              <p:nvPr/>
            </p:nvSpPr>
            <p:spPr>
              <a:xfrm>
                <a:off x="10425663" y="191617"/>
                <a:ext cx="112049" cy="70359"/>
              </a:xfrm>
              <a:custGeom>
                <a:avLst/>
                <a:gdLst>
                  <a:gd name="connsiteX0" fmla="*/ 96571 w 112049"/>
                  <a:gd name="connsiteY0" fmla="*/ 70359 h 70359"/>
                  <a:gd name="connsiteX1" fmla="*/ 15478 w 112049"/>
                  <a:gd name="connsiteY1" fmla="*/ 70359 h 70359"/>
                  <a:gd name="connsiteX2" fmla="*/ 0 w 112049"/>
                  <a:gd name="connsiteY2" fmla="*/ 54881 h 70359"/>
                  <a:gd name="connsiteX3" fmla="*/ 0 w 112049"/>
                  <a:gd name="connsiteY3" fmla="*/ 15479 h 70359"/>
                  <a:gd name="connsiteX4" fmla="*/ 15478 w 112049"/>
                  <a:gd name="connsiteY4" fmla="*/ 0 h 70359"/>
                  <a:gd name="connsiteX5" fmla="*/ 96571 w 112049"/>
                  <a:gd name="connsiteY5" fmla="*/ 0 h 70359"/>
                  <a:gd name="connsiteX6" fmla="*/ 112050 w 112049"/>
                  <a:gd name="connsiteY6" fmla="*/ 15479 h 70359"/>
                  <a:gd name="connsiteX7" fmla="*/ 112050 w 112049"/>
                  <a:gd name="connsiteY7" fmla="*/ 54881 h 70359"/>
                  <a:gd name="connsiteX8" fmla="*/ 96571 w 112049"/>
                  <a:gd name="connsiteY8" fmla="*/ 70359 h 70359"/>
                  <a:gd name="connsiteX9" fmla="*/ 15478 w 112049"/>
                  <a:gd name="connsiteY9" fmla="*/ 6864 h 70359"/>
                  <a:gd name="connsiteX10" fmla="*/ 6892 w 112049"/>
                  <a:gd name="connsiteY10" fmla="*/ 15450 h 70359"/>
                  <a:gd name="connsiteX11" fmla="*/ 6892 w 112049"/>
                  <a:gd name="connsiteY11" fmla="*/ 54853 h 70359"/>
                  <a:gd name="connsiteX12" fmla="*/ 15478 w 112049"/>
                  <a:gd name="connsiteY12" fmla="*/ 63439 h 70359"/>
                  <a:gd name="connsiteX13" fmla="*/ 96571 w 112049"/>
                  <a:gd name="connsiteY13" fmla="*/ 63439 h 70359"/>
                  <a:gd name="connsiteX14" fmla="*/ 105158 w 112049"/>
                  <a:gd name="connsiteY14" fmla="*/ 54853 h 70359"/>
                  <a:gd name="connsiteX15" fmla="*/ 105158 w 112049"/>
                  <a:gd name="connsiteY15" fmla="*/ 15450 h 70359"/>
                  <a:gd name="connsiteX16" fmla="*/ 96571 w 112049"/>
                  <a:gd name="connsiteY16" fmla="*/ 6864 h 70359"/>
                  <a:gd name="connsiteX17" fmla="*/ 15478 w 112049"/>
                  <a:gd name="connsiteY17" fmla="*/ 6864 h 70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2049" h="70359">
                    <a:moveTo>
                      <a:pt x="96571" y="70359"/>
                    </a:moveTo>
                    <a:lnTo>
                      <a:pt x="15478" y="70359"/>
                    </a:lnTo>
                    <a:cubicBezTo>
                      <a:pt x="6948" y="70359"/>
                      <a:pt x="0" y="63411"/>
                      <a:pt x="0" y="54881"/>
                    </a:cubicBezTo>
                    <a:lnTo>
                      <a:pt x="0" y="15479"/>
                    </a:lnTo>
                    <a:cubicBezTo>
                      <a:pt x="0" y="6948"/>
                      <a:pt x="6948" y="0"/>
                      <a:pt x="15478" y="0"/>
                    </a:cubicBezTo>
                    <a:lnTo>
                      <a:pt x="96571" y="0"/>
                    </a:lnTo>
                    <a:cubicBezTo>
                      <a:pt x="105101" y="0"/>
                      <a:pt x="112050" y="6948"/>
                      <a:pt x="112050" y="15479"/>
                    </a:cubicBezTo>
                    <a:lnTo>
                      <a:pt x="112050" y="54881"/>
                    </a:lnTo>
                    <a:cubicBezTo>
                      <a:pt x="112050" y="63411"/>
                      <a:pt x="105101" y="70359"/>
                      <a:pt x="96571" y="70359"/>
                    </a:cubicBezTo>
                    <a:close/>
                    <a:moveTo>
                      <a:pt x="15478" y="6864"/>
                    </a:moveTo>
                    <a:cubicBezTo>
                      <a:pt x="10733" y="6864"/>
                      <a:pt x="6892" y="10705"/>
                      <a:pt x="6892" y="15450"/>
                    </a:cubicBezTo>
                    <a:lnTo>
                      <a:pt x="6892" y="54853"/>
                    </a:lnTo>
                    <a:cubicBezTo>
                      <a:pt x="6892" y="59598"/>
                      <a:pt x="10733" y="63439"/>
                      <a:pt x="15478" y="63439"/>
                    </a:cubicBezTo>
                    <a:lnTo>
                      <a:pt x="96571" y="63439"/>
                    </a:lnTo>
                    <a:cubicBezTo>
                      <a:pt x="101316" y="63439"/>
                      <a:pt x="105158" y="59598"/>
                      <a:pt x="105158" y="54853"/>
                    </a:cubicBezTo>
                    <a:lnTo>
                      <a:pt x="105158" y="15450"/>
                    </a:lnTo>
                    <a:cubicBezTo>
                      <a:pt x="105158" y="10705"/>
                      <a:pt x="101316" y="6864"/>
                      <a:pt x="96571" y="6864"/>
                    </a:cubicBezTo>
                    <a:lnTo>
                      <a:pt x="15478" y="6864"/>
                    </a:lnTo>
                    <a:close/>
                  </a:path>
                </a:pathLst>
              </a:custGeom>
              <a:solidFill>
                <a:srgbClr val="17A3A3"/>
              </a:solidFill>
              <a:ln w="2824" cap="flat">
                <a:noFill/>
                <a:prstDash val="solid"/>
                <a:miter/>
              </a:ln>
            </p:spPr>
            <p:txBody>
              <a:bodyPr rtlCol="1" anchor="ctr"/>
              <a:lstStyle/>
              <a:p>
                <a:endParaRPr lang="ar-SA"/>
              </a:p>
            </p:txBody>
          </p:sp>
          <p:grpSp>
            <p:nvGrpSpPr>
              <p:cNvPr id="7507" name="رسم 8014">
                <a:extLst>
                  <a:ext uri="{FF2B5EF4-FFF2-40B4-BE49-F238E27FC236}">
                    <a16:creationId xmlns:a16="http://schemas.microsoft.com/office/drawing/2014/main" id="{A40F3C1D-181D-5E41-94F1-10E438B698B1}"/>
                  </a:ext>
                </a:extLst>
              </p:cNvPr>
              <p:cNvGrpSpPr/>
              <p:nvPr/>
            </p:nvGrpSpPr>
            <p:grpSpPr>
              <a:xfrm>
                <a:off x="10438542" y="279517"/>
                <a:ext cx="86346" cy="86346"/>
                <a:chOff x="10438542" y="279517"/>
                <a:chExt cx="86346" cy="86346"/>
              </a:xfrm>
              <a:solidFill>
                <a:srgbClr val="17A3A3"/>
              </a:solidFill>
            </p:grpSpPr>
            <p:sp>
              <p:nvSpPr>
                <p:cNvPr id="7509" name="شكل حر: شكل 8409">
                  <a:extLst>
                    <a:ext uri="{FF2B5EF4-FFF2-40B4-BE49-F238E27FC236}">
                      <a16:creationId xmlns:a16="http://schemas.microsoft.com/office/drawing/2014/main" id="{FF18E1E8-6047-325E-6B67-6139CE00DCDC}"/>
                    </a:ext>
                  </a:extLst>
                </p:cNvPr>
                <p:cNvSpPr/>
                <p:nvPr/>
              </p:nvSpPr>
              <p:spPr>
                <a:xfrm>
                  <a:off x="10438542" y="279517"/>
                  <a:ext cx="28076" cy="17879"/>
                </a:xfrm>
                <a:custGeom>
                  <a:avLst/>
                  <a:gdLst>
                    <a:gd name="connsiteX0" fmla="*/ 24630 w 28076"/>
                    <a:gd name="connsiteY0" fmla="*/ 17879 h 17879"/>
                    <a:gd name="connsiteX1" fmla="*/ 3446 w 28076"/>
                    <a:gd name="connsiteY1" fmla="*/ 17879 h 17879"/>
                    <a:gd name="connsiteX2" fmla="*/ 0 w 28076"/>
                    <a:gd name="connsiteY2" fmla="*/ 14433 h 17879"/>
                    <a:gd name="connsiteX3" fmla="*/ 0 w 28076"/>
                    <a:gd name="connsiteY3" fmla="*/ 3446 h 17879"/>
                    <a:gd name="connsiteX4" fmla="*/ 3446 w 28076"/>
                    <a:gd name="connsiteY4" fmla="*/ 0 h 17879"/>
                    <a:gd name="connsiteX5" fmla="*/ 6892 w 28076"/>
                    <a:gd name="connsiteY5" fmla="*/ 3446 h 17879"/>
                    <a:gd name="connsiteX6" fmla="*/ 6892 w 28076"/>
                    <a:gd name="connsiteY6" fmla="*/ 10987 h 17879"/>
                    <a:gd name="connsiteX7" fmla="*/ 24630 w 28076"/>
                    <a:gd name="connsiteY7" fmla="*/ 10987 h 17879"/>
                    <a:gd name="connsiteX8" fmla="*/ 28077 w 28076"/>
                    <a:gd name="connsiteY8" fmla="*/ 14433 h 17879"/>
                    <a:gd name="connsiteX9" fmla="*/ 24630 w 28076"/>
                    <a:gd name="connsiteY9" fmla="*/ 17879 h 17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76" h="17879">
                      <a:moveTo>
                        <a:pt x="24630" y="17879"/>
                      </a:moveTo>
                      <a:lnTo>
                        <a:pt x="3446" y="17879"/>
                      </a:lnTo>
                      <a:cubicBezTo>
                        <a:pt x="1554" y="17879"/>
                        <a:pt x="0" y="16326"/>
                        <a:pt x="0" y="14433"/>
                      </a:cubicBezTo>
                      <a:lnTo>
                        <a:pt x="0" y="3446"/>
                      </a:lnTo>
                      <a:cubicBezTo>
                        <a:pt x="0" y="1554"/>
                        <a:pt x="1554" y="0"/>
                        <a:pt x="3446" y="0"/>
                      </a:cubicBezTo>
                      <a:cubicBezTo>
                        <a:pt x="5339" y="0"/>
                        <a:pt x="6892" y="1554"/>
                        <a:pt x="6892" y="3446"/>
                      </a:cubicBezTo>
                      <a:lnTo>
                        <a:pt x="6892" y="10987"/>
                      </a:lnTo>
                      <a:lnTo>
                        <a:pt x="24630" y="10987"/>
                      </a:lnTo>
                      <a:cubicBezTo>
                        <a:pt x="26523" y="10987"/>
                        <a:pt x="28077" y="12541"/>
                        <a:pt x="28077" y="14433"/>
                      </a:cubicBezTo>
                      <a:cubicBezTo>
                        <a:pt x="28077" y="16326"/>
                        <a:pt x="26523" y="17879"/>
                        <a:pt x="24630" y="17879"/>
                      </a:cubicBezTo>
                      <a:close/>
                    </a:path>
                  </a:pathLst>
                </a:custGeom>
                <a:solidFill>
                  <a:srgbClr val="17A3A3"/>
                </a:solidFill>
                <a:ln w="2824" cap="flat">
                  <a:noFill/>
                  <a:prstDash val="solid"/>
                  <a:miter/>
                </a:ln>
              </p:spPr>
              <p:txBody>
                <a:bodyPr rtlCol="1" anchor="ctr"/>
                <a:lstStyle/>
                <a:p>
                  <a:endParaRPr lang="ar-SA"/>
                </a:p>
              </p:txBody>
            </p:sp>
            <p:sp>
              <p:nvSpPr>
                <p:cNvPr id="7510" name="شكل حر: شكل 8410">
                  <a:extLst>
                    <a:ext uri="{FF2B5EF4-FFF2-40B4-BE49-F238E27FC236}">
                      <a16:creationId xmlns:a16="http://schemas.microsoft.com/office/drawing/2014/main" id="{98E5AD21-7A8A-E08A-6A4D-DCCD7E635D43}"/>
                    </a:ext>
                  </a:extLst>
                </p:cNvPr>
                <p:cNvSpPr/>
                <p:nvPr/>
              </p:nvSpPr>
              <p:spPr>
                <a:xfrm>
                  <a:off x="10496813" y="279517"/>
                  <a:ext cx="28075" cy="17879"/>
                </a:xfrm>
                <a:custGeom>
                  <a:avLst/>
                  <a:gdLst>
                    <a:gd name="connsiteX0" fmla="*/ 24630 w 28075"/>
                    <a:gd name="connsiteY0" fmla="*/ 17879 h 17879"/>
                    <a:gd name="connsiteX1" fmla="*/ 3446 w 28075"/>
                    <a:gd name="connsiteY1" fmla="*/ 17879 h 17879"/>
                    <a:gd name="connsiteX2" fmla="*/ 0 w 28075"/>
                    <a:gd name="connsiteY2" fmla="*/ 14433 h 17879"/>
                    <a:gd name="connsiteX3" fmla="*/ 0 w 28075"/>
                    <a:gd name="connsiteY3" fmla="*/ 3446 h 17879"/>
                    <a:gd name="connsiteX4" fmla="*/ 3446 w 28075"/>
                    <a:gd name="connsiteY4" fmla="*/ 0 h 17879"/>
                    <a:gd name="connsiteX5" fmla="*/ 6892 w 28075"/>
                    <a:gd name="connsiteY5" fmla="*/ 3446 h 17879"/>
                    <a:gd name="connsiteX6" fmla="*/ 6892 w 28075"/>
                    <a:gd name="connsiteY6" fmla="*/ 10987 h 17879"/>
                    <a:gd name="connsiteX7" fmla="*/ 24630 w 28075"/>
                    <a:gd name="connsiteY7" fmla="*/ 10987 h 17879"/>
                    <a:gd name="connsiteX8" fmla="*/ 28076 w 28075"/>
                    <a:gd name="connsiteY8" fmla="*/ 14433 h 17879"/>
                    <a:gd name="connsiteX9" fmla="*/ 24630 w 28075"/>
                    <a:gd name="connsiteY9" fmla="*/ 17879 h 17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75" h="17879">
                      <a:moveTo>
                        <a:pt x="24630" y="17879"/>
                      </a:moveTo>
                      <a:lnTo>
                        <a:pt x="3446" y="17879"/>
                      </a:lnTo>
                      <a:cubicBezTo>
                        <a:pt x="1554" y="17879"/>
                        <a:pt x="0" y="16326"/>
                        <a:pt x="0" y="14433"/>
                      </a:cubicBezTo>
                      <a:lnTo>
                        <a:pt x="0" y="3446"/>
                      </a:lnTo>
                      <a:cubicBezTo>
                        <a:pt x="0" y="1554"/>
                        <a:pt x="1554" y="0"/>
                        <a:pt x="3446" y="0"/>
                      </a:cubicBezTo>
                      <a:cubicBezTo>
                        <a:pt x="5338" y="0"/>
                        <a:pt x="6892" y="1554"/>
                        <a:pt x="6892" y="3446"/>
                      </a:cubicBezTo>
                      <a:lnTo>
                        <a:pt x="6892" y="10987"/>
                      </a:lnTo>
                      <a:lnTo>
                        <a:pt x="24630" y="10987"/>
                      </a:lnTo>
                      <a:cubicBezTo>
                        <a:pt x="26522" y="10987"/>
                        <a:pt x="28076" y="12541"/>
                        <a:pt x="28076" y="14433"/>
                      </a:cubicBezTo>
                      <a:cubicBezTo>
                        <a:pt x="28076" y="16326"/>
                        <a:pt x="26522" y="17879"/>
                        <a:pt x="24630" y="17879"/>
                      </a:cubicBezTo>
                      <a:close/>
                    </a:path>
                  </a:pathLst>
                </a:custGeom>
                <a:solidFill>
                  <a:srgbClr val="17A3A3"/>
                </a:solidFill>
                <a:ln w="2824" cap="flat">
                  <a:noFill/>
                  <a:prstDash val="solid"/>
                  <a:miter/>
                </a:ln>
              </p:spPr>
              <p:txBody>
                <a:bodyPr rtlCol="1" anchor="ctr"/>
                <a:lstStyle/>
                <a:p>
                  <a:endParaRPr lang="ar-SA"/>
                </a:p>
              </p:txBody>
            </p:sp>
            <p:sp>
              <p:nvSpPr>
                <p:cNvPr id="7511" name="شكل حر: شكل 8411">
                  <a:extLst>
                    <a:ext uri="{FF2B5EF4-FFF2-40B4-BE49-F238E27FC236}">
                      <a16:creationId xmlns:a16="http://schemas.microsoft.com/office/drawing/2014/main" id="{CE7C94E2-8B22-DE0C-5848-5F9A05CEE178}"/>
                    </a:ext>
                  </a:extLst>
                </p:cNvPr>
                <p:cNvSpPr/>
                <p:nvPr/>
              </p:nvSpPr>
              <p:spPr>
                <a:xfrm>
                  <a:off x="10438542" y="313750"/>
                  <a:ext cx="28076" cy="17879"/>
                </a:xfrm>
                <a:custGeom>
                  <a:avLst/>
                  <a:gdLst>
                    <a:gd name="connsiteX0" fmla="*/ 24630 w 28076"/>
                    <a:gd name="connsiteY0" fmla="*/ 17879 h 17879"/>
                    <a:gd name="connsiteX1" fmla="*/ 3446 w 28076"/>
                    <a:gd name="connsiteY1" fmla="*/ 17879 h 17879"/>
                    <a:gd name="connsiteX2" fmla="*/ 0 w 28076"/>
                    <a:gd name="connsiteY2" fmla="*/ 14433 h 17879"/>
                    <a:gd name="connsiteX3" fmla="*/ 0 w 28076"/>
                    <a:gd name="connsiteY3" fmla="*/ 3446 h 17879"/>
                    <a:gd name="connsiteX4" fmla="*/ 3446 w 28076"/>
                    <a:gd name="connsiteY4" fmla="*/ 0 h 17879"/>
                    <a:gd name="connsiteX5" fmla="*/ 6892 w 28076"/>
                    <a:gd name="connsiteY5" fmla="*/ 3446 h 17879"/>
                    <a:gd name="connsiteX6" fmla="*/ 6892 w 28076"/>
                    <a:gd name="connsiteY6" fmla="*/ 10987 h 17879"/>
                    <a:gd name="connsiteX7" fmla="*/ 24630 w 28076"/>
                    <a:gd name="connsiteY7" fmla="*/ 10987 h 17879"/>
                    <a:gd name="connsiteX8" fmla="*/ 28077 w 28076"/>
                    <a:gd name="connsiteY8" fmla="*/ 14433 h 17879"/>
                    <a:gd name="connsiteX9" fmla="*/ 24630 w 28076"/>
                    <a:gd name="connsiteY9" fmla="*/ 17879 h 17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76" h="17879">
                      <a:moveTo>
                        <a:pt x="24630" y="17879"/>
                      </a:moveTo>
                      <a:lnTo>
                        <a:pt x="3446" y="17879"/>
                      </a:lnTo>
                      <a:cubicBezTo>
                        <a:pt x="1554" y="17879"/>
                        <a:pt x="0" y="16326"/>
                        <a:pt x="0" y="14433"/>
                      </a:cubicBezTo>
                      <a:lnTo>
                        <a:pt x="0" y="3446"/>
                      </a:lnTo>
                      <a:cubicBezTo>
                        <a:pt x="0" y="1553"/>
                        <a:pt x="1554" y="0"/>
                        <a:pt x="3446" y="0"/>
                      </a:cubicBezTo>
                      <a:cubicBezTo>
                        <a:pt x="5339" y="0"/>
                        <a:pt x="6892" y="1553"/>
                        <a:pt x="6892" y="3446"/>
                      </a:cubicBezTo>
                      <a:lnTo>
                        <a:pt x="6892" y="10987"/>
                      </a:lnTo>
                      <a:lnTo>
                        <a:pt x="24630" y="10987"/>
                      </a:lnTo>
                      <a:cubicBezTo>
                        <a:pt x="26523" y="10987"/>
                        <a:pt x="28077" y="12541"/>
                        <a:pt x="28077" y="14433"/>
                      </a:cubicBezTo>
                      <a:cubicBezTo>
                        <a:pt x="28077" y="16326"/>
                        <a:pt x="26523" y="17879"/>
                        <a:pt x="24630" y="17879"/>
                      </a:cubicBezTo>
                      <a:close/>
                    </a:path>
                  </a:pathLst>
                </a:custGeom>
                <a:solidFill>
                  <a:srgbClr val="17A3A3"/>
                </a:solidFill>
                <a:ln w="2824" cap="flat">
                  <a:noFill/>
                  <a:prstDash val="solid"/>
                  <a:miter/>
                </a:ln>
              </p:spPr>
              <p:txBody>
                <a:bodyPr rtlCol="1" anchor="ctr"/>
                <a:lstStyle/>
                <a:p>
                  <a:endParaRPr lang="ar-SA"/>
                </a:p>
              </p:txBody>
            </p:sp>
            <p:sp>
              <p:nvSpPr>
                <p:cNvPr id="7512" name="شكل حر: شكل 8412">
                  <a:extLst>
                    <a:ext uri="{FF2B5EF4-FFF2-40B4-BE49-F238E27FC236}">
                      <a16:creationId xmlns:a16="http://schemas.microsoft.com/office/drawing/2014/main" id="{6968992F-81FC-0EC6-452C-3C84A31802A6}"/>
                    </a:ext>
                  </a:extLst>
                </p:cNvPr>
                <p:cNvSpPr/>
                <p:nvPr/>
              </p:nvSpPr>
              <p:spPr>
                <a:xfrm>
                  <a:off x="10496813" y="313750"/>
                  <a:ext cx="28075" cy="17879"/>
                </a:xfrm>
                <a:custGeom>
                  <a:avLst/>
                  <a:gdLst>
                    <a:gd name="connsiteX0" fmla="*/ 24630 w 28075"/>
                    <a:gd name="connsiteY0" fmla="*/ 17879 h 17879"/>
                    <a:gd name="connsiteX1" fmla="*/ 3446 w 28075"/>
                    <a:gd name="connsiteY1" fmla="*/ 17879 h 17879"/>
                    <a:gd name="connsiteX2" fmla="*/ 0 w 28075"/>
                    <a:gd name="connsiteY2" fmla="*/ 14433 h 17879"/>
                    <a:gd name="connsiteX3" fmla="*/ 0 w 28075"/>
                    <a:gd name="connsiteY3" fmla="*/ 3446 h 17879"/>
                    <a:gd name="connsiteX4" fmla="*/ 3446 w 28075"/>
                    <a:gd name="connsiteY4" fmla="*/ 0 h 17879"/>
                    <a:gd name="connsiteX5" fmla="*/ 6892 w 28075"/>
                    <a:gd name="connsiteY5" fmla="*/ 3446 h 17879"/>
                    <a:gd name="connsiteX6" fmla="*/ 6892 w 28075"/>
                    <a:gd name="connsiteY6" fmla="*/ 10987 h 17879"/>
                    <a:gd name="connsiteX7" fmla="*/ 24630 w 28075"/>
                    <a:gd name="connsiteY7" fmla="*/ 10987 h 17879"/>
                    <a:gd name="connsiteX8" fmla="*/ 28076 w 28075"/>
                    <a:gd name="connsiteY8" fmla="*/ 14433 h 17879"/>
                    <a:gd name="connsiteX9" fmla="*/ 24630 w 28075"/>
                    <a:gd name="connsiteY9" fmla="*/ 17879 h 17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75" h="17879">
                      <a:moveTo>
                        <a:pt x="24630" y="17879"/>
                      </a:moveTo>
                      <a:lnTo>
                        <a:pt x="3446" y="17879"/>
                      </a:lnTo>
                      <a:cubicBezTo>
                        <a:pt x="1554" y="17879"/>
                        <a:pt x="0" y="16326"/>
                        <a:pt x="0" y="14433"/>
                      </a:cubicBezTo>
                      <a:lnTo>
                        <a:pt x="0" y="3446"/>
                      </a:lnTo>
                      <a:cubicBezTo>
                        <a:pt x="0" y="1553"/>
                        <a:pt x="1554" y="0"/>
                        <a:pt x="3446" y="0"/>
                      </a:cubicBezTo>
                      <a:cubicBezTo>
                        <a:pt x="5338" y="0"/>
                        <a:pt x="6892" y="1553"/>
                        <a:pt x="6892" y="3446"/>
                      </a:cubicBezTo>
                      <a:lnTo>
                        <a:pt x="6892" y="10987"/>
                      </a:lnTo>
                      <a:lnTo>
                        <a:pt x="24630" y="10987"/>
                      </a:lnTo>
                      <a:cubicBezTo>
                        <a:pt x="26522" y="10987"/>
                        <a:pt x="28076" y="12541"/>
                        <a:pt x="28076" y="14433"/>
                      </a:cubicBezTo>
                      <a:cubicBezTo>
                        <a:pt x="28076" y="16326"/>
                        <a:pt x="26522" y="17879"/>
                        <a:pt x="24630" y="17879"/>
                      </a:cubicBezTo>
                      <a:close/>
                    </a:path>
                  </a:pathLst>
                </a:custGeom>
                <a:solidFill>
                  <a:srgbClr val="17A3A3"/>
                </a:solidFill>
                <a:ln w="2824" cap="flat">
                  <a:noFill/>
                  <a:prstDash val="solid"/>
                  <a:miter/>
                </a:ln>
              </p:spPr>
              <p:txBody>
                <a:bodyPr rtlCol="1" anchor="ctr"/>
                <a:lstStyle/>
                <a:p>
                  <a:endParaRPr lang="ar-SA"/>
                </a:p>
              </p:txBody>
            </p:sp>
            <p:sp>
              <p:nvSpPr>
                <p:cNvPr id="7513" name="شكل حر: شكل 8413">
                  <a:extLst>
                    <a:ext uri="{FF2B5EF4-FFF2-40B4-BE49-F238E27FC236}">
                      <a16:creationId xmlns:a16="http://schemas.microsoft.com/office/drawing/2014/main" id="{3E7F17FF-823F-3224-93D0-B4DFACBE6DD8}"/>
                    </a:ext>
                  </a:extLst>
                </p:cNvPr>
                <p:cNvSpPr/>
                <p:nvPr/>
              </p:nvSpPr>
              <p:spPr>
                <a:xfrm>
                  <a:off x="10438542" y="347984"/>
                  <a:ext cx="28076" cy="17879"/>
                </a:xfrm>
                <a:custGeom>
                  <a:avLst/>
                  <a:gdLst>
                    <a:gd name="connsiteX0" fmla="*/ 24630 w 28076"/>
                    <a:gd name="connsiteY0" fmla="*/ 17879 h 17879"/>
                    <a:gd name="connsiteX1" fmla="*/ 3446 w 28076"/>
                    <a:gd name="connsiteY1" fmla="*/ 17879 h 17879"/>
                    <a:gd name="connsiteX2" fmla="*/ 0 w 28076"/>
                    <a:gd name="connsiteY2" fmla="*/ 14433 h 17879"/>
                    <a:gd name="connsiteX3" fmla="*/ 0 w 28076"/>
                    <a:gd name="connsiteY3" fmla="*/ 3446 h 17879"/>
                    <a:gd name="connsiteX4" fmla="*/ 3446 w 28076"/>
                    <a:gd name="connsiteY4" fmla="*/ 0 h 17879"/>
                    <a:gd name="connsiteX5" fmla="*/ 6892 w 28076"/>
                    <a:gd name="connsiteY5" fmla="*/ 3446 h 17879"/>
                    <a:gd name="connsiteX6" fmla="*/ 6892 w 28076"/>
                    <a:gd name="connsiteY6" fmla="*/ 10987 h 17879"/>
                    <a:gd name="connsiteX7" fmla="*/ 24630 w 28076"/>
                    <a:gd name="connsiteY7" fmla="*/ 10987 h 17879"/>
                    <a:gd name="connsiteX8" fmla="*/ 28077 w 28076"/>
                    <a:gd name="connsiteY8" fmla="*/ 14433 h 17879"/>
                    <a:gd name="connsiteX9" fmla="*/ 24630 w 28076"/>
                    <a:gd name="connsiteY9" fmla="*/ 17879 h 17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76" h="17879">
                      <a:moveTo>
                        <a:pt x="24630" y="17879"/>
                      </a:moveTo>
                      <a:lnTo>
                        <a:pt x="3446" y="17879"/>
                      </a:lnTo>
                      <a:cubicBezTo>
                        <a:pt x="1554" y="17879"/>
                        <a:pt x="0" y="16326"/>
                        <a:pt x="0" y="14433"/>
                      </a:cubicBezTo>
                      <a:lnTo>
                        <a:pt x="0" y="3446"/>
                      </a:lnTo>
                      <a:cubicBezTo>
                        <a:pt x="0" y="1554"/>
                        <a:pt x="1554" y="0"/>
                        <a:pt x="3446" y="0"/>
                      </a:cubicBezTo>
                      <a:cubicBezTo>
                        <a:pt x="5339" y="0"/>
                        <a:pt x="6892" y="1554"/>
                        <a:pt x="6892" y="3446"/>
                      </a:cubicBezTo>
                      <a:lnTo>
                        <a:pt x="6892" y="10987"/>
                      </a:lnTo>
                      <a:lnTo>
                        <a:pt x="24630" y="10987"/>
                      </a:lnTo>
                      <a:cubicBezTo>
                        <a:pt x="26523" y="10987"/>
                        <a:pt x="28077" y="12541"/>
                        <a:pt x="28077" y="14433"/>
                      </a:cubicBezTo>
                      <a:cubicBezTo>
                        <a:pt x="28077" y="16326"/>
                        <a:pt x="26523" y="17879"/>
                        <a:pt x="24630" y="17879"/>
                      </a:cubicBezTo>
                      <a:close/>
                    </a:path>
                  </a:pathLst>
                </a:custGeom>
                <a:solidFill>
                  <a:srgbClr val="17A3A3"/>
                </a:solidFill>
                <a:ln w="2824" cap="flat">
                  <a:noFill/>
                  <a:prstDash val="solid"/>
                  <a:miter/>
                </a:ln>
              </p:spPr>
              <p:txBody>
                <a:bodyPr rtlCol="1" anchor="ctr"/>
                <a:lstStyle/>
                <a:p>
                  <a:endParaRPr lang="ar-SA"/>
                </a:p>
              </p:txBody>
            </p:sp>
            <p:sp>
              <p:nvSpPr>
                <p:cNvPr id="7514" name="شكل حر: شكل 8414">
                  <a:extLst>
                    <a:ext uri="{FF2B5EF4-FFF2-40B4-BE49-F238E27FC236}">
                      <a16:creationId xmlns:a16="http://schemas.microsoft.com/office/drawing/2014/main" id="{A177C61C-770C-6AFA-B57C-72F08E8C87C3}"/>
                    </a:ext>
                  </a:extLst>
                </p:cNvPr>
                <p:cNvSpPr/>
                <p:nvPr/>
              </p:nvSpPr>
              <p:spPr>
                <a:xfrm>
                  <a:off x="10496813" y="347984"/>
                  <a:ext cx="28075" cy="17879"/>
                </a:xfrm>
                <a:custGeom>
                  <a:avLst/>
                  <a:gdLst>
                    <a:gd name="connsiteX0" fmla="*/ 24630 w 28075"/>
                    <a:gd name="connsiteY0" fmla="*/ 17879 h 17879"/>
                    <a:gd name="connsiteX1" fmla="*/ 3446 w 28075"/>
                    <a:gd name="connsiteY1" fmla="*/ 17879 h 17879"/>
                    <a:gd name="connsiteX2" fmla="*/ 0 w 28075"/>
                    <a:gd name="connsiteY2" fmla="*/ 14433 h 17879"/>
                    <a:gd name="connsiteX3" fmla="*/ 0 w 28075"/>
                    <a:gd name="connsiteY3" fmla="*/ 3446 h 17879"/>
                    <a:gd name="connsiteX4" fmla="*/ 3446 w 28075"/>
                    <a:gd name="connsiteY4" fmla="*/ 0 h 17879"/>
                    <a:gd name="connsiteX5" fmla="*/ 6892 w 28075"/>
                    <a:gd name="connsiteY5" fmla="*/ 3446 h 17879"/>
                    <a:gd name="connsiteX6" fmla="*/ 6892 w 28075"/>
                    <a:gd name="connsiteY6" fmla="*/ 10987 h 17879"/>
                    <a:gd name="connsiteX7" fmla="*/ 24630 w 28075"/>
                    <a:gd name="connsiteY7" fmla="*/ 10987 h 17879"/>
                    <a:gd name="connsiteX8" fmla="*/ 28076 w 28075"/>
                    <a:gd name="connsiteY8" fmla="*/ 14433 h 17879"/>
                    <a:gd name="connsiteX9" fmla="*/ 24630 w 28075"/>
                    <a:gd name="connsiteY9" fmla="*/ 17879 h 17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75" h="17879">
                      <a:moveTo>
                        <a:pt x="24630" y="17879"/>
                      </a:moveTo>
                      <a:lnTo>
                        <a:pt x="3446" y="17879"/>
                      </a:lnTo>
                      <a:cubicBezTo>
                        <a:pt x="1554" y="17879"/>
                        <a:pt x="0" y="16326"/>
                        <a:pt x="0" y="14433"/>
                      </a:cubicBezTo>
                      <a:lnTo>
                        <a:pt x="0" y="3446"/>
                      </a:lnTo>
                      <a:cubicBezTo>
                        <a:pt x="0" y="1554"/>
                        <a:pt x="1554" y="0"/>
                        <a:pt x="3446" y="0"/>
                      </a:cubicBezTo>
                      <a:cubicBezTo>
                        <a:pt x="5338" y="0"/>
                        <a:pt x="6892" y="1554"/>
                        <a:pt x="6892" y="3446"/>
                      </a:cubicBezTo>
                      <a:lnTo>
                        <a:pt x="6892" y="10987"/>
                      </a:lnTo>
                      <a:lnTo>
                        <a:pt x="24630" y="10987"/>
                      </a:lnTo>
                      <a:cubicBezTo>
                        <a:pt x="26522" y="10987"/>
                        <a:pt x="28076" y="12541"/>
                        <a:pt x="28076" y="14433"/>
                      </a:cubicBezTo>
                      <a:cubicBezTo>
                        <a:pt x="28076" y="16326"/>
                        <a:pt x="26522" y="17879"/>
                        <a:pt x="24630" y="17879"/>
                      </a:cubicBezTo>
                      <a:close/>
                    </a:path>
                  </a:pathLst>
                </a:custGeom>
                <a:solidFill>
                  <a:srgbClr val="17A3A3"/>
                </a:solidFill>
                <a:ln w="2824" cap="flat">
                  <a:noFill/>
                  <a:prstDash val="solid"/>
                  <a:miter/>
                </a:ln>
              </p:spPr>
              <p:txBody>
                <a:bodyPr rtlCol="1" anchor="ctr"/>
                <a:lstStyle/>
                <a:p>
                  <a:endParaRPr lang="ar-SA"/>
                </a:p>
              </p:txBody>
            </p:sp>
          </p:grpSp>
          <p:sp>
            <p:nvSpPr>
              <p:cNvPr id="7508" name="شكل حر: شكل 8415">
                <a:extLst>
                  <a:ext uri="{FF2B5EF4-FFF2-40B4-BE49-F238E27FC236}">
                    <a16:creationId xmlns:a16="http://schemas.microsoft.com/office/drawing/2014/main" id="{E844AA6B-BEE1-B9C2-739A-0A0AA028D3D7}"/>
                  </a:ext>
                </a:extLst>
              </p:cNvPr>
              <p:cNvSpPr/>
              <p:nvPr/>
            </p:nvSpPr>
            <p:spPr>
              <a:xfrm>
                <a:off x="10377105" y="189975"/>
                <a:ext cx="13536" cy="158743"/>
              </a:xfrm>
              <a:custGeom>
                <a:avLst/>
                <a:gdLst>
                  <a:gd name="connsiteX0" fmla="*/ 10116 w 13536"/>
                  <a:gd name="connsiteY0" fmla="*/ 158743 h 158743"/>
                  <a:gd name="connsiteX1" fmla="*/ 6670 w 13536"/>
                  <a:gd name="connsiteY1" fmla="*/ 155438 h 158743"/>
                  <a:gd name="connsiteX2" fmla="*/ 3 w 13536"/>
                  <a:gd name="connsiteY2" fmla="*/ 3591 h 158743"/>
                  <a:gd name="connsiteX3" fmla="*/ 3280 w 13536"/>
                  <a:gd name="connsiteY3" fmla="*/ 3 h 158743"/>
                  <a:gd name="connsiteX4" fmla="*/ 6868 w 13536"/>
                  <a:gd name="connsiteY4" fmla="*/ 3280 h 158743"/>
                  <a:gd name="connsiteX5" fmla="*/ 13533 w 13536"/>
                  <a:gd name="connsiteY5" fmla="*/ 155128 h 158743"/>
                  <a:gd name="connsiteX6" fmla="*/ 10257 w 13536"/>
                  <a:gd name="connsiteY6" fmla="*/ 158715 h 158743"/>
                  <a:gd name="connsiteX7" fmla="*/ 10116 w 13536"/>
                  <a:gd name="connsiteY7" fmla="*/ 158715 h 158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536" h="158743">
                    <a:moveTo>
                      <a:pt x="10116" y="158743"/>
                    </a:moveTo>
                    <a:cubicBezTo>
                      <a:pt x="8280" y="158743"/>
                      <a:pt x="6755" y="157303"/>
                      <a:pt x="6670" y="155438"/>
                    </a:cubicBezTo>
                    <a:lnTo>
                      <a:pt x="3" y="3591"/>
                    </a:lnTo>
                    <a:cubicBezTo>
                      <a:pt x="-81" y="1698"/>
                      <a:pt x="1387" y="88"/>
                      <a:pt x="3280" y="3"/>
                    </a:cubicBezTo>
                    <a:cubicBezTo>
                      <a:pt x="5229" y="-81"/>
                      <a:pt x="6783" y="1388"/>
                      <a:pt x="6868" y="3280"/>
                    </a:cubicBezTo>
                    <a:lnTo>
                      <a:pt x="13533" y="155128"/>
                    </a:lnTo>
                    <a:cubicBezTo>
                      <a:pt x="13618" y="157020"/>
                      <a:pt x="12149" y="158630"/>
                      <a:pt x="10257" y="158715"/>
                    </a:cubicBezTo>
                    <a:cubicBezTo>
                      <a:pt x="10200" y="158715"/>
                      <a:pt x="10144" y="158715"/>
                      <a:pt x="10116" y="158715"/>
                    </a:cubicBezTo>
                    <a:close/>
                  </a:path>
                </a:pathLst>
              </a:custGeom>
              <a:solidFill>
                <a:srgbClr val="01355A"/>
              </a:solidFill>
              <a:ln w="2824" cap="flat">
                <a:noFill/>
                <a:prstDash val="solid"/>
                <a:miter/>
              </a:ln>
            </p:spPr>
            <p:txBody>
              <a:bodyPr rtlCol="1" anchor="ctr"/>
              <a:lstStyle/>
              <a:p>
                <a:endParaRPr lang="ar-SA"/>
              </a:p>
            </p:txBody>
          </p:sp>
        </p:grpSp>
      </p:grpSp>
      <p:grpSp>
        <p:nvGrpSpPr>
          <p:cNvPr id="7518" name="رسم 8014">
            <a:extLst>
              <a:ext uri="{FF2B5EF4-FFF2-40B4-BE49-F238E27FC236}">
                <a16:creationId xmlns:a16="http://schemas.microsoft.com/office/drawing/2014/main" id="{0E60CBC5-86D2-0142-1AD7-82AB94A50E66}"/>
              </a:ext>
            </a:extLst>
          </p:cNvPr>
          <p:cNvGrpSpPr/>
          <p:nvPr/>
        </p:nvGrpSpPr>
        <p:grpSpPr>
          <a:xfrm>
            <a:off x="9011571" y="1514529"/>
            <a:ext cx="261093" cy="214658"/>
            <a:chOff x="9852958" y="106146"/>
            <a:chExt cx="312084" cy="272342"/>
          </a:xfrm>
        </p:grpSpPr>
        <p:grpSp>
          <p:nvGrpSpPr>
            <p:cNvPr id="7519" name="رسم 8014">
              <a:extLst>
                <a:ext uri="{FF2B5EF4-FFF2-40B4-BE49-F238E27FC236}">
                  <a16:creationId xmlns:a16="http://schemas.microsoft.com/office/drawing/2014/main" id="{6C2B2D32-7267-EAAA-BCA0-2CB64341C697}"/>
                </a:ext>
              </a:extLst>
            </p:cNvPr>
            <p:cNvGrpSpPr/>
            <p:nvPr/>
          </p:nvGrpSpPr>
          <p:grpSpPr>
            <a:xfrm>
              <a:off x="10003930" y="217377"/>
              <a:ext cx="161112" cy="161112"/>
              <a:chOff x="10003930" y="217377"/>
              <a:chExt cx="161112" cy="161112"/>
            </a:xfrm>
          </p:grpSpPr>
          <p:sp>
            <p:nvSpPr>
              <p:cNvPr id="7525" name="شكل حر: شكل 8418">
                <a:extLst>
                  <a:ext uri="{FF2B5EF4-FFF2-40B4-BE49-F238E27FC236}">
                    <a16:creationId xmlns:a16="http://schemas.microsoft.com/office/drawing/2014/main" id="{1FE2DB76-2D24-17EE-A4BB-F8E0BA8BC9B7}"/>
                  </a:ext>
                </a:extLst>
              </p:cNvPr>
              <p:cNvSpPr/>
              <p:nvPr/>
            </p:nvSpPr>
            <p:spPr>
              <a:xfrm>
                <a:off x="10003930" y="217377"/>
                <a:ext cx="161112" cy="161112"/>
              </a:xfrm>
              <a:custGeom>
                <a:avLst/>
                <a:gdLst>
                  <a:gd name="connsiteX0" fmla="*/ 80556 w 161112"/>
                  <a:gd name="connsiteY0" fmla="*/ 161112 h 161112"/>
                  <a:gd name="connsiteX1" fmla="*/ 0 w 161112"/>
                  <a:gd name="connsiteY1" fmla="*/ 80556 h 161112"/>
                  <a:gd name="connsiteX2" fmla="*/ 80556 w 161112"/>
                  <a:gd name="connsiteY2" fmla="*/ 0 h 161112"/>
                  <a:gd name="connsiteX3" fmla="*/ 161112 w 161112"/>
                  <a:gd name="connsiteY3" fmla="*/ 80556 h 161112"/>
                  <a:gd name="connsiteX4" fmla="*/ 80556 w 161112"/>
                  <a:gd name="connsiteY4" fmla="*/ 161112 h 161112"/>
                  <a:gd name="connsiteX5" fmla="*/ 80556 w 161112"/>
                  <a:gd name="connsiteY5" fmla="*/ 6892 h 161112"/>
                  <a:gd name="connsiteX6" fmla="*/ 6892 w 161112"/>
                  <a:gd name="connsiteY6" fmla="*/ 80556 h 161112"/>
                  <a:gd name="connsiteX7" fmla="*/ 80556 w 161112"/>
                  <a:gd name="connsiteY7" fmla="*/ 154220 h 161112"/>
                  <a:gd name="connsiteX8" fmla="*/ 154220 w 161112"/>
                  <a:gd name="connsiteY8" fmla="*/ 80556 h 161112"/>
                  <a:gd name="connsiteX9" fmla="*/ 80556 w 161112"/>
                  <a:gd name="connsiteY9" fmla="*/ 6892 h 161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112" h="161112">
                    <a:moveTo>
                      <a:pt x="80556" y="161112"/>
                    </a:moveTo>
                    <a:cubicBezTo>
                      <a:pt x="36126" y="161112"/>
                      <a:pt x="0" y="124986"/>
                      <a:pt x="0" y="80556"/>
                    </a:cubicBezTo>
                    <a:cubicBezTo>
                      <a:pt x="0" y="36126"/>
                      <a:pt x="36126" y="0"/>
                      <a:pt x="80556" y="0"/>
                    </a:cubicBezTo>
                    <a:cubicBezTo>
                      <a:pt x="124986" y="0"/>
                      <a:pt x="161112" y="36126"/>
                      <a:pt x="161112" y="80556"/>
                    </a:cubicBezTo>
                    <a:cubicBezTo>
                      <a:pt x="161112" y="124986"/>
                      <a:pt x="124986" y="161112"/>
                      <a:pt x="80556" y="161112"/>
                    </a:cubicBezTo>
                    <a:close/>
                    <a:moveTo>
                      <a:pt x="80556" y="6892"/>
                    </a:moveTo>
                    <a:cubicBezTo>
                      <a:pt x="39939" y="6892"/>
                      <a:pt x="6892" y="39939"/>
                      <a:pt x="6892" y="80556"/>
                    </a:cubicBezTo>
                    <a:cubicBezTo>
                      <a:pt x="6892" y="121173"/>
                      <a:pt x="39939" y="154220"/>
                      <a:pt x="80556" y="154220"/>
                    </a:cubicBezTo>
                    <a:cubicBezTo>
                      <a:pt x="121173" y="154220"/>
                      <a:pt x="154220" y="121173"/>
                      <a:pt x="154220" y="80556"/>
                    </a:cubicBezTo>
                    <a:cubicBezTo>
                      <a:pt x="154220" y="39939"/>
                      <a:pt x="121173" y="6892"/>
                      <a:pt x="80556" y="6892"/>
                    </a:cubicBezTo>
                    <a:close/>
                  </a:path>
                </a:pathLst>
              </a:custGeom>
              <a:solidFill>
                <a:srgbClr val="01355A"/>
              </a:solidFill>
              <a:ln w="2824" cap="flat">
                <a:noFill/>
                <a:prstDash val="solid"/>
                <a:miter/>
              </a:ln>
            </p:spPr>
            <p:txBody>
              <a:bodyPr rtlCol="1" anchor="ctr"/>
              <a:lstStyle/>
              <a:p>
                <a:endParaRPr lang="ar-SA"/>
              </a:p>
            </p:txBody>
          </p:sp>
          <p:sp>
            <p:nvSpPr>
              <p:cNvPr id="7526" name="شكل حر: شكل 8419">
                <a:extLst>
                  <a:ext uri="{FF2B5EF4-FFF2-40B4-BE49-F238E27FC236}">
                    <a16:creationId xmlns:a16="http://schemas.microsoft.com/office/drawing/2014/main" id="{508E9F8A-A3BA-0C4E-46DE-BED9C5248D11}"/>
                  </a:ext>
                </a:extLst>
              </p:cNvPr>
              <p:cNvSpPr/>
              <p:nvPr/>
            </p:nvSpPr>
            <p:spPr>
              <a:xfrm>
                <a:off x="10028277" y="241724"/>
                <a:ext cx="112445" cy="112445"/>
              </a:xfrm>
              <a:custGeom>
                <a:avLst/>
                <a:gdLst>
                  <a:gd name="connsiteX0" fmla="*/ 56209 w 112445"/>
                  <a:gd name="connsiteY0" fmla="*/ 112445 h 112445"/>
                  <a:gd name="connsiteX1" fmla="*/ 0 w 112445"/>
                  <a:gd name="connsiteY1" fmla="*/ 56237 h 112445"/>
                  <a:gd name="connsiteX2" fmla="*/ 56209 w 112445"/>
                  <a:gd name="connsiteY2" fmla="*/ 0 h 112445"/>
                  <a:gd name="connsiteX3" fmla="*/ 59655 w 112445"/>
                  <a:gd name="connsiteY3" fmla="*/ 3446 h 112445"/>
                  <a:gd name="connsiteX4" fmla="*/ 56209 w 112445"/>
                  <a:gd name="connsiteY4" fmla="*/ 6892 h 112445"/>
                  <a:gd name="connsiteX5" fmla="*/ 6864 w 112445"/>
                  <a:gd name="connsiteY5" fmla="*/ 56237 h 112445"/>
                  <a:gd name="connsiteX6" fmla="*/ 56209 w 112445"/>
                  <a:gd name="connsiteY6" fmla="*/ 105582 h 112445"/>
                  <a:gd name="connsiteX7" fmla="*/ 105554 w 112445"/>
                  <a:gd name="connsiteY7" fmla="*/ 56237 h 112445"/>
                  <a:gd name="connsiteX8" fmla="*/ 109000 w 112445"/>
                  <a:gd name="connsiteY8" fmla="*/ 52791 h 112445"/>
                  <a:gd name="connsiteX9" fmla="*/ 112445 w 112445"/>
                  <a:gd name="connsiteY9" fmla="*/ 56237 h 112445"/>
                  <a:gd name="connsiteX10" fmla="*/ 56237 w 112445"/>
                  <a:gd name="connsiteY10" fmla="*/ 112445 h 11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2445" h="112445">
                    <a:moveTo>
                      <a:pt x="56209" y="112445"/>
                    </a:moveTo>
                    <a:cubicBezTo>
                      <a:pt x="25195" y="112445"/>
                      <a:pt x="0" y="87222"/>
                      <a:pt x="0" y="56237"/>
                    </a:cubicBezTo>
                    <a:cubicBezTo>
                      <a:pt x="0" y="25251"/>
                      <a:pt x="25224" y="0"/>
                      <a:pt x="56209" y="0"/>
                    </a:cubicBezTo>
                    <a:cubicBezTo>
                      <a:pt x="58101" y="0"/>
                      <a:pt x="59655" y="1553"/>
                      <a:pt x="59655" y="3446"/>
                    </a:cubicBezTo>
                    <a:cubicBezTo>
                      <a:pt x="59655" y="5338"/>
                      <a:pt x="58101" y="6892"/>
                      <a:pt x="56209" y="6892"/>
                    </a:cubicBezTo>
                    <a:cubicBezTo>
                      <a:pt x="29008" y="6892"/>
                      <a:pt x="6864" y="29036"/>
                      <a:pt x="6864" y="56237"/>
                    </a:cubicBezTo>
                    <a:cubicBezTo>
                      <a:pt x="6864" y="83437"/>
                      <a:pt x="29008" y="105582"/>
                      <a:pt x="56209" y="105582"/>
                    </a:cubicBezTo>
                    <a:cubicBezTo>
                      <a:pt x="83409" y="105582"/>
                      <a:pt x="105554" y="83437"/>
                      <a:pt x="105554" y="56237"/>
                    </a:cubicBezTo>
                    <a:cubicBezTo>
                      <a:pt x="105554" y="54344"/>
                      <a:pt x="107107" y="52791"/>
                      <a:pt x="109000" y="52791"/>
                    </a:cubicBezTo>
                    <a:cubicBezTo>
                      <a:pt x="110892" y="52791"/>
                      <a:pt x="112445" y="54344"/>
                      <a:pt x="112445" y="56237"/>
                    </a:cubicBezTo>
                    <a:cubicBezTo>
                      <a:pt x="112445" y="87250"/>
                      <a:pt x="87222" y="112445"/>
                      <a:pt x="56237" y="112445"/>
                    </a:cubicBezTo>
                    <a:close/>
                  </a:path>
                </a:pathLst>
              </a:custGeom>
              <a:solidFill>
                <a:srgbClr val="17A3A3"/>
              </a:solidFill>
              <a:ln w="2824" cap="flat">
                <a:noFill/>
                <a:prstDash val="solid"/>
                <a:miter/>
              </a:ln>
            </p:spPr>
            <p:txBody>
              <a:bodyPr rtlCol="1" anchor="ctr"/>
              <a:lstStyle/>
              <a:p>
                <a:endParaRPr lang="ar-SA"/>
              </a:p>
            </p:txBody>
          </p:sp>
        </p:grpSp>
        <p:grpSp>
          <p:nvGrpSpPr>
            <p:cNvPr id="7520" name="رسم 8014">
              <a:extLst>
                <a:ext uri="{FF2B5EF4-FFF2-40B4-BE49-F238E27FC236}">
                  <a16:creationId xmlns:a16="http://schemas.microsoft.com/office/drawing/2014/main" id="{1BA4D69C-6C27-B29F-FB42-97E139614FE6}"/>
                </a:ext>
              </a:extLst>
            </p:cNvPr>
            <p:cNvGrpSpPr/>
            <p:nvPr/>
          </p:nvGrpSpPr>
          <p:grpSpPr>
            <a:xfrm>
              <a:off x="9852958" y="162552"/>
              <a:ext cx="116540" cy="116540"/>
              <a:chOff x="9852958" y="162552"/>
              <a:chExt cx="116540" cy="116540"/>
            </a:xfrm>
          </p:grpSpPr>
          <p:sp>
            <p:nvSpPr>
              <p:cNvPr id="7523" name="شكل حر: شكل 8421">
                <a:extLst>
                  <a:ext uri="{FF2B5EF4-FFF2-40B4-BE49-F238E27FC236}">
                    <a16:creationId xmlns:a16="http://schemas.microsoft.com/office/drawing/2014/main" id="{A62B10A5-7918-B3F7-40E8-2A7DA3DAE2C3}"/>
                  </a:ext>
                </a:extLst>
              </p:cNvPr>
              <p:cNvSpPr/>
              <p:nvPr/>
            </p:nvSpPr>
            <p:spPr>
              <a:xfrm>
                <a:off x="9852958" y="162552"/>
                <a:ext cx="116540" cy="116540"/>
              </a:xfrm>
              <a:custGeom>
                <a:avLst/>
                <a:gdLst>
                  <a:gd name="connsiteX0" fmla="*/ 58270 w 116540"/>
                  <a:gd name="connsiteY0" fmla="*/ 116541 h 116540"/>
                  <a:gd name="connsiteX1" fmla="*/ 0 w 116540"/>
                  <a:gd name="connsiteY1" fmla="*/ 58270 h 116540"/>
                  <a:gd name="connsiteX2" fmla="*/ 58270 w 116540"/>
                  <a:gd name="connsiteY2" fmla="*/ 0 h 116540"/>
                  <a:gd name="connsiteX3" fmla="*/ 116541 w 116540"/>
                  <a:gd name="connsiteY3" fmla="*/ 58270 h 116540"/>
                  <a:gd name="connsiteX4" fmla="*/ 58270 w 116540"/>
                  <a:gd name="connsiteY4" fmla="*/ 116541 h 116540"/>
                  <a:gd name="connsiteX5" fmla="*/ 58270 w 116540"/>
                  <a:gd name="connsiteY5" fmla="*/ 6892 h 116540"/>
                  <a:gd name="connsiteX6" fmla="*/ 6892 w 116540"/>
                  <a:gd name="connsiteY6" fmla="*/ 58270 h 116540"/>
                  <a:gd name="connsiteX7" fmla="*/ 58270 w 116540"/>
                  <a:gd name="connsiteY7" fmla="*/ 109649 h 116540"/>
                  <a:gd name="connsiteX8" fmla="*/ 109648 w 116540"/>
                  <a:gd name="connsiteY8" fmla="*/ 58270 h 116540"/>
                  <a:gd name="connsiteX9" fmla="*/ 58270 w 116540"/>
                  <a:gd name="connsiteY9" fmla="*/ 6892 h 116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6540" h="116540">
                    <a:moveTo>
                      <a:pt x="58270" y="116541"/>
                    </a:moveTo>
                    <a:cubicBezTo>
                      <a:pt x="26155" y="116541"/>
                      <a:pt x="0" y="90414"/>
                      <a:pt x="0" y="58270"/>
                    </a:cubicBezTo>
                    <a:cubicBezTo>
                      <a:pt x="0" y="26127"/>
                      <a:pt x="26127" y="0"/>
                      <a:pt x="58270" y="0"/>
                    </a:cubicBezTo>
                    <a:cubicBezTo>
                      <a:pt x="90414" y="0"/>
                      <a:pt x="116541" y="26127"/>
                      <a:pt x="116541" y="58270"/>
                    </a:cubicBezTo>
                    <a:cubicBezTo>
                      <a:pt x="116541" y="90414"/>
                      <a:pt x="90414" y="116541"/>
                      <a:pt x="58270" y="116541"/>
                    </a:cubicBezTo>
                    <a:close/>
                    <a:moveTo>
                      <a:pt x="58270" y="6892"/>
                    </a:moveTo>
                    <a:cubicBezTo>
                      <a:pt x="29940" y="6892"/>
                      <a:pt x="6892" y="29940"/>
                      <a:pt x="6892" y="58270"/>
                    </a:cubicBezTo>
                    <a:cubicBezTo>
                      <a:pt x="6892" y="86601"/>
                      <a:pt x="29940" y="109649"/>
                      <a:pt x="58270" y="109649"/>
                    </a:cubicBezTo>
                    <a:cubicBezTo>
                      <a:pt x="86600" y="109649"/>
                      <a:pt x="109648" y="86601"/>
                      <a:pt x="109648" y="58270"/>
                    </a:cubicBezTo>
                    <a:cubicBezTo>
                      <a:pt x="109648" y="29940"/>
                      <a:pt x="86600" y="6892"/>
                      <a:pt x="58270" y="6892"/>
                    </a:cubicBezTo>
                    <a:close/>
                  </a:path>
                </a:pathLst>
              </a:custGeom>
              <a:solidFill>
                <a:srgbClr val="01355A"/>
              </a:solidFill>
              <a:ln w="2824" cap="flat">
                <a:noFill/>
                <a:prstDash val="solid"/>
                <a:miter/>
              </a:ln>
            </p:spPr>
            <p:txBody>
              <a:bodyPr rtlCol="1" anchor="ctr"/>
              <a:lstStyle/>
              <a:p>
                <a:endParaRPr lang="ar-SA"/>
              </a:p>
            </p:txBody>
          </p:sp>
          <p:sp>
            <p:nvSpPr>
              <p:cNvPr id="7524" name="شكل حر: شكل 8422">
                <a:extLst>
                  <a:ext uri="{FF2B5EF4-FFF2-40B4-BE49-F238E27FC236}">
                    <a16:creationId xmlns:a16="http://schemas.microsoft.com/office/drawing/2014/main" id="{14572FF2-0851-9A20-43E4-A732FA8BCAE1}"/>
                  </a:ext>
                </a:extLst>
              </p:cNvPr>
              <p:cNvSpPr/>
              <p:nvPr/>
            </p:nvSpPr>
            <p:spPr>
              <a:xfrm>
                <a:off x="9894018" y="192017"/>
                <a:ext cx="34391" cy="57587"/>
              </a:xfrm>
              <a:custGeom>
                <a:avLst/>
                <a:gdLst>
                  <a:gd name="connsiteX0" fmla="*/ 16249 w 34391"/>
                  <a:gd name="connsiteY0" fmla="*/ 57588 h 57587"/>
                  <a:gd name="connsiteX1" fmla="*/ 12493 w 34391"/>
                  <a:gd name="connsiteY1" fmla="*/ 57277 h 57587"/>
                  <a:gd name="connsiteX2" fmla="*/ 2522 w 34391"/>
                  <a:gd name="connsiteY2" fmla="*/ 53012 h 57587"/>
                  <a:gd name="connsiteX3" fmla="*/ 1901 w 34391"/>
                  <a:gd name="connsiteY3" fmla="*/ 48182 h 57587"/>
                  <a:gd name="connsiteX4" fmla="*/ 6731 w 34391"/>
                  <a:gd name="connsiteY4" fmla="*/ 47560 h 57587"/>
                  <a:gd name="connsiteX5" fmla="*/ 13623 w 34391"/>
                  <a:gd name="connsiteY5" fmla="*/ 50470 h 57587"/>
                  <a:gd name="connsiteX6" fmla="*/ 27435 w 34391"/>
                  <a:gd name="connsiteY6" fmla="*/ 43352 h 57587"/>
                  <a:gd name="connsiteX7" fmla="*/ 25147 w 34391"/>
                  <a:gd name="connsiteY7" fmla="*/ 36601 h 57587"/>
                  <a:gd name="connsiteX8" fmla="*/ 16645 w 34391"/>
                  <a:gd name="connsiteY8" fmla="*/ 32195 h 57587"/>
                  <a:gd name="connsiteX9" fmla="*/ 4161 w 34391"/>
                  <a:gd name="connsiteY9" fmla="*/ 25585 h 57587"/>
                  <a:gd name="connsiteX10" fmla="*/ 178 w 34391"/>
                  <a:gd name="connsiteY10" fmla="*/ 13101 h 57587"/>
                  <a:gd name="connsiteX11" fmla="*/ 21898 w 34391"/>
                  <a:gd name="connsiteY11" fmla="*/ 306 h 57587"/>
                  <a:gd name="connsiteX12" fmla="*/ 31869 w 34391"/>
                  <a:gd name="connsiteY12" fmla="*/ 4571 h 57587"/>
                  <a:gd name="connsiteX13" fmla="*/ 32490 w 34391"/>
                  <a:gd name="connsiteY13" fmla="*/ 9401 h 57587"/>
                  <a:gd name="connsiteX14" fmla="*/ 27661 w 34391"/>
                  <a:gd name="connsiteY14" fmla="*/ 10022 h 57587"/>
                  <a:gd name="connsiteX15" fmla="*/ 20769 w 34391"/>
                  <a:gd name="connsiteY15" fmla="*/ 7113 h 57587"/>
                  <a:gd name="connsiteX16" fmla="*/ 6957 w 34391"/>
                  <a:gd name="connsiteY16" fmla="*/ 14231 h 57587"/>
                  <a:gd name="connsiteX17" fmla="*/ 9244 w 34391"/>
                  <a:gd name="connsiteY17" fmla="*/ 20981 h 57587"/>
                  <a:gd name="connsiteX18" fmla="*/ 17746 w 34391"/>
                  <a:gd name="connsiteY18" fmla="*/ 25388 h 57587"/>
                  <a:gd name="connsiteX19" fmla="*/ 30231 w 34391"/>
                  <a:gd name="connsiteY19" fmla="*/ 31997 h 57587"/>
                  <a:gd name="connsiteX20" fmla="*/ 34214 w 34391"/>
                  <a:gd name="connsiteY20" fmla="*/ 44482 h 57587"/>
                  <a:gd name="connsiteX21" fmla="*/ 16249 w 34391"/>
                  <a:gd name="connsiteY21" fmla="*/ 57588 h 57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4391" h="57587">
                    <a:moveTo>
                      <a:pt x="16249" y="57588"/>
                    </a:moveTo>
                    <a:cubicBezTo>
                      <a:pt x="15007" y="57588"/>
                      <a:pt x="13764" y="57475"/>
                      <a:pt x="12493" y="57277"/>
                    </a:cubicBezTo>
                    <a:cubicBezTo>
                      <a:pt x="8793" y="56655"/>
                      <a:pt x="5347" y="55187"/>
                      <a:pt x="2522" y="53012"/>
                    </a:cubicBezTo>
                    <a:cubicBezTo>
                      <a:pt x="1025" y="51854"/>
                      <a:pt x="742" y="49679"/>
                      <a:pt x="1901" y="48182"/>
                    </a:cubicBezTo>
                    <a:cubicBezTo>
                      <a:pt x="3059" y="46685"/>
                      <a:pt x="5234" y="46402"/>
                      <a:pt x="6731" y="47560"/>
                    </a:cubicBezTo>
                    <a:cubicBezTo>
                      <a:pt x="8651" y="49029"/>
                      <a:pt x="11024" y="50046"/>
                      <a:pt x="13623" y="50470"/>
                    </a:cubicBezTo>
                    <a:cubicBezTo>
                      <a:pt x="20402" y="51600"/>
                      <a:pt x="26616" y="48408"/>
                      <a:pt x="27435" y="43352"/>
                    </a:cubicBezTo>
                    <a:cubicBezTo>
                      <a:pt x="27802" y="41064"/>
                      <a:pt x="27011" y="38663"/>
                      <a:pt x="25147" y="36601"/>
                    </a:cubicBezTo>
                    <a:cubicBezTo>
                      <a:pt x="23085" y="34313"/>
                      <a:pt x="20063" y="32760"/>
                      <a:pt x="16645" y="32195"/>
                    </a:cubicBezTo>
                    <a:cubicBezTo>
                      <a:pt x="11674" y="31376"/>
                      <a:pt x="7239" y="29031"/>
                      <a:pt x="4161" y="25585"/>
                    </a:cubicBezTo>
                    <a:cubicBezTo>
                      <a:pt x="884" y="21942"/>
                      <a:pt x="-528" y="17507"/>
                      <a:pt x="178" y="13101"/>
                    </a:cubicBezTo>
                    <a:cubicBezTo>
                      <a:pt x="1618" y="4317"/>
                      <a:pt x="11391" y="-1417"/>
                      <a:pt x="21898" y="306"/>
                    </a:cubicBezTo>
                    <a:cubicBezTo>
                      <a:pt x="25599" y="927"/>
                      <a:pt x="29045" y="2396"/>
                      <a:pt x="31869" y="4571"/>
                    </a:cubicBezTo>
                    <a:cubicBezTo>
                      <a:pt x="33366" y="5729"/>
                      <a:pt x="33649" y="7904"/>
                      <a:pt x="32490" y="9401"/>
                    </a:cubicBezTo>
                    <a:cubicBezTo>
                      <a:pt x="31333" y="10898"/>
                      <a:pt x="29158" y="11180"/>
                      <a:pt x="27661" y="10022"/>
                    </a:cubicBezTo>
                    <a:cubicBezTo>
                      <a:pt x="25740" y="8553"/>
                      <a:pt x="23367" y="7537"/>
                      <a:pt x="20769" y="7113"/>
                    </a:cubicBezTo>
                    <a:cubicBezTo>
                      <a:pt x="13990" y="5983"/>
                      <a:pt x="7776" y="9175"/>
                      <a:pt x="6957" y="14231"/>
                    </a:cubicBezTo>
                    <a:cubicBezTo>
                      <a:pt x="6590" y="16519"/>
                      <a:pt x="7380" y="18920"/>
                      <a:pt x="9244" y="20981"/>
                    </a:cubicBezTo>
                    <a:cubicBezTo>
                      <a:pt x="11306" y="23269"/>
                      <a:pt x="14329" y="24823"/>
                      <a:pt x="17746" y="25388"/>
                    </a:cubicBezTo>
                    <a:cubicBezTo>
                      <a:pt x="22718" y="26207"/>
                      <a:pt x="27152" y="28551"/>
                      <a:pt x="30231" y="31997"/>
                    </a:cubicBezTo>
                    <a:cubicBezTo>
                      <a:pt x="33508" y="35641"/>
                      <a:pt x="34920" y="40075"/>
                      <a:pt x="34214" y="44482"/>
                    </a:cubicBezTo>
                    <a:cubicBezTo>
                      <a:pt x="32943" y="52221"/>
                      <a:pt x="25232" y="57588"/>
                      <a:pt x="16249" y="57588"/>
                    </a:cubicBezTo>
                    <a:close/>
                  </a:path>
                </a:pathLst>
              </a:custGeom>
              <a:solidFill>
                <a:srgbClr val="17A3A3"/>
              </a:solidFill>
              <a:ln w="2824" cap="flat">
                <a:noFill/>
                <a:prstDash val="solid"/>
                <a:miter/>
              </a:ln>
            </p:spPr>
            <p:txBody>
              <a:bodyPr rtlCol="1" anchor="ctr"/>
              <a:lstStyle/>
              <a:p>
                <a:endParaRPr lang="ar-SA"/>
              </a:p>
            </p:txBody>
          </p:sp>
        </p:grpSp>
        <p:sp>
          <p:nvSpPr>
            <p:cNvPr id="7521" name="شكل حر: شكل 8423">
              <a:extLst>
                <a:ext uri="{FF2B5EF4-FFF2-40B4-BE49-F238E27FC236}">
                  <a16:creationId xmlns:a16="http://schemas.microsoft.com/office/drawing/2014/main" id="{F7AC8390-70EE-9EEB-1884-AEBE52C04F65}"/>
                </a:ext>
              </a:extLst>
            </p:cNvPr>
            <p:cNvSpPr/>
            <p:nvPr/>
          </p:nvSpPr>
          <p:spPr>
            <a:xfrm>
              <a:off x="9991727" y="106146"/>
              <a:ext cx="90893" cy="90893"/>
            </a:xfrm>
            <a:custGeom>
              <a:avLst/>
              <a:gdLst>
                <a:gd name="connsiteX0" fmla="*/ 45447 w 90893"/>
                <a:gd name="connsiteY0" fmla="*/ 90894 h 90893"/>
                <a:gd name="connsiteX1" fmla="*/ 0 w 90893"/>
                <a:gd name="connsiteY1" fmla="*/ 45447 h 90893"/>
                <a:gd name="connsiteX2" fmla="*/ 45447 w 90893"/>
                <a:gd name="connsiteY2" fmla="*/ 0 h 90893"/>
                <a:gd name="connsiteX3" fmla="*/ 90894 w 90893"/>
                <a:gd name="connsiteY3" fmla="*/ 45447 h 90893"/>
                <a:gd name="connsiteX4" fmla="*/ 45447 w 90893"/>
                <a:gd name="connsiteY4" fmla="*/ 90894 h 90893"/>
                <a:gd name="connsiteX5" fmla="*/ 45447 w 90893"/>
                <a:gd name="connsiteY5" fmla="*/ 6892 h 90893"/>
                <a:gd name="connsiteX6" fmla="*/ 6892 w 90893"/>
                <a:gd name="connsiteY6" fmla="*/ 45447 h 90893"/>
                <a:gd name="connsiteX7" fmla="*/ 45447 w 90893"/>
                <a:gd name="connsiteY7" fmla="*/ 84002 h 90893"/>
                <a:gd name="connsiteX8" fmla="*/ 84002 w 90893"/>
                <a:gd name="connsiteY8" fmla="*/ 45447 h 90893"/>
                <a:gd name="connsiteX9" fmla="*/ 45447 w 90893"/>
                <a:gd name="connsiteY9" fmla="*/ 6892 h 90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0893" h="90893">
                  <a:moveTo>
                    <a:pt x="45447" y="90894"/>
                  </a:moveTo>
                  <a:cubicBezTo>
                    <a:pt x="20393" y="90894"/>
                    <a:pt x="0" y="70501"/>
                    <a:pt x="0" y="45447"/>
                  </a:cubicBezTo>
                  <a:cubicBezTo>
                    <a:pt x="0" y="20393"/>
                    <a:pt x="20393" y="0"/>
                    <a:pt x="45447" y="0"/>
                  </a:cubicBezTo>
                  <a:cubicBezTo>
                    <a:pt x="70501" y="0"/>
                    <a:pt x="90894" y="20393"/>
                    <a:pt x="90894" y="45447"/>
                  </a:cubicBezTo>
                  <a:cubicBezTo>
                    <a:pt x="90894" y="70501"/>
                    <a:pt x="70501" y="90894"/>
                    <a:pt x="45447" y="90894"/>
                  </a:cubicBezTo>
                  <a:close/>
                  <a:moveTo>
                    <a:pt x="45447" y="6892"/>
                  </a:moveTo>
                  <a:cubicBezTo>
                    <a:pt x="24178" y="6892"/>
                    <a:pt x="6892" y="24178"/>
                    <a:pt x="6892" y="45447"/>
                  </a:cubicBezTo>
                  <a:cubicBezTo>
                    <a:pt x="6892" y="66716"/>
                    <a:pt x="24178" y="84002"/>
                    <a:pt x="45447" y="84002"/>
                  </a:cubicBezTo>
                  <a:cubicBezTo>
                    <a:pt x="66716" y="84002"/>
                    <a:pt x="84002" y="66716"/>
                    <a:pt x="84002" y="45447"/>
                  </a:cubicBezTo>
                  <a:cubicBezTo>
                    <a:pt x="84002" y="24178"/>
                    <a:pt x="66716" y="6892"/>
                    <a:pt x="45447" y="6892"/>
                  </a:cubicBezTo>
                  <a:close/>
                </a:path>
              </a:pathLst>
            </a:custGeom>
            <a:solidFill>
              <a:srgbClr val="01355A"/>
            </a:solidFill>
            <a:ln w="2824" cap="flat">
              <a:noFill/>
              <a:prstDash val="solid"/>
              <a:miter/>
            </a:ln>
          </p:spPr>
          <p:txBody>
            <a:bodyPr rtlCol="1" anchor="ctr"/>
            <a:lstStyle/>
            <a:p>
              <a:endParaRPr lang="ar-SA"/>
            </a:p>
          </p:txBody>
        </p:sp>
        <p:sp>
          <p:nvSpPr>
            <p:cNvPr id="7522" name="شكل حر: شكل 8424">
              <a:extLst>
                <a:ext uri="{FF2B5EF4-FFF2-40B4-BE49-F238E27FC236}">
                  <a16:creationId xmlns:a16="http://schemas.microsoft.com/office/drawing/2014/main" id="{90EC299B-77C0-B1BA-C3C5-5856CF331077}"/>
                </a:ext>
              </a:extLst>
            </p:cNvPr>
            <p:cNvSpPr/>
            <p:nvPr/>
          </p:nvSpPr>
          <p:spPr>
            <a:xfrm>
              <a:off x="9920210" y="310445"/>
              <a:ext cx="65642" cy="65642"/>
            </a:xfrm>
            <a:custGeom>
              <a:avLst/>
              <a:gdLst>
                <a:gd name="connsiteX0" fmla="*/ 32822 w 65642"/>
                <a:gd name="connsiteY0" fmla="*/ 65642 h 65642"/>
                <a:gd name="connsiteX1" fmla="*/ 0 w 65642"/>
                <a:gd name="connsiteY1" fmla="*/ 32821 h 65642"/>
                <a:gd name="connsiteX2" fmla="*/ 32822 w 65642"/>
                <a:gd name="connsiteY2" fmla="*/ 0 h 65642"/>
                <a:gd name="connsiteX3" fmla="*/ 65642 w 65642"/>
                <a:gd name="connsiteY3" fmla="*/ 32821 h 65642"/>
                <a:gd name="connsiteX4" fmla="*/ 32822 w 65642"/>
                <a:gd name="connsiteY4" fmla="*/ 65642 h 65642"/>
                <a:gd name="connsiteX5" fmla="*/ 32822 w 65642"/>
                <a:gd name="connsiteY5" fmla="*/ 6892 h 65642"/>
                <a:gd name="connsiteX6" fmla="*/ 6892 w 65642"/>
                <a:gd name="connsiteY6" fmla="*/ 32821 h 65642"/>
                <a:gd name="connsiteX7" fmla="*/ 32822 w 65642"/>
                <a:gd name="connsiteY7" fmla="*/ 58751 h 65642"/>
                <a:gd name="connsiteX8" fmla="*/ 58751 w 65642"/>
                <a:gd name="connsiteY8" fmla="*/ 32821 h 65642"/>
                <a:gd name="connsiteX9" fmla="*/ 32822 w 65642"/>
                <a:gd name="connsiteY9" fmla="*/ 6892 h 65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642" h="65642">
                  <a:moveTo>
                    <a:pt x="32822" y="65642"/>
                  </a:moveTo>
                  <a:cubicBezTo>
                    <a:pt x="14716" y="65642"/>
                    <a:pt x="0" y="50927"/>
                    <a:pt x="0" y="32821"/>
                  </a:cubicBezTo>
                  <a:cubicBezTo>
                    <a:pt x="0" y="14716"/>
                    <a:pt x="14716" y="0"/>
                    <a:pt x="32822" y="0"/>
                  </a:cubicBezTo>
                  <a:cubicBezTo>
                    <a:pt x="50927" y="0"/>
                    <a:pt x="65642" y="14716"/>
                    <a:pt x="65642" y="32821"/>
                  </a:cubicBezTo>
                  <a:cubicBezTo>
                    <a:pt x="65642" y="50927"/>
                    <a:pt x="50927" y="65642"/>
                    <a:pt x="32822" y="65642"/>
                  </a:cubicBezTo>
                  <a:close/>
                  <a:moveTo>
                    <a:pt x="32822" y="6892"/>
                  </a:moveTo>
                  <a:cubicBezTo>
                    <a:pt x="18529" y="6892"/>
                    <a:pt x="6892" y="18529"/>
                    <a:pt x="6892" y="32821"/>
                  </a:cubicBezTo>
                  <a:cubicBezTo>
                    <a:pt x="6892" y="47113"/>
                    <a:pt x="18529" y="58751"/>
                    <a:pt x="32822" y="58751"/>
                  </a:cubicBezTo>
                  <a:cubicBezTo>
                    <a:pt x="47114" y="58751"/>
                    <a:pt x="58751" y="47113"/>
                    <a:pt x="58751" y="32821"/>
                  </a:cubicBezTo>
                  <a:cubicBezTo>
                    <a:pt x="58751" y="18529"/>
                    <a:pt x="47114" y="6892"/>
                    <a:pt x="32822" y="6892"/>
                  </a:cubicBezTo>
                  <a:close/>
                </a:path>
              </a:pathLst>
            </a:custGeom>
            <a:solidFill>
              <a:srgbClr val="01355A"/>
            </a:solidFill>
            <a:ln w="2824" cap="flat">
              <a:noFill/>
              <a:prstDash val="solid"/>
              <a:miter/>
            </a:ln>
          </p:spPr>
          <p:txBody>
            <a:bodyPr rtlCol="1" anchor="ctr"/>
            <a:lstStyle/>
            <a:p>
              <a:endParaRPr lang="ar-SA"/>
            </a:p>
          </p:txBody>
        </p:sp>
      </p:grpSp>
      <p:grpSp>
        <p:nvGrpSpPr>
          <p:cNvPr id="7527" name="رسم 8014">
            <a:extLst>
              <a:ext uri="{FF2B5EF4-FFF2-40B4-BE49-F238E27FC236}">
                <a16:creationId xmlns:a16="http://schemas.microsoft.com/office/drawing/2014/main" id="{367D911D-42AD-01E2-0CA5-54CE988B3552}"/>
              </a:ext>
            </a:extLst>
          </p:cNvPr>
          <p:cNvGrpSpPr/>
          <p:nvPr/>
        </p:nvGrpSpPr>
        <p:grpSpPr>
          <a:xfrm>
            <a:off x="6831756" y="2131744"/>
            <a:ext cx="246328" cy="221648"/>
            <a:chOff x="7247426" y="889223"/>
            <a:chExt cx="294436" cy="281211"/>
          </a:xfrm>
        </p:grpSpPr>
        <p:grpSp>
          <p:nvGrpSpPr>
            <p:cNvPr id="7528" name="رسم 8014">
              <a:extLst>
                <a:ext uri="{FF2B5EF4-FFF2-40B4-BE49-F238E27FC236}">
                  <a16:creationId xmlns:a16="http://schemas.microsoft.com/office/drawing/2014/main" id="{C5796FC3-E15F-F038-A6F6-6FFF38FCD38C}"/>
                </a:ext>
              </a:extLst>
            </p:cNvPr>
            <p:cNvGrpSpPr/>
            <p:nvPr/>
          </p:nvGrpSpPr>
          <p:grpSpPr>
            <a:xfrm>
              <a:off x="7247426" y="889223"/>
              <a:ext cx="235652" cy="281211"/>
              <a:chOff x="7247426" y="889223"/>
              <a:chExt cx="235652" cy="281211"/>
            </a:xfrm>
            <a:solidFill>
              <a:srgbClr val="01355A"/>
            </a:solidFill>
          </p:grpSpPr>
          <p:sp>
            <p:nvSpPr>
              <p:cNvPr id="7535" name="شكل حر: شكل 8427">
                <a:extLst>
                  <a:ext uri="{FF2B5EF4-FFF2-40B4-BE49-F238E27FC236}">
                    <a16:creationId xmlns:a16="http://schemas.microsoft.com/office/drawing/2014/main" id="{744D4471-E0C2-9C27-E97D-6B9E599074B9}"/>
                  </a:ext>
                </a:extLst>
              </p:cNvPr>
              <p:cNvSpPr/>
              <p:nvPr/>
            </p:nvSpPr>
            <p:spPr>
              <a:xfrm>
                <a:off x="7247426" y="914786"/>
                <a:ext cx="210090" cy="255649"/>
              </a:xfrm>
              <a:custGeom>
                <a:avLst/>
                <a:gdLst>
                  <a:gd name="connsiteX0" fmla="*/ 206644 w 210090"/>
                  <a:gd name="connsiteY0" fmla="*/ 255650 h 255649"/>
                  <a:gd name="connsiteX1" fmla="*/ 3447 w 210090"/>
                  <a:gd name="connsiteY1" fmla="*/ 255650 h 255649"/>
                  <a:gd name="connsiteX2" fmla="*/ 0 w 210090"/>
                  <a:gd name="connsiteY2" fmla="*/ 252204 h 255649"/>
                  <a:gd name="connsiteX3" fmla="*/ 0 w 210090"/>
                  <a:gd name="connsiteY3" fmla="*/ 3446 h 255649"/>
                  <a:gd name="connsiteX4" fmla="*/ 3447 w 210090"/>
                  <a:gd name="connsiteY4" fmla="*/ 0 h 255649"/>
                  <a:gd name="connsiteX5" fmla="*/ 6892 w 210090"/>
                  <a:gd name="connsiteY5" fmla="*/ 3446 h 255649"/>
                  <a:gd name="connsiteX6" fmla="*/ 6892 w 210090"/>
                  <a:gd name="connsiteY6" fmla="*/ 248758 h 255649"/>
                  <a:gd name="connsiteX7" fmla="*/ 206644 w 210090"/>
                  <a:gd name="connsiteY7" fmla="*/ 248758 h 255649"/>
                  <a:gd name="connsiteX8" fmla="*/ 210090 w 210090"/>
                  <a:gd name="connsiteY8" fmla="*/ 252204 h 255649"/>
                  <a:gd name="connsiteX9" fmla="*/ 206644 w 210090"/>
                  <a:gd name="connsiteY9" fmla="*/ 255650 h 255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0090" h="255649">
                    <a:moveTo>
                      <a:pt x="206644" y="255650"/>
                    </a:moveTo>
                    <a:lnTo>
                      <a:pt x="3447" y="255650"/>
                    </a:lnTo>
                    <a:cubicBezTo>
                      <a:pt x="1554" y="255650"/>
                      <a:pt x="0" y="254096"/>
                      <a:pt x="0" y="252204"/>
                    </a:cubicBezTo>
                    <a:lnTo>
                      <a:pt x="0" y="3446"/>
                    </a:lnTo>
                    <a:cubicBezTo>
                      <a:pt x="0" y="1554"/>
                      <a:pt x="1554" y="0"/>
                      <a:pt x="3447" y="0"/>
                    </a:cubicBezTo>
                    <a:cubicBezTo>
                      <a:pt x="5339" y="0"/>
                      <a:pt x="6892" y="1554"/>
                      <a:pt x="6892" y="3446"/>
                    </a:cubicBezTo>
                    <a:lnTo>
                      <a:pt x="6892" y="248758"/>
                    </a:lnTo>
                    <a:lnTo>
                      <a:pt x="206644" y="248758"/>
                    </a:lnTo>
                    <a:cubicBezTo>
                      <a:pt x="208537" y="248758"/>
                      <a:pt x="210090" y="250311"/>
                      <a:pt x="210090" y="252204"/>
                    </a:cubicBezTo>
                    <a:cubicBezTo>
                      <a:pt x="210090" y="254096"/>
                      <a:pt x="208537" y="255650"/>
                      <a:pt x="206644" y="255650"/>
                    </a:cubicBezTo>
                    <a:close/>
                  </a:path>
                </a:pathLst>
              </a:custGeom>
              <a:solidFill>
                <a:srgbClr val="01355A"/>
              </a:solidFill>
              <a:ln w="2824" cap="flat">
                <a:noFill/>
                <a:prstDash val="solid"/>
                <a:miter/>
              </a:ln>
            </p:spPr>
            <p:txBody>
              <a:bodyPr rtlCol="1" anchor="ctr"/>
              <a:lstStyle/>
              <a:p>
                <a:endParaRPr lang="ar-SA"/>
              </a:p>
            </p:txBody>
          </p:sp>
          <p:grpSp>
            <p:nvGrpSpPr>
              <p:cNvPr id="7536" name="رسم 8014">
                <a:extLst>
                  <a:ext uri="{FF2B5EF4-FFF2-40B4-BE49-F238E27FC236}">
                    <a16:creationId xmlns:a16="http://schemas.microsoft.com/office/drawing/2014/main" id="{F573C682-8082-4104-E3AC-779E2B86BB89}"/>
                  </a:ext>
                </a:extLst>
              </p:cNvPr>
              <p:cNvGrpSpPr/>
              <p:nvPr/>
            </p:nvGrpSpPr>
            <p:grpSpPr>
              <a:xfrm>
                <a:off x="7272988" y="889223"/>
                <a:ext cx="210090" cy="255649"/>
                <a:chOff x="7272988" y="889223"/>
                <a:chExt cx="210090" cy="255649"/>
              </a:xfrm>
              <a:solidFill>
                <a:srgbClr val="01355A"/>
              </a:solidFill>
            </p:grpSpPr>
            <p:sp>
              <p:nvSpPr>
                <p:cNvPr id="7537" name="شكل حر: شكل 8429">
                  <a:extLst>
                    <a:ext uri="{FF2B5EF4-FFF2-40B4-BE49-F238E27FC236}">
                      <a16:creationId xmlns:a16="http://schemas.microsoft.com/office/drawing/2014/main" id="{28AED5FF-5B92-DE71-7D80-38B064CBA741}"/>
                    </a:ext>
                  </a:extLst>
                </p:cNvPr>
                <p:cNvSpPr/>
                <p:nvPr/>
              </p:nvSpPr>
              <p:spPr>
                <a:xfrm>
                  <a:off x="7272988" y="889223"/>
                  <a:ext cx="210090" cy="255649"/>
                </a:xfrm>
                <a:custGeom>
                  <a:avLst/>
                  <a:gdLst>
                    <a:gd name="connsiteX0" fmla="*/ 206644 w 210090"/>
                    <a:gd name="connsiteY0" fmla="*/ 255650 h 255649"/>
                    <a:gd name="connsiteX1" fmla="*/ 3446 w 210090"/>
                    <a:gd name="connsiteY1" fmla="*/ 255650 h 255649"/>
                    <a:gd name="connsiteX2" fmla="*/ 0 w 210090"/>
                    <a:gd name="connsiteY2" fmla="*/ 252204 h 255649"/>
                    <a:gd name="connsiteX3" fmla="*/ 0 w 210090"/>
                    <a:gd name="connsiteY3" fmla="*/ 3446 h 255649"/>
                    <a:gd name="connsiteX4" fmla="*/ 3446 w 210090"/>
                    <a:gd name="connsiteY4" fmla="*/ 0 h 255649"/>
                    <a:gd name="connsiteX5" fmla="*/ 206644 w 210090"/>
                    <a:gd name="connsiteY5" fmla="*/ 0 h 255649"/>
                    <a:gd name="connsiteX6" fmla="*/ 210090 w 210090"/>
                    <a:gd name="connsiteY6" fmla="*/ 3446 h 255649"/>
                    <a:gd name="connsiteX7" fmla="*/ 210090 w 210090"/>
                    <a:gd name="connsiteY7" fmla="*/ 37595 h 255649"/>
                    <a:gd name="connsiteX8" fmla="*/ 206644 w 210090"/>
                    <a:gd name="connsiteY8" fmla="*/ 41041 h 255649"/>
                    <a:gd name="connsiteX9" fmla="*/ 203198 w 210090"/>
                    <a:gd name="connsiteY9" fmla="*/ 37595 h 255649"/>
                    <a:gd name="connsiteX10" fmla="*/ 203198 w 210090"/>
                    <a:gd name="connsiteY10" fmla="*/ 6892 h 255649"/>
                    <a:gd name="connsiteX11" fmla="*/ 6863 w 210090"/>
                    <a:gd name="connsiteY11" fmla="*/ 6892 h 255649"/>
                    <a:gd name="connsiteX12" fmla="*/ 6863 w 210090"/>
                    <a:gd name="connsiteY12" fmla="*/ 248758 h 255649"/>
                    <a:gd name="connsiteX13" fmla="*/ 203198 w 210090"/>
                    <a:gd name="connsiteY13" fmla="*/ 248758 h 255649"/>
                    <a:gd name="connsiteX14" fmla="*/ 203198 w 210090"/>
                    <a:gd name="connsiteY14" fmla="*/ 164728 h 255649"/>
                    <a:gd name="connsiteX15" fmla="*/ 206644 w 210090"/>
                    <a:gd name="connsiteY15" fmla="*/ 161282 h 255649"/>
                    <a:gd name="connsiteX16" fmla="*/ 210090 w 210090"/>
                    <a:gd name="connsiteY16" fmla="*/ 164728 h 255649"/>
                    <a:gd name="connsiteX17" fmla="*/ 210090 w 210090"/>
                    <a:gd name="connsiteY17" fmla="*/ 252204 h 255649"/>
                    <a:gd name="connsiteX18" fmla="*/ 206644 w 210090"/>
                    <a:gd name="connsiteY18" fmla="*/ 255650 h 255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10090" h="255649">
                      <a:moveTo>
                        <a:pt x="206644" y="255650"/>
                      </a:moveTo>
                      <a:lnTo>
                        <a:pt x="3446" y="255650"/>
                      </a:lnTo>
                      <a:cubicBezTo>
                        <a:pt x="1554" y="255650"/>
                        <a:pt x="0" y="254096"/>
                        <a:pt x="0" y="252204"/>
                      </a:cubicBezTo>
                      <a:lnTo>
                        <a:pt x="0" y="3446"/>
                      </a:lnTo>
                      <a:cubicBezTo>
                        <a:pt x="0" y="1553"/>
                        <a:pt x="1554" y="0"/>
                        <a:pt x="3446" y="0"/>
                      </a:cubicBezTo>
                      <a:lnTo>
                        <a:pt x="206644" y="0"/>
                      </a:lnTo>
                      <a:cubicBezTo>
                        <a:pt x="208537" y="0"/>
                        <a:pt x="210090" y="1553"/>
                        <a:pt x="210090" y="3446"/>
                      </a:cubicBezTo>
                      <a:lnTo>
                        <a:pt x="210090" y="37595"/>
                      </a:lnTo>
                      <a:cubicBezTo>
                        <a:pt x="210090" y="39487"/>
                        <a:pt x="208537" y="41041"/>
                        <a:pt x="206644" y="41041"/>
                      </a:cubicBezTo>
                      <a:cubicBezTo>
                        <a:pt x="204751" y="41041"/>
                        <a:pt x="203198" y="39487"/>
                        <a:pt x="203198" y="37595"/>
                      </a:cubicBezTo>
                      <a:lnTo>
                        <a:pt x="203198" y="6892"/>
                      </a:lnTo>
                      <a:lnTo>
                        <a:pt x="6863" y="6892"/>
                      </a:lnTo>
                      <a:lnTo>
                        <a:pt x="6863" y="248758"/>
                      </a:lnTo>
                      <a:lnTo>
                        <a:pt x="203198" y="248758"/>
                      </a:lnTo>
                      <a:lnTo>
                        <a:pt x="203198" y="164728"/>
                      </a:lnTo>
                      <a:cubicBezTo>
                        <a:pt x="203198" y="162835"/>
                        <a:pt x="204751" y="161282"/>
                        <a:pt x="206644" y="161282"/>
                      </a:cubicBezTo>
                      <a:cubicBezTo>
                        <a:pt x="208537" y="161282"/>
                        <a:pt x="210090" y="162835"/>
                        <a:pt x="210090" y="164728"/>
                      </a:cubicBezTo>
                      <a:lnTo>
                        <a:pt x="210090" y="252204"/>
                      </a:lnTo>
                      <a:cubicBezTo>
                        <a:pt x="210090" y="254096"/>
                        <a:pt x="208537" y="255650"/>
                        <a:pt x="206644" y="255650"/>
                      </a:cubicBezTo>
                      <a:close/>
                    </a:path>
                  </a:pathLst>
                </a:custGeom>
                <a:solidFill>
                  <a:srgbClr val="01355A"/>
                </a:solidFill>
                <a:ln w="2824" cap="flat">
                  <a:noFill/>
                  <a:prstDash val="solid"/>
                  <a:miter/>
                </a:ln>
              </p:spPr>
              <p:txBody>
                <a:bodyPr rtlCol="1" anchor="ctr"/>
                <a:lstStyle/>
                <a:p>
                  <a:endParaRPr lang="ar-SA"/>
                </a:p>
              </p:txBody>
            </p:sp>
            <p:sp>
              <p:nvSpPr>
                <p:cNvPr id="7538" name="شكل حر: شكل 8430">
                  <a:extLst>
                    <a:ext uri="{FF2B5EF4-FFF2-40B4-BE49-F238E27FC236}">
                      <a16:creationId xmlns:a16="http://schemas.microsoft.com/office/drawing/2014/main" id="{668AD58E-B443-7F30-7D08-29DB41FCA7BB}"/>
                    </a:ext>
                  </a:extLst>
                </p:cNvPr>
                <p:cNvSpPr/>
                <p:nvPr/>
              </p:nvSpPr>
              <p:spPr>
                <a:xfrm>
                  <a:off x="7338546" y="924050"/>
                  <a:ext cx="79002" cy="6891"/>
                </a:xfrm>
                <a:custGeom>
                  <a:avLst/>
                  <a:gdLst>
                    <a:gd name="connsiteX0" fmla="*/ 75557 w 79002"/>
                    <a:gd name="connsiteY0" fmla="*/ 6892 h 6891"/>
                    <a:gd name="connsiteX1" fmla="*/ 3446 w 79002"/>
                    <a:gd name="connsiteY1" fmla="*/ 6892 h 6891"/>
                    <a:gd name="connsiteX2" fmla="*/ 0 w 79002"/>
                    <a:gd name="connsiteY2" fmla="*/ 3446 h 6891"/>
                    <a:gd name="connsiteX3" fmla="*/ 3446 w 79002"/>
                    <a:gd name="connsiteY3" fmla="*/ 0 h 6891"/>
                    <a:gd name="connsiteX4" fmla="*/ 75557 w 79002"/>
                    <a:gd name="connsiteY4" fmla="*/ 0 h 6891"/>
                    <a:gd name="connsiteX5" fmla="*/ 79002 w 79002"/>
                    <a:gd name="connsiteY5" fmla="*/ 3446 h 6891"/>
                    <a:gd name="connsiteX6" fmla="*/ 75557 w 79002"/>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002" h="6891">
                      <a:moveTo>
                        <a:pt x="75557" y="6892"/>
                      </a:moveTo>
                      <a:lnTo>
                        <a:pt x="3446" y="6892"/>
                      </a:lnTo>
                      <a:cubicBezTo>
                        <a:pt x="1554" y="6892"/>
                        <a:pt x="0" y="5338"/>
                        <a:pt x="0" y="3446"/>
                      </a:cubicBezTo>
                      <a:cubicBezTo>
                        <a:pt x="0" y="1554"/>
                        <a:pt x="1554" y="0"/>
                        <a:pt x="3446" y="0"/>
                      </a:cubicBezTo>
                      <a:lnTo>
                        <a:pt x="75557" y="0"/>
                      </a:lnTo>
                      <a:cubicBezTo>
                        <a:pt x="77450" y="0"/>
                        <a:pt x="79002" y="1554"/>
                        <a:pt x="79002" y="3446"/>
                      </a:cubicBezTo>
                      <a:cubicBezTo>
                        <a:pt x="79002" y="5338"/>
                        <a:pt x="77450" y="6892"/>
                        <a:pt x="75557" y="6892"/>
                      </a:cubicBezTo>
                      <a:close/>
                    </a:path>
                  </a:pathLst>
                </a:custGeom>
                <a:solidFill>
                  <a:srgbClr val="01355A"/>
                </a:solidFill>
                <a:ln w="2824" cap="flat">
                  <a:noFill/>
                  <a:prstDash val="solid"/>
                  <a:miter/>
                </a:ln>
              </p:spPr>
              <p:txBody>
                <a:bodyPr rtlCol="1" anchor="ctr"/>
                <a:lstStyle/>
                <a:p>
                  <a:endParaRPr lang="ar-SA"/>
                </a:p>
              </p:txBody>
            </p:sp>
            <p:sp>
              <p:nvSpPr>
                <p:cNvPr id="7539" name="شكل حر: شكل 8431">
                  <a:extLst>
                    <a:ext uri="{FF2B5EF4-FFF2-40B4-BE49-F238E27FC236}">
                      <a16:creationId xmlns:a16="http://schemas.microsoft.com/office/drawing/2014/main" id="{6B403928-C5D7-E2F3-8CEE-0DA5224B107F}"/>
                    </a:ext>
                  </a:extLst>
                </p:cNvPr>
                <p:cNvSpPr/>
                <p:nvPr/>
              </p:nvSpPr>
              <p:spPr>
                <a:xfrm>
                  <a:off x="7301883" y="954273"/>
                  <a:ext cx="146085" cy="6891"/>
                </a:xfrm>
                <a:custGeom>
                  <a:avLst/>
                  <a:gdLst>
                    <a:gd name="connsiteX0" fmla="*/ 142640 w 146085"/>
                    <a:gd name="connsiteY0" fmla="*/ 6892 h 6891"/>
                    <a:gd name="connsiteX1" fmla="*/ 3446 w 146085"/>
                    <a:gd name="connsiteY1" fmla="*/ 6892 h 6891"/>
                    <a:gd name="connsiteX2" fmla="*/ 0 w 146085"/>
                    <a:gd name="connsiteY2" fmla="*/ 3446 h 6891"/>
                    <a:gd name="connsiteX3" fmla="*/ 3446 w 146085"/>
                    <a:gd name="connsiteY3" fmla="*/ 0 h 6891"/>
                    <a:gd name="connsiteX4" fmla="*/ 142640 w 146085"/>
                    <a:gd name="connsiteY4" fmla="*/ 0 h 6891"/>
                    <a:gd name="connsiteX5" fmla="*/ 146085 w 146085"/>
                    <a:gd name="connsiteY5" fmla="*/ 3446 h 6891"/>
                    <a:gd name="connsiteX6" fmla="*/ 142640 w 146085"/>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085" h="6891">
                      <a:moveTo>
                        <a:pt x="142640" y="6892"/>
                      </a:moveTo>
                      <a:lnTo>
                        <a:pt x="3446" y="6892"/>
                      </a:lnTo>
                      <a:cubicBezTo>
                        <a:pt x="1554" y="6892"/>
                        <a:pt x="0" y="5338"/>
                        <a:pt x="0" y="3446"/>
                      </a:cubicBezTo>
                      <a:cubicBezTo>
                        <a:pt x="0" y="1553"/>
                        <a:pt x="1554" y="0"/>
                        <a:pt x="3446" y="0"/>
                      </a:cubicBezTo>
                      <a:lnTo>
                        <a:pt x="142640" y="0"/>
                      </a:lnTo>
                      <a:cubicBezTo>
                        <a:pt x="144533" y="0"/>
                        <a:pt x="146085" y="1553"/>
                        <a:pt x="146085" y="3446"/>
                      </a:cubicBezTo>
                      <a:cubicBezTo>
                        <a:pt x="146085" y="5338"/>
                        <a:pt x="144533" y="6892"/>
                        <a:pt x="142640" y="6892"/>
                      </a:cubicBezTo>
                      <a:close/>
                    </a:path>
                  </a:pathLst>
                </a:custGeom>
                <a:solidFill>
                  <a:srgbClr val="01355A"/>
                </a:solidFill>
                <a:ln w="2824" cap="flat">
                  <a:noFill/>
                  <a:prstDash val="solid"/>
                  <a:miter/>
                </a:ln>
              </p:spPr>
              <p:txBody>
                <a:bodyPr rtlCol="1" anchor="ctr"/>
                <a:lstStyle/>
                <a:p>
                  <a:endParaRPr lang="ar-SA"/>
                </a:p>
              </p:txBody>
            </p:sp>
            <p:sp>
              <p:nvSpPr>
                <p:cNvPr id="7540" name="شكل حر: شكل 8432">
                  <a:extLst>
                    <a:ext uri="{FF2B5EF4-FFF2-40B4-BE49-F238E27FC236}">
                      <a16:creationId xmlns:a16="http://schemas.microsoft.com/office/drawing/2014/main" id="{E4707278-5F54-FE5C-0F29-5B1B07EF7D38}"/>
                    </a:ext>
                  </a:extLst>
                </p:cNvPr>
                <p:cNvSpPr/>
                <p:nvPr/>
              </p:nvSpPr>
              <p:spPr>
                <a:xfrm>
                  <a:off x="7301883" y="983959"/>
                  <a:ext cx="135070" cy="6891"/>
                </a:xfrm>
                <a:custGeom>
                  <a:avLst/>
                  <a:gdLst>
                    <a:gd name="connsiteX0" fmla="*/ 131624 w 135070"/>
                    <a:gd name="connsiteY0" fmla="*/ 6892 h 6891"/>
                    <a:gd name="connsiteX1" fmla="*/ 3446 w 135070"/>
                    <a:gd name="connsiteY1" fmla="*/ 6892 h 6891"/>
                    <a:gd name="connsiteX2" fmla="*/ 0 w 135070"/>
                    <a:gd name="connsiteY2" fmla="*/ 3446 h 6891"/>
                    <a:gd name="connsiteX3" fmla="*/ 3446 w 135070"/>
                    <a:gd name="connsiteY3" fmla="*/ 0 h 6891"/>
                    <a:gd name="connsiteX4" fmla="*/ 131624 w 135070"/>
                    <a:gd name="connsiteY4" fmla="*/ 0 h 6891"/>
                    <a:gd name="connsiteX5" fmla="*/ 135070 w 135070"/>
                    <a:gd name="connsiteY5" fmla="*/ 3446 h 6891"/>
                    <a:gd name="connsiteX6" fmla="*/ 131624 w 135070"/>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070" h="6891">
                      <a:moveTo>
                        <a:pt x="131624" y="6892"/>
                      </a:moveTo>
                      <a:lnTo>
                        <a:pt x="3446" y="6892"/>
                      </a:lnTo>
                      <a:cubicBezTo>
                        <a:pt x="1554" y="6892"/>
                        <a:pt x="0" y="5338"/>
                        <a:pt x="0" y="3446"/>
                      </a:cubicBezTo>
                      <a:cubicBezTo>
                        <a:pt x="0" y="1554"/>
                        <a:pt x="1554" y="0"/>
                        <a:pt x="3446" y="0"/>
                      </a:cubicBezTo>
                      <a:lnTo>
                        <a:pt x="131624" y="0"/>
                      </a:lnTo>
                      <a:cubicBezTo>
                        <a:pt x="133516" y="0"/>
                        <a:pt x="135070" y="1554"/>
                        <a:pt x="135070" y="3446"/>
                      </a:cubicBezTo>
                      <a:cubicBezTo>
                        <a:pt x="135070" y="5338"/>
                        <a:pt x="133516" y="6892"/>
                        <a:pt x="131624" y="6892"/>
                      </a:cubicBezTo>
                      <a:close/>
                    </a:path>
                  </a:pathLst>
                </a:custGeom>
                <a:solidFill>
                  <a:srgbClr val="01355A"/>
                </a:solidFill>
                <a:ln w="2824" cap="flat">
                  <a:noFill/>
                  <a:prstDash val="solid"/>
                  <a:miter/>
                </a:ln>
              </p:spPr>
              <p:txBody>
                <a:bodyPr rtlCol="1" anchor="ctr"/>
                <a:lstStyle/>
                <a:p>
                  <a:endParaRPr lang="ar-SA"/>
                </a:p>
              </p:txBody>
            </p:sp>
            <p:grpSp>
              <p:nvGrpSpPr>
                <p:cNvPr id="7541" name="رسم 8014">
                  <a:extLst>
                    <a:ext uri="{FF2B5EF4-FFF2-40B4-BE49-F238E27FC236}">
                      <a16:creationId xmlns:a16="http://schemas.microsoft.com/office/drawing/2014/main" id="{AF164B62-FC15-C0F0-F6F7-09242E00EBB1}"/>
                    </a:ext>
                  </a:extLst>
                </p:cNvPr>
                <p:cNvGrpSpPr/>
                <p:nvPr/>
              </p:nvGrpSpPr>
              <p:grpSpPr>
                <a:xfrm>
                  <a:off x="7310641" y="1024491"/>
                  <a:ext cx="46433" cy="84171"/>
                  <a:chOff x="7310641" y="1024491"/>
                  <a:chExt cx="46433" cy="84171"/>
                </a:xfrm>
                <a:solidFill>
                  <a:srgbClr val="01355A"/>
                </a:solidFill>
              </p:grpSpPr>
              <p:sp>
                <p:nvSpPr>
                  <p:cNvPr id="7543" name="شكل حر: شكل 8434">
                    <a:extLst>
                      <a:ext uri="{FF2B5EF4-FFF2-40B4-BE49-F238E27FC236}">
                        <a16:creationId xmlns:a16="http://schemas.microsoft.com/office/drawing/2014/main" id="{81C778A2-DB6E-4008-1E42-D6CD46BA204F}"/>
                      </a:ext>
                    </a:extLst>
                  </p:cNvPr>
                  <p:cNvSpPr/>
                  <p:nvPr/>
                </p:nvSpPr>
                <p:spPr>
                  <a:xfrm>
                    <a:off x="7310641" y="1035346"/>
                    <a:ext cx="46433" cy="62498"/>
                  </a:xfrm>
                  <a:custGeom>
                    <a:avLst/>
                    <a:gdLst>
                      <a:gd name="connsiteX0" fmla="*/ 21974 w 46433"/>
                      <a:gd name="connsiteY0" fmla="*/ 62471 h 62498"/>
                      <a:gd name="connsiteX1" fmla="*/ 16861 w 46433"/>
                      <a:gd name="connsiteY1" fmla="*/ 62160 h 62498"/>
                      <a:gd name="connsiteX2" fmla="*/ 3445 w 46433"/>
                      <a:gd name="connsiteY2" fmla="*/ 57782 h 62498"/>
                      <a:gd name="connsiteX3" fmla="*/ 2230 w 46433"/>
                      <a:gd name="connsiteY3" fmla="*/ 53065 h 62498"/>
                      <a:gd name="connsiteX4" fmla="*/ 6947 w 46433"/>
                      <a:gd name="connsiteY4" fmla="*/ 51850 h 62498"/>
                      <a:gd name="connsiteX5" fmla="*/ 17709 w 46433"/>
                      <a:gd name="connsiteY5" fmla="*/ 55325 h 62498"/>
                      <a:gd name="connsiteX6" fmla="*/ 39401 w 46433"/>
                      <a:gd name="connsiteY6" fmla="*/ 47105 h 62498"/>
                      <a:gd name="connsiteX7" fmla="*/ 38159 w 46433"/>
                      <a:gd name="connsiteY7" fmla="*/ 42162 h 62498"/>
                      <a:gd name="connsiteX8" fmla="*/ 22765 w 46433"/>
                      <a:gd name="connsiteY8" fmla="*/ 34649 h 62498"/>
                      <a:gd name="connsiteX9" fmla="*/ 2626 w 46433"/>
                      <a:gd name="connsiteY9" fmla="*/ 24283 h 62498"/>
                      <a:gd name="connsiteX10" fmla="*/ 281 w 46433"/>
                      <a:gd name="connsiteY10" fmla="*/ 13917 h 62498"/>
                      <a:gd name="connsiteX11" fmla="*/ 29572 w 46433"/>
                      <a:gd name="connsiteY11" fmla="*/ 331 h 62498"/>
                      <a:gd name="connsiteX12" fmla="*/ 42988 w 46433"/>
                      <a:gd name="connsiteY12" fmla="*/ 4709 h 62498"/>
                      <a:gd name="connsiteX13" fmla="*/ 44203 w 46433"/>
                      <a:gd name="connsiteY13" fmla="*/ 9426 h 62498"/>
                      <a:gd name="connsiteX14" fmla="*/ 39486 w 46433"/>
                      <a:gd name="connsiteY14" fmla="*/ 10640 h 62498"/>
                      <a:gd name="connsiteX15" fmla="*/ 28724 w 46433"/>
                      <a:gd name="connsiteY15" fmla="*/ 7166 h 62498"/>
                      <a:gd name="connsiteX16" fmla="*/ 7032 w 46433"/>
                      <a:gd name="connsiteY16" fmla="*/ 15385 h 62498"/>
                      <a:gd name="connsiteX17" fmla="*/ 8275 w 46433"/>
                      <a:gd name="connsiteY17" fmla="*/ 20328 h 62498"/>
                      <a:gd name="connsiteX18" fmla="*/ 23668 w 46433"/>
                      <a:gd name="connsiteY18" fmla="*/ 27842 h 62498"/>
                      <a:gd name="connsiteX19" fmla="*/ 43808 w 46433"/>
                      <a:gd name="connsiteY19" fmla="*/ 38208 h 62498"/>
                      <a:gd name="connsiteX20" fmla="*/ 46152 w 46433"/>
                      <a:gd name="connsiteY20" fmla="*/ 48574 h 62498"/>
                      <a:gd name="connsiteX21" fmla="*/ 21974 w 46433"/>
                      <a:gd name="connsiteY21" fmla="*/ 62499 h 62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6433" h="62498">
                        <a:moveTo>
                          <a:pt x="21974" y="62471"/>
                        </a:moveTo>
                        <a:cubicBezTo>
                          <a:pt x="20307" y="62471"/>
                          <a:pt x="18585" y="62358"/>
                          <a:pt x="16861" y="62160"/>
                        </a:cubicBezTo>
                        <a:cubicBezTo>
                          <a:pt x="11890" y="61538"/>
                          <a:pt x="7258" y="60013"/>
                          <a:pt x="3445" y="57782"/>
                        </a:cubicBezTo>
                        <a:cubicBezTo>
                          <a:pt x="1806" y="56822"/>
                          <a:pt x="1270" y="54703"/>
                          <a:pt x="2230" y="53065"/>
                        </a:cubicBezTo>
                        <a:cubicBezTo>
                          <a:pt x="3190" y="51427"/>
                          <a:pt x="5309" y="50890"/>
                          <a:pt x="6947" y="51850"/>
                        </a:cubicBezTo>
                        <a:cubicBezTo>
                          <a:pt x="9941" y="53630"/>
                          <a:pt x="13670" y="54816"/>
                          <a:pt x="17709" y="55325"/>
                        </a:cubicBezTo>
                        <a:cubicBezTo>
                          <a:pt x="29148" y="56765"/>
                          <a:pt x="38328" y="52161"/>
                          <a:pt x="39401" y="47105"/>
                        </a:cubicBezTo>
                        <a:cubicBezTo>
                          <a:pt x="39740" y="45495"/>
                          <a:pt x="39345" y="43829"/>
                          <a:pt x="38159" y="42162"/>
                        </a:cubicBezTo>
                        <a:cubicBezTo>
                          <a:pt x="35475" y="38377"/>
                          <a:pt x="29600" y="35524"/>
                          <a:pt x="22765" y="34649"/>
                        </a:cubicBezTo>
                        <a:cubicBezTo>
                          <a:pt x="13952" y="33547"/>
                          <a:pt x="6439" y="29649"/>
                          <a:pt x="2626" y="24283"/>
                        </a:cubicBezTo>
                        <a:cubicBezTo>
                          <a:pt x="309" y="21034"/>
                          <a:pt x="-481" y="17447"/>
                          <a:pt x="281" y="13917"/>
                        </a:cubicBezTo>
                        <a:cubicBezTo>
                          <a:pt x="2315" y="4483"/>
                          <a:pt x="15166" y="-1505"/>
                          <a:pt x="29572" y="331"/>
                        </a:cubicBezTo>
                        <a:cubicBezTo>
                          <a:pt x="34543" y="952"/>
                          <a:pt x="39203" y="2477"/>
                          <a:pt x="42988" y="4709"/>
                        </a:cubicBezTo>
                        <a:cubicBezTo>
                          <a:pt x="44627" y="5669"/>
                          <a:pt x="45163" y="7787"/>
                          <a:pt x="44203" y="9426"/>
                        </a:cubicBezTo>
                        <a:cubicBezTo>
                          <a:pt x="43243" y="11064"/>
                          <a:pt x="41124" y="11600"/>
                          <a:pt x="39486" y="10640"/>
                        </a:cubicBezTo>
                        <a:cubicBezTo>
                          <a:pt x="36492" y="8889"/>
                          <a:pt x="32763" y="7674"/>
                          <a:pt x="28724" y="7166"/>
                        </a:cubicBezTo>
                        <a:cubicBezTo>
                          <a:pt x="17285" y="5725"/>
                          <a:pt x="8105" y="10329"/>
                          <a:pt x="7032" y="15385"/>
                        </a:cubicBezTo>
                        <a:cubicBezTo>
                          <a:pt x="6693" y="16995"/>
                          <a:pt x="7117" y="18662"/>
                          <a:pt x="8275" y="20328"/>
                        </a:cubicBezTo>
                        <a:cubicBezTo>
                          <a:pt x="10958" y="24113"/>
                          <a:pt x="16833" y="26994"/>
                          <a:pt x="23668" y="27842"/>
                        </a:cubicBezTo>
                        <a:cubicBezTo>
                          <a:pt x="32481" y="28943"/>
                          <a:pt x="39994" y="32813"/>
                          <a:pt x="43808" y="38208"/>
                        </a:cubicBezTo>
                        <a:cubicBezTo>
                          <a:pt x="46124" y="41456"/>
                          <a:pt x="46914" y="45043"/>
                          <a:pt x="46152" y="48574"/>
                        </a:cubicBezTo>
                        <a:cubicBezTo>
                          <a:pt x="44372" y="56878"/>
                          <a:pt x="34175" y="62499"/>
                          <a:pt x="21974" y="62499"/>
                        </a:cubicBezTo>
                        <a:close/>
                      </a:path>
                    </a:pathLst>
                  </a:custGeom>
                  <a:solidFill>
                    <a:srgbClr val="01355A"/>
                  </a:solidFill>
                  <a:ln w="2824" cap="flat">
                    <a:noFill/>
                    <a:prstDash val="solid"/>
                    <a:miter/>
                  </a:ln>
                </p:spPr>
                <p:txBody>
                  <a:bodyPr rtlCol="1" anchor="ctr"/>
                  <a:lstStyle/>
                  <a:p>
                    <a:endParaRPr lang="ar-SA"/>
                  </a:p>
                </p:txBody>
              </p:sp>
              <p:sp>
                <p:nvSpPr>
                  <p:cNvPr id="7544" name="شكل حر: شكل 8435">
                    <a:extLst>
                      <a:ext uri="{FF2B5EF4-FFF2-40B4-BE49-F238E27FC236}">
                        <a16:creationId xmlns:a16="http://schemas.microsoft.com/office/drawing/2014/main" id="{14437D97-0559-865A-F0CF-E3B65E305F0A}"/>
                      </a:ext>
                    </a:extLst>
                  </p:cNvPr>
                  <p:cNvSpPr/>
                  <p:nvPr/>
                </p:nvSpPr>
                <p:spPr>
                  <a:xfrm>
                    <a:off x="7331965" y="1024491"/>
                    <a:ext cx="6891" cy="17738"/>
                  </a:xfrm>
                  <a:custGeom>
                    <a:avLst/>
                    <a:gdLst>
                      <a:gd name="connsiteX0" fmla="*/ 3446 w 6891"/>
                      <a:gd name="connsiteY0" fmla="*/ 17738 h 17738"/>
                      <a:gd name="connsiteX1" fmla="*/ 0 w 6891"/>
                      <a:gd name="connsiteY1" fmla="*/ 14292 h 17738"/>
                      <a:gd name="connsiteX2" fmla="*/ 0 w 6891"/>
                      <a:gd name="connsiteY2" fmla="*/ 3446 h 17738"/>
                      <a:gd name="connsiteX3" fmla="*/ 3446 w 6891"/>
                      <a:gd name="connsiteY3" fmla="*/ 0 h 17738"/>
                      <a:gd name="connsiteX4" fmla="*/ 6892 w 6891"/>
                      <a:gd name="connsiteY4" fmla="*/ 3446 h 17738"/>
                      <a:gd name="connsiteX5" fmla="*/ 6892 w 6891"/>
                      <a:gd name="connsiteY5" fmla="*/ 14292 h 17738"/>
                      <a:gd name="connsiteX6" fmla="*/ 3446 w 6891"/>
                      <a:gd name="connsiteY6" fmla="*/ 17738 h 1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17738">
                        <a:moveTo>
                          <a:pt x="3446" y="17738"/>
                        </a:moveTo>
                        <a:cubicBezTo>
                          <a:pt x="1553" y="17738"/>
                          <a:pt x="0" y="16185"/>
                          <a:pt x="0" y="14292"/>
                        </a:cubicBezTo>
                        <a:lnTo>
                          <a:pt x="0" y="3446"/>
                        </a:lnTo>
                        <a:cubicBezTo>
                          <a:pt x="0" y="1554"/>
                          <a:pt x="1553" y="0"/>
                          <a:pt x="3446" y="0"/>
                        </a:cubicBezTo>
                        <a:cubicBezTo>
                          <a:pt x="5338" y="0"/>
                          <a:pt x="6892" y="1554"/>
                          <a:pt x="6892" y="3446"/>
                        </a:cubicBezTo>
                        <a:lnTo>
                          <a:pt x="6892" y="14292"/>
                        </a:lnTo>
                        <a:cubicBezTo>
                          <a:pt x="6892" y="16185"/>
                          <a:pt x="5338" y="17738"/>
                          <a:pt x="3446" y="17738"/>
                        </a:cubicBezTo>
                        <a:close/>
                      </a:path>
                    </a:pathLst>
                  </a:custGeom>
                  <a:solidFill>
                    <a:srgbClr val="01355A"/>
                  </a:solidFill>
                  <a:ln w="2824" cap="flat">
                    <a:noFill/>
                    <a:prstDash val="solid"/>
                    <a:miter/>
                  </a:ln>
                </p:spPr>
                <p:txBody>
                  <a:bodyPr rtlCol="1" anchor="ctr"/>
                  <a:lstStyle/>
                  <a:p>
                    <a:endParaRPr lang="ar-SA"/>
                  </a:p>
                </p:txBody>
              </p:sp>
              <p:sp>
                <p:nvSpPr>
                  <p:cNvPr id="7545" name="شكل حر: شكل 8436">
                    <a:extLst>
                      <a:ext uri="{FF2B5EF4-FFF2-40B4-BE49-F238E27FC236}">
                        <a16:creationId xmlns:a16="http://schemas.microsoft.com/office/drawing/2014/main" id="{571C2285-3B26-198D-7227-E49FC3B32B9E}"/>
                      </a:ext>
                    </a:extLst>
                  </p:cNvPr>
                  <p:cNvSpPr/>
                  <p:nvPr/>
                </p:nvSpPr>
                <p:spPr>
                  <a:xfrm>
                    <a:off x="7331965" y="1090924"/>
                    <a:ext cx="6891" cy="17738"/>
                  </a:xfrm>
                  <a:custGeom>
                    <a:avLst/>
                    <a:gdLst>
                      <a:gd name="connsiteX0" fmla="*/ 3446 w 6891"/>
                      <a:gd name="connsiteY0" fmla="*/ 17738 h 17738"/>
                      <a:gd name="connsiteX1" fmla="*/ 0 w 6891"/>
                      <a:gd name="connsiteY1" fmla="*/ 14292 h 17738"/>
                      <a:gd name="connsiteX2" fmla="*/ 0 w 6891"/>
                      <a:gd name="connsiteY2" fmla="*/ 3446 h 17738"/>
                      <a:gd name="connsiteX3" fmla="*/ 3446 w 6891"/>
                      <a:gd name="connsiteY3" fmla="*/ 0 h 17738"/>
                      <a:gd name="connsiteX4" fmla="*/ 6892 w 6891"/>
                      <a:gd name="connsiteY4" fmla="*/ 3446 h 17738"/>
                      <a:gd name="connsiteX5" fmla="*/ 6892 w 6891"/>
                      <a:gd name="connsiteY5" fmla="*/ 14292 h 17738"/>
                      <a:gd name="connsiteX6" fmla="*/ 3446 w 6891"/>
                      <a:gd name="connsiteY6" fmla="*/ 17738 h 1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17738">
                        <a:moveTo>
                          <a:pt x="3446" y="17738"/>
                        </a:moveTo>
                        <a:cubicBezTo>
                          <a:pt x="1553" y="17738"/>
                          <a:pt x="0" y="16185"/>
                          <a:pt x="0" y="14292"/>
                        </a:cubicBezTo>
                        <a:lnTo>
                          <a:pt x="0" y="3446"/>
                        </a:lnTo>
                        <a:cubicBezTo>
                          <a:pt x="0" y="1553"/>
                          <a:pt x="1553" y="0"/>
                          <a:pt x="3446" y="0"/>
                        </a:cubicBezTo>
                        <a:cubicBezTo>
                          <a:pt x="5338" y="0"/>
                          <a:pt x="6892" y="1553"/>
                          <a:pt x="6892" y="3446"/>
                        </a:cubicBezTo>
                        <a:lnTo>
                          <a:pt x="6892" y="14292"/>
                        </a:lnTo>
                        <a:cubicBezTo>
                          <a:pt x="6892" y="16185"/>
                          <a:pt x="5338" y="17738"/>
                          <a:pt x="3446" y="17738"/>
                        </a:cubicBezTo>
                        <a:close/>
                      </a:path>
                    </a:pathLst>
                  </a:custGeom>
                  <a:solidFill>
                    <a:srgbClr val="01355A"/>
                  </a:solidFill>
                  <a:ln w="2824" cap="flat">
                    <a:noFill/>
                    <a:prstDash val="solid"/>
                    <a:miter/>
                  </a:ln>
                </p:spPr>
                <p:txBody>
                  <a:bodyPr rtlCol="1" anchor="ctr"/>
                  <a:lstStyle/>
                  <a:p>
                    <a:endParaRPr lang="ar-SA"/>
                  </a:p>
                </p:txBody>
              </p:sp>
            </p:grpSp>
            <p:sp>
              <p:nvSpPr>
                <p:cNvPr id="7542" name="شكل حر: شكل 8437">
                  <a:extLst>
                    <a:ext uri="{FF2B5EF4-FFF2-40B4-BE49-F238E27FC236}">
                      <a16:creationId xmlns:a16="http://schemas.microsoft.com/office/drawing/2014/main" id="{20CBE9AC-E18D-59F8-E0B3-E245BA02D19F}"/>
                    </a:ext>
                  </a:extLst>
                </p:cNvPr>
                <p:cNvSpPr/>
                <p:nvPr/>
              </p:nvSpPr>
              <p:spPr>
                <a:xfrm>
                  <a:off x="7381677" y="1101771"/>
                  <a:ext cx="62422" cy="6891"/>
                </a:xfrm>
                <a:custGeom>
                  <a:avLst/>
                  <a:gdLst>
                    <a:gd name="connsiteX0" fmla="*/ 58977 w 62422"/>
                    <a:gd name="connsiteY0" fmla="*/ 6892 h 6891"/>
                    <a:gd name="connsiteX1" fmla="*/ 3446 w 62422"/>
                    <a:gd name="connsiteY1" fmla="*/ 6892 h 6891"/>
                    <a:gd name="connsiteX2" fmla="*/ 0 w 62422"/>
                    <a:gd name="connsiteY2" fmla="*/ 3446 h 6891"/>
                    <a:gd name="connsiteX3" fmla="*/ 3446 w 62422"/>
                    <a:gd name="connsiteY3" fmla="*/ 0 h 6891"/>
                    <a:gd name="connsiteX4" fmla="*/ 58977 w 62422"/>
                    <a:gd name="connsiteY4" fmla="*/ 0 h 6891"/>
                    <a:gd name="connsiteX5" fmla="*/ 62423 w 62422"/>
                    <a:gd name="connsiteY5" fmla="*/ 3446 h 6891"/>
                    <a:gd name="connsiteX6" fmla="*/ 58977 w 62422"/>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422" h="6891">
                      <a:moveTo>
                        <a:pt x="58977" y="6892"/>
                      </a:moveTo>
                      <a:lnTo>
                        <a:pt x="3446" y="6892"/>
                      </a:lnTo>
                      <a:cubicBezTo>
                        <a:pt x="1554" y="6892"/>
                        <a:pt x="0" y="5338"/>
                        <a:pt x="0" y="3446"/>
                      </a:cubicBezTo>
                      <a:cubicBezTo>
                        <a:pt x="0" y="1553"/>
                        <a:pt x="1554" y="0"/>
                        <a:pt x="3446" y="0"/>
                      </a:cubicBezTo>
                      <a:lnTo>
                        <a:pt x="58977" y="0"/>
                      </a:lnTo>
                      <a:cubicBezTo>
                        <a:pt x="60869" y="0"/>
                        <a:pt x="62423" y="1553"/>
                        <a:pt x="62423" y="3446"/>
                      </a:cubicBezTo>
                      <a:cubicBezTo>
                        <a:pt x="62423" y="5338"/>
                        <a:pt x="60869" y="6892"/>
                        <a:pt x="58977" y="6892"/>
                      </a:cubicBezTo>
                      <a:close/>
                    </a:path>
                  </a:pathLst>
                </a:custGeom>
                <a:solidFill>
                  <a:srgbClr val="01355A"/>
                </a:solidFill>
                <a:ln w="2824" cap="flat">
                  <a:noFill/>
                  <a:prstDash val="solid"/>
                  <a:miter/>
                </a:ln>
              </p:spPr>
              <p:txBody>
                <a:bodyPr rtlCol="1" anchor="ctr"/>
                <a:lstStyle/>
                <a:p>
                  <a:endParaRPr lang="ar-SA"/>
                </a:p>
              </p:txBody>
            </p:sp>
          </p:grpSp>
        </p:grpSp>
        <p:grpSp>
          <p:nvGrpSpPr>
            <p:cNvPr id="7529" name="رسم 8014">
              <a:extLst>
                <a:ext uri="{FF2B5EF4-FFF2-40B4-BE49-F238E27FC236}">
                  <a16:creationId xmlns:a16="http://schemas.microsoft.com/office/drawing/2014/main" id="{BB643B5C-BCE6-F915-4C18-E290FD5A21FC}"/>
                </a:ext>
              </a:extLst>
            </p:cNvPr>
            <p:cNvGrpSpPr/>
            <p:nvPr/>
          </p:nvGrpSpPr>
          <p:grpSpPr>
            <a:xfrm>
              <a:off x="7409719" y="918932"/>
              <a:ext cx="132143" cy="157050"/>
              <a:chOff x="7409719" y="918932"/>
              <a:chExt cx="132143" cy="157050"/>
            </a:xfrm>
            <a:solidFill>
              <a:srgbClr val="17A3A3"/>
            </a:solidFill>
          </p:grpSpPr>
          <p:sp>
            <p:nvSpPr>
              <p:cNvPr id="7530" name="شكل حر: شكل 8439">
                <a:extLst>
                  <a:ext uri="{FF2B5EF4-FFF2-40B4-BE49-F238E27FC236}">
                    <a16:creationId xmlns:a16="http://schemas.microsoft.com/office/drawing/2014/main" id="{CE1EBA3D-5055-3CCA-3A06-B0F9CF74AD2C}"/>
                  </a:ext>
                </a:extLst>
              </p:cNvPr>
              <p:cNvSpPr/>
              <p:nvPr/>
            </p:nvSpPr>
            <p:spPr>
              <a:xfrm>
                <a:off x="7411272" y="928581"/>
                <a:ext cx="115716" cy="140848"/>
              </a:xfrm>
              <a:custGeom>
                <a:avLst/>
                <a:gdLst>
                  <a:gd name="connsiteX0" fmla="*/ 18140 w 115716"/>
                  <a:gd name="connsiteY0" fmla="*/ 140820 h 140848"/>
                  <a:gd name="connsiteX1" fmla="*/ 8762 w 115716"/>
                  <a:gd name="connsiteY1" fmla="*/ 137657 h 140848"/>
                  <a:gd name="connsiteX2" fmla="*/ 6135 w 115716"/>
                  <a:gd name="connsiteY2" fmla="*/ 135679 h 140848"/>
                  <a:gd name="connsiteX3" fmla="*/ 147 w 115716"/>
                  <a:gd name="connsiteY3" fmla="*/ 125398 h 140848"/>
                  <a:gd name="connsiteX4" fmla="*/ 3170 w 115716"/>
                  <a:gd name="connsiteY4" fmla="*/ 113902 h 140848"/>
                  <a:gd name="connsiteX5" fmla="*/ 85195 w 115716"/>
                  <a:gd name="connsiteY5" fmla="*/ 6118 h 140848"/>
                  <a:gd name="connsiteX6" fmla="*/ 106972 w 115716"/>
                  <a:gd name="connsiteY6" fmla="*/ 3152 h 140848"/>
                  <a:gd name="connsiteX7" fmla="*/ 109598 w 115716"/>
                  <a:gd name="connsiteY7" fmla="*/ 5157 h 140848"/>
                  <a:gd name="connsiteX8" fmla="*/ 112564 w 115716"/>
                  <a:gd name="connsiteY8" fmla="*/ 26934 h 140848"/>
                  <a:gd name="connsiteX9" fmla="*/ 30539 w 115716"/>
                  <a:gd name="connsiteY9" fmla="*/ 134719 h 140848"/>
                  <a:gd name="connsiteX10" fmla="*/ 20258 w 115716"/>
                  <a:gd name="connsiteY10" fmla="*/ 140707 h 140848"/>
                  <a:gd name="connsiteX11" fmla="*/ 18112 w 115716"/>
                  <a:gd name="connsiteY11" fmla="*/ 140848 h 140848"/>
                  <a:gd name="connsiteX12" fmla="*/ 97594 w 115716"/>
                  <a:gd name="connsiteY12" fmla="*/ 6852 h 140848"/>
                  <a:gd name="connsiteX13" fmla="*/ 90702 w 115716"/>
                  <a:gd name="connsiteY13" fmla="*/ 10270 h 140848"/>
                  <a:gd name="connsiteX14" fmla="*/ 8677 w 115716"/>
                  <a:gd name="connsiteY14" fmla="*/ 118054 h 140848"/>
                  <a:gd name="connsiteX15" fmla="*/ 10316 w 115716"/>
                  <a:gd name="connsiteY15" fmla="*/ 130172 h 140848"/>
                  <a:gd name="connsiteX16" fmla="*/ 12942 w 115716"/>
                  <a:gd name="connsiteY16" fmla="*/ 132149 h 140848"/>
                  <a:gd name="connsiteX17" fmla="*/ 12942 w 115716"/>
                  <a:gd name="connsiteY17" fmla="*/ 132149 h 140848"/>
                  <a:gd name="connsiteX18" fmla="*/ 19354 w 115716"/>
                  <a:gd name="connsiteY18" fmla="*/ 133815 h 140848"/>
                  <a:gd name="connsiteX19" fmla="*/ 25088 w 115716"/>
                  <a:gd name="connsiteY19" fmla="*/ 130482 h 140848"/>
                  <a:gd name="connsiteX20" fmla="*/ 107113 w 115716"/>
                  <a:gd name="connsiteY20" fmla="*/ 22698 h 140848"/>
                  <a:gd name="connsiteX21" fmla="*/ 105475 w 115716"/>
                  <a:gd name="connsiteY21" fmla="*/ 10580 h 140848"/>
                  <a:gd name="connsiteX22" fmla="*/ 102848 w 115716"/>
                  <a:gd name="connsiteY22" fmla="*/ 8575 h 140848"/>
                  <a:gd name="connsiteX23" fmla="*/ 97622 w 115716"/>
                  <a:gd name="connsiteY23" fmla="*/ 6824 h 140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5716" h="140848">
                    <a:moveTo>
                      <a:pt x="18140" y="140820"/>
                    </a:moveTo>
                    <a:cubicBezTo>
                      <a:pt x="14750" y="140820"/>
                      <a:pt x="11502" y="139719"/>
                      <a:pt x="8762" y="137657"/>
                    </a:cubicBezTo>
                    <a:lnTo>
                      <a:pt x="6135" y="135679"/>
                    </a:lnTo>
                    <a:cubicBezTo>
                      <a:pt x="2830" y="133166"/>
                      <a:pt x="712" y="129522"/>
                      <a:pt x="147" y="125398"/>
                    </a:cubicBezTo>
                    <a:cubicBezTo>
                      <a:pt x="-418" y="121274"/>
                      <a:pt x="655" y="117179"/>
                      <a:pt x="3170" y="113902"/>
                    </a:cubicBezTo>
                    <a:lnTo>
                      <a:pt x="85195" y="6118"/>
                    </a:lnTo>
                    <a:cubicBezTo>
                      <a:pt x="90391" y="-690"/>
                      <a:pt x="100165" y="-2017"/>
                      <a:pt x="106972" y="3152"/>
                    </a:cubicBezTo>
                    <a:lnTo>
                      <a:pt x="109598" y="5157"/>
                    </a:lnTo>
                    <a:cubicBezTo>
                      <a:pt x="116406" y="10354"/>
                      <a:pt x="117733" y="20127"/>
                      <a:pt x="112564" y="26934"/>
                    </a:cubicBezTo>
                    <a:lnTo>
                      <a:pt x="30539" y="134719"/>
                    </a:lnTo>
                    <a:cubicBezTo>
                      <a:pt x="28026" y="138024"/>
                      <a:pt x="24382" y="140142"/>
                      <a:pt x="20258" y="140707"/>
                    </a:cubicBezTo>
                    <a:cubicBezTo>
                      <a:pt x="19552" y="140792"/>
                      <a:pt x="18818" y="140848"/>
                      <a:pt x="18112" y="140848"/>
                    </a:cubicBezTo>
                    <a:close/>
                    <a:moveTo>
                      <a:pt x="97594" y="6852"/>
                    </a:moveTo>
                    <a:cubicBezTo>
                      <a:pt x="94996" y="6852"/>
                      <a:pt x="92397" y="8038"/>
                      <a:pt x="90702" y="10270"/>
                    </a:cubicBezTo>
                    <a:lnTo>
                      <a:pt x="8677" y="118054"/>
                    </a:lnTo>
                    <a:cubicBezTo>
                      <a:pt x="5796" y="121839"/>
                      <a:pt x="6531" y="127291"/>
                      <a:pt x="10316" y="130172"/>
                    </a:cubicBezTo>
                    <a:lnTo>
                      <a:pt x="12942" y="132149"/>
                    </a:lnTo>
                    <a:lnTo>
                      <a:pt x="12942" y="132149"/>
                    </a:lnTo>
                    <a:cubicBezTo>
                      <a:pt x="14778" y="133533"/>
                      <a:pt x="17066" y="134126"/>
                      <a:pt x="19354" y="133815"/>
                    </a:cubicBezTo>
                    <a:cubicBezTo>
                      <a:pt x="21642" y="133505"/>
                      <a:pt x="23676" y="132318"/>
                      <a:pt x="25088" y="130482"/>
                    </a:cubicBezTo>
                    <a:lnTo>
                      <a:pt x="107113" y="22698"/>
                    </a:lnTo>
                    <a:cubicBezTo>
                      <a:pt x="109994" y="18913"/>
                      <a:pt x="109260" y="13461"/>
                      <a:pt x="105475" y="10580"/>
                    </a:cubicBezTo>
                    <a:lnTo>
                      <a:pt x="102848" y="8575"/>
                    </a:lnTo>
                    <a:cubicBezTo>
                      <a:pt x="101294" y="7388"/>
                      <a:pt x="99459" y="6824"/>
                      <a:pt x="97622" y="6824"/>
                    </a:cubicBezTo>
                    <a:close/>
                  </a:path>
                </a:pathLst>
              </a:custGeom>
              <a:solidFill>
                <a:srgbClr val="17A3A3"/>
              </a:solidFill>
              <a:ln w="2824" cap="flat">
                <a:noFill/>
                <a:prstDash val="solid"/>
                <a:miter/>
              </a:ln>
            </p:spPr>
            <p:txBody>
              <a:bodyPr rtlCol="1" anchor="ctr"/>
              <a:lstStyle/>
              <a:p>
                <a:endParaRPr lang="ar-SA"/>
              </a:p>
            </p:txBody>
          </p:sp>
          <p:sp>
            <p:nvSpPr>
              <p:cNvPr id="7531" name="شكل حر: شكل 8440">
                <a:extLst>
                  <a:ext uri="{FF2B5EF4-FFF2-40B4-BE49-F238E27FC236}">
                    <a16:creationId xmlns:a16="http://schemas.microsoft.com/office/drawing/2014/main" id="{32DB9C7A-EB27-5C7E-1C5D-73B54158A984}"/>
                  </a:ext>
                </a:extLst>
              </p:cNvPr>
              <p:cNvSpPr/>
              <p:nvPr/>
            </p:nvSpPr>
            <p:spPr>
              <a:xfrm>
                <a:off x="7514029" y="918932"/>
                <a:ext cx="16845" cy="19975"/>
              </a:xfrm>
              <a:custGeom>
                <a:avLst/>
                <a:gdLst>
                  <a:gd name="connsiteX0" fmla="*/ 3452 w 16845"/>
                  <a:gd name="connsiteY0" fmla="*/ 19975 h 19975"/>
                  <a:gd name="connsiteX1" fmla="*/ 1361 w 16845"/>
                  <a:gd name="connsiteY1" fmla="*/ 19269 h 19975"/>
                  <a:gd name="connsiteX2" fmla="*/ 712 w 16845"/>
                  <a:gd name="connsiteY2" fmla="*/ 14439 h 19975"/>
                  <a:gd name="connsiteX3" fmla="*/ 10654 w 16845"/>
                  <a:gd name="connsiteY3" fmla="*/ 1361 h 19975"/>
                  <a:gd name="connsiteX4" fmla="*/ 15484 w 16845"/>
                  <a:gd name="connsiteY4" fmla="*/ 712 h 19975"/>
                  <a:gd name="connsiteX5" fmla="*/ 16134 w 16845"/>
                  <a:gd name="connsiteY5" fmla="*/ 5542 h 19975"/>
                  <a:gd name="connsiteX6" fmla="*/ 6191 w 16845"/>
                  <a:gd name="connsiteY6" fmla="*/ 18619 h 19975"/>
                  <a:gd name="connsiteX7" fmla="*/ 3452 w 16845"/>
                  <a:gd name="connsiteY7" fmla="*/ 19975 h 19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845" h="19975">
                    <a:moveTo>
                      <a:pt x="3452" y="19975"/>
                    </a:moveTo>
                    <a:cubicBezTo>
                      <a:pt x="2717" y="19975"/>
                      <a:pt x="1983" y="19749"/>
                      <a:pt x="1361" y="19269"/>
                    </a:cubicBezTo>
                    <a:cubicBezTo>
                      <a:pt x="-164" y="18111"/>
                      <a:pt x="-447" y="15964"/>
                      <a:pt x="712" y="14439"/>
                    </a:cubicBezTo>
                    <a:lnTo>
                      <a:pt x="10654" y="1361"/>
                    </a:lnTo>
                    <a:cubicBezTo>
                      <a:pt x="11812" y="-164"/>
                      <a:pt x="13959" y="-446"/>
                      <a:pt x="15484" y="712"/>
                    </a:cubicBezTo>
                    <a:cubicBezTo>
                      <a:pt x="17010" y="1870"/>
                      <a:pt x="17292" y="4016"/>
                      <a:pt x="16134" y="5542"/>
                    </a:cubicBezTo>
                    <a:lnTo>
                      <a:pt x="6191" y="18619"/>
                    </a:lnTo>
                    <a:cubicBezTo>
                      <a:pt x="5513" y="19523"/>
                      <a:pt x="4496" y="19975"/>
                      <a:pt x="3452" y="19975"/>
                    </a:cubicBezTo>
                    <a:close/>
                  </a:path>
                </a:pathLst>
              </a:custGeom>
              <a:solidFill>
                <a:srgbClr val="17A3A3"/>
              </a:solidFill>
              <a:ln w="2824" cap="flat">
                <a:noFill/>
                <a:prstDash val="solid"/>
                <a:miter/>
              </a:ln>
            </p:spPr>
            <p:txBody>
              <a:bodyPr rtlCol="1" anchor="ctr"/>
              <a:lstStyle/>
              <a:p>
                <a:endParaRPr lang="ar-SA"/>
              </a:p>
            </p:txBody>
          </p:sp>
          <p:sp>
            <p:nvSpPr>
              <p:cNvPr id="7532" name="شكل حر: شكل 8441">
                <a:extLst>
                  <a:ext uri="{FF2B5EF4-FFF2-40B4-BE49-F238E27FC236}">
                    <a16:creationId xmlns:a16="http://schemas.microsoft.com/office/drawing/2014/main" id="{02DFC349-DD7C-6157-63BF-644B77CB2DB7}"/>
                  </a:ext>
                </a:extLst>
              </p:cNvPr>
              <p:cNvSpPr/>
              <p:nvPr/>
            </p:nvSpPr>
            <p:spPr>
              <a:xfrm>
                <a:off x="7504793" y="965198"/>
                <a:ext cx="37068" cy="46554"/>
              </a:xfrm>
              <a:custGeom>
                <a:avLst/>
                <a:gdLst>
                  <a:gd name="connsiteX0" fmla="*/ 3451 w 37068"/>
                  <a:gd name="connsiteY0" fmla="*/ 46554 h 46554"/>
                  <a:gd name="connsiteX1" fmla="*/ 1361 w 37068"/>
                  <a:gd name="connsiteY1" fmla="*/ 45848 h 46554"/>
                  <a:gd name="connsiteX2" fmla="*/ 712 w 37068"/>
                  <a:gd name="connsiteY2" fmla="*/ 41018 h 46554"/>
                  <a:gd name="connsiteX3" fmla="*/ 30878 w 37068"/>
                  <a:gd name="connsiteY3" fmla="*/ 1361 h 46554"/>
                  <a:gd name="connsiteX4" fmla="*/ 35707 w 37068"/>
                  <a:gd name="connsiteY4" fmla="*/ 712 h 46554"/>
                  <a:gd name="connsiteX5" fmla="*/ 36357 w 37068"/>
                  <a:gd name="connsiteY5" fmla="*/ 5542 h 46554"/>
                  <a:gd name="connsiteX6" fmla="*/ 6191 w 37068"/>
                  <a:gd name="connsiteY6" fmla="*/ 45198 h 46554"/>
                  <a:gd name="connsiteX7" fmla="*/ 3451 w 37068"/>
                  <a:gd name="connsiteY7" fmla="*/ 46554 h 46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68" h="46554">
                    <a:moveTo>
                      <a:pt x="3451" y="46554"/>
                    </a:moveTo>
                    <a:cubicBezTo>
                      <a:pt x="2717" y="46554"/>
                      <a:pt x="1983" y="46328"/>
                      <a:pt x="1361" y="45848"/>
                    </a:cubicBezTo>
                    <a:cubicBezTo>
                      <a:pt x="-164" y="44690"/>
                      <a:pt x="-446" y="42543"/>
                      <a:pt x="712" y="41018"/>
                    </a:cubicBezTo>
                    <a:lnTo>
                      <a:pt x="30878" y="1361"/>
                    </a:lnTo>
                    <a:cubicBezTo>
                      <a:pt x="32036" y="-164"/>
                      <a:pt x="34183" y="-446"/>
                      <a:pt x="35707" y="712"/>
                    </a:cubicBezTo>
                    <a:cubicBezTo>
                      <a:pt x="37233" y="1870"/>
                      <a:pt x="37516" y="4016"/>
                      <a:pt x="36357" y="5542"/>
                    </a:cubicBezTo>
                    <a:lnTo>
                      <a:pt x="6191" y="45198"/>
                    </a:lnTo>
                    <a:cubicBezTo>
                      <a:pt x="5513" y="46102"/>
                      <a:pt x="4497" y="46554"/>
                      <a:pt x="3451" y="46554"/>
                    </a:cubicBezTo>
                    <a:close/>
                  </a:path>
                </a:pathLst>
              </a:custGeom>
              <a:solidFill>
                <a:srgbClr val="17A3A3"/>
              </a:solidFill>
              <a:ln w="2824" cap="flat">
                <a:noFill/>
                <a:prstDash val="solid"/>
                <a:miter/>
              </a:ln>
            </p:spPr>
            <p:txBody>
              <a:bodyPr rtlCol="1" anchor="ctr"/>
              <a:lstStyle/>
              <a:p>
                <a:endParaRPr lang="ar-SA"/>
              </a:p>
            </p:txBody>
          </p:sp>
          <p:sp>
            <p:nvSpPr>
              <p:cNvPr id="7533" name="شكل حر: شكل 8442">
                <a:extLst>
                  <a:ext uri="{FF2B5EF4-FFF2-40B4-BE49-F238E27FC236}">
                    <a16:creationId xmlns:a16="http://schemas.microsoft.com/office/drawing/2014/main" id="{AA7374BE-9556-EDDA-34A8-72497AD41994}"/>
                  </a:ext>
                </a:extLst>
              </p:cNvPr>
              <p:cNvSpPr/>
              <p:nvPr/>
            </p:nvSpPr>
            <p:spPr>
              <a:xfrm>
                <a:off x="7409719" y="1059058"/>
                <a:ext cx="14529" cy="16924"/>
              </a:xfrm>
              <a:custGeom>
                <a:avLst/>
                <a:gdLst>
                  <a:gd name="connsiteX0" fmla="*/ 3452 w 14529"/>
                  <a:gd name="connsiteY0" fmla="*/ 16925 h 16924"/>
                  <a:gd name="connsiteX1" fmla="*/ 1361 w 14529"/>
                  <a:gd name="connsiteY1" fmla="*/ 16218 h 16924"/>
                  <a:gd name="connsiteX2" fmla="*/ 712 w 14529"/>
                  <a:gd name="connsiteY2" fmla="*/ 11388 h 16924"/>
                  <a:gd name="connsiteX3" fmla="*/ 8338 w 14529"/>
                  <a:gd name="connsiteY3" fmla="*/ 1361 h 16924"/>
                  <a:gd name="connsiteX4" fmla="*/ 13168 w 14529"/>
                  <a:gd name="connsiteY4" fmla="*/ 712 h 16924"/>
                  <a:gd name="connsiteX5" fmla="*/ 13817 w 14529"/>
                  <a:gd name="connsiteY5" fmla="*/ 5542 h 16924"/>
                  <a:gd name="connsiteX6" fmla="*/ 6191 w 14529"/>
                  <a:gd name="connsiteY6" fmla="*/ 15569 h 16924"/>
                  <a:gd name="connsiteX7" fmla="*/ 3452 w 14529"/>
                  <a:gd name="connsiteY7" fmla="*/ 16925 h 16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529" h="16924">
                    <a:moveTo>
                      <a:pt x="3452" y="16925"/>
                    </a:moveTo>
                    <a:cubicBezTo>
                      <a:pt x="2717" y="16925"/>
                      <a:pt x="1983" y="16699"/>
                      <a:pt x="1361" y="16218"/>
                    </a:cubicBezTo>
                    <a:cubicBezTo>
                      <a:pt x="-164" y="15060"/>
                      <a:pt x="-447" y="12914"/>
                      <a:pt x="712" y="11388"/>
                    </a:cubicBezTo>
                    <a:lnTo>
                      <a:pt x="8338" y="1361"/>
                    </a:lnTo>
                    <a:cubicBezTo>
                      <a:pt x="9496" y="-164"/>
                      <a:pt x="11643" y="-446"/>
                      <a:pt x="13168" y="712"/>
                    </a:cubicBezTo>
                    <a:cubicBezTo>
                      <a:pt x="14693" y="1870"/>
                      <a:pt x="14975" y="4016"/>
                      <a:pt x="13817" y="5542"/>
                    </a:cubicBezTo>
                    <a:lnTo>
                      <a:pt x="6191" y="15569"/>
                    </a:lnTo>
                    <a:cubicBezTo>
                      <a:pt x="5513" y="16473"/>
                      <a:pt x="4496" y="16925"/>
                      <a:pt x="3452" y="16925"/>
                    </a:cubicBezTo>
                    <a:close/>
                  </a:path>
                </a:pathLst>
              </a:custGeom>
              <a:solidFill>
                <a:srgbClr val="17A3A3"/>
              </a:solidFill>
              <a:ln w="2824" cap="flat">
                <a:noFill/>
                <a:prstDash val="solid"/>
                <a:miter/>
              </a:ln>
            </p:spPr>
            <p:txBody>
              <a:bodyPr rtlCol="1" anchor="ctr"/>
              <a:lstStyle/>
              <a:p>
                <a:endParaRPr lang="ar-SA"/>
              </a:p>
            </p:txBody>
          </p:sp>
          <p:sp>
            <p:nvSpPr>
              <p:cNvPr id="7534" name="شكل حر: شكل 8443">
                <a:extLst>
                  <a:ext uri="{FF2B5EF4-FFF2-40B4-BE49-F238E27FC236}">
                    <a16:creationId xmlns:a16="http://schemas.microsoft.com/office/drawing/2014/main" id="{21246E17-7718-258E-013A-A2D4E0C96DE3}"/>
                  </a:ext>
                </a:extLst>
              </p:cNvPr>
              <p:cNvSpPr/>
              <p:nvPr/>
            </p:nvSpPr>
            <p:spPr>
              <a:xfrm>
                <a:off x="7419859" y="1033100"/>
                <a:ext cx="28764" cy="23533"/>
              </a:xfrm>
              <a:custGeom>
                <a:avLst/>
                <a:gdLst>
                  <a:gd name="connsiteX0" fmla="*/ 25313 w 28764"/>
                  <a:gd name="connsiteY0" fmla="*/ 23534 h 23533"/>
                  <a:gd name="connsiteX1" fmla="*/ 23223 w 28764"/>
                  <a:gd name="connsiteY1" fmla="*/ 22828 h 23533"/>
                  <a:gd name="connsiteX2" fmla="*/ 1361 w 28764"/>
                  <a:gd name="connsiteY2" fmla="*/ 6191 h 23533"/>
                  <a:gd name="connsiteX3" fmla="*/ 712 w 28764"/>
                  <a:gd name="connsiteY3" fmla="*/ 1361 h 23533"/>
                  <a:gd name="connsiteX4" fmla="*/ 5541 w 28764"/>
                  <a:gd name="connsiteY4" fmla="*/ 712 h 23533"/>
                  <a:gd name="connsiteX5" fmla="*/ 27403 w 28764"/>
                  <a:gd name="connsiteY5" fmla="*/ 17348 h 23533"/>
                  <a:gd name="connsiteX6" fmla="*/ 28053 w 28764"/>
                  <a:gd name="connsiteY6" fmla="*/ 22178 h 23533"/>
                  <a:gd name="connsiteX7" fmla="*/ 25313 w 28764"/>
                  <a:gd name="connsiteY7" fmla="*/ 23534 h 23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764" h="23533">
                    <a:moveTo>
                      <a:pt x="25313" y="23534"/>
                    </a:moveTo>
                    <a:cubicBezTo>
                      <a:pt x="24579" y="23534"/>
                      <a:pt x="23844" y="23308"/>
                      <a:pt x="23223" y="22828"/>
                    </a:cubicBezTo>
                    <a:lnTo>
                      <a:pt x="1361" y="6191"/>
                    </a:lnTo>
                    <a:cubicBezTo>
                      <a:pt x="-164" y="5033"/>
                      <a:pt x="-446" y="2887"/>
                      <a:pt x="712" y="1361"/>
                    </a:cubicBezTo>
                    <a:cubicBezTo>
                      <a:pt x="1870" y="-164"/>
                      <a:pt x="4017" y="-446"/>
                      <a:pt x="5541" y="712"/>
                    </a:cubicBezTo>
                    <a:lnTo>
                      <a:pt x="27403" y="17348"/>
                    </a:lnTo>
                    <a:cubicBezTo>
                      <a:pt x="28929" y="18506"/>
                      <a:pt x="29212" y="20653"/>
                      <a:pt x="28053" y="22178"/>
                    </a:cubicBezTo>
                    <a:cubicBezTo>
                      <a:pt x="27375" y="23082"/>
                      <a:pt x="26359" y="23534"/>
                      <a:pt x="25313" y="23534"/>
                    </a:cubicBezTo>
                    <a:close/>
                  </a:path>
                </a:pathLst>
              </a:custGeom>
              <a:solidFill>
                <a:srgbClr val="17A3A3"/>
              </a:solidFill>
              <a:ln w="2824" cap="flat">
                <a:noFill/>
                <a:prstDash val="solid"/>
                <a:miter/>
              </a:ln>
            </p:spPr>
            <p:txBody>
              <a:bodyPr rtlCol="1" anchor="ctr"/>
              <a:lstStyle/>
              <a:p>
                <a:endParaRPr lang="ar-SA"/>
              </a:p>
            </p:txBody>
          </p:sp>
        </p:grpSp>
      </p:grpSp>
      <p:grpSp>
        <p:nvGrpSpPr>
          <p:cNvPr id="7546" name="رسم 8014">
            <a:extLst>
              <a:ext uri="{FF2B5EF4-FFF2-40B4-BE49-F238E27FC236}">
                <a16:creationId xmlns:a16="http://schemas.microsoft.com/office/drawing/2014/main" id="{27607D87-2341-EE18-3A76-8586B184F9D4}"/>
              </a:ext>
            </a:extLst>
          </p:cNvPr>
          <p:cNvGrpSpPr/>
          <p:nvPr/>
        </p:nvGrpSpPr>
        <p:grpSpPr>
          <a:xfrm>
            <a:off x="6409882" y="2169658"/>
            <a:ext cx="206245" cy="206198"/>
            <a:chOff x="6743160" y="937325"/>
            <a:chExt cx="246525" cy="261609"/>
          </a:xfrm>
        </p:grpSpPr>
        <p:sp>
          <p:nvSpPr>
            <p:cNvPr id="7547" name="شكل حر: شكل 8445">
              <a:extLst>
                <a:ext uri="{FF2B5EF4-FFF2-40B4-BE49-F238E27FC236}">
                  <a16:creationId xmlns:a16="http://schemas.microsoft.com/office/drawing/2014/main" id="{19E8D451-C6C4-24BE-E54E-74AFE8092BDF}"/>
                </a:ext>
              </a:extLst>
            </p:cNvPr>
            <p:cNvSpPr/>
            <p:nvPr/>
          </p:nvSpPr>
          <p:spPr>
            <a:xfrm>
              <a:off x="6743160" y="937325"/>
              <a:ext cx="246525" cy="261609"/>
            </a:xfrm>
            <a:custGeom>
              <a:avLst/>
              <a:gdLst>
                <a:gd name="connsiteX0" fmla="*/ 183200 w 246525"/>
                <a:gd name="connsiteY0" fmla="*/ 261610 h 261609"/>
                <a:gd name="connsiteX1" fmla="*/ 3446 w 246525"/>
                <a:gd name="connsiteY1" fmla="*/ 261610 h 261609"/>
                <a:gd name="connsiteX2" fmla="*/ 0 w 246525"/>
                <a:gd name="connsiteY2" fmla="*/ 258164 h 261609"/>
                <a:gd name="connsiteX3" fmla="*/ 0 w 246525"/>
                <a:gd name="connsiteY3" fmla="*/ 3446 h 261609"/>
                <a:gd name="connsiteX4" fmla="*/ 3446 w 246525"/>
                <a:gd name="connsiteY4" fmla="*/ 0 h 261609"/>
                <a:gd name="connsiteX5" fmla="*/ 243080 w 246525"/>
                <a:gd name="connsiteY5" fmla="*/ 0 h 261609"/>
                <a:gd name="connsiteX6" fmla="*/ 246526 w 246525"/>
                <a:gd name="connsiteY6" fmla="*/ 3446 h 261609"/>
                <a:gd name="connsiteX7" fmla="*/ 246526 w 246525"/>
                <a:gd name="connsiteY7" fmla="*/ 202520 h 261609"/>
                <a:gd name="connsiteX8" fmla="*/ 245425 w 246525"/>
                <a:gd name="connsiteY8" fmla="*/ 205034 h 261609"/>
                <a:gd name="connsiteX9" fmla="*/ 185573 w 246525"/>
                <a:gd name="connsiteY9" fmla="*/ 260677 h 261609"/>
                <a:gd name="connsiteX10" fmla="*/ 183228 w 246525"/>
                <a:gd name="connsiteY10" fmla="*/ 261610 h 261609"/>
                <a:gd name="connsiteX11" fmla="*/ 6892 w 246525"/>
                <a:gd name="connsiteY11" fmla="*/ 254718 h 261609"/>
                <a:gd name="connsiteX12" fmla="*/ 181844 w 246525"/>
                <a:gd name="connsiteY12" fmla="*/ 254718 h 261609"/>
                <a:gd name="connsiteX13" fmla="*/ 239606 w 246525"/>
                <a:gd name="connsiteY13" fmla="*/ 201023 h 261609"/>
                <a:gd name="connsiteX14" fmla="*/ 239606 w 246525"/>
                <a:gd name="connsiteY14" fmla="*/ 6892 h 261609"/>
                <a:gd name="connsiteX15" fmla="*/ 6863 w 246525"/>
                <a:gd name="connsiteY15" fmla="*/ 6892 h 261609"/>
                <a:gd name="connsiteX16" fmla="*/ 6863 w 246525"/>
                <a:gd name="connsiteY16" fmla="*/ 254718 h 261609"/>
                <a:gd name="connsiteX17" fmla="*/ 243080 w 246525"/>
                <a:gd name="connsiteY17" fmla="*/ 202520 h 261609"/>
                <a:gd name="connsiteX18" fmla="*/ 243080 w 246525"/>
                <a:gd name="connsiteY18" fmla="*/ 202520 h 261609"/>
                <a:gd name="connsiteX19" fmla="*/ 243080 w 246525"/>
                <a:gd name="connsiteY19" fmla="*/ 202520 h 261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46525" h="261609">
                  <a:moveTo>
                    <a:pt x="183200" y="261610"/>
                  </a:moveTo>
                  <a:lnTo>
                    <a:pt x="3446" y="261610"/>
                  </a:lnTo>
                  <a:cubicBezTo>
                    <a:pt x="1553" y="261610"/>
                    <a:pt x="0" y="260056"/>
                    <a:pt x="0" y="258164"/>
                  </a:cubicBezTo>
                  <a:lnTo>
                    <a:pt x="0" y="3446"/>
                  </a:lnTo>
                  <a:cubicBezTo>
                    <a:pt x="0" y="1553"/>
                    <a:pt x="1553" y="0"/>
                    <a:pt x="3446" y="0"/>
                  </a:cubicBezTo>
                  <a:lnTo>
                    <a:pt x="243080" y="0"/>
                  </a:lnTo>
                  <a:cubicBezTo>
                    <a:pt x="244973" y="0"/>
                    <a:pt x="246526" y="1553"/>
                    <a:pt x="246526" y="3446"/>
                  </a:cubicBezTo>
                  <a:lnTo>
                    <a:pt x="246526" y="202520"/>
                  </a:lnTo>
                  <a:cubicBezTo>
                    <a:pt x="246526" y="203480"/>
                    <a:pt x="246131" y="204384"/>
                    <a:pt x="245425" y="205034"/>
                  </a:cubicBezTo>
                  <a:lnTo>
                    <a:pt x="185573" y="260677"/>
                  </a:lnTo>
                  <a:cubicBezTo>
                    <a:pt x="184923" y="261271"/>
                    <a:pt x="184104" y="261610"/>
                    <a:pt x="183228" y="261610"/>
                  </a:cubicBezTo>
                  <a:close/>
                  <a:moveTo>
                    <a:pt x="6892" y="254718"/>
                  </a:moveTo>
                  <a:lnTo>
                    <a:pt x="181844" y="254718"/>
                  </a:lnTo>
                  <a:lnTo>
                    <a:pt x="239606" y="201023"/>
                  </a:lnTo>
                  <a:lnTo>
                    <a:pt x="239606" y="6892"/>
                  </a:lnTo>
                  <a:lnTo>
                    <a:pt x="6863" y="6892"/>
                  </a:lnTo>
                  <a:lnTo>
                    <a:pt x="6863" y="254718"/>
                  </a:lnTo>
                  <a:close/>
                  <a:moveTo>
                    <a:pt x="243080" y="202520"/>
                  </a:moveTo>
                  <a:lnTo>
                    <a:pt x="243080" y="202520"/>
                  </a:lnTo>
                  <a:lnTo>
                    <a:pt x="243080" y="202520"/>
                  </a:lnTo>
                  <a:close/>
                </a:path>
              </a:pathLst>
            </a:custGeom>
            <a:solidFill>
              <a:srgbClr val="01355A"/>
            </a:solidFill>
            <a:ln w="2824" cap="flat">
              <a:noFill/>
              <a:prstDash val="solid"/>
              <a:miter/>
            </a:ln>
          </p:spPr>
          <p:txBody>
            <a:bodyPr rtlCol="1" anchor="ctr"/>
            <a:lstStyle/>
            <a:p>
              <a:endParaRPr lang="ar-SA"/>
            </a:p>
          </p:txBody>
        </p:sp>
        <p:sp>
          <p:nvSpPr>
            <p:cNvPr id="7548" name="شكل حر: شكل 8446">
              <a:extLst>
                <a:ext uri="{FF2B5EF4-FFF2-40B4-BE49-F238E27FC236}">
                  <a16:creationId xmlns:a16="http://schemas.microsoft.com/office/drawing/2014/main" id="{80FE678C-7A0B-5D0B-87E0-BBB42D61AC6C}"/>
                </a:ext>
              </a:extLst>
            </p:cNvPr>
            <p:cNvSpPr/>
            <p:nvPr/>
          </p:nvSpPr>
          <p:spPr>
            <a:xfrm>
              <a:off x="6922914" y="1136399"/>
              <a:ext cx="66751" cy="62535"/>
            </a:xfrm>
            <a:custGeom>
              <a:avLst/>
              <a:gdLst>
                <a:gd name="connsiteX0" fmla="*/ 3446 w 66751"/>
                <a:gd name="connsiteY0" fmla="*/ 62536 h 62535"/>
                <a:gd name="connsiteX1" fmla="*/ 2062 w 66751"/>
                <a:gd name="connsiteY1" fmla="*/ 62253 h 62535"/>
                <a:gd name="connsiteX2" fmla="*/ 0 w 66751"/>
                <a:gd name="connsiteY2" fmla="*/ 59090 h 62535"/>
                <a:gd name="connsiteX3" fmla="*/ 0 w 66751"/>
                <a:gd name="connsiteY3" fmla="*/ 3446 h 62535"/>
                <a:gd name="connsiteX4" fmla="*/ 3446 w 66751"/>
                <a:gd name="connsiteY4" fmla="*/ 0 h 62535"/>
                <a:gd name="connsiteX5" fmla="*/ 63298 w 66751"/>
                <a:gd name="connsiteY5" fmla="*/ 0 h 62535"/>
                <a:gd name="connsiteX6" fmla="*/ 66518 w 66751"/>
                <a:gd name="connsiteY6" fmla="*/ 2175 h 62535"/>
                <a:gd name="connsiteX7" fmla="*/ 65671 w 66751"/>
                <a:gd name="connsiteY7" fmla="*/ 5960 h 62535"/>
                <a:gd name="connsiteX8" fmla="*/ 5819 w 66751"/>
                <a:gd name="connsiteY8" fmla="*/ 61603 h 62535"/>
                <a:gd name="connsiteX9" fmla="*/ 3474 w 66751"/>
                <a:gd name="connsiteY9" fmla="*/ 62536 h 62535"/>
                <a:gd name="connsiteX10" fmla="*/ 6892 w 66751"/>
                <a:gd name="connsiteY10" fmla="*/ 6892 h 62535"/>
                <a:gd name="connsiteX11" fmla="*/ 6892 w 66751"/>
                <a:gd name="connsiteY11" fmla="*/ 51181 h 62535"/>
                <a:gd name="connsiteX12" fmla="*/ 54542 w 66751"/>
                <a:gd name="connsiteY12" fmla="*/ 6892 h 62535"/>
                <a:gd name="connsiteX13" fmla="*/ 6892 w 66751"/>
                <a:gd name="connsiteY13" fmla="*/ 6892 h 62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6751" h="62535">
                  <a:moveTo>
                    <a:pt x="3446" y="62536"/>
                  </a:moveTo>
                  <a:cubicBezTo>
                    <a:pt x="2966" y="62536"/>
                    <a:pt x="2514" y="62451"/>
                    <a:pt x="2062" y="62253"/>
                  </a:cubicBezTo>
                  <a:cubicBezTo>
                    <a:pt x="819" y="61716"/>
                    <a:pt x="0" y="60474"/>
                    <a:pt x="0" y="59090"/>
                  </a:cubicBezTo>
                  <a:lnTo>
                    <a:pt x="0" y="3446"/>
                  </a:lnTo>
                  <a:cubicBezTo>
                    <a:pt x="0" y="1554"/>
                    <a:pt x="1554" y="0"/>
                    <a:pt x="3446" y="0"/>
                  </a:cubicBezTo>
                  <a:lnTo>
                    <a:pt x="63298" y="0"/>
                  </a:lnTo>
                  <a:cubicBezTo>
                    <a:pt x="64710" y="0"/>
                    <a:pt x="65982" y="876"/>
                    <a:pt x="66518" y="2175"/>
                  </a:cubicBezTo>
                  <a:cubicBezTo>
                    <a:pt x="67026" y="3502"/>
                    <a:pt x="66688" y="5000"/>
                    <a:pt x="65671" y="5960"/>
                  </a:cubicBezTo>
                  <a:lnTo>
                    <a:pt x="5819" y="61603"/>
                  </a:lnTo>
                  <a:cubicBezTo>
                    <a:pt x="5169" y="62197"/>
                    <a:pt x="4322" y="62536"/>
                    <a:pt x="3474" y="62536"/>
                  </a:cubicBezTo>
                  <a:close/>
                  <a:moveTo>
                    <a:pt x="6892" y="6892"/>
                  </a:moveTo>
                  <a:lnTo>
                    <a:pt x="6892" y="51181"/>
                  </a:lnTo>
                  <a:lnTo>
                    <a:pt x="54542" y="6892"/>
                  </a:lnTo>
                  <a:lnTo>
                    <a:pt x="6892" y="6892"/>
                  </a:lnTo>
                  <a:close/>
                </a:path>
              </a:pathLst>
            </a:custGeom>
            <a:solidFill>
              <a:srgbClr val="01355A"/>
            </a:solidFill>
            <a:ln w="2824" cap="flat">
              <a:noFill/>
              <a:prstDash val="solid"/>
              <a:miter/>
            </a:ln>
          </p:spPr>
          <p:txBody>
            <a:bodyPr rtlCol="1" anchor="ctr"/>
            <a:lstStyle/>
            <a:p>
              <a:endParaRPr lang="ar-SA"/>
            </a:p>
          </p:txBody>
        </p:sp>
        <p:grpSp>
          <p:nvGrpSpPr>
            <p:cNvPr id="7549" name="رسم 8014">
              <a:extLst>
                <a:ext uri="{FF2B5EF4-FFF2-40B4-BE49-F238E27FC236}">
                  <a16:creationId xmlns:a16="http://schemas.microsoft.com/office/drawing/2014/main" id="{4187CEF2-E925-416A-50C4-069AE7F66D93}"/>
                </a:ext>
              </a:extLst>
            </p:cNvPr>
            <p:cNvGrpSpPr/>
            <p:nvPr/>
          </p:nvGrpSpPr>
          <p:grpSpPr>
            <a:xfrm>
              <a:off x="6778692" y="977067"/>
              <a:ext cx="181053" cy="169190"/>
              <a:chOff x="6778692" y="977067"/>
              <a:chExt cx="181053" cy="169190"/>
            </a:xfrm>
            <a:solidFill>
              <a:srgbClr val="17A3A3"/>
            </a:solidFill>
          </p:grpSpPr>
          <p:sp>
            <p:nvSpPr>
              <p:cNvPr id="7550" name="شكل حر: شكل 8448">
                <a:extLst>
                  <a:ext uri="{FF2B5EF4-FFF2-40B4-BE49-F238E27FC236}">
                    <a16:creationId xmlns:a16="http://schemas.microsoft.com/office/drawing/2014/main" id="{2D529408-D439-F267-33D7-3CE81E1FC4C0}"/>
                  </a:ext>
                </a:extLst>
              </p:cNvPr>
              <p:cNvSpPr/>
              <p:nvPr/>
            </p:nvSpPr>
            <p:spPr>
              <a:xfrm>
                <a:off x="6824309" y="977067"/>
                <a:ext cx="84199" cy="6891"/>
              </a:xfrm>
              <a:custGeom>
                <a:avLst/>
                <a:gdLst>
                  <a:gd name="connsiteX0" fmla="*/ 80753 w 84199"/>
                  <a:gd name="connsiteY0" fmla="*/ 6892 h 6891"/>
                  <a:gd name="connsiteX1" fmla="*/ 3446 w 84199"/>
                  <a:gd name="connsiteY1" fmla="*/ 6892 h 6891"/>
                  <a:gd name="connsiteX2" fmla="*/ 0 w 84199"/>
                  <a:gd name="connsiteY2" fmla="*/ 3446 h 6891"/>
                  <a:gd name="connsiteX3" fmla="*/ 3446 w 84199"/>
                  <a:gd name="connsiteY3" fmla="*/ 0 h 6891"/>
                  <a:gd name="connsiteX4" fmla="*/ 80753 w 84199"/>
                  <a:gd name="connsiteY4" fmla="*/ 0 h 6891"/>
                  <a:gd name="connsiteX5" fmla="*/ 84199 w 84199"/>
                  <a:gd name="connsiteY5" fmla="*/ 3446 h 6891"/>
                  <a:gd name="connsiteX6" fmla="*/ 80753 w 84199"/>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199" h="6891">
                    <a:moveTo>
                      <a:pt x="80753" y="6892"/>
                    </a:moveTo>
                    <a:lnTo>
                      <a:pt x="3446" y="6892"/>
                    </a:lnTo>
                    <a:cubicBezTo>
                      <a:pt x="1553" y="6892"/>
                      <a:pt x="0" y="5338"/>
                      <a:pt x="0" y="3446"/>
                    </a:cubicBezTo>
                    <a:cubicBezTo>
                      <a:pt x="0" y="1553"/>
                      <a:pt x="1553" y="0"/>
                      <a:pt x="3446" y="0"/>
                    </a:cubicBezTo>
                    <a:lnTo>
                      <a:pt x="80753" y="0"/>
                    </a:lnTo>
                    <a:cubicBezTo>
                      <a:pt x="82646" y="0"/>
                      <a:pt x="84199" y="1553"/>
                      <a:pt x="84199" y="3446"/>
                    </a:cubicBezTo>
                    <a:cubicBezTo>
                      <a:pt x="84199" y="5338"/>
                      <a:pt x="82646" y="6892"/>
                      <a:pt x="80753" y="6892"/>
                    </a:cubicBezTo>
                    <a:close/>
                  </a:path>
                </a:pathLst>
              </a:custGeom>
              <a:solidFill>
                <a:srgbClr val="17A3A3"/>
              </a:solidFill>
              <a:ln w="2824" cap="flat">
                <a:noFill/>
                <a:prstDash val="solid"/>
                <a:miter/>
              </a:ln>
            </p:spPr>
            <p:txBody>
              <a:bodyPr rtlCol="1" anchor="ctr"/>
              <a:lstStyle/>
              <a:p>
                <a:endParaRPr lang="ar-SA"/>
              </a:p>
            </p:txBody>
          </p:sp>
          <p:sp>
            <p:nvSpPr>
              <p:cNvPr id="7551" name="شكل حر: شكل 8449">
                <a:extLst>
                  <a:ext uri="{FF2B5EF4-FFF2-40B4-BE49-F238E27FC236}">
                    <a16:creationId xmlns:a16="http://schemas.microsoft.com/office/drawing/2014/main" id="{6DBE25AE-D634-35C7-C438-545D7A830E68}"/>
                  </a:ext>
                </a:extLst>
              </p:cNvPr>
              <p:cNvSpPr/>
              <p:nvPr/>
            </p:nvSpPr>
            <p:spPr>
              <a:xfrm>
                <a:off x="6778692" y="1025649"/>
                <a:ext cx="91176" cy="6891"/>
              </a:xfrm>
              <a:custGeom>
                <a:avLst/>
                <a:gdLst>
                  <a:gd name="connsiteX0" fmla="*/ 87731 w 91176"/>
                  <a:gd name="connsiteY0" fmla="*/ 6892 h 6891"/>
                  <a:gd name="connsiteX1" fmla="*/ 3446 w 91176"/>
                  <a:gd name="connsiteY1" fmla="*/ 6892 h 6891"/>
                  <a:gd name="connsiteX2" fmla="*/ 0 w 91176"/>
                  <a:gd name="connsiteY2" fmla="*/ 3446 h 6891"/>
                  <a:gd name="connsiteX3" fmla="*/ 3446 w 91176"/>
                  <a:gd name="connsiteY3" fmla="*/ 0 h 6891"/>
                  <a:gd name="connsiteX4" fmla="*/ 87731 w 91176"/>
                  <a:gd name="connsiteY4" fmla="*/ 0 h 6891"/>
                  <a:gd name="connsiteX5" fmla="*/ 91176 w 91176"/>
                  <a:gd name="connsiteY5" fmla="*/ 3446 h 6891"/>
                  <a:gd name="connsiteX6" fmla="*/ 87731 w 91176"/>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176" h="6891">
                    <a:moveTo>
                      <a:pt x="87731" y="6892"/>
                    </a:moveTo>
                    <a:lnTo>
                      <a:pt x="3446" y="6892"/>
                    </a:lnTo>
                    <a:cubicBezTo>
                      <a:pt x="1554" y="6892"/>
                      <a:pt x="0" y="5338"/>
                      <a:pt x="0" y="3446"/>
                    </a:cubicBezTo>
                    <a:cubicBezTo>
                      <a:pt x="0" y="1554"/>
                      <a:pt x="1554" y="0"/>
                      <a:pt x="3446" y="0"/>
                    </a:cubicBezTo>
                    <a:lnTo>
                      <a:pt x="87731" y="0"/>
                    </a:lnTo>
                    <a:cubicBezTo>
                      <a:pt x="89623" y="0"/>
                      <a:pt x="91176" y="1554"/>
                      <a:pt x="91176" y="3446"/>
                    </a:cubicBezTo>
                    <a:cubicBezTo>
                      <a:pt x="91176" y="5338"/>
                      <a:pt x="89623" y="6892"/>
                      <a:pt x="87731" y="6892"/>
                    </a:cubicBezTo>
                    <a:close/>
                  </a:path>
                </a:pathLst>
              </a:custGeom>
              <a:solidFill>
                <a:srgbClr val="17A3A3"/>
              </a:solidFill>
              <a:ln w="2824" cap="flat">
                <a:noFill/>
                <a:prstDash val="solid"/>
                <a:miter/>
              </a:ln>
            </p:spPr>
            <p:txBody>
              <a:bodyPr rtlCol="1" anchor="ctr"/>
              <a:lstStyle/>
              <a:p>
                <a:endParaRPr lang="ar-SA"/>
              </a:p>
            </p:txBody>
          </p:sp>
          <p:sp>
            <p:nvSpPr>
              <p:cNvPr id="7552" name="شكل حر: شكل 8450">
                <a:extLst>
                  <a:ext uri="{FF2B5EF4-FFF2-40B4-BE49-F238E27FC236}">
                    <a16:creationId xmlns:a16="http://schemas.microsoft.com/office/drawing/2014/main" id="{B80314A5-7648-5790-20D5-C1B06C6F3E59}"/>
                  </a:ext>
                </a:extLst>
              </p:cNvPr>
              <p:cNvSpPr/>
              <p:nvPr/>
            </p:nvSpPr>
            <p:spPr>
              <a:xfrm>
                <a:off x="6922914" y="1025649"/>
                <a:ext cx="36832" cy="6891"/>
              </a:xfrm>
              <a:custGeom>
                <a:avLst/>
                <a:gdLst>
                  <a:gd name="connsiteX0" fmla="*/ 33386 w 36832"/>
                  <a:gd name="connsiteY0" fmla="*/ 6892 h 6891"/>
                  <a:gd name="connsiteX1" fmla="*/ 3446 w 36832"/>
                  <a:gd name="connsiteY1" fmla="*/ 6892 h 6891"/>
                  <a:gd name="connsiteX2" fmla="*/ 0 w 36832"/>
                  <a:gd name="connsiteY2" fmla="*/ 3446 h 6891"/>
                  <a:gd name="connsiteX3" fmla="*/ 3446 w 36832"/>
                  <a:gd name="connsiteY3" fmla="*/ 0 h 6891"/>
                  <a:gd name="connsiteX4" fmla="*/ 33386 w 36832"/>
                  <a:gd name="connsiteY4" fmla="*/ 0 h 6891"/>
                  <a:gd name="connsiteX5" fmla="*/ 36832 w 36832"/>
                  <a:gd name="connsiteY5" fmla="*/ 3446 h 6891"/>
                  <a:gd name="connsiteX6" fmla="*/ 33386 w 36832"/>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832" h="6891">
                    <a:moveTo>
                      <a:pt x="33386" y="6892"/>
                    </a:moveTo>
                    <a:lnTo>
                      <a:pt x="3446" y="6892"/>
                    </a:lnTo>
                    <a:cubicBezTo>
                      <a:pt x="1554" y="6892"/>
                      <a:pt x="0" y="5338"/>
                      <a:pt x="0" y="3446"/>
                    </a:cubicBezTo>
                    <a:cubicBezTo>
                      <a:pt x="0" y="1554"/>
                      <a:pt x="1554" y="0"/>
                      <a:pt x="3446" y="0"/>
                    </a:cubicBezTo>
                    <a:lnTo>
                      <a:pt x="33386" y="0"/>
                    </a:lnTo>
                    <a:cubicBezTo>
                      <a:pt x="35279" y="0"/>
                      <a:pt x="36832" y="1554"/>
                      <a:pt x="36832" y="3446"/>
                    </a:cubicBezTo>
                    <a:cubicBezTo>
                      <a:pt x="36832" y="5338"/>
                      <a:pt x="35279" y="6892"/>
                      <a:pt x="33386" y="6892"/>
                    </a:cubicBezTo>
                    <a:close/>
                  </a:path>
                </a:pathLst>
              </a:custGeom>
              <a:solidFill>
                <a:srgbClr val="17A3A3"/>
              </a:solidFill>
              <a:ln w="2824" cap="flat">
                <a:noFill/>
                <a:prstDash val="solid"/>
                <a:miter/>
              </a:ln>
            </p:spPr>
            <p:txBody>
              <a:bodyPr rtlCol="1" anchor="ctr"/>
              <a:lstStyle/>
              <a:p>
                <a:endParaRPr lang="ar-SA"/>
              </a:p>
            </p:txBody>
          </p:sp>
          <p:sp>
            <p:nvSpPr>
              <p:cNvPr id="7553" name="شكل حر: شكل 8451">
                <a:extLst>
                  <a:ext uri="{FF2B5EF4-FFF2-40B4-BE49-F238E27FC236}">
                    <a16:creationId xmlns:a16="http://schemas.microsoft.com/office/drawing/2014/main" id="{389950AF-307C-178A-09B4-FA4FE6BF0BFC}"/>
                  </a:ext>
                </a:extLst>
              </p:cNvPr>
              <p:cNvSpPr/>
              <p:nvPr/>
            </p:nvSpPr>
            <p:spPr>
              <a:xfrm>
                <a:off x="6778692" y="1063554"/>
                <a:ext cx="91176" cy="6891"/>
              </a:xfrm>
              <a:custGeom>
                <a:avLst/>
                <a:gdLst>
                  <a:gd name="connsiteX0" fmla="*/ 87731 w 91176"/>
                  <a:gd name="connsiteY0" fmla="*/ 6892 h 6891"/>
                  <a:gd name="connsiteX1" fmla="*/ 3446 w 91176"/>
                  <a:gd name="connsiteY1" fmla="*/ 6892 h 6891"/>
                  <a:gd name="connsiteX2" fmla="*/ 0 w 91176"/>
                  <a:gd name="connsiteY2" fmla="*/ 3446 h 6891"/>
                  <a:gd name="connsiteX3" fmla="*/ 3446 w 91176"/>
                  <a:gd name="connsiteY3" fmla="*/ 0 h 6891"/>
                  <a:gd name="connsiteX4" fmla="*/ 87731 w 91176"/>
                  <a:gd name="connsiteY4" fmla="*/ 0 h 6891"/>
                  <a:gd name="connsiteX5" fmla="*/ 91176 w 91176"/>
                  <a:gd name="connsiteY5" fmla="*/ 3446 h 6891"/>
                  <a:gd name="connsiteX6" fmla="*/ 87731 w 91176"/>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176" h="6891">
                    <a:moveTo>
                      <a:pt x="87731" y="6892"/>
                    </a:moveTo>
                    <a:lnTo>
                      <a:pt x="3446" y="6892"/>
                    </a:lnTo>
                    <a:cubicBezTo>
                      <a:pt x="1554" y="6892"/>
                      <a:pt x="0" y="5338"/>
                      <a:pt x="0" y="3446"/>
                    </a:cubicBezTo>
                    <a:cubicBezTo>
                      <a:pt x="0" y="1553"/>
                      <a:pt x="1554" y="0"/>
                      <a:pt x="3446" y="0"/>
                    </a:cubicBezTo>
                    <a:lnTo>
                      <a:pt x="87731" y="0"/>
                    </a:lnTo>
                    <a:cubicBezTo>
                      <a:pt x="89623" y="0"/>
                      <a:pt x="91176" y="1553"/>
                      <a:pt x="91176" y="3446"/>
                    </a:cubicBezTo>
                    <a:cubicBezTo>
                      <a:pt x="91176" y="5338"/>
                      <a:pt x="89623" y="6892"/>
                      <a:pt x="87731" y="6892"/>
                    </a:cubicBezTo>
                    <a:close/>
                  </a:path>
                </a:pathLst>
              </a:custGeom>
              <a:solidFill>
                <a:srgbClr val="17A3A3"/>
              </a:solidFill>
              <a:ln w="2824" cap="flat">
                <a:noFill/>
                <a:prstDash val="solid"/>
                <a:miter/>
              </a:ln>
            </p:spPr>
            <p:txBody>
              <a:bodyPr rtlCol="1" anchor="ctr"/>
              <a:lstStyle/>
              <a:p>
                <a:endParaRPr lang="ar-SA"/>
              </a:p>
            </p:txBody>
          </p:sp>
          <p:sp>
            <p:nvSpPr>
              <p:cNvPr id="7554" name="شكل حر: شكل 8452">
                <a:extLst>
                  <a:ext uri="{FF2B5EF4-FFF2-40B4-BE49-F238E27FC236}">
                    <a16:creationId xmlns:a16="http://schemas.microsoft.com/office/drawing/2014/main" id="{DD195134-C9E0-846F-0B20-050566A351C5}"/>
                  </a:ext>
                </a:extLst>
              </p:cNvPr>
              <p:cNvSpPr/>
              <p:nvPr/>
            </p:nvSpPr>
            <p:spPr>
              <a:xfrm>
                <a:off x="6922914" y="1063554"/>
                <a:ext cx="36832" cy="6891"/>
              </a:xfrm>
              <a:custGeom>
                <a:avLst/>
                <a:gdLst>
                  <a:gd name="connsiteX0" fmla="*/ 33386 w 36832"/>
                  <a:gd name="connsiteY0" fmla="*/ 6892 h 6891"/>
                  <a:gd name="connsiteX1" fmla="*/ 3446 w 36832"/>
                  <a:gd name="connsiteY1" fmla="*/ 6892 h 6891"/>
                  <a:gd name="connsiteX2" fmla="*/ 0 w 36832"/>
                  <a:gd name="connsiteY2" fmla="*/ 3446 h 6891"/>
                  <a:gd name="connsiteX3" fmla="*/ 3446 w 36832"/>
                  <a:gd name="connsiteY3" fmla="*/ 0 h 6891"/>
                  <a:gd name="connsiteX4" fmla="*/ 33386 w 36832"/>
                  <a:gd name="connsiteY4" fmla="*/ 0 h 6891"/>
                  <a:gd name="connsiteX5" fmla="*/ 36832 w 36832"/>
                  <a:gd name="connsiteY5" fmla="*/ 3446 h 6891"/>
                  <a:gd name="connsiteX6" fmla="*/ 33386 w 36832"/>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832" h="6891">
                    <a:moveTo>
                      <a:pt x="33386" y="6892"/>
                    </a:moveTo>
                    <a:lnTo>
                      <a:pt x="3446" y="6892"/>
                    </a:lnTo>
                    <a:cubicBezTo>
                      <a:pt x="1554" y="6892"/>
                      <a:pt x="0" y="5338"/>
                      <a:pt x="0" y="3446"/>
                    </a:cubicBezTo>
                    <a:cubicBezTo>
                      <a:pt x="0" y="1553"/>
                      <a:pt x="1554" y="0"/>
                      <a:pt x="3446" y="0"/>
                    </a:cubicBezTo>
                    <a:lnTo>
                      <a:pt x="33386" y="0"/>
                    </a:lnTo>
                    <a:cubicBezTo>
                      <a:pt x="35279" y="0"/>
                      <a:pt x="36832" y="1553"/>
                      <a:pt x="36832" y="3446"/>
                    </a:cubicBezTo>
                    <a:cubicBezTo>
                      <a:pt x="36832" y="5338"/>
                      <a:pt x="35279" y="6892"/>
                      <a:pt x="33386" y="6892"/>
                    </a:cubicBezTo>
                    <a:close/>
                  </a:path>
                </a:pathLst>
              </a:custGeom>
              <a:solidFill>
                <a:srgbClr val="17A3A3"/>
              </a:solidFill>
              <a:ln w="2824" cap="flat">
                <a:noFill/>
                <a:prstDash val="solid"/>
                <a:miter/>
              </a:ln>
            </p:spPr>
            <p:txBody>
              <a:bodyPr rtlCol="1" anchor="ctr"/>
              <a:lstStyle/>
              <a:p>
                <a:endParaRPr lang="ar-SA"/>
              </a:p>
            </p:txBody>
          </p:sp>
          <p:sp>
            <p:nvSpPr>
              <p:cNvPr id="7555" name="شكل حر: شكل 8453">
                <a:extLst>
                  <a:ext uri="{FF2B5EF4-FFF2-40B4-BE49-F238E27FC236}">
                    <a16:creationId xmlns:a16="http://schemas.microsoft.com/office/drawing/2014/main" id="{7ABD69D7-DF41-1C08-0A0D-151A0F982804}"/>
                  </a:ext>
                </a:extLst>
              </p:cNvPr>
              <p:cNvSpPr/>
              <p:nvPr/>
            </p:nvSpPr>
            <p:spPr>
              <a:xfrm>
                <a:off x="6778692" y="1101460"/>
                <a:ext cx="91176" cy="6891"/>
              </a:xfrm>
              <a:custGeom>
                <a:avLst/>
                <a:gdLst>
                  <a:gd name="connsiteX0" fmla="*/ 87731 w 91176"/>
                  <a:gd name="connsiteY0" fmla="*/ 6892 h 6891"/>
                  <a:gd name="connsiteX1" fmla="*/ 3446 w 91176"/>
                  <a:gd name="connsiteY1" fmla="*/ 6892 h 6891"/>
                  <a:gd name="connsiteX2" fmla="*/ 0 w 91176"/>
                  <a:gd name="connsiteY2" fmla="*/ 3446 h 6891"/>
                  <a:gd name="connsiteX3" fmla="*/ 3446 w 91176"/>
                  <a:gd name="connsiteY3" fmla="*/ 0 h 6891"/>
                  <a:gd name="connsiteX4" fmla="*/ 87731 w 91176"/>
                  <a:gd name="connsiteY4" fmla="*/ 0 h 6891"/>
                  <a:gd name="connsiteX5" fmla="*/ 91176 w 91176"/>
                  <a:gd name="connsiteY5" fmla="*/ 3446 h 6891"/>
                  <a:gd name="connsiteX6" fmla="*/ 87731 w 91176"/>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176" h="6891">
                    <a:moveTo>
                      <a:pt x="87731" y="6892"/>
                    </a:moveTo>
                    <a:lnTo>
                      <a:pt x="3446" y="6892"/>
                    </a:lnTo>
                    <a:cubicBezTo>
                      <a:pt x="1554" y="6892"/>
                      <a:pt x="0" y="5338"/>
                      <a:pt x="0" y="3446"/>
                    </a:cubicBezTo>
                    <a:cubicBezTo>
                      <a:pt x="0" y="1554"/>
                      <a:pt x="1554" y="0"/>
                      <a:pt x="3446" y="0"/>
                    </a:cubicBezTo>
                    <a:lnTo>
                      <a:pt x="87731" y="0"/>
                    </a:lnTo>
                    <a:cubicBezTo>
                      <a:pt x="89623" y="0"/>
                      <a:pt x="91176" y="1554"/>
                      <a:pt x="91176" y="3446"/>
                    </a:cubicBezTo>
                    <a:cubicBezTo>
                      <a:pt x="91176" y="5338"/>
                      <a:pt x="89623" y="6892"/>
                      <a:pt x="87731" y="6892"/>
                    </a:cubicBezTo>
                    <a:close/>
                  </a:path>
                </a:pathLst>
              </a:custGeom>
              <a:solidFill>
                <a:srgbClr val="17A3A3"/>
              </a:solidFill>
              <a:ln w="2824" cap="flat">
                <a:noFill/>
                <a:prstDash val="solid"/>
                <a:miter/>
              </a:ln>
            </p:spPr>
            <p:txBody>
              <a:bodyPr rtlCol="1" anchor="ctr"/>
              <a:lstStyle/>
              <a:p>
                <a:endParaRPr lang="ar-SA"/>
              </a:p>
            </p:txBody>
          </p:sp>
          <p:sp>
            <p:nvSpPr>
              <p:cNvPr id="7556" name="شكل حر: شكل 8454">
                <a:extLst>
                  <a:ext uri="{FF2B5EF4-FFF2-40B4-BE49-F238E27FC236}">
                    <a16:creationId xmlns:a16="http://schemas.microsoft.com/office/drawing/2014/main" id="{AE7E848F-F490-12BE-1F98-C258725CD94A}"/>
                  </a:ext>
                </a:extLst>
              </p:cNvPr>
              <p:cNvSpPr/>
              <p:nvPr/>
            </p:nvSpPr>
            <p:spPr>
              <a:xfrm>
                <a:off x="6922914" y="1101460"/>
                <a:ext cx="36832" cy="6891"/>
              </a:xfrm>
              <a:custGeom>
                <a:avLst/>
                <a:gdLst>
                  <a:gd name="connsiteX0" fmla="*/ 33386 w 36832"/>
                  <a:gd name="connsiteY0" fmla="*/ 6892 h 6891"/>
                  <a:gd name="connsiteX1" fmla="*/ 3446 w 36832"/>
                  <a:gd name="connsiteY1" fmla="*/ 6892 h 6891"/>
                  <a:gd name="connsiteX2" fmla="*/ 0 w 36832"/>
                  <a:gd name="connsiteY2" fmla="*/ 3446 h 6891"/>
                  <a:gd name="connsiteX3" fmla="*/ 3446 w 36832"/>
                  <a:gd name="connsiteY3" fmla="*/ 0 h 6891"/>
                  <a:gd name="connsiteX4" fmla="*/ 33386 w 36832"/>
                  <a:gd name="connsiteY4" fmla="*/ 0 h 6891"/>
                  <a:gd name="connsiteX5" fmla="*/ 36832 w 36832"/>
                  <a:gd name="connsiteY5" fmla="*/ 3446 h 6891"/>
                  <a:gd name="connsiteX6" fmla="*/ 33386 w 36832"/>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832" h="6891">
                    <a:moveTo>
                      <a:pt x="33386" y="6892"/>
                    </a:moveTo>
                    <a:lnTo>
                      <a:pt x="3446" y="6892"/>
                    </a:lnTo>
                    <a:cubicBezTo>
                      <a:pt x="1554" y="6892"/>
                      <a:pt x="0" y="5338"/>
                      <a:pt x="0" y="3446"/>
                    </a:cubicBezTo>
                    <a:cubicBezTo>
                      <a:pt x="0" y="1554"/>
                      <a:pt x="1554" y="0"/>
                      <a:pt x="3446" y="0"/>
                    </a:cubicBezTo>
                    <a:lnTo>
                      <a:pt x="33386" y="0"/>
                    </a:lnTo>
                    <a:cubicBezTo>
                      <a:pt x="35279" y="0"/>
                      <a:pt x="36832" y="1554"/>
                      <a:pt x="36832" y="3446"/>
                    </a:cubicBezTo>
                    <a:cubicBezTo>
                      <a:pt x="36832" y="5338"/>
                      <a:pt x="35279" y="6892"/>
                      <a:pt x="33386" y="6892"/>
                    </a:cubicBezTo>
                    <a:close/>
                  </a:path>
                </a:pathLst>
              </a:custGeom>
              <a:solidFill>
                <a:srgbClr val="17A3A3"/>
              </a:solidFill>
              <a:ln w="2824" cap="flat">
                <a:noFill/>
                <a:prstDash val="solid"/>
                <a:miter/>
              </a:ln>
            </p:spPr>
            <p:txBody>
              <a:bodyPr rtlCol="1" anchor="ctr"/>
              <a:lstStyle/>
              <a:p>
                <a:endParaRPr lang="ar-SA"/>
              </a:p>
            </p:txBody>
          </p:sp>
          <p:sp>
            <p:nvSpPr>
              <p:cNvPr id="7557" name="شكل حر: شكل 8455">
                <a:extLst>
                  <a:ext uri="{FF2B5EF4-FFF2-40B4-BE49-F238E27FC236}">
                    <a16:creationId xmlns:a16="http://schemas.microsoft.com/office/drawing/2014/main" id="{BEFB5338-860D-1C8D-E1BE-B99E2418B941}"/>
                  </a:ext>
                </a:extLst>
              </p:cNvPr>
              <p:cNvSpPr/>
              <p:nvPr/>
            </p:nvSpPr>
            <p:spPr>
              <a:xfrm>
                <a:off x="6778692" y="1139365"/>
                <a:ext cx="91176" cy="6891"/>
              </a:xfrm>
              <a:custGeom>
                <a:avLst/>
                <a:gdLst>
                  <a:gd name="connsiteX0" fmla="*/ 87731 w 91176"/>
                  <a:gd name="connsiteY0" fmla="*/ 6892 h 6891"/>
                  <a:gd name="connsiteX1" fmla="*/ 3446 w 91176"/>
                  <a:gd name="connsiteY1" fmla="*/ 6892 h 6891"/>
                  <a:gd name="connsiteX2" fmla="*/ 0 w 91176"/>
                  <a:gd name="connsiteY2" fmla="*/ 3446 h 6891"/>
                  <a:gd name="connsiteX3" fmla="*/ 3446 w 91176"/>
                  <a:gd name="connsiteY3" fmla="*/ 0 h 6891"/>
                  <a:gd name="connsiteX4" fmla="*/ 87731 w 91176"/>
                  <a:gd name="connsiteY4" fmla="*/ 0 h 6891"/>
                  <a:gd name="connsiteX5" fmla="*/ 91176 w 91176"/>
                  <a:gd name="connsiteY5" fmla="*/ 3446 h 6891"/>
                  <a:gd name="connsiteX6" fmla="*/ 87731 w 91176"/>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176" h="6891">
                    <a:moveTo>
                      <a:pt x="87731" y="6892"/>
                    </a:moveTo>
                    <a:lnTo>
                      <a:pt x="3446" y="6892"/>
                    </a:lnTo>
                    <a:cubicBezTo>
                      <a:pt x="1554" y="6892"/>
                      <a:pt x="0" y="5338"/>
                      <a:pt x="0" y="3446"/>
                    </a:cubicBezTo>
                    <a:cubicBezTo>
                      <a:pt x="0" y="1553"/>
                      <a:pt x="1554" y="0"/>
                      <a:pt x="3446" y="0"/>
                    </a:cubicBezTo>
                    <a:lnTo>
                      <a:pt x="87731" y="0"/>
                    </a:lnTo>
                    <a:cubicBezTo>
                      <a:pt x="89623" y="0"/>
                      <a:pt x="91176" y="1553"/>
                      <a:pt x="91176" y="3446"/>
                    </a:cubicBezTo>
                    <a:cubicBezTo>
                      <a:pt x="91176" y="5338"/>
                      <a:pt x="89623" y="6892"/>
                      <a:pt x="87731" y="6892"/>
                    </a:cubicBezTo>
                    <a:close/>
                  </a:path>
                </a:pathLst>
              </a:custGeom>
              <a:solidFill>
                <a:srgbClr val="17A3A3"/>
              </a:solidFill>
              <a:ln w="2824" cap="flat">
                <a:noFill/>
                <a:prstDash val="solid"/>
                <a:miter/>
              </a:ln>
            </p:spPr>
            <p:txBody>
              <a:bodyPr rtlCol="1" anchor="ctr"/>
              <a:lstStyle/>
              <a:p>
                <a:endParaRPr lang="ar-SA"/>
              </a:p>
            </p:txBody>
          </p:sp>
        </p:grpSp>
      </p:grpSp>
      <p:grpSp>
        <p:nvGrpSpPr>
          <p:cNvPr id="7558" name="رسم 8014">
            <a:extLst>
              <a:ext uri="{FF2B5EF4-FFF2-40B4-BE49-F238E27FC236}">
                <a16:creationId xmlns:a16="http://schemas.microsoft.com/office/drawing/2014/main" id="{90CBA8F4-DA71-5277-4101-19CDB731BAB9}"/>
              </a:ext>
            </a:extLst>
          </p:cNvPr>
          <p:cNvGrpSpPr/>
          <p:nvPr/>
        </p:nvGrpSpPr>
        <p:grpSpPr>
          <a:xfrm>
            <a:off x="7287422" y="1515108"/>
            <a:ext cx="220638" cy="231622"/>
            <a:chOff x="7792083" y="106880"/>
            <a:chExt cx="263728" cy="293865"/>
          </a:xfrm>
        </p:grpSpPr>
        <p:grpSp>
          <p:nvGrpSpPr>
            <p:cNvPr id="7559" name="رسم 8014">
              <a:extLst>
                <a:ext uri="{FF2B5EF4-FFF2-40B4-BE49-F238E27FC236}">
                  <a16:creationId xmlns:a16="http://schemas.microsoft.com/office/drawing/2014/main" id="{6A1728C8-4596-7156-5FBF-D9B04806E501}"/>
                </a:ext>
              </a:extLst>
            </p:cNvPr>
            <p:cNvGrpSpPr/>
            <p:nvPr/>
          </p:nvGrpSpPr>
          <p:grpSpPr>
            <a:xfrm>
              <a:off x="7792083" y="106880"/>
              <a:ext cx="263728" cy="227601"/>
              <a:chOff x="7792083" y="106880"/>
              <a:chExt cx="263728" cy="227601"/>
            </a:xfrm>
            <a:solidFill>
              <a:srgbClr val="01355A"/>
            </a:solidFill>
          </p:grpSpPr>
          <p:sp>
            <p:nvSpPr>
              <p:cNvPr id="7564" name="شكل حر: شكل 8458">
                <a:extLst>
                  <a:ext uri="{FF2B5EF4-FFF2-40B4-BE49-F238E27FC236}">
                    <a16:creationId xmlns:a16="http://schemas.microsoft.com/office/drawing/2014/main" id="{56FE130C-D2D3-78E4-B2AC-E2734E6787D6}"/>
                  </a:ext>
                </a:extLst>
              </p:cNvPr>
              <p:cNvSpPr/>
              <p:nvPr/>
            </p:nvSpPr>
            <p:spPr>
              <a:xfrm>
                <a:off x="7792083" y="219297"/>
                <a:ext cx="58270" cy="115185"/>
              </a:xfrm>
              <a:custGeom>
                <a:avLst/>
                <a:gdLst>
                  <a:gd name="connsiteX0" fmla="*/ 54824 w 58270"/>
                  <a:gd name="connsiteY0" fmla="*/ 115185 h 115185"/>
                  <a:gd name="connsiteX1" fmla="*/ 3446 w 58270"/>
                  <a:gd name="connsiteY1" fmla="*/ 115185 h 115185"/>
                  <a:gd name="connsiteX2" fmla="*/ 0 w 58270"/>
                  <a:gd name="connsiteY2" fmla="*/ 111739 h 115185"/>
                  <a:gd name="connsiteX3" fmla="*/ 0 w 58270"/>
                  <a:gd name="connsiteY3" fmla="*/ 3446 h 115185"/>
                  <a:gd name="connsiteX4" fmla="*/ 3446 w 58270"/>
                  <a:gd name="connsiteY4" fmla="*/ 0 h 115185"/>
                  <a:gd name="connsiteX5" fmla="*/ 54824 w 58270"/>
                  <a:gd name="connsiteY5" fmla="*/ 0 h 115185"/>
                  <a:gd name="connsiteX6" fmla="*/ 58271 w 58270"/>
                  <a:gd name="connsiteY6" fmla="*/ 3446 h 115185"/>
                  <a:gd name="connsiteX7" fmla="*/ 58271 w 58270"/>
                  <a:gd name="connsiteY7" fmla="*/ 111739 h 115185"/>
                  <a:gd name="connsiteX8" fmla="*/ 54824 w 58270"/>
                  <a:gd name="connsiteY8" fmla="*/ 115185 h 115185"/>
                  <a:gd name="connsiteX9" fmla="*/ 6892 w 58270"/>
                  <a:gd name="connsiteY9" fmla="*/ 108293 h 115185"/>
                  <a:gd name="connsiteX10" fmla="*/ 51378 w 58270"/>
                  <a:gd name="connsiteY10" fmla="*/ 108293 h 115185"/>
                  <a:gd name="connsiteX11" fmla="*/ 51378 w 58270"/>
                  <a:gd name="connsiteY11" fmla="*/ 6892 h 115185"/>
                  <a:gd name="connsiteX12" fmla="*/ 6892 w 58270"/>
                  <a:gd name="connsiteY12" fmla="*/ 6892 h 115185"/>
                  <a:gd name="connsiteX13" fmla="*/ 6892 w 58270"/>
                  <a:gd name="connsiteY13" fmla="*/ 108293 h 115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270" h="115185">
                    <a:moveTo>
                      <a:pt x="54824" y="115185"/>
                    </a:moveTo>
                    <a:lnTo>
                      <a:pt x="3446" y="115185"/>
                    </a:lnTo>
                    <a:cubicBezTo>
                      <a:pt x="1554" y="115185"/>
                      <a:pt x="0" y="113632"/>
                      <a:pt x="0" y="111739"/>
                    </a:cubicBezTo>
                    <a:lnTo>
                      <a:pt x="0" y="3446"/>
                    </a:lnTo>
                    <a:cubicBezTo>
                      <a:pt x="0" y="1554"/>
                      <a:pt x="1554" y="0"/>
                      <a:pt x="3446" y="0"/>
                    </a:cubicBezTo>
                    <a:lnTo>
                      <a:pt x="54824" y="0"/>
                    </a:lnTo>
                    <a:cubicBezTo>
                      <a:pt x="56717" y="0"/>
                      <a:pt x="58271" y="1554"/>
                      <a:pt x="58271" y="3446"/>
                    </a:cubicBezTo>
                    <a:lnTo>
                      <a:pt x="58271" y="111739"/>
                    </a:lnTo>
                    <a:cubicBezTo>
                      <a:pt x="58271" y="113632"/>
                      <a:pt x="56717" y="115185"/>
                      <a:pt x="54824" y="115185"/>
                    </a:cubicBezTo>
                    <a:close/>
                    <a:moveTo>
                      <a:pt x="6892" y="108293"/>
                    </a:moveTo>
                    <a:lnTo>
                      <a:pt x="51378" y="108293"/>
                    </a:lnTo>
                    <a:lnTo>
                      <a:pt x="51378" y="6892"/>
                    </a:lnTo>
                    <a:lnTo>
                      <a:pt x="6892" y="6892"/>
                    </a:lnTo>
                    <a:lnTo>
                      <a:pt x="6892" y="108293"/>
                    </a:lnTo>
                    <a:close/>
                  </a:path>
                </a:pathLst>
              </a:custGeom>
              <a:solidFill>
                <a:srgbClr val="01355A"/>
              </a:solidFill>
              <a:ln w="2824" cap="flat">
                <a:noFill/>
                <a:prstDash val="solid"/>
                <a:miter/>
              </a:ln>
            </p:spPr>
            <p:txBody>
              <a:bodyPr rtlCol="1" anchor="ctr"/>
              <a:lstStyle/>
              <a:p>
                <a:endParaRPr lang="ar-SA"/>
              </a:p>
            </p:txBody>
          </p:sp>
          <p:sp>
            <p:nvSpPr>
              <p:cNvPr id="7565" name="شكل حر: شكل 8459">
                <a:extLst>
                  <a:ext uri="{FF2B5EF4-FFF2-40B4-BE49-F238E27FC236}">
                    <a16:creationId xmlns:a16="http://schemas.microsoft.com/office/drawing/2014/main" id="{BEC3A091-2209-2070-393B-574CE2FF5377}"/>
                  </a:ext>
                </a:extLst>
              </p:cNvPr>
              <p:cNvSpPr/>
              <p:nvPr/>
            </p:nvSpPr>
            <p:spPr>
              <a:xfrm>
                <a:off x="7843462" y="165179"/>
                <a:ext cx="58242" cy="169303"/>
              </a:xfrm>
              <a:custGeom>
                <a:avLst/>
                <a:gdLst>
                  <a:gd name="connsiteX0" fmla="*/ 3446 w 58242"/>
                  <a:gd name="connsiteY0" fmla="*/ 169303 h 169303"/>
                  <a:gd name="connsiteX1" fmla="*/ 0 w 58242"/>
                  <a:gd name="connsiteY1" fmla="*/ 165857 h 169303"/>
                  <a:gd name="connsiteX2" fmla="*/ 0 w 58242"/>
                  <a:gd name="connsiteY2" fmla="*/ 3446 h 169303"/>
                  <a:gd name="connsiteX3" fmla="*/ 3446 w 58242"/>
                  <a:gd name="connsiteY3" fmla="*/ 0 h 169303"/>
                  <a:gd name="connsiteX4" fmla="*/ 54797 w 58242"/>
                  <a:gd name="connsiteY4" fmla="*/ 0 h 169303"/>
                  <a:gd name="connsiteX5" fmla="*/ 58242 w 58242"/>
                  <a:gd name="connsiteY5" fmla="*/ 3446 h 169303"/>
                  <a:gd name="connsiteX6" fmla="*/ 58242 w 58242"/>
                  <a:gd name="connsiteY6" fmla="*/ 88437 h 169303"/>
                  <a:gd name="connsiteX7" fmla="*/ 54797 w 58242"/>
                  <a:gd name="connsiteY7" fmla="*/ 91883 h 169303"/>
                  <a:gd name="connsiteX8" fmla="*/ 51351 w 58242"/>
                  <a:gd name="connsiteY8" fmla="*/ 88437 h 169303"/>
                  <a:gd name="connsiteX9" fmla="*/ 51351 w 58242"/>
                  <a:gd name="connsiteY9" fmla="*/ 6892 h 169303"/>
                  <a:gd name="connsiteX10" fmla="*/ 6864 w 58242"/>
                  <a:gd name="connsiteY10" fmla="*/ 6892 h 169303"/>
                  <a:gd name="connsiteX11" fmla="*/ 6864 w 58242"/>
                  <a:gd name="connsiteY11" fmla="*/ 165857 h 169303"/>
                  <a:gd name="connsiteX12" fmla="*/ 3418 w 58242"/>
                  <a:gd name="connsiteY12" fmla="*/ 169303 h 169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8242" h="169303">
                    <a:moveTo>
                      <a:pt x="3446" y="169303"/>
                    </a:moveTo>
                    <a:cubicBezTo>
                      <a:pt x="1554" y="169303"/>
                      <a:pt x="0" y="167750"/>
                      <a:pt x="0" y="165857"/>
                    </a:cubicBezTo>
                    <a:lnTo>
                      <a:pt x="0" y="3446"/>
                    </a:lnTo>
                    <a:cubicBezTo>
                      <a:pt x="0" y="1553"/>
                      <a:pt x="1554" y="0"/>
                      <a:pt x="3446" y="0"/>
                    </a:cubicBezTo>
                    <a:lnTo>
                      <a:pt x="54797" y="0"/>
                    </a:lnTo>
                    <a:cubicBezTo>
                      <a:pt x="56689" y="0"/>
                      <a:pt x="58242" y="1553"/>
                      <a:pt x="58242" y="3446"/>
                    </a:cubicBezTo>
                    <a:lnTo>
                      <a:pt x="58242" y="88437"/>
                    </a:lnTo>
                    <a:cubicBezTo>
                      <a:pt x="58242" y="90329"/>
                      <a:pt x="56689" y="91883"/>
                      <a:pt x="54797" y="91883"/>
                    </a:cubicBezTo>
                    <a:cubicBezTo>
                      <a:pt x="52904" y="91883"/>
                      <a:pt x="51351" y="90329"/>
                      <a:pt x="51351" y="88437"/>
                    </a:cubicBezTo>
                    <a:lnTo>
                      <a:pt x="51351" y="6892"/>
                    </a:lnTo>
                    <a:lnTo>
                      <a:pt x="6864" y="6892"/>
                    </a:lnTo>
                    <a:lnTo>
                      <a:pt x="6864" y="165857"/>
                    </a:lnTo>
                    <a:cubicBezTo>
                      <a:pt x="6864" y="167750"/>
                      <a:pt x="5311" y="169303"/>
                      <a:pt x="3418" y="169303"/>
                    </a:cubicBezTo>
                    <a:close/>
                  </a:path>
                </a:pathLst>
              </a:custGeom>
              <a:solidFill>
                <a:srgbClr val="01355A"/>
              </a:solidFill>
              <a:ln w="2824" cap="flat">
                <a:noFill/>
                <a:prstDash val="solid"/>
                <a:miter/>
              </a:ln>
            </p:spPr>
            <p:txBody>
              <a:bodyPr rtlCol="1" anchor="ctr"/>
              <a:lstStyle/>
              <a:p>
                <a:endParaRPr lang="ar-SA"/>
              </a:p>
            </p:txBody>
          </p:sp>
          <p:sp>
            <p:nvSpPr>
              <p:cNvPr id="7566" name="شكل حر: شكل 8460">
                <a:extLst>
                  <a:ext uri="{FF2B5EF4-FFF2-40B4-BE49-F238E27FC236}">
                    <a16:creationId xmlns:a16="http://schemas.microsoft.com/office/drawing/2014/main" id="{3B8DD3C3-7F0A-03FC-6110-9E4CD0BF73AA}"/>
                  </a:ext>
                </a:extLst>
              </p:cNvPr>
              <p:cNvSpPr/>
              <p:nvPr/>
            </p:nvSpPr>
            <p:spPr>
              <a:xfrm>
                <a:off x="7894812" y="106880"/>
                <a:ext cx="58241" cy="183115"/>
              </a:xfrm>
              <a:custGeom>
                <a:avLst/>
                <a:gdLst>
                  <a:gd name="connsiteX0" fmla="*/ 54824 w 58241"/>
                  <a:gd name="connsiteY0" fmla="*/ 183115 h 183115"/>
                  <a:gd name="connsiteX1" fmla="*/ 51378 w 58241"/>
                  <a:gd name="connsiteY1" fmla="*/ 179669 h 183115"/>
                  <a:gd name="connsiteX2" fmla="*/ 51378 w 58241"/>
                  <a:gd name="connsiteY2" fmla="*/ 6892 h 183115"/>
                  <a:gd name="connsiteX3" fmla="*/ 6892 w 58241"/>
                  <a:gd name="connsiteY3" fmla="*/ 6892 h 183115"/>
                  <a:gd name="connsiteX4" fmla="*/ 6892 w 58241"/>
                  <a:gd name="connsiteY4" fmla="*/ 146735 h 183115"/>
                  <a:gd name="connsiteX5" fmla="*/ 3446 w 58241"/>
                  <a:gd name="connsiteY5" fmla="*/ 150181 h 183115"/>
                  <a:gd name="connsiteX6" fmla="*/ 0 w 58241"/>
                  <a:gd name="connsiteY6" fmla="*/ 146735 h 183115"/>
                  <a:gd name="connsiteX7" fmla="*/ 0 w 58241"/>
                  <a:gd name="connsiteY7" fmla="*/ 3446 h 183115"/>
                  <a:gd name="connsiteX8" fmla="*/ 3446 w 58241"/>
                  <a:gd name="connsiteY8" fmla="*/ 0 h 183115"/>
                  <a:gd name="connsiteX9" fmla="*/ 54796 w 58241"/>
                  <a:gd name="connsiteY9" fmla="*/ 0 h 183115"/>
                  <a:gd name="connsiteX10" fmla="*/ 58242 w 58241"/>
                  <a:gd name="connsiteY10" fmla="*/ 3446 h 183115"/>
                  <a:gd name="connsiteX11" fmla="*/ 58242 w 58241"/>
                  <a:gd name="connsiteY11" fmla="*/ 179669 h 183115"/>
                  <a:gd name="connsiteX12" fmla="*/ 54796 w 58241"/>
                  <a:gd name="connsiteY12" fmla="*/ 183115 h 183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8241" h="183115">
                    <a:moveTo>
                      <a:pt x="54824" y="183115"/>
                    </a:moveTo>
                    <a:cubicBezTo>
                      <a:pt x="52932" y="183115"/>
                      <a:pt x="51378" y="181562"/>
                      <a:pt x="51378" y="179669"/>
                    </a:cubicBezTo>
                    <a:lnTo>
                      <a:pt x="51378" y="6892"/>
                    </a:lnTo>
                    <a:lnTo>
                      <a:pt x="6892" y="6892"/>
                    </a:lnTo>
                    <a:lnTo>
                      <a:pt x="6892" y="146735"/>
                    </a:lnTo>
                    <a:cubicBezTo>
                      <a:pt x="6892" y="148628"/>
                      <a:pt x="5338" y="150181"/>
                      <a:pt x="3446" y="150181"/>
                    </a:cubicBezTo>
                    <a:cubicBezTo>
                      <a:pt x="1553" y="150181"/>
                      <a:pt x="0" y="148628"/>
                      <a:pt x="0" y="146735"/>
                    </a:cubicBezTo>
                    <a:lnTo>
                      <a:pt x="0" y="3446"/>
                    </a:lnTo>
                    <a:cubicBezTo>
                      <a:pt x="0" y="1553"/>
                      <a:pt x="1553" y="0"/>
                      <a:pt x="3446" y="0"/>
                    </a:cubicBezTo>
                    <a:lnTo>
                      <a:pt x="54796" y="0"/>
                    </a:lnTo>
                    <a:cubicBezTo>
                      <a:pt x="56688" y="0"/>
                      <a:pt x="58242" y="1553"/>
                      <a:pt x="58242" y="3446"/>
                    </a:cubicBezTo>
                    <a:lnTo>
                      <a:pt x="58242" y="179669"/>
                    </a:lnTo>
                    <a:cubicBezTo>
                      <a:pt x="58242" y="181562"/>
                      <a:pt x="56688" y="183115"/>
                      <a:pt x="54796" y="183115"/>
                    </a:cubicBezTo>
                    <a:close/>
                  </a:path>
                </a:pathLst>
              </a:custGeom>
              <a:solidFill>
                <a:srgbClr val="01355A"/>
              </a:solidFill>
              <a:ln w="2824" cap="flat">
                <a:noFill/>
                <a:prstDash val="solid"/>
                <a:miter/>
              </a:ln>
            </p:spPr>
            <p:txBody>
              <a:bodyPr rtlCol="1" anchor="ctr"/>
              <a:lstStyle/>
              <a:p>
                <a:endParaRPr lang="ar-SA"/>
              </a:p>
            </p:txBody>
          </p:sp>
          <p:sp>
            <p:nvSpPr>
              <p:cNvPr id="7567" name="شكل حر: شكل 8461">
                <a:extLst>
                  <a:ext uri="{FF2B5EF4-FFF2-40B4-BE49-F238E27FC236}">
                    <a16:creationId xmlns:a16="http://schemas.microsoft.com/office/drawing/2014/main" id="{33B1D7EC-B08D-632F-0A14-8390A7E6EC41}"/>
                  </a:ext>
                </a:extLst>
              </p:cNvPr>
              <p:cNvSpPr/>
              <p:nvPr/>
            </p:nvSpPr>
            <p:spPr>
              <a:xfrm>
                <a:off x="7946162" y="189470"/>
                <a:ext cx="58270" cy="145012"/>
              </a:xfrm>
              <a:custGeom>
                <a:avLst/>
                <a:gdLst>
                  <a:gd name="connsiteX0" fmla="*/ 54824 w 58270"/>
                  <a:gd name="connsiteY0" fmla="*/ 145012 h 145012"/>
                  <a:gd name="connsiteX1" fmla="*/ 51378 w 58270"/>
                  <a:gd name="connsiteY1" fmla="*/ 141566 h 145012"/>
                  <a:gd name="connsiteX2" fmla="*/ 51378 w 58270"/>
                  <a:gd name="connsiteY2" fmla="*/ 6892 h 145012"/>
                  <a:gd name="connsiteX3" fmla="*/ 6892 w 58270"/>
                  <a:gd name="connsiteY3" fmla="*/ 6892 h 145012"/>
                  <a:gd name="connsiteX4" fmla="*/ 6892 w 58270"/>
                  <a:gd name="connsiteY4" fmla="*/ 97080 h 145012"/>
                  <a:gd name="connsiteX5" fmla="*/ 3446 w 58270"/>
                  <a:gd name="connsiteY5" fmla="*/ 100526 h 145012"/>
                  <a:gd name="connsiteX6" fmla="*/ 0 w 58270"/>
                  <a:gd name="connsiteY6" fmla="*/ 97080 h 145012"/>
                  <a:gd name="connsiteX7" fmla="*/ 0 w 58270"/>
                  <a:gd name="connsiteY7" fmla="*/ 3446 h 145012"/>
                  <a:gd name="connsiteX8" fmla="*/ 3446 w 58270"/>
                  <a:gd name="connsiteY8" fmla="*/ 0 h 145012"/>
                  <a:gd name="connsiteX9" fmla="*/ 54824 w 58270"/>
                  <a:gd name="connsiteY9" fmla="*/ 0 h 145012"/>
                  <a:gd name="connsiteX10" fmla="*/ 58270 w 58270"/>
                  <a:gd name="connsiteY10" fmla="*/ 3446 h 145012"/>
                  <a:gd name="connsiteX11" fmla="*/ 58270 w 58270"/>
                  <a:gd name="connsiteY11" fmla="*/ 141566 h 145012"/>
                  <a:gd name="connsiteX12" fmla="*/ 54824 w 58270"/>
                  <a:gd name="connsiteY12" fmla="*/ 145012 h 145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8270" h="145012">
                    <a:moveTo>
                      <a:pt x="54824" y="145012"/>
                    </a:moveTo>
                    <a:cubicBezTo>
                      <a:pt x="52932" y="145012"/>
                      <a:pt x="51378" y="143459"/>
                      <a:pt x="51378" y="141566"/>
                    </a:cubicBezTo>
                    <a:lnTo>
                      <a:pt x="51378" y="6892"/>
                    </a:lnTo>
                    <a:lnTo>
                      <a:pt x="6892" y="6892"/>
                    </a:lnTo>
                    <a:lnTo>
                      <a:pt x="6892" y="97080"/>
                    </a:lnTo>
                    <a:cubicBezTo>
                      <a:pt x="6892" y="98972"/>
                      <a:pt x="5338" y="100526"/>
                      <a:pt x="3446" y="100526"/>
                    </a:cubicBezTo>
                    <a:cubicBezTo>
                      <a:pt x="1554" y="100526"/>
                      <a:pt x="0" y="98972"/>
                      <a:pt x="0" y="97080"/>
                    </a:cubicBezTo>
                    <a:lnTo>
                      <a:pt x="0" y="3446"/>
                    </a:lnTo>
                    <a:cubicBezTo>
                      <a:pt x="0" y="1553"/>
                      <a:pt x="1554" y="0"/>
                      <a:pt x="3446" y="0"/>
                    </a:cubicBezTo>
                    <a:lnTo>
                      <a:pt x="54824" y="0"/>
                    </a:lnTo>
                    <a:cubicBezTo>
                      <a:pt x="56717" y="0"/>
                      <a:pt x="58270" y="1553"/>
                      <a:pt x="58270" y="3446"/>
                    </a:cubicBezTo>
                    <a:lnTo>
                      <a:pt x="58270" y="141566"/>
                    </a:lnTo>
                    <a:cubicBezTo>
                      <a:pt x="58270" y="143459"/>
                      <a:pt x="56717" y="145012"/>
                      <a:pt x="54824" y="145012"/>
                    </a:cubicBezTo>
                    <a:close/>
                  </a:path>
                </a:pathLst>
              </a:custGeom>
              <a:solidFill>
                <a:srgbClr val="01355A"/>
              </a:solidFill>
              <a:ln w="2824" cap="flat">
                <a:noFill/>
                <a:prstDash val="solid"/>
                <a:miter/>
              </a:ln>
            </p:spPr>
            <p:txBody>
              <a:bodyPr rtlCol="1" anchor="ctr"/>
              <a:lstStyle/>
              <a:p>
                <a:endParaRPr lang="ar-SA"/>
              </a:p>
            </p:txBody>
          </p:sp>
          <p:sp>
            <p:nvSpPr>
              <p:cNvPr id="7568" name="شكل حر: شكل 8462">
                <a:extLst>
                  <a:ext uri="{FF2B5EF4-FFF2-40B4-BE49-F238E27FC236}">
                    <a16:creationId xmlns:a16="http://schemas.microsoft.com/office/drawing/2014/main" id="{D2EAA9CC-09AF-207D-EE77-E09C31C71773}"/>
                  </a:ext>
                </a:extLst>
              </p:cNvPr>
              <p:cNvSpPr/>
              <p:nvPr/>
            </p:nvSpPr>
            <p:spPr>
              <a:xfrm>
                <a:off x="7997569" y="162383"/>
                <a:ext cx="58242" cy="172099"/>
              </a:xfrm>
              <a:custGeom>
                <a:avLst/>
                <a:gdLst>
                  <a:gd name="connsiteX0" fmla="*/ 54796 w 58242"/>
                  <a:gd name="connsiteY0" fmla="*/ 172100 h 172099"/>
                  <a:gd name="connsiteX1" fmla="*/ 3446 w 58242"/>
                  <a:gd name="connsiteY1" fmla="*/ 172100 h 172099"/>
                  <a:gd name="connsiteX2" fmla="*/ 0 w 58242"/>
                  <a:gd name="connsiteY2" fmla="*/ 168654 h 172099"/>
                  <a:gd name="connsiteX3" fmla="*/ 0 w 58242"/>
                  <a:gd name="connsiteY3" fmla="*/ 3446 h 172099"/>
                  <a:gd name="connsiteX4" fmla="*/ 3446 w 58242"/>
                  <a:gd name="connsiteY4" fmla="*/ 0 h 172099"/>
                  <a:gd name="connsiteX5" fmla="*/ 54796 w 58242"/>
                  <a:gd name="connsiteY5" fmla="*/ 0 h 172099"/>
                  <a:gd name="connsiteX6" fmla="*/ 58242 w 58242"/>
                  <a:gd name="connsiteY6" fmla="*/ 3446 h 172099"/>
                  <a:gd name="connsiteX7" fmla="*/ 58242 w 58242"/>
                  <a:gd name="connsiteY7" fmla="*/ 168654 h 172099"/>
                  <a:gd name="connsiteX8" fmla="*/ 54796 w 58242"/>
                  <a:gd name="connsiteY8" fmla="*/ 172100 h 172099"/>
                  <a:gd name="connsiteX9" fmla="*/ 6863 w 58242"/>
                  <a:gd name="connsiteY9" fmla="*/ 165208 h 172099"/>
                  <a:gd name="connsiteX10" fmla="*/ 51350 w 58242"/>
                  <a:gd name="connsiteY10" fmla="*/ 165208 h 172099"/>
                  <a:gd name="connsiteX11" fmla="*/ 51350 w 58242"/>
                  <a:gd name="connsiteY11" fmla="*/ 6892 h 172099"/>
                  <a:gd name="connsiteX12" fmla="*/ 6863 w 58242"/>
                  <a:gd name="connsiteY12" fmla="*/ 6892 h 172099"/>
                  <a:gd name="connsiteX13" fmla="*/ 6863 w 58242"/>
                  <a:gd name="connsiteY13" fmla="*/ 165208 h 172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242" h="172099">
                    <a:moveTo>
                      <a:pt x="54796" y="172100"/>
                    </a:moveTo>
                    <a:lnTo>
                      <a:pt x="3446" y="172100"/>
                    </a:lnTo>
                    <a:cubicBezTo>
                      <a:pt x="1554" y="172100"/>
                      <a:pt x="0" y="170546"/>
                      <a:pt x="0" y="168654"/>
                    </a:cubicBezTo>
                    <a:lnTo>
                      <a:pt x="0" y="3446"/>
                    </a:lnTo>
                    <a:cubicBezTo>
                      <a:pt x="0" y="1553"/>
                      <a:pt x="1554" y="0"/>
                      <a:pt x="3446" y="0"/>
                    </a:cubicBezTo>
                    <a:lnTo>
                      <a:pt x="54796" y="0"/>
                    </a:lnTo>
                    <a:cubicBezTo>
                      <a:pt x="56689" y="0"/>
                      <a:pt x="58242" y="1553"/>
                      <a:pt x="58242" y="3446"/>
                    </a:cubicBezTo>
                    <a:lnTo>
                      <a:pt x="58242" y="168654"/>
                    </a:lnTo>
                    <a:cubicBezTo>
                      <a:pt x="58242" y="170546"/>
                      <a:pt x="56689" y="172100"/>
                      <a:pt x="54796" y="172100"/>
                    </a:cubicBezTo>
                    <a:close/>
                    <a:moveTo>
                      <a:pt x="6863" y="165208"/>
                    </a:moveTo>
                    <a:lnTo>
                      <a:pt x="51350" y="165208"/>
                    </a:lnTo>
                    <a:lnTo>
                      <a:pt x="51350" y="6892"/>
                    </a:lnTo>
                    <a:lnTo>
                      <a:pt x="6863" y="6892"/>
                    </a:lnTo>
                    <a:lnTo>
                      <a:pt x="6863" y="165208"/>
                    </a:lnTo>
                    <a:close/>
                  </a:path>
                </a:pathLst>
              </a:custGeom>
              <a:solidFill>
                <a:srgbClr val="01355A"/>
              </a:solidFill>
              <a:ln w="2824" cap="flat">
                <a:noFill/>
                <a:prstDash val="solid"/>
                <a:miter/>
              </a:ln>
            </p:spPr>
            <p:txBody>
              <a:bodyPr rtlCol="1" anchor="ctr"/>
              <a:lstStyle/>
              <a:p>
                <a:endParaRPr lang="ar-SA"/>
              </a:p>
            </p:txBody>
          </p:sp>
        </p:grpSp>
        <p:grpSp>
          <p:nvGrpSpPr>
            <p:cNvPr id="7560" name="رسم 8014">
              <a:extLst>
                <a:ext uri="{FF2B5EF4-FFF2-40B4-BE49-F238E27FC236}">
                  <a16:creationId xmlns:a16="http://schemas.microsoft.com/office/drawing/2014/main" id="{5880C9A0-BEE2-842C-D8AB-6CEBF628FB52}"/>
                </a:ext>
              </a:extLst>
            </p:cNvPr>
            <p:cNvGrpSpPr/>
            <p:nvPr/>
          </p:nvGrpSpPr>
          <p:grpSpPr>
            <a:xfrm>
              <a:off x="7872300" y="276212"/>
              <a:ext cx="124534" cy="124534"/>
              <a:chOff x="7872300" y="276212"/>
              <a:chExt cx="124534" cy="124534"/>
            </a:xfrm>
            <a:solidFill>
              <a:srgbClr val="17A3A3"/>
            </a:solidFill>
          </p:grpSpPr>
          <p:sp>
            <p:nvSpPr>
              <p:cNvPr id="7561" name="شكل حر: شكل 8464">
                <a:extLst>
                  <a:ext uri="{FF2B5EF4-FFF2-40B4-BE49-F238E27FC236}">
                    <a16:creationId xmlns:a16="http://schemas.microsoft.com/office/drawing/2014/main" id="{2D065F57-EB51-8C9E-7071-936C138FC66A}"/>
                  </a:ext>
                </a:extLst>
              </p:cNvPr>
              <p:cNvSpPr/>
              <p:nvPr/>
            </p:nvSpPr>
            <p:spPr>
              <a:xfrm>
                <a:off x="7885604" y="289544"/>
                <a:ext cx="97899" cy="97898"/>
              </a:xfrm>
              <a:custGeom>
                <a:avLst/>
                <a:gdLst>
                  <a:gd name="connsiteX0" fmla="*/ 3446 w 97899"/>
                  <a:gd name="connsiteY0" fmla="*/ 97899 h 97898"/>
                  <a:gd name="connsiteX1" fmla="*/ 1017 w 97899"/>
                  <a:gd name="connsiteY1" fmla="*/ 96882 h 97898"/>
                  <a:gd name="connsiteX2" fmla="*/ 1017 w 97899"/>
                  <a:gd name="connsiteY2" fmla="*/ 92024 h 97898"/>
                  <a:gd name="connsiteX3" fmla="*/ 92024 w 97899"/>
                  <a:gd name="connsiteY3" fmla="*/ 1017 h 97898"/>
                  <a:gd name="connsiteX4" fmla="*/ 96882 w 97899"/>
                  <a:gd name="connsiteY4" fmla="*/ 1017 h 97898"/>
                  <a:gd name="connsiteX5" fmla="*/ 96882 w 97899"/>
                  <a:gd name="connsiteY5" fmla="*/ 5875 h 97898"/>
                  <a:gd name="connsiteX6" fmla="*/ 5875 w 97899"/>
                  <a:gd name="connsiteY6" fmla="*/ 96882 h 97898"/>
                  <a:gd name="connsiteX7" fmla="*/ 3446 w 97899"/>
                  <a:gd name="connsiteY7" fmla="*/ 97899 h 97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899" h="97898">
                    <a:moveTo>
                      <a:pt x="3446" y="97899"/>
                    </a:moveTo>
                    <a:cubicBezTo>
                      <a:pt x="2570" y="97899"/>
                      <a:pt x="1695" y="97560"/>
                      <a:pt x="1017" y="96882"/>
                    </a:cubicBezTo>
                    <a:cubicBezTo>
                      <a:pt x="-339" y="95526"/>
                      <a:pt x="-339" y="93351"/>
                      <a:pt x="1017" y="92024"/>
                    </a:cubicBezTo>
                    <a:lnTo>
                      <a:pt x="92024" y="1017"/>
                    </a:lnTo>
                    <a:cubicBezTo>
                      <a:pt x="93379" y="-339"/>
                      <a:pt x="95554" y="-339"/>
                      <a:pt x="96882" y="1017"/>
                    </a:cubicBezTo>
                    <a:cubicBezTo>
                      <a:pt x="98238" y="2373"/>
                      <a:pt x="98238" y="4548"/>
                      <a:pt x="96882" y="5875"/>
                    </a:cubicBezTo>
                    <a:lnTo>
                      <a:pt x="5875" y="96882"/>
                    </a:lnTo>
                    <a:cubicBezTo>
                      <a:pt x="5197" y="97560"/>
                      <a:pt x="4322" y="97899"/>
                      <a:pt x="3446" y="97899"/>
                    </a:cubicBezTo>
                    <a:close/>
                  </a:path>
                </a:pathLst>
              </a:custGeom>
              <a:solidFill>
                <a:srgbClr val="17A3A3"/>
              </a:solidFill>
              <a:ln w="2824" cap="flat">
                <a:noFill/>
                <a:prstDash val="solid"/>
                <a:miter/>
              </a:ln>
            </p:spPr>
            <p:txBody>
              <a:bodyPr rtlCol="1" anchor="ctr"/>
              <a:lstStyle/>
              <a:p>
                <a:endParaRPr lang="ar-SA"/>
              </a:p>
            </p:txBody>
          </p:sp>
          <p:sp>
            <p:nvSpPr>
              <p:cNvPr id="7562" name="شكل حر: شكل 8465">
                <a:extLst>
                  <a:ext uri="{FF2B5EF4-FFF2-40B4-BE49-F238E27FC236}">
                    <a16:creationId xmlns:a16="http://schemas.microsoft.com/office/drawing/2014/main" id="{728B06B2-E999-AB39-537F-4A8205B1D1E5}"/>
                  </a:ext>
                </a:extLst>
              </p:cNvPr>
              <p:cNvSpPr/>
              <p:nvPr/>
            </p:nvSpPr>
            <p:spPr>
              <a:xfrm>
                <a:off x="7872300" y="276212"/>
                <a:ext cx="53384" cy="53383"/>
              </a:xfrm>
              <a:custGeom>
                <a:avLst/>
                <a:gdLst>
                  <a:gd name="connsiteX0" fmla="*/ 26693 w 53384"/>
                  <a:gd name="connsiteY0" fmla="*/ 53384 h 53383"/>
                  <a:gd name="connsiteX1" fmla="*/ 0 w 53384"/>
                  <a:gd name="connsiteY1" fmla="*/ 26692 h 53383"/>
                  <a:gd name="connsiteX2" fmla="*/ 26693 w 53384"/>
                  <a:gd name="connsiteY2" fmla="*/ 0 h 53383"/>
                  <a:gd name="connsiteX3" fmla="*/ 53384 w 53384"/>
                  <a:gd name="connsiteY3" fmla="*/ 26692 h 53383"/>
                  <a:gd name="connsiteX4" fmla="*/ 26693 w 53384"/>
                  <a:gd name="connsiteY4" fmla="*/ 53384 h 53383"/>
                  <a:gd name="connsiteX5" fmla="*/ 26693 w 53384"/>
                  <a:gd name="connsiteY5" fmla="*/ 6892 h 53383"/>
                  <a:gd name="connsiteX6" fmla="*/ 6892 w 53384"/>
                  <a:gd name="connsiteY6" fmla="*/ 26692 h 53383"/>
                  <a:gd name="connsiteX7" fmla="*/ 26693 w 53384"/>
                  <a:gd name="connsiteY7" fmla="*/ 46492 h 53383"/>
                  <a:gd name="connsiteX8" fmla="*/ 46493 w 53384"/>
                  <a:gd name="connsiteY8" fmla="*/ 26692 h 53383"/>
                  <a:gd name="connsiteX9" fmla="*/ 26693 w 53384"/>
                  <a:gd name="connsiteY9" fmla="*/ 6892 h 53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384" h="53383">
                    <a:moveTo>
                      <a:pt x="26693" y="53384"/>
                    </a:moveTo>
                    <a:cubicBezTo>
                      <a:pt x="11977" y="53384"/>
                      <a:pt x="0" y="41408"/>
                      <a:pt x="0" y="26692"/>
                    </a:cubicBezTo>
                    <a:cubicBezTo>
                      <a:pt x="0" y="11976"/>
                      <a:pt x="11977" y="0"/>
                      <a:pt x="26693" y="0"/>
                    </a:cubicBezTo>
                    <a:cubicBezTo>
                      <a:pt x="41408" y="0"/>
                      <a:pt x="53384" y="11976"/>
                      <a:pt x="53384" y="26692"/>
                    </a:cubicBezTo>
                    <a:cubicBezTo>
                      <a:pt x="53384" y="41408"/>
                      <a:pt x="41408" y="53384"/>
                      <a:pt x="26693" y="53384"/>
                    </a:cubicBezTo>
                    <a:close/>
                    <a:moveTo>
                      <a:pt x="26693" y="6892"/>
                    </a:moveTo>
                    <a:cubicBezTo>
                      <a:pt x="15789" y="6892"/>
                      <a:pt x="6892" y="15761"/>
                      <a:pt x="6892" y="26692"/>
                    </a:cubicBezTo>
                    <a:cubicBezTo>
                      <a:pt x="6892" y="37623"/>
                      <a:pt x="15761" y="46492"/>
                      <a:pt x="26693" y="46492"/>
                    </a:cubicBezTo>
                    <a:cubicBezTo>
                      <a:pt x="37623" y="46492"/>
                      <a:pt x="46493" y="37623"/>
                      <a:pt x="46493" y="26692"/>
                    </a:cubicBezTo>
                    <a:cubicBezTo>
                      <a:pt x="46493" y="15761"/>
                      <a:pt x="37623" y="6892"/>
                      <a:pt x="26693" y="6892"/>
                    </a:cubicBezTo>
                    <a:close/>
                  </a:path>
                </a:pathLst>
              </a:custGeom>
              <a:solidFill>
                <a:srgbClr val="17A3A3"/>
              </a:solidFill>
              <a:ln w="2824" cap="flat">
                <a:noFill/>
                <a:prstDash val="solid"/>
                <a:miter/>
              </a:ln>
            </p:spPr>
            <p:txBody>
              <a:bodyPr rtlCol="1" anchor="ctr"/>
              <a:lstStyle/>
              <a:p>
                <a:endParaRPr lang="ar-SA"/>
              </a:p>
            </p:txBody>
          </p:sp>
          <p:sp>
            <p:nvSpPr>
              <p:cNvPr id="7563" name="شكل حر: شكل 8466">
                <a:extLst>
                  <a:ext uri="{FF2B5EF4-FFF2-40B4-BE49-F238E27FC236}">
                    <a16:creationId xmlns:a16="http://schemas.microsoft.com/office/drawing/2014/main" id="{83F1ED1D-A315-5312-A62A-09C039097AB8}"/>
                  </a:ext>
                </a:extLst>
              </p:cNvPr>
              <p:cNvSpPr/>
              <p:nvPr/>
            </p:nvSpPr>
            <p:spPr>
              <a:xfrm>
                <a:off x="7943451" y="347362"/>
                <a:ext cx="53383" cy="53383"/>
              </a:xfrm>
              <a:custGeom>
                <a:avLst/>
                <a:gdLst>
                  <a:gd name="connsiteX0" fmla="*/ 26692 w 53383"/>
                  <a:gd name="connsiteY0" fmla="*/ 53384 h 53383"/>
                  <a:gd name="connsiteX1" fmla="*/ 0 w 53383"/>
                  <a:gd name="connsiteY1" fmla="*/ 26692 h 53383"/>
                  <a:gd name="connsiteX2" fmla="*/ 26692 w 53383"/>
                  <a:gd name="connsiteY2" fmla="*/ 0 h 53383"/>
                  <a:gd name="connsiteX3" fmla="*/ 53384 w 53383"/>
                  <a:gd name="connsiteY3" fmla="*/ 26692 h 53383"/>
                  <a:gd name="connsiteX4" fmla="*/ 26692 w 53383"/>
                  <a:gd name="connsiteY4" fmla="*/ 53384 h 53383"/>
                  <a:gd name="connsiteX5" fmla="*/ 26692 w 53383"/>
                  <a:gd name="connsiteY5" fmla="*/ 6892 h 53383"/>
                  <a:gd name="connsiteX6" fmla="*/ 6892 w 53383"/>
                  <a:gd name="connsiteY6" fmla="*/ 26692 h 53383"/>
                  <a:gd name="connsiteX7" fmla="*/ 26692 w 53383"/>
                  <a:gd name="connsiteY7" fmla="*/ 46492 h 53383"/>
                  <a:gd name="connsiteX8" fmla="*/ 46492 w 53383"/>
                  <a:gd name="connsiteY8" fmla="*/ 26692 h 53383"/>
                  <a:gd name="connsiteX9" fmla="*/ 26692 w 53383"/>
                  <a:gd name="connsiteY9" fmla="*/ 6892 h 53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383" h="53383">
                    <a:moveTo>
                      <a:pt x="26692" y="53384"/>
                    </a:moveTo>
                    <a:cubicBezTo>
                      <a:pt x="11976" y="53384"/>
                      <a:pt x="0" y="41408"/>
                      <a:pt x="0" y="26692"/>
                    </a:cubicBezTo>
                    <a:cubicBezTo>
                      <a:pt x="0" y="11976"/>
                      <a:pt x="11976" y="0"/>
                      <a:pt x="26692" y="0"/>
                    </a:cubicBezTo>
                    <a:cubicBezTo>
                      <a:pt x="41408" y="0"/>
                      <a:pt x="53384" y="11976"/>
                      <a:pt x="53384" y="26692"/>
                    </a:cubicBezTo>
                    <a:cubicBezTo>
                      <a:pt x="53384" y="41408"/>
                      <a:pt x="41408" y="53384"/>
                      <a:pt x="26692" y="53384"/>
                    </a:cubicBezTo>
                    <a:close/>
                    <a:moveTo>
                      <a:pt x="26692" y="6892"/>
                    </a:moveTo>
                    <a:cubicBezTo>
                      <a:pt x="15789" y="6892"/>
                      <a:pt x="6892" y="15761"/>
                      <a:pt x="6892" y="26692"/>
                    </a:cubicBezTo>
                    <a:cubicBezTo>
                      <a:pt x="6892" y="37623"/>
                      <a:pt x="15761" y="46492"/>
                      <a:pt x="26692" y="46492"/>
                    </a:cubicBezTo>
                    <a:cubicBezTo>
                      <a:pt x="37622" y="46492"/>
                      <a:pt x="46492" y="37623"/>
                      <a:pt x="46492" y="26692"/>
                    </a:cubicBezTo>
                    <a:cubicBezTo>
                      <a:pt x="46492" y="15761"/>
                      <a:pt x="37622" y="6892"/>
                      <a:pt x="26692" y="6892"/>
                    </a:cubicBezTo>
                    <a:close/>
                  </a:path>
                </a:pathLst>
              </a:custGeom>
              <a:solidFill>
                <a:srgbClr val="17A3A3"/>
              </a:solidFill>
              <a:ln w="2824" cap="flat">
                <a:noFill/>
                <a:prstDash val="solid"/>
                <a:miter/>
              </a:ln>
            </p:spPr>
            <p:txBody>
              <a:bodyPr rtlCol="1" anchor="ctr"/>
              <a:lstStyle/>
              <a:p>
                <a:endParaRPr lang="ar-SA"/>
              </a:p>
            </p:txBody>
          </p:sp>
        </p:grpSp>
      </p:grpSp>
      <p:grpSp>
        <p:nvGrpSpPr>
          <p:cNvPr id="7569" name="رسم 8014">
            <a:extLst>
              <a:ext uri="{FF2B5EF4-FFF2-40B4-BE49-F238E27FC236}">
                <a16:creationId xmlns:a16="http://schemas.microsoft.com/office/drawing/2014/main" id="{48D23B4A-5460-DA20-061A-1A474301646F}"/>
              </a:ext>
            </a:extLst>
          </p:cNvPr>
          <p:cNvGrpSpPr/>
          <p:nvPr/>
        </p:nvGrpSpPr>
        <p:grpSpPr>
          <a:xfrm>
            <a:off x="4221183" y="2179142"/>
            <a:ext cx="220755" cy="197917"/>
            <a:chOff x="4127008" y="949358"/>
            <a:chExt cx="263868" cy="251102"/>
          </a:xfrm>
        </p:grpSpPr>
        <p:grpSp>
          <p:nvGrpSpPr>
            <p:cNvPr id="7570" name="رسم 8014">
              <a:extLst>
                <a:ext uri="{FF2B5EF4-FFF2-40B4-BE49-F238E27FC236}">
                  <a16:creationId xmlns:a16="http://schemas.microsoft.com/office/drawing/2014/main" id="{3DF8B4CA-E0E5-A1A9-A6AD-9D2B130DC2D6}"/>
                </a:ext>
              </a:extLst>
            </p:cNvPr>
            <p:cNvGrpSpPr/>
            <p:nvPr/>
          </p:nvGrpSpPr>
          <p:grpSpPr>
            <a:xfrm>
              <a:off x="4174715" y="1170831"/>
              <a:ext cx="168483" cy="29629"/>
              <a:chOff x="4174715" y="1170831"/>
              <a:chExt cx="168483" cy="29629"/>
            </a:xfrm>
            <a:solidFill>
              <a:srgbClr val="01355A"/>
            </a:solidFill>
          </p:grpSpPr>
          <p:sp>
            <p:nvSpPr>
              <p:cNvPr id="7585" name="شكل حر: شكل 8469">
                <a:extLst>
                  <a:ext uri="{FF2B5EF4-FFF2-40B4-BE49-F238E27FC236}">
                    <a16:creationId xmlns:a16="http://schemas.microsoft.com/office/drawing/2014/main" id="{FCB156C5-1833-F4D4-3117-EB3C6785E56F}"/>
                  </a:ext>
                </a:extLst>
              </p:cNvPr>
              <p:cNvSpPr/>
              <p:nvPr/>
            </p:nvSpPr>
            <p:spPr>
              <a:xfrm>
                <a:off x="4174715" y="1170831"/>
                <a:ext cx="45305" cy="29629"/>
              </a:xfrm>
              <a:custGeom>
                <a:avLst/>
                <a:gdLst>
                  <a:gd name="connsiteX0" fmla="*/ 34233 w 45305"/>
                  <a:gd name="connsiteY0" fmla="*/ 29630 h 29629"/>
                  <a:gd name="connsiteX1" fmla="*/ 11072 w 45305"/>
                  <a:gd name="connsiteY1" fmla="*/ 29630 h 29629"/>
                  <a:gd name="connsiteX2" fmla="*/ 0 w 45305"/>
                  <a:gd name="connsiteY2" fmla="*/ 18529 h 29629"/>
                  <a:gd name="connsiteX3" fmla="*/ 0 w 45305"/>
                  <a:gd name="connsiteY3" fmla="*/ 3446 h 29629"/>
                  <a:gd name="connsiteX4" fmla="*/ 3446 w 45305"/>
                  <a:gd name="connsiteY4" fmla="*/ 0 h 29629"/>
                  <a:gd name="connsiteX5" fmla="*/ 6892 w 45305"/>
                  <a:gd name="connsiteY5" fmla="*/ 3446 h 29629"/>
                  <a:gd name="connsiteX6" fmla="*/ 6892 w 45305"/>
                  <a:gd name="connsiteY6" fmla="*/ 18529 h 29629"/>
                  <a:gd name="connsiteX7" fmla="*/ 11072 w 45305"/>
                  <a:gd name="connsiteY7" fmla="*/ 22738 h 29629"/>
                  <a:gd name="connsiteX8" fmla="*/ 34233 w 45305"/>
                  <a:gd name="connsiteY8" fmla="*/ 22738 h 29629"/>
                  <a:gd name="connsiteX9" fmla="*/ 38414 w 45305"/>
                  <a:gd name="connsiteY9" fmla="*/ 18529 h 29629"/>
                  <a:gd name="connsiteX10" fmla="*/ 38414 w 45305"/>
                  <a:gd name="connsiteY10" fmla="*/ 3446 h 29629"/>
                  <a:gd name="connsiteX11" fmla="*/ 41860 w 45305"/>
                  <a:gd name="connsiteY11" fmla="*/ 0 h 29629"/>
                  <a:gd name="connsiteX12" fmla="*/ 45305 w 45305"/>
                  <a:gd name="connsiteY12" fmla="*/ 3446 h 29629"/>
                  <a:gd name="connsiteX13" fmla="*/ 45305 w 45305"/>
                  <a:gd name="connsiteY13" fmla="*/ 18529 h 29629"/>
                  <a:gd name="connsiteX14" fmla="*/ 34233 w 45305"/>
                  <a:gd name="connsiteY14" fmla="*/ 29630 h 29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305" h="29629">
                    <a:moveTo>
                      <a:pt x="34233" y="29630"/>
                    </a:moveTo>
                    <a:lnTo>
                      <a:pt x="11072" y="29630"/>
                    </a:lnTo>
                    <a:cubicBezTo>
                      <a:pt x="4971" y="29630"/>
                      <a:pt x="0" y="24658"/>
                      <a:pt x="0" y="18529"/>
                    </a:cubicBezTo>
                    <a:lnTo>
                      <a:pt x="0" y="3446"/>
                    </a:lnTo>
                    <a:cubicBezTo>
                      <a:pt x="0" y="1554"/>
                      <a:pt x="1553" y="0"/>
                      <a:pt x="3446" y="0"/>
                    </a:cubicBezTo>
                    <a:cubicBezTo>
                      <a:pt x="5338" y="0"/>
                      <a:pt x="6892" y="1554"/>
                      <a:pt x="6892" y="3446"/>
                    </a:cubicBezTo>
                    <a:lnTo>
                      <a:pt x="6892" y="18529"/>
                    </a:lnTo>
                    <a:cubicBezTo>
                      <a:pt x="6892" y="20817"/>
                      <a:pt x="8813" y="22738"/>
                      <a:pt x="11072" y="22738"/>
                    </a:cubicBezTo>
                    <a:lnTo>
                      <a:pt x="34233" y="22738"/>
                    </a:lnTo>
                    <a:cubicBezTo>
                      <a:pt x="36493" y="22738"/>
                      <a:pt x="38414" y="20817"/>
                      <a:pt x="38414" y="18529"/>
                    </a:cubicBezTo>
                    <a:lnTo>
                      <a:pt x="38414" y="3446"/>
                    </a:lnTo>
                    <a:cubicBezTo>
                      <a:pt x="38414" y="1554"/>
                      <a:pt x="39967" y="0"/>
                      <a:pt x="41860" y="0"/>
                    </a:cubicBezTo>
                    <a:cubicBezTo>
                      <a:pt x="43752" y="0"/>
                      <a:pt x="45305" y="1554"/>
                      <a:pt x="45305" y="3446"/>
                    </a:cubicBezTo>
                    <a:lnTo>
                      <a:pt x="45305" y="18529"/>
                    </a:lnTo>
                    <a:cubicBezTo>
                      <a:pt x="45305" y="24658"/>
                      <a:pt x="40334" y="29630"/>
                      <a:pt x="34233" y="29630"/>
                    </a:cubicBezTo>
                    <a:close/>
                  </a:path>
                </a:pathLst>
              </a:custGeom>
              <a:solidFill>
                <a:srgbClr val="01355A"/>
              </a:solidFill>
              <a:ln w="2824" cap="flat">
                <a:noFill/>
                <a:prstDash val="solid"/>
                <a:miter/>
              </a:ln>
            </p:spPr>
            <p:txBody>
              <a:bodyPr rtlCol="1" anchor="ctr"/>
              <a:lstStyle/>
              <a:p>
                <a:endParaRPr lang="ar-SA"/>
              </a:p>
            </p:txBody>
          </p:sp>
          <p:sp>
            <p:nvSpPr>
              <p:cNvPr id="7586" name="شكل حر: شكل 8470">
                <a:extLst>
                  <a:ext uri="{FF2B5EF4-FFF2-40B4-BE49-F238E27FC236}">
                    <a16:creationId xmlns:a16="http://schemas.microsoft.com/office/drawing/2014/main" id="{762BF7C2-CCD2-C002-6BCD-C6D3BA7799BD}"/>
                  </a:ext>
                </a:extLst>
              </p:cNvPr>
              <p:cNvSpPr/>
              <p:nvPr/>
            </p:nvSpPr>
            <p:spPr>
              <a:xfrm>
                <a:off x="4297893" y="1170831"/>
                <a:ext cx="45305" cy="29629"/>
              </a:xfrm>
              <a:custGeom>
                <a:avLst/>
                <a:gdLst>
                  <a:gd name="connsiteX0" fmla="*/ 34233 w 45305"/>
                  <a:gd name="connsiteY0" fmla="*/ 29630 h 29629"/>
                  <a:gd name="connsiteX1" fmla="*/ 11072 w 45305"/>
                  <a:gd name="connsiteY1" fmla="*/ 29630 h 29629"/>
                  <a:gd name="connsiteX2" fmla="*/ 0 w 45305"/>
                  <a:gd name="connsiteY2" fmla="*/ 18529 h 29629"/>
                  <a:gd name="connsiteX3" fmla="*/ 0 w 45305"/>
                  <a:gd name="connsiteY3" fmla="*/ 3446 h 29629"/>
                  <a:gd name="connsiteX4" fmla="*/ 3446 w 45305"/>
                  <a:gd name="connsiteY4" fmla="*/ 0 h 29629"/>
                  <a:gd name="connsiteX5" fmla="*/ 6892 w 45305"/>
                  <a:gd name="connsiteY5" fmla="*/ 3446 h 29629"/>
                  <a:gd name="connsiteX6" fmla="*/ 6892 w 45305"/>
                  <a:gd name="connsiteY6" fmla="*/ 18529 h 29629"/>
                  <a:gd name="connsiteX7" fmla="*/ 11072 w 45305"/>
                  <a:gd name="connsiteY7" fmla="*/ 22738 h 29629"/>
                  <a:gd name="connsiteX8" fmla="*/ 34233 w 45305"/>
                  <a:gd name="connsiteY8" fmla="*/ 22738 h 29629"/>
                  <a:gd name="connsiteX9" fmla="*/ 38414 w 45305"/>
                  <a:gd name="connsiteY9" fmla="*/ 18529 h 29629"/>
                  <a:gd name="connsiteX10" fmla="*/ 38414 w 45305"/>
                  <a:gd name="connsiteY10" fmla="*/ 3446 h 29629"/>
                  <a:gd name="connsiteX11" fmla="*/ 41860 w 45305"/>
                  <a:gd name="connsiteY11" fmla="*/ 0 h 29629"/>
                  <a:gd name="connsiteX12" fmla="*/ 45305 w 45305"/>
                  <a:gd name="connsiteY12" fmla="*/ 3446 h 29629"/>
                  <a:gd name="connsiteX13" fmla="*/ 45305 w 45305"/>
                  <a:gd name="connsiteY13" fmla="*/ 18529 h 29629"/>
                  <a:gd name="connsiteX14" fmla="*/ 34233 w 45305"/>
                  <a:gd name="connsiteY14" fmla="*/ 29630 h 29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5305" h="29629">
                    <a:moveTo>
                      <a:pt x="34233" y="29630"/>
                    </a:moveTo>
                    <a:lnTo>
                      <a:pt x="11072" y="29630"/>
                    </a:lnTo>
                    <a:cubicBezTo>
                      <a:pt x="4971" y="29630"/>
                      <a:pt x="0" y="24658"/>
                      <a:pt x="0" y="18529"/>
                    </a:cubicBezTo>
                    <a:lnTo>
                      <a:pt x="0" y="3446"/>
                    </a:lnTo>
                    <a:cubicBezTo>
                      <a:pt x="0" y="1554"/>
                      <a:pt x="1553" y="0"/>
                      <a:pt x="3446" y="0"/>
                    </a:cubicBezTo>
                    <a:cubicBezTo>
                      <a:pt x="5338" y="0"/>
                      <a:pt x="6892" y="1554"/>
                      <a:pt x="6892" y="3446"/>
                    </a:cubicBezTo>
                    <a:lnTo>
                      <a:pt x="6892" y="18529"/>
                    </a:lnTo>
                    <a:cubicBezTo>
                      <a:pt x="6892" y="20817"/>
                      <a:pt x="8813" y="22738"/>
                      <a:pt x="11072" y="22738"/>
                    </a:cubicBezTo>
                    <a:lnTo>
                      <a:pt x="34233" y="22738"/>
                    </a:lnTo>
                    <a:cubicBezTo>
                      <a:pt x="36493" y="22738"/>
                      <a:pt x="38414" y="20817"/>
                      <a:pt x="38414" y="18529"/>
                    </a:cubicBezTo>
                    <a:lnTo>
                      <a:pt x="38414" y="3446"/>
                    </a:lnTo>
                    <a:cubicBezTo>
                      <a:pt x="38414" y="1554"/>
                      <a:pt x="39967" y="0"/>
                      <a:pt x="41860" y="0"/>
                    </a:cubicBezTo>
                    <a:cubicBezTo>
                      <a:pt x="43752" y="0"/>
                      <a:pt x="45305" y="1554"/>
                      <a:pt x="45305" y="3446"/>
                    </a:cubicBezTo>
                    <a:lnTo>
                      <a:pt x="45305" y="18529"/>
                    </a:lnTo>
                    <a:cubicBezTo>
                      <a:pt x="45305" y="24658"/>
                      <a:pt x="40335" y="29630"/>
                      <a:pt x="34233" y="29630"/>
                    </a:cubicBezTo>
                    <a:close/>
                  </a:path>
                </a:pathLst>
              </a:custGeom>
              <a:solidFill>
                <a:srgbClr val="01355A"/>
              </a:solidFill>
              <a:ln w="2824" cap="flat">
                <a:noFill/>
                <a:prstDash val="solid"/>
                <a:miter/>
              </a:ln>
            </p:spPr>
            <p:txBody>
              <a:bodyPr rtlCol="1" anchor="ctr"/>
              <a:lstStyle/>
              <a:p>
                <a:endParaRPr lang="ar-SA"/>
              </a:p>
            </p:txBody>
          </p:sp>
        </p:grpSp>
        <p:sp>
          <p:nvSpPr>
            <p:cNvPr id="7571" name="شكل حر: شكل 8471">
              <a:extLst>
                <a:ext uri="{FF2B5EF4-FFF2-40B4-BE49-F238E27FC236}">
                  <a16:creationId xmlns:a16="http://schemas.microsoft.com/office/drawing/2014/main" id="{8D2EC662-D36C-A46D-3708-1BD24E2A8AFB}"/>
                </a:ext>
              </a:extLst>
            </p:cNvPr>
            <p:cNvSpPr/>
            <p:nvPr/>
          </p:nvSpPr>
          <p:spPr>
            <a:xfrm>
              <a:off x="4127008" y="949358"/>
              <a:ext cx="263868" cy="228364"/>
            </a:xfrm>
            <a:custGeom>
              <a:avLst/>
              <a:gdLst>
                <a:gd name="connsiteX0" fmla="*/ 232855 w 263868"/>
                <a:gd name="connsiteY0" fmla="*/ 228365 h 228364"/>
                <a:gd name="connsiteX1" fmla="*/ 31013 w 263868"/>
                <a:gd name="connsiteY1" fmla="*/ 228365 h 228364"/>
                <a:gd name="connsiteX2" fmla="*/ 0 w 263868"/>
                <a:gd name="connsiteY2" fmla="*/ 197351 h 228364"/>
                <a:gd name="connsiteX3" fmla="*/ 0 w 263868"/>
                <a:gd name="connsiteY3" fmla="*/ 31014 h 228364"/>
                <a:gd name="connsiteX4" fmla="*/ 31013 w 263868"/>
                <a:gd name="connsiteY4" fmla="*/ 0 h 228364"/>
                <a:gd name="connsiteX5" fmla="*/ 232855 w 263868"/>
                <a:gd name="connsiteY5" fmla="*/ 0 h 228364"/>
                <a:gd name="connsiteX6" fmla="*/ 263869 w 263868"/>
                <a:gd name="connsiteY6" fmla="*/ 31014 h 228364"/>
                <a:gd name="connsiteX7" fmla="*/ 263869 w 263868"/>
                <a:gd name="connsiteY7" fmla="*/ 197351 h 228364"/>
                <a:gd name="connsiteX8" fmla="*/ 232855 w 263868"/>
                <a:gd name="connsiteY8" fmla="*/ 228365 h 228364"/>
                <a:gd name="connsiteX9" fmla="*/ 31013 w 263868"/>
                <a:gd name="connsiteY9" fmla="*/ 6892 h 228364"/>
                <a:gd name="connsiteX10" fmla="*/ 6892 w 263868"/>
                <a:gd name="connsiteY10" fmla="*/ 31014 h 228364"/>
                <a:gd name="connsiteX11" fmla="*/ 6892 w 263868"/>
                <a:gd name="connsiteY11" fmla="*/ 197351 h 228364"/>
                <a:gd name="connsiteX12" fmla="*/ 31013 w 263868"/>
                <a:gd name="connsiteY12" fmla="*/ 221473 h 228364"/>
                <a:gd name="connsiteX13" fmla="*/ 232855 w 263868"/>
                <a:gd name="connsiteY13" fmla="*/ 221473 h 228364"/>
                <a:gd name="connsiteX14" fmla="*/ 256977 w 263868"/>
                <a:gd name="connsiteY14" fmla="*/ 197351 h 228364"/>
                <a:gd name="connsiteX15" fmla="*/ 256977 w 263868"/>
                <a:gd name="connsiteY15" fmla="*/ 31014 h 228364"/>
                <a:gd name="connsiteX16" fmla="*/ 232855 w 263868"/>
                <a:gd name="connsiteY16" fmla="*/ 6892 h 228364"/>
                <a:gd name="connsiteX17" fmla="*/ 31013 w 263868"/>
                <a:gd name="connsiteY17" fmla="*/ 6892 h 22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63868" h="228364">
                  <a:moveTo>
                    <a:pt x="232855" y="228365"/>
                  </a:moveTo>
                  <a:lnTo>
                    <a:pt x="31013" y="228365"/>
                  </a:lnTo>
                  <a:cubicBezTo>
                    <a:pt x="13925" y="228365"/>
                    <a:pt x="0" y="214468"/>
                    <a:pt x="0" y="197351"/>
                  </a:cubicBezTo>
                  <a:lnTo>
                    <a:pt x="0" y="31014"/>
                  </a:lnTo>
                  <a:cubicBezTo>
                    <a:pt x="0" y="13925"/>
                    <a:pt x="13897" y="0"/>
                    <a:pt x="31013" y="0"/>
                  </a:cubicBezTo>
                  <a:lnTo>
                    <a:pt x="232855" y="0"/>
                  </a:lnTo>
                  <a:cubicBezTo>
                    <a:pt x="249944" y="0"/>
                    <a:pt x="263869" y="13897"/>
                    <a:pt x="263869" y="31014"/>
                  </a:cubicBezTo>
                  <a:lnTo>
                    <a:pt x="263869" y="197351"/>
                  </a:lnTo>
                  <a:cubicBezTo>
                    <a:pt x="263869" y="214440"/>
                    <a:pt x="249972" y="228365"/>
                    <a:pt x="232855" y="228365"/>
                  </a:cubicBezTo>
                  <a:close/>
                  <a:moveTo>
                    <a:pt x="31013" y="6892"/>
                  </a:moveTo>
                  <a:cubicBezTo>
                    <a:pt x="17710" y="6892"/>
                    <a:pt x="6892" y="17710"/>
                    <a:pt x="6892" y="31014"/>
                  </a:cubicBezTo>
                  <a:lnTo>
                    <a:pt x="6892" y="197351"/>
                  </a:lnTo>
                  <a:cubicBezTo>
                    <a:pt x="6892" y="210655"/>
                    <a:pt x="17710" y="221473"/>
                    <a:pt x="31013" y="221473"/>
                  </a:cubicBezTo>
                  <a:lnTo>
                    <a:pt x="232855" y="221473"/>
                  </a:lnTo>
                  <a:cubicBezTo>
                    <a:pt x="246159" y="221473"/>
                    <a:pt x="256977" y="210655"/>
                    <a:pt x="256977" y="197351"/>
                  </a:cubicBezTo>
                  <a:lnTo>
                    <a:pt x="256977" y="31014"/>
                  </a:lnTo>
                  <a:cubicBezTo>
                    <a:pt x="256977" y="17710"/>
                    <a:pt x="246159" y="6892"/>
                    <a:pt x="232855" y="6892"/>
                  </a:cubicBezTo>
                  <a:lnTo>
                    <a:pt x="31013" y="6892"/>
                  </a:lnTo>
                  <a:close/>
                </a:path>
              </a:pathLst>
            </a:custGeom>
            <a:solidFill>
              <a:srgbClr val="01355A"/>
            </a:solidFill>
            <a:ln w="2824" cap="flat">
              <a:noFill/>
              <a:prstDash val="solid"/>
              <a:miter/>
            </a:ln>
          </p:spPr>
          <p:txBody>
            <a:bodyPr rtlCol="1" anchor="ctr"/>
            <a:lstStyle/>
            <a:p>
              <a:endParaRPr lang="ar-SA"/>
            </a:p>
          </p:txBody>
        </p:sp>
        <p:grpSp>
          <p:nvGrpSpPr>
            <p:cNvPr id="7572" name="رسم 8014">
              <a:extLst>
                <a:ext uri="{FF2B5EF4-FFF2-40B4-BE49-F238E27FC236}">
                  <a16:creationId xmlns:a16="http://schemas.microsoft.com/office/drawing/2014/main" id="{94576D61-F761-A975-5F03-040D633E0EEE}"/>
                </a:ext>
              </a:extLst>
            </p:cNvPr>
            <p:cNvGrpSpPr/>
            <p:nvPr/>
          </p:nvGrpSpPr>
          <p:grpSpPr>
            <a:xfrm>
              <a:off x="4163784" y="978592"/>
              <a:ext cx="183454" cy="170066"/>
              <a:chOff x="4163784" y="978592"/>
              <a:chExt cx="183454" cy="170066"/>
            </a:xfrm>
            <a:solidFill>
              <a:srgbClr val="17A3A3"/>
            </a:solidFill>
          </p:grpSpPr>
          <p:sp>
            <p:nvSpPr>
              <p:cNvPr id="7573" name="شكل حر: شكل 8473">
                <a:extLst>
                  <a:ext uri="{FF2B5EF4-FFF2-40B4-BE49-F238E27FC236}">
                    <a16:creationId xmlns:a16="http://schemas.microsoft.com/office/drawing/2014/main" id="{1EA92B09-99E4-0CB7-A059-215CA2AB8889}"/>
                  </a:ext>
                </a:extLst>
              </p:cNvPr>
              <p:cNvSpPr/>
              <p:nvPr/>
            </p:nvSpPr>
            <p:spPr>
              <a:xfrm>
                <a:off x="4177144" y="1033897"/>
                <a:ext cx="6891" cy="59287"/>
              </a:xfrm>
              <a:custGeom>
                <a:avLst/>
                <a:gdLst>
                  <a:gd name="connsiteX0" fmla="*/ 3446 w 6891"/>
                  <a:gd name="connsiteY0" fmla="*/ 59287 h 59287"/>
                  <a:gd name="connsiteX1" fmla="*/ 0 w 6891"/>
                  <a:gd name="connsiteY1" fmla="*/ 55841 h 59287"/>
                  <a:gd name="connsiteX2" fmla="*/ 0 w 6891"/>
                  <a:gd name="connsiteY2" fmla="*/ 3446 h 59287"/>
                  <a:gd name="connsiteX3" fmla="*/ 3446 w 6891"/>
                  <a:gd name="connsiteY3" fmla="*/ 0 h 59287"/>
                  <a:gd name="connsiteX4" fmla="*/ 6892 w 6891"/>
                  <a:gd name="connsiteY4" fmla="*/ 3446 h 59287"/>
                  <a:gd name="connsiteX5" fmla="*/ 6892 w 6891"/>
                  <a:gd name="connsiteY5" fmla="*/ 55841 h 59287"/>
                  <a:gd name="connsiteX6" fmla="*/ 3446 w 6891"/>
                  <a:gd name="connsiteY6" fmla="*/ 59287 h 592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59287">
                    <a:moveTo>
                      <a:pt x="3446" y="59287"/>
                    </a:moveTo>
                    <a:cubicBezTo>
                      <a:pt x="1553" y="59287"/>
                      <a:pt x="0" y="57734"/>
                      <a:pt x="0" y="55841"/>
                    </a:cubicBezTo>
                    <a:lnTo>
                      <a:pt x="0" y="3446"/>
                    </a:lnTo>
                    <a:cubicBezTo>
                      <a:pt x="0" y="1553"/>
                      <a:pt x="1553" y="0"/>
                      <a:pt x="3446" y="0"/>
                    </a:cubicBezTo>
                    <a:cubicBezTo>
                      <a:pt x="5338" y="0"/>
                      <a:pt x="6892" y="1553"/>
                      <a:pt x="6892" y="3446"/>
                    </a:cubicBezTo>
                    <a:lnTo>
                      <a:pt x="6892" y="55841"/>
                    </a:lnTo>
                    <a:cubicBezTo>
                      <a:pt x="6892" y="57734"/>
                      <a:pt x="5338" y="59287"/>
                      <a:pt x="3446" y="59287"/>
                    </a:cubicBezTo>
                    <a:close/>
                  </a:path>
                </a:pathLst>
              </a:custGeom>
              <a:solidFill>
                <a:srgbClr val="17A3A3"/>
              </a:solidFill>
              <a:ln w="2824" cap="flat">
                <a:noFill/>
                <a:prstDash val="solid"/>
                <a:miter/>
              </a:ln>
            </p:spPr>
            <p:txBody>
              <a:bodyPr rtlCol="1" anchor="ctr"/>
              <a:lstStyle/>
              <a:p>
                <a:endParaRPr lang="ar-SA"/>
              </a:p>
            </p:txBody>
          </p:sp>
          <p:sp>
            <p:nvSpPr>
              <p:cNvPr id="7574" name="شكل حر: شكل 8474">
                <a:extLst>
                  <a:ext uri="{FF2B5EF4-FFF2-40B4-BE49-F238E27FC236}">
                    <a16:creationId xmlns:a16="http://schemas.microsoft.com/office/drawing/2014/main" id="{F2902D56-5E86-8515-FD6D-6FA5C0A080FE}"/>
                  </a:ext>
                </a:extLst>
              </p:cNvPr>
              <p:cNvSpPr/>
              <p:nvPr/>
            </p:nvSpPr>
            <p:spPr>
              <a:xfrm>
                <a:off x="4177170" y="978592"/>
                <a:ext cx="170067" cy="170066"/>
              </a:xfrm>
              <a:custGeom>
                <a:avLst/>
                <a:gdLst>
                  <a:gd name="connsiteX0" fmla="*/ 137359 w 170067"/>
                  <a:gd name="connsiteY0" fmla="*/ 170009 h 170066"/>
                  <a:gd name="connsiteX1" fmla="*/ 32710 w 170067"/>
                  <a:gd name="connsiteY1" fmla="*/ 170009 h 170066"/>
                  <a:gd name="connsiteX2" fmla="*/ 2 w 170067"/>
                  <a:gd name="connsiteY2" fmla="*/ 138007 h 170066"/>
                  <a:gd name="connsiteX3" fmla="*/ 3363 w 170067"/>
                  <a:gd name="connsiteY3" fmla="*/ 134505 h 170066"/>
                  <a:gd name="connsiteX4" fmla="*/ 6865 w 170067"/>
                  <a:gd name="connsiteY4" fmla="*/ 137894 h 170066"/>
                  <a:gd name="connsiteX5" fmla="*/ 32681 w 170067"/>
                  <a:gd name="connsiteY5" fmla="*/ 163146 h 170066"/>
                  <a:gd name="connsiteX6" fmla="*/ 137331 w 170067"/>
                  <a:gd name="connsiteY6" fmla="*/ 163146 h 170066"/>
                  <a:gd name="connsiteX7" fmla="*/ 163147 w 170067"/>
                  <a:gd name="connsiteY7" fmla="*/ 137329 h 170066"/>
                  <a:gd name="connsiteX8" fmla="*/ 163147 w 170067"/>
                  <a:gd name="connsiteY8" fmla="*/ 32680 h 170066"/>
                  <a:gd name="connsiteX9" fmla="*/ 137331 w 170067"/>
                  <a:gd name="connsiteY9" fmla="*/ 6864 h 170066"/>
                  <a:gd name="connsiteX10" fmla="*/ 32681 w 170067"/>
                  <a:gd name="connsiteY10" fmla="*/ 6864 h 170066"/>
                  <a:gd name="connsiteX11" fmla="*/ 6865 w 170067"/>
                  <a:gd name="connsiteY11" fmla="*/ 32115 h 170066"/>
                  <a:gd name="connsiteX12" fmla="*/ 3363 w 170067"/>
                  <a:gd name="connsiteY12" fmla="*/ 35505 h 170066"/>
                  <a:gd name="connsiteX13" fmla="*/ 2 w 170067"/>
                  <a:gd name="connsiteY13" fmla="*/ 32002 h 170066"/>
                  <a:gd name="connsiteX14" fmla="*/ 32710 w 170067"/>
                  <a:gd name="connsiteY14" fmla="*/ 0 h 170066"/>
                  <a:gd name="connsiteX15" fmla="*/ 137359 w 170067"/>
                  <a:gd name="connsiteY15" fmla="*/ 0 h 170066"/>
                  <a:gd name="connsiteX16" fmla="*/ 170067 w 170067"/>
                  <a:gd name="connsiteY16" fmla="*/ 32708 h 170066"/>
                  <a:gd name="connsiteX17" fmla="*/ 170067 w 170067"/>
                  <a:gd name="connsiteY17" fmla="*/ 137358 h 170066"/>
                  <a:gd name="connsiteX18" fmla="*/ 137359 w 170067"/>
                  <a:gd name="connsiteY18" fmla="*/ 170066 h 170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70067" h="170066">
                    <a:moveTo>
                      <a:pt x="137359" y="170009"/>
                    </a:moveTo>
                    <a:lnTo>
                      <a:pt x="32710" y="170009"/>
                    </a:lnTo>
                    <a:cubicBezTo>
                      <a:pt x="15028" y="170009"/>
                      <a:pt x="369" y="155661"/>
                      <a:pt x="2" y="138007"/>
                    </a:cubicBezTo>
                    <a:cubicBezTo>
                      <a:pt x="-27" y="136115"/>
                      <a:pt x="1470" y="134533"/>
                      <a:pt x="3363" y="134505"/>
                    </a:cubicBezTo>
                    <a:cubicBezTo>
                      <a:pt x="5312" y="134477"/>
                      <a:pt x="6837" y="135974"/>
                      <a:pt x="6865" y="137894"/>
                    </a:cubicBezTo>
                    <a:cubicBezTo>
                      <a:pt x="7147" y="151819"/>
                      <a:pt x="18728" y="163146"/>
                      <a:pt x="32681" y="163146"/>
                    </a:cubicBezTo>
                    <a:lnTo>
                      <a:pt x="137331" y="163146"/>
                    </a:lnTo>
                    <a:cubicBezTo>
                      <a:pt x="151566" y="163146"/>
                      <a:pt x="163147" y="151565"/>
                      <a:pt x="163147" y="137329"/>
                    </a:cubicBezTo>
                    <a:lnTo>
                      <a:pt x="163147" y="32680"/>
                    </a:lnTo>
                    <a:cubicBezTo>
                      <a:pt x="163147" y="18444"/>
                      <a:pt x="151566" y="6864"/>
                      <a:pt x="137331" y="6864"/>
                    </a:cubicBezTo>
                    <a:lnTo>
                      <a:pt x="32681" y="6864"/>
                    </a:lnTo>
                    <a:cubicBezTo>
                      <a:pt x="18728" y="6864"/>
                      <a:pt x="7147" y="18190"/>
                      <a:pt x="6865" y="32115"/>
                    </a:cubicBezTo>
                    <a:cubicBezTo>
                      <a:pt x="6837" y="34008"/>
                      <a:pt x="5199" y="35448"/>
                      <a:pt x="3363" y="35505"/>
                    </a:cubicBezTo>
                    <a:cubicBezTo>
                      <a:pt x="1470" y="35476"/>
                      <a:pt x="-55" y="33895"/>
                      <a:pt x="2" y="32002"/>
                    </a:cubicBezTo>
                    <a:cubicBezTo>
                      <a:pt x="369" y="14349"/>
                      <a:pt x="15028" y="0"/>
                      <a:pt x="32710" y="0"/>
                    </a:cubicBezTo>
                    <a:lnTo>
                      <a:pt x="137359" y="0"/>
                    </a:lnTo>
                    <a:cubicBezTo>
                      <a:pt x="155408" y="0"/>
                      <a:pt x="170067" y="14688"/>
                      <a:pt x="170067" y="32708"/>
                    </a:cubicBezTo>
                    <a:lnTo>
                      <a:pt x="170067" y="137358"/>
                    </a:lnTo>
                    <a:cubicBezTo>
                      <a:pt x="170067" y="155407"/>
                      <a:pt x="155380" y="170066"/>
                      <a:pt x="137359" y="170066"/>
                    </a:cubicBezTo>
                    <a:close/>
                  </a:path>
                </a:pathLst>
              </a:custGeom>
              <a:solidFill>
                <a:srgbClr val="17A3A3"/>
              </a:solidFill>
              <a:ln w="2824" cap="flat">
                <a:noFill/>
                <a:prstDash val="solid"/>
                <a:miter/>
              </a:ln>
            </p:spPr>
            <p:txBody>
              <a:bodyPr rtlCol="1" anchor="ctr"/>
              <a:lstStyle/>
              <a:p>
                <a:endParaRPr lang="ar-SA"/>
              </a:p>
            </p:txBody>
          </p:sp>
          <p:sp>
            <p:nvSpPr>
              <p:cNvPr id="7575" name="شكل حر: شكل 8475">
                <a:extLst>
                  <a:ext uri="{FF2B5EF4-FFF2-40B4-BE49-F238E27FC236}">
                    <a16:creationId xmlns:a16="http://schemas.microsoft.com/office/drawing/2014/main" id="{32183484-A37C-2596-AA1A-3B1542A81889}"/>
                  </a:ext>
                </a:extLst>
              </p:cNvPr>
              <p:cNvSpPr/>
              <p:nvPr/>
            </p:nvSpPr>
            <p:spPr>
              <a:xfrm>
                <a:off x="4163784" y="1007176"/>
                <a:ext cx="33640" cy="33668"/>
              </a:xfrm>
              <a:custGeom>
                <a:avLst/>
                <a:gdLst>
                  <a:gd name="connsiteX0" fmla="*/ 30194 w 33640"/>
                  <a:gd name="connsiteY0" fmla="*/ 33612 h 33668"/>
                  <a:gd name="connsiteX1" fmla="*/ 13190 w 33640"/>
                  <a:gd name="connsiteY1" fmla="*/ 33612 h 33668"/>
                  <a:gd name="connsiteX2" fmla="*/ 0 w 33640"/>
                  <a:gd name="connsiteY2" fmla="*/ 20422 h 33668"/>
                  <a:gd name="connsiteX3" fmla="*/ 0 w 33640"/>
                  <a:gd name="connsiteY3" fmla="*/ 13191 h 33668"/>
                  <a:gd name="connsiteX4" fmla="*/ 13190 w 33640"/>
                  <a:gd name="connsiteY4" fmla="*/ 0 h 33668"/>
                  <a:gd name="connsiteX5" fmla="*/ 30194 w 33640"/>
                  <a:gd name="connsiteY5" fmla="*/ 0 h 33668"/>
                  <a:gd name="connsiteX6" fmla="*/ 33640 w 33640"/>
                  <a:gd name="connsiteY6" fmla="*/ 3446 h 33668"/>
                  <a:gd name="connsiteX7" fmla="*/ 30194 w 33640"/>
                  <a:gd name="connsiteY7" fmla="*/ 6892 h 33668"/>
                  <a:gd name="connsiteX8" fmla="*/ 13190 w 33640"/>
                  <a:gd name="connsiteY8" fmla="*/ 6892 h 33668"/>
                  <a:gd name="connsiteX9" fmla="*/ 6863 w 33640"/>
                  <a:gd name="connsiteY9" fmla="*/ 13219 h 33668"/>
                  <a:gd name="connsiteX10" fmla="*/ 6863 w 33640"/>
                  <a:gd name="connsiteY10" fmla="*/ 20450 h 33668"/>
                  <a:gd name="connsiteX11" fmla="*/ 13190 w 33640"/>
                  <a:gd name="connsiteY11" fmla="*/ 26777 h 33668"/>
                  <a:gd name="connsiteX12" fmla="*/ 30194 w 33640"/>
                  <a:gd name="connsiteY12" fmla="*/ 26777 h 33668"/>
                  <a:gd name="connsiteX13" fmla="*/ 33640 w 33640"/>
                  <a:gd name="connsiteY13" fmla="*/ 30223 h 33668"/>
                  <a:gd name="connsiteX14" fmla="*/ 30194 w 33640"/>
                  <a:gd name="connsiteY14" fmla="*/ 33669 h 33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640" h="33668">
                    <a:moveTo>
                      <a:pt x="30194" y="33612"/>
                    </a:moveTo>
                    <a:lnTo>
                      <a:pt x="13190" y="33612"/>
                    </a:lnTo>
                    <a:cubicBezTo>
                      <a:pt x="5903" y="33612"/>
                      <a:pt x="0" y="27681"/>
                      <a:pt x="0" y="20422"/>
                    </a:cubicBezTo>
                    <a:lnTo>
                      <a:pt x="0" y="13191"/>
                    </a:lnTo>
                    <a:cubicBezTo>
                      <a:pt x="0" y="5903"/>
                      <a:pt x="5931" y="0"/>
                      <a:pt x="13190" y="0"/>
                    </a:cubicBezTo>
                    <a:lnTo>
                      <a:pt x="30194" y="0"/>
                    </a:lnTo>
                    <a:cubicBezTo>
                      <a:pt x="32087" y="0"/>
                      <a:pt x="33640" y="1554"/>
                      <a:pt x="33640" y="3446"/>
                    </a:cubicBezTo>
                    <a:cubicBezTo>
                      <a:pt x="33640" y="5338"/>
                      <a:pt x="32087" y="6892"/>
                      <a:pt x="30194" y="6892"/>
                    </a:cubicBezTo>
                    <a:lnTo>
                      <a:pt x="13190" y="6892"/>
                    </a:lnTo>
                    <a:cubicBezTo>
                      <a:pt x="9716" y="6892"/>
                      <a:pt x="6863" y="9716"/>
                      <a:pt x="6863" y="13219"/>
                    </a:cubicBezTo>
                    <a:lnTo>
                      <a:pt x="6863" y="20450"/>
                    </a:lnTo>
                    <a:cubicBezTo>
                      <a:pt x="6863" y="23924"/>
                      <a:pt x="9688" y="26777"/>
                      <a:pt x="13190" y="26777"/>
                    </a:cubicBezTo>
                    <a:lnTo>
                      <a:pt x="30194" y="26777"/>
                    </a:lnTo>
                    <a:cubicBezTo>
                      <a:pt x="32087" y="26777"/>
                      <a:pt x="33640" y="28330"/>
                      <a:pt x="33640" y="30223"/>
                    </a:cubicBezTo>
                    <a:cubicBezTo>
                      <a:pt x="33640" y="32115"/>
                      <a:pt x="32087" y="33669"/>
                      <a:pt x="30194" y="33669"/>
                    </a:cubicBezTo>
                    <a:close/>
                  </a:path>
                </a:pathLst>
              </a:custGeom>
              <a:solidFill>
                <a:srgbClr val="17A3A3"/>
              </a:solidFill>
              <a:ln w="2824" cap="flat">
                <a:noFill/>
                <a:prstDash val="solid"/>
                <a:miter/>
              </a:ln>
            </p:spPr>
            <p:txBody>
              <a:bodyPr rtlCol="1" anchor="ctr"/>
              <a:lstStyle/>
              <a:p>
                <a:endParaRPr lang="ar-SA"/>
              </a:p>
            </p:txBody>
          </p:sp>
          <p:sp>
            <p:nvSpPr>
              <p:cNvPr id="7576" name="شكل حر: شكل 8476">
                <a:extLst>
                  <a:ext uri="{FF2B5EF4-FFF2-40B4-BE49-F238E27FC236}">
                    <a16:creationId xmlns:a16="http://schemas.microsoft.com/office/drawing/2014/main" id="{BAFC2413-ADAB-741E-A361-1A1385C1B045}"/>
                  </a:ext>
                </a:extLst>
              </p:cNvPr>
              <p:cNvSpPr/>
              <p:nvPr/>
            </p:nvSpPr>
            <p:spPr>
              <a:xfrm>
                <a:off x="4163784" y="1086320"/>
                <a:ext cx="33640" cy="33668"/>
              </a:xfrm>
              <a:custGeom>
                <a:avLst/>
                <a:gdLst>
                  <a:gd name="connsiteX0" fmla="*/ 30194 w 33640"/>
                  <a:gd name="connsiteY0" fmla="*/ 33612 h 33668"/>
                  <a:gd name="connsiteX1" fmla="*/ 13190 w 33640"/>
                  <a:gd name="connsiteY1" fmla="*/ 33612 h 33668"/>
                  <a:gd name="connsiteX2" fmla="*/ 0 w 33640"/>
                  <a:gd name="connsiteY2" fmla="*/ 20421 h 33668"/>
                  <a:gd name="connsiteX3" fmla="*/ 0 w 33640"/>
                  <a:gd name="connsiteY3" fmla="*/ 13191 h 33668"/>
                  <a:gd name="connsiteX4" fmla="*/ 13190 w 33640"/>
                  <a:gd name="connsiteY4" fmla="*/ 0 h 33668"/>
                  <a:gd name="connsiteX5" fmla="*/ 30194 w 33640"/>
                  <a:gd name="connsiteY5" fmla="*/ 0 h 33668"/>
                  <a:gd name="connsiteX6" fmla="*/ 33640 w 33640"/>
                  <a:gd name="connsiteY6" fmla="*/ 3446 h 33668"/>
                  <a:gd name="connsiteX7" fmla="*/ 30194 w 33640"/>
                  <a:gd name="connsiteY7" fmla="*/ 6892 h 33668"/>
                  <a:gd name="connsiteX8" fmla="*/ 13190 w 33640"/>
                  <a:gd name="connsiteY8" fmla="*/ 6892 h 33668"/>
                  <a:gd name="connsiteX9" fmla="*/ 6863 w 33640"/>
                  <a:gd name="connsiteY9" fmla="*/ 13219 h 33668"/>
                  <a:gd name="connsiteX10" fmla="*/ 6863 w 33640"/>
                  <a:gd name="connsiteY10" fmla="*/ 20450 h 33668"/>
                  <a:gd name="connsiteX11" fmla="*/ 13190 w 33640"/>
                  <a:gd name="connsiteY11" fmla="*/ 26777 h 33668"/>
                  <a:gd name="connsiteX12" fmla="*/ 30194 w 33640"/>
                  <a:gd name="connsiteY12" fmla="*/ 26777 h 33668"/>
                  <a:gd name="connsiteX13" fmla="*/ 33640 w 33640"/>
                  <a:gd name="connsiteY13" fmla="*/ 30223 h 33668"/>
                  <a:gd name="connsiteX14" fmla="*/ 30194 w 33640"/>
                  <a:gd name="connsiteY14" fmla="*/ 33669 h 33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640" h="33668">
                    <a:moveTo>
                      <a:pt x="30194" y="33612"/>
                    </a:moveTo>
                    <a:lnTo>
                      <a:pt x="13190" y="33612"/>
                    </a:lnTo>
                    <a:cubicBezTo>
                      <a:pt x="5903" y="33612"/>
                      <a:pt x="0" y="27681"/>
                      <a:pt x="0" y="20421"/>
                    </a:cubicBezTo>
                    <a:lnTo>
                      <a:pt x="0" y="13191"/>
                    </a:lnTo>
                    <a:cubicBezTo>
                      <a:pt x="0" y="5903"/>
                      <a:pt x="5931" y="0"/>
                      <a:pt x="13190" y="0"/>
                    </a:cubicBezTo>
                    <a:lnTo>
                      <a:pt x="30194" y="0"/>
                    </a:lnTo>
                    <a:cubicBezTo>
                      <a:pt x="32087" y="0"/>
                      <a:pt x="33640" y="1553"/>
                      <a:pt x="33640" y="3446"/>
                    </a:cubicBezTo>
                    <a:cubicBezTo>
                      <a:pt x="33640" y="5338"/>
                      <a:pt x="32087" y="6892"/>
                      <a:pt x="30194" y="6892"/>
                    </a:cubicBezTo>
                    <a:lnTo>
                      <a:pt x="13190" y="6892"/>
                    </a:lnTo>
                    <a:cubicBezTo>
                      <a:pt x="9716" y="6892"/>
                      <a:pt x="6863" y="9716"/>
                      <a:pt x="6863" y="13219"/>
                    </a:cubicBezTo>
                    <a:lnTo>
                      <a:pt x="6863" y="20450"/>
                    </a:lnTo>
                    <a:cubicBezTo>
                      <a:pt x="6863" y="23924"/>
                      <a:pt x="9688" y="26777"/>
                      <a:pt x="13190" y="26777"/>
                    </a:cubicBezTo>
                    <a:lnTo>
                      <a:pt x="30194" y="26777"/>
                    </a:lnTo>
                    <a:cubicBezTo>
                      <a:pt x="32087" y="26777"/>
                      <a:pt x="33640" y="28330"/>
                      <a:pt x="33640" y="30223"/>
                    </a:cubicBezTo>
                    <a:cubicBezTo>
                      <a:pt x="33640" y="32115"/>
                      <a:pt x="32087" y="33669"/>
                      <a:pt x="30194" y="33669"/>
                    </a:cubicBezTo>
                    <a:close/>
                  </a:path>
                </a:pathLst>
              </a:custGeom>
              <a:solidFill>
                <a:srgbClr val="17A3A3"/>
              </a:solidFill>
              <a:ln w="2824" cap="flat">
                <a:noFill/>
                <a:prstDash val="solid"/>
                <a:miter/>
              </a:ln>
            </p:spPr>
            <p:txBody>
              <a:bodyPr rtlCol="1" anchor="ctr"/>
              <a:lstStyle/>
              <a:p>
                <a:endParaRPr lang="ar-SA"/>
              </a:p>
            </p:txBody>
          </p:sp>
          <p:grpSp>
            <p:nvGrpSpPr>
              <p:cNvPr id="7577" name="رسم 8014">
                <a:extLst>
                  <a:ext uri="{FF2B5EF4-FFF2-40B4-BE49-F238E27FC236}">
                    <a16:creationId xmlns:a16="http://schemas.microsoft.com/office/drawing/2014/main" id="{B3EB668C-F49F-722B-C93B-BD15F87D3076}"/>
                  </a:ext>
                </a:extLst>
              </p:cNvPr>
              <p:cNvGrpSpPr/>
              <p:nvPr/>
            </p:nvGrpSpPr>
            <p:grpSpPr>
              <a:xfrm>
                <a:off x="4222716" y="1018503"/>
                <a:ext cx="78977" cy="90103"/>
                <a:chOff x="4222716" y="1018503"/>
                <a:chExt cx="78977" cy="90103"/>
              </a:xfrm>
              <a:solidFill>
                <a:srgbClr val="17A3A3"/>
              </a:solidFill>
            </p:grpSpPr>
            <p:sp>
              <p:nvSpPr>
                <p:cNvPr id="7578" name="شكل حر: شكل 8478">
                  <a:extLst>
                    <a:ext uri="{FF2B5EF4-FFF2-40B4-BE49-F238E27FC236}">
                      <a16:creationId xmlns:a16="http://schemas.microsoft.com/office/drawing/2014/main" id="{4222FA12-A8EB-DA5A-4184-31D38927D05D}"/>
                    </a:ext>
                  </a:extLst>
                </p:cNvPr>
                <p:cNvSpPr/>
                <p:nvPr/>
              </p:nvSpPr>
              <p:spPr>
                <a:xfrm>
                  <a:off x="4232053" y="1033416"/>
                  <a:ext cx="60276" cy="60275"/>
                </a:xfrm>
                <a:custGeom>
                  <a:avLst/>
                  <a:gdLst>
                    <a:gd name="connsiteX0" fmla="*/ 30138 w 60276"/>
                    <a:gd name="connsiteY0" fmla="*/ 60276 h 60275"/>
                    <a:gd name="connsiteX1" fmla="*/ 0 w 60276"/>
                    <a:gd name="connsiteY1" fmla="*/ 30138 h 60275"/>
                    <a:gd name="connsiteX2" fmla="*/ 30138 w 60276"/>
                    <a:gd name="connsiteY2" fmla="*/ 0 h 60275"/>
                    <a:gd name="connsiteX3" fmla="*/ 60276 w 60276"/>
                    <a:gd name="connsiteY3" fmla="*/ 30138 h 60275"/>
                    <a:gd name="connsiteX4" fmla="*/ 30138 w 60276"/>
                    <a:gd name="connsiteY4" fmla="*/ 60276 h 60275"/>
                    <a:gd name="connsiteX5" fmla="*/ 30138 w 60276"/>
                    <a:gd name="connsiteY5" fmla="*/ 6892 h 60275"/>
                    <a:gd name="connsiteX6" fmla="*/ 6892 w 60276"/>
                    <a:gd name="connsiteY6" fmla="*/ 30138 h 60275"/>
                    <a:gd name="connsiteX7" fmla="*/ 30138 w 60276"/>
                    <a:gd name="connsiteY7" fmla="*/ 53384 h 60275"/>
                    <a:gd name="connsiteX8" fmla="*/ 53384 w 60276"/>
                    <a:gd name="connsiteY8" fmla="*/ 30138 h 60275"/>
                    <a:gd name="connsiteX9" fmla="*/ 30138 w 60276"/>
                    <a:gd name="connsiteY9" fmla="*/ 6892 h 6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0276" h="60275">
                      <a:moveTo>
                        <a:pt x="30138" y="60276"/>
                      </a:moveTo>
                      <a:cubicBezTo>
                        <a:pt x="13530" y="60276"/>
                        <a:pt x="0" y="46746"/>
                        <a:pt x="0" y="30138"/>
                      </a:cubicBezTo>
                      <a:cubicBezTo>
                        <a:pt x="0" y="13530"/>
                        <a:pt x="13530" y="0"/>
                        <a:pt x="30138" y="0"/>
                      </a:cubicBezTo>
                      <a:cubicBezTo>
                        <a:pt x="46746" y="0"/>
                        <a:pt x="60276" y="13530"/>
                        <a:pt x="60276" y="30138"/>
                      </a:cubicBezTo>
                      <a:cubicBezTo>
                        <a:pt x="60276" y="46746"/>
                        <a:pt x="46746" y="60276"/>
                        <a:pt x="30138" y="60276"/>
                      </a:cubicBezTo>
                      <a:close/>
                      <a:moveTo>
                        <a:pt x="30138" y="6892"/>
                      </a:moveTo>
                      <a:cubicBezTo>
                        <a:pt x="17314" y="6892"/>
                        <a:pt x="6892" y="17314"/>
                        <a:pt x="6892" y="30138"/>
                      </a:cubicBezTo>
                      <a:cubicBezTo>
                        <a:pt x="6892" y="42961"/>
                        <a:pt x="17314" y="53384"/>
                        <a:pt x="30138" y="53384"/>
                      </a:cubicBezTo>
                      <a:cubicBezTo>
                        <a:pt x="42962" y="53384"/>
                        <a:pt x="53384" y="42961"/>
                        <a:pt x="53384" y="30138"/>
                      </a:cubicBezTo>
                      <a:cubicBezTo>
                        <a:pt x="53384" y="17314"/>
                        <a:pt x="42962" y="6892"/>
                        <a:pt x="30138" y="6892"/>
                      </a:cubicBezTo>
                      <a:close/>
                    </a:path>
                  </a:pathLst>
                </a:custGeom>
                <a:solidFill>
                  <a:srgbClr val="17A3A3"/>
                </a:solidFill>
                <a:ln w="2824" cap="flat">
                  <a:noFill/>
                  <a:prstDash val="solid"/>
                  <a:miter/>
                </a:ln>
              </p:spPr>
              <p:txBody>
                <a:bodyPr rtlCol="1" anchor="ctr"/>
                <a:lstStyle/>
                <a:p>
                  <a:endParaRPr lang="ar-SA"/>
                </a:p>
              </p:txBody>
            </p:sp>
            <p:sp>
              <p:nvSpPr>
                <p:cNvPr id="7579" name="شكل حر: شكل 8479">
                  <a:extLst>
                    <a:ext uri="{FF2B5EF4-FFF2-40B4-BE49-F238E27FC236}">
                      <a16:creationId xmlns:a16="http://schemas.microsoft.com/office/drawing/2014/main" id="{5D63E15D-E026-C961-DA70-E2FF8234904A}"/>
                    </a:ext>
                  </a:extLst>
                </p:cNvPr>
                <p:cNvSpPr/>
                <p:nvPr/>
              </p:nvSpPr>
              <p:spPr>
                <a:xfrm>
                  <a:off x="4258745" y="1086800"/>
                  <a:ext cx="6891" cy="21805"/>
                </a:xfrm>
                <a:custGeom>
                  <a:avLst/>
                  <a:gdLst>
                    <a:gd name="connsiteX0" fmla="*/ 3446 w 6891"/>
                    <a:gd name="connsiteY0" fmla="*/ 21806 h 21805"/>
                    <a:gd name="connsiteX1" fmla="*/ 0 w 6891"/>
                    <a:gd name="connsiteY1" fmla="*/ 18360 h 21805"/>
                    <a:gd name="connsiteX2" fmla="*/ 0 w 6891"/>
                    <a:gd name="connsiteY2" fmla="*/ 3446 h 21805"/>
                    <a:gd name="connsiteX3" fmla="*/ 3446 w 6891"/>
                    <a:gd name="connsiteY3" fmla="*/ 0 h 21805"/>
                    <a:gd name="connsiteX4" fmla="*/ 6892 w 6891"/>
                    <a:gd name="connsiteY4" fmla="*/ 3446 h 21805"/>
                    <a:gd name="connsiteX5" fmla="*/ 6892 w 6891"/>
                    <a:gd name="connsiteY5" fmla="*/ 18360 h 21805"/>
                    <a:gd name="connsiteX6" fmla="*/ 3446 w 6891"/>
                    <a:gd name="connsiteY6" fmla="*/ 21806 h 21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21805">
                      <a:moveTo>
                        <a:pt x="3446" y="21806"/>
                      </a:moveTo>
                      <a:cubicBezTo>
                        <a:pt x="1553" y="21806"/>
                        <a:pt x="0" y="20252"/>
                        <a:pt x="0" y="18360"/>
                      </a:cubicBezTo>
                      <a:lnTo>
                        <a:pt x="0" y="3446"/>
                      </a:lnTo>
                      <a:cubicBezTo>
                        <a:pt x="0" y="1554"/>
                        <a:pt x="1553" y="0"/>
                        <a:pt x="3446" y="0"/>
                      </a:cubicBezTo>
                      <a:cubicBezTo>
                        <a:pt x="5338" y="0"/>
                        <a:pt x="6892" y="1554"/>
                        <a:pt x="6892" y="3446"/>
                      </a:cubicBezTo>
                      <a:lnTo>
                        <a:pt x="6892" y="18360"/>
                      </a:lnTo>
                      <a:cubicBezTo>
                        <a:pt x="6892" y="20252"/>
                        <a:pt x="5338" y="21806"/>
                        <a:pt x="3446" y="21806"/>
                      </a:cubicBezTo>
                      <a:close/>
                    </a:path>
                  </a:pathLst>
                </a:custGeom>
                <a:solidFill>
                  <a:srgbClr val="17A3A3"/>
                </a:solidFill>
                <a:ln w="2824" cap="flat">
                  <a:noFill/>
                  <a:prstDash val="solid"/>
                  <a:miter/>
                </a:ln>
              </p:spPr>
              <p:txBody>
                <a:bodyPr rtlCol="1" anchor="ctr"/>
                <a:lstStyle/>
                <a:p>
                  <a:endParaRPr lang="ar-SA"/>
                </a:p>
              </p:txBody>
            </p:sp>
            <p:sp>
              <p:nvSpPr>
                <p:cNvPr id="7580" name="شكل حر: شكل 8480">
                  <a:extLst>
                    <a:ext uri="{FF2B5EF4-FFF2-40B4-BE49-F238E27FC236}">
                      <a16:creationId xmlns:a16="http://schemas.microsoft.com/office/drawing/2014/main" id="{E8DFFC1C-BDFD-7766-CA64-2BC47812A37F}"/>
                    </a:ext>
                  </a:extLst>
                </p:cNvPr>
                <p:cNvSpPr/>
                <p:nvPr/>
              </p:nvSpPr>
              <p:spPr>
                <a:xfrm>
                  <a:off x="4258745" y="1018503"/>
                  <a:ext cx="6891" cy="21805"/>
                </a:xfrm>
                <a:custGeom>
                  <a:avLst/>
                  <a:gdLst>
                    <a:gd name="connsiteX0" fmla="*/ 3446 w 6891"/>
                    <a:gd name="connsiteY0" fmla="*/ 21806 h 21805"/>
                    <a:gd name="connsiteX1" fmla="*/ 0 w 6891"/>
                    <a:gd name="connsiteY1" fmla="*/ 18360 h 21805"/>
                    <a:gd name="connsiteX2" fmla="*/ 0 w 6891"/>
                    <a:gd name="connsiteY2" fmla="*/ 3446 h 21805"/>
                    <a:gd name="connsiteX3" fmla="*/ 3446 w 6891"/>
                    <a:gd name="connsiteY3" fmla="*/ 0 h 21805"/>
                    <a:gd name="connsiteX4" fmla="*/ 6892 w 6891"/>
                    <a:gd name="connsiteY4" fmla="*/ 3446 h 21805"/>
                    <a:gd name="connsiteX5" fmla="*/ 6892 w 6891"/>
                    <a:gd name="connsiteY5" fmla="*/ 18360 h 21805"/>
                    <a:gd name="connsiteX6" fmla="*/ 3446 w 6891"/>
                    <a:gd name="connsiteY6" fmla="*/ 21806 h 21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21805">
                      <a:moveTo>
                        <a:pt x="3446" y="21806"/>
                      </a:moveTo>
                      <a:cubicBezTo>
                        <a:pt x="1553" y="21806"/>
                        <a:pt x="0" y="20252"/>
                        <a:pt x="0" y="18360"/>
                      </a:cubicBezTo>
                      <a:lnTo>
                        <a:pt x="0" y="3446"/>
                      </a:lnTo>
                      <a:cubicBezTo>
                        <a:pt x="0" y="1554"/>
                        <a:pt x="1553" y="0"/>
                        <a:pt x="3446" y="0"/>
                      </a:cubicBezTo>
                      <a:cubicBezTo>
                        <a:pt x="5338" y="0"/>
                        <a:pt x="6892" y="1554"/>
                        <a:pt x="6892" y="3446"/>
                      </a:cubicBezTo>
                      <a:lnTo>
                        <a:pt x="6892" y="18360"/>
                      </a:lnTo>
                      <a:cubicBezTo>
                        <a:pt x="6892" y="20252"/>
                        <a:pt x="5338" y="21806"/>
                        <a:pt x="3446" y="21806"/>
                      </a:cubicBezTo>
                      <a:close/>
                    </a:path>
                  </a:pathLst>
                </a:custGeom>
                <a:solidFill>
                  <a:srgbClr val="17A3A3"/>
                </a:solidFill>
                <a:ln w="2824" cap="flat">
                  <a:noFill/>
                  <a:prstDash val="solid"/>
                  <a:miter/>
                </a:ln>
              </p:spPr>
              <p:txBody>
                <a:bodyPr rtlCol="1" anchor="ctr"/>
                <a:lstStyle/>
                <a:p>
                  <a:endParaRPr lang="ar-SA"/>
                </a:p>
              </p:txBody>
            </p:sp>
            <p:sp>
              <p:nvSpPr>
                <p:cNvPr id="7581" name="شكل حر: شكل 8481">
                  <a:extLst>
                    <a:ext uri="{FF2B5EF4-FFF2-40B4-BE49-F238E27FC236}">
                      <a16:creationId xmlns:a16="http://schemas.microsoft.com/office/drawing/2014/main" id="{98B06038-C1AF-D26E-C761-EC656D81FB05}"/>
                    </a:ext>
                  </a:extLst>
                </p:cNvPr>
                <p:cNvSpPr/>
                <p:nvPr/>
              </p:nvSpPr>
              <p:spPr>
                <a:xfrm>
                  <a:off x="4281881" y="1073443"/>
                  <a:ext cx="19794" cy="14345"/>
                </a:xfrm>
                <a:custGeom>
                  <a:avLst/>
                  <a:gdLst>
                    <a:gd name="connsiteX0" fmla="*/ 16351 w 19794"/>
                    <a:gd name="connsiteY0" fmla="*/ 14346 h 14345"/>
                    <a:gd name="connsiteX1" fmla="*/ 14628 w 19794"/>
                    <a:gd name="connsiteY1" fmla="*/ 13894 h 14345"/>
                    <a:gd name="connsiteX2" fmla="*/ 1720 w 19794"/>
                    <a:gd name="connsiteY2" fmla="*/ 6437 h 14345"/>
                    <a:gd name="connsiteX3" fmla="*/ 449 w 19794"/>
                    <a:gd name="connsiteY3" fmla="*/ 1720 h 14345"/>
                    <a:gd name="connsiteX4" fmla="*/ 5166 w 19794"/>
                    <a:gd name="connsiteY4" fmla="*/ 449 h 14345"/>
                    <a:gd name="connsiteX5" fmla="*/ 18074 w 19794"/>
                    <a:gd name="connsiteY5" fmla="*/ 7906 h 14345"/>
                    <a:gd name="connsiteX6" fmla="*/ 19345 w 19794"/>
                    <a:gd name="connsiteY6" fmla="*/ 12623 h 14345"/>
                    <a:gd name="connsiteX7" fmla="*/ 16351 w 19794"/>
                    <a:gd name="connsiteY7" fmla="*/ 14346 h 14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794" h="14345">
                      <a:moveTo>
                        <a:pt x="16351" y="14346"/>
                      </a:moveTo>
                      <a:cubicBezTo>
                        <a:pt x="15758" y="14346"/>
                        <a:pt x="15165" y="14205"/>
                        <a:pt x="14628" y="13894"/>
                      </a:cubicBezTo>
                      <a:lnTo>
                        <a:pt x="1720" y="6437"/>
                      </a:lnTo>
                      <a:cubicBezTo>
                        <a:pt x="82" y="5477"/>
                        <a:pt x="-483" y="3386"/>
                        <a:pt x="449" y="1720"/>
                      </a:cubicBezTo>
                      <a:cubicBezTo>
                        <a:pt x="1409" y="82"/>
                        <a:pt x="3499" y="-483"/>
                        <a:pt x="5166" y="449"/>
                      </a:cubicBezTo>
                      <a:lnTo>
                        <a:pt x="18074" y="7906"/>
                      </a:lnTo>
                      <a:cubicBezTo>
                        <a:pt x="19712" y="8866"/>
                        <a:pt x="20277" y="10956"/>
                        <a:pt x="19345" y="12623"/>
                      </a:cubicBezTo>
                      <a:cubicBezTo>
                        <a:pt x="18695" y="13724"/>
                        <a:pt x="17537" y="14346"/>
                        <a:pt x="16351" y="14346"/>
                      </a:cubicBezTo>
                      <a:close/>
                    </a:path>
                  </a:pathLst>
                </a:custGeom>
                <a:solidFill>
                  <a:srgbClr val="17A3A3"/>
                </a:solidFill>
                <a:ln w="2824" cap="flat">
                  <a:noFill/>
                  <a:prstDash val="solid"/>
                  <a:miter/>
                </a:ln>
              </p:spPr>
              <p:txBody>
                <a:bodyPr rtlCol="1" anchor="ctr"/>
                <a:lstStyle/>
                <a:p>
                  <a:endParaRPr lang="ar-SA"/>
                </a:p>
              </p:txBody>
            </p:sp>
            <p:sp>
              <p:nvSpPr>
                <p:cNvPr id="7582" name="شكل حر: شكل 8482">
                  <a:extLst>
                    <a:ext uri="{FF2B5EF4-FFF2-40B4-BE49-F238E27FC236}">
                      <a16:creationId xmlns:a16="http://schemas.microsoft.com/office/drawing/2014/main" id="{2B6BBF75-ECA5-7701-C87C-E2755806A22A}"/>
                    </a:ext>
                  </a:extLst>
                </p:cNvPr>
                <p:cNvSpPr/>
                <p:nvPr/>
              </p:nvSpPr>
              <p:spPr>
                <a:xfrm>
                  <a:off x="4222735" y="1039323"/>
                  <a:ext cx="19794" cy="14345"/>
                </a:xfrm>
                <a:custGeom>
                  <a:avLst/>
                  <a:gdLst>
                    <a:gd name="connsiteX0" fmla="*/ 16351 w 19794"/>
                    <a:gd name="connsiteY0" fmla="*/ 14346 h 14345"/>
                    <a:gd name="connsiteX1" fmla="*/ 14628 w 19794"/>
                    <a:gd name="connsiteY1" fmla="*/ 13894 h 14345"/>
                    <a:gd name="connsiteX2" fmla="*/ 1720 w 19794"/>
                    <a:gd name="connsiteY2" fmla="*/ 6437 h 14345"/>
                    <a:gd name="connsiteX3" fmla="*/ 449 w 19794"/>
                    <a:gd name="connsiteY3" fmla="*/ 1720 h 14345"/>
                    <a:gd name="connsiteX4" fmla="*/ 5166 w 19794"/>
                    <a:gd name="connsiteY4" fmla="*/ 449 h 14345"/>
                    <a:gd name="connsiteX5" fmla="*/ 18074 w 19794"/>
                    <a:gd name="connsiteY5" fmla="*/ 7906 h 14345"/>
                    <a:gd name="connsiteX6" fmla="*/ 19345 w 19794"/>
                    <a:gd name="connsiteY6" fmla="*/ 12623 h 14345"/>
                    <a:gd name="connsiteX7" fmla="*/ 16351 w 19794"/>
                    <a:gd name="connsiteY7" fmla="*/ 14346 h 14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794" h="14345">
                      <a:moveTo>
                        <a:pt x="16351" y="14346"/>
                      </a:moveTo>
                      <a:cubicBezTo>
                        <a:pt x="15758" y="14346"/>
                        <a:pt x="15165" y="14205"/>
                        <a:pt x="14628" y="13894"/>
                      </a:cubicBezTo>
                      <a:lnTo>
                        <a:pt x="1720" y="6437"/>
                      </a:lnTo>
                      <a:cubicBezTo>
                        <a:pt x="82" y="5477"/>
                        <a:pt x="-483" y="3387"/>
                        <a:pt x="449" y="1720"/>
                      </a:cubicBezTo>
                      <a:cubicBezTo>
                        <a:pt x="1410" y="82"/>
                        <a:pt x="3500" y="-483"/>
                        <a:pt x="5166" y="449"/>
                      </a:cubicBezTo>
                      <a:lnTo>
                        <a:pt x="18074" y="7906"/>
                      </a:lnTo>
                      <a:cubicBezTo>
                        <a:pt x="19713" y="8866"/>
                        <a:pt x="20277" y="10956"/>
                        <a:pt x="19345" y="12623"/>
                      </a:cubicBezTo>
                      <a:cubicBezTo>
                        <a:pt x="18696" y="13724"/>
                        <a:pt x="17538" y="14346"/>
                        <a:pt x="16351" y="14346"/>
                      </a:cubicBezTo>
                      <a:close/>
                    </a:path>
                  </a:pathLst>
                </a:custGeom>
                <a:solidFill>
                  <a:srgbClr val="17A3A3"/>
                </a:solidFill>
                <a:ln w="2824" cap="flat">
                  <a:noFill/>
                  <a:prstDash val="solid"/>
                  <a:miter/>
                </a:ln>
              </p:spPr>
              <p:txBody>
                <a:bodyPr rtlCol="1" anchor="ctr"/>
                <a:lstStyle/>
                <a:p>
                  <a:endParaRPr lang="ar-SA"/>
                </a:p>
              </p:txBody>
            </p:sp>
            <p:sp>
              <p:nvSpPr>
                <p:cNvPr id="7583" name="شكل حر: شكل 8483">
                  <a:extLst>
                    <a:ext uri="{FF2B5EF4-FFF2-40B4-BE49-F238E27FC236}">
                      <a16:creationId xmlns:a16="http://schemas.microsoft.com/office/drawing/2014/main" id="{86F2FA9D-42A9-1767-C212-340753A0F337}"/>
                    </a:ext>
                  </a:extLst>
                </p:cNvPr>
                <p:cNvSpPr/>
                <p:nvPr/>
              </p:nvSpPr>
              <p:spPr>
                <a:xfrm>
                  <a:off x="4281862" y="1039304"/>
                  <a:ext cx="19831" cy="14364"/>
                </a:xfrm>
                <a:custGeom>
                  <a:avLst/>
                  <a:gdLst>
                    <a:gd name="connsiteX0" fmla="*/ 3461 w 19831"/>
                    <a:gd name="connsiteY0" fmla="*/ 14364 h 14364"/>
                    <a:gd name="connsiteX1" fmla="*/ 468 w 19831"/>
                    <a:gd name="connsiteY1" fmla="*/ 12641 h 14364"/>
                    <a:gd name="connsiteX2" fmla="*/ 1739 w 19831"/>
                    <a:gd name="connsiteY2" fmla="*/ 7924 h 14364"/>
                    <a:gd name="connsiteX3" fmla="*/ 14647 w 19831"/>
                    <a:gd name="connsiteY3" fmla="*/ 468 h 14364"/>
                    <a:gd name="connsiteX4" fmla="*/ 19364 w 19831"/>
                    <a:gd name="connsiteY4" fmla="*/ 1739 h 14364"/>
                    <a:gd name="connsiteX5" fmla="*/ 18093 w 19831"/>
                    <a:gd name="connsiteY5" fmla="*/ 6456 h 14364"/>
                    <a:gd name="connsiteX6" fmla="*/ 5185 w 19831"/>
                    <a:gd name="connsiteY6" fmla="*/ 13913 h 14364"/>
                    <a:gd name="connsiteX7" fmla="*/ 3461 w 19831"/>
                    <a:gd name="connsiteY7" fmla="*/ 14364 h 14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831" h="14364">
                      <a:moveTo>
                        <a:pt x="3461" y="14364"/>
                      </a:moveTo>
                      <a:cubicBezTo>
                        <a:pt x="2275" y="14364"/>
                        <a:pt x="1117" y="13743"/>
                        <a:pt x="468" y="12641"/>
                      </a:cubicBezTo>
                      <a:cubicBezTo>
                        <a:pt x="-493" y="11003"/>
                        <a:pt x="72" y="8885"/>
                        <a:pt x="1739" y="7924"/>
                      </a:cubicBezTo>
                      <a:lnTo>
                        <a:pt x="14647" y="468"/>
                      </a:lnTo>
                      <a:cubicBezTo>
                        <a:pt x="16285" y="-493"/>
                        <a:pt x="18403" y="72"/>
                        <a:pt x="19364" y="1739"/>
                      </a:cubicBezTo>
                      <a:cubicBezTo>
                        <a:pt x="20324" y="3377"/>
                        <a:pt x="19759" y="5495"/>
                        <a:pt x="18093" y="6456"/>
                      </a:cubicBezTo>
                      <a:lnTo>
                        <a:pt x="5185" y="13913"/>
                      </a:lnTo>
                      <a:cubicBezTo>
                        <a:pt x="4648" y="14223"/>
                        <a:pt x="4055" y="14364"/>
                        <a:pt x="3461" y="14364"/>
                      </a:cubicBezTo>
                      <a:close/>
                    </a:path>
                  </a:pathLst>
                </a:custGeom>
                <a:solidFill>
                  <a:srgbClr val="17A3A3"/>
                </a:solidFill>
                <a:ln w="2824" cap="flat">
                  <a:noFill/>
                  <a:prstDash val="solid"/>
                  <a:miter/>
                </a:ln>
              </p:spPr>
              <p:txBody>
                <a:bodyPr rtlCol="1" anchor="ctr"/>
                <a:lstStyle/>
                <a:p>
                  <a:endParaRPr lang="ar-SA"/>
                </a:p>
              </p:txBody>
            </p:sp>
            <p:sp>
              <p:nvSpPr>
                <p:cNvPr id="7584" name="شكل حر: شكل 8484">
                  <a:extLst>
                    <a:ext uri="{FF2B5EF4-FFF2-40B4-BE49-F238E27FC236}">
                      <a16:creationId xmlns:a16="http://schemas.microsoft.com/office/drawing/2014/main" id="{D2FF4E2C-0CA5-75C5-32EB-DDE8D1A21CB1}"/>
                    </a:ext>
                  </a:extLst>
                </p:cNvPr>
                <p:cNvSpPr/>
                <p:nvPr/>
              </p:nvSpPr>
              <p:spPr>
                <a:xfrm>
                  <a:off x="4222716" y="1073425"/>
                  <a:ext cx="19831" cy="14364"/>
                </a:xfrm>
                <a:custGeom>
                  <a:avLst/>
                  <a:gdLst>
                    <a:gd name="connsiteX0" fmla="*/ 3462 w 19831"/>
                    <a:gd name="connsiteY0" fmla="*/ 14364 h 14364"/>
                    <a:gd name="connsiteX1" fmla="*/ 468 w 19831"/>
                    <a:gd name="connsiteY1" fmla="*/ 12642 h 14364"/>
                    <a:gd name="connsiteX2" fmla="*/ 1739 w 19831"/>
                    <a:gd name="connsiteY2" fmla="*/ 7924 h 14364"/>
                    <a:gd name="connsiteX3" fmla="*/ 14647 w 19831"/>
                    <a:gd name="connsiteY3" fmla="*/ 468 h 14364"/>
                    <a:gd name="connsiteX4" fmla="*/ 19364 w 19831"/>
                    <a:gd name="connsiteY4" fmla="*/ 1739 h 14364"/>
                    <a:gd name="connsiteX5" fmla="*/ 18093 w 19831"/>
                    <a:gd name="connsiteY5" fmla="*/ 6456 h 14364"/>
                    <a:gd name="connsiteX6" fmla="*/ 5185 w 19831"/>
                    <a:gd name="connsiteY6" fmla="*/ 13912 h 14364"/>
                    <a:gd name="connsiteX7" fmla="*/ 3462 w 19831"/>
                    <a:gd name="connsiteY7" fmla="*/ 14364 h 14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831" h="14364">
                      <a:moveTo>
                        <a:pt x="3462" y="14364"/>
                      </a:moveTo>
                      <a:cubicBezTo>
                        <a:pt x="2275" y="14364"/>
                        <a:pt x="1117" y="13743"/>
                        <a:pt x="468" y="12642"/>
                      </a:cubicBezTo>
                      <a:cubicBezTo>
                        <a:pt x="-493" y="11003"/>
                        <a:pt x="72" y="8885"/>
                        <a:pt x="1739" y="7924"/>
                      </a:cubicBezTo>
                      <a:lnTo>
                        <a:pt x="14647" y="468"/>
                      </a:lnTo>
                      <a:cubicBezTo>
                        <a:pt x="16285" y="-493"/>
                        <a:pt x="18404" y="72"/>
                        <a:pt x="19364" y="1739"/>
                      </a:cubicBezTo>
                      <a:cubicBezTo>
                        <a:pt x="20324" y="3377"/>
                        <a:pt x="19759" y="5495"/>
                        <a:pt x="18093" y="6456"/>
                      </a:cubicBezTo>
                      <a:lnTo>
                        <a:pt x="5185" y="13912"/>
                      </a:lnTo>
                      <a:cubicBezTo>
                        <a:pt x="4648" y="14223"/>
                        <a:pt x="4055" y="14364"/>
                        <a:pt x="3462" y="14364"/>
                      </a:cubicBezTo>
                      <a:close/>
                    </a:path>
                  </a:pathLst>
                </a:custGeom>
                <a:solidFill>
                  <a:srgbClr val="17A3A3"/>
                </a:solidFill>
                <a:ln w="2824" cap="flat">
                  <a:noFill/>
                  <a:prstDash val="solid"/>
                  <a:miter/>
                </a:ln>
              </p:spPr>
              <p:txBody>
                <a:bodyPr rtlCol="1" anchor="ctr"/>
                <a:lstStyle/>
                <a:p>
                  <a:endParaRPr lang="ar-SA"/>
                </a:p>
              </p:txBody>
            </p:sp>
          </p:grpSp>
        </p:grpSp>
      </p:grpSp>
      <p:grpSp>
        <p:nvGrpSpPr>
          <p:cNvPr id="7587" name="رسم 8014">
            <a:extLst>
              <a:ext uri="{FF2B5EF4-FFF2-40B4-BE49-F238E27FC236}">
                <a16:creationId xmlns:a16="http://schemas.microsoft.com/office/drawing/2014/main" id="{346B85F2-B036-8E82-C4BC-3B6037E5E06E}"/>
              </a:ext>
            </a:extLst>
          </p:cNvPr>
          <p:cNvGrpSpPr/>
          <p:nvPr/>
        </p:nvGrpSpPr>
        <p:grpSpPr>
          <a:xfrm>
            <a:off x="2018613" y="1796978"/>
            <a:ext cx="201686" cy="242865"/>
            <a:chOff x="1494276" y="464496"/>
            <a:chExt cx="241075" cy="308129"/>
          </a:xfrm>
        </p:grpSpPr>
        <p:sp>
          <p:nvSpPr>
            <p:cNvPr id="7588" name="شكل حر: شكل 8486">
              <a:extLst>
                <a:ext uri="{FF2B5EF4-FFF2-40B4-BE49-F238E27FC236}">
                  <a16:creationId xmlns:a16="http://schemas.microsoft.com/office/drawing/2014/main" id="{A856A02F-B86B-A470-3F87-47C2A56B3037}"/>
                </a:ext>
              </a:extLst>
            </p:cNvPr>
            <p:cNvSpPr/>
            <p:nvPr/>
          </p:nvSpPr>
          <p:spPr>
            <a:xfrm>
              <a:off x="1548677" y="464496"/>
              <a:ext cx="132273" cy="83437"/>
            </a:xfrm>
            <a:custGeom>
              <a:avLst/>
              <a:gdLst>
                <a:gd name="connsiteX0" fmla="*/ 128828 w 132273"/>
                <a:gd name="connsiteY0" fmla="*/ 83437 h 83437"/>
                <a:gd name="connsiteX1" fmla="*/ 125382 w 132273"/>
                <a:gd name="connsiteY1" fmla="*/ 79991 h 83437"/>
                <a:gd name="connsiteX2" fmla="*/ 125382 w 132273"/>
                <a:gd name="connsiteY2" fmla="*/ 66151 h 83437"/>
                <a:gd name="connsiteX3" fmla="*/ 107982 w 132273"/>
                <a:gd name="connsiteY3" fmla="*/ 24291 h 83437"/>
                <a:gd name="connsiteX4" fmla="*/ 66151 w 132273"/>
                <a:gd name="connsiteY4" fmla="*/ 6892 h 83437"/>
                <a:gd name="connsiteX5" fmla="*/ 6892 w 132273"/>
                <a:gd name="connsiteY5" fmla="*/ 66151 h 83437"/>
                <a:gd name="connsiteX6" fmla="*/ 6892 w 132273"/>
                <a:gd name="connsiteY6" fmla="*/ 79991 h 83437"/>
                <a:gd name="connsiteX7" fmla="*/ 3446 w 132273"/>
                <a:gd name="connsiteY7" fmla="*/ 83437 h 83437"/>
                <a:gd name="connsiteX8" fmla="*/ 0 w 132273"/>
                <a:gd name="connsiteY8" fmla="*/ 79991 h 83437"/>
                <a:gd name="connsiteX9" fmla="*/ 0 w 132273"/>
                <a:gd name="connsiteY9" fmla="*/ 66151 h 83437"/>
                <a:gd name="connsiteX10" fmla="*/ 66151 w 132273"/>
                <a:gd name="connsiteY10" fmla="*/ 0 h 83437"/>
                <a:gd name="connsiteX11" fmla="*/ 112841 w 132273"/>
                <a:gd name="connsiteY11" fmla="*/ 19405 h 83437"/>
                <a:gd name="connsiteX12" fmla="*/ 132273 w 132273"/>
                <a:gd name="connsiteY12" fmla="*/ 66123 h 83437"/>
                <a:gd name="connsiteX13" fmla="*/ 132273 w 132273"/>
                <a:gd name="connsiteY13" fmla="*/ 79963 h 83437"/>
                <a:gd name="connsiteX14" fmla="*/ 128828 w 132273"/>
                <a:gd name="connsiteY14" fmla="*/ 83409 h 83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2273" h="83437">
                  <a:moveTo>
                    <a:pt x="128828" y="83437"/>
                  </a:moveTo>
                  <a:cubicBezTo>
                    <a:pt x="126935" y="83437"/>
                    <a:pt x="125382" y="81884"/>
                    <a:pt x="125382" y="79991"/>
                  </a:cubicBezTo>
                  <a:lnTo>
                    <a:pt x="125382" y="66151"/>
                  </a:lnTo>
                  <a:cubicBezTo>
                    <a:pt x="125382" y="50390"/>
                    <a:pt x="119196" y="35533"/>
                    <a:pt x="107982" y="24291"/>
                  </a:cubicBezTo>
                  <a:cubicBezTo>
                    <a:pt x="96741" y="13078"/>
                    <a:pt x="81884" y="6892"/>
                    <a:pt x="66151" y="6892"/>
                  </a:cubicBezTo>
                  <a:cubicBezTo>
                    <a:pt x="33471" y="6892"/>
                    <a:pt x="6892" y="33471"/>
                    <a:pt x="6892" y="66151"/>
                  </a:cubicBezTo>
                  <a:lnTo>
                    <a:pt x="6892" y="79991"/>
                  </a:lnTo>
                  <a:cubicBezTo>
                    <a:pt x="6892" y="81884"/>
                    <a:pt x="5338" y="83437"/>
                    <a:pt x="3446" y="83437"/>
                  </a:cubicBezTo>
                  <a:cubicBezTo>
                    <a:pt x="1553" y="83437"/>
                    <a:pt x="0" y="81884"/>
                    <a:pt x="0" y="79991"/>
                  </a:cubicBezTo>
                  <a:lnTo>
                    <a:pt x="0" y="66151"/>
                  </a:lnTo>
                  <a:cubicBezTo>
                    <a:pt x="0" y="29686"/>
                    <a:pt x="29686" y="0"/>
                    <a:pt x="66151" y="0"/>
                  </a:cubicBezTo>
                  <a:cubicBezTo>
                    <a:pt x="83720" y="0"/>
                    <a:pt x="100300" y="6892"/>
                    <a:pt x="112841" y="19405"/>
                  </a:cubicBezTo>
                  <a:cubicBezTo>
                    <a:pt x="125353" y="31946"/>
                    <a:pt x="132273" y="48554"/>
                    <a:pt x="132273" y="66123"/>
                  </a:cubicBezTo>
                  <a:lnTo>
                    <a:pt x="132273" y="79963"/>
                  </a:lnTo>
                  <a:cubicBezTo>
                    <a:pt x="132273" y="81855"/>
                    <a:pt x="130720" y="83409"/>
                    <a:pt x="128828" y="83409"/>
                  </a:cubicBezTo>
                  <a:close/>
                </a:path>
              </a:pathLst>
            </a:custGeom>
            <a:solidFill>
              <a:srgbClr val="17A3A3"/>
            </a:solidFill>
            <a:ln w="2824" cap="flat">
              <a:noFill/>
              <a:prstDash val="solid"/>
              <a:miter/>
            </a:ln>
          </p:spPr>
          <p:txBody>
            <a:bodyPr rtlCol="1" anchor="ctr"/>
            <a:lstStyle/>
            <a:p>
              <a:endParaRPr lang="ar-SA"/>
            </a:p>
          </p:txBody>
        </p:sp>
        <p:sp>
          <p:nvSpPr>
            <p:cNvPr id="7589" name="شكل حر: شكل 8487">
              <a:extLst>
                <a:ext uri="{FF2B5EF4-FFF2-40B4-BE49-F238E27FC236}">
                  <a16:creationId xmlns:a16="http://schemas.microsoft.com/office/drawing/2014/main" id="{A38F9961-1373-20D1-7B01-FDC24D7EF1FC}"/>
                </a:ext>
              </a:extLst>
            </p:cNvPr>
            <p:cNvSpPr/>
            <p:nvPr/>
          </p:nvSpPr>
          <p:spPr>
            <a:xfrm>
              <a:off x="1494276" y="565530"/>
              <a:ext cx="241075" cy="207095"/>
            </a:xfrm>
            <a:custGeom>
              <a:avLst/>
              <a:gdLst>
                <a:gd name="connsiteX0" fmla="*/ 210062 w 241075"/>
                <a:gd name="connsiteY0" fmla="*/ 207096 h 207095"/>
                <a:gd name="connsiteX1" fmla="*/ 31014 w 241075"/>
                <a:gd name="connsiteY1" fmla="*/ 207096 h 207095"/>
                <a:gd name="connsiteX2" fmla="*/ 0 w 241075"/>
                <a:gd name="connsiteY2" fmla="*/ 176082 h 207095"/>
                <a:gd name="connsiteX3" fmla="*/ 0 w 241075"/>
                <a:gd name="connsiteY3" fmla="*/ 31014 h 207095"/>
                <a:gd name="connsiteX4" fmla="*/ 31014 w 241075"/>
                <a:gd name="connsiteY4" fmla="*/ 0 h 207095"/>
                <a:gd name="connsiteX5" fmla="*/ 210062 w 241075"/>
                <a:gd name="connsiteY5" fmla="*/ 0 h 207095"/>
                <a:gd name="connsiteX6" fmla="*/ 241075 w 241075"/>
                <a:gd name="connsiteY6" fmla="*/ 31014 h 207095"/>
                <a:gd name="connsiteX7" fmla="*/ 241075 w 241075"/>
                <a:gd name="connsiteY7" fmla="*/ 176082 h 207095"/>
                <a:gd name="connsiteX8" fmla="*/ 210062 w 241075"/>
                <a:gd name="connsiteY8" fmla="*/ 207096 h 207095"/>
                <a:gd name="connsiteX9" fmla="*/ 31014 w 241075"/>
                <a:gd name="connsiteY9" fmla="*/ 6892 h 207095"/>
                <a:gd name="connsiteX10" fmla="*/ 6892 w 241075"/>
                <a:gd name="connsiteY10" fmla="*/ 31014 h 207095"/>
                <a:gd name="connsiteX11" fmla="*/ 6892 w 241075"/>
                <a:gd name="connsiteY11" fmla="*/ 176082 h 207095"/>
                <a:gd name="connsiteX12" fmla="*/ 31014 w 241075"/>
                <a:gd name="connsiteY12" fmla="*/ 200204 h 207095"/>
                <a:gd name="connsiteX13" fmla="*/ 210062 w 241075"/>
                <a:gd name="connsiteY13" fmla="*/ 200204 h 207095"/>
                <a:gd name="connsiteX14" fmla="*/ 234183 w 241075"/>
                <a:gd name="connsiteY14" fmla="*/ 176082 h 207095"/>
                <a:gd name="connsiteX15" fmla="*/ 234183 w 241075"/>
                <a:gd name="connsiteY15" fmla="*/ 31014 h 207095"/>
                <a:gd name="connsiteX16" fmla="*/ 210062 w 241075"/>
                <a:gd name="connsiteY16" fmla="*/ 6892 h 207095"/>
                <a:gd name="connsiteX17" fmla="*/ 31014 w 241075"/>
                <a:gd name="connsiteY17" fmla="*/ 6892 h 207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1075" h="207095">
                  <a:moveTo>
                    <a:pt x="210062" y="207096"/>
                  </a:moveTo>
                  <a:lnTo>
                    <a:pt x="31014" y="207096"/>
                  </a:lnTo>
                  <a:cubicBezTo>
                    <a:pt x="13925" y="207096"/>
                    <a:pt x="0" y="193199"/>
                    <a:pt x="0" y="176082"/>
                  </a:cubicBezTo>
                  <a:lnTo>
                    <a:pt x="0" y="31014"/>
                  </a:lnTo>
                  <a:cubicBezTo>
                    <a:pt x="0" y="13925"/>
                    <a:pt x="13897" y="0"/>
                    <a:pt x="31014" y="0"/>
                  </a:cubicBezTo>
                  <a:lnTo>
                    <a:pt x="210062" y="0"/>
                  </a:lnTo>
                  <a:cubicBezTo>
                    <a:pt x="227150" y="0"/>
                    <a:pt x="241075" y="13897"/>
                    <a:pt x="241075" y="31014"/>
                  </a:cubicBezTo>
                  <a:lnTo>
                    <a:pt x="241075" y="176082"/>
                  </a:lnTo>
                  <a:cubicBezTo>
                    <a:pt x="241075" y="193171"/>
                    <a:pt x="227178" y="207096"/>
                    <a:pt x="210062" y="207096"/>
                  </a:cubicBezTo>
                  <a:close/>
                  <a:moveTo>
                    <a:pt x="31014" y="6892"/>
                  </a:moveTo>
                  <a:cubicBezTo>
                    <a:pt x="17710" y="6892"/>
                    <a:pt x="6892" y="17710"/>
                    <a:pt x="6892" y="31014"/>
                  </a:cubicBezTo>
                  <a:lnTo>
                    <a:pt x="6892" y="176082"/>
                  </a:lnTo>
                  <a:cubicBezTo>
                    <a:pt x="6892" y="189386"/>
                    <a:pt x="17710" y="200204"/>
                    <a:pt x="31014" y="200204"/>
                  </a:cubicBezTo>
                  <a:lnTo>
                    <a:pt x="210062" y="200204"/>
                  </a:lnTo>
                  <a:cubicBezTo>
                    <a:pt x="223365" y="200204"/>
                    <a:pt x="234183" y="189386"/>
                    <a:pt x="234183" y="176082"/>
                  </a:cubicBezTo>
                  <a:lnTo>
                    <a:pt x="234183" y="31014"/>
                  </a:lnTo>
                  <a:cubicBezTo>
                    <a:pt x="234183" y="17710"/>
                    <a:pt x="223365" y="6892"/>
                    <a:pt x="210062" y="6892"/>
                  </a:cubicBezTo>
                  <a:lnTo>
                    <a:pt x="31014" y="6892"/>
                  </a:lnTo>
                  <a:close/>
                </a:path>
              </a:pathLst>
            </a:custGeom>
            <a:solidFill>
              <a:srgbClr val="01355A"/>
            </a:solidFill>
            <a:ln w="2824" cap="flat">
              <a:noFill/>
              <a:prstDash val="solid"/>
              <a:miter/>
            </a:ln>
          </p:spPr>
          <p:txBody>
            <a:bodyPr rtlCol="1" anchor="ctr"/>
            <a:lstStyle/>
            <a:p>
              <a:endParaRPr lang="ar-SA"/>
            </a:p>
          </p:txBody>
        </p:sp>
        <p:sp>
          <p:nvSpPr>
            <p:cNvPr id="7590" name="شكل حر: شكل 8488">
              <a:extLst>
                <a:ext uri="{FF2B5EF4-FFF2-40B4-BE49-F238E27FC236}">
                  <a16:creationId xmlns:a16="http://schemas.microsoft.com/office/drawing/2014/main" id="{BA2EEE69-FD96-D687-D047-B6D4092BBB51}"/>
                </a:ext>
              </a:extLst>
            </p:cNvPr>
            <p:cNvSpPr/>
            <p:nvPr/>
          </p:nvSpPr>
          <p:spPr>
            <a:xfrm>
              <a:off x="1585339" y="610073"/>
              <a:ext cx="58976" cy="93294"/>
            </a:xfrm>
            <a:custGeom>
              <a:avLst/>
              <a:gdLst>
                <a:gd name="connsiteX0" fmla="*/ 29488 w 58976"/>
                <a:gd name="connsiteY0" fmla="*/ 93295 h 93294"/>
                <a:gd name="connsiteX1" fmla="*/ 12823 w 58976"/>
                <a:gd name="connsiteY1" fmla="*/ 76630 h 93294"/>
                <a:gd name="connsiteX2" fmla="*/ 12823 w 58976"/>
                <a:gd name="connsiteY2" fmla="*/ 53779 h 93294"/>
                <a:gd name="connsiteX3" fmla="*/ 0 w 58976"/>
                <a:gd name="connsiteY3" fmla="*/ 29488 h 93294"/>
                <a:gd name="connsiteX4" fmla="*/ 29488 w 58976"/>
                <a:gd name="connsiteY4" fmla="*/ 0 h 93294"/>
                <a:gd name="connsiteX5" fmla="*/ 58977 w 58976"/>
                <a:gd name="connsiteY5" fmla="*/ 29488 h 93294"/>
                <a:gd name="connsiteX6" fmla="*/ 46153 w 58976"/>
                <a:gd name="connsiteY6" fmla="*/ 53779 h 93294"/>
                <a:gd name="connsiteX7" fmla="*/ 46153 w 58976"/>
                <a:gd name="connsiteY7" fmla="*/ 76630 h 93294"/>
                <a:gd name="connsiteX8" fmla="*/ 29488 w 58976"/>
                <a:gd name="connsiteY8" fmla="*/ 93295 h 93294"/>
                <a:gd name="connsiteX9" fmla="*/ 29488 w 58976"/>
                <a:gd name="connsiteY9" fmla="*/ 6892 h 93294"/>
                <a:gd name="connsiteX10" fmla="*/ 6892 w 58976"/>
                <a:gd name="connsiteY10" fmla="*/ 29488 h 93294"/>
                <a:gd name="connsiteX11" fmla="*/ 18021 w 58976"/>
                <a:gd name="connsiteY11" fmla="*/ 48921 h 93294"/>
                <a:gd name="connsiteX12" fmla="*/ 19715 w 58976"/>
                <a:gd name="connsiteY12" fmla="*/ 51887 h 93294"/>
                <a:gd name="connsiteX13" fmla="*/ 19715 w 58976"/>
                <a:gd name="connsiteY13" fmla="*/ 76602 h 93294"/>
                <a:gd name="connsiteX14" fmla="*/ 29488 w 58976"/>
                <a:gd name="connsiteY14" fmla="*/ 86375 h 93294"/>
                <a:gd name="connsiteX15" fmla="*/ 39261 w 58976"/>
                <a:gd name="connsiteY15" fmla="*/ 76602 h 93294"/>
                <a:gd name="connsiteX16" fmla="*/ 39261 w 58976"/>
                <a:gd name="connsiteY16" fmla="*/ 51887 h 93294"/>
                <a:gd name="connsiteX17" fmla="*/ 40956 w 58976"/>
                <a:gd name="connsiteY17" fmla="*/ 48921 h 93294"/>
                <a:gd name="connsiteX18" fmla="*/ 52085 w 58976"/>
                <a:gd name="connsiteY18" fmla="*/ 29488 h 93294"/>
                <a:gd name="connsiteX19" fmla="*/ 29488 w 58976"/>
                <a:gd name="connsiteY19" fmla="*/ 6892 h 93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8976" h="93294">
                  <a:moveTo>
                    <a:pt x="29488" y="93295"/>
                  </a:moveTo>
                  <a:cubicBezTo>
                    <a:pt x="20308" y="93295"/>
                    <a:pt x="12823" y="85810"/>
                    <a:pt x="12823" y="76630"/>
                  </a:cubicBezTo>
                  <a:lnTo>
                    <a:pt x="12823" y="53779"/>
                  </a:lnTo>
                  <a:cubicBezTo>
                    <a:pt x="4858" y="48300"/>
                    <a:pt x="0" y="39176"/>
                    <a:pt x="0" y="29488"/>
                  </a:cubicBezTo>
                  <a:cubicBezTo>
                    <a:pt x="0" y="13219"/>
                    <a:pt x="13219" y="0"/>
                    <a:pt x="29488" y="0"/>
                  </a:cubicBezTo>
                  <a:cubicBezTo>
                    <a:pt x="45758" y="0"/>
                    <a:pt x="58977" y="13219"/>
                    <a:pt x="58977" y="29488"/>
                  </a:cubicBezTo>
                  <a:cubicBezTo>
                    <a:pt x="58977" y="39176"/>
                    <a:pt x="54118" y="48328"/>
                    <a:pt x="46153" y="53779"/>
                  </a:cubicBezTo>
                  <a:lnTo>
                    <a:pt x="46153" y="76630"/>
                  </a:lnTo>
                  <a:cubicBezTo>
                    <a:pt x="46153" y="85810"/>
                    <a:pt x="38668" y="93295"/>
                    <a:pt x="29488" y="93295"/>
                  </a:cubicBezTo>
                  <a:close/>
                  <a:moveTo>
                    <a:pt x="29488" y="6892"/>
                  </a:moveTo>
                  <a:cubicBezTo>
                    <a:pt x="17032" y="6892"/>
                    <a:pt x="6892" y="17032"/>
                    <a:pt x="6892" y="29488"/>
                  </a:cubicBezTo>
                  <a:cubicBezTo>
                    <a:pt x="6892" y="37425"/>
                    <a:pt x="11157" y="44882"/>
                    <a:pt x="18021" y="48921"/>
                  </a:cubicBezTo>
                  <a:cubicBezTo>
                    <a:pt x="19066" y="49543"/>
                    <a:pt x="19715" y="50672"/>
                    <a:pt x="19715" y="51887"/>
                  </a:cubicBezTo>
                  <a:lnTo>
                    <a:pt x="19715" y="76602"/>
                  </a:lnTo>
                  <a:cubicBezTo>
                    <a:pt x="19715" y="81997"/>
                    <a:pt x="24093" y="86375"/>
                    <a:pt x="29488" y="86375"/>
                  </a:cubicBezTo>
                  <a:cubicBezTo>
                    <a:pt x="34883" y="86375"/>
                    <a:pt x="39261" y="81997"/>
                    <a:pt x="39261" y="76602"/>
                  </a:cubicBezTo>
                  <a:lnTo>
                    <a:pt x="39261" y="51887"/>
                  </a:lnTo>
                  <a:cubicBezTo>
                    <a:pt x="39261" y="50672"/>
                    <a:pt x="39911" y="49543"/>
                    <a:pt x="40956" y="48921"/>
                  </a:cubicBezTo>
                  <a:cubicBezTo>
                    <a:pt x="47820" y="44854"/>
                    <a:pt x="52085" y="37397"/>
                    <a:pt x="52085" y="29488"/>
                  </a:cubicBezTo>
                  <a:cubicBezTo>
                    <a:pt x="52085" y="17032"/>
                    <a:pt x="41944" y="6892"/>
                    <a:pt x="29488" y="6892"/>
                  </a:cubicBezTo>
                  <a:close/>
                </a:path>
              </a:pathLst>
            </a:custGeom>
            <a:solidFill>
              <a:srgbClr val="17A3A3"/>
            </a:solidFill>
            <a:ln w="2824" cap="flat">
              <a:noFill/>
              <a:prstDash val="solid"/>
              <a:miter/>
            </a:ln>
          </p:spPr>
          <p:txBody>
            <a:bodyPr rtlCol="1" anchor="ctr"/>
            <a:lstStyle/>
            <a:p>
              <a:endParaRPr lang="ar-SA"/>
            </a:p>
          </p:txBody>
        </p:sp>
      </p:grpSp>
      <p:grpSp>
        <p:nvGrpSpPr>
          <p:cNvPr id="7591" name="رسم 8014">
            <a:extLst>
              <a:ext uri="{FF2B5EF4-FFF2-40B4-BE49-F238E27FC236}">
                <a16:creationId xmlns:a16="http://schemas.microsoft.com/office/drawing/2014/main" id="{0F33AA83-AAEF-003F-8A67-C9FA32053FB2}"/>
              </a:ext>
            </a:extLst>
          </p:cNvPr>
          <p:cNvGrpSpPr/>
          <p:nvPr/>
        </p:nvGrpSpPr>
        <p:grpSpPr>
          <a:xfrm>
            <a:off x="5948498" y="2487438"/>
            <a:ext cx="187814" cy="222116"/>
            <a:chOff x="6191667" y="1340501"/>
            <a:chExt cx="224494" cy="281805"/>
          </a:xfrm>
        </p:grpSpPr>
        <p:sp>
          <p:nvSpPr>
            <p:cNvPr id="7592" name="شكل حر: شكل 8490">
              <a:extLst>
                <a:ext uri="{FF2B5EF4-FFF2-40B4-BE49-F238E27FC236}">
                  <a16:creationId xmlns:a16="http://schemas.microsoft.com/office/drawing/2014/main" id="{BCE71F1A-2F05-9922-20D1-7F37C6F38EE6}"/>
                </a:ext>
              </a:extLst>
            </p:cNvPr>
            <p:cNvSpPr/>
            <p:nvPr/>
          </p:nvSpPr>
          <p:spPr>
            <a:xfrm>
              <a:off x="6191667" y="1340501"/>
              <a:ext cx="224494" cy="281805"/>
            </a:xfrm>
            <a:custGeom>
              <a:avLst/>
              <a:gdLst>
                <a:gd name="connsiteX0" fmla="*/ 161649 w 224494"/>
                <a:gd name="connsiteY0" fmla="*/ 281777 h 281805"/>
                <a:gd name="connsiteX1" fmla="*/ 62903 w 224494"/>
                <a:gd name="connsiteY1" fmla="*/ 281777 h 281805"/>
                <a:gd name="connsiteX2" fmla="*/ 0 w 224494"/>
                <a:gd name="connsiteY2" fmla="*/ 218874 h 281805"/>
                <a:gd name="connsiteX3" fmla="*/ 0 w 224494"/>
                <a:gd name="connsiteY3" fmla="*/ 90555 h 281805"/>
                <a:gd name="connsiteX4" fmla="*/ 37369 w 224494"/>
                <a:gd name="connsiteY4" fmla="*/ 46012 h 281805"/>
                <a:gd name="connsiteX5" fmla="*/ 50079 w 224494"/>
                <a:gd name="connsiteY5" fmla="*/ 30844 h 281805"/>
                <a:gd name="connsiteX6" fmla="*/ 50079 w 224494"/>
                <a:gd name="connsiteY6" fmla="*/ 3446 h 281805"/>
                <a:gd name="connsiteX7" fmla="*/ 53525 w 224494"/>
                <a:gd name="connsiteY7" fmla="*/ 0 h 281805"/>
                <a:gd name="connsiteX8" fmla="*/ 143459 w 224494"/>
                <a:gd name="connsiteY8" fmla="*/ 0 h 281805"/>
                <a:gd name="connsiteX9" fmla="*/ 146905 w 224494"/>
                <a:gd name="connsiteY9" fmla="*/ 3446 h 281805"/>
                <a:gd name="connsiteX10" fmla="*/ 143459 w 224494"/>
                <a:gd name="connsiteY10" fmla="*/ 6892 h 281805"/>
                <a:gd name="connsiteX11" fmla="*/ 56971 w 224494"/>
                <a:gd name="connsiteY11" fmla="*/ 6892 h 281805"/>
                <a:gd name="connsiteX12" fmla="*/ 56971 w 224494"/>
                <a:gd name="connsiteY12" fmla="*/ 30872 h 281805"/>
                <a:gd name="connsiteX13" fmla="*/ 38555 w 224494"/>
                <a:gd name="connsiteY13" fmla="*/ 52819 h 281805"/>
                <a:gd name="connsiteX14" fmla="*/ 6864 w 224494"/>
                <a:gd name="connsiteY14" fmla="*/ 90583 h 281805"/>
                <a:gd name="connsiteX15" fmla="*/ 6864 w 224494"/>
                <a:gd name="connsiteY15" fmla="*/ 218902 h 281805"/>
                <a:gd name="connsiteX16" fmla="*/ 62874 w 224494"/>
                <a:gd name="connsiteY16" fmla="*/ 274913 h 281805"/>
                <a:gd name="connsiteX17" fmla="*/ 161620 w 224494"/>
                <a:gd name="connsiteY17" fmla="*/ 274913 h 281805"/>
                <a:gd name="connsiteX18" fmla="*/ 217631 w 224494"/>
                <a:gd name="connsiteY18" fmla="*/ 218902 h 281805"/>
                <a:gd name="connsiteX19" fmla="*/ 217631 w 224494"/>
                <a:gd name="connsiteY19" fmla="*/ 90583 h 281805"/>
                <a:gd name="connsiteX20" fmla="*/ 185940 w 224494"/>
                <a:gd name="connsiteY20" fmla="*/ 52819 h 281805"/>
                <a:gd name="connsiteX21" fmla="*/ 167524 w 224494"/>
                <a:gd name="connsiteY21" fmla="*/ 30872 h 281805"/>
                <a:gd name="connsiteX22" fmla="*/ 167524 w 224494"/>
                <a:gd name="connsiteY22" fmla="*/ 3474 h 281805"/>
                <a:gd name="connsiteX23" fmla="*/ 170970 w 224494"/>
                <a:gd name="connsiteY23" fmla="*/ 28 h 281805"/>
                <a:gd name="connsiteX24" fmla="*/ 174416 w 224494"/>
                <a:gd name="connsiteY24" fmla="*/ 3474 h 281805"/>
                <a:gd name="connsiteX25" fmla="*/ 174416 w 224494"/>
                <a:gd name="connsiteY25" fmla="*/ 30872 h 281805"/>
                <a:gd name="connsiteX26" fmla="*/ 187126 w 224494"/>
                <a:gd name="connsiteY26" fmla="*/ 46040 h 281805"/>
                <a:gd name="connsiteX27" fmla="*/ 224495 w 224494"/>
                <a:gd name="connsiteY27" fmla="*/ 90583 h 281805"/>
                <a:gd name="connsiteX28" fmla="*/ 224495 w 224494"/>
                <a:gd name="connsiteY28" fmla="*/ 218902 h 281805"/>
                <a:gd name="connsiteX29" fmla="*/ 161592 w 224494"/>
                <a:gd name="connsiteY29" fmla="*/ 281805 h 281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24494" h="281805">
                  <a:moveTo>
                    <a:pt x="161649" y="281777"/>
                  </a:moveTo>
                  <a:lnTo>
                    <a:pt x="62903" y="281777"/>
                  </a:lnTo>
                  <a:cubicBezTo>
                    <a:pt x="28217" y="281777"/>
                    <a:pt x="0" y="253560"/>
                    <a:pt x="0" y="218874"/>
                  </a:cubicBezTo>
                  <a:lnTo>
                    <a:pt x="0" y="90555"/>
                  </a:lnTo>
                  <a:cubicBezTo>
                    <a:pt x="0" y="68552"/>
                    <a:pt x="15705" y="49825"/>
                    <a:pt x="37369" y="46012"/>
                  </a:cubicBezTo>
                  <a:cubicBezTo>
                    <a:pt x="44741" y="44713"/>
                    <a:pt x="50079" y="38329"/>
                    <a:pt x="50079" y="30844"/>
                  </a:cubicBezTo>
                  <a:lnTo>
                    <a:pt x="50079" y="3446"/>
                  </a:lnTo>
                  <a:cubicBezTo>
                    <a:pt x="50079" y="1554"/>
                    <a:pt x="51633" y="0"/>
                    <a:pt x="53525" y="0"/>
                  </a:cubicBezTo>
                  <a:lnTo>
                    <a:pt x="143459" y="0"/>
                  </a:lnTo>
                  <a:cubicBezTo>
                    <a:pt x="145351" y="0"/>
                    <a:pt x="146905" y="1554"/>
                    <a:pt x="146905" y="3446"/>
                  </a:cubicBezTo>
                  <a:cubicBezTo>
                    <a:pt x="146905" y="5338"/>
                    <a:pt x="145351" y="6892"/>
                    <a:pt x="143459" y="6892"/>
                  </a:cubicBezTo>
                  <a:lnTo>
                    <a:pt x="56971" y="6892"/>
                  </a:lnTo>
                  <a:lnTo>
                    <a:pt x="56971" y="30872"/>
                  </a:lnTo>
                  <a:cubicBezTo>
                    <a:pt x="56971" y="41690"/>
                    <a:pt x="49232" y="50927"/>
                    <a:pt x="38555" y="52819"/>
                  </a:cubicBezTo>
                  <a:cubicBezTo>
                    <a:pt x="20196" y="56067"/>
                    <a:pt x="6864" y="71941"/>
                    <a:pt x="6864" y="90583"/>
                  </a:cubicBezTo>
                  <a:lnTo>
                    <a:pt x="6864" y="218902"/>
                  </a:lnTo>
                  <a:cubicBezTo>
                    <a:pt x="6864" y="249803"/>
                    <a:pt x="32002" y="274913"/>
                    <a:pt x="62874" y="274913"/>
                  </a:cubicBezTo>
                  <a:lnTo>
                    <a:pt x="161620" y="274913"/>
                  </a:lnTo>
                  <a:cubicBezTo>
                    <a:pt x="192521" y="274913"/>
                    <a:pt x="217631" y="249775"/>
                    <a:pt x="217631" y="218902"/>
                  </a:cubicBezTo>
                  <a:lnTo>
                    <a:pt x="217631" y="90583"/>
                  </a:lnTo>
                  <a:cubicBezTo>
                    <a:pt x="217631" y="71941"/>
                    <a:pt x="204299" y="56067"/>
                    <a:pt x="185940" y="52819"/>
                  </a:cubicBezTo>
                  <a:cubicBezTo>
                    <a:pt x="175263" y="50927"/>
                    <a:pt x="167524" y="41719"/>
                    <a:pt x="167524" y="30872"/>
                  </a:cubicBezTo>
                  <a:lnTo>
                    <a:pt x="167524" y="3474"/>
                  </a:lnTo>
                  <a:cubicBezTo>
                    <a:pt x="167524" y="1582"/>
                    <a:pt x="169077" y="28"/>
                    <a:pt x="170970" y="28"/>
                  </a:cubicBezTo>
                  <a:cubicBezTo>
                    <a:pt x="172862" y="28"/>
                    <a:pt x="174416" y="1582"/>
                    <a:pt x="174416" y="3474"/>
                  </a:cubicBezTo>
                  <a:lnTo>
                    <a:pt x="174416" y="30872"/>
                  </a:lnTo>
                  <a:cubicBezTo>
                    <a:pt x="174416" y="38357"/>
                    <a:pt x="179754" y="44741"/>
                    <a:pt x="187126" y="46040"/>
                  </a:cubicBezTo>
                  <a:cubicBezTo>
                    <a:pt x="208791" y="49853"/>
                    <a:pt x="224495" y="68608"/>
                    <a:pt x="224495" y="90583"/>
                  </a:cubicBezTo>
                  <a:lnTo>
                    <a:pt x="224495" y="218902"/>
                  </a:lnTo>
                  <a:cubicBezTo>
                    <a:pt x="224495" y="253588"/>
                    <a:pt x="196278" y="281805"/>
                    <a:pt x="161592" y="281805"/>
                  </a:cubicBezTo>
                  <a:close/>
                </a:path>
              </a:pathLst>
            </a:custGeom>
            <a:solidFill>
              <a:srgbClr val="01355A"/>
            </a:solidFill>
            <a:ln w="2824" cap="flat">
              <a:noFill/>
              <a:prstDash val="solid"/>
              <a:miter/>
            </a:ln>
          </p:spPr>
          <p:txBody>
            <a:bodyPr rtlCol="1" anchor="ctr"/>
            <a:lstStyle/>
            <a:p>
              <a:endParaRPr lang="ar-SA"/>
            </a:p>
          </p:txBody>
        </p:sp>
        <p:grpSp>
          <p:nvGrpSpPr>
            <p:cNvPr id="7593" name="رسم 8014">
              <a:extLst>
                <a:ext uri="{FF2B5EF4-FFF2-40B4-BE49-F238E27FC236}">
                  <a16:creationId xmlns:a16="http://schemas.microsoft.com/office/drawing/2014/main" id="{16CF7A37-17F7-328B-8287-A454433381D7}"/>
                </a:ext>
              </a:extLst>
            </p:cNvPr>
            <p:cNvGrpSpPr/>
            <p:nvPr/>
          </p:nvGrpSpPr>
          <p:grpSpPr>
            <a:xfrm>
              <a:off x="6254202" y="1427836"/>
              <a:ext cx="99480" cy="152440"/>
              <a:chOff x="6254202" y="1427836"/>
              <a:chExt cx="99480" cy="152440"/>
            </a:xfrm>
            <a:solidFill>
              <a:srgbClr val="17A3A3"/>
            </a:solidFill>
          </p:grpSpPr>
          <p:sp>
            <p:nvSpPr>
              <p:cNvPr id="7595" name="شكل حر: شكل 8492">
                <a:extLst>
                  <a:ext uri="{FF2B5EF4-FFF2-40B4-BE49-F238E27FC236}">
                    <a16:creationId xmlns:a16="http://schemas.microsoft.com/office/drawing/2014/main" id="{07141472-3540-7A0B-1B8B-1C8BDCD5BA50}"/>
                  </a:ext>
                </a:extLst>
              </p:cNvPr>
              <p:cNvSpPr/>
              <p:nvPr/>
            </p:nvSpPr>
            <p:spPr>
              <a:xfrm>
                <a:off x="6257902" y="1443512"/>
                <a:ext cx="6892" cy="33922"/>
              </a:xfrm>
              <a:custGeom>
                <a:avLst/>
                <a:gdLst>
                  <a:gd name="connsiteX0" fmla="*/ 3446 w 6892"/>
                  <a:gd name="connsiteY0" fmla="*/ 33923 h 33922"/>
                  <a:gd name="connsiteX1" fmla="*/ 0 w 6892"/>
                  <a:gd name="connsiteY1" fmla="*/ 30477 h 33922"/>
                  <a:gd name="connsiteX2" fmla="*/ 0 w 6892"/>
                  <a:gd name="connsiteY2" fmla="*/ 3446 h 33922"/>
                  <a:gd name="connsiteX3" fmla="*/ 3446 w 6892"/>
                  <a:gd name="connsiteY3" fmla="*/ 0 h 33922"/>
                  <a:gd name="connsiteX4" fmla="*/ 6892 w 6892"/>
                  <a:gd name="connsiteY4" fmla="*/ 3446 h 33922"/>
                  <a:gd name="connsiteX5" fmla="*/ 6892 w 6892"/>
                  <a:gd name="connsiteY5" fmla="*/ 30477 h 33922"/>
                  <a:gd name="connsiteX6" fmla="*/ 3446 w 6892"/>
                  <a:gd name="connsiteY6" fmla="*/ 33923 h 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2" h="33922">
                    <a:moveTo>
                      <a:pt x="3446" y="33923"/>
                    </a:moveTo>
                    <a:cubicBezTo>
                      <a:pt x="1554" y="33923"/>
                      <a:pt x="0" y="32369"/>
                      <a:pt x="0" y="30477"/>
                    </a:cubicBezTo>
                    <a:lnTo>
                      <a:pt x="0" y="3446"/>
                    </a:lnTo>
                    <a:cubicBezTo>
                      <a:pt x="0" y="1553"/>
                      <a:pt x="1554" y="0"/>
                      <a:pt x="3446" y="0"/>
                    </a:cubicBezTo>
                    <a:cubicBezTo>
                      <a:pt x="5338" y="0"/>
                      <a:pt x="6892" y="1553"/>
                      <a:pt x="6892" y="3446"/>
                    </a:cubicBezTo>
                    <a:lnTo>
                      <a:pt x="6892" y="30477"/>
                    </a:lnTo>
                    <a:cubicBezTo>
                      <a:pt x="6892" y="32369"/>
                      <a:pt x="5338" y="33923"/>
                      <a:pt x="3446" y="33923"/>
                    </a:cubicBezTo>
                    <a:close/>
                  </a:path>
                </a:pathLst>
              </a:custGeom>
              <a:solidFill>
                <a:srgbClr val="17A3A3"/>
              </a:solidFill>
              <a:ln w="2824" cap="flat">
                <a:noFill/>
                <a:prstDash val="solid"/>
                <a:miter/>
              </a:ln>
            </p:spPr>
            <p:txBody>
              <a:bodyPr rtlCol="1" anchor="ctr"/>
              <a:lstStyle/>
              <a:p>
                <a:endParaRPr lang="ar-SA"/>
              </a:p>
            </p:txBody>
          </p:sp>
          <p:sp>
            <p:nvSpPr>
              <p:cNvPr id="7596" name="شكل حر: شكل 8493">
                <a:extLst>
                  <a:ext uri="{FF2B5EF4-FFF2-40B4-BE49-F238E27FC236}">
                    <a16:creationId xmlns:a16="http://schemas.microsoft.com/office/drawing/2014/main" id="{C975D803-E05C-354D-D823-968DC74CD7FB}"/>
                  </a:ext>
                </a:extLst>
              </p:cNvPr>
              <p:cNvSpPr/>
              <p:nvPr/>
            </p:nvSpPr>
            <p:spPr>
              <a:xfrm>
                <a:off x="6300497" y="1427836"/>
                <a:ext cx="6891" cy="33922"/>
              </a:xfrm>
              <a:custGeom>
                <a:avLst/>
                <a:gdLst>
                  <a:gd name="connsiteX0" fmla="*/ 3446 w 6891"/>
                  <a:gd name="connsiteY0" fmla="*/ 33923 h 33922"/>
                  <a:gd name="connsiteX1" fmla="*/ 0 w 6891"/>
                  <a:gd name="connsiteY1" fmla="*/ 30477 h 33922"/>
                  <a:gd name="connsiteX2" fmla="*/ 0 w 6891"/>
                  <a:gd name="connsiteY2" fmla="*/ 3446 h 33922"/>
                  <a:gd name="connsiteX3" fmla="*/ 3446 w 6891"/>
                  <a:gd name="connsiteY3" fmla="*/ 0 h 33922"/>
                  <a:gd name="connsiteX4" fmla="*/ 6892 w 6891"/>
                  <a:gd name="connsiteY4" fmla="*/ 3446 h 33922"/>
                  <a:gd name="connsiteX5" fmla="*/ 6892 w 6891"/>
                  <a:gd name="connsiteY5" fmla="*/ 30477 h 33922"/>
                  <a:gd name="connsiteX6" fmla="*/ 3446 w 6891"/>
                  <a:gd name="connsiteY6" fmla="*/ 33923 h 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33922">
                    <a:moveTo>
                      <a:pt x="3446" y="33923"/>
                    </a:moveTo>
                    <a:cubicBezTo>
                      <a:pt x="1553" y="33923"/>
                      <a:pt x="0" y="32369"/>
                      <a:pt x="0" y="30477"/>
                    </a:cubicBezTo>
                    <a:lnTo>
                      <a:pt x="0" y="3446"/>
                    </a:lnTo>
                    <a:cubicBezTo>
                      <a:pt x="0" y="1553"/>
                      <a:pt x="1553" y="0"/>
                      <a:pt x="3446" y="0"/>
                    </a:cubicBezTo>
                    <a:cubicBezTo>
                      <a:pt x="5338" y="0"/>
                      <a:pt x="6892" y="1553"/>
                      <a:pt x="6892" y="3446"/>
                    </a:cubicBezTo>
                    <a:lnTo>
                      <a:pt x="6892" y="30477"/>
                    </a:lnTo>
                    <a:cubicBezTo>
                      <a:pt x="6892" y="32369"/>
                      <a:pt x="5338" y="33923"/>
                      <a:pt x="3446" y="33923"/>
                    </a:cubicBezTo>
                    <a:close/>
                  </a:path>
                </a:pathLst>
              </a:custGeom>
              <a:solidFill>
                <a:srgbClr val="17A3A3"/>
              </a:solidFill>
              <a:ln w="2824" cap="flat">
                <a:noFill/>
                <a:prstDash val="solid"/>
                <a:miter/>
              </a:ln>
            </p:spPr>
            <p:txBody>
              <a:bodyPr rtlCol="1" anchor="ctr"/>
              <a:lstStyle/>
              <a:p>
                <a:endParaRPr lang="ar-SA"/>
              </a:p>
            </p:txBody>
          </p:sp>
          <p:sp>
            <p:nvSpPr>
              <p:cNvPr id="7597" name="شكل حر: شكل 8494">
                <a:extLst>
                  <a:ext uri="{FF2B5EF4-FFF2-40B4-BE49-F238E27FC236}">
                    <a16:creationId xmlns:a16="http://schemas.microsoft.com/office/drawing/2014/main" id="{0B5DA8F2-4B39-1E2E-1F3D-58CBCB92B17F}"/>
                  </a:ext>
                </a:extLst>
              </p:cNvPr>
              <p:cNvSpPr/>
              <p:nvPr/>
            </p:nvSpPr>
            <p:spPr>
              <a:xfrm>
                <a:off x="6343119" y="1448116"/>
                <a:ext cx="6892" cy="33922"/>
              </a:xfrm>
              <a:custGeom>
                <a:avLst/>
                <a:gdLst>
                  <a:gd name="connsiteX0" fmla="*/ 3446 w 6892"/>
                  <a:gd name="connsiteY0" fmla="*/ 33923 h 33922"/>
                  <a:gd name="connsiteX1" fmla="*/ 0 w 6892"/>
                  <a:gd name="connsiteY1" fmla="*/ 30477 h 33922"/>
                  <a:gd name="connsiteX2" fmla="*/ 0 w 6892"/>
                  <a:gd name="connsiteY2" fmla="*/ 3446 h 33922"/>
                  <a:gd name="connsiteX3" fmla="*/ 3446 w 6892"/>
                  <a:gd name="connsiteY3" fmla="*/ 0 h 33922"/>
                  <a:gd name="connsiteX4" fmla="*/ 6892 w 6892"/>
                  <a:gd name="connsiteY4" fmla="*/ 3446 h 33922"/>
                  <a:gd name="connsiteX5" fmla="*/ 6892 w 6892"/>
                  <a:gd name="connsiteY5" fmla="*/ 30477 h 33922"/>
                  <a:gd name="connsiteX6" fmla="*/ 3446 w 6892"/>
                  <a:gd name="connsiteY6" fmla="*/ 33923 h 3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2" h="33922">
                    <a:moveTo>
                      <a:pt x="3446" y="33923"/>
                    </a:moveTo>
                    <a:cubicBezTo>
                      <a:pt x="1554" y="33923"/>
                      <a:pt x="0" y="32369"/>
                      <a:pt x="0" y="30477"/>
                    </a:cubicBezTo>
                    <a:lnTo>
                      <a:pt x="0" y="3446"/>
                    </a:lnTo>
                    <a:cubicBezTo>
                      <a:pt x="0" y="1553"/>
                      <a:pt x="1554" y="0"/>
                      <a:pt x="3446" y="0"/>
                    </a:cubicBezTo>
                    <a:cubicBezTo>
                      <a:pt x="5338" y="0"/>
                      <a:pt x="6892" y="1553"/>
                      <a:pt x="6892" y="3446"/>
                    </a:cubicBezTo>
                    <a:lnTo>
                      <a:pt x="6892" y="30477"/>
                    </a:lnTo>
                    <a:cubicBezTo>
                      <a:pt x="6892" y="32369"/>
                      <a:pt x="5338" y="33923"/>
                      <a:pt x="3446" y="33923"/>
                    </a:cubicBezTo>
                    <a:close/>
                  </a:path>
                </a:pathLst>
              </a:custGeom>
              <a:solidFill>
                <a:srgbClr val="17A3A3"/>
              </a:solidFill>
              <a:ln w="2824" cap="flat">
                <a:noFill/>
                <a:prstDash val="solid"/>
                <a:miter/>
              </a:ln>
            </p:spPr>
            <p:txBody>
              <a:bodyPr rtlCol="1" anchor="ctr"/>
              <a:lstStyle/>
              <a:p>
                <a:endParaRPr lang="ar-SA"/>
              </a:p>
            </p:txBody>
          </p:sp>
          <p:grpSp>
            <p:nvGrpSpPr>
              <p:cNvPr id="7598" name="رسم 8014">
                <a:extLst>
                  <a:ext uri="{FF2B5EF4-FFF2-40B4-BE49-F238E27FC236}">
                    <a16:creationId xmlns:a16="http://schemas.microsoft.com/office/drawing/2014/main" id="{8B5B1DA9-AB10-F4B2-C03F-FB807EEBEB17}"/>
                  </a:ext>
                </a:extLst>
              </p:cNvPr>
              <p:cNvGrpSpPr/>
              <p:nvPr/>
            </p:nvGrpSpPr>
            <p:grpSpPr>
              <a:xfrm>
                <a:off x="6254202" y="1480797"/>
                <a:ext cx="99480" cy="99480"/>
                <a:chOff x="6254202" y="1480797"/>
                <a:chExt cx="99480" cy="99480"/>
              </a:xfrm>
              <a:solidFill>
                <a:srgbClr val="17A3A3"/>
              </a:solidFill>
            </p:grpSpPr>
            <p:sp>
              <p:nvSpPr>
                <p:cNvPr id="7599" name="شكل حر: شكل 8496">
                  <a:extLst>
                    <a:ext uri="{FF2B5EF4-FFF2-40B4-BE49-F238E27FC236}">
                      <a16:creationId xmlns:a16="http://schemas.microsoft.com/office/drawing/2014/main" id="{29C6EF54-ACBB-89A8-0440-1797C33BED23}"/>
                    </a:ext>
                  </a:extLst>
                </p:cNvPr>
                <p:cNvSpPr/>
                <p:nvPr/>
              </p:nvSpPr>
              <p:spPr>
                <a:xfrm>
                  <a:off x="6254202" y="1480797"/>
                  <a:ext cx="99480" cy="99480"/>
                </a:xfrm>
                <a:custGeom>
                  <a:avLst/>
                  <a:gdLst>
                    <a:gd name="connsiteX0" fmla="*/ 49740 w 99480"/>
                    <a:gd name="connsiteY0" fmla="*/ 99480 h 99480"/>
                    <a:gd name="connsiteX1" fmla="*/ 0 w 99480"/>
                    <a:gd name="connsiteY1" fmla="*/ 49740 h 99480"/>
                    <a:gd name="connsiteX2" fmla="*/ 49740 w 99480"/>
                    <a:gd name="connsiteY2" fmla="*/ 0 h 99480"/>
                    <a:gd name="connsiteX3" fmla="*/ 99480 w 99480"/>
                    <a:gd name="connsiteY3" fmla="*/ 49740 h 99480"/>
                    <a:gd name="connsiteX4" fmla="*/ 49740 w 99480"/>
                    <a:gd name="connsiteY4" fmla="*/ 99480 h 99480"/>
                    <a:gd name="connsiteX5" fmla="*/ 49740 w 99480"/>
                    <a:gd name="connsiteY5" fmla="*/ 6892 h 99480"/>
                    <a:gd name="connsiteX6" fmla="*/ 6892 w 99480"/>
                    <a:gd name="connsiteY6" fmla="*/ 49740 h 99480"/>
                    <a:gd name="connsiteX7" fmla="*/ 49740 w 99480"/>
                    <a:gd name="connsiteY7" fmla="*/ 92589 h 99480"/>
                    <a:gd name="connsiteX8" fmla="*/ 92589 w 99480"/>
                    <a:gd name="connsiteY8" fmla="*/ 49740 h 99480"/>
                    <a:gd name="connsiteX9" fmla="*/ 49740 w 99480"/>
                    <a:gd name="connsiteY9" fmla="*/ 6892 h 99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80" h="99480">
                      <a:moveTo>
                        <a:pt x="49740" y="99480"/>
                      </a:moveTo>
                      <a:cubicBezTo>
                        <a:pt x="22314" y="99480"/>
                        <a:pt x="0" y="77167"/>
                        <a:pt x="0" y="49740"/>
                      </a:cubicBezTo>
                      <a:cubicBezTo>
                        <a:pt x="0" y="22314"/>
                        <a:pt x="22314" y="0"/>
                        <a:pt x="49740" y="0"/>
                      </a:cubicBezTo>
                      <a:cubicBezTo>
                        <a:pt x="77166" y="0"/>
                        <a:pt x="99480" y="22314"/>
                        <a:pt x="99480" y="49740"/>
                      </a:cubicBezTo>
                      <a:cubicBezTo>
                        <a:pt x="99480" y="77167"/>
                        <a:pt x="77166" y="99480"/>
                        <a:pt x="49740" y="99480"/>
                      </a:cubicBezTo>
                      <a:close/>
                      <a:moveTo>
                        <a:pt x="49740" y="6892"/>
                      </a:moveTo>
                      <a:cubicBezTo>
                        <a:pt x="26099" y="6892"/>
                        <a:pt x="6892" y="26127"/>
                        <a:pt x="6892" y="49740"/>
                      </a:cubicBezTo>
                      <a:cubicBezTo>
                        <a:pt x="6892" y="73353"/>
                        <a:pt x="26127" y="92589"/>
                        <a:pt x="49740" y="92589"/>
                      </a:cubicBezTo>
                      <a:cubicBezTo>
                        <a:pt x="73353" y="92589"/>
                        <a:pt x="92589" y="73353"/>
                        <a:pt x="92589" y="49740"/>
                      </a:cubicBezTo>
                      <a:cubicBezTo>
                        <a:pt x="92589" y="26127"/>
                        <a:pt x="73353" y="6892"/>
                        <a:pt x="49740" y="6892"/>
                      </a:cubicBezTo>
                      <a:close/>
                    </a:path>
                  </a:pathLst>
                </a:custGeom>
                <a:solidFill>
                  <a:srgbClr val="17A3A3"/>
                </a:solidFill>
                <a:ln w="2824" cap="flat">
                  <a:noFill/>
                  <a:prstDash val="solid"/>
                  <a:miter/>
                </a:ln>
              </p:spPr>
              <p:txBody>
                <a:bodyPr rtlCol="1" anchor="ctr"/>
                <a:lstStyle/>
                <a:p>
                  <a:endParaRPr lang="ar-SA"/>
                </a:p>
              </p:txBody>
            </p:sp>
            <p:sp>
              <p:nvSpPr>
                <p:cNvPr id="7600" name="شكل حر: شكل 8497">
                  <a:extLst>
                    <a:ext uri="{FF2B5EF4-FFF2-40B4-BE49-F238E27FC236}">
                      <a16:creationId xmlns:a16="http://schemas.microsoft.com/office/drawing/2014/main" id="{12D80221-3889-2416-79C8-B116AF80E86D}"/>
                    </a:ext>
                  </a:extLst>
                </p:cNvPr>
                <p:cNvSpPr/>
                <p:nvPr/>
              </p:nvSpPr>
              <p:spPr>
                <a:xfrm>
                  <a:off x="6288860" y="1505692"/>
                  <a:ext cx="30184" cy="49701"/>
                </a:xfrm>
                <a:custGeom>
                  <a:avLst/>
                  <a:gdLst>
                    <a:gd name="connsiteX0" fmla="*/ 14348 w 30184"/>
                    <a:gd name="connsiteY0" fmla="*/ 49701 h 49701"/>
                    <a:gd name="connsiteX1" fmla="*/ 11043 w 30184"/>
                    <a:gd name="connsiteY1" fmla="*/ 49419 h 49701"/>
                    <a:gd name="connsiteX2" fmla="*/ 2372 w 30184"/>
                    <a:gd name="connsiteY2" fmla="*/ 45719 h 49701"/>
                    <a:gd name="connsiteX3" fmla="*/ 1750 w 30184"/>
                    <a:gd name="connsiteY3" fmla="*/ 40889 h 49701"/>
                    <a:gd name="connsiteX4" fmla="*/ 6580 w 30184"/>
                    <a:gd name="connsiteY4" fmla="*/ 40267 h 49701"/>
                    <a:gd name="connsiteX5" fmla="*/ 12145 w 30184"/>
                    <a:gd name="connsiteY5" fmla="*/ 42612 h 49701"/>
                    <a:gd name="connsiteX6" fmla="*/ 19799 w 30184"/>
                    <a:gd name="connsiteY6" fmla="*/ 41454 h 49701"/>
                    <a:gd name="connsiteX7" fmla="*/ 23189 w 30184"/>
                    <a:gd name="connsiteY7" fmla="*/ 37047 h 49701"/>
                    <a:gd name="connsiteX8" fmla="*/ 14517 w 30184"/>
                    <a:gd name="connsiteY8" fmla="*/ 28235 h 49701"/>
                    <a:gd name="connsiteX9" fmla="*/ 3643 w 30184"/>
                    <a:gd name="connsiteY9" fmla="*/ 22501 h 49701"/>
                    <a:gd name="connsiteX10" fmla="*/ 169 w 30184"/>
                    <a:gd name="connsiteY10" fmla="*/ 11513 h 49701"/>
                    <a:gd name="connsiteX11" fmla="*/ 7004 w 30184"/>
                    <a:gd name="connsiteY11" fmla="*/ 2221 h 49701"/>
                    <a:gd name="connsiteX12" fmla="*/ 19150 w 30184"/>
                    <a:gd name="connsiteY12" fmla="*/ 272 h 49701"/>
                    <a:gd name="connsiteX13" fmla="*/ 27821 w 30184"/>
                    <a:gd name="connsiteY13" fmla="*/ 3972 h 49701"/>
                    <a:gd name="connsiteX14" fmla="*/ 28442 w 30184"/>
                    <a:gd name="connsiteY14" fmla="*/ 8802 h 49701"/>
                    <a:gd name="connsiteX15" fmla="*/ 23612 w 30184"/>
                    <a:gd name="connsiteY15" fmla="*/ 9423 h 49701"/>
                    <a:gd name="connsiteX16" fmla="*/ 18048 w 30184"/>
                    <a:gd name="connsiteY16" fmla="*/ 7051 h 49701"/>
                    <a:gd name="connsiteX17" fmla="*/ 10393 w 30184"/>
                    <a:gd name="connsiteY17" fmla="*/ 8209 h 49701"/>
                    <a:gd name="connsiteX18" fmla="*/ 7004 w 30184"/>
                    <a:gd name="connsiteY18" fmla="*/ 12615 h 49701"/>
                    <a:gd name="connsiteX19" fmla="*/ 8812 w 30184"/>
                    <a:gd name="connsiteY19" fmla="*/ 17869 h 49701"/>
                    <a:gd name="connsiteX20" fmla="*/ 15675 w 30184"/>
                    <a:gd name="connsiteY20" fmla="*/ 21427 h 49701"/>
                    <a:gd name="connsiteX21" fmla="*/ 30024 w 30184"/>
                    <a:gd name="connsiteY21" fmla="*/ 38177 h 49701"/>
                    <a:gd name="connsiteX22" fmla="*/ 23189 w 30184"/>
                    <a:gd name="connsiteY22" fmla="*/ 47470 h 49701"/>
                    <a:gd name="connsiteX23" fmla="*/ 14348 w 30184"/>
                    <a:gd name="connsiteY23" fmla="*/ 49701 h 49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184" h="49701">
                      <a:moveTo>
                        <a:pt x="14348" y="49701"/>
                      </a:moveTo>
                      <a:cubicBezTo>
                        <a:pt x="13246" y="49701"/>
                        <a:pt x="12145" y="49617"/>
                        <a:pt x="11043" y="49419"/>
                      </a:cubicBezTo>
                      <a:cubicBezTo>
                        <a:pt x="7823" y="48882"/>
                        <a:pt x="4829" y="47611"/>
                        <a:pt x="2372" y="45719"/>
                      </a:cubicBezTo>
                      <a:cubicBezTo>
                        <a:pt x="875" y="44561"/>
                        <a:pt x="592" y="42386"/>
                        <a:pt x="1750" y="40889"/>
                      </a:cubicBezTo>
                      <a:cubicBezTo>
                        <a:pt x="2909" y="39392"/>
                        <a:pt x="5083" y="39109"/>
                        <a:pt x="6580" y="40267"/>
                      </a:cubicBezTo>
                      <a:cubicBezTo>
                        <a:pt x="8134" y="41454"/>
                        <a:pt x="10054" y="42273"/>
                        <a:pt x="12145" y="42612"/>
                      </a:cubicBezTo>
                      <a:cubicBezTo>
                        <a:pt x="14913" y="43064"/>
                        <a:pt x="17624" y="42668"/>
                        <a:pt x="19799" y="41454"/>
                      </a:cubicBezTo>
                      <a:cubicBezTo>
                        <a:pt x="21692" y="40380"/>
                        <a:pt x="22906" y="38827"/>
                        <a:pt x="23189" y="37047"/>
                      </a:cubicBezTo>
                      <a:cubicBezTo>
                        <a:pt x="23838" y="33149"/>
                        <a:pt x="19856" y="29110"/>
                        <a:pt x="14517" y="28235"/>
                      </a:cubicBezTo>
                      <a:cubicBezTo>
                        <a:pt x="10196" y="27529"/>
                        <a:pt x="6354" y="25495"/>
                        <a:pt x="3643" y="22501"/>
                      </a:cubicBezTo>
                      <a:cubicBezTo>
                        <a:pt x="762" y="19281"/>
                        <a:pt x="-481" y="15383"/>
                        <a:pt x="169" y="11513"/>
                      </a:cubicBezTo>
                      <a:cubicBezTo>
                        <a:pt x="818" y="7644"/>
                        <a:pt x="3248" y="4339"/>
                        <a:pt x="7004" y="2221"/>
                      </a:cubicBezTo>
                      <a:cubicBezTo>
                        <a:pt x="10506" y="243"/>
                        <a:pt x="14828" y="-435"/>
                        <a:pt x="19150" y="272"/>
                      </a:cubicBezTo>
                      <a:cubicBezTo>
                        <a:pt x="22369" y="808"/>
                        <a:pt x="25364" y="2079"/>
                        <a:pt x="27821" y="3972"/>
                      </a:cubicBezTo>
                      <a:cubicBezTo>
                        <a:pt x="29318" y="5130"/>
                        <a:pt x="29600" y="7305"/>
                        <a:pt x="28442" y="8802"/>
                      </a:cubicBezTo>
                      <a:cubicBezTo>
                        <a:pt x="27284" y="10299"/>
                        <a:pt x="25110" y="10581"/>
                        <a:pt x="23612" y="9423"/>
                      </a:cubicBezTo>
                      <a:cubicBezTo>
                        <a:pt x="22059" y="8237"/>
                        <a:pt x="20138" y="7418"/>
                        <a:pt x="18048" y="7051"/>
                      </a:cubicBezTo>
                      <a:cubicBezTo>
                        <a:pt x="15280" y="6599"/>
                        <a:pt x="12568" y="6994"/>
                        <a:pt x="10393" y="8209"/>
                      </a:cubicBezTo>
                      <a:cubicBezTo>
                        <a:pt x="8501" y="9282"/>
                        <a:pt x="7286" y="10835"/>
                        <a:pt x="7004" y="12615"/>
                      </a:cubicBezTo>
                      <a:cubicBezTo>
                        <a:pt x="6722" y="14394"/>
                        <a:pt x="7343" y="16259"/>
                        <a:pt x="8812" y="17869"/>
                      </a:cubicBezTo>
                      <a:cubicBezTo>
                        <a:pt x="10478" y="19705"/>
                        <a:pt x="12907" y="20976"/>
                        <a:pt x="15675" y="21427"/>
                      </a:cubicBezTo>
                      <a:cubicBezTo>
                        <a:pt x="24855" y="22953"/>
                        <a:pt x="31295" y="30466"/>
                        <a:pt x="30024" y="38177"/>
                      </a:cubicBezTo>
                      <a:cubicBezTo>
                        <a:pt x="29375" y="42047"/>
                        <a:pt x="26945" y="45351"/>
                        <a:pt x="23189" y="47470"/>
                      </a:cubicBezTo>
                      <a:cubicBezTo>
                        <a:pt x="20562" y="48939"/>
                        <a:pt x="17511" y="49701"/>
                        <a:pt x="14348" y="49701"/>
                      </a:cubicBezTo>
                      <a:close/>
                    </a:path>
                  </a:pathLst>
                </a:custGeom>
                <a:solidFill>
                  <a:srgbClr val="17A3A3"/>
                </a:solidFill>
                <a:ln w="2824" cap="flat">
                  <a:noFill/>
                  <a:prstDash val="solid"/>
                  <a:miter/>
                </a:ln>
              </p:spPr>
              <p:txBody>
                <a:bodyPr rtlCol="1" anchor="ctr"/>
                <a:lstStyle/>
                <a:p>
                  <a:endParaRPr lang="ar-SA"/>
                </a:p>
              </p:txBody>
            </p:sp>
          </p:grpSp>
        </p:grpSp>
        <p:sp>
          <p:nvSpPr>
            <p:cNvPr id="7594" name="شكل حر: شكل 8498">
              <a:extLst>
                <a:ext uri="{FF2B5EF4-FFF2-40B4-BE49-F238E27FC236}">
                  <a16:creationId xmlns:a16="http://schemas.microsoft.com/office/drawing/2014/main" id="{382B6782-987F-A5DA-DA45-CDAF08669903}"/>
                </a:ext>
              </a:extLst>
            </p:cNvPr>
            <p:cNvSpPr/>
            <p:nvPr/>
          </p:nvSpPr>
          <p:spPr>
            <a:xfrm>
              <a:off x="6262167" y="1368803"/>
              <a:ext cx="43243" cy="6891"/>
            </a:xfrm>
            <a:custGeom>
              <a:avLst/>
              <a:gdLst>
                <a:gd name="connsiteX0" fmla="*/ 39798 w 43243"/>
                <a:gd name="connsiteY0" fmla="*/ 6892 h 6891"/>
                <a:gd name="connsiteX1" fmla="*/ 3446 w 43243"/>
                <a:gd name="connsiteY1" fmla="*/ 6892 h 6891"/>
                <a:gd name="connsiteX2" fmla="*/ 0 w 43243"/>
                <a:gd name="connsiteY2" fmla="*/ 3446 h 6891"/>
                <a:gd name="connsiteX3" fmla="*/ 3446 w 43243"/>
                <a:gd name="connsiteY3" fmla="*/ 0 h 6891"/>
                <a:gd name="connsiteX4" fmla="*/ 39798 w 43243"/>
                <a:gd name="connsiteY4" fmla="*/ 0 h 6891"/>
                <a:gd name="connsiteX5" fmla="*/ 43244 w 43243"/>
                <a:gd name="connsiteY5" fmla="*/ 3446 h 6891"/>
                <a:gd name="connsiteX6" fmla="*/ 39798 w 43243"/>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243" h="6891">
                  <a:moveTo>
                    <a:pt x="39798" y="6892"/>
                  </a:moveTo>
                  <a:lnTo>
                    <a:pt x="3446" y="6892"/>
                  </a:lnTo>
                  <a:cubicBezTo>
                    <a:pt x="1554" y="6892"/>
                    <a:pt x="0" y="5338"/>
                    <a:pt x="0" y="3446"/>
                  </a:cubicBezTo>
                  <a:cubicBezTo>
                    <a:pt x="0" y="1554"/>
                    <a:pt x="1554" y="0"/>
                    <a:pt x="3446" y="0"/>
                  </a:cubicBezTo>
                  <a:lnTo>
                    <a:pt x="39798" y="0"/>
                  </a:lnTo>
                  <a:cubicBezTo>
                    <a:pt x="41690" y="0"/>
                    <a:pt x="43244" y="1554"/>
                    <a:pt x="43244" y="3446"/>
                  </a:cubicBezTo>
                  <a:cubicBezTo>
                    <a:pt x="43244" y="5338"/>
                    <a:pt x="41690" y="6892"/>
                    <a:pt x="39798" y="6892"/>
                  </a:cubicBezTo>
                  <a:close/>
                </a:path>
              </a:pathLst>
            </a:custGeom>
            <a:solidFill>
              <a:srgbClr val="01355A"/>
            </a:solidFill>
            <a:ln w="2824" cap="flat">
              <a:noFill/>
              <a:prstDash val="solid"/>
              <a:miter/>
            </a:ln>
          </p:spPr>
          <p:txBody>
            <a:bodyPr rtlCol="1" anchor="ctr"/>
            <a:lstStyle/>
            <a:p>
              <a:endParaRPr lang="ar-SA"/>
            </a:p>
          </p:txBody>
        </p:sp>
      </p:grpSp>
      <p:grpSp>
        <p:nvGrpSpPr>
          <p:cNvPr id="7601" name="رسم 8014">
            <a:extLst>
              <a:ext uri="{FF2B5EF4-FFF2-40B4-BE49-F238E27FC236}">
                <a16:creationId xmlns:a16="http://schemas.microsoft.com/office/drawing/2014/main" id="{9AFB5DC5-7480-E222-BAE8-A3324263D3BE}"/>
              </a:ext>
            </a:extLst>
          </p:cNvPr>
          <p:cNvGrpSpPr/>
          <p:nvPr/>
        </p:nvGrpSpPr>
        <p:grpSpPr>
          <a:xfrm>
            <a:off x="9945469" y="2515066"/>
            <a:ext cx="209649" cy="198896"/>
            <a:chOff x="10969247" y="1375554"/>
            <a:chExt cx="250593" cy="252345"/>
          </a:xfrm>
        </p:grpSpPr>
        <p:sp>
          <p:nvSpPr>
            <p:cNvPr id="7602" name="شكل حر: شكل 8500">
              <a:extLst>
                <a:ext uri="{FF2B5EF4-FFF2-40B4-BE49-F238E27FC236}">
                  <a16:creationId xmlns:a16="http://schemas.microsoft.com/office/drawing/2014/main" id="{D5E7670B-643C-EE40-B798-0DA4AAA33D3A}"/>
                </a:ext>
              </a:extLst>
            </p:cNvPr>
            <p:cNvSpPr/>
            <p:nvPr/>
          </p:nvSpPr>
          <p:spPr>
            <a:xfrm>
              <a:off x="10969247" y="1375554"/>
              <a:ext cx="250593" cy="252345"/>
            </a:xfrm>
            <a:custGeom>
              <a:avLst/>
              <a:gdLst>
                <a:gd name="connsiteX0" fmla="*/ 97757 w 250593"/>
                <a:gd name="connsiteY0" fmla="*/ 252317 h 252345"/>
                <a:gd name="connsiteX1" fmla="*/ 95978 w 250593"/>
                <a:gd name="connsiteY1" fmla="*/ 251837 h 252345"/>
                <a:gd name="connsiteX2" fmla="*/ 50587 w 250593"/>
                <a:gd name="connsiteY2" fmla="*/ 224693 h 252345"/>
                <a:gd name="connsiteX3" fmla="*/ 5225 w 250593"/>
                <a:gd name="connsiteY3" fmla="*/ 251837 h 252345"/>
                <a:gd name="connsiteX4" fmla="*/ 1751 w 250593"/>
                <a:gd name="connsiteY4" fmla="*/ 251865 h 252345"/>
                <a:gd name="connsiteX5" fmla="*/ 0 w 250593"/>
                <a:gd name="connsiteY5" fmla="*/ 248871 h 252345"/>
                <a:gd name="connsiteX6" fmla="*/ 0 w 250593"/>
                <a:gd name="connsiteY6" fmla="*/ 31183 h 252345"/>
                <a:gd name="connsiteX7" fmla="*/ 31183 w 250593"/>
                <a:gd name="connsiteY7" fmla="*/ 0 h 252345"/>
                <a:gd name="connsiteX8" fmla="*/ 219411 w 250593"/>
                <a:gd name="connsiteY8" fmla="*/ 0 h 252345"/>
                <a:gd name="connsiteX9" fmla="*/ 250594 w 250593"/>
                <a:gd name="connsiteY9" fmla="*/ 31183 h 252345"/>
                <a:gd name="connsiteX10" fmla="*/ 250594 w 250593"/>
                <a:gd name="connsiteY10" fmla="*/ 121060 h 252345"/>
                <a:gd name="connsiteX11" fmla="*/ 247148 w 250593"/>
                <a:gd name="connsiteY11" fmla="*/ 124506 h 252345"/>
                <a:gd name="connsiteX12" fmla="*/ 215739 w 250593"/>
                <a:gd name="connsiteY12" fmla="*/ 124506 h 252345"/>
                <a:gd name="connsiteX13" fmla="*/ 212293 w 250593"/>
                <a:gd name="connsiteY13" fmla="*/ 121060 h 252345"/>
                <a:gd name="connsiteX14" fmla="*/ 215739 w 250593"/>
                <a:gd name="connsiteY14" fmla="*/ 117614 h 252345"/>
                <a:gd name="connsiteX15" fmla="*/ 243702 w 250593"/>
                <a:gd name="connsiteY15" fmla="*/ 117614 h 252345"/>
                <a:gd name="connsiteX16" fmla="*/ 243702 w 250593"/>
                <a:gd name="connsiteY16" fmla="*/ 31183 h 252345"/>
                <a:gd name="connsiteX17" fmla="*/ 219411 w 250593"/>
                <a:gd name="connsiteY17" fmla="*/ 6892 h 252345"/>
                <a:gd name="connsiteX18" fmla="*/ 202265 w 250593"/>
                <a:gd name="connsiteY18" fmla="*/ 14038 h 252345"/>
                <a:gd name="connsiteX19" fmla="*/ 195119 w 250593"/>
                <a:gd name="connsiteY19" fmla="*/ 31183 h 252345"/>
                <a:gd name="connsiteX20" fmla="*/ 195119 w 250593"/>
                <a:gd name="connsiteY20" fmla="*/ 247515 h 252345"/>
                <a:gd name="connsiteX21" fmla="*/ 195345 w 250593"/>
                <a:gd name="connsiteY21" fmla="*/ 249577 h 252345"/>
                <a:gd name="connsiteX22" fmla="*/ 191956 w 250593"/>
                <a:gd name="connsiteY22" fmla="*/ 252345 h 252345"/>
                <a:gd name="connsiteX23" fmla="*/ 191673 w 250593"/>
                <a:gd name="connsiteY23" fmla="*/ 252345 h 252345"/>
                <a:gd name="connsiteX24" fmla="*/ 189245 w 250593"/>
                <a:gd name="connsiteY24" fmla="*/ 251328 h 252345"/>
                <a:gd name="connsiteX25" fmla="*/ 144871 w 250593"/>
                <a:gd name="connsiteY25" fmla="*/ 224721 h 252345"/>
                <a:gd name="connsiteX26" fmla="*/ 99509 w 250593"/>
                <a:gd name="connsiteY26" fmla="*/ 251865 h 252345"/>
                <a:gd name="connsiteX27" fmla="*/ 97729 w 250593"/>
                <a:gd name="connsiteY27" fmla="*/ 252345 h 252345"/>
                <a:gd name="connsiteX28" fmla="*/ 50616 w 250593"/>
                <a:gd name="connsiteY28" fmla="*/ 217236 h 252345"/>
                <a:gd name="connsiteX29" fmla="*/ 52395 w 250593"/>
                <a:gd name="connsiteY29" fmla="*/ 217716 h 252345"/>
                <a:gd name="connsiteX30" fmla="*/ 97785 w 250593"/>
                <a:gd name="connsiteY30" fmla="*/ 244860 h 252345"/>
                <a:gd name="connsiteX31" fmla="*/ 143148 w 250593"/>
                <a:gd name="connsiteY31" fmla="*/ 217716 h 252345"/>
                <a:gd name="connsiteX32" fmla="*/ 146679 w 250593"/>
                <a:gd name="connsiteY32" fmla="*/ 217716 h 252345"/>
                <a:gd name="connsiteX33" fmla="*/ 188284 w 250593"/>
                <a:gd name="connsiteY33" fmla="*/ 242657 h 252345"/>
                <a:gd name="connsiteX34" fmla="*/ 188284 w 250593"/>
                <a:gd name="connsiteY34" fmla="*/ 31155 h 252345"/>
                <a:gd name="connsiteX35" fmla="*/ 197464 w 250593"/>
                <a:gd name="connsiteY35" fmla="*/ 9123 h 252345"/>
                <a:gd name="connsiteX36" fmla="*/ 199978 w 250593"/>
                <a:gd name="connsiteY36" fmla="*/ 6864 h 252345"/>
                <a:gd name="connsiteX37" fmla="*/ 31267 w 250593"/>
                <a:gd name="connsiteY37" fmla="*/ 6864 h 252345"/>
                <a:gd name="connsiteX38" fmla="*/ 6977 w 250593"/>
                <a:gd name="connsiteY38" fmla="*/ 31155 h 252345"/>
                <a:gd name="connsiteX39" fmla="*/ 6977 w 250593"/>
                <a:gd name="connsiteY39" fmla="*/ 242770 h 252345"/>
                <a:gd name="connsiteX40" fmla="*/ 48892 w 250593"/>
                <a:gd name="connsiteY40" fmla="*/ 217688 h 252345"/>
                <a:gd name="connsiteX41" fmla="*/ 50672 w 250593"/>
                <a:gd name="connsiteY41" fmla="*/ 217208 h 252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50593" h="252345">
                  <a:moveTo>
                    <a:pt x="97757" y="252317"/>
                  </a:moveTo>
                  <a:cubicBezTo>
                    <a:pt x="97136" y="252317"/>
                    <a:pt x="96543" y="252147"/>
                    <a:pt x="95978" y="251837"/>
                  </a:cubicBezTo>
                  <a:lnTo>
                    <a:pt x="50587" y="224693"/>
                  </a:lnTo>
                  <a:lnTo>
                    <a:pt x="5225" y="251837"/>
                  </a:lnTo>
                  <a:cubicBezTo>
                    <a:pt x="4152" y="252486"/>
                    <a:pt x="2853" y="252486"/>
                    <a:pt x="1751" y="251865"/>
                  </a:cubicBezTo>
                  <a:cubicBezTo>
                    <a:pt x="678" y="251243"/>
                    <a:pt x="0" y="250114"/>
                    <a:pt x="0" y="248871"/>
                  </a:cubicBezTo>
                  <a:lnTo>
                    <a:pt x="0" y="31183"/>
                  </a:lnTo>
                  <a:cubicBezTo>
                    <a:pt x="0" y="13982"/>
                    <a:pt x="13981" y="0"/>
                    <a:pt x="31183" y="0"/>
                  </a:cubicBezTo>
                  <a:lnTo>
                    <a:pt x="219411" y="0"/>
                  </a:lnTo>
                  <a:cubicBezTo>
                    <a:pt x="236612" y="0"/>
                    <a:pt x="250594" y="13982"/>
                    <a:pt x="250594" y="31183"/>
                  </a:cubicBezTo>
                  <a:lnTo>
                    <a:pt x="250594" y="121060"/>
                  </a:lnTo>
                  <a:cubicBezTo>
                    <a:pt x="250594" y="122953"/>
                    <a:pt x="249040" y="124506"/>
                    <a:pt x="247148" y="124506"/>
                  </a:cubicBezTo>
                  <a:lnTo>
                    <a:pt x="215739" y="124506"/>
                  </a:lnTo>
                  <a:cubicBezTo>
                    <a:pt x="213846" y="124506"/>
                    <a:pt x="212293" y="122953"/>
                    <a:pt x="212293" y="121060"/>
                  </a:cubicBezTo>
                  <a:cubicBezTo>
                    <a:pt x="212293" y="119168"/>
                    <a:pt x="213846" y="117614"/>
                    <a:pt x="215739" y="117614"/>
                  </a:cubicBezTo>
                  <a:lnTo>
                    <a:pt x="243702" y="117614"/>
                  </a:lnTo>
                  <a:lnTo>
                    <a:pt x="243702" y="31183"/>
                  </a:lnTo>
                  <a:cubicBezTo>
                    <a:pt x="243702" y="17795"/>
                    <a:pt x="232799" y="6892"/>
                    <a:pt x="219411" y="6892"/>
                  </a:cubicBezTo>
                  <a:cubicBezTo>
                    <a:pt x="212914" y="6892"/>
                    <a:pt x="206842" y="9434"/>
                    <a:pt x="202265" y="14038"/>
                  </a:cubicBezTo>
                  <a:cubicBezTo>
                    <a:pt x="197633" y="18642"/>
                    <a:pt x="195119" y="24715"/>
                    <a:pt x="195119" y="31183"/>
                  </a:cubicBezTo>
                  <a:lnTo>
                    <a:pt x="195119" y="247515"/>
                  </a:lnTo>
                  <a:cubicBezTo>
                    <a:pt x="195402" y="248136"/>
                    <a:pt x="195487" y="248843"/>
                    <a:pt x="195345" y="249577"/>
                  </a:cubicBezTo>
                  <a:cubicBezTo>
                    <a:pt x="195035" y="251187"/>
                    <a:pt x="193623" y="252345"/>
                    <a:pt x="191956" y="252345"/>
                  </a:cubicBezTo>
                  <a:lnTo>
                    <a:pt x="191673" y="252345"/>
                  </a:lnTo>
                  <a:cubicBezTo>
                    <a:pt x="190713" y="252345"/>
                    <a:pt x="189866" y="251950"/>
                    <a:pt x="189245" y="251328"/>
                  </a:cubicBezTo>
                  <a:lnTo>
                    <a:pt x="144871" y="224721"/>
                  </a:lnTo>
                  <a:lnTo>
                    <a:pt x="99509" y="251865"/>
                  </a:lnTo>
                  <a:cubicBezTo>
                    <a:pt x="98972" y="252204"/>
                    <a:pt x="98350" y="252345"/>
                    <a:pt x="97729" y="252345"/>
                  </a:cubicBezTo>
                  <a:close/>
                  <a:moveTo>
                    <a:pt x="50616" y="217236"/>
                  </a:moveTo>
                  <a:cubicBezTo>
                    <a:pt x="51237" y="217236"/>
                    <a:pt x="51830" y="217405"/>
                    <a:pt x="52395" y="217716"/>
                  </a:cubicBezTo>
                  <a:lnTo>
                    <a:pt x="97785" y="244860"/>
                  </a:lnTo>
                  <a:lnTo>
                    <a:pt x="143148" y="217716"/>
                  </a:lnTo>
                  <a:cubicBezTo>
                    <a:pt x="144249" y="217066"/>
                    <a:pt x="145606" y="217066"/>
                    <a:pt x="146679" y="217716"/>
                  </a:cubicBezTo>
                  <a:lnTo>
                    <a:pt x="188284" y="242657"/>
                  </a:lnTo>
                  <a:lnTo>
                    <a:pt x="188284" y="31155"/>
                  </a:lnTo>
                  <a:cubicBezTo>
                    <a:pt x="188284" y="22851"/>
                    <a:pt x="191532" y="15027"/>
                    <a:pt x="197464" y="9123"/>
                  </a:cubicBezTo>
                  <a:cubicBezTo>
                    <a:pt x="198255" y="8304"/>
                    <a:pt x="199102" y="7570"/>
                    <a:pt x="199978" y="6864"/>
                  </a:cubicBezTo>
                  <a:lnTo>
                    <a:pt x="31267" y="6864"/>
                  </a:lnTo>
                  <a:cubicBezTo>
                    <a:pt x="17879" y="6864"/>
                    <a:pt x="6977" y="17766"/>
                    <a:pt x="6977" y="31155"/>
                  </a:cubicBezTo>
                  <a:lnTo>
                    <a:pt x="6977" y="242770"/>
                  </a:lnTo>
                  <a:lnTo>
                    <a:pt x="48892" y="217688"/>
                  </a:lnTo>
                  <a:cubicBezTo>
                    <a:pt x="49430" y="217349"/>
                    <a:pt x="50051" y="217208"/>
                    <a:pt x="50672" y="217208"/>
                  </a:cubicBezTo>
                  <a:close/>
                </a:path>
              </a:pathLst>
            </a:custGeom>
            <a:solidFill>
              <a:srgbClr val="01355A"/>
            </a:solidFill>
            <a:ln w="2824" cap="flat">
              <a:noFill/>
              <a:prstDash val="solid"/>
              <a:miter/>
            </a:ln>
          </p:spPr>
          <p:txBody>
            <a:bodyPr rtlCol="1" anchor="ctr"/>
            <a:lstStyle/>
            <a:p>
              <a:endParaRPr lang="ar-SA"/>
            </a:p>
          </p:txBody>
        </p:sp>
        <p:sp>
          <p:nvSpPr>
            <p:cNvPr id="7603" name="شكل حر: شكل 8501">
              <a:extLst>
                <a:ext uri="{FF2B5EF4-FFF2-40B4-BE49-F238E27FC236}">
                  <a16:creationId xmlns:a16="http://schemas.microsoft.com/office/drawing/2014/main" id="{577C3D62-BC54-0490-480C-60A8E4A92D83}"/>
                </a:ext>
              </a:extLst>
            </p:cNvPr>
            <p:cNvSpPr/>
            <p:nvPr/>
          </p:nvSpPr>
          <p:spPr>
            <a:xfrm>
              <a:off x="11005683" y="1430520"/>
              <a:ext cx="122359" cy="6891"/>
            </a:xfrm>
            <a:custGeom>
              <a:avLst/>
              <a:gdLst>
                <a:gd name="connsiteX0" fmla="*/ 118914 w 122359"/>
                <a:gd name="connsiteY0" fmla="*/ 6892 h 6891"/>
                <a:gd name="connsiteX1" fmla="*/ 3446 w 122359"/>
                <a:gd name="connsiteY1" fmla="*/ 6892 h 6891"/>
                <a:gd name="connsiteX2" fmla="*/ 0 w 122359"/>
                <a:gd name="connsiteY2" fmla="*/ 3446 h 6891"/>
                <a:gd name="connsiteX3" fmla="*/ 3446 w 122359"/>
                <a:gd name="connsiteY3" fmla="*/ 0 h 6891"/>
                <a:gd name="connsiteX4" fmla="*/ 118914 w 122359"/>
                <a:gd name="connsiteY4" fmla="*/ 0 h 6891"/>
                <a:gd name="connsiteX5" fmla="*/ 122360 w 122359"/>
                <a:gd name="connsiteY5" fmla="*/ 3446 h 6891"/>
                <a:gd name="connsiteX6" fmla="*/ 118914 w 122359"/>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359" h="6891">
                  <a:moveTo>
                    <a:pt x="118914" y="6892"/>
                  </a:moveTo>
                  <a:lnTo>
                    <a:pt x="3446" y="6892"/>
                  </a:lnTo>
                  <a:cubicBezTo>
                    <a:pt x="1554" y="6892"/>
                    <a:pt x="0" y="5338"/>
                    <a:pt x="0" y="3446"/>
                  </a:cubicBezTo>
                  <a:cubicBezTo>
                    <a:pt x="0" y="1554"/>
                    <a:pt x="1554" y="0"/>
                    <a:pt x="3446" y="0"/>
                  </a:cubicBezTo>
                  <a:lnTo>
                    <a:pt x="118914" y="0"/>
                  </a:lnTo>
                  <a:cubicBezTo>
                    <a:pt x="120806" y="0"/>
                    <a:pt x="122360" y="1554"/>
                    <a:pt x="122360" y="3446"/>
                  </a:cubicBezTo>
                  <a:cubicBezTo>
                    <a:pt x="122360" y="5338"/>
                    <a:pt x="120806" y="6892"/>
                    <a:pt x="118914" y="6892"/>
                  </a:cubicBezTo>
                  <a:close/>
                </a:path>
              </a:pathLst>
            </a:custGeom>
            <a:solidFill>
              <a:srgbClr val="17A3A3"/>
            </a:solidFill>
            <a:ln w="2824" cap="flat">
              <a:noFill/>
              <a:prstDash val="solid"/>
              <a:miter/>
            </a:ln>
          </p:spPr>
          <p:txBody>
            <a:bodyPr rtlCol="1" anchor="ctr"/>
            <a:lstStyle/>
            <a:p>
              <a:endParaRPr lang="ar-SA"/>
            </a:p>
          </p:txBody>
        </p:sp>
        <p:sp>
          <p:nvSpPr>
            <p:cNvPr id="7604" name="شكل حر: شكل 8502">
              <a:extLst>
                <a:ext uri="{FF2B5EF4-FFF2-40B4-BE49-F238E27FC236}">
                  <a16:creationId xmlns:a16="http://schemas.microsoft.com/office/drawing/2014/main" id="{B34D143A-3DDB-53B6-CD48-100DF406F6E1}"/>
                </a:ext>
              </a:extLst>
            </p:cNvPr>
            <p:cNvSpPr/>
            <p:nvPr/>
          </p:nvSpPr>
          <p:spPr>
            <a:xfrm>
              <a:off x="11005683" y="1463002"/>
              <a:ext cx="122359" cy="6891"/>
            </a:xfrm>
            <a:custGeom>
              <a:avLst/>
              <a:gdLst>
                <a:gd name="connsiteX0" fmla="*/ 118914 w 122359"/>
                <a:gd name="connsiteY0" fmla="*/ 6892 h 6891"/>
                <a:gd name="connsiteX1" fmla="*/ 3446 w 122359"/>
                <a:gd name="connsiteY1" fmla="*/ 6892 h 6891"/>
                <a:gd name="connsiteX2" fmla="*/ 0 w 122359"/>
                <a:gd name="connsiteY2" fmla="*/ 3446 h 6891"/>
                <a:gd name="connsiteX3" fmla="*/ 3446 w 122359"/>
                <a:gd name="connsiteY3" fmla="*/ 0 h 6891"/>
                <a:gd name="connsiteX4" fmla="*/ 118914 w 122359"/>
                <a:gd name="connsiteY4" fmla="*/ 0 h 6891"/>
                <a:gd name="connsiteX5" fmla="*/ 122360 w 122359"/>
                <a:gd name="connsiteY5" fmla="*/ 3446 h 6891"/>
                <a:gd name="connsiteX6" fmla="*/ 118914 w 122359"/>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359" h="6891">
                  <a:moveTo>
                    <a:pt x="118914" y="6892"/>
                  </a:moveTo>
                  <a:lnTo>
                    <a:pt x="3446" y="6892"/>
                  </a:lnTo>
                  <a:cubicBezTo>
                    <a:pt x="1554" y="6892"/>
                    <a:pt x="0" y="5338"/>
                    <a:pt x="0" y="3446"/>
                  </a:cubicBezTo>
                  <a:cubicBezTo>
                    <a:pt x="0" y="1553"/>
                    <a:pt x="1554" y="0"/>
                    <a:pt x="3446" y="0"/>
                  </a:cubicBezTo>
                  <a:lnTo>
                    <a:pt x="118914" y="0"/>
                  </a:lnTo>
                  <a:cubicBezTo>
                    <a:pt x="120806" y="0"/>
                    <a:pt x="122360" y="1553"/>
                    <a:pt x="122360" y="3446"/>
                  </a:cubicBezTo>
                  <a:cubicBezTo>
                    <a:pt x="122360" y="5338"/>
                    <a:pt x="120806" y="6892"/>
                    <a:pt x="118914" y="6892"/>
                  </a:cubicBezTo>
                  <a:close/>
                </a:path>
              </a:pathLst>
            </a:custGeom>
            <a:solidFill>
              <a:srgbClr val="17A3A3"/>
            </a:solidFill>
            <a:ln w="2824" cap="flat">
              <a:noFill/>
              <a:prstDash val="solid"/>
              <a:miter/>
            </a:ln>
          </p:spPr>
          <p:txBody>
            <a:bodyPr rtlCol="1" anchor="ctr"/>
            <a:lstStyle/>
            <a:p>
              <a:endParaRPr lang="ar-SA"/>
            </a:p>
          </p:txBody>
        </p:sp>
        <p:sp>
          <p:nvSpPr>
            <p:cNvPr id="7605" name="شكل حر: شكل 8503">
              <a:extLst>
                <a:ext uri="{FF2B5EF4-FFF2-40B4-BE49-F238E27FC236}">
                  <a16:creationId xmlns:a16="http://schemas.microsoft.com/office/drawing/2014/main" id="{F8792ED4-863C-3CBD-B357-A2CC7357D75F}"/>
                </a:ext>
              </a:extLst>
            </p:cNvPr>
            <p:cNvSpPr/>
            <p:nvPr/>
          </p:nvSpPr>
          <p:spPr>
            <a:xfrm>
              <a:off x="11005683" y="1495484"/>
              <a:ext cx="122359" cy="6891"/>
            </a:xfrm>
            <a:custGeom>
              <a:avLst/>
              <a:gdLst>
                <a:gd name="connsiteX0" fmla="*/ 118914 w 122359"/>
                <a:gd name="connsiteY0" fmla="*/ 6892 h 6891"/>
                <a:gd name="connsiteX1" fmla="*/ 3446 w 122359"/>
                <a:gd name="connsiteY1" fmla="*/ 6892 h 6891"/>
                <a:gd name="connsiteX2" fmla="*/ 0 w 122359"/>
                <a:gd name="connsiteY2" fmla="*/ 3446 h 6891"/>
                <a:gd name="connsiteX3" fmla="*/ 3446 w 122359"/>
                <a:gd name="connsiteY3" fmla="*/ 0 h 6891"/>
                <a:gd name="connsiteX4" fmla="*/ 118914 w 122359"/>
                <a:gd name="connsiteY4" fmla="*/ 0 h 6891"/>
                <a:gd name="connsiteX5" fmla="*/ 122360 w 122359"/>
                <a:gd name="connsiteY5" fmla="*/ 3446 h 6891"/>
                <a:gd name="connsiteX6" fmla="*/ 118914 w 122359"/>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359" h="6891">
                  <a:moveTo>
                    <a:pt x="118914" y="6892"/>
                  </a:moveTo>
                  <a:lnTo>
                    <a:pt x="3446" y="6892"/>
                  </a:lnTo>
                  <a:cubicBezTo>
                    <a:pt x="1554" y="6892"/>
                    <a:pt x="0" y="5338"/>
                    <a:pt x="0" y="3446"/>
                  </a:cubicBezTo>
                  <a:cubicBezTo>
                    <a:pt x="0" y="1553"/>
                    <a:pt x="1554" y="0"/>
                    <a:pt x="3446" y="0"/>
                  </a:cubicBezTo>
                  <a:lnTo>
                    <a:pt x="118914" y="0"/>
                  </a:lnTo>
                  <a:cubicBezTo>
                    <a:pt x="120806" y="0"/>
                    <a:pt x="122360" y="1553"/>
                    <a:pt x="122360" y="3446"/>
                  </a:cubicBezTo>
                  <a:cubicBezTo>
                    <a:pt x="122360" y="5338"/>
                    <a:pt x="120806" y="6892"/>
                    <a:pt x="118914" y="6892"/>
                  </a:cubicBezTo>
                  <a:close/>
                </a:path>
              </a:pathLst>
            </a:custGeom>
            <a:solidFill>
              <a:srgbClr val="01355A"/>
            </a:solidFill>
            <a:ln w="2824" cap="flat">
              <a:noFill/>
              <a:prstDash val="solid"/>
              <a:miter/>
            </a:ln>
          </p:spPr>
          <p:txBody>
            <a:bodyPr rtlCol="1" anchor="ctr"/>
            <a:lstStyle/>
            <a:p>
              <a:endParaRPr lang="ar-SA"/>
            </a:p>
          </p:txBody>
        </p:sp>
      </p:grpSp>
      <p:grpSp>
        <p:nvGrpSpPr>
          <p:cNvPr id="7606" name="رسم 8014">
            <a:extLst>
              <a:ext uri="{FF2B5EF4-FFF2-40B4-BE49-F238E27FC236}">
                <a16:creationId xmlns:a16="http://schemas.microsoft.com/office/drawing/2014/main" id="{21720033-6066-349C-199B-B3DE0F1392EC}"/>
              </a:ext>
            </a:extLst>
          </p:cNvPr>
          <p:cNvGrpSpPr/>
          <p:nvPr/>
        </p:nvGrpSpPr>
        <p:grpSpPr>
          <a:xfrm>
            <a:off x="4662836" y="1480401"/>
            <a:ext cx="219432" cy="210896"/>
            <a:chOff x="4654916" y="62846"/>
            <a:chExt cx="262287" cy="267569"/>
          </a:xfrm>
        </p:grpSpPr>
        <p:sp>
          <p:nvSpPr>
            <p:cNvPr id="7607" name="شكل حر: شكل 8505">
              <a:extLst>
                <a:ext uri="{FF2B5EF4-FFF2-40B4-BE49-F238E27FC236}">
                  <a16:creationId xmlns:a16="http://schemas.microsoft.com/office/drawing/2014/main" id="{B7A1FB32-20B6-73D7-CBE0-9DA01D0B9629}"/>
                </a:ext>
              </a:extLst>
            </p:cNvPr>
            <p:cNvSpPr/>
            <p:nvPr/>
          </p:nvSpPr>
          <p:spPr>
            <a:xfrm>
              <a:off x="4654944" y="284092"/>
              <a:ext cx="262259" cy="46322"/>
            </a:xfrm>
            <a:custGeom>
              <a:avLst/>
              <a:gdLst>
                <a:gd name="connsiteX0" fmla="*/ 239098 w 262259"/>
                <a:gd name="connsiteY0" fmla="*/ 46323 h 46322"/>
                <a:gd name="connsiteX1" fmla="*/ 23161 w 262259"/>
                <a:gd name="connsiteY1" fmla="*/ 46323 h 46322"/>
                <a:gd name="connsiteX2" fmla="*/ 0 w 262259"/>
                <a:gd name="connsiteY2" fmla="*/ 23161 h 46322"/>
                <a:gd name="connsiteX3" fmla="*/ 23161 w 262259"/>
                <a:gd name="connsiteY3" fmla="*/ 0 h 46322"/>
                <a:gd name="connsiteX4" fmla="*/ 239098 w 262259"/>
                <a:gd name="connsiteY4" fmla="*/ 0 h 46322"/>
                <a:gd name="connsiteX5" fmla="*/ 262259 w 262259"/>
                <a:gd name="connsiteY5" fmla="*/ 23161 h 46322"/>
                <a:gd name="connsiteX6" fmla="*/ 239098 w 262259"/>
                <a:gd name="connsiteY6" fmla="*/ 46323 h 46322"/>
                <a:gd name="connsiteX7" fmla="*/ 23161 w 262259"/>
                <a:gd name="connsiteY7" fmla="*/ 6892 h 46322"/>
                <a:gd name="connsiteX8" fmla="*/ 6892 w 262259"/>
                <a:gd name="connsiteY8" fmla="*/ 23161 h 46322"/>
                <a:gd name="connsiteX9" fmla="*/ 23161 w 262259"/>
                <a:gd name="connsiteY9" fmla="*/ 39431 h 46322"/>
                <a:gd name="connsiteX10" fmla="*/ 239098 w 262259"/>
                <a:gd name="connsiteY10" fmla="*/ 39431 h 46322"/>
                <a:gd name="connsiteX11" fmla="*/ 255367 w 262259"/>
                <a:gd name="connsiteY11" fmla="*/ 23161 h 46322"/>
                <a:gd name="connsiteX12" fmla="*/ 239098 w 262259"/>
                <a:gd name="connsiteY12" fmla="*/ 6892 h 46322"/>
                <a:gd name="connsiteX13" fmla="*/ 23161 w 262259"/>
                <a:gd name="connsiteY13" fmla="*/ 6892 h 46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2259" h="46322">
                  <a:moveTo>
                    <a:pt x="239098" y="46323"/>
                  </a:moveTo>
                  <a:lnTo>
                    <a:pt x="23161" y="46323"/>
                  </a:lnTo>
                  <a:cubicBezTo>
                    <a:pt x="10394" y="46323"/>
                    <a:pt x="0" y="35928"/>
                    <a:pt x="0" y="23161"/>
                  </a:cubicBezTo>
                  <a:cubicBezTo>
                    <a:pt x="0" y="10394"/>
                    <a:pt x="10394" y="0"/>
                    <a:pt x="23161" y="0"/>
                  </a:cubicBezTo>
                  <a:lnTo>
                    <a:pt x="239098" y="0"/>
                  </a:lnTo>
                  <a:cubicBezTo>
                    <a:pt x="251865" y="0"/>
                    <a:pt x="262259" y="10394"/>
                    <a:pt x="262259" y="23161"/>
                  </a:cubicBezTo>
                  <a:cubicBezTo>
                    <a:pt x="262259" y="35928"/>
                    <a:pt x="251865" y="46323"/>
                    <a:pt x="239098" y="46323"/>
                  </a:cubicBezTo>
                  <a:close/>
                  <a:moveTo>
                    <a:pt x="23161" y="6892"/>
                  </a:moveTo>
                  <a:cubicBezTo>
                    <a:pt x="14179" y="6892"/>
                    <a:pt x="6892" y="14179"/>
                    <a:pt x="6892" y="23161"/>
                  </a:cubicBezTo>
                  <a:cubicBezTo>
                    <a:pt x="6892" y="32143"/>
                    <a:pt x="14179" y="39431"/>
                    <a:pt x="23161" y="39431"/>
                  </a:cubicBezTo>
                  <a:lnTo>
                    <a:pt x="239098" y="39431"/>
                  </a:lnTo>
                  <a:cubicBezTo>
                    <a:pt x="248080" y="39431"/>
                    <a:pt x="255367" y="32143"/>
                    <a:pt x="255367" y="23161"/>
                  </a:cubicBezTo>
                  <a:cubicBezTo>
                    <a:pt x="255367" y="14179"/>
                    <a:pt x="248080" y="6892"/>
                    <a:pt x="239098" y="6892"/>
                  </a:cubicBezTo>
                  <a:lnTo>
                    <a:pt x="23161" y="6892"/>
                  </a:lnTo>
                  <a:close/>
                </a:path>
              </a:pathLst>
            </a:custGeom>
            <a:solidFill>
              <a:srgbClr val="01355A"/>
            </a:solidFill>
            <a:ln w="2824" cap="flat">
              <a:noFill/>
              <a:prstDash val="solid"/>
              <a:miter/>
            </a:ln>
          </p:spPr>
          <p:txBody>
            <a:bodyPr rtlCol="1" anchor="ctr"/>
            <a:lstStyle/>
            <a:p>
              <a:endParaRPr lang="ar-SA"/>
            </a:p>
          </p:txBody>
        </p:sp>
        <p:sp>
          <p:nvSpPr>
            <p:cNvPr id="7608" name="شكل حر: شكل 8506">
              <a:extLst>
                <a:ext uri="{FF2B5EF4-FFF2-40B4-BE49-F238E27FC236}">
                  <a16:creationId xmlns:a16="http://schemas.microsoft.com/office/drawing/2014/main" id="{1C6247F6-6E80-6301-37B4-A2BFCF361FCC}"/>
                </a:ext>
              </a:extLst>
            </p:cNvPr>
            <p:cNvSpPr/>
            <p:nvPr/>
          </p:nvSpPr>
          <p:spPr>
            <a:xfrm>
              <a:off x="4654916" y="62846"/>
              <a:ext cx="262259" cy="73890"/>
            </a:xfrm>
            <a:custGeom>
              <a:avLst/>
              <a:gdLst>
                <a:gd name="connsiteX0" fmla="*/ 245509 w 262259"/>
                <a:gd name="connsiteY0" fmla="*/ 73890 h 73890"/>
                <a:gd name="connsiteX1" fmla="*/ 16806 w 262259"/>
                <a:gd name="connsiteY1" fmla="*/ 73890 h 73890"/>
                <a:gd name="connsiteX2" fmla="*/ 0 w 262259"/>
                <a:gd name="connsiteY2" fmla="*/ 57084 h 73890"/>
                <a:gd name="connsiteX3" fmla="*/ 0 w 262259"/>
                <a:gd name="connsiteY3" fmla="*/ 41775 h 73890"/>
                <a:gd name="connsiteX4" fmla="*/ 13247 w 262259"/>
                <a:gd name="connsiteY4" fmla="*/ 25364 h 73890"/>
                <a:gd name="connsiteX5" fmla="*/ 130409 w 262259"/>
                <a:gd name="connsiteY5" fmla="*/ 85 h 73890"/>
                <a:gd name="connsiteX6" fmla="*/ 131850 w 262259"/>
                <a:gd name="connsiteY6" fmla="*/ 85 h 73890"/>
                <a:gd name="connsiteX7" fmla="*/ 249012 w 262259"/>
                <a:gd name="connsiteY7" fmla="*/ 25364 h 73890"/>
                <a:gd name="connsiteX8" fmla="*/ 262259 w 262259"/>
                <a:gd name="connsiteY8" fmla="*/ 41775 h 73890"/>
                <a:gd name="connsiteX9" fmla="*/ 262259 w 262259"/>
                <a:gd name="connsiteY9" fmla="*/ 57084 h 73890"/>
                <a:gd name="connsiteX10" fmla="*/ 245453 w 262259"/>
                <a:gd name="connsiteY10" fmla="*/ 73890 h 73890"/>
                <a:gd name="connsiteX11" fmla="*/ 131172 w 262259"/>
                <a:gd name="connsiteY11" fmla="*/ 6977 h 73890"/>
                <a:gd name="connsiteX12" fmla="*/ 14744 w 262259"/>
                <a:gd name="connsiteY12" fmla="*/ 32115 h 73890"/>
                <a:gd name="connsiteX13" fmla="*/ 6920 w 262259"/>
                <a:gd name="connsiteY13" fmla="*/ 41803 h 73890"/>
                <a:gd name="connsiteX14" fmla="*/ 6920 w 262259"/>
                <a:gd name="connsiteY14" fmla="*/ 57112 h 73890"/>
                <a:gd name="connsiteX15" fmla="*/ 16834 w 262259"/>
                <a:gd name="connsiteY15" fmla="*/ 67027 h 73890"/>
                <a:gd name="connsiteX16" fmla="*/ 245538 w 262259"/>
                <a:gd name="connsiteY16" fmla="*/ 67027 h 73890"/>
                <a:gd name="connsiteX17" fmla="*/ 255452 w 262259"/>
                <a:gd name="connsiteY17" fmla="*/ 57112 h 73890"/>
                <a:gd name="connsiteX18" fmla="*/ 255452 w 262259"/>
                <a:gd name="connsiteY18" fmla="*/ 41803 h 73890"/>
                <a:gd name="connsiteX19" fmla="*/ 247628 w 262259"/>
                <a:gd name="connsiteY19" fmla="*/ 32115 h 73890"/>
                <a:gd name="connsiteX20" fmla="*/ 131200 w 262259"/>
                <a:gd name="connsiteY20" fmla="*/ 6977 h 73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62259" h="73890">
                  <a:moveTo>
                    <a:pt x="245509" y="73890"/>
                  </a:moveTo>
                  <a:lnTo>
                    <a:pt x="16806" y="73890"/>
                  </a:lnTo>
                  <a:cubicBezTo>
                    <a:pt x="7541" y="73890"/>
                    <a:pt x="0" y="66349"/>
                    <a:pt x="0" y="57084"/>
                  </a:cubicBezTo>
                  <a:lnTo>
                    <a:pt x="0" y="41775"/>
                  </a:lnTo>
                  <a:cubicBezTo>
                    <a:pt x="0" y="33923"/>
                    <a:pt x="5564" y="27003"/>
                    <a:pt x="13247" y="25364"/>
                  </a:cubicBezTo>
                  <a:lnTo>
                    <a:pt x="130409" y="85"/>
                  </a:lnTo>
                  <a:cubicBezTo>
                    <a:pt x="130889" y="-28"/>
                    <a:pt x="131370" y="-28"/>
                    <a:pt x="131850" y="85"/>
                  </a:cubicBezTo>
                  <a:lnTo>
                    <a:pt x="249012" y="25364"/>
                  </a:lnTo>
                  <a:cubicBezTo>
                    <a:pt x="256695" y="27031"/>
                    <a:pt x="262259" y="33923"/>
                    <a:pt x="262259" y="41775"/>
                  </a:cubicBezTo>
                  <a:lnTo>
                    <a:pt x="262259" y="57084"/>
                  </a:lnTo>
                  <a:cubicBezTo>
                    <a:pt x="262259" y="66349"/>
                    <a:pt x="254717" y="73890"/>
                    <a:pt x="245453" y="73890"/>
                  </a:cubicBezTo>
                  <a:close/>
                  <a:moveTo>
                    <a:pt x="131172" y="6977"/>
                  </a:moveTo>
                  <a:lnTo>
                    <a:pt x="14744" y="32115"/>
                  </a:lnTo>
                  <a:cubicBezTo>
                    <a:pt x="10225" y="33104"/>
                    <a:pt x="6920" y="37171"/>
                    <a:pt x="6920" y="41803"/>
                  </a:cubicBezTo>
                  <a:lnTo>
                    <a:pt x="6920" y="57112"/>
                  </a:lnTo>
                  <a:cubicBezTo>
                    <a:pt x="6920" y="62564"/>
                    <a:pt x="11354" y="67027"/>
                    <a:pt x="16834" y="67027"/>
                  </a:cubicBezTo>
                  <a:lnTo>
                    <a:pt x="245538" y="67027"/>
                  </a:lnTo>
                  <a:cubicBezTo>
                    <a:pt x="250989" y="67027"/>
                    <a:pt x="255452" y="62592"/>
                    <a:pt x="255452" y="57112"/>
                  </a:cubicBezTo>
                  <a:lnTo>
                    <a:pt x="255452" y="41803"/>
                  </a:lnTo>
                  <a:cubicBezTo>
                    <a:pt x="255452" y="37171"/>
                    <a:pt x="252175" y="33104"/>
                    <a:pt x="247628" y="32115"/>
                  </a:cubicBezTo>
                  <a:lnTo>
                    <a:pt x="131200" y="6977"/>
                  </a:lnTo>
                  <a:close/>
                </a:path>
              </a:pathLst>
            </a:custGeom>
            <a:solidFill>
              <a:srgbClr val="01355A"/>
            </a:solidFill>
            <a:ln w="2824" cap="flat">
              <a:noFill/>
              <a:prstDash val="solid"/>
              <a:miter/>
            </a:ln>
          </p:spPr>
          <p:txBody>
            <a:bodyPr rtlCol="1" anchor="ctr"/>
            <a:lstStyle/>
            <a:p>
              <a:endParaRPr lang="ar-SA"/>
            </a:p>
          </p:txBody>
        </p:sp>
        <p:grpSp>
          <p:nvGrpSpPr>
            <p:cNvPr id="7609" name="رسم 8014">
              <a:extLst>
                <a:ext uri="{FF2B5EF4-FFF2-40B4-BE49-F238E27FC236}">
                  <a16:creationId xmlns:a16="http://schemas.microsoft.com/office/drawing/2014/main" id="{71A86132-EB26-DD74-20BC-5BB12464F7F4}"/>
                </a:ext>
              </a:extLst>
            </p:cNvPr>
            <p:cNvGrpSpPr/>
            <p:nvPr/>
          </p:nvGrpSpPr>
          <p:grpSpPr>
            <a:xfrm>
              <a:off x="4682568" y="152807"/>
              <a:ext cx="207011" cy="115241"/>
              <a:chOff x="4682568" y="152807"/>
              <a:chExt cx="207011" cy="115241"/>
            </a:xfrm>
            <a:solidFill>
              <a:srgbClr val="17A3A3"/>
            </a:solidFill>
          </p:grpSpPr>
          <p:sp>
            <p:nvSpPr>
              <p:cNvPr id="7611" name="شكل حر: شكل 8508">
                <a:extLst>
                  <a:ext uri="{FF2B5EF4-FFF2-40B4-BE49-F238E27FC236}">
                    <a16:creationId xmlns:a16="http://schemas.microsoft.com/office/drawing/2014/main" id="{814080EF-8B96-7D74-370E-43FE9B6C356D}"/>
                  </a:ext>
                </a:extLst>
              </p:cNvPr>
              <p:cNvSpPr/>
              <p:nvPr/>
            </p:nvSpPr>
            <p:spPr>
              <a:xfrm>
                <a:off x="4717762" y="152807"/>
                <a:ext cx="18387" cy="115213"/>
              </a:xfrm>
              <a:custGeom>
                <a:avLst/>
                <a:gdLst>
                  <a:gd name="connsiteX0" fmla="*/ 14942 w 18387"/>
                  <a:gd name="connsiteY0" fmla="*/ 115213 h 115213"/>
                  <a:gd name="connsiteX1" fmla="*/ 11496 w 18387"/>
                  <a:gd name="connsiteY1" fmla="*/ 111767 h 115213"/>
                  <a:gd name="connsiteX2" fmla="*/ 11496 w 18387"/>
                  <a:gd name="connsiteY2" fmla="*/ 103039 h 115213"/>
                  <a:gd name="connsiteX3" fmla="*/ 5818 w 18387"/>
                  <a:gd name="connsiteY3" fmla="*/ 97390 h 115213"/>
                  <a:gd name="connsiteX4" fmla="*/ 3446 w 18387"/>
                  <a:gd name="connsiteY4" fmla="*/ 97390 h 115213"/>
                  <a:gd name="connsiteX5" fmla="*/ 0 w 18387"/>
                  <a:gd name="connsiteY5" fmla="*/ 93944 h 115213"/>
                  <a:gd name="connsiteX6" fmla="*/ 0 w 18387"/>
                  <a:gd name="connsiteY6" fmla="*/ 21269 h 115213"/>
                  <a:gd name="connsiteX7" fmla="*/ 3446 w 18387"/>
                  <a:gd name="connsiteY7" fmla="*/ 17823 h 115213"/>
                  <a:gd name="connsiteX8" fmla="*/ 5818 w 18387"/>
                  <a:gd name="connsiteY8" fmla="*/ 17823 h 115213"/>
                  <a:gd name="connsiteX9" fmla="*/ 11496 w 18387"/>
                  <a:gd name="connsiteY9" fmla="*/ 12146 h 115213"/>
                  <a:gd name="connsiteX10" fmla="*/ 11496 w 18387"/>
                  <a:gd name="connsiteY10" fmla="*/ 3446 h 115213"/>
                  <a:gd name="connsiteX11" fmla="*/ 14942 w 18387"/>
                  <a:gd name="connsiteY11" fmla="*/ 0 h 115213"/>
                  <a:gd name="connsiteX12" fmla="*/ 18388 w 18387"/>
                  <a:gd name="connsiteY12" fmla="*/ 3446 h 115213"/>
                  <a:gd name="connsiteX13" fmla="*/ 18388 w 18387"/>
                  <a:gd name="connsiteY13" fmla="*/ 12146 h 115213"/>
                  <a:gd name="connsiteX14" fmla="*/ 6892 w 18387"/>
                  <a:gd name="connsiteY14" fmla="*/ 24658 h 115213"/>
                  <a:gd name="connsiteX15" fmla="*/ 6892 w 18387"/>
                  <a:gd name="connsiteY15" fmla="*/ 90527 h 115213"/>
                  <a:gd name="connsiteX16" fmla="*/ 18388 w 18387"/>
                  <a:gd name="connsiteY16" fmla="*/ 103011 h 115213"/>
                  <a:gd name="connsiteX17" fmla="*/ 18388 w 18387"/>
                  <a:gd name="connsiteY17" fmla="*/ 111739 h 115213"/>
                  <a:gd name="connsiteX18" fmla="*/ 14942 w 18387"/>
                  <a:gd name="connsiteY18" fmla="*/ 115185 h 11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387" h="115213">
                    <a:moveTo>
                      <a:pt x="14942" y="115213"/>
                    </a:moveTo>
                    <a:cubicBezTo>
                      <a:pt x="13049" y="115213"/>
                      <a:pt x="11496" y="113660"/>
                      <a:pt x="11496" y="111767"/>
                    </a:cubicBezTo>
                    <a:lnTo>
                      <a:pt x="11496" y="103039"/>
                    </a:lnTo>
                    <a:cubicBezTo>
                      <a:pt x="11496" y="99932"/>
                      <a:pt x="8954" y="97390"/>
                      <a:pt x="5818" y="97390"/>
                    </a:cubicBezTo>
                    <a:lnTo>
                      <a:pt x="3446" y="97390"/>
                    </a:lnTo>
                    <a:cubicBezTo>
                      <a:pt x="1553" y="97390"/>
                      <a:pt x="0" y="95837"/>
                      <a:pt x="0" y="93944"/>
                    </a:cubicBezTo>
                    <a:lnTo>
                      <a:pt x="0" y="21269"/>
                    </a:lnTo>
                    <a:cubicBezTo>
                      <a:pt x="0" y="19376"/>
                      <a:pt x="1553" y="17823"/>
                      <a:pt x="3446" y="17823"/>
                    </a:cubicBezTo>
                    <a:lnTo>
                      <a:pt x="5818" y="17823"/>
                    </a:lnTo>
                    <a:cubicBezTo>
                      <a:pt x="8954" y="17823"/>
                      <a:pt x="11496" y="15281"/>
                      <a:pt x="11496" y="12146"/>
                    </a:cubicBezTo>
                    <a:lnTo>
                      <a:pt x="11496" y="3446"/>
                    </a:lnTo>
                    <a:cubicBezTo>
                      <a:pt x="11496" y="1554"/>
                      <a:pt x="13049" y="0"/>
                      <a:pt x="14942" y="0"/>
                    </a:cubicBezTo>
                    <a:cubicBezTo>
                      <a:pt x="16834" y="0"/>
                      <a:pt x="18388" y="1554"/>
                      <a:pt x="18388" y="3446"/>
                    </a:cubicBezTo>
                    <a:lnTo>
                      <a:pt x="18388" y="12146"/>
                    </a:lnTo>
                    <a:cubicBezTo>
                      <a:pt x="18388" y="18699"/>
                      <a:pt x="13332" y="24122"/>
                      <a:pt x="6892" y="24658"/>
                    </a:cubicBezTo>
                    <a:lnTo>
                      <a:pt x="6892" y="90527"/>
                    </a:lnTo>
                    <a:cubicBezTo>
                      <a:pt x="13304" y="91063"/>
                      <a:pt x="18388" y="96458"/>
                      <a:pt x="18388" y="103011"/>
                    </a:cubicBezTo>
                    <a:lnTo>
                      <a:pt x="18388" y="111739"/>
                    </a:lnTo>
                    <a:cubicBezTo>
                      <a:pt x="18388" y="113632"/>
                      <a:pt x="16834" y="115185"/>
                      <a:pt x="14942" y="115185"/>
                    </a:cubicBezTo>
                    <a:close/>
                  </a:path>
                </a:pathLst>
              </a:custGeom>
              <a:solidFill>
                <a:srgbClr val="17A3A3"/>
              </a:solidFill>
              <a:ln w="2824" cap="flat">
                <a:noFill/>
                <a:prstDash val="solid"/>
                <a:miter/>
              </a:ln>
            </p:spPr>
            <p:txBody>
              <a:bodyPr rtlCol="1" anchor="ctr"/>
              <a:lstStyle/>
              <a:p>
                <a:endParaRPr lang="ar-SA"/>
              </a:p>
            </p:txBody>
          </p:sp>
          <p:sp>
            <p:nvSpPr>
              <p:cNvPr id="7612" name="شكل حر: شكل 8509">
                <a:extLst>
                  <a:ext uri="{FF2B5EF4-FFF2-40B4-BE49-F238E27FC236}">
                    <a16:creationId xmlns:a16="http://schemas.microsoft.com/office/drawing/2014/main" id="{D7CC7C5F-A39A-9B3B-D468-8397E91E633C}"/>
                  </a:ext>
                </a:extLst>
              </p:cNvPr>
              <p:cNvSpPr/>
              <p:nvPr/>
            </p:nvSpPr>
            <p:spPr>
              <a:xfrm>
                <a:off x="4682568" y="152836"/>
                <a:ext cx="18387" cy="115213"/>
              </a:xfrm>
              <a:custGeom>
                <a:avLst/>
                <a:gdLst>
                  <a:gd name="connsiteX0" fmla="*/ 3446 w 18387"/>
                  <a:gd name="connsiteY0" fmla="*/ 115185 h 115213"/>
                  <a:gd name="connsiteX1" fmla="*/ 0 w 18387"/>
                  <a:gd name="connsiteY1" fmla="*/ 111739 h 115213"/>
                  <a:gd name="connsiteX2" fmla="*/ 0 w 18387"/>
                  <a:gd name="connsiteY2" fmla="*/ 103011 h 115213"/>
                  <a:gd name="connsiteX3" fmla="*/ 11496 w 18387"/>
                  <a:gd name="connsiteY3" fmla="*/ 90527 h 115213"/>
                  <a:gd name="connsiteX4" fmla="*/ 11496 w 18387"/>
                  <a:gd name="connsiteY4" fmla="*/ 24658 h 115213"/>
                  <a:gd name="connsiteX5" fmla="*/ 0 w 18387"/>
                  <a:gd name="connsiteY5" fmla="*/ 12146 h 115213"/>
                  <a:gd name="connsiteX6" fmla="*/ 0 w 18387"/>
                  <a:gd name="connsiteY6" fmla="*/ 3446 h 115213"/>
                  <a:gd name="connsiteX7" fmla="*/ 3446 w 18387"/>
                  <a:gd name="connsiteY7" fmla="*/ 0 h 115213"/>
                  <a:gd name="connsiteX8" fmla="*/ 6892 w 18387"/>
                  <a:gd name="connsiteY8" fmla="*/ 3446 h 115213"/>
                  <a:gd name="connsiteX9" fmla="*/ 6892 w 18387"/>
                  <a:gd name="connsiteY9" fmla="*/ 12146 h 115213"/>
                  <a:gd name="connsiteX10" fmla="*/ 12569 w 18387"/>
                  <a:gd name="connsiteY10" fmla="*/ 17823 h 115213"/>
                  <a:gd name="connsiteX11" fmla="*/ 14942 w 18387"/>
                  <a:gd name="connsiteY11" fmla="*/ 17823 h 115213"/>
                  <a:gd name="connsiteX12" fmla="*/ 18388 w 18387"/>
                  <a:gd name="connsiteY12" fmla="*/ 21269 h 115213"/>
                  <a:gd name="connsiteX13" fmla="*/ 18388 w 18387"/>
                  <a:gd name="connsiteY13" fmla="*/ 93944 h 115213"/>
                  <a:gd name="connsiteX14" fmla="*/ 14942 w 18387"/>
                  <a:gd name="connsiteY14" fmla="*/ 97390 h 115213"/>
                  <a:gd name="connsiteX15" fmla="*/ 12569 w 18387"/>
                  <a:gd name="connsiteY15" fmla="*/ 97390 h 115213"/>
                  <a:gd name="connsiteX16" fmla="*/ 6892 w 18387"/>
                  <a:gd name="connsiteY16" fmla="*/ 103039 h 115213"/>
                  <a:gd name="connsiteX17" fmla="*/ 6892 w 18387"/>
                  <a:gd name="connsiteY17" fmla="*/ 111767 h 115213"/>
                  <a:gd name="connsiteX18" fmla="*/ 3446 w 18387"/>
                  <a:gd name="connsiteY18" fmla="*/ 115213 h 11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387" h="115213">
                    <a:moveTo>
                      <a:pt x="3446" y="115185"/>
                    </a:moveTo>
                    <a:cubicBezTo>
                      <a:pt x="1554" y="115185"/>
                      <a:pt x="0" y="113632"/>
                      <a:pt x="0" y="111739"/>
                    </a:cubicBezTo>
                    <a:lnTo>
                      <a:pt x="0" y="103011"/>
                    </a:lnTo>
                    <a:cubicBezTo>
                      <a:pt x="0" y="96458"/>
                      <a:pt x="5056" y="91063"/>
                      <a:pt x="11496" y="90527"/>
                    </a:cubicBezTo>
                    <a:lnTo>
                      <a:pt x="11496" y="24658"/>
                    </a:lnTo>
                    <a:cubicBezTo>
                      <a:pt x="5084" y="24122"/>
                      <a:pt x="0" y="18698"/>
                      <a:pt x="0" y="12146"/>
                    </a:cubicBezTo>
                    <a:lnTo>
                      <a:pt x="0" y="3446"/>
                    </a:lnTo>
                    <a:cubicBezTo>
                      <a:pt x="0" y="1553"/>
                      <a:pt x="1554" y="0"/>
                      <a:pt x="3446" y="0"/>
                    </a:cubicBezTo>
                    <a:cubicBezTo>
                      <a:pt x="5338" y="0"/>
                      <a:pt x="6892" y="1553"/>
                      <a:pt x="6892" y="3446"/>
                    </a:cubicBezTo>
                    <a:lnTo>
                      <a:pt x="6892" y="12146"/>
                    </a:lnTo>
                    <a:cubicBezTo>
                      <a:pt x="6892" y="15281"/>
                      <a:pt x="9434" y="17823"/>
                      <a:pt x="12569" y="17823"/>
                    </a:cubicBezTo>
                    <a:lnTo>
                      <a:pt x="14942" y="17823"/>
                    </a:lnTo>
                    <a:cubicBezTo>
                      <a:pt x="16835" y="17823"/>
                      <a:pt x="18388" y="19376"/>
                      <a:pt x="18388" y="21269"/>
                    </a:cubicBezTo>
                    <a:lnTo>
                      <a:pt x="18388" y="93944"/>
                    </a:lnTo>
                    <a:cubicBezTo>
                      <a:pt x="18388" y="95837"/>
                      <a:pt x="16835" y="97390"/>
                      <a:pt x="14942" y="97390"/>
                    </a:cubicBezTo>
                    <a:lnTo>
                      <a:pt x="12569" y="97390"/>
                    </a:lnTo>
                    <a:cubicBezTo>
                      <a:pt x="9434" y="97390"/>
                      <a:pt x="6892" y="99932"/>
                      <a:pt x="6892" y="103039"/>
                    </a:cubicBezTo>
                    <a:lnTo>
                      <a:pt x="6892" y="111767"/>
                    </a:lnTo>
                    <a:cubicBezTo>
                      <a:pt x="6892" y="113660"/>
                      <a:pt x="5338" y="115213"/>
                      <a:pt x="3446" y="115213"/>
                    </a:cubicBezTo>
                    <a:close/>
                  </a:path>
                </a:pathLst>
              </a:custGeom>
              <a:solidFill>
                <a:srgbClr val="17A3A3"/>
              </a:solidFill>
              <a:ln w="2824" cap="flat">
                <a:noFill/>
                <a:prstDash val="solid"/>
                <a:miter/>
              </a:ln>
            </p:spPr>
            <p:txBody>
              <a:bodyPr rtlCol="1" anchor="ctr"/>
              <a:lstStyle/>
              <a:p>
                <a:endParaRPr lang="ar-SA"/>
              </a:p>
            </p:txBody>
          </p:sp>
          <p:sp>
            <p:nvSpPr>
              <p:cNvPr id="7613" name="شكل حر: شكل 8510">
                <a:extLst>
                  <a:ext uri="{FF2B5EF4-FFF2-40B4-BE49-F238E27FC236}">
                    <a16:creationId xmlns:a16="http://schemas.microsoft.com/office/drawing/2014/main" id="{2AFB0CC7-D844-70D5-19E5-C668381B5EA8}"/>
                  </a:ext>
                </a:extLst>
              </p:cNvPr>
              <p:cNvSpPr/>
              <p:nvPr/>
            </p:nvSpPr>
            <p:spPr>
              <a:xfrm>
                <a:off x="4794476" y="152807"/>
                <a:ext cx="18387" cy="115213"/>
              </a:xfrm>
              <a:custGeom>
                <a:avLst/>
                <a:gdLst>
                  <a:gd name="connsiteX0" fmla="*/ 14942 w 18387"/>
                  <a:gd name="connsiteY0" fmla="*/ 115213 h 115213"/>
                  <a:gd name="connsiteX1" fmla="*/ 11496 w 18387"/>
                  <a:gd name="connsiteY1" fmla="*/ 111767 h 115213"/>
                  <a:gd name="connsiteX2" fmla="*/ 11496 w 18387"/>
                  <a:gd name="connsiteY2" fmla="*/ 103039 h 115213"/>
                  <a:gd name="connsiteX3" fmla="*/ 5819 w 18387"/>
                  <a:gd name="connsiteY3" fmla="*/ 97390 h 115213"/>
                  <a:gd name="connsiteX4" fmla="*/ 3446 w 18387"/>
                  <a:gd name="connsiteY4" fmla="*/ 97390 h 115213"/>
                  <a:gd name="connsiteX5" fmla="*/ 0 w 18387"/>
                  <a:gd name="connsiteY5" fmla="*/ 93944 h 115213"/>
                  <a:gd name="connsiteX6" fmla="*/ 0 w 18387"/>
                  <a:gd name="connsiteY6" fmla="*/ 21269 h 115213"/>
                  <a:gd name="connsiteX7" fmla="*/ 3446 w 18387"/>
                  <a:gd name="connsiteY7" fmla="*/ 17823 h 115213"/>
                  <a:gd name="connsiteX8" fmla="*/ 5819 w 18387"/>
                  <a:gd name="connsiteY8" fmla="*/ 17823 h 115213"/>
                  <a:gd name="connsiteX9" fmla="*/ 11496 w 18387"/>
                  <a:gd name="connsiteY9" fmla="*/ 12146 h 115213"/>
                  <a:gd name="connsiteX10" fmla="*/ 11496 w 18387"/>
                  <a:gd name="connsiteY10" fmla="*/ 3446 h 115213"/>
                  <a:gd name="connsiteX11" fmla="*/ 14942 w 18387"/>
                  <a:gd name="connsiteY11" fmla="*/ 0 h 115213"/>
                  <a:gd name="connsiteX12" fmla="*/ 18388 w 18387"/>
                  <a:gd name="connsiteY12" fmla="*/ 3446 h 115213"/>
                  <a:gd name="connsiteX13" fmla="*/ 18388 w 18387"/>
                  <a:gd name="connsiteY13" fmla="*/ 12146 h 115213"/>
                  <a:gd name="connsiteX14" fmla="*/ 6892 w 18387"/>
                  <a:gd name="connsiteY14" fmla="*/ 24658 h 115213"/>
                  <a:gd name="connsiteX15" fmla="*/ 6892 w 18387"/>
                  <a:gd name="connsiteY15" fmla="*/ 90527 h 115213"/>
                  <a:gd name="connsiteX16" fmla="*/ 18388 w 18387"/>
                  <a:gd name="connsiteY16" fmla="*/ 103011 h 115213"/>
                  <a:gd name="connsiteX17" fmla="*/ 18388 w 18387"/>
                  <a:gd name="connsiteY17" fmla="*/ 111739 h 115213"/>
                  <a:gd name="connsiteX18" fmla="*/ 14942 w 18387"/>
                  <a:gd name="connsiteY18" fmla="*/ 115185 h 11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387" h="115213">
                    <a:moveTo>
                      <a:pt x="14942" y="115213"/>
                    </a:moveTo>
                    <a:cubicBezTo>
                      <a:pt x="13049" y="115213"/>
                      <a:pt x="11496" y="113660"/>
                      <a:pt x="11496" y="111767"/>
                    </a:cubicBezTo>
                    <a:lnTo>
                      <a:pt x="11496" y="103039"/>
                    </a:lnTo>
                    <a:cubicBezTo>
                      <a:pt x="11496" y="99932"/>
                      <a:pt x="8954" y="97390"/>
                      <a:pt x="5819" y="97390"/>
                    </a:cubicBezTo>
                    <a:lnTo>
                      <a:pt x="3446" y="97390"/>
                    </a:lnTo>
                    <a:cubicBezTo>
                      <a:pt x="1554" y="97390"/>
                      <a:pt x="0" y="95837"/>
                      <a:pt x="0" y="93944"/>
                    </a:cubicBezTo>
                    <a:lnTo>
                      <a:pt x="0" y="21269"/>
                    </a:lnTo>
                    <a:cubicBezTo>
                      <a:pt x="0" y="19376"/>
                      <a:pt x="1554" y="17823"/>
                      <a:pt x="3446" y="17823"/>
                    </a:cubicBezTo>
                    <a:lnTo>
                      <a:pt x="5819" y="17823"/>
                    </a:lnTo>
                    <a:cubicBezTo>
                      <a:pt x="8954" y="17823"/>
                      <a:pt x="11496" y="15281"/>
                      <a:pt x="11496" y="12146"/>
                    </a:cubicBezTo>
                    <a:lnTo>
                      <a:pt x="11496" y="3446"/>
                    </a:lnTo>
                    <a:cubicBezTo>
                      <a:pt x="11496" y="1554"/>
                      <a:pt x="13049" y="0"/>
                      <a:pt x="14942" y="0"/>
                    </a:cubicBezTo>
                    <a:cubicBezTo>
                      <a:pt x="16835" y="0"/>
                      <a:pt x="18388" y="1554"/>
                      <a:pt x="18388" y="3446"/>
                    </a:cubicBezTo>
                    <a:lnTo>
                      <a:pt x="18388" y="12146"/>
                    </a:lnTo>
                    <a:cubicBezTo>
                      <a:pt x="18388" y="18699"/>
                      <a:pt x="13332" y="24122"/>
                      <a:pt x="6892" y="24658"/>
                    </a:cubicBezTo>
                    <a:lnTo>
                      <a:pt x="6892" y="90527"/>
                    </a:lnTo>
                    <a:cubicBezTo>
                      <a:pt x="13304" y="91063"/>
                      <a:pt x="18388" y="96458"/>
                      <a:pt x="18388" y="103011"/>
                    </a:cubicBezTo>
                    <a:lnTo>
                      <a:pt x="18388" y="111739"/>
                    </a:lnTo>
                    <a:cubicBezTo>
                      <a:pt x="18388" y="113632"/>
                      <a:pt x="16835" y="115185"/>
                      <a:pt x="14942" y="115185"/>
                    </a:cubicBezTo>
                    <a:close/>
                  </a:path>
                </a:pathLst>
              </a:custGeom>
              <a:solidFill>
                <a:srgbClr val="17A3A3"/>
              </a:solidFill>
              <a:ln w="2824" cap="flat">
                <a:noFill/>
                <a:prstDash val="solid"/>
                <a:miter/>
              </a:ln>
            </p:spPr>
            <p:txBody>
              <a:bodyPr rtlCol="1" anchor="ctr"/>
              <a:lstStyle/>
              <a:p>
                <a:endParaRPr lang="ar-SA"/>
              </a:p>
            </p:txBody>
          </p:sp>
          <p:sp>
            <p:nvSpPr>
              <p:cNvPr id="7614" name="شكل حر: شكل 8511">
                <a:extLst>
                  <a:ext uri="{FF2B5EF4-FFF2-40B4-BE49-F238E27FC236}">
                    <a16:creationId xmlns:a16="http://schemas.microsoft.com/office/drawing/2014/main" id="{A905CF6F-2D2F-4921-54A7-0360E909C81F}"/>
                  </a:ext>
                </a:extLst>
              </p:cNvPr>
              <p:cNvSpPr/>
              <p:nvPr/>
            </p:nvSpPr>
            <p:spPr>
              <a:xfrm>
                <a:off x="4759283" y="152836"/>
                <a:ext cx="18387" cy="115213"/>
              </a:xfrm>
              <a:custGeom>
                <a:avLst/>
                <a:gdLst>
                  <a:gd name="connsiteX0" fmla="*/ 3446 w 18387"/>
                  <a:gd name="connsiteY0" fmla="*/ 115185 h 115213"/>
                  <a:gd name="connsiteX1" fmla="*/ 0 w 18387"/>
                  <a:gd name="connsiteY1" fmla="*/ 111739 h 115213"/>
                  <a:gd name="connsiteX2" fmla="*/ 0 w 18387"/>
                  <a:gd name="connsiteY2" fmla="*/ 103011 h 115213"/>
                  <a:gd name="connsiteX3" fmla="*/ 11496 w 18387"/>
                  <a:gd name="connsiteY3" fmla="*/ 90527 h 115213"/>
                  <a:gd name="connsiteX4" fmla="*/ 11496 w 18387"/>
                  <a:gd name="connsiteY4" fmla="*/ 24658 h 115213"/>
                  <a:gd name="connsiteX5" fmla="*/ 0 w 18387"/>
                  <a:gd name="connsiteY5" fmla="*/ 12146 h 115213"/>
                  <a:gd name="connsiteX6" fmla="*/ 0 w 18387"/>
                  <a:gd name="connsiteY6" fmla="*/ 3446 h 115213"/>
                  <a:gd name="connsiteX7" fmla="*/ 3446 w 18387"/>
                  <a:gd name="connsiteY7" fmla="*/ 0 h 115213"/>
                  <a:gd name="connsiteX8" fmla="*/ 6892 w 18387"/>
                  <a:gd name="connsiteY8" fmla="*/ 3446 h 115213"/>
                  <a:gd name="connsiteX9" fmla="*/ 6892 w 18387"/>
                  <a:gd name="connsiteY9" fmla="*/ 12146 h 115213"/>
                  <a:gd name="connsiteX10" fmla="*/ 12569 w 18387"/>
                  <a:gd name="connsiteY10" fmla="*/ 17823 h 115213"/>
                  <a:gd name="connsiteX11" fmla="*/ 14942 w 18387"/>
                  <a:gd name="connsiteY11" fmla="*/ 17823 h 115213"/>
                  <a:gd name="connsiteX12" fmla="*/ 18388 w 18387"/>
                  <a:gd name="connsiteY12" fmla="*/ 21269 h 115213"/>
                  <a:gd name="connsiteX13" fmla="*/ 18388 w 18387"/>
                  <a:gd name="connsiteY13" fmla="*/ 93944 h 115213"/>
                  <a:gd name="connsiteX14" fmla="*/ 14942 w 18387"/>
                  <a:gd name="connsiteY14" fmla="*/ 97390 h 115213"/>
                  <a:gd name="connsiteX15" fmla="*/ 12569 w 18387"/>
                  <a:gd name="connsiteY15" fmla="*/ 97390 h 115213"/>
                  <a:gd name="connsiteX16" fmla="*/ 6892 w 18387"/>
                  <a:gd name="connsiteY16" fmla="*/ 103039 h 115213"/>
                  <a:gd name="connsiteX17" fmla="*/ 6892 w 18387"/>
                  <a:gd name="connsiteY17" fmla="*/ 111767 h 115213"/>
                  <a:gd name="connsiteX18" fmla="*/ 3446 w 18387"/>
                  <a:gd name="connsiteY18" fmla="*/ 115213 h 11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387" h="115213">
                    <a:moveTo>
                      <a:pt x="3446" y="115185"/>
                    </a:moveTo>
                    <a:cubicBezTo>
                      <a:pt x="1554" y="115185"/>
                      <a:pt x="0" y="113632"/>
                      <a:pt x="0" y="111739"/>
                    </a:cubicBezTo>
                    <a:lnTo>
                      <a:pt x="0" y="103011"/>
                    </a:lnTo>
                    <a:cubicBezTo>
                      <a:pt x="0" y="96458"/>
                      <a:pt x="5056" y="91063"/>
                      <a:pt x="11496" y="90527"/>
                    </a:cubicBezTo>
                    <a:lnTo>
                      <a:pt x="11496" y="24658"/>
                    </a:lnTo>
                    <a:cubicBezTo>
                      <a:pt x="5084" y="24122"/>
                      <a:pt x="0" y="18698"/>
                      <a:pt x="0" y="12146"/>
                    </a:cubicBezTo>
                    <a:lnTo>
                      <a:pt x="0" y="3446"/>
                    </a:lnTo>
                    <a:cubicBezTo>
                      <a:pt x="0" y="1553"/>
                      <a:pt x="1554" y="0"/>
                      <a:pt x="3446" y="0"/>
                    </a:cubicBezTo>
                    <a:cubicBezTo>
                      <a:pt x="5338" y="0"/>
                      <a:pt x="6892" y="1553"/>
                      <a:pt x="6892" y="3446"/>
                    </a:cubicBezTo>
                    <a:lnTo>
                      <a:pt x="6892" y="12146"/>
                    </a:lnTo>
                    <a:cubicBezTo>
                      <a:pt x="6892" y="15281"/>
                      <a:pt x="9434" y="17823"/>
                      <a:pt x="12569" y="17823"/>
                    </a:cubicBezTo>
                    <a:lnTo>
                      <a:pt x="14942" y="17823"/>
                    </a:lnTo>
                    <a:cubicBezTo>
                      <a:pt x="16834" y="17823"/>
                      <a:pt x="18388" y="19376"/>
                      <a:pt x="18388" y="21269"/>
                    </a:cubicBezTo>
                    <a:lnTo>
                      <a:pt x="18388" y="93944"/>
                    </a:lnTo>
                    <a:cubicBezTo>
                      <a:pt x="18388" y="95837"/>
                      <a:pt x="16834" y="97390"/>
                      <a:pt x="14942" y="97390"/>
                    </a:cubicBezTo>
                    <a:lnTo>
                      <a:pt x="12569" y="97390"/>
                    </a:lnTo>
                    <a:cubicBezTo>
                      <a:pt x="9434" y="97390"/>
                      <a:pt x="6892" y="99932"/>
                      <a:pt x="6892" y="103039"/>
                    </a:cubicBezTo>
                    <a:lnTo>
                      <a:pt x="6892" y="111767"/>
                    </a:lnTo>
                    <a:cubicBezTo>
                      <a:pt x="6892" y="113660"/>
                      <a:pt x="5338" y="115213"/>
                      <a:pt x="3446" y="115213"/>
                    </a:cubicBezTo>
                    <a:close/>
                  </a:path>
                </a:pathLst>
              </a:custGeom>
              <a:solidFill>
                <a:srgbClr val="17A3A3"/>
              </a:solidFill>
              <a:ln w="2824" cap="flat">
                <a:noFill/>
                <a:prstDash val="solid"/>
                <a:miter/>
              </a:ln>
            </p:spPr>
            <p:txBody>
              <a:bodyPr rtlCol="1" anchor="ctr"/>
              <a:lstStyle/>
              <a:p>
                <a:endParaRPr lang="ar-SA"/>
              </a:p>
            </p:txBody>
          </p:sp>
          <p:sp>
            <p:nvSpPr>
              <p:cNvPr id="7615" name="شكل حر: شكل 8512">
                <a:extLst>
                  <a:ext uri="{FF2B5EF4-FFF2-40B4-BE49-F238E27FC236}">
                    <a16:creationId xmlns:a16="http://schemas.microsoft.com/office/drawing/2014/main" id="{EB3BB6FC-47D3-B29D-5BBB-8E2A34D820C5}"/>
                  </a:ext>
                </a:extLst>
              </p:cNvPr>
              <p:cNvSpPr/>
              <p:nvPr/>
            </p:nvSpPr>
            <p:spPr>
              <a:xfrm>
                <a:off x="4871191" y="152807"/>
                <a:ext cx="18387" cy="115213"/>
              </a:xfrm>
              <a:custGeom>
                <a:avLst/>
                <a:gdLst>
                  <a:gd name="connsiteX0" fmla="*/ 14942 w 18387"/>
                  <a:gd name="connsiteY0" fmla="*/ 115213 h 115213"/>
                  <a:gd name="connsiteX1" fmla="*/ 11496 w 18387"/>
                  <a:gd name="connsiteY1" fmla="*/ 111767 h 115213"/>
                  <a:gd name="connsiteX2" fmla="*/ 11496 w 18387"/>
                  <a:gd name="connsiteY2" fmla="*/ 103039 h 115213"/>
                  <a:gd name="connsiteX3" fmla="*/ 5819 w 18387"/>
                  <a:gd name="connsiteY3" fmla="*/ 97390 h 115213"/>
                  <a:gd name="connsiteX4" fmla="*/ 3446 w 18387"/>
                  <a:gd name="connsiteY4" fmla="*/ 97390 h 115213"/>
                  <a:gd name="connsiteX5" fmla="*/ 0 w 18387"/>
                  <a:gd name="connsiteY5" fmla="*/ 93944 h 115213"/>
                  <a:gd name="connsiteX6" fmla="*/ 0 w 18387"/>
                  <a:gd name="connsiteY6" fmla="*/ 21269 h 115213"/>
                  <a:gd name="connsiteX7" fmla="*/ 3446 w 18387"/>
                  <a:gd name="connsiteY7" fmla="*/ 17823 h 115213"/>
                  <a:gd name="connsiteX8" fmla="*/ 5819 w 18387"/>
                  <a:gd name="connsiteY8" fmla="*/ 17823 h 115213"/>
                  <a:gd name="connsiteX9" fmla="*/ 11496 w 18387"/>
                  <a:gd name="connsiteY9" fmla="*/ 12146 h 115213"/>
                  <a:gd name="connsiteX10" fmla="*/ 11496 w 18387"/>
                  <a:gd name="connsiteY10" fmla="*/ 3446 h 115213"/>
                  <a:gd name="connsiteX11" fmla="*/ 14942 w 18387"/>
                  <a:gd name="connsiteY11" fmla="*/ 0 h 115213"/>
                  <a:gd name="connsiteX12" fmla="*/ 18388 w 18387"/>
                  <a:gd name="connsiteY12" fmla="*/ 3446 h 115213"/>
                  <a:gd name="connsiteX13" fmla="*/ 18388 w 18387"/>
                  <a:gd name="connsiteY13" fmla="*/ 12146 h 115213"/>
                  <a:gd name="connsiteX14" fmla="*/ 6892 w 18387"/>
                  <a:gd name="connsiteY14" fmla="*/ 24658 h 115213"/>
                  <a:gd name="connsiteX15" fmla="*/ 6892 w 18387"/>
                  <a:gd name="connsiteY15" fmla="*/ 90527 h 115213"/>
                  <a:gd name="connsiteX16" fmla="*/ 18388 w 18387"/>
                  <a:gd name="connsiteY16" fmla="*/ 103011 h 115213"/>
                  <a:gd name="connsiteX17" fmla="*/ 18388 w 18387"/>
                  <a:gd name="connsiteY17" fmla="*/ 111739 h 115213"/>
                  <a:gd name="connsiteX18" fmla="*/ 14942 w 18387"/>
                  <a:gd name="connsiteY18" fmla="*/ 115185 h 11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387" h="115213">
                    <a:moveTo>
                      <a:pt x="14942" y="115213"/>
                    </a:moveTo>
                    <a:cubicBezTo>
                      <a:pt x="13049" y="115213"/>
                      <a:pt x="11496" y="113660"/>
                      <a:pt x="11496" y="111767"/>
                    </a:cubicBezTo>
                    <a:lnTo>
                      <a:pt x="11496" y="103039"/>
                    </a:lnTo>
                    <a:cubicBezTo>
                      <a:pt x="11496" y="99932"/>
                      <a:pt x="8954" y="97390"/>
                      <a:pt x="5819" y="97390"/>
                    </a:cubicBezTo>
                    <a:lnTo>
                      <a:pt x="3446" y="97390"/>
                    </a:lnTo>
                    <a:cubicBezTo>
                      <a:pt x="1554" y="97390"/>
                      <a:pt x="0" y="95837"/>
                      <a:pt x="0" y="93944"/>
                    </a:cubicBezTo>
                    <a:lnTo>
                      <a:pt x="0" y="21269"/>
                    </a:lnTo>
                    <a:cubicBezTo>
                      <a:pt x="0" y="19376"/>
                      <a:pt x="1554" y="17823"/>
                      <a:pt x="3446" y="17823"/>
                    </a:cubicBezTo>
                    <a:lnTo>
                      <a:pt x="5819" y="17823"/>
                    </a:lnTo>
                    <a:cubicBezTo>
                      <a:pt x="8954" y="17823"/>
                      <a:pt x="11496" y="15281"/>
                      <a:pt x="11496" y="12146"/>
                    </a:cubicBezTo>
                    <a:lnTo>
                      <a:pt x="11496" y="3446"/>
                    </a:lnTo>
                    <a:cubicBezTo>
                      <a:pt x="11496" y="1554"/>
                      <a:pt x="13049" y="0"/>
                      <a:pt x="14942" y="0"/>
                    </a:cubicBezTo>
                    <a:cubicBezTo>
                      <a:pt x="16834" y="0"/>
                      <a:pt x="18388" y="1554"/>
                      <a:pt x="18388" y="3446"/>
                    </a:cubicBezTo>
                    <a:lnTo>
                      <a:pt x="18388" y="12146"/>
                    </a:lnTo>
                    <a:cubicBezTo>
                      <a:pt x="18388" y="18699"/>
                      <a:pt x="13332" y="24122"/>
                      <a:pt x="6892" y="24658"/>
                    </a:cubicBezTo>
                    <a:lnTo>
                      <a:pt x="6892" y="90527"/>
                    </a:lnTo>
                    <a:cubicBezTo>
                      <a:pt x="13304" y="91063"/>
                      <a:pt x="18388" y="96458"/>
                      <a:pt x="18388" y="103011"/>
                    </a:cubicBezTo>
                    <a:lnTo>
                      <a:pt x="18388" y="111739"/>
                    </a:lnTo>
                    <a:cubicBezTo>
                      <a:pt x="18388" y="113632"/>
                      <a:pt x="16834" y="115185"/>
                      <a:pt x="14942" y="115185"/>
                    </a:cubicBezTo>
                    <a:close/>
                  </a:path>
                </a:pathLst>
              </a:custGeom>
              <a:solidFill>
                <a:srgbClr val="17A3A3"/>
              </a:solidFill>
              <a:ln w="2824" cap="flat">
                <a:noFill/>
                <a:prstDash val="solid"/>
                <a:miter/>
              </a:ln>
            </p:spPr>
            <p:txBody>
              <a:bodyPr rtlCol="1" anchor="ctr"/>
              <a:lstStyle/>
              <a:p>
                <a:endParaRPr lang="ar-SA"/>
              </a:p>
            </p:txBody>
          </p:sp>
          <p:sp>
            <p:nvSpPr>
              <p:cNvPr id="7616" name="شكل حر: شكل 8513">
                <a:extLst>
                  <a:ext uri="{FF2B5EF4-FFF2-40B4-BE49-F238E27FC236}">
                    <a16:creationId xmlns:a16="http://schemas.microsoft.com/office/drawing/2014/main" id="{52531058-52A2-4957-6F07-55EEB98AC806}"/>
                  </a:ext>
                </a:extLst>
              </p:cNvPr>
              <p:cNvSpPr/>
              <p:nvPr/>
            </p:nvSpPr>
            <p:spPr>
              <a:xfrm>
                <a:off x="4835997" y="152836"/>
                <a:ext cx="18387" cy="115213"/>
              </a:xfrm>
              <a:custGeom>
                <a:avLst/>
                <a:gdLst>
                  <a:gd name="connsiteX0" fmla="*/ 3446 w 18387"/>
                  <a:gd name="connsiteY0" fmla="*/ 115185 h 115213"/>
                  <a:gd name="connsiteX1" fmla="*/ 0 w 18387"/>
                  <a:gd name="connsiteY1" fmla="*/ 111739 h 115213"/>
                  <a:gd name="connsiteX2" fmla="*/ 0 w 18387"/>
                  <a:gd name="connsiteY2" fmla="*/ 103011 h 115213"/>
                  <a:gd name="connsiteX3" fmla="*/ 11496 w 18387"/>
                  <a:gd name="connsiteY3" fmla="*/ 90527 h 115213"/>
                  <a:gd name="connsiteX4" fmla="*/ 11496 w 18387"/>
                  <a:gd name="connsiteY4" fmla="*/ 24658 h 115213"/>
                  <a:gd name="connsiteX5" fmla="*/ 0 w 18387"/>
                  <a:gd name="connsiteY5" fmla="*/ 12146 h 115213"/>
                  <a:gd name="connsiteX6" fmla="*/ 0 w 18387"/>
                  <a:gd name="connsiteY6" fmla="*/ 3446 h 115213"/>
                  <a:gd name="connsiteX7" fmla="*/ 3446 w 18387"/>
                  <a:gd name="connsiteY7" fmla="*/ 0 h 115213"/>
                  <a:gd name="connsiteX8" fmla="*/ 6892 w 18387"/>
                  <a:gd name="connsiteY8" fmla="*/ 3446 h 115213"/>
                  <a:gd name="connsiteX9" fmla="*/ 6892 w 18387"/>
                  <a:gd name="connsiteY9" fmla="*/ 12146 h 115213"/>
                  <a:gd name="connsiteX10" fmla="*/ 12569 w 18387"/>
                  <a:gd name="connsiteY10" fmla="*/ 17823 h 115213"/>
                  <a:gd name="connsiteX11" fmla="*/ 14942 w 18387"/>
                  <a:gd name="connsiteY11" fmla="*/ 17823 h 115213"/>
                  <a:gd name="connsiteX12" fmla="*/ 18388 w 18387"/>
                  <a:gd name="connsiteY12" fmla="*/ 21269 h 115213"/>
                  <a:gd name="connsiteX13" fmla="*/ 18388 w 18387"/>
                  <a:gd name="connsiteY13" fmla="*/ 93944 h 115213"/>
                  <a:gd name="connsiteX14" fmla="*/ 14942 w 18387"/>
                  <a:gd name="connsiteY14" fmla="*/ 97390 h 115213"/>
                  <a:gd name="connsiteX15" fmla="*/ 12569 w 18387"/>
                  <a:gd name="connsiteY15" fmla="*/ 97390 h 115213"/>
                  <a:gd name="connsiteX16" fmla="*/ 6892 w 18387"/>
                  <a:gd name="connsiteY16" fmla="*/ 103039 h 115213"/>
                  <a:gd name="connsiteX17" fmla="*/ 6892 w 18387"/>
                  <a:gd name="connsiteY17" fmla="*/ 111767 h 115213"/>
                  <a:gd name="connsiteX18" fmla="*/ 3446 w 18387"/>
                  <a:gd name="connsiteY18" fmla="*/ 115213 h 115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387" h="115213">
                    <a:moveTo>
                      <a:pt x="3446" y="115185"/>
                    </a:moveTo>
                    <a:cubicBezTo>
                      <a:pt x="1553" y="115185"/>
                      <a:pt x="0" y="113632"/>
                      <a:pt x="0" y="111739"/>
                    </a:cubicBezTo>
                    <a:lnTo>
                      <a:pt x="0" y="103011"/>
                    </a:lnTo>
                    <a:cubicBezTo>
                      <a:pt x="0" y="96458"/>
                      <a:pt x="5056" y="91063"/>
                      <a:pt x="11496" y="90527"/>
                    </a:cubicBezTo>
                    <a:lnTo>
                      <a:pt x="11496" y="24658"/>
                    </a:lnTo>
                    <a:cubicBezTo>
                      <a:pt x="5084" y="24122"/>
                      <a:pt x="0" y="18698"/>
                      <a:pt x="0" y="12146"/>
                    </a:cubicBezTo>
                    <a:lnTo>
                      <a:pt x="0" y="3446"/>
                    </a:lnTo>
                    <a:cubicBezTo>
                      <a:pt x="0" y="1553"/>
                      <a:pt x="1553" y="0"/>
                      <a:pt x="3446" y="0"/>
                    </a:cubicBezTo>
                    <a:cubicBezTo>
                      <a:pt x="5338" y="0"/>
                      <a:pt x="6892" y="1553"/>
                      <a:pt x="6892" y="3446"/>
                    </a:cubicBezTo>
                    <a:lnTo>
                      <a:pt x="6892" y="12146"/>
                    </a:lnTo>
                    <a:cubicBezTo>
                      <a:pt x="6892" y="15281"/>
                      <a:pt x="9434" y="17823"/>
                      <a:pt x="12569" y="17823"/>
                    </a:cubicBezTo>
                    <a:lnTo>
                      <a:pt x="14942" y="17823"/>
                    </a:lnTo>
                    <a:cubicBezTo>
                      <a:pt x="16834" y="17823"/>
                      <a:pt x="18388" y="19376"/>
                      <a:pt x="18388" y="21269"/>
                    </a:cubicBezTo>
                    <a:lnTo>
                      <a:pt x="18388" y="93944"/>
                    </a:lnTo>
                    <a:cubicBezTo>
                      <a:pt x="18388" y="95837"/>
                      <a:pt x="16834" y="97390"/>
                      <a:pt x="14942" y="97390"/>
                    </a:cubicBezTo>
                    <a:lnTo>
                      <a:pt x="12569" y="97390"/>
                    </a:lnTo>
                    <a:cubicBezTo>
                      <a:pt x="9434" y="97390"/>
                      <a:pt x="6892" y="99932"/>
                      <a:pt x="6892" y="103039"/>
                    </a:cubicBezTo>
                    <a:lnTo>
                      <a:pt x="6892" y="111767"/>
                    </a:lnTo>
                    <a:cubicBezTo>
                      <a:pt x="6892" y="113660"/>
                      <a:pt x="5338" y="115213"/>
                      <a:pt x="3446" y="115213"/>
                    </a:cubicBezTo>
                    <a:close/>
                  </a:path>
                </a:pathLst>
              </a:custGeom>
              <a:solidFill>
                <a:srgbClr val="17A3A3"/>
              </a:solidFill>
              <a:ln w="2824" cap="flat">
                <a:noFill/>
                <a:prstDash val="solid"/>
                <a:miter/>
              </a:ln>
            </p:spPr>
            <p:txBody>
              <a:bodyPr rtlCol="1" anchor="ctr"/>
              <a:lstStyle/>
              <a:p>
                <a:endParaRPr lang="ar-SA"/>
              </a:p>
            </p:txBody>
          </p:sp>
        </p:grpSp>
        <p:sp>
          <p:nvSpPr>
            <p:cNvPr id="7610" name="شكل حر: شكل 8514">
              <a:extLst>
                <a:ext uri="{FF2B5EF4-FFF2-40B4-BE49-F238E27FC236}">
                  <a16:creationId xmlns:a16="http://schemas.microsoft.com/office/drawing/2014/main" id="{D5771625-B82E-BF38-BAB3-D754054B1A43}"/>
                </a:ext>
              </a:extLst>
            </p:cNvPr>
            <p:cNvSpPr/>
            <p:nvPr/>
          </p:nvSpPr>
          <p:spPr>
            <a:xfrm>
              <a:off x="4750753" y="106739"/>
              <a:ext cx="70641" cy="6891"/>
            </a:xfrm>
            <a:custGeom>
              <a:avLst/>
              <a:gdLst>
                <a:gd name="connsiteX0" fmla="*/ 67196 w 70641"/>
                <a:gd name="connsiteY0" fmla="*/ 6892 h 6891"/>
                <a:gd name="connsiteX1" fmla="*/ 3446 w 70641"/>
                <a:gd name="connsiteY1" fmla="*/ 6892 h 6891"/>
                <a:gd name="connsiteX2" fmla="*/ 0 w 70641"/>
                <a:gd name="connsiteY2" fmla="*/ 3446 h 6891"/>
                <a:gd name="connsiteX3" fmla="*/ 3446 w 70641"/>
                <a:gd name="connsiteY3" fmla="*/ 0 h 6891"/>
                <a:gd name="connsiteX4" fmla="*/ 67196 w 70641"/>
                <a:gd name="connsiteY4" fmla="*/ 0 h 6891"/>
                <a:gd name="connsiteX5" fmla="*/ 70642 w 70641"/>
                <a:gd name="connsiteY5" fmla="*/ 3446 h 6891"/>
                <a:gd name="connsiteX6" fmla="*/ 67196 w 70641"/>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641" h="6891">
                  <a:moveTo>
                    <a:pt x="67196" y="6892"/>
                  </a:moveTo>
                  <a:lnTo>
                    <a:pt x="3446" y="6892"/>
                  </a:lnTo>
                  <a:cubicBezTo>
                    <a:pt x="1554" y="6892"/>
                    <a:pt x="0" y="5338"/>
                    <a:pt x="0" y="3446"/>
                  </a:cubicBezTo>
                  <a:cubicBezTo>
                    <a:pt x="0" y="1553"/>
                    <a:pt x="1554" y="0"/>
                    <a:pt x="3446" y="0"/>
                  </a:cubicBezTo>
                  <a:lnTo>
                    <a:pt x="67196" y="0"/>
                  </a:lnTo>
                  <a:cubicBezTo>
                    <a:pt x="69088" y="0"/>
                    <a:pt x="70642" y="1553"/>
                    <a:pt x="70642" y="3446"/>
                  </a:cubicBezTo>
                  <a:cubicBezTo>
                    <a:pt x="70642" y="5338"/>
                    <a:pt x="69088" y="6892"/>
                    <a:pt x="67196" y="6892"/>
                  </a:cubicBezTo>
                  <a:close/>
                </a:path>
              </a:pathLst>
            </a:custGeom>
            <a:solidFill>
              <a:srgbClr val="01355A"/>
            </a:solidFill>
            <a:ln w="2824" cap="flat">
              <a:noFill/>
              <a:prstDash val="solid"/>
              <a:miter/>
            </a:ln>
          </p:spPr>
          <p:txBody>
            <a:bodyPr rtlCol="1" anchor="ctr"/>
            <a:lstStyle/>
            <a:p>
              <a:endParaRPr lang="ar-SA"/>
            </a:p>
          </p:txBody>
        </p:sp>
      </p:grpSp>
      <p:grpSp>
        <p:nvGrpSpPr>
          <p:cNvPr id="7617" name="رسم 8014">
            <a:extLst>
              <a:ext uri="{FF2B5EF4-FFF2-40B4-BE49-F238E27FC236}">
                <a16:creationId xmlns:a16="http://schemas.microsoft.com/office/drawing/2014/main" id="{E9683ED7-DAFC-A4E5-895D-CDB7AC605B30}"/>
              </a:ext>
            </a:extLst>
          </p:cNvPr>
          <p:cNvGrpSpPr/>
          <p:nvPr/>
        </p:nvGrpSpPr>
        <p:grpSpPr>
          <a:xfrm>
            <a:off x="5486924" y="1811471"/>
            <a:ext cx="289213" cy="266530"/>
            <a:chOff x="5639948" y="482884"/>
            <a:chExt cx="345696" cy="338154"/>
          </a:xfrm>
        </p:grpSpPr>
        <p:grpSp>
          <p:nvGrpSpPr>
            <p:cNvPr id="7618" name="رسم 8014">
              <a:extLst>
                <a:ext uri="{FF2B5EF4-FFF2-40B4-BE49-F238E27FC236}">
                  <a16:creationId xmlns:a16="http://schemas.microsoft.com/office/drawing/2014/main" id="{EEA18FC9-2D90-E308-B549-4EA9009F79A5}"/>
                </a:ext>
              </a:extLst>
            </p:cNvPr>
            <p:cNvGrpSpPr/>
            <p:nvPr/>
          </p:nvGrpSpPr>
          <p:grpSpPr>
            <a:xfrm>
              <a:off x="5685762" y="536889"/>
              <a:ext cx="299882" cy="284149"/>
              <a:chOff x="5685762" y="536889"/>
              <a:chExt cx="299882" cy="284149"/>
            </a:xfrm>
          </p:grpSpPr>
          <p:grpSp>
            <p:nvGrpSpPr>
              <p:cNvPr id="7620" name="رسم 8014">
                <a:extLst>
                  <a:ext uri="{FF2B5EF4-FFF2-40B4-BE49-F238E27FC236}">
                    <a16:creationId xmlns:a16="http://schemas.microsoft.com/office/drawing/2014/main" id="{E0AFC356-8290-6A0D-AFDF-B9A5C15A302B}"/>
                  </a:ext>
                </a:extLst>
              </p:cNvPr>
              <p:cNvGrpSpPr/>
              <p:nvPr/>
            </p:nvGrpSpPr>
            <p:grpSpPr>
              <a:xfrm>
                <a:off x="5752111" y="536889"/>
                <a:ext cx="233533" cy="138261"/>
                <a:chOff x="5752111" y="536889"/>
                <a:chExt cx="233533" cy="138261"/>
              </a:xfrm>
              <a:solidFill>
                <a:srgbClr val="01355A"/>
              </a:solidFill>
            </p:grpSpPr>
            <p:sp>
              <p:nvSpPr>
                <p:cNvPr id="7627" name="شكل حر: شكل 8518">
                  <a:extLst>
                    <a:ext uri="{FF2B5EF4-FFF2-40B4-BE49-F238E27FC236}">
                      <a16:creationId xmlns:a16="http://schemas.microsoft.com/office/drawing/2014/main" id="{EAE81849-E848-9FC5-78E0-D89CC119761B}"/>
                    </a:ext>
                  </a:extLst>
                </p:cNvPr>
                <p:cNvSpPr/>
                <p:nvPr/>
              </p:nvSpPr>
              <p:spPr>
                <a:xfrm>
                  <a:off x="5752111" y="536889"/>
                  <a:ext cx="233505" cy="138261"/>
                </a:xfrm>
                <a:custGeom>
                  <a:avLst/>
                  <a:gdLst>
                    <a:gd name="connsiteX0" fmla="*/ 213282 w 233505"/>
                    <a:gd name="connsiteY0" fmla="*/ 138262 h 138261"/>
                    <a:gd name="connsiteX1" fmla="*/ 170461 w 233505"/>
                    <a:gd name="connsiteY1" fmla="*/ 138262 h 138261"/>
                    <a:gd name="connsiteX2" fmla="*/ 167015 w 233505"/>
                    <a:gd name="connsiteY2" fmla="*/ 134816 h 138261"/>
                    <a:gd name="connsiteX3" fmla="*/ 170461 w 233505"/>
                    <a:gd name="connsiteY3" fmla="*/ 131370 h 138261"/>
                    <a:gd name="connsiteX4" fmla="*/ 213282 w 233505"/>
                    <a:gd name="connsiteY4" fmla="*/ 131370 h 138261"/>
                    <a:gd name="connsiteX5" fmla="*/ 226642 w 233505"/>
                    <a:gd name="connsiteY5" fmla="*/ 118010 h 138261"/>
                    <a:gd name="connsiteX6" fmla="*/ 226642 w 233505"/>
                    <a:gd name="connsiteY6" fmla="*/ 20252 h 138261"/>
                    <a:gd name="connsiteX7" fmla="*/ 213282 w 233505"/>
                    <a:gd name="connsiteY7" fmla="*/ 6892 h 138261"/>
                    <a:gd name="connsiteX8" fmla="*/ 20252 w 233505"/>
                    <a:gd name="connsiteY8" fmla="*/ 6892 h 138261"/>
                    <a:gd name="connsiteX9" fmla="*/ 6892 w 233505"/>
                    <a:gd name="connsiteY9" fmla="*/ 20252 h 138261"/>
                    <a:gd name="connsiteX10" fmla="*/ 6892 w 233505"/>
                    <a:gd name="connsiteY10" fmla="*/ 108491 h 138261"/>
                    <a:gd name="connsiteX11" fmla="*/ 3446 w 233505"/>
                    <a:gd name="connsiteY11" fmla="*/ 111937 h 138261"/>
                    <a:gd name="connsiteX12" fmla="*/ 0 w 233505"/>
                    <a:gd name="connsiteY12" fmla="*/ 108491 h 138261"/>
                    <a:gd name="connsiteX13" fmla="*/ 0 w 233505"/>
                    <a:gd name="connsiteY13" fmla="*/ 20252 h 138261"/>
                    <a:gd name="connsiteX14" fmla="*/ 20224 w 233505"/>
                    <a:gd name="connsiteY14" fmla="*/ 0 h 138261"/>
                    <a:gd name="connsiteX15" fmla="*/ 213253 w 233505"/>
                    <a:gd name="connsiteY15" fmla="*/ 0 h 138261"/>
                    <a:gd name="connsiteX16" fmla="*/ 233505 w 233505"/>
                    <a:gd name="connsiteY16" fmla="*/ 20252 h 138261"/>
                    <a:gd name="connsiteX17" fmla="*/ 233505 w 233505"/>
                    <a:gd name="connsiteY17" fmla="*/ 118010 h 138261"/>
                    <a:gd name="connsiteX18" fmla="*/ 213253 w 233505"/>
                    <a:gd name="connsiteY18" fmla="*/ 138233 h 138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33505" h="138261">
                      <a:moveTo>
                        <a:pt x="213282" y="138262"/>
                      </a:moveTo>
                      <a:lnTo>
                        <a:pt x="170461" y="138262"/>
                      </a:lnTo>
                      <a:cubicBezTo>
                        <a:pt x="168569" y="138262"/>
                        <a:pt x="167015" y="136708"/>
                        <a:pt x="167015" y="134816"/>
                      </a:cubicBezTo>
                      <a:cubicBezTo>
                        <a:pt x="167015" y="132923"/>
                        <a:pt x="168569" y="131370"/>
                        <a:pt x="170461" y="131370"/>
                      </a:cubicBezTo>
                      <a:lnTo>
                        <a:pt x="213282" y="131370"/>
                      </a:lnTo>
                      <a:cubicBezTo>
                        <a:pt x="220654" y="131370"/>
                        <a:pt x="226642" y="125382"/>
                        <a:pt x="226642" y="118010"/>
                      </a:cubicBezTo>
                      <a:lnTo>
                        <a:pt x="226642" y="20252"/>
                      </a:lnTo>
                      <a:cubicBezTo>
                        <a:pt x="226642" y="12880"/>
                        <a:pt x="220654" y="6892"/>
                        <a:pt x="213282" y="6892"/>
                      </a:cubicBezTo>
                      <a:lnTo>
                        <a:pt x="20252" y="6892"/>
                      </a:lnTo>
                      <a:cubicBezTo>
                        <a:pt x="12880" y="6892"/>
                        <a:pt x="6892" y="12880"/>
                        <a:pt x="6892" y="20252"/>
                      </a:cubicBezTo>
                      <a:lnTo>
                        <a:pt x="6892" y="108491"/>
                      </a:lnTo>
                      <a:cubicBezTo>
                        <a:pt x="6892" y="110383"/>
                        <a:pt x="5338" y="111937"/>
                        <a:pt x="3446" y="111937"/>
                      </a:cubicBezTo>
                      <a:cubicBezTo>
                        <a:pt x="1554" y="111937"/>
                        <a:pt x="0" y="110383"/>
                        <a:pt x="0" y="108491"/>
                      </a:cubicBezTo>
                      <a:lnTo>
                        <a:pt x="0" y="20252"/>
                      </a:lnTo>
                      <a:cubicBezTo>
                        <a:pt x="0" y="9067"/>
                        <a:pt x="9067" y="0"/>
                        <a:pt x="20224" y="0"/>
                      </a:cubicBezTo>
                      <a:lnTo>
                        <a:pt x="213253" y="0"/>
                      </a:lnTo>
                      <a:cubicBezTo>
                        <a:pt x="224410" y="0"/>
                        <a:pt x="233505" y="9095"/>
                        <a:pt x="233505" y="20252"/>
                      </a:cubicBezTo>
                      <a:lnTo>
                        <a:pt x="233505" y="118010"/>
                      </a:lnTo>
                      <a:cubicBezTo>
                        <a:pt x="233505" y="129167"/>
                        <a:pt x="224438" y="138233"/>
                        <a:pt x="213253" y="138233"/>
                      </a:cubicBezTo>
                      <a:close/>
                    </a:path>
                  </a:pathLst>
                </a:custGeom>
                <a:solidFill>
                  <a:srgbClr val="01355A"/>
                </a:solidFill>
                <a:ln w="2824" cap="flat">
                  <a:noFill/>
                  <a:prstDash val="solid"/>
                  <a:miter/>
                </a:ln>
              </p:spPr>
              <p:txBody>
                <a:bodyPr rtlCol="1" anchor="ctr"/>
                <a:lstStyle/>
                <a:p>
                  <a:endParaRPr lang="ar-SA"/>
                </a:p>
              </p:txBody>
            </p:sp>
            <p:sp>
              <p:nvSpPr>
                <p:cNvPr id="7628" name="شكل حر: شكل 8519">
                  <a:extLst>
                    <a:ext uri="{FF2B5EF4-FFF2-40B4-BE49-F238E27FC236}">
                      <a16:creationId xmlns:a16="http://schemas.microsoft.com/office/drawing/2014/main" id="{B01EB43C-89A5-DA77-AD57-40B89F55B7BE}"/>
                    </a:ext>
                  </a:extLst>
                </p:cNvPr>
                <p:cNvSpPr/>
                <p:nvPr/>
              </p:nvSpPr>
              <p:spPr>
                <a:xfrm>
                  <a:off x="5752111" y="536918"/>
                  <a:ext cx="44091" cy="44571"/>
                </a:xfrm>
                <a:custGeom>
                  <a:avLst/>
                  <a:gdLst>
                    <a:gd name="connsiteX0" fmla="*/ 9010 w 44091"/>
                    <a:gd name="connsiteY0" fmla="*/ 44571 h 44571"/>
                    <a:gd name="connsiteX1" fmla="*/ 2853 w 44091"/>
                    <a:gd name="connsiteY1" fmla="*/ 44035 h 44571"/>
                    <a:gd name="connsiteX2" fmla="*/ 0 w 44091"/>
                    <a:gd name="connsiteY2" fmla="*/ 40645 h 44571"/>
                    <a:gd name="connsiteX3" fmla="*/ 0 w 44091"/>
                    <a:gd name="connsiteY3" fmla="*/ 20252 h 44571"/>
                    <a:gd name="connsiteX4" fmla="*/ 20252 w 44091"/>
                    <a:gd name="connsiteY4" fmla="*/ 0 h 44571"/>
                    <a:gd name="connsiteX5" fmla="*/ 40052 w 44091"/>
                    <a:gd name="connsiteY5" fmla="*/ 0 h 44571"/>
                    <a:gd name="connsiteX6" fmla="*/ 43442 w 44091"/>
                    <a:gd name="connsiteY6" fmla="*/ 2768 h 44571"/>
                    <a:gd name="connsiteX7" fmla="*/ 44091 w 44091"/>
                    <a:gd name="connsiteY7" fmla="*/ 9490 h 44571"/>
                    <a:gd name="connsiteX8" fmla="*/ 9010 w 44091"/>
                    <a:gd name="connsiteY8" fmla="*/ 44571 h 44571"/>
                    <a:gd name="connsiteX9" fmla="*/ 6920 w 44091"/>
                    <a:gd name="connsiteY9" fmla="*/ 37595 h 44571"/>
                    <a:gd name="connsiteX10" fmla="*/ 9010 w 44091"/>
                    <a:gd name="connsiteY10" fmla="*/ 37679 h 44571"/>
                    <a:gd name="connsiteX11" fmla="*/ 37199 w 44091"/>
                    <a:gd name="connsiteY11" fmla="*/ 9490 h 44571"/>
                    <a:gd name="connsiteX12" fmla="*/ 37086 w 44091"/>
                    <a:gd name="connsiteY12" fmla="*/ 6892 h 44571"/>
                    <a:gd name="connsiteX13" fmla="*/ 20280 w 44091"/>
                    <a:gd name="connsiteY13" fmla="*/ 6892 h 44571"/>
                    <a:gd name="connsiteX14" fmla="*/ 6920 w 44091"/>
                    <a:gd name="connsiteY14" fmla="*/ 20252 h 44571"/>
                    <a:gd name="connsiteX15" fmla="*/ 6920 w 44091"/>
                    <a:gd name="connsiteY15" fmla="*/ 37623 h 44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091" h="44571">
                      <a:moveTo>
                        <a:pt x="9010" y="44571"/>
                      </a:moveTo>
                      <a:cubicBezTo>
                        <a:pt x="6920" y="44571"/>
                        <a:pt x="4830" y="44402"/>
                        <a:pt x="2853" y="44035"/>
                      </a:cubicBezTo>
                      <a:cubicBezTo>
                        <a:pt x="1215" y="43752"/>
                        <a:pt x="0" y="42312"/>
                        <a:pt x="0" y="40645"/>
                      </a:cubicBezTo>
                      <a:lnTo>
                        <a:pt x="0" y="20252"/>
                      </a:lnTo>
                      <a:cubicBezTo>
                        <a:pt x="0" y="9095"/>
                        <a:pt x="9067" y="0"/>
                        <a:pt x="20252" y="0"/>
                      </a:cubicBezTo>
                      <a:lnTo>
                        <a:pt x="40052" y="0"/>
                      </a:lnTo>
                      <a:cubicBezTo>
                        <a:pt x="41690" y="0"/>
                        <a:pt x="43103" y="1158"/>
                        <a:pt x="43442" y="2768"/>
                      </a:cubicBezTo>
                      <a:cubicBezTo>
                        <a:pt x="43865" y="4943"/>
                        <a:pt x="44091" y="7203"/>
                        <a:pt x="44091" y="9490"/>
                      </a:cubicBezTo>
                      <a:cubicBezTo>
                        <a:pt x="44091" y="28839"/>
                        <a:pt x="28359" y="44571"/>
                        <a:pt x="9010" y="44571"/>
                      </a:cubicBezTo>
                      <a:close/>
                      <a:moveTo>
                        <a:pt x="6920" y="37595"/>
                      </a:moveTo>
                      <a:cubicBezTo>
                        <a:pt x="7626" y="37651"/>
                        <a:pt x="8304" y="37679"/>
                        <a:pt x="9010" y="37679"/>
                      </a:cubicBezTo>
                      <a:cubicBezTo>
                        <a:pt x="24545" y="37679"/>
                        <a:pt x="37199" y="25025"/>
                        <a:pt x="37199" y="9490"/>
                      </a:cubicBezTo>
                      <a:cubicBezTo>
                        <a:pt x="37199" y="8615"/>
                        <a:pt x="37171" y="7739"/>
                        <a:pt x="37086" y="6892"/>
                      </a:cubicBezTo>
                      <a:lnTo>
                        <a:pt x="20280" y="6892"/>
                      </a:lnTo>
                      <a:cubicBezTo>
                        <a:pt x="12908" y="6892"/>
                        <a:pt x="6920" y="12880"/>
                        <a:pt x="6920" y="20252"/>
                      </a:cubicBezTo>
                      <a:lnTo>
                        <a:pt x="6920" y="37623"/>
                      </a:lnTo>
                      <a:close/>
                    </a:path>
                  </a:pathLst>
                </a:custGeom>
                <a:solidFill>
                  <a:srgbClr val="01355A"/>
                </a:solidFill>
                <a:ln w="2824" cap="flat">
                  <a:noFill/>
                  <a:prstDash val="solid"/>
                  <a:miter/>
                </a:ln>
              </p:spPr>
              <p:txBody>
                <a:bodyPr rtlCol="1" anchor="ctr"/>
                <a:lstStyle/>
                <a:p>
                  <a:endParaRPr lang="ar-SA"/>
                </a:p>
              </p:txBody>
            </p:sp>
            <p:sp>
              <p:nvSpPr>
                <p:cNvPr id="7629" name="شكل حر: شكل 8520">
                  <a:extLst>
                    <a:ext uri="{FF2B5EF4-FFF2-40B4-BE49-F238E27FC236}">
                      <a16:creationId xmlns:a16="http://schemas.microsoft.com/office/drawing/2014/main" id="{32954F8A-092D-A7B8-74CF-DB9A393DBFFA}"/>
                    </a:ext>
                  </a:extLst>
                </p:cNvPr>
                <p:cNvSpPr/>
                <p:nvPr/>
              </p:nvSpPr>
              <p:spPr>
                <a:xfrm>
                  <a:off x="5941553" y="536918"/>
                  <a:ext cx="44091" cy="44571"/>
                </a:xfrm>
                <a:custGeom>
                  <a:avLst/>
                  <a:gdLst>
                    <a:gd name="connsiteX0" fmla="*/ 35081 w 44091"/>
                    <a:gd name="connsiteY0" fmla="*/ 44571 h 44571"/>
                    <a:gd name="connsiteX1" fmla="*/ 0 w 44091"/>
                    <a:gd name="connsiteY1" fmla="*/ 9490 h 44571"/>
                    <a:gd name="connsiteX2" fmla="*/ 650 w 44091"/>
                    <a:gd name="connsiteY2" fmla="*/ 2768 h 44571"/>
                    <a:gd name="connsiteX3" fmla="*/ 4039 w 44091"/>
                    <a:gd name="connsiteY3" fmla="*/ 0 h 44571"/>
                    <a:gd name="connsiteX4" fmla="*/ 23839 w 44091"/>
                    <a:gd name="connsiteY4" fmla="*/ 0 h 44571"/>
                    <a:gd name="connsiteX5" fmla="*/ 44091 w 44091"/>
                    <a:gd name="connsiteY5" fmla="*/ 20252 h 44571"/>
                    <a:gd name="connsiteX6" fmla="*/ 44091 w 44091"/>
                    <a:gd name="connsiteY6" fmla="*/ 40645 h 44571"/>
                    <a:gd name="connsiteX7" fmla="*/ 41239 w 44091"/>
                    <a:gd name="connsiteY7" fmla="*/ 44035 h 44571"/>
                    <a:gd name="connsiteX8" fmla="*/ 35081 w 44091"/>
                    <a:gd name="connsiteY8" fmla="*/ 44571 h 44571"/>
                    <a:gd name="connsiteX9" fmla="*/ 40617 w 44091"/>
                    <a:gd name="connsiteY9" fmla="*/ 40645 h 44571"/>
                    <a:gd name="connsiteX10" fmla="*/ 40617 w 44091"/>
                    <a:gd name="connsiteY10" fmla="*/ 40645 h 44571"/>
                    <a:gd name="connsiteX11" fmla="*/ 40617 w 44091"/>
                    <a:gd name="connsiteY11" fmla="*/ 40645 h 44571"/>
                    <a:gd name="connsiteX12" fmla="*/ 7005 w 44091"/>
                    <a:gd name="connsiteY12" fmla="*/ 6892 h 44571"/>
                    <a:gd name="connsiteX13" fmla="*/ 6892 w 44091"/>
                    <a:gd name="connsiteY13" fmla="*/ 9490 h 44571"/>
                    <a:gd name="connsiteX14" fmla="*/ 35081 w 44091"/>
                    <a:gd name="connsiteY14" fmla="*/ 37679 h 44571"/>
                    <a:gd name="connsiteX15" fmla="*/ 37171 w 44091"/>
                    <a:gd name="connsiteY15" fmla="*/ 37595 h 44571"/>
                    <a:gd name="connsiteX16" fmla="*/ 37171 w 44091"/>
                    <a:gd name="connsiteY16" fmla="*/ 20224 h 44571"/>
                    <a:gd name="connsiteX17" fmla="*/ 23811 w 44091"/>
                    <a:gd name="connsiteY17" fmla="*/ 6864 h 44571"/>
                    <a:gd name="connsiteX18" fmla="*/ 7005 w 44091"/>
                    <a:gd name="connsiteY18" fmla="*/ 6864 h 44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4091" h="44571">
                      <a:moveTo>
                        <a:pt x="35081" y="44571"/>
                      </a:moveTo>
                      <a:cubicBezTo>
                        <a:pt x="15733" y="44571"/>
                        <a:pt x="0" y="28839"/>
                        <a:pt x="0" y="9490"/>
                      </a:cubicBezTo>
                      <a:cubicBezTo>
                        <a:pt x="0" y="7174"/>
                        <a:pt x="226" y="4915"/>
                        <a:pt x="650" y="2768"/>
                      </a:cubicBezTo>
                      <a:cubicBezTo>
                        <a:pt x="961" y="1158"/>
                        <a:pt x="2373" y="0"/>
                        <a:pt x="4039" y="0"/>
                      </a:cubicBezTo>
                      <a:lnTo>
                        <a:pt x="23839" y="0"/>
                      </a:lnTo>
                      <a:cubicBezTo>
                        <a:pt x="34996" y="0"/>
                        <a:pt x="44091" y="9067"/>
                        <a:pt x="44091" y="20252"/>
                      </a:cubicBezTo>
                      <a:lnTo>
                        <a:pt x="44091" y="40645"/>
                      </a:lnTo>
                      <a:cubicBezTo>
                        <a:pt x="44091" y="42312"/>
                        <a:pt x="42905" y="43752"/>
                        <a:pt x="41239" y="44035"/>
                      </a:cubicBezTo>
                      <a:cubicBezTo>
                        <a:pt x="39261" y="44402"/>
                        <a:pt x="37171" y="44571"/>
                        <a:pt x="35081" y="44571"/>
                      </a:cubicBezTo>
                      <a:close/>
                      <a:moveTo>
                        <a:pt x="40617" y="40645"/>
                      </a:moveTo>
                      <a:lnTo>
                        <a:pt x="40617" y="40645"/>
                      </a:lnTo>
                      <a:lnTo>
                        <a:pt x="40617" y="40645"/>
                      </a:lnTo>
                      <a:close/>
                      <a:moveTo>
                        <a:pt x="7005" y="6892"/>
                      </a:moveTo>
                      <a:cubicBezTo>
                        <a:pt x="6920" y="7739"/>
                        <a:pt x="6892" y="8615"/>
                        <a:pt x="6892" y="9490"/>
                      </a:cubicBezTo>
                      <a:cubicBezTo>
                        <a:pt x="6892" y="25025"/>
                        <a:pt x="19546" y="37679"/>
                        <a:pt x="35081" y="37679"/>
                      </a:cubicBezTo>
                      <a:cubicBezTo>
                        <a:pt x="35787" y="37679"/>
                        <a:pt x="36493" y="37679"/>
                        <a:pt x="37171" y="37595"/>
                      </a:cubicBezTo>
                      <a:lnTo>
                        <a:pt x="37171" y="20224"/>
                      </a:lnTo>
                      <a:cubicBezTo>
                        <a:pt x="37171" y="12852"/>
                        <a:pt x="31183" y="6864"/>
                        <a:pt x="23811" y="6864"/>
                      </a:cubicBezTo>
                      <a:lnTo>
                        <a:pt x="7005" y="6864"/>
                      </a:lnTo>
                      <a:close/>
                    </a:path>
                  </a:pathLst>
                </a:custGeom>
                <a:solidFill>
                  <a:srgbClr val="01355A"/>
                </a:solidFill>
                <a:ln w="2824" cap="flat">
                  <a:noFill/>
                  <a:prstDash val="solid"/>
                  <a:miter/>
                </a:ln>
              </p:spPr>
              <p:txBody>
                <a:bodyPr rtlCol="1" anchor="ctr"/>
                <a:lstStyle/>
                <a:p>
                  <a:endParaRPr lang="ar-SA"/>
                </a:p>
              </p:txBody>
            </p:sp>
            <p:sp>
              <p:nvSpPr>
                <p:cNvPr id="7630" name="شكل حر: شكل 8521">
                  <a:extLst>
                    <a:ext uri="{FF2B5EF4-FFF2-40B4-BE49-F238E27FC236}">
                      <a16:creationId xmlns:a16="http://schemas.microsoft.com/office/drawing/2014/main" id="{7F133932-03B4-23B8-E07F-BCF6B3FE7C5D}"/>
                    </a:ext>
                  </a:extLst>
                </p:cNvPr>
                <p:cNvSpPr/>
                <p:nvPr/>
              </p:nvSpPr>
              <p:spPr>
                <a:xfrm>
                  <a:off x="5941553" y="630580"/>
                  <a:ext cx="44091" cy="44571"/>
                </a:xfrm>
                <a:custGeom>
                  <a:avLst/>
                  <a:gdLst>
                    <a:gd name="connsiteX0" fmla="*/ 23839 w 44091"/>
                    <a:gd name="connsiteY0" fmla="*/ 44571 h 44571"/>
                    <a:gd name="connsiteX1" fmla="*/ 4039 w 44091"/>
                    <a:gd name="connsiteY1" fmla="*/ 44571 h 44571"/>
                    <a:gd name="connsiteX2" fmla="*/ 650 w 44091"/>
                    <a:gd name="connsiteY2" fmla="*/ 41803 h 44571"/>
                    <a:gd name="connsiteX3" fmla="*/ 0 w 44091"/>
                    <a:gd name="connsiteY3" fmla="*/ 35081 h 44571"/>
                    <a:gd name="connsiteX4" fmla="*/ 35081 w 44091"/>
                    <a:gd name="connsiteY4" fmla="*/ 0 h 44571"/>
                    <a:gd name="connsiteX5" fmla="*/ 41239 w 44091"/>
                    <a:gd name="connsiteY5" fmla="*/ 537 h 44571"/>
                    <a:gd name="connsiteX6" fmla="*/ 44091 w 44091"/>
                    <a:gd name="connsiteY6" fmla="*/ 3926 h 44571"/>
                    <a:gd name="connsiteX7" fmla="*/ 44091 w 44091"/>
                    <a:gd name="connsiteY7" fmla="*/ 24319 h 44571"/>
                    <a:gd name="connsiteX8" fmla="*/ 23839 w 44091"/>
                    <a:gd name="connsiteY8" fmla="*/ 44571 h 44571"/>
                    <a:gd name="connsiteX9" fmla="*/ 7033 w 44091"/>
                    <a:gd name="connsiteY9" fmla="*/ 37679 h 44571"/>
                    <a:gd name="connsiteX10" fmla="*/ 23839 w 44091"/>
                    <a:gd name="connsiteY10" fmla="*/ 37679 h 44571"/>
                    <a:gd name="connsiteX11" fmla="*/ 37199 w 44091"/>
                    <a:gd name="connsiteY11" fmla="*/ 24319 h 44571"/>
                    <a:gd name="connsiteX12" fmla="*/ 37199 w 44091"/>
                    <a:gd name="connsiteY12" fmla="*/ 6948 h 44571"/>
                    <a:gd name="connsiteX13" fmla="*/ 35109 w 44091"/>
                    <a:gd name="connsiteY13" fmla="*/ 6864 h 44571"/>
                    <a:gd name="connsiteX14" fmla="*/ 6920 w 44091"/>
                    <a:gd name="connsiteY14" fmla="*/ 35053 h 44571"/>
                    <a:gd name="connsiteX15" fmla="*/ 7033 w 44091"/>
                    <a:gd name="connsiteY15" fmla="*/ 37679 h 44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091" h="44571">
                      <a:moveTo>
                        <a:pt x="23839" y="44571"/>
                      </a:moveTo>
                      <a:lnTo>
                        <a:pt x="4039" y="44571"/>
                      </a:lnTo>
                      <a:cubicBezTo>
                        <a:pt x="2401" y="44571"/>
                        <a:pt x="989" y="43413"/>
                        <a:pt x="650" y="41803"/>
                      </a:cubicBezTo>
                      <a:cubicBezTo>
                        <a:pt x="226" y="39657"/>
                        <a:pt x="0" y="37397"/>
                        <a:pt x="0" y="35081"/>
                      </a:cubicBezTo>
                      <a:cubicBezTo>
                        <a:pt x="0" y="15733"/>
                        <a:pt x="15733" y="0"/>
                        <a:pt x="35081" y="0"/>
                      </a:cubicBezTo>
                      <a:cubicBezTo>
                        <a:pt x="37199" y="0"/>
                        <a:pt x="39261" y="169"/>
                        <a:pt x="41239" y="537"/>
                      </a:cubicBezTo>
                      <a:cubicBezTo>
                        <a:pt x="42877" y="819"/>
                        <a:pt x="44091" y="2260"/>
                        <a:pt x="44091" y="3926"/>
                      </a:cubicBezTo>
                      <a:lnTo>
                        <a:pt x="44091" y="24319"/>
                      </a:lnTo>
                      <a:cubicBezTo>
                        <a:pt x="44091" y="35476"/>
                        <a:pt x="35024" y="44571"/>
                        <a:pt x="23839" y="44571"/>
                      </a:cubicBezTo>
                      <a:close/>
                      <a:moveTo>
                        <a:pt x="7033" y="37679"/>
                      </a:moveTo>
                      <a:lnTo>
                        <a:pt x="23839" y="37679"/>
                      </a:lnTo>
                      <a:cubicBezTo>
                        <a:pt x="31211" y="37679"/>
                        <a:pt x="37199" y="31691"/>
                        <a:pt x="37199" y="24319"/>
                      </a:cubicBezTo>
                      <a:lnTo>
                        <a:pt x="37199" y="6948"/>
                      </a:lnTo>
                      <a:cubicBezTo>
                        <a:pt x="36522" y="6892"/>
                        <a:pt x="35815" y="6864"/>
                        <a:pt x="35109" y="6864"/>
                      </a:cubicBezTo>
                      <a:cubicBezTo>
                        <a:pt x="19574" y="6864"/>
                        <a:pt x="6920" y="19518"/>
                        <a:pt x="6920" y="35053"/>
                      </a:cubicBezTo>
                      <a:cubicBezTo>
                        <a:pt x="6920" y="35928"/>
                        <a:pt x="6949" y="36804"/>
                        <a:pt x="7033" y="37679"/>
                      </a:cubicBezTo>
                      <a:close/>
                    </a:path>
                  </a:pathLst>
                </a:custGeom>
                <a:solidFill>
                  <a:srgbClr val="01355A"/>
                </a:solidFill>
                <a:ln w="2824" cap="flat">
                  <a:noFill/>
                  <a:prstDash val="solid"/>
                  <a:miter/>
                </a:ln>
              </p:spPr>
              <p:txBody>
                <a:bodyPr rtlCol="1" anchor="ctr"/>
                <a:lstStyle/>
                <a:p>
                  <a:endParaRPr lang="ar-SA"/>
                </a:p>
              </p:txBody>
            </p:sp>
            <p:sp>
              <p:nvSpPr>
                <p:cNvPr id="7631" name="شكل حر: شكل 8522">
                  <a:extLst>
                    <a:ext uri="{FF2B5EF4-FFF2-40B4-BE49-F238E27FC236}">
                      <a16:creationId xmlns:a16="http://schemas.microsoft.com/office/drawing/2014/main" id="{F29A82C2-5118-7E7D-1B26-01B9A78788D4}"/>
                    </a:ext>
                  </a:extLst>
                </p:cNvPr>
                <p:cNvSpPr/>
                <p:nvPr/>
              </p:nvSpPr>
              <p:spPr>
                <a:xfrm>
                  <a:off x="5752139" y="630551"/>
                  <a:ext cx="36753" cy="18303"/>
                </a:xfrm>
                <a:custGeom>
                  <a:avLst/>
                  <a:gdLst>
                    <a:gd name="connsiteX0" fmla="*/ 33273 w 36753"/>
                    <a:gd name="connsiteY0" fmla="*/ 18303 h 18303"/>
                    <a:gd name="connsiteX1" fmla="*/ 30618 w 36753"/>
                    <a:gd name="connsiteY1" fmla="*/ 17060 h 18303"/>
                    <a:gd name="connsiteX2" fmla="*/ 8982 w 36753"/>
                    <a:gd name="connsiteY2" fmla="*/ 6892 h 18303"/>
                    <a:gd name="connsiteX3" fmla="*/ 6892 w 36753"/>
                    <a:gd name="connsiteY3" fmla="*/ 6977 h 18303"/>
                    <a:gd name="connsiteX4" fmla="*/ 6892 w 36753"/>
                    <a:gd name="connsiteY4" fmla="*/ 14857 h 18303"/>
                    <a:gd name="connsiteX5" fmla="*/ 3446 w 36753"/>
                    <a:gd name="connsiteY5" fmla="*/ 18303 h 18303"/>
                    <a:gd name="connsiteX6" fmla="*/ 0 w 36753"/>
                    <a:gd name="connsiteY6" fmla="*/ 14857 h 18303"/>
                    <a:gd name="connsiteX7" fmla="*/ 0 w 36753"/>
                    <a:gd name="connsiteY7" fmla="*/ 3926 h 18303"/>
                    <a:gd name="connsiteX8" fmla="*/ 2825 w 36753"/>
                    <a:gd name="connsiteY8" fmla="*/ 537 h 18303"/>
                    <a:gd name="connsiteX9" fmla="*/ 9010 w 36753"/>
                    <a:gd name="connsiteY9" fmla="*/ 0 h 18303"/>
                    <a:gd name="connsiteX10" fmla="*/ 35956 w 36753"/>
                    <a:gd name="connsiteY10" fmla="*/ 12626 h 18303"/>
                    <a:gd name="connsiteX11" fmla="*/ 35533 w 36753"/>
                    <a:gd name="connsiteY11" fmla="*/ 17484 h 18303"/>
                    <a:gd name="connsiteX12" fmla="*/ 33330 w 36753"/>
                    <a:gd name="connsiteY12" fmla="*/ 18275 h 18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753" h="18303">
                      <a:moveTo>
                        <a:pt x="33273" y="18303"/>
                      </a:moveTo>
                      <a:cubicBezTo>
                        <a:pt x="32284" y="18303"/>
                        <a:pt x="31324" y="17879"/>
                        <a:pt x="30618" y="17060"/>
                      </a:cubicBezTo>
                      <a:cubicBezTo>
                        <a:pt x="25223" y="10592"/>
                        <a:pt x="17314" y="6892"/>
                        <a:pt x="8982" y="6892"/>
                      </a:cubicBezTo>
                      <a:cubicBezTo>
                        <a:pt x="8276" y="6892"/>
                        <a:pt x="7570" y="6892"/>
                        <a:pt x="6892" y="6977"/>
                      </a:cubicBezTo>
                      <a:lnTo>
                        <a:pt x="6892" y="14857"/>
                      </a:lnTo>
                      <a:cubicBezTo>
                        <a:pt x="6892" y="16750"/>
                        <a:pt x="5338" y="18303"/>
                        <a:pt x="3446" y="18303"/>
                      </a:cubicBezTo>
                      <a:cubicBezTo>
                        <a:pt x="1554" y="18303"/>
                        <a:pt x="0" y="16750"/>
                        <a:pt x="0" y="14857"/>
                      </a:cubicBezTo>
                      <a:lnTo>
                        <a:pt x="0" y="3926"/>
                      </a:lnTo>
                      <a:cubicBezTo>
                        <a:pt x="0" y="2260"/>
                        <a:pt x="1186" y="847"/>
                        <a:pt x="2825" y="537"/>
                      </a:cubicBezTo>
                      <a:cubicBezTo>
                        <a:pt x="4745" y="169"/>
                        <a:pt x="6836" y="0"/>
                        <a:pt x="9010" y="0"/>
                      </a:cubicBezTo>
                      <a:cubicBezTo>
                        <a:pt x="19405" y="0"/>
                        <a:pt x="29234" y="4604"/>
                        <a:pt x="35956" y="12626"/>
                      </a:cubicBezTo>
                      <a:cubicBezTo>
                        <a:pt x="37171" y="14094"/>
                        <a:pt x="36973" y="16269"/>
                        <a:pt x="35533" y="17484"/>
                      </a:cubicBezTo>
                      <a:cubicBezTo>
                        <a:pt x="34883" y="18021"/>
                        <a:pt x="34092" y="18275"/>
                        <a:pt x="33330" y="18275"/>
                      </a:cubicBezTo>
                      <a:close/>
                    </a:path>
                  </a:pathLst>
                </a:custGeom>
                <a:solidFill>
                  <a:srgbClr val="01355A"/>
                </a:solidFill>
                <a:ln w="2824" cap="flat">
                  <a:noFill/>
                  <a:prstDash val="solid"/>
                  <a:miter/>
                </a:ln>
              </p:spPr>
              <p:txBody>
                <a:bodyPr rtlCol="1" anchor="ctr"/>
                <a:lstStyle/>
                <a:p>
                  <a:endParaRPr lang="ar-SA"/>
                </a:p>
              </p:txBody>
            </p:sp>
            <p:sp>
              <p:nvSpPr>
                <p:cNvPr id="7632" name="شكل حر: شكل 8523">
                  <a:extLst>
                    <a:ext uri="{FF2B5EF4-FFF2-40B4-BE49-F238E27FC236}">
                      <a16:creationId xmlns:a16="http://schemas.microsoft.com/office/drawing/2014/main" id="{FA98DA23-959A-838A-B612-7F3180D0D057}"/>
                    </a:ext>
                  </a:extLst>
                </p:cNvPr>
                <p:cNvSpPr/>
                <p:nvPr/>
              </p:nvSpPr>
              <p:spPr>
                <a:xfrm>
                  <a:off x="5831650" y="568807"/>
                  <a:ext cx="74455" cy="74455"/>
                </a:xfrm>
                <a:custGeom>
                  <a:avLst/>
                  <a:gdLst>
                    <a:gd name="connsiteX0" fmla="*/ 37227 w 74455"/>
                    <a:gd name="connsiteY0" fmla="*/ 74455 h 74455"/>
                    <a:gd name="connsiteX1" fmla="*/ 0 w 74455"/>
                    <a:gd name="connsiteY1" fmla="*/ 37228 h 74455"/>
                    <a:gd name="connsiteX2" fmla="*/ 37227 w 74455"/>
                    <a:gd name="connsiteY2" fmla="*/ 0 h 74455"/>
                    <a:gd name="connsiteX3" fmla="*/ 74455 w 74455"/>
                    <a:gd name="connsiteY3" fmla="*/ 37228 h 74455"/>
                    <a:gd name="connsiteX4" fmla="*/ 37227 w 74455"/>
                    <a:gd name="connsiteY4" fmla="*/ 74455 h 74455"/>
                    <a:gd name="connsiteX5" fmla="*/ 37227 w 74455"/>
                    <a:gd name="connsiteY5" fmla="*/ 6864 h 74455"/>
                    <a:gd name="connsiteX6" fmla="*/ 6892 w 74455"/>
                    <a:gd name="connsiteY6" fmla="*/ 37199 h 74455"/>
                    <a:gd name="connsiteX7" fmla="*/ 37227 w 74455"/>
                    <a:gd name="connsiteY7" fmla="*/ 67535 h 74455"/>
                    <a:gd name="connsiteX8" fmla="*/ 67563 w 74455"/>
                    <a:gd name="connsiteY8" fmla="*/ 37199 h 74455"/>
                    <a:gd name="connsiteX9" fmla="*/ 37227 w 74455"/>
                    <a:gd name="connsiteY9" fmla="*/ 6864 h 74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4455" h="74455">
                      <a:moveTo>
                        <a:pt x="37227" y="74455"/>
                      </a:moveTo>
                      <a:cubicBezTo>
                        <a:pt x="16693" y="74455"/>
                        <a:pt x="0" y="57762"/>
                        <a:pt x="0" y="37228"/>
                      </a:cubicBezTo>
                      <a:cubicBezTo>
                        <a:pt x="0" y="16693"/>
                        <a:pt x="16693" y="0"/>
                        <a:pt x="37227" y="0"/>
                      </a:cubicBezTo>
                      <a:cubicBezTo>
                        <a:pt x="57762" y="0"/>
                        <a:pt x="74455" y="16693"/>
                        <a:pt x="74455" y="37228"/>
                      </a:cubicBezTo>
                      <a:cubicBezTo>
                        <a:pt x="74455" y="57762"/>
                        <a:pt x="57762" y="74455"/>
                        <a:pt x="37227" y="74455"/>
                      </a:cubicBezTo>
                      <a:close/>
                      <a:moveTo>
                        <a:pt x="37227" y="6864"/>
                      </a:moveTo>
                      <a:cubicBezTo>
                        <a:pt x="20506" y="6864"/>
                        <a:pt x="6892" y="20478"/>
                        <a:pt x="6892" y="37199"/>
                      </a:cubicBezTo>
                      <a:cubicBezTo>
                        <a:pt x="6892" y="53921"/>
                        <a:pt x="20506" y="67535"/>
                        <a:pt x="37227" y="67535"/>
                      </a:cubicBezTo>
                      <a:cubicBezTo>
                        <a:pt x="53949" y="67535"/>
                        <a:pt x="67563" y="53921"/>
                        <a:pt x="67563" y="37199"/>
                      </a:cubicBezTo>
                      <a:cubicBezTo>
                        <a:pt x="67563" y="20478"/>
                        <a:pt x="53949" y="6864"/>
                        <a:pt x="37227" y="6864"/>
                      </a:cubicBezTo>
                      <a:close/>
                    </a:path>
                  </a:pathLst>
                </a:custGeom>
                <a:solidFill>
                  <a:srgbClr val="01355A"/>
                </a:solidFill>
                <a:ln w="2824" cap="flat">
                  <a:noFill/>
                  <a:prstDash val="solid"/>
                  <a:miter/>
                </a:ln>
              </p:spPr>
              <p:txBody>
                <a:bodyPr rtlCol="1" anchor="ctr"/>
                <a:lstStyle/>
                <a:p>
                  <a:endParaRPr lang="ar-SA"/>
                </a:p>
              </p:txBody>
            </p:sp>
            <p:sp>
              <p:nvSpPr>
                <p:cNvPr id="7633" name="شكل حر: شكل 8524">
                  <a:extLst>
                    <a:ext uri="{FF2B5EF4-FFF2-40B4-BE49-F238E27FC236}">
                      <a16:creationId xmlns:a16="http://schemas.microsoft.com/office/drawing/2014/main" id="{8207AEAC-320F-1C34-4171-836089FBF90C}"/>
                    </a:ext>
                  </a:extLst>
                </p:cNvPr>
                <p:cNvSpPr/>
                <p:nvPr/>
              </p:nvSpPr>
              <p:spPr>
                <a:xfrm>
                  <a:off x="5786401" y="602588"/>
                  <a:ext cx="20703" cy="6891"/>
                </a:xfrm>
                <a:custGeom>
                  <a:avLst/>
                  <a:gdLst>
                    <a:gd name="connsiteX0" fmla="*/ 17258 w 20703"/>
                    <a:gd name="connsiteY0" fmla="*/ 6892 h 6891"/>
                    <a:gd name="connsiteX1" fmla="*/ 3446 w 20703"/>
                    <a:gd name="connsiteY1" fmla="*/ 6892 h 6891"/>
                    <a:gd name="connsiteX2" fmla="*/ 0 w 20703"/>
                    <a:gd name="connsiteY2" fmla="*/ 3446 h 6891"/>
                    <a:gd name="connsiteX3" fmla="*/ 3446 w 20703"/>
                    <a:gd name="connsiteY3" fmla="*/ 0 h 6891"/>
                    <a:gd name="connsiteX4" fmla="*/ 17258 w 20703"/>
                    <a:gd name="connsiteY4" fmla="*/ 0 h 6891"/>
                    <a:gd name="connsiteX5" fmla="*/ 20704 w 20703"/>
                    <a:gd name="connsiteY5" fmla="*/ 3446 h 6891"/>
                    <a:gd name="connsiteX6" fmla="*/ 17258 w 20703"/>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703" h="6891">
                      <a:moveTo>
                        <a:pt x="17258" y="6892"/>
                      </a:moveTo>
                      <a:lnTo>
                        <a:pt x="3446" y="6892"/>
                      </a:lnTo>
                      <a:cubicBezTo>
                        <a:pt x="1553" y="6892"/>
                        <a:pt x="0" y="5338"/>
                        <a:pt x="0" y="3446"/>
                      </a:cubicBezTo>
                      <a:cubicBezTo>
                        <a:pt x="0" y="1554"/>
                        <a:pt x="1553" y="0"/>
                        <a:pt x="3446" y="0"/>
                      </a:cubicBezTo>
                      <a:lnTo>
                        <a:pt x="17258" y="0"/>
                      </a:lnTo>
                      <a:cubicBezTo>
                        <a:pt x="19151" y="0"/>
                        <a:pt x="20704" y="1554"/>
                        <a:pt x="20704" y="3446"/>
                      </a:cubicBezTo>
                      <a:cubicBezTo>
                        <a:pt x="20704" y="5338"/>
                        <a:pt x="19151" y="6892"/>
                        <a:pt x="17258" y="6892"/>
                      </a:cubicBezTo>
                      <a:close/>
                    </a:path>
                  </a:pathLst>
                </a:custGeom>
                <a:solidFill>
                  <a:srgbClr val="01355A"/>
                </a:solidFill>
                <a:ln w="2824" cap="flat">
                  <a:noFill/>
                  <a:prstDash val="solid"/>
                  <a:miter/>
                </a:ln>
              </p:spPr>
              <p:txBody>
                <a:bodyPr rtlCol="1" anchor="ctr"/>
                <a:lstStyle/>
                <a:p>
                  <a:endParaRPr lang="ar-SA"/>
                </a:p>
              </p:txBody>
            </p:sp>
            <p:sp>
              <p:nvSpPr>
                <p:cNvPr id="7634" name="شكل حر: شكل 8525">
                  <a:extLst>
                    <a:ext uri="{FF2B5EF4-FFF2-40B4-BE49-F238E27FC236}">
                      <a16:creationId xmlns:a16="http://schemas.microsoft.com/office/drawing/2014/main" id="{9A5734DB-F3C3-87FE-10FA-8C940A0D898C}"/>
                    </a:ext>
                  </a:extLst>
                </p:cNvPr>
                <p:cNvSpPr/>
                <p:nvPr/>
              </p:nvSpPr>
              <p:spPr>
                <a:xfrm>
                  <a:off x="5930650" y="602588"/>
                  <a:ext cx="20704" cy="6891"/>
                </a:xfrm>
                <a:custGeom>
                  <a:avLst/>
                  <a:gdLst>
                    <a:gd name="connsiteX0" fmla="*/ 17258 w 20704"/>
                    <a:gd name="connsiteY0" fmla="*/ 6892 h 6891"/>
                    <a:gd name="connsiteX1" fmla="*/ 3446 w 20704"/>
                    <a:gd name="connsiteY1" fmla="*/ 6892 h 6891"/>
                    <a:gd name="connsiteX2" fmla="*/ 0 w 20704"/>
                    <a:gd name="connsiteY2" fmla="*/ 3446 h 6891"/>
                    <a:gd name="connsiteX3" fmla="*/ 3446 w 20704"/>
                    <a:gd name="connsiteY3" fmla="*/ 0 h 6891"/>
                    <a:gd name="connsiteX4" fmla="*/ 17258 w 20704"/>
                    <a:gd name="connsiteY4" fmla="*/ 0 h 6891"/>
                    <a:gd name="connsiteX5" fmla="*/ 20704 w 20704"/>
                    <a:gd name="connsiteY5" fmla="*/ 3446 h 6891"/>
                    <a:gd name="connsiteX6" fmla="*/ 17258 w 20704"/>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704" h="6891">
                      <a:moveTo>
                        <a:pt x="17258" y="6892"/>
                      </a:moveTo>
                      <a:lnTo>
                        <a:pt x="3446" y="6892"/>
                      </a:lnTo>
                      <a:cubicBezTo>
                        <a:pt x="1554" y="6892"/>
                        <a:pt x="0" y="5338"/>
                        <a:pt x="0" y="3446"/>
                      </a:cubicBezTo>
                      <a:cubicBezTo>
                        <a:pt x="0" y="1554"/>
                        <a:pt x="1554" y="0"/>
                        <a:pt x="3446" y="0"/>
                      </a:cubicBezTo>
                      <a:lnTo>
                        <a:pt x="17258" y="0"/>
                      </a:lnTo>
                      <a:cubicBezTo>
                        <a:pt x="19151" y="0"/>
                        <a:pt x="20704" y="1554"/>
                        <a:pt x="20704" y="3446"/>
                      </a:cubicBezTo>
                      <a:cubicBezTo>
                        <a:pt x="20704" y="5338"/>
                        <a:pt x="19151" y="6892"/>
                        <a:pt x="17258" y="6892"/>
                      </a:cubicBezTo>
                      <a:close/>
                    </a:path>
                  </a:pathLst>
                </a:custGeom>
                <a:solidFill>
                  <a:srgbClr val="01355A"/>
                </a:solidFill>
                <a:ln w="2824" cap="flat">
                  <a:noFill/>
                  <a:prstDash val="solid"/>
                  <a:miter/>
                </a:ln>
              </p:spPr>
              <p:txBody>
                <a:bodyPr rtlCol="1" anchor="ctr"/>
                <a:lstStyle/>
                <a:p>
                  <a:endParaRPr lang="ar-SA"/>
                </a:p>
              </p:txBody>
            </p:sp>
          </p:grpSp>
          <p:grpSp>
            <p:nvGrpSpPr>
              <p:cNvPr id="7621" name="رسم 8014">
                <a:extLst>
                  <a:ext uri="{FF2B5EF4-FFF2-40B4-BE49-F238E27FC236}">
                    <a16:creationId xmlns:a16="http://schemas.microsoft.com/office/drawing/2014/main" id="{8500C2FE-88D2-49C3-75B3-8F08363FCAEA}"/>
                  </a:ext>
                </a:extLst>
              </p:cNvPr>
              <p:cNvGrpSpPr/>
              <p:nvPr/>
            </p:nvGrpSpPr>
            <p:grpSpPr>
              <a:xfrm>
                <a:off x="5685762" y="667327"/>
                <a:ext cx="216953" cy="153711"/>
                <a:chOff x="5685762" y="667327"/>
                <a:chExt cx="216953" cy="153711"/>
              </a:xfrm>
              <a:solidFill>
                <a:srgbClr val="17A3A3"/>
              </a:solidFill>
            </p:grpSpPr>
            <p:sp>
              <p:nvSpPr>
                <p:cNvPr id="7622" name="شكل حر: شكل 8527">
                  <a:extLst>
                    <a:ext uri="{FF2B5EF4-FFF2-40B4-BE49-F238E27FC236}">
                      <a16:creationId xmlns:a16="http://schemas.microsoft.com/office/drawing/2014/main" id="{E1677C5A-F747-C481-99C5-828B5DD570E3}"/>
                    </a:ext>
                  </a:extLst>
                </p:cNvPr>
                <p:cNvSpPr/>
                <p:nvPr/>
              </p:nvSpPr>
              <p:spPr>
                <a:xfrm>
                  <a:off x="5685791" y="667327"/>
                  <a:ext cx="216924" cy="153711"/>
                </a:xfrm>
                <a:custGeom>
                  <a:avLst/>
                  <a:gdLst>
                    <a:gd name="connsiteX0" fmla="*/ 201390 w 216924"/>
                    <a:gd name="connsiteY0" fmla="*/ 153712 h 153711"/>
                    <a:gd name="connsiteX1" fmla="*/ 15535 w 216924"/>
                    <a:gd name="connsiteY1" fmla="*/ 153712 h 153711"/>
                    <a:gd name="connsiteX2" fmla="*/ 0 w 216924"/>
                    <a:gd name="connsiteY2" fmla="*/ 138177 h 153711"/>
                    <a:gd name="connsiteX3" fmla="*/ 0 w 216924"/>
                    <a:gd name="connsiteY3" fmla="*/ 15535 h 153711"/>
                    <a:gd name="connsiteX4" fmla="*/ 15535 w 216924"/>
                    <a:gd name="connsiteY4" fmla="*/ 0 h 153711"/>
                    <a:gd name="connsiteX5" fmla="*/ 201390 w 216924"/>
                    <a:gd name="connsiteY5" fmla="*/ 0 h 153711"/>
                    <a:gd name="connsiteX6" fmla="*/ 216925 w 216924"/>
                    <a:gd name="connsiteY6" fmla="*/ 15535 h 153711"/>
                    <a:gd name="connsiteX7" fmla="*/ 216925 w 216924"/>
                    <a:gd name="connsiteY7" fmla="*/ 138177 h 153711"/>
                    <a:gd name="connsiteX8" fmla="*/ 201390 w 216924"/>
                    <a:gd name="connsiteY8" fmla="*/ 153712 h 153711"/>
                    <a:gd name="connsiteX9" fmla="*/ 15535 w 216924"/>
                    <a:gd name="connsiteY9" fmla="*/ 6864 h 153711"/>
                    <a:gd name="connsiteX10" fmla="*/ 6892 w 216924"/>
                    <a:gd name="connsiteY10" fmla="*/ 15507 h 153711"/>
                    <a:gd name="connsiteX11" fmla="*/ 6892 w 216924"/>
                    <a:gd name="connsiteY11" fmla="*/ 138149 h 153711"/>
                    <a:gd name="connsiteX12" fmla="*/ 15535 w 216924"/>
                    <a:gd name="connsiteY12" fmla="*/ 146792 h 153711"/>
                    <a:gd name="connsiteX13" fmla="*/ 201390 w 216924"/>
                    <a:gd name="connsiteY13" fmla="*/ 146792 h 153711"/>
                    <a:gd name="connsiteX14" fmla="*/ 210033 w 216924"/>
                    <a:gd name="connsiteY14" fmla="*/ 138149 h 153711"/>
                    <a:gd name="connsiteX15" fmla="*/ 210033 w 216924"/>
                    <a:gd name="connsiteY15" fmla="*/ 15507 h 153711"/>
                    <a:gd name="connsiteX16" fmla="*/ 201390 w 216924"/>
                    <a:gd name="connsiteY16" fmla="*/ 6864 h 153711"/>
                    <a:gd name="connsiteX17" fmla="*/ 15535 w 216924"/>
                    <a:gd name="connsiteY17" fmla="*/ 6864 h 15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6924" h="153711">
                      <a:moveTo>
                        <a:pt x="201390" y="153712"/>
                      </a:moveTo>
                      <a:lnTo>
                        <a:pt x="15535" y="153712"/>
                      </a:lnTo>
                      <a:cubicBezTo>
                        <a:pt x="6977" y="153712"/>
                        <a:pt x="0" y="146735"/>
                        <a:pt x="0" y="138177"/>
                      </a:cubicBezTo>
                      <a:lnTo>
                        <a:pt x="0" y="15535"/>
                      </a:lnTo>
                      <a:cubicBezTo>
                        <a:pt x="0" y="6977"/>
                        <a:pt x="6977" y="0"/>
                        <a:pt x="15535" y="0"/>
                      </a:cubicBezTo>
                      <a:lnTo>
                        <a:pt x="201390" y="0"/>
                      </a:lnTo>
                      <a:cubicBezTo>
                        <a:pt x="209948" y="0"/>
                        <a:pt x="216925" y="6977"/>
                        <a:pt x="216925" y="15535"/>
                      </a:cubicBezTo>
                      <a:lnTo>
                        <a:pt x="216925" y="138177"/>
                      </a:lnTo>
                      <a:cubicBezTo>
                        <a:pt x="216925" y="146735"/>
                        <a:pt x="209948" y="153712"/>
                        <a:pt x="201390" y="153712"/>
                      </a:cubicBezTo>
                      <a:close/>
                      <a:moveTo>
                        <a:pt x="15535" y="6864"/>
                      </a:moveTo>
                      <a:cubicBezTo>
                        <a:pt x="10761" y="6864"/>
                        <a:pt x="6892" y="10733"/>
                        <a:pt x="6892" y="15507"/>
                      </a:cubicBezTo>
                      <a:lnTo>
                        <a:pt x="6892" y="138149"/>
                      </a:lnTo>
                      <a:cubicBezTo>
                        <a:pt x="6892" y="142922"/>
                        <a:pt x="10761" y="146792"/>
                        <a:pt x="15535" y="146792"/>
                      </a:cubicBezTo>
                      <a:lnTo>
                        <a:pt x="201390" y="146792"/>
                      </a:lnTo>
                      <a:cubicBezTo>
                        <a:pt x="206164" y="146792"/>
                        <a:pt x="210033" y="142922"/>
                        <a:pt x="210033" y="138149"/>
                      </a:cubicBezTo>
                      <a:lnTo>
                        <a:pt x="210033" y="15507"/>
                      </a:lnTo>
                      <a:cubicBezTo>
                        <a:pt x="210033" y="10733"/>
                        <a:pt x="206164" y="6864"/>
                        <a:pt x="201390" y="6864"/>
                      </a:cubicBezTo>
                      <a:lnTo>
                        <a:pt x="15535" y="6864"/>
                      </a:lnTo>
                      <a:close/>
                    </a:path>
                  </a:pathLst>
                </a:custGeom>
                <a:solidFill>
                  <a:srgbClr val="17A3A3"/>
                </a:solidFill>
                <a:ln w="2824" cap="flat">
                  <a:noFill/>
                  <a:prstDash val="solid"/>
                  <a:miter/>
                </a:ln>
              </p:spPr>
              <p:txBody>
                <a:bodyPr rtlCol="1" anchor="ctr"/>
                <a:lstStyle/>
                <a:p>
                  <a:endParaRPr lang="ar-SA"/>
                </a:p>
              </p:txBody>
            </p:sp>
            <p:sp>
              <p:nvSpPr>
                <p:cNvPr id="7623" name="شكل حر: شكل 8528">
                  <a:extLst>
                    <a:ext uri="{FF2B5EF4-FFF2-40B4-BE49-F238E27FC236}">
                      <a16:creationId xmlns:a16="http://schemas.microsoft.com/office/drawing/2014/main" id="{2922A50B-F698-97AB-D6F3-39E862B782F4}"/>
                    </a:ext>
                  </a:extLst>
                </p:cNvPr>
                <p:cNvSpPr/>
                <p:nvPr/>
              </p:nvSpPr>
              <p:spPr>
                <a:xfrm>
                  <a:off x="5685762" y="708565"/>
                  <a:ext cx="216953" cy="6891"/>
                </a:xfrm>
                <a:custGeom>
                  <a:avLst/>
                  <a:gdLst>
                    <a:gd name="connsiteX0" fmla="*/ 213507 w 216953"/>
                    <a:gd name="connsiteY0" fmla="*/ 6892 h 6891"/>
                    <a:gd name="connsiteX1" fmla="*/ 3446 w 216953"/>
                    <a:gd name="connsiteY1" fmla="*/ 6892 h 6891"/>
                    <a:gd name="connsiteX2" fmla="*/ 0 w 216953"/>
                    <a:gd name="connsiteY2" fmla="*/ 3446 h 6891"/>
                    <a:gd name="connsiteX3" fmla="*/ 3446 w 216953"/>
                    <a:gd name="connsiteY3" fmla="*/ 0 h 6891"/>
                    <a:gd name="connsiteX4" fmla="*/ 213507 w 216953"/>
                    <a:gd name="connsiteY4" fmla="*/ 0 h 6891"/>
                    <a:gd name="connsiteX5" fmla="*/ 216953 w 216953"/>
                    <a:gd name="connsiteY5" fmla="*/ 3446 h 6891"/>
                    <a:gd name="connsiteX6" fmla="*/ 213507 w 216953"/>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6953" h="6891">
                      <a:moveTo>
                        <a:pt x="213507" y="6892"/>
                      </a:moveTo>
                      <a:lnTo>
                        <a:pt x="3446" y="6892"/>
                      </a:lnTo>
                      <a:cubicBezTo>
                        <a:pt x="1554" y="6892"/>
                        <a:pt x="0" y="5338"/>
                        <a:pt x="0" y="3446"/>
                      </a:cubicBezTo>
                      <a:cubicBezTo>
                        <a:pt x="0" y="1554"/>
                        <a:pt x="1554" y="0"/>
                        <a:pt x="3446" y="0"/>
                      </a:cubicBezTo>
                      <a:lnTo>
                        <a:pt x="213507" y="0"/>
                      </a:lnTo>
                      <a:cubicBezTo>
                        <a:pt x="215400" y="0"/>
                        <a:pt x="216953" y="1554"/>
                        <a:pt x="216953" y="3446"/>
                      </a:cubicBezTo>
                      <a:cubicBezTo>
                        <a:pt x="216953" y="5338"/>
                        <a:pt x="215400" y="6892"/>
                        <a:pt x="213507" y="6892"/>
                      </a:cubicBezTo>
                      <a:close/>
                    </a:path>
                  </a:pathLst>
                </a:custGeom>
                <a:solidFill>
                  <a:srgbClr val="17A3A3"/>
                </a:solidFill>
                <a:ln w="2824" cap="flat">
                  <a:noFill/>
                  <a:prstDash val="solid"/>
                  <a:miter/>
                </a:ln>
              </p:spPr>
              <p:txBody>
                <a:bodyPr rtlCol="1" anchor="ctr"/>
                <a:lstStyle/>
                <a:p>
                  <a:endParaRPr lang="ar-SA"/>
                </a:p>
              </p:txBody>
            </p:sp>
            <p:sp>
              <p:nvSpPr>
                <p:cNvPr id="7624" name="شكل حر: شكل 8529">
                  <a:extLst>
                    <a:ext uri="{FF2B5EF4-FFF2-40B4-BE49-F238E27FC236}">
                      <a16:creationId xmlns:a16="http://schemas.microsoft.com/office/drawing/2014/main" id="{75D6AC24-C67E-FC83-CCCA-7FB33805187F}"/>
                    </a:ext>
                  </a:extLst>
                </p:cNvPr>
                <p:cNvSpPr/>
                <p:nvPr/>
              </p:nvSpPr>
              <p:spPr>
                <a:xfrm>
                  <a:off x="5714177" y="754436"/>
                  <a:ext cx="75104" cy="6891"/>
                </a:xfrm>
                <a:custGeom>
                  <a:avLst/>
                  <a:gdLst>
                    <a:gd name="connsiteX0" fmla="*/ 71659 w 75104"/>
                    <a:gd name="connsiteY0" fmla="*/ 6892 h 6891"/>
                    <a:gd name="connsiteX1" fmla="*/ 3446 w 75104"/>
                    <a:gd name="connsiteY1" fmla="*/ 6892 h 6891"/>
                    <a:gd name="connsiteX2" fmla="*/ 0 w 75104"/>
                    <a:gd name="connsiteY2" fmla="*/ 3446 h 6891"/>
                    <a:gd name="connsiteX3" fmla="*/ 3446 w 75104"/>
                    <a:gd name="connsiteY3" fmla="*/ 0 h 6891"/>
                    <a:gd name="connsiteX4" fmla="*/ 71659 w 75104"/>
                    <a:gd name="connsiteY4" fmla="*/ 0 h 6891"/>
                    <a:gd name="connsiteX5" fmla="*/ 75105 w 75104"/>
                    <a:gd name="connsiteY5" fmla="*/ 3446 h 6891"/>
                    <a:gd name="connsiteX6" fmla="*/ 71659 w 75104"/>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104" h="6891">
                      <a:moveTo>
                        <a:pt x="71659" y="6892"/>
                      </a:moveTo>
                      <a:lnTo>
                        <a:pt x="3446" y="6892"/>
                      </a:lnTo>
                      <a:cubicBezTo>
                        <a:pt x="1554" y="6892"/>
                        <a:pt x="0" y="5338"/>
                        <a:pt x="0" y="3446"/>
                      </a:cubicBezTo>
                      <a:cubicBezTo>
                        <a:pt x="0" y="1553"/>
                        <a:pt x="1554" y="0"/>
                        <a:pt x="3446" y="0"/>
                      </a:cubicBezTo>
                      <a:lnTo>
                        <a:pt x="71659" y="0"/>
                      </a:lnTo>
                      <a:cubicBezTo>
                        <a:pt x="73551" y="0"/>
                        <a:pt x="75105" y="1553"/>
                        <a:pt x="75105" y="3446"/>
                      </a:cubicBezTo>
                      <a:cubicBezTo>
                        <a:pt x="75105" y="5338"/>
                        <a:pt x="73551" y="6892"/>
                        <a:pt x="71659" y="6892"/>
                      </a:cubicBezTo>
                      <a:close/>
                    </a:path>
                  </a:pathLst>
                </a:custGeom>
                <a:solidFill>
                  <a:srgbClr val="17A3A3"/>
                </a:solidFill>
                <a:ln w="2824" cap="flat">
                  <a:noFill/>
                  <a:prstDash val="solid"/>
                  <a:miter/>
                </a:ln>
              </p:spPr>
              <p:txBody>
                <a:bodyPr rtlCol="1" anchor="ctr"/>
                <a:lstStyle/>
                <a:p>
                  <a:endParaRPr lang="ar-SA"/>
                </a:p>
              </p:txBody>
            </p:sp>
            <p:sp>
              <p:nvSpPr>
                <p:cNvPr id="7625" name="شكل حر: شكل 8530">
                  <a:extLst>
                    <a:ext uri="{FF2B5EF4-FFF2-40B4-BE49-F238E27FC236}">
                      <a16:creationId xmlns:a16="http://schemas.microsoft.com/office/drawing/2014/main" id="{6022F1B1-E3A2-5E87-067D-42E81D8A85D2}"/>
                    </a:ext>
                  </a:extLst>
                </p:cNvPr>
                <p:cNvSpPr/>
                <p:nvPr/>
              </p:nvSpPr>
              <p:spPr>
                <a:xfrm>
                  <a:off x="5714177" y="782455"/>
                  <a:ext cx="41012" cy="6891"/>
                </a:xfrm>
                <a:custGeom>
                  <a:avLst/>
                  <a:gdLst>
                    <a:gd name="connsiteX0" fmla="*/ 37567 w 41012"/>
                    <a:gd name="connsiteY0" fmla="*/ 6892 h 6891"/>
                    <a:gd name="connsiteX1" fmla="*/ 3446 w 41012"/>
                    <a:gd name="connsiteY1" fmla="*/ 6892 h 6891"/>
                    <a:gd name="connsiteX2" fmla="*/ 0 w 41012"/>
                    <a:gd name="connsiteY2" fmla="*/ 3446 h 6891"/>
                    <a:gd name="connsiteX3" fmla="*/ 3446 w 41012"/>
                    <a:gd name="connsiteY3" fmla="*/ 0 h 6891"/>
                    <a:gd name="connsiteX4" fmla="*/ 37567 w 41012"/>
                    <a:gd name="connsiteY4" fmla="*/ 0 h 6891"/>
                    <a:gd name="connsiteX5" fmla="*/ 41012 w 41012"/>
                    <a:gd name="connsiteY5" fmla="*/ 3446 h 6891"/>
                    <a:gd name="connsiteX6" fmla="*/ 37567 w 41012"/>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012" h="6891">
                      <a:moveTo>
                        <a:pt x="37567" y="6892"/>
                      </a:moveTo>
                      <a:lnTo>
                        <a:pt x="3446" y="6892"/>
                      </a:lnTo>
                      <a:cubicBezTo>
                        <a:pt x="1554" y="6892"/>
                        <a:pt x="0" y="5338"/>
                        <a:pt x="0" y="3446"/>
                      </a:cubicBezTo>
                      <a:cubicBezTo>
                        <a:pt x="0" y="1554"/>
                        <a:pt x="1554" y="0"/>
                        <a:pt x="3446" y="0"/>
                      </a:cubicBezTo>
                      <a:lnTo>
                        <a:pt x="37567" y="0"/>
                      </a:lnTo>
                      <a:cubicBezTo>
                        <a:pt x="39459" y="0"/>
                        <a:pt x="41012" y="1554"/>
                        <a:pt x="41012" y="3446"/>
                      </a:cubicBezTo>
                      <a:cubicBezTo>
                        <a:pt x="41012" y="5338"/>
                        <a:pt x="39459" y="6892"/>
                        <a:pt x="37567" y="6892"/>
                      </a:cubicBezTo>
                      <a:close/>
                    </a:path>
                  </a:pathLst>
                </a:custGeom>
                <a:solidFill>
                  <a:srgbClr val="17A3A3"/>
                </a:solidFill>
                <a:ln w="2824" cap="flat">
                  <a:noFill/>
                  <a:prstDash val="solid"/>
                  <a:miter/>
                </a:ln>
              </p:spPr>
              <p:txBody>
                <a:bodyPr rtlCol="1" anchor="ctr"/>
                <a:lstStyle/>
                <a:p>
                  <a:endParaRPr lang="ar-SA"/>
                </a:p>
              </p:txBody>
            </p:sp>
            <p:sp>
              <p:nvSpPr>
                <p:cNvPr id="7626" name="شكل حر: شكل 8531">
                  <a:extLst>
                    <a:ext uri="{FF2B5EF4-FFF2-40B4-BE49-F238E27FC236}">
                      <a16:creationId xmlns:a16="http://schemas.microsoft.com/office/drawing/2014/main" id="{92F100A4-05DE-7855-77E4-A1FF3E8DE8C8}"/>
                    </a:ext>
                  </a:extLst>
                </p:cNvPr>
                <p:cNvSpPr/>
                <p:nvPr/>
              </p:nvSpPr>
              <p:spPr>
                <a:xfrm>
                  <a:off x="5827865" y="752374"/>
                  <a:ext cx="42650" cy="42622"/>
                </a:xfrm>
                <a:custGeom>
                  <a:avLst/>
                  <a:gdLst>
                    <a:gd name="connsiteX0" fmla="*/ 21325 w 42650"/>
                    <a:gd name="connsiteY0" fmla="*/ 42622 h 42622"/>
                    <a:gd name="connsiteX1" fmla="*/ 0 w 42650"/>
                    <a:gd name="connsiteY1" fmla="*/ 21297 h 42622"/>
                    <a:gd name="connsiteX2" fmla="*/ 21325 w 42650"/>
                    <a:gd name="connsiteY2" fmla="*/ 0 h 42622"/>
                    <a:gd name="connsiteX3" fmla="*/ 42651 w 42650"/>
                    <a:gd name="connsiteY3" fmla="*/ 21297 h 42622"/>
                    <a:gd name="connsiteX4" fmla="*/ 21325 w 42650"/>
                    <a:gd name="connsiteY4" fmla="*/ 42622 h 42622"/>
                    <a:gd name="connsiteX5" fmla="*/ 21325 w 42650"/>
                    <a:gd name="connsiteY5" fmla="*/ 6892 h 42622"/>
                    <a:gd name="connsiteX6" fmla="*/ 6892 w 42650"/>
                    <a:gd name="connsiteY6" fmla="*/ 21325 h 42622"/>
                    <a:gd name="connsiteX7" fmla="*/ 21325 w 42650"/>
                    <a:gd name="connsiteY7" fmla="*/ 35759 h 42622"/>
                    <a:gd name="connsiteX8" fmla="*/ 35759 w 42650"/>
                    <a:gd name="connsiteY8" fmla="*/ 21325 h 42622"/>
                    <a:gd name="connsiteX9" fmla="*/ 21325 w 42650"/>
                    <a:gd name="connsiteY9" fmla="*/ 6892 h 42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650" h="42622">
                      <a:moveTo>
                        <a:pt x="21325" y="42622"/>
                      </a:moveTo>
                      <a:cubicBezTo>
                        <a:pt x="9575" y="42622"/>
                        <a:pt x="0" y="33075"/>
                        <a:pt x="0" y="21297"/>
                      </a:cubicBezTo>
                      <a:cubicBezTo>
                        <a:pt x="0" y="9519"/>
                        <a:pt x="9547" y="0"/>
                        <a:pt x="21325" y="0"/>
                      </a:cubicBezTo>
                      <a:cubicBezTo>
                        <a:pt x="33104" y="0"/>
                        <a:pt x="42651" y="9547"/>
                        <a:pt x="42651" y="21297"/>
                      </a:cubicBezTo>
                      <a:cubicBezTo>
                        <a:pt x="42651" y="33047"/>
                        <a:pt x="33104" y="42622"/>
                        <a:pt x="21325" y="42622"/>
                      </a:cubicBezTo>
                      <a:close/>
                      <a:moveTo>
                        <a:pt x="21325" y="6892"/>
                      </a:moveTo>
                      <a:cubicBezTo>
                        <a:pt x="13360" y="6892"/>
                        <a:pt x="6892" y="13360"/>
                        <a:pt x="6892" y="21325"/>
                      </a:cubicBezTo>
                      <a:cubicBezTo>
                        <a:pt x="6892" y="29291"/>
                        <a:pt x="13360" y="35759"/>
                        <a:pt x="21325" y="35759"/>
                      </a:cubicBezTo>
                      <a:cubicBezTo>
                        <a:pt x="29291" y="35759"/>
                        <a:pt x="35759" y="29291"/>
                        <a:pt x="35759" y="21325"/>
                      </a:cubicBezTo>
                      <a:cubicBezTo>
                        <a:pt x="35759" y="13360"/>
                        <a:pt x="29291" y="6892"/>
                        <a:pt x="21325" y="6892"/>
                      </a:cubicBezTo>
                      <a:close/>
                    </a:path>
                  </a:pathLst>
                </a:custGeom>
                <a:solidFill>
                  <a:srgbClr val="17A3A3"/>
                </a:solidFill>
                <a:ln w="2824" cap="flat">
                  <a:noFill/>
                  <a:prstDash val="solid"/>
                  <a:miter/>
                </a:ln>
              </p:spPr>
              <p:txBody>
                <a:bodyPr rtlCol="1" anchor="ctr"/>
                <a:lstStyle/>
                <a:p>
                  <a:endParaRPr lang="ar-SA"/>
                </a:p>
              </p:txBody>
            </p:sp>
          </p:grpSp>
        </p:grpSp>
        <p:sp>
          <p:nvSpPr>
            <p:cNvPr id="7619" name="شكل حر: شكل 8532">
              <a:extLst>
                <a:ext uri="{FF2B5EF4-FFF2-40B4-BE49-F238E27FC236}">
                  <a16:creationId xmlns:a16="http://schemas.microsoft.com/office/drawing/2014/main" id="{F31403D6-8B67-B43B-6FF9-6531FFEDF0C1}"/>
                </a:ext>
              </a:extLst>
            </p:cNvPr>
            <p:cNvSpPr/>
            <p:nvPr/>
          </p:nvSpPr>
          <p:spPr>
            <a:xfrm>
              <a:off x="5639948" y="482884"/>
              <a:ext cx="248354" cy="235454"/>
            </a:xfrm>
            <a:custGeom>
              <a:avLst/>
              <a:gdLst>
                <a:gd name="connsiteX0" fmla="*/ 23105 w 248354"/>
                <a:gd name="connsiteY0" fmla="*/ 235454 h 235454"/>
                <a:gd name="connsiteX1" fmla="*/ 20111 w 248354"/>
                <a:gd name="connsiteY1" fmla="*/ 233703 h 235454"/>
                <a:gd name="connsiteX2" fmla="*/ 0 w 248354"/>
                <a:gd name="connsiteY2" fmla="*/ 156819 h 235454"/>
                <a:gd name="connsiteX3" fmla="*/ 156819 w 248354"/>
                <a:gd name="connsiteY3" fmla="*/ 0 h 235454"/>
                <a:gd name="connsiteX4" fmla="*/ 246893 w 248354"/>
                <a:gd name="connsiteY4" fmla="*/ 28443 h 235454"/>
                <a:gd name="connsiteX5" fmla="*/ 247741 w 248354"/>
                <a:gd name="connsiteY5" fmla="*/ 33245 h 235454"/>
                <a:gd name="connsiteX6" fmla="*/ 242939 w 248354"/>
                <a:gd name="connsiteY6" fmla="*/ 34092 h 235454"/>
                <a:gd name="connsiteX7" fmla="*/ 156847 w 248354"/>
                <a:gd name="connsiteY7" fmla="*/ 6892 h 235454"/>
                <a:gd name="connsiteX8" fmla="*/ 6920 w 248354"/>
                <a:gd name="connsiteY8" fmla="*/ 156819 h 235454"/>
                <a:gd name="connsiteX9" fmla="*/ 26127 w 248354"/>
                <a:gd name="connsiteY9" fmla="*/ 230314 h 235454"/>
                <a:gd name="connsiteX10" fmla="*/ 24828 w 248354"/>
                <a:gd name="connsiteY10" fmla="*/ 235002 h 235454"/>
                <a:gd name="connsiteX11" fmla="*/ 23133 w 248354"/>
                <a:gd name="connsiteY11" fmla="*/ 235454 h 235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8354" h="235454">
                  <a:moveTo>
                    <a:pt x="23105" y="235454"/>
                  </a:moveTo>
                  <a:cubicBezTo>
                    <a:pt x="21890" y="235454"/>
                    <a:pt x="20732" y="234833"/>
                    <a:pt x="20111" y="233703"/>
                  </a:cubicBezTo>
                  <a:cubicBezTo>
                    <a:pt x="6948" y="210344"/>
                    <a:pt x="0" y="183765"/>
                    <a:pt x="0" y="156819"/>
                  </a:cubicBezTo>
                  <a:cubicBezTo>
                    <a:pt x="0" y="70359"/>
                    <a:pt x="70359" y="0"/>
                    <a:pt x="156819" y="0"/>
                  </a:cubicBezTo>
                  <a:cubicBezTo>
                    <a:pt x="189301" y="0"/>
                    <a:pt x="220427" y="9829"/>
                    <a:pt x="246893" y="28443"/>
                  </a:cubicBezTo>
                  <a:cubicBezTo>
                    <a:pt x="248447" y="29545"/>
                    <a:pt x="248814" y="31691"/>
                    <a:pt x="247741" y="33245"/>
                  </a:cubicBezTo>
                  <a:cubicBezTo>
                    <a:pt x="246639" y="34798"/>
                    <a:pt x="244493" y="35166"/>
                    <a:pt x="242939" y="34092"/>
                  </a:cubicBezTo>
                  <a:cubicBezTo>
                    <a:pt x="217659" y="16298"/>
                    <a:pt x="187889" y="6892"/>
                    <a:pt x="156847" y="6892"/>
                  </a:cubicBezTo>
                  <a:cubicBezTo>
                    <a:pt x="74173" y="6892"/>
                    <a:pt x="6920" y="74144"/>
                    <a:pt x="6920" y="156819"/>
                  </a:cubicBezTo>
                  <a:cubicBezTo>
                    <a:pt x="6920" y="182579"/>
                    <a:pt x="13558" y="207971"/>
                    <a:pt x="26127" y="230314"/>
                  </a:cubicBezTo>
                  <a:cubicBezTo>
                    <a:pt x="27059" y="231980"/>
                    <a:pt x="26466" y="234070"/>
                    <a:pt x="24828" y="235002"/>
                  </a:cubicBezTo>
                  <a:cubicBezTo>
                    <a:pt x="24291" y="235313"/>
                    <a:pt x="23726" y="235454"/>
                    <a:pt x="23133" y="235454"/>
                  </a:cubicBezTo>
                  <a:close/>
                </a:path>
              </a:pathLst>
            </a:custGeom>
            <a:solidFill>
              <a:srgbClr val="01355A"/>
            </a:solidFill>
            <a:ln w="2824" cap="flat">
              <a:noFill/>
              <a:prstDash val="solid"/>
              <a:miter/>
            </a:ln>
          </p:spPr>
          <p:txBody>
            <a:bodyPr rtlCol="1" anchor="ctr"/>
            <a:lstStyle/>
            <a:p>
              <a:endParaRPr lang="ar-SA"/>
            </a:p>
          </p:txBody>
        </p:sp>
      </p:grpSp>
      <p:grpSp>
        <p:nvGrpSpPr>
          <p:cNvPr id="7635" name="رسم 8014">
            <a:extLst>
              <a:ext uri="{FF2B5EF4-FFF2-40B4-BE49-F238E27FC236}">
                <a16:creationId xmlns:a16="http://schemas.microsoft.com/office/drawing/2014/main" id="{EF2444CE-3EC4-A4FD-8FA4-8EA6F48E5037}"/>
              </a:ext>
            </a:extLst>
          </p:cNvPr>
          <p:cNvGrpSpPr/>
          <p:nvPr/>
        </p:nvGrpSpPr>
        <p:grpSpPr>
          <a:xfrm>
            <a:off x="2854823" y="2488863"/>
            <a:ext cx="263668" cy="236320"/>
            <a:chOff x="2493798" y="1342309"/>
            <a:chExt cx="315162" cy="299825"/>
          </a:xfrm>
        </p:grpSpPr>
        <p:sp>
          <p:nvSpPr>
            <p:cNvPr id="7636" name="شكل حر: شكل 8534">
              <a:extLst>
                <a:ext uri="{FF2B5EF4-FFF2-40B4-BE49-F238E27FC236}">
                  <a16:creationId xmlns:a16="http://schemas.microsoft.com/office/drawing/2014/main" id="{E3B5C848-A6D5-C30A-F1B1-52F3988C0426}"/>
                </a:ext>
              </a:extLst>
            </p:cNvPr>
            <p:cNvSpPr/>
            <p:nvPr/>
          </p:nvSpPr>
          <p:spPr>
            <a:xfrm>
              <a:off x="2530970" y="1342309"/>
              <a:ext cx="196899" cy="38216"/>
            </a:xfrm>
            <a:custGeom>
              <a:avLst/>
              <a:gdLst>
                <a:gd name="connsiteX0" fmla="*/ 183398 w 196899"/>
                <a:gd name="connsiteY0" fmla="*/ 38216 h 38216"/>
                <a:gd name="connsiteX1" fmla="*/ 3446 w 196899"/>
                <a:gd name="connsiteY1" fmla="*/ 38216 h 38216"/>
                <a:gd name="connsiteX2" fmla="*/ 0 w 196899"/>
                <a:gd name="connsiteY2" fmla="*/ 34770 h 38216"/>
                <a:gd name="connsiteX3" fmla="*/ 3446 w 196899"/>
                <a:gd name="connsiteY3" fmla="*/ 31324 h 38216"/>
                <a:gd name="connsiteX4" fmla="*/ 183398 w 196899"/>
                <a:gd name="connsiteY4" fmla="*/ 31324 h 38216"/>
                <a:gd name="connsiteX5" fmla="*/ 189979 w 196899"/>
                <a:gd name="connsiteY5" fmla="*/ 24743 h 38216"/>
                <a:gd name="connsiteX6" fmla="*/ 189979 w 196899"/>
                <a:gd name="connsiteY6" fmla="*/ 13473 h 38216"/>
                <a:gd name="connsiteX7" fmla="*/ 183398 w 196899"/>
                <a:gd name="connsiteY7" fmla="*/ 6892 h 38216"/>
                <a:gd name="connsiteX8" fmla="*/ 129336 w 196899"/>
                <a:gd name="connsiteY8" fmla="*/ 6892 h 38216"/>
                <a:gd name="connsiteX9" fmla="*/ 124760 w 196899"/>
                <a:gd name="connsiteY9" fmla="*/ 8756 h 38216"/>
                <a:gd name="connsiteX10" fmla="*/ 119902 w 196899"/>
                <a:gd name="connsiteY10" fmla="*/ 8671 h 38216"/>
                <a:gd name="connsiteX11" fmla="*/ 119987 w 196899"/>
                <a:gd name="connsiteY11" fmla="*/ 3813 h 38216"/>
                <a:gd name="connsiteX12" fmla="*/ 129364 w 196899"/>
                <a:gd name="connsiteY12" fmla="*/ 0 h 38216"/>
                <a:gd name="connsiteX13" fmla="*/ 183426 w 196899"/>
                <a:gd name="connsiteY13" fmla="*/ 0 h 38216"/>
                <a:gd name="connsiteX14" fmla="*/ 196899 w 196899"/>
                <a:gd name="connsiteY14" fmla="*/ 13473 h 38216"/>
                <a:gd name="connsiteX15" fmla="*/ 196899 w 196899"/>
                <a:gd name="connsiteY15" fmla="*/ 24743 h 38216"/>
                <a:gd name="connsiteX16" fmla="*/ 183426 w 196899"/>
                <a:gd name="connsiteY16" fmla="*/ 38216 h 38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6899" h="38216">
                  <a:moveTo>
                    <a:pt x="183398" y="38216"/>
                  </a:moveTo>
                  <a:lnTo>
                    <a:pt x="3446" y="38216"/>
                  </a:lnTo>
                  <a:cubicBezTo>
                    <a:pt x="1553" y="38216"/>
                    <a:pt x="0" y="36663"/>
                    <a:pt x="0" y="34770"/>
                  </a:cubicBezTo>
                  <a:cubicBezTo>
                    <a:pt x="0" y="32878"/>
                    <a:pt x="1553" y="31324"/>
                    <a:pt x="3446" y="31324"/>
                  </a:cubicBezTo>
                  <a:lnTo>
                    <a:pt x="183398" y="31324"/>
                  </a:lnTo>
                  <a:cubicBezTo>
                    <a:pt x="187013" y="31324"/>
                    <a:pt x="189979" y="28387"/>
                    <a:pt x="189979" y="24743"/>
                  </a:cubicBezTo>
                  <a:lnTo>
                    <a:pt x="189979" y="13473"/>
                  </a:lnTo>
                  <a:cubicBezTo>
                    <a:pt x="189979" y="9858"/>
                    <a:pt x="187041" y="6892"/>
                    <a:pt x="183398" y="6892"/>
                  </a:cubicBezTo>
                  <a:lnTo>
                    <a:pt x="129336" y="6892"/>
                  </a:lnTo>
                  <a:cubicBezTo>
                    <a:pt x="127641" y="6892"/>
                    <a:pt x="126003" y="7570"/>
                    <a:pt x="124760" y="8756"/>
                  </a:cubicBezTo>
                  <a:cubicBezTo>
                    <a:pt x="123404" y="10084"/>
                    <a:pt x="121201" y="10055"/>
                    <a:pt x="119902" y="8671"/>
                  </a:cubicBezTo>
                  <a:cubicBezTo>
                    <a:pt x="118574" y="7316"/>
                    <a:pt x="118603" y="5112"/>
                    <a:pt x="119987" y="3813"/>
                  </a:cubicBezTo>
                  <a:cubicBezTo>
                    <a:pt x="122529" y="1356"/>
                    <a:pt x="125862" y="0"/>
                    <a:pt x="129364" y="0"/>
                  </a:cubicBezTo>
                  <a:lnTo>
                    <a:pt x="183426" y="0"/>
                  </a:lnTo>
                  <a:cubicBezTo>
                    <a:pt x="190854" y="0"/>
                    <a:pt x="196899" y="6044"/>
                    <a:pt x="196899" y="13473"/>
                  </a:cubicBezTo>
                  <a:lnTo>
                    <a:pt x="196899" y="24743"/>
                  </a:lnTo>
                  <a:cubicBezTo>
                    <a:pt x="196899" y="32172"/>
                    <a:pt x="190854" y="38216"/>
                    <a:pt x="183426" y="38216"/>
                  </a:cubicBezTo>
                  <a:close/>
                </a:path>
              </a:pathLst>
            </a:custGeom>
            <a:solidFill>
              <a:srgbClr val="01355A"/>
            </a:solidFill>
            <a:ln w="2824" cap="flat">
              <a:noFill/>
              <a:prstDash val="solid"/>
              <a:miter/>
            </a:ln>
          </p:spPr>
          <p:txBody>
            <a:bodyPr rtlCol="1" anchor="ctr"/>
            <a:lstStyle/>
            <a:p>
              <a:endParaRPr lang="ar-SA"/>
            </a:p>
          </p:txBody>
        </p:sp>
        <p:sp>
          <p:nvSpPr>
            <p:cNvPr id="7637" name="شكل حر: شكل 8535">
              <a:extLst>
                <a:ext uri="{FF2B5EF4-FFF2-40B4-BE49-F238E27FC236}">
                  <a16:creationId xmlns:a16="http://schemas.microsoft.com/office/drawing/2014/main" id="{8635C818-9BD4-7B11-A107-C72269178EA6}"/>
                </a:ext>
              </a:extLst>
            </p:cNvPr>
            <p:cNvSpPr/>
            <p:nvPr/>
          </p:nvSpPr>
          <p:spPr>
            <a:xfrm>
              <a:off x="2508204" y="1413233"/>
              <a:ext cx="64427" cy="6891"/>
            </a:xfrm>
            <a:custGeom>
              <a:avLst/>
              <a:gdLst>
                <a:gd name="connsiteX0" fmla="*/ 60982 w 64427"/>
                <a:gd name="connsiteY0" fmla="*/ 6892 h 6891"/>
                <a:gd name="connsiteX1" fmla="*/ 3446 w 64427"/>
                <a:gd name="connsiteY1" fmla="*/ 6892 h 6891"/>
                <a:gd name="connsiteX2" fmla="*/ 0 w 64427"/>
                <a:gd name="connsiteY2" fmla="*/ 3446 h 6891"/>
                <a:gd name="connsiteX3" fmla="*/ 3446 w 64427"/>
                <a:gd name="connsiteY3" fmla="*/ 0 h 6891"/>
                <a:gd name="connsiteX4" fmla="*/ 60982 w 64427"/>
                <a:gd name="connsiteY4" fmla="*/ 0 h 6891"/>
                <a:gd name="connsiteX5" fmla="*/ 64428 w 64427"/>
                <a:gd name="connsiteY5" fmla="*/ 3446 h 6891"/>
                <a:gd name="connsiteX6" fmla="*/ 60982 w 64427"/>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427" h="6891">
                  <a:moveTo>
                    <a:pt x="60982" y="6892"/>
                  </a:moveTo>
                  <a:lnTo>
                    <a:pt x="3446" y="6892"/>
                  </a:lnTo>
                  <a:cubicBezTo>
                    <a:pt x="1553" y="6892"/>
                    <a:pt x="0" y="5338"/>
                    <a:pt x="0" y="3446"/>
                  </a:cubicBezTo>
                  <a:cubicBezTo>
                    <a:pt x="0" y="1554"/>
                    <a:pt x="1553" y="0"/>
                    <a:pt x="3446" y="0"/>
                  </a:cubicBezTo>
                  <a:lnTo>
                    <a:pt x="60982" y="0"/>
                  </a:lnTo>
                  <a:cubicBezTo>
                    <a:pt x="62874" y="0"/>
                    <a:pt x="64428" y="1554"/>
                    <a:pt x="64428" y="3446"/>
                  </a:cubicBezTo>
                  <a:cubicBezTo>
                    <a:pt x="64428" y="5338"/>
                    <a:pt x="62874" y="6892"/>
                    <a:pt x="60982" y="6892"/>
                  </a:cubicBezTo>
                  <a:close/>
                </a:path>
              </a:pathLst>
            </a:custGeom>
            <a:solidFill>
              <a:srgbClr val="01355A"/>
            </a:solidFill>
            <a:ln w="2824" cap="flat">
              <a:noFill/>
              <a:prstDash val="solid"/>
              <a:miter/>
            </a:ln>
          </p:spPr>
          <p:txBody>
            <a:bodyPr rtlCol="1" anchor="ctr"/>
            <a:lstStyle/>
            <a:p>
              <a:endParaRPr lang="ar-SA"/>
            </a:p>
          </p:txBody>
        </p:sp>
        <p:sp>
          <p:nvSpPr>
            <p:cNvPr id="7638" name="شكل حر: شكل 8536">
              <a:extLst>
                <a:ext uri="{FF2B5EF4-FFF2-40B4-BE49-F238E27FC236}">
                  <a16:creationId xmlns:a16="http://schemas.microsoft.com/office/drawing/2014/main" id="{C007AC41-270D-EA51-511B-8C7E34BD4690}"/>
                </a:ext>
              </a:extLst>
            </p:cNvPr>
            <p:cNvSpPr/>
            <p:nvPr/>
          </p:nvSpPr>
          <p:spPr>
            <a:xfrm>
              <a:off x="2508204" y="1595614"/>
              <a:ext cx="48158" cy="6891"/>
            </a:xfrm>
            <a:custGeom>
              <a:avLst/>
              <a:gdLst>
                <a:gd name="connsiteX0" fmla="*/ 44712 w 48158"/>
                <a:gd name="connsiteY0" fmla="*/ 6892 h 6891"/>
                <a:gd name="connsiteX1" fmla="*/ 3446 w 48158"/>
                <a:gd name="connsiteY1" fmla="*/ 6892 h 6891"/>
                <a:gd name="connsiteX2" fmla="*/ 0 w 48158"/>
                <a:gd name="connsiteY2" fmla="*/ 3446 h 6891"/>
                <a:gd name="connsiteX3" fmla="*/ 3446 w 48158"/>
                <a:gd name="connsiteY3" fmla="*/ 0 h 6891"/>
                <a:gd name="connsiteX4" fmla="*/ 44712 w 48158"/>
                <a:gd name="connsiteY4" fmla="*/ 0 h 6891"/>
                <a:gd name="connsiteX5" fmla="*/ 48158 w 48158"/>
                <a:gd name="connsiteY5" fmla="*/ 3446 h 6891"/>
                <a:gd name="connsiteX6" fmla="*/ 44712 w 48158"/>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58" h="6891">
                  <a:moveTo>
                    <a:pt x="44712" y="6892"/>
                  </a:moveTo>
                  <a:lnTo>
                    <a:pt x="3446" y="6892"/>
                  </a:lnTo>
                  <a:cubicBezTo>
                    <a:pt x="1553" y="6892"/>
                    <a:pt x="0" y="5338"/>
                    <a:pt x="0" y="3446"/>
                  </a:cubicBezTo>
                  <a:cubicBezTo>
                    <a:pt x="0" y="1554"/>
                    <a:pt x="1553" y="0"/>
                    <a:pt x="3446" y="0"/>
                  </a:cubicBezTo>
                  <a:lnTo>
                    <a:pt x="44712" y="0"/>
                  </a:lnTo>
                  <a:cubicBezTo>
                    <a:pt x="46605" y="0"/>
                    <a:pt x="48158" y="1554"/>
                    <a:pt x="48158" y="3446"/>
                  </a:cubicBezTo>
                  <a:cubicBezTo>
                    <a:pt x="48158" y="5338"/>
                    <a:pt x="46605" y="6892"/>
                    <a:pt x="44712" y="6892"/>
                  </a:cubicBezTo>
                  <a:close/>
                </a:path>
              </a:pathLst>
            </a:custGeom>
            <a:solidFill>
              <a:srgbClr val="01355A"/>
            </a:solidFill>
            <a:ln w="2824" cap="flat">
              <a:noFill/>
              <a:prstDash val="solid"/>
              <a:miter/>
            </a:ln>
          </p:spPr>
          <p:txBody>
            <a:bodyPr rtlCol="1" anchor="ctr"/>
            <a:lstStyle/>
            <a:p>
              <a:endParaRPr lang="ar-SA"/>
            </a:p>
          </p:txBody>
        </p:sp>
        <p:sp>
          <p:nvSpPr>
            <p:cNvPr id="7639" name="شكل حر: شكل 8537">
              <a:extLst>
                <a:ext uri="{FF2B5EF4-FFF2-40B4-BE49-F238E27FC236}">
                  <a16:creationId xmlns:a16="http://schemas.microsoft.com/office/drawing/2014/main" id="{FAE64257-174A-EE8A-97CD-F8DBC0D865AD}"/>
                </a:ext>
              </a:extLst>
            </p:cNvPr>
            <p:cNvSpPr/>
            <p:nvPr/>
          </p:nvSpPr>
          <p:spPr>
            <a:xfrm>
              <a:off x="2493798" y="1452833"/>
              <a:ext cx="59936" cy="6891"/>
            </a:xfrm>
            <a:custGeom>
              <a:avLst/>
              <a:gdLst>
                <a:gd name="connsiteX0" fmla="*/ 56491 w 59936"/>
                <a:gd name="connsiteY0" fmla="*/ 6892 h 6891"/>
                <a:gd name="connsiteX1" fmla="*/ 3446 w 59936"/>
                <a:gd name="connsiteY1" fmla="*/ 6892 h 6891"/>
                <a:gd name="connsiteX2" fmla="*/ 0 w 59936"/>
                <a:gd name="connsiteY2" fmla="*/ 3446 h 6891"/>
                <a:gd name="connsiteX3" fmla="*/ 3446 w 59936"/>
                <a:gd name="connsiteY3" fmla="*/ 0 h 6891"/>
                <a:gd name="connsiteX4" fmla="*/ 56491 w 59936"/>
                <a:gd name="connsiteY4" fmla="*/ 0 h 6891"/>
                <a:gd name="connsiteX5" fmla="*/ 59937 w 59936"/>
                <a:gd name="connsiteY5" fmla="*/ 3446 h 6891"/>
                <a:gd name="connsiteX6" fmla="*/ 56491 w 59936"/>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36" h="6891">
                  <a:moveTo>
                    <a:pt x="56491" y="6892"/>
                  </a:moveTo>
                  <a:lnTo>
                    <a:pt x="3446" y="6892"/>
                  </a:lnTo>
                  <a:cubicBezTo>
                    <a:pt x="1553" y="6892"/>
                    <a:pt x="0" y="5338"/>
                    <a:pt x="0" y="3446"/>
                  </a:cubicBezTo>
                  <a:cubicBezTo>
                    <a:pt x="0" y="1553"/>
                    <a:pt x="1553" y="0"/>
                    <a:pt x="3446" y="0"/>
                  </a:cubicBezTo>
                  <a:lnTo>
                    <a:pt x="56491" y="0"/>
                  </a:lnTo>
                  <a:cubicBezTo>
                    <a:pt x="58383" y="0"/>
                    <a:pt x="59937" y="1553"/>
                    <a:pt x="59937" y="3446"/>
                  </a:cubicBezTo>
                  <a:cubicBezTo>
                    <a:pt x="59937" y="5338"/>
                    <a:pt x="58383" y="6892"/>
                    <a:pt x="56491" y="6892"/>
                  </a:cubicBezTo>
                  <a:close/>
                </a:path>
              </a:pathLst>
            </a:custGeom>
            <a:solidFill>
              <a:srgbClr val="01355A"/>
            </a:solidFill>
            <a:ln w="2824" cap="flat">
              <a:noFill/>
              <a:prstDash val="solid"/>
              <a:miter/>
            </a:ln>
          </p:spPr>
          <p:txBody>
            <a:bodyPr rtlCol="1" anchor="ctr"/>
            <a:lstStyle/>
            <a:p>
              <a:endParaRPr lang="ar-SA"/>
            </a:p>
          </p:txBody>
        </p:sp>
        <p:sp>
          <p:nvSpPr>
            <p:cNvPr id="7640" name="شكل حر: شكل 8538">
              <a:extLst>
                <a:ext uri="{FF2B5EF4-FFF2-40B4-BE49-F238E27FC236}">
                  <a16:creationId xmlns:a16="http://schemas.microsoft.com/office/drawing/2014/main" id="{03CBFA56-40DB-A2A6-81E4-CBB75310DFE5}"/>
                </a:ext>
              </a:extLst>
            </p:cNvPr>
            <p:cNvSpPr/>
            <p:nvPr/>
          </p:nvSpPr>
          <p:spPr>
            <a:xfrm>
              <a:off x="2530970" y="1398885"/>
              <a:ext cx="277991" cy="243249"/>
            </a:xfrm>
            <a:custGeom>
              <a:avLst/>
              <a:gdLst>
                <a:gd name="connsiteX0" fmla="*/ 156367 w 277991"/>
                <a:gd name="connsiteY0" fmla="*/ 243250 h 243249"/>
                <a:gd name="connsiteX1" fmla="*/ 156197 w 277991"/>
                <a:gd name="connsiteY1" fmla="*/ 243250 h 243249"/>
                <a:gd name="connsiteX2" fmla="*/ 3446 w 277991"/>
                <a:gd name="connsiteY2" fmla="*/ 243250 h 243249"/>
                <a:gd name="connsiteX3" fmla="*/ 0 w 277991"/>
                <a:gd name="connsiteY3" fmla="*/ 239804 h 243249"/>
                <a:gd name="connsiteX4" fmla="*/ 3446 w 277991"/>
                <a:gd name="connsiteY4" fmla="*/ 236358 h 243249"/>
                <a:gd name="connsiteX5" fmla="*/ 156367 w 277991"/>
                <a:gd name="connsiteY5" fmla="*/ 236358 h 243249"/>
                <a:gd name="connsiteX6" fmla="*/ 156536 w 277991"/>
                <a:gd name="connsiteY6" fmla="*/ 236358 h 243249"/>
                <a:gd name="connsiteX7" fmla="*/ 271072 w 277991"/>
                <a:gd name="connsiteY7" fmla="*/ 121625 h 243249"/>
                <a:gd name="connsiteX8" fmla="*/ 156339 w 277991"/>
                <a:gd name="connsiteY8" fmla="*/ 6892 h 243249"/>
                <a:gd name="connsiteX9" fmla="*/ 41606 w 277991"/>
                <a:gd name="connsiteY9" fmla="*/ 121625 h 243249"/>
                <a:gd name="connsiteX10" fmla="*/ 81658 w 277991"/>
                <a:gd name="connsiteY10" fmla="*/ 208706 h 243249"/>
                <a:gd name="connsiteX11" fmla="*/ 82025 w 277991"/>
                <a:gd name="connsiteY11" fmla="*/ 213564 h 243249"/>
                <a:gd name="connsiteX12" fmla="*/ 77166 w 277991"/>
                <a:gd name="connsiteY12" fmla="*/ 213931 h 243249"/>
                <a:gd name="connsiteX13" fmla="*/ 34742 w 277991"/>
                <a:gd name="connsiteY13" fmla="*/ 121625 h 243249"/>
                <a:gd name="connsiteX14" fmla="*/ 156367 w 277991"/>
                <a:gd name="connsiteY14" fmla="*/ 0 h 243249"/>
                <a:gd name="connsiteX15" fmla="*/ 277992 w 277991"/>
                <a:gd name="connsiteY15" fmla="*/ 121625 h 243249"/>
                <a:gd name="connsiteX16" fmla="*/ 156367 w 277991"/>
                <a:gd name="connsiteY16" fmla="*/ 243250 h 24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77991" h="243249">
                  <a:moveTo>
                    <a:pt x="156367" y="243250"/>
                  </a:moveTo>
                  <a:cubicBezTo>
                    <a:pt x="156367" y="243250"/>
                    <a:pt x="156254" y="243250"/>
                    <a:pt x="156197" y="243250"/>
                  </a:cubicBezTo>
                  <a:lnTo>
                    <a:pt x="3446" y="243250"/>
                  </a:lnTo>
                  <a:cubicBezTo>
                    <a:pt x="1553" y="243250"/>
                    <a:pt x="0" y="241697"/>
                    <a:pt x="0" y="239804"/>
                  </a:cubicBezTo>
                  <a:cubicBezTo>
                    <a:pt x="0" y="237912"/>
                    <a:pt x="1553" y="236358"/>
                    <a:pt x="3446" y="236358"/>
                  </a:cubicBezTo>
                  <a:lnTo>
                    <a:pt x="156367" y="236358"/>
                  </a:lnTo>
                  <a:cubicBezTo>
                    <a:pt x="156367" y="236358"/>
                    <a:pt x="156480" y="236358"/>
                    <a:pt x="156536" y="236358"/>
                  </a:cubicBezTo>
                  <a:cubicBezTo>
                    <a:pt x="219721" y="236273"/>
                    <a:pt x="271072" y="184838"/>
                    <a:pt x="271072" y="121625"/>
                  </a:cubicBezTo>
                  <a:cubicBezTo>
                    <a:pt x="271072" y="58412"/>
                    <a:pt x="219609" y="6892"/>
                    <a:pt x="156339" y="6892"/>
                  </a:cubicBezTo>
                  <a:cubicBezTo>
                    <a:pt x="93069" y="6892"/>
                    <a:pt x="41606" y="58355"/>
                    <a:pt x="41606" y="121625"/>
                  </a:cubicBezTo>
                  <a:cubicBezTo>
                    <a:pt x="41606" y="155124"/>
                    <a:pt x="56208" y="186872"/>
                    <a:pt x="81658" y="208706"/>
                  </a:cubicBezTo>
                  <a:cubicBezTo>
                    <a:pt x="83098" y="209949"/>
                    <a:pt x="83268" y="212123"/>
                    <a:pt x="82025" y="213564"/>
                  </a:cubicBezTo>
                  <a:cubicBezTo>
                    <a:pt x="80782" y="215005"/>
                    <a:pt x="78607" y="215174"/>
                    <a:pt x="77166" y="213931"/>
                  </a:cubicBezTo>
                  <a:cubicBezTo>
                    <a:pt x="50192" y="190770"/>
                    <a:pt x="34742" y="157101"/>
                    <a:pt x="34742" y="121625"/>
                  </a:cubicBezTo>
                  <a:cubicBezTo>
                    <a:pt x="34742" y="54570"/>
                    <a:pt x="89284" y="0"/>
                    <a:pt x="156367" y="0"/>
                  </a:cubicBezTo>
                  <a:cubicBezTo>
                    <a:pt x="223450" y="0"/>
                    <a:pt x="277992" y="54542"/>
                    <a:pt x="277992" y="121625"/>
                  </a:cubicBezTo>
                  <a:cubicBezTo>
                    <a:pt x="277992" y="188708"/>
                    <a:pt x="223450" y="243250"/>
                    <a:pt x="156367" y="243250"/>
                  </a:cubicBezTo>
                  <a:close/>
                </a:path>
              </a:pathLst>
            </a:custGeom>
            <a:solidFill>
              <a:srgbClr val="01355A"/>
            </a:solidFill>
            <a:ln w="2824" cap="flat">
              <a:noFill/>
              <a:prstDash val="solid"/>
              <a:miter/>
            </a:ln>
          </p:spPr>
          <p:txBody>
            <a:bodyPr rtlCol="1" anchor="ctr"/>
            <a:lstStyle/>
            <a:p>
              <a:endParaRPr lang="ar-SA"/>
            </a:p>
          </p:txBody>
        </p:sp>
        <p:sp>
          <p:nvSpPr>
            <p:cNvPr id="7641" name="شكل حر: شكل 8539">
              <a:extLst>
                <a:ext uri="{FF2B5EF4-FFF2-40B4-BE49-F238E27FC236}">
                  <a16:creationId xmlns:a16="http://schemas.microsoft.com/office/drawing/2014/main" id="{59AC2E8B-6BDF-0180-00D2-CB10B6242BFB}"/>
                </a:ext>
              </a:extLst>
            </p:cNvPr>
            <p:cNvSpPr/>
            <p:nvPr/>
          </p:nvSpPr>
          <p:spPr>
            <a:xfrm>
              <a:off x="2596188" y="1475410"/>
              <a:ext cx="37907" cy="115515"/>
            </a:xfrm>
            <a:custGeom>
              <a:avLst/>
              <a:gdLst>
                <a:gd name="connsiteX0" fmla="*/ 34516 w 37907"/>
                <a:gd name="connsiteY0" fmla="*/ 115515 h 115515"/>
                <a:gd name="connsiteX1" fmla="*/ 32285 w 37907"/>
                <a:gd name="connsiteY1" fmla="*/ 114696 h 115515"/>
                <a:gd name="connsiteX2" fmla="*/ 0 w 37907"/>
                <a:gd name="connsiteY2" fmla="*/ 45128 h 115515"/>
                <a:gd name="connsiteX3" fmla="*/ 10931 w 37907"/>
                <a:gd name="connsiteY3" fmla="*/ 1799 h 115515"/>
                <a:gd name="connsiteX4" fmla="*/ 15592 w 37907"/>
                <a:gd name="connsiteY4" fmla="*/ 415 h 115515"/>
                <a:gd name="connsiteX5" fmla="*/ 16976 w 37907"/>
                <a:gd name="connsiteY5" fmla="*/ 5076 h 115515"/>
                <a:gd name="connsiteX6" fmla="*/ 6864 w 37907"/>
                <a:gd name="connsiteY6" fmla="*/ 45128 h 115515"/>
                <a:gd name="connsiteX7" fmla="*/ 36691 w 37907"/>
                <a:gd name="connsiteY7" fmla="*/ 109443 h 115515"/>
                <a:gd name="connsiteX8" fmla="*/ 37086 w 37907"/>
                <a:gd name="connsiteY8" fmla="*/ 114301 h 115515"/>
                <a:gd name="connsiteX9" fmla="*/ 34460 w 37907"/>
                <a:gd name="connsiteY9" fmla="*/ 115515 h 115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907" h="115515">
                  <a:moveTo>
                    <a:pt x="34516" y="115515"/>
                  </a:moveTo>
                  <a:cubicBezTo>
                    <a:pt x="33725" y="115515"/>
                    <a:pt x="32934" y="115261"/>
                    <a:pt x="32285" y="114696"/>
                  </a:cubicBezTo>
                  <a:cubicBezTo>
                    <a:pt x="11778" y="97325"/>
                    <a:pt x="0" y="71961"/>
                    <a:pt x="0" y="45128"/>
                  </a:cubicBezTo>
                  <a:cubicBezTo>
                    <a:pt x="0" y="30016"/>
                    <a:pt x="3785" y="15018"/>
                    <a:pt x="10931" y="1799"/>
                  </a:cubicBezTo>
                  <a:cubicBezTo>
                    <a:pt x="11835" y="133"/>
                    <a:pt x="13925" y="-489"/>
                    <a:pt x="15592" y="415"/>
                  </a:cubicBezTo>
                  <a:cubicBezTo>
                    <a:pt x="17258" y="1319"/>
                    <a:pt x="17879" y="3409"/>
                    <a:pt x="16976" y="5076"/>
                  </a:cubicBezTo>
                  <a:cubicBezTo>
                    <a:pt x="10366" y="17278"/>
                    <a:pt x="6864" y="31146"/>
                    <a:pt x="6864" y="45128"/>
                  </a:cubicBezTo>
                  <a:cubicBezTo>
                    <a:pt x="6864" y="69956"/>
                    <a:pt x="17738" y="93399"/>
                    <a:pt x="36691" y="109443"/>
                  </a:cubicBezTo>
                  <a:cubicBezTo>
                    <a:pt x="38131" y="110685"/>
                    <a:pt x="38329" y="112832"/>
                    <a:pt x="37086" y="114301"/>
                  </a:cubicBezTo>
                  <a:cubicBezTo>
                    <a:pt x="36408" y="115092"/>
                    <a:pt x="35420" y="115515"/>
                    <a:pt x="34460" y="115515"/>
                  </a:cubicBezTo>
                  <a:close/>
                </a:path>
              </a:pathLst>
            </a:custGeom>
            <a:solidFill>
              <a:srgbClr val="01355A"/>
            </a:solidFill>
            <a:ln w="2824" cap="flat">
              <a:noFill/>
              <a:prstDash val="solid"/>
              <a:miter/>
            </a:ln>
          </p:spPr>
          <p:txBody>
            <a:bodyPr rtlCol="1" anchor="ctr"/>
            <a:lstStyle/>
            <a:p>
              <a:endParaRPr lang="ar-SA"/>
            </a:p>
          </p:txBody>
        </p:sp>
        <p:grpSp>
          <p:nvGrpSpPr>
            <p:cNvPr id="7642" name="رسم 8014">
              <a:extLst>
                <a:ext uri="{FF2B5EF4-FFF2-40B4-BE49-F238E27FC236}">
                  <a16:creationId xmlns:a16="http://schemas.microsoft.com/office/drawing/2014/main" id="{59151207-07E6-796F-807D-BB1F0B75B302}"/>
                </a:ext>
              </a:extLst>
            </p:cNvPr>
            <p:cNvGrpSpPr/>
            <p:nvPr/>
          </p:nvGrpSpPr>
          <p:grpSpPr>
            <a:xfrm>
              <a:off x="2663469" y="1446196"/>
              <a:ext cx="62874" cy="113349"/>
              <a:chOff x="2663469" y="1446196"/>
              <a:chExt cx="62874" cy="113349"/>
            </a:xfrm>
            <a:solidFill>
              <a:srgbClr val="17A3A3"/>
            </a:solidFill>
          </p:grpSpPr>
          <p:sp>
            <p:nvSpPr>
              <p:cNvPr id="7643" name="شكل حر: شكل 8541">
                <a:extLst>
                  <a:ext uri="{FF2B5EF4-FFF2-40B4-BE49-F238E27FC236}">
                    <a16:creationId xmlns:a16="http://schemas.microsoft.com/office/drawing/2014/main" id="{0D170E41-8B6B-DD05-364A-7424EFCAAC73}"/>
                  </a:ext>
                </a:extLst>
              </p:cNvPr>
              <p:cNvSpPr/>
              <p:nvPr/>
            </p:nvSpPr>
            <p:spPr>
              <a:xfrm>
                <a:off x="2663469" y="1496642"/>
                <a:ext cx="47734" cy="47734"/>
              </a:xfrm>
              <a:custGeom>
                <a:avLst/>
                <a:gdLst>
                  <a:gd name="connsiteX0" fmla="*/ 23867 w 47734"/>
                  <a:gd name="connsiteY0" fmla="*/ 47735 h 47734"/>
                  <a:gd name="connsiteX1" fmla="*/ 0 w 47734"/>
                  <a:gd name="connsiteY1" fmla="*/ 23867 h 47734"/>
                  <a:gd name="connsiteX2" fmla="*/ 23867 w 47734"/>
                  <a:gd name="connsiteY2" fmla="*/ 0 h 47734"/>
                  <a:gd name="connsiteX3" fmla="*/ 47735 w 47734"/>
                  <a:gd name="connsiteY3" fmla="*/ 23867 h 47734"/>
                  <a:gd name="connsiteX4" fmla="*/ 23867 w 47734"/>
                  <a:gd name="connsiteY4" fmla="*/ 47735 h 47734"/>
                  <a:gd name="connsiteX5" fmla="*/ 23867 w 47734"/>
                  <a:gd name="connsiteY5" fmla="*/ 6892 h 47734"/>
                  <a:gd name="connsiteX6" fmla="*/ 6892 w 47734"/>
                  <a:gd name="connsiteY6" fmla="*/ 23867 h 47734"/>
                  <a:gd name="connsiteX7" fmla="*/ 23867 w 47734"/>
                  <a:gd name="connsiteY7" fmla="*/ 40843 h 47734"/>
                  <a:gd name="connsiteX8" fmla="*/ 40843 w 47734"/>
                  <a:gd name="connsiteY8" fmla="*/ 23867 h 47734"/>
                  <a:gd name="connsiteX9" fmla="*/ 23867 w 47734"/>
                  <a:gd name="connsiteY9" fmla="*/ 6892 h 47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734" h="47734">
                    <a:moveTo>
                      <a:pt x="23867" y="47735"/>
                    </a:moveTo>
                    <a:cubicBezTo>
                      <a:pt x="10705" y="47735"/>
                      <a:pt x="0" y="37030"/>
                      <a:pt x="0" y="23867"/>
                    </a:cubicBezTo>
                    <a:cubicBezTo>
                      <a:pt x="0" y="10705"/>
                      <a:pt x="10705" y="0"/>
                      <a:pt x="23867" y="0"/>
                    </a:cubicBezTo>
                    <a:cubicBezTo>
                      <a:pt x="37030" y="0"/>
                      <a:pt x="47735" y="10705"/>
                      <a:pt x="47735" y="23867"/>
                    </a:cubicBezTo>
                    <a:cubicBezTo>
                      <a:pt x="47735" y="37030"/>
                      <a:pt x="37030" y="47735"/>
                      <a:pt x="23867" y="47735"/>
                    </a:cubicBezTo>
                    <a:close/>
                    <a:moveTo>
                      <a:pt x="23867" y="6892"/>
                    </a:moveTo>
                    <a:cubicBezTo>
                      <a:pt x="14518" y="6892"/>
                      <a:pt x="6892" y="14518"/>
                      <a:pt x="6892" y="23867"/>
                    </a:cubicBezTo>
                    <a:cubicBezTo>
                      <a:pt x="6892" y="33217"/>
                      <a:pt x="14518" y="40843"/>
                      <a:pt x="23867" y="40843"/>
                    </a:cubicBezTo>
                    <a:cubicBezTo>
                      <a:pt x="33217" y="40843"/>
                      <a:pt x="40843" y="33217"/>
                      <a:pt x="40843" y="23867"/>
                    </a:cubicBezTo>
                    <a:cubicBezTo>
                      <a:pt x="40843" y="14518"/>
                      <a:pt x="33217" y="6892"/>
                      <a:pt x="23867" y="6892"/>
                    </a:cubicBezTo>
                    <a:close/>
                  </a:path>
                </a:pathLst>
              </a:custGeom>
              <a:solidFill>
                <a:srgbClr val="17A3A3"/>
              </a:solidFill>
              <a:ln w="2824" cap="flat">
                <a:noFill/>
                <a:prstDash val="solid"/>
                <a:miter/>
              </a:ln>
            </p:spPr>
            <p:txBody>
              <a:bodyPr rtlCol="1" anchor="ctr"/>
              <a:lstStyle/>
              <a:p>
                <a:endParaRPr lang="ar-SA"/>
              </a:p>
            </p:txBody>
          </p:sp>
          <p:sp>
            <p:nvSpPr>
              <p:cNvPr id="7644" name="شكل حر: شكل 8542">
                <a:extLst>
                  <a:ext uri="{FF2B5EF4-FFF2-40B4-BE49-F238E27FC236}">
                    <a16:creationId xmlns:a16="http://schemas.microsoft.com/office/drawing/2014/main" id="{390228E2-08F6-225F-D69E-134E91FD8250}"/>
                  </a:ext>
                </a:extLst>
              </p:cNvPr>
              <p:cNvSpPr/>
              <p:nvPr/>
            </p:nvSpPr>
            <p:spPr>
              <a:xfrm>
                <a:off x="2683890" y="1446196"/>
                <a:ext cx="6891" cy="57338"/>
              </a:xfrm>
              <a:custGeom>
                <a:avLst/>
                <a:gdLst>
                  <a:gd name="connsiteX0" fmla="*/ 3446 w 6891"/>
                  <a:gd name="connsiteY0" fmla="*/ 57338 h 57338"/>
                  <a:gd name="connsiteX1" fmla="*/ 0 w 6891"/>
                  <a:gd name="connsiteY1" fmla="*/ 53892 h 57338"/>
                  <a:gd name="connsiteX2" fmla="*/ 0 w 6891"/>
                  <a:gd name="connsiteY2" fmla="*/ 3446 h 57338"/>
                  <a:gd name="connsiteX3" fmla="*/ 3446 w 6891"/>
                  <a:gd name="connsiteY3" fmla="*/ 0 h 57338"/>
                  <a:gd name="connsiteX4" fmla="*/ 6892 w 6891"/>
                  <a:gd name="connsiteY4" fmla="*/ 3446 h 57338"/>
                  <a:gd name="connsiteX5" fmla="*/ 6892 w 6891"/>
                  <a:gd name="connsiteY5" fmla="*/ 53892 h 57338"/>
                  <a:gd name="connsiteX6" fmla="*/ 3446 w 6891"/>
                  <a:gd name="connsiteY6" fmla="*/ 57338 h 57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57338">
                    <a:moveTo>
                      <a:pt x="3446" y="57338"/>
                    </a:moveTo>
                    <a:cubicBezTo>
                      <a:pt x="1554" y="57338"/>
                      <a:pt x="0" y="55785"/>
                      <a:pt x="0" y="53892"/>
                    </a:cubicBezTo>
                    <a:lnTo>
                      <a:pt x="0" y="3446"/>
                    </a:lnTo>
                    <a:cubicBezTo>
                      <a:pt x="0" y="1553"/>
                      <a:pt x="1554" y="0"/>
                      <a:pt x="3446" y="0"/>
                    </a:cubicBezTo>
                    <a:cubicBezTo>
                      <a:pt x="5338" y="0"/>
                      <a:pt x="6892" y="1553"/>
                      <a:pt x="6892" y="3446"/>
                    </a:cubicBezTo>
                    <a:lnTo>
                      <a:pt x="6892" y="53892"/>
                    </a:lnTo>
                    <a:cubicBezTo>
                      <a:pt x="6892" y="55785"/>
                      <a:pt x="5338" y="57338"/>
                      <a:pt x="3446" y="57338"/>
                    </a:cubicBezTo>
                    <a:close/>
                  </a:path>
                </a:pathLst>
              </a:custGeom>
              <a:solidFill>
                <a:srgbClr val="17A3A3"/>
              </a:solidFill>
              <a:ln w="2824" cap="flat">
                <a:noFill/>
                <a:prstDash val="solid"/>
                <a:miter/>
              </a:ln>
            </p:spPr>
            <p:txBody>
              <a:bodyPr rtlCol="1" anchor="ctr"/>
              <a:lstStyle/>
              <a:p>
                <a:endParaRPr lang="ar-SA"/>
              </a:p>
            </p:txBody>
          </p:sp>
          <p:sp>
            <p:nvSpPr>
              <p:cNvPr id="7645" name="شكل حر: شكل 8543">
                <a:extLst>
                  <a:ext uri="{FF2B5EF4-FFF2-40B4-BE49-F238E27FC236}">
                    <a16:creationId xmlns:a16="http://schemas.microsoft.com/office/drawing/2014/main" id="{18C69084-0864-E9BF-7BDE-8CB3737DCE4A}"/>
                  </a:ext>
                </a:extLst>
              </p:cNvPr>
              <p:cNvSpPr/>
              <p:nvPr/>
            </p:nvSpPr>
            <p:spPr>
              <a:xfrm>
                <a:off x="2698296" y="1531525"/>
                <a:ext cx="28047" cy="28019"/>
              </a:xfrm>
              <a:custGeom>
                <a:avLst/>
                <a:gdLst>
                  <a:gd name="connsiteX0" fmla="*/ 24602 w 28047"/>
                  <a:gd name="connsiteY0" fmla="*/ 28020 h 28019"/>
                  <a:gd name="connsiteX1" fmla="*/ 22173 w 28047"/>
                  <a:gd name="connsiteY1" fmla="*/ 27003 h 28019"/>
                  <a:gd name="connsiteX2" fmla="*/ 1017 w 28047"/>
                  <a:gd name="connsiteY2" fmla="*/ 5875 h 28019"/>
                  <a:gd name="connsiteX3" fmla="*/ 0 w 28047"/>
                  <a:gd name="connsiteY3" fmla="*/ 3446 h 28019"/>
                  <a:gd name="connsiteX4" fmla="*/ 3446 w 28047"/>
                  <a:gd name="connsiteY4" fmla="*/ 0 h 28019"/>
                  <a:gd name="connsiteX5" fmla="*/ 6101 w 28047"/>
                  <a:gd name="connsiteY5" fmla="*/ 1243 h 28019"/>
                  <a:gd name="connsiteX6" fmla="*/ 27031 w 28047"/>
                  <a:gd name="connsiteY6" fmla="*/ 22145 h 28019"/>
                  <a:gd name="connsiteX7" fmla="*/ 27031 w 28047"/>
                  <a:gd name="connsiteY7" fmla="*/ 27003 h 28019"/>
                  <a:gd name="connsiteX8" fmla="*/ 24602 w 28047"/>
                  <a:gd name="connsiteY8" fmla="*/ 28020 h 28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047" h="28019">
                    <a:moveTo>
                      <a:pt x="24602" y="28020"/>
                    </a:moveTo>
                    <a:cubicBezTo>
                      <a:pt x="23726" y="28020"/>
                      <a:pt x="22850" y="27681"/>
                      <a:pt x="22173" y="27003"/>
                    </a:cubicBezTo>
                    <a:lnTo>
                      <a:pt x="1017" y="5875"/>
                    </a:lnTo>
                    <a:cubicBezTo>
                      <a:pt x="367" y="5226"/>
                      <a:pt x="0" y="4350"/>
                      <a:pt x="0" y="3446"/>
                    </a:cubicBezTo>
                    <a:cubicBezTo>
                      <a:pt x="0" y="1554"/>
                      <a:pt x="1553" y="0"/>
                      <a:pt x="3446" y="0"/>
                    </a:cubicBezTo>
                    <a:cubicBezTo>
                      <a:pt x="4519" y="0"/>
                      <a:pt x="5480" y="480"/>
                      <a:pt x="6101" y="1243"/>
                    </a:cubicBezTo>
                    <a:lnTo>
                      <a:pt x="27031" y="22145"/>
                    </a:lnTo>
                    <a:cubicBezTo>
                      <a:pt x="28387" y="23500"/>
                      <a:pt x="28387" y="25675"/>
                      <a:pt x="27031" y="27003"/>
                    </a:cubicBezTo>
                    <a:cubicBezTo>
                      <a:pt x="26353" y="27681"/>
                      <a:pt x="25477" y="28020"/>
                      <a:pt x="24602" y="28020"/>
                    </a:cubicBezTo>
                    <a:close/>
                  </a:path>
                </a:pathLst>
              </a:custGeom>
              <a:solidFill>
                <a:srgbClr val="17A3A3"/>
              </a:solidFill>
              <a:ln w="2824" cap="flat">
                <a:noFill/>
                <a:prstDash val="solid"/>
                <a:miter/>
              </a:ln>
            </p:spPr>
            <p:txBody>
              <a:bodyPr rtlCol="1" anchor="ctr"/>
              <a:lstStyle/>
              <a:p>
                <a:endParaRPr lang="ar-SA"/>
              </a:p>
            </p:txBody>
          </p:sp>
        </p:grpSp>
      </p:grpSp>
      <p:grpSp>
        <p:nvGrpSpPr>
          <p:cNvPr id="7646" name="رسم 8014">
            <a:extLst>
              <a:ext uri="{FF2B5EF4-FFF2-40B4-BE49-F238E27FC236}">
                <a16:creationId xmlns:a16="http://schemas.microsoft.com/office/drawing/2014/main" id="{8C6477FD-E1A9-C6D0-D632-017095CF806B}"/>
              </a:ext>
            </a:extLst>
          </p:cNvPr>
          <p:cNvGrpSpPr/>
          <p:nvPr/>
        </p:nvGrpSpPr>
        <p:grpSpPr>
          <a:xfrm>
            <a:off x="1969580" y="1451904"/>
            <a:ext cx="299752" cy="282382"/>
            <a:chOff x="1435667" y="26691"/>
            <a:chExt cx="358293" cy="358265"/>
          </a:xfrm>
        </p:grpSpPr>
        <p:sp>
          <p:nvSpPr>
            <p:cNvPr id="7647" name="شكل حر: شكل 8545">
              <a:extLst>
                <a:ext uri="{FF2B5EF4-FFF2-40B4-BE49-F238E27FC236}">
                  <a16:creationId xmlns:a16="http://schemas.microsoft.com/office/drawing/2014/main" id="{0B989318-F66D-486B-1ED1-18D388862EE3}"/>
                </a:ext>
              </a:extLst>
            </p:cNvPr>
            <p:cNvSpPr/>
            <p:nvPr/>
          </p:nvSpPr>
          <p:spPr>
            <a:xfrm>
              <a:off x="1468705" y="59701"/>
              <a:ext cx="121614" cy="121633"/>
            </a:xfrm>
            <a:custGeom>
              <a:avLst/>
              <a:gdLst>
                <a:gd name="connsiteX0" fmla="*/ 3427 w 121614"/>
                <a:gd name="connsiteY0" fmla="*/ 121606 h 121633"/>
                <a:gd name="connsiteX1" fmla="*/ 2777 w 121614"/>
                <a:gd name="connsiteY1" fmla="*/ 121549 h 121633"/>
                <a:gd name="connsiteX2" fmla="*/ 65 w 121614"/>
                <a:gd name="connsiteY2" fmla="*/ 117510 h 121633"/>
                <a:gd name="connsiteX3" fmla="*/ 117510 w 121614"/>
                <a:gd name="connsiteY3" fmla="*/ 65 h 121633"/>
                <a:gd name="connsiteX4" fmla="*/ 121549 w 121614"/>
                <a:gd name="connsiteY4" fmla="*/ 2777 h 121633"/>
                <a:gd name="connsiteX5" fmla="*/ 118838 w 121614"/>
                <a:gd name="connsiteY5" fmla="*/ 6816 h 121633"/>
                <a:gd name="connsiteX6" fmla="*/ 6816 w 121614"/>
                <a:gd name="connsiteY6" fmla="*/ 118838 h 121633"/>
                <a:gd name="connsiteX7" fmla="*/ 3427 w 121614"/>
                <a:gd name="connsiteY7" fmla="*/ 121634 h 121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614" h="121633">
                  <a:moveTo>
                    <a:pt x="3427" y="121606"/>
                  </a:moveTo>
                  <a:cubicBezTo>
                    <a:pt x="3201" y="121606"/>
                    <a:pt x="2975" y="121606"/>
                    <a:pt x="2777" y="121549"/>
                  </a:cubicBezTo>
                  <a:cubicBezTo>
                    <a:pt x="913" y="121182"/>
                    <a:pt x="-302" y="119374"/>
                    <a:pt x="65" y="117510"/>
                  </a:cubicBezTo>
                  <a:cubicBezTo>
                    <a:pt x="11505" y="58675"/>
                    <a:pt x="58703" y="11477"/>
                    <a:pt x="117510" y="65"/>
                  </a:cubicBezTo>
                  <a:cubicBezTo>
                    <a:pt x="119374" y="-302"/>
                    <a:pt x="121182" y="913"/>
                    <a:pt x="121549" y="2777"/>
                  </a:cubicBezTo>
                  <a:cubicBezTo>
                    <a:pt x="121916" y="4641"/>
                    <a:pt x="120702" y="6449"/>
                    <a:pt x="118838" y="6816"/>
                  </a:cubicBezTo>
                  <a:cubicBezTo>
                    <a:pt x="62742" y="17719"/>
                    <a:pt x="17719" y="62714"/>
                    <a:pt x="6816" y="118838"/>
                  </a:cubicBezTo>
                  <a:cubicBezTo>
                    <a:pt x="6505" y="120476"/>
                    <a:pt x="5065" y="121634"/>
                    <a:pt x="3427" y="121634"/>
                  </a:cubicBezTo>
                  <a:close/>
                </a:path>
              </a:pathLst>
            </a:custGeom>
            <a:solidFill>
              <a:srgbClr val="01355A"/>
            </a:solidFill>
            <a:ln w="2824" cap="flat">
              <a:noFill/>
              <a:prstDash val="solid"/>
              <a:miter/>
            </a:ln>
          </p:spPr>
          <p:txBody>
            <a:bodyPr rtlCol="1" anchor="ctr"/>
            <a:lstStyle/>
            <a:p>
              <a:endParaRPr lang="ar-SA"/>
            </a:p>
          </p:txBody>
        </p:sp>
        <p:sp>
          <p:nvSpPr>
            <p:cNvPr id="7648" name="شكل حر: شكل 8546">
              <a:extLst>
                <a:ext uri="{FF2B5EF4-FFF2-40B4-BE49-F238E27FC236}">
                  <a16:creationId xmlns:a16="http://schemas.microsoft.com/office/drawing/2014/main" id="{EA119401-5B64-86EE-9215-9E632373A54D}"/>
                </a:ext>
              </a:extLst>
            </p:cNvPr>
            <p:cNvSpPr/>
            <p:nvPr/>
          </p:nvSpPr>
          <p:spPr>
            <a:xfrm>
              <a:off x="1639336" y="230332"/>
              <a:ext cx="121614" cy="121633"/>
            </a:xfrm>
            <a:custGeom>
              <a:avLst/>
              <a:gdLst>
                <a:gd name="connsiteX0" fmla="*/ 3455 w 121614"/>
                <a:gd name="connsiteY0" fmla="*/ 121634 h 121633"/>
                <a:gd name="connsiteX1" fmla="*/ 65 w 121614"/>
                <a:gd name="connsiteY1" fmla="*/ 118838 h 121633"/>
                <a:gd name="connsiteX2" fmla="*/ 2777 w 121614"/>
                <a:gd name="connsiteY2" fmla="*/ 114799 h 121633"/>
                <a:gd name="connsiteX3" fmla="*/ 114799 w 121614"/>
                <a:gd name="connsiteY3" fmla="*/ 2777 h 121633"/>
                <a:gd name="connsiteX4" fmla="*/ 118838 w 121614"/>
                <a:gd name="connsiteY4" fmla="*/ 65 h 121633"/>
                <a:gd name="connsiteX5" fmla="*/ 121549 w 121614"/>
                <a:gd name="connsiteY5" fmla="*/ 4105 h 121633"/>
                <a:gd name="connsiteX6" fmla="*/ 4076 w 121614"/>
                <a:gd name="connsiteY6" fmla="*/ 121577 h 121633"/>
                <a:gd name="connsiteX7" fmla="*/ 3427 w 121614"/>
                <a:gd name="connsiteY7" fmla="*/ 121634 h 121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614" h="121633">
                  <a:moveTo>
                    <a:pt x="3455" y="121634"/>
                  </a:moveTo>
                  <a:cubicBezTo>
                    <a:pt x="1845" y="121634"/>
                    <a:pt x="404" y="120504"/>
                    <a:pt x="65" y="118838"/>
                  </a:cubicBezTo>
                  <a:cubicBezTo>
                    <a:pt x="-302" y="116973"/>
                    <a:pt x="913" y="115166"/>
                    <a:pt x="2777" y="114799"/>
                  </a:cubicBezTo>
                  <a:cubicBezTo>
                    <a:pt x="58873" y="103896"/>
                    <a:pt x="103896" y="58901"/>
                    <a:pt x="114799" y="2777"/>
                  </a:cubicBezTo>
                  <a:cubicBezTo>
                    <a:pt x="115166" y="913"/>
                    <a:pt x="116973" y="-302"/>
                    <a:pt x="118838" y="65"/>
                  </a:cubicBezTo>
                  <a:cubicBezTo>
                    <a:pt x="120702" y="433"/>
                    <a:pt x="121916" y="2240"/>
                    <a:pt x="121549" y="4105"/>
                  </a:cubicBezTo>
                  <a:cubicBezTo>
                    <a:pt x="110110" y="62940"/>
                    <a:pt x="62912" y="110138"/>
                    <a:pt x="4076" y="121577"/>
                  </a:cubicBezTo>
                  <a:cubicBezTo>
                    <a:pt x="3850" y="121634"/>
                    <a:pt x="3624" y="121634"/>
                    <a:pt x="3427" y="121634"/>
                  </a:cubicBezTo>
                  <a:close/>
                </a:path>
              </a:pathLst>
            </a:custGeom>
            <a:solidFill>
              <a:srgbClr val="01355A"/>
            </a:solidFill>
            <a:ln w="2824" cap="flat">
              <a:noFill/>
              <a:prstDash val="solid"/>
              <a:miter/>
            </a:ln>
          </p:spPr>
          <p:txBody>
            <a:bodyPr rtlCol="1" anchor="ctr"/>
            <a:lstStyle/>
            <a:p>
              <a:endParaRPr lang="ar-SA"/>
            </a:p>
          </p:txBody>
        </p:sp>
        <p:sp>
          <p:nvSpPr>
            <p:cNvPr id="7649" name="شكل حر: شكل 8547">
              <a:extLst>
                <a:ext uri="{FF2B5EF4-FFF2-40B4-BE49-F238E27FC236}">
                  <a16:creationId xmlns:a16="http://schemas.microsoft.com/office/drawing/2014/main" id="{FF83958D-7CA8-827D-39C9-77781B9A2220}"/>
                </a:ext>
              </a:extLst>
            </p:cNvPr>
            <p:cNvSpPr/>
            <p:nvPr/>
          </p:nvSpPr>
          <p:spPr>
            <a:xfrm>
              <a:off x="1468705" y="230332"/>
              <a:ext cx="121614" cy="121633"/>
            </a:xfrm>
            <a:custGeom>
              <a:avLst/>
              <a:gdLst>
                <a:gd name="connsiteX0" fmla="*/ 118160 w 121614"/>
                <a:gd name="connsiteY0" fmla="*/ 121634 h 121633"/>
                <a:gd name="connsiteX1" fmla="*/ 117510 w 121614"/>
                <a:gd name="connsiteY1" fmla="*/ 121577 h 121633"/>
                <a:gd name="connsiteX2" fmla="*/ 65 w 121614"/>
                <a:gd name="connsiteY2" fmla="*/ 4105 h 121633"/>
                <a:gd name="connsiteX3" fmla="*/ 2777 w 121614"/>
                <a:gd name="connsiteY3" fmla="*/ 65 h 121633"/>
                <a:gd name="connsiteX4" fmla="*/ 6816 w 121614"/>
                <a:gd name="connsiteY4" fmla="*/ 2777 h 121633"/>
                <a:gd name="connsiteX5" fmla="*/ 118838 w 121614"/>
                <a:gd name="connsiteY5" fmla="*/ 114799 h 121633"/>
                <a:gd name="connsiteX6" fmla="*/ 121549 w 121614"/>
                <a:gd name="connsiteY6" fmla="*/ 118838 h 121633"/>
                <a:gd name="connsiteX7" fmla="*/ 118160 w 121614"/>
                <a:gd name="connsiteY7" fmla="*/ 121634 h 121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614" h="121633">
                  <a:moveTo>
                    <a:pt x="118160" y="121634"/>
                  </a:moveTo>
                  <a:cubicBezTo>
                    <a:pt x="117934" y="121634"/>
                    <a:pt x="117708" y="121634"/>
                    <a:pt x="117510" y="121577"/>
                  </a:cubicBezTo>
                  <a:cubicBezTo>
                    <a:pt x="58675" y="110166"/>
                    <a:pt x="11477" y="62940"/>
                    <a:pt x="65" y="4105"/>
                  </a:cubicBezTo>
                  <a:cubicBezTo>
                    <a:pt x="-302" y="2240"/>
                    <a:pt x="913" y="433"/>
                    <a:pt x="2777" y="65"/>
                  </a:cubicBezTo>
                  <a:cubicBezTo>
                    <a:pt x="4641" y="-302"/>
                    <a:pt x="6449" y="913"/>
                    <a:pt x="6816" y="2777"/>
                  </a:cubicBezTo>
                  <a:cubicBezTo>
                    <a:pt x="17719" y="58873"/>
                    <a:pt x="62714" y="103896"/>
                    <a:pt x="118838" y="114799"/>
                  </a:cubicBezTo>
                  <a:cubicBezTo>
                    <a:pt x="120702" y="115166"/>
                    <a:pt x="121916" y="116973"/>
                    <a:pt x="121549" y="118838"/>
                  </a:cubicBezTo>
                  <a:cubicBezTo>
                    <a:pt x="121239" y="120476"/>
                    <a:pt x="119798" y="121634"/>
                    <a:pt x="118160" y="121634"/>
                  </a:cubicBezTo>
                  <a:close/>
                </a:path>
              </a:pathLst>
            </a:custGeom>
            <a:solidFill>
              <a:srgbClr val="01355A"/>
            </a:solidFill>
            <a:ln w="2824" cap="flat">
              <a:noFill/>
              <a:prstDash val="solid"/>
              <a:miter/>
            </a:ln>
          </p:spPr>
          <p:txBody>
            <a:bodyPr rtlCol="1" anchor="ctr"/>
            <a:lstStyle/>
            <a:p>
              <a:endParaRPr lang="ar-SA"/>
            </a:p>
          </p:txBody>
        </p:sp>
        <p:sp>
          <p:nvSpPr>
            <p:cNvPr id="7650" name="شكل حر: شكل 8548">
              <a:extLst>
                <a:ext uri="{FF2B5EF4-FFF2-40B4-BE49-F238E27FC236}">
                  <a16:creationId xmlns:a16="http://schemas.microsoft.com/office/drawing/2014/main" id="{ED674E8B-7856-519D-6803-6FEB9FED40BE}"/>
                </a:ext>
              </a:extLst>
            </p:cNvPr>
            <p:cNvSpPr/>
            <p:nvPr/>
          </p:nvSpPr>
          <p:spPr>
            <a:xfrm>
              <a:off x="1639336" y="59673"/>
              <a:ext cx="121642" cy="121633"/>
            </a:xfrm>
            <a:custGeom>
              <a:avLst/>
              <a:gdLst>
                <a:gd name="connsiteX0" fmla="*/ 118188 w 121642"/>
                <a:gd name="connsiteY0" fmla="*/ 121634 h 121633"/>
                <a:gd name="connsiteX1" fmla="*/ 114799 w 121642"/>
                <a:gd name="connsiteY1" fmla="*/ 118838 h 121633"/>
                <a:gd name="connsiteX2" fmla="*/ 2777 w 121642"/>
                <a:gd name="connsiteY2" fmla="*/ 6816 h 121633"/>
                <a:gd name="connsiteX3" fmla="*/ 65 w 121642"/>
                <a:gd name="connsiteY3" fmla="*/ 2777 h 121633"/>
                <a:gd name="connsiteX4" fmla="*/ 4105 w 121642"/>
                <a:gd name="connsiteY4" fmla="*/ 65 h 121633"/>
                <a:gd name="connsiteX5" fmla="*/ 121577 w 121642"/>
                <a:gd name="connsiteY5" fmla="*/ 117510 h 121633"/>
                <a:gd name="connsiteX6" fmla="*/ 118866 w 121642"/>
                <a:gd name="connsiteY6" fmla="*/ 121549 h 121633"/>
                <a:gd name="connsiteX7" fmla="*/ 118216 w 121642"/>
                <a:gd name="connsiteY7" fmla="*/ 121606 h 121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642" h="121633">
                  <a:moveTo>
                    <a:pt x="118188" y="121634"/>
                  </a:moveTo>
                  <a:cubicBezTo>
                    <a:pt x="116578" y="121634"/>
                    <a:pt x="115137" y="120504"/>
                    <a:pt x="114799" y="118838"/>
                  </a:cubicBezTo>
                  <a:cubicBezTo>
                    <a:pt x="103896" y="62742"/>
                    <a:pt x="58901" y="17719"/>
                    <a:pt x="2777" y="6816"/>
                  </a:cubicBezTo>
                  <a:cubicBezTo>
                    <a:pt x="913" y="6449"/>
                    <a:pt x="-302" y="4641"/>
                    <a:pt x="65" y="2777"/>
                  </a:cubicBezTo>
                  <a:cubicBezTo>
                    <a:pt x="433" y="913"/>
                    <a:pt x="2240" y="-302"/>
                    <a:pt x="4105" y="65"/>
                  </a:cubicBezTo>
                  <a:cubicBezTo>
                    <a:pt x="62940" y="11477"/>
                    <a:pt x="110138" y="58703"/>
                    <a:pt x="121577" y="117510"/>
                  </a:cubicBezTo>
                  <a:cubicBezTo>
                    <a:pt x="121945" y="119374"/>
                    <a:pt x="120730" y="121182"/>
                    <a:pt x="118866" y="121549"/>
                  </a:cubicBezTo>
                  <a:cubicBezTo>
                    <a:pt x="118640" y="121606"/>
                    <a:pt x="118414" y="121606"/>
                    <a:pt x="118216" y="121606"/>
                  </a:cubicBezTo>
                  <a:close/>
                </a:path>
              </a:pathLst>
            </a:custGeom>
            <a:solidFill>
              <a:srgbClr val="01355A"/>
            </a:solidFill>
            <a:ln w="2824" cap="flat">
              <a:noFill/>
              <a:prstDash val="solid"/>
              <a:miter/>
            </a:ln>
          </p:spPr>
          <p:txBody>
            <a:bodyPr rtlCol="1" anchor="ctr"/>
            <a:lstStyle/>
            <a:p>
              <a:endParaRPr lang="ar-SA"/>
            </a:p>
          </p:txBody>
        </p:sp>
        <p:sp>
          <p:nvSpPr>
            <p:cNvPr id="7651" name="شكل حر: شكل 8549">
              <a:extLst>
                <a:ext uri="{FF2B5EF4-FFF2-40B4-BE49-F238E27FC236}">
                  <a16:creationId xmlns:a16="http://schemas.microsoft.com/office/drawing/2014/main" id="{E634618C-16C3-2118-26D5-9E9B42E25759}"/>
                </a:ext>
              </a:extLst>
            </p:cNvPr>
            <p:cNvSpPr/>
            <p:nvPr/>
          </p:nvSpPr>
          <p:spPr>
            <a:xfrm>
              <a:off x="1518963" y="109959"/>
              <a:ext cx="191730" cy="191730"/>
            </a:xfrm>
            <a:custGeom>
              <a:avLst/>
              <a:gdLst>
                <a:gd name="connsiteX0" fmla="*/ 95865 w 191730"/>
                <a:gd name="connsiteY0" fmla="*/ 191730 h 191730"/>
                <a:gd name="connsiteX1" fmla="*/ 0 w 191730"/>
                <a:gd name="connsiteY1" fmla="*/ 95865 h 191730"/>
                <a:gd name="connsiteX2" fmla="*/ 95865 w 191730"/>
                <a:gd name="connsiteY2" fmla="*/ 0 h 191730"/>
                <a:gd name="connsiteX3" fmla="*/ 191730 w 191730"/>
                <a:gd name="connsiteY3" fmla="*/ 95865 h 191730"/>
                <a:gd name="connsiteX4" fmla="*/ 95865 w 191730"/>
                <a:gd name="connsiteY4" fmla="*/ 191730 h 191730"/>
                <a:gd name="connsiteX5" fmla="*/ 95865 w 191730"/>
                <a:gd name="connsiteY5" fmla="*/ 6892 h 191730"/>
                <a:gd name="connsiteX6" fmla="*/ 6892 w 191730"/>
                <a:gd name="connsiteY6" fmla="*/ 95865 h 191730"/>
                <a:gd name="connsiteX7" fmla="*/ 95865 w 191730"/>
                <a:gd name="connsiteY7" fmla="*/ 184838 h 191730"/>
                <a:gd name="connsiteX8" fmla="*/ 184838 w 191730"/>
                <a:gd name="connsiteY8" fmla="*/ 95865 h 191730"/>
                <a:gd name="connsiteX9" fmla="*/ 95865 w 191730"/>
                <a:gd name="connsiteY9" fmla="*/ 6892 h 19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1730" h="191730">
                  <a:moveTo>
                    <a:pt x="95865" y="191730"/>
                  </a:moveTo>
                  <a:cubicBezTo>
                    <a:pt x="43018" y="191730"/>
                    <a:pt x="0" y="148712"/>
                    <a:pt x="0" y="95865"/>
                  </a:cubicBezTo>
                  <a:cubicBezTo>
                    <a:pt x="0" y="43018"/>
                    <a:pt x="43018" y="0"/>
                    <a:pt x="95865" y="0"/>
                  </a:cubicBezTo>
                  <a:cubicBezTo>
                    <a:pt x="148712" y="0"/>
                    <a:pt x="191730" y="43018"/>
                    <a:pt x="191730" y="95865"/>
                  </a:cubicBezTo>
                  <a:cubicBezTo>
                    <a:pt x="191730" y="148712"/>
                    <a:pt x="148712" y="191730"/>
                    <a:pt x="95865" y="191730"/>
                  </a:cubicBezTo>
                  <a:close/>
                  <a:moveTo>
                    <a:pt x="95865" y="6892"/>
                  </a:moveTo>
                  <a:cubicBezTo>
                    <a:pt x="46803" y="6892"/>
                    <a:pt x="6892" y="46803"/>
                    <a:pt x="6892" y="95865"/>
                  </a:cubicBezTo>
                  <a:cubicBezTo>
                    <a:pt x="6892" y="144928"/>
                    <a:pt x="46803" y="184838"/>
                    <a:pt x="95865" y="184838"/>
                  </a:cubicBezTo>
                  <a:cubicBezTo>
                    <a:pt x="144927" y="184838"/>
                    <a:pt x="184838" y="144928"/>
                    <a:pt x="184838" y="95865"/>
                  </a:cubicBezTo>
                  <a:cubicBezTo>
                    <a:pt x="184838" y="46803"/>
                    <a:pt x="144927" y="6892"/>
                    <a:pt x="95865" y="6892"/>
                  </a:cubicBezTo>
                  <a:close/>
                </a:path>
              </a:pathLst>
            </a:custGeom>
            <a:solidFill>
              <a:srgbClr val="17A3A3"/>
            </a:solidFill>
            <a:ln w="2824" cap="flat">
              <a:noFill/>
              <a:prstDash val="solid"/>
              <a:miter/>
            </a:ln>
          </p:spPr>
          <p:txBody>
            <a:bodyPr rtlCol="1" anchor="ctr"/>
            <a:lstStyle/>
            <a:p>
              <a:endParaRPr lang="ar-SA"/>
            </a:p>
          </p:txBody>
        </p:sp>
        <p:sp>
          <p:nvSpPr>
            <p:cNvPr id="7652" name="شكل حر: شكل 8550">
              <a:extLst>
                <a:ext uri="{FF2B5EF4-FFF2-40B4-BE49-F238E27FC236}">
                  <a16:creationId xmlns:a16="http://schemas.microsoft.com/office/drawing/2014/main" id="{6EC76A95-BE61-35CC-F2F1-DABEBD0CEB73}"/>
                </a:ext>
              </a:extLst>
            </p:cNvPr>
            <p:cNvSpPr/>
            <p:nvPr/>
          </p:nvSpPr>
          <p:spPr>
            <a:xfrm>
              <a:off x="1571951" y="162948"/>
              <a:ext cx="85753" cy="85753"/>
            </a:xfrm>
            <a:custGeom>
              <a:avLst/>
              <a:gdLst>
                <a:gd name="connsiteX0" fmla="*/ 42877 w 85753"/>
                <a:gd name="connsiteY0" fmla="*/ 85753 h 85753"/>
                <a:gd name="connsiteX1" fmla="*/ 0 w 85753"/>
                <a:gd name="connsiteY1" fmla="*/ 42877 h 85753"/>
                <a:gd name="connsiteX2" fmla="*/ 42877 w 85753"/>
                <a:gd name="connsiteY2" fmla="*/ 0 h 85753"/>
                <a:gd name="connsiteX3" fmla="*/ 85753 w 85753"/>
                <a:gd name="connsiteY3" fmla="*/ 42877 h 85753"/>
                <a:gd name="connsiteX4" fmla="*/ 42877 w 85753"/>
                <a:gd name="connsiteY4" fmla="*/ 85753 h 85753"/>
                <a:gd name="connsiteX5" fmla="*/ 42877 w 85753"/>
                <a:gd name="connsiteY5" fmla="*/ 6892 h 85753"/>
                <a:gd name="connsiteX6" fmla="*/ 6892 w 85753"/>
                <a:gd name="connsiteY6" fmla="*/ 42877 h 85753"/>
                <a:gd name="connsiteX7" fmla="*/ 42877 w 85753"/>
                <a:gd name="connsiteY7" fmla="*/ 78861 h 85753"/>
                <a:gd name="connsiteX8" fmla="*/ 78861 w 85753"/>
                <a:gd name="connsiteY8" fmla="*/ 42877 h 85753"/>
                <a:gd name="connsiteX9" fmla="*/ 42877 w 85753"/>
                <a:gd name="connsiteY9" fmla="*/ 6892 h 85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53" h="85753">
                  <a:moveTo>
                    <a:pt x="42877" y="85753"/>
                  </a:moveTo>
                  <a:cubicBezTo>
                    <a:pt x="19235" y="85753"/>
                    <a:pt x="0" y="66518"/>
                    <a:pt x="0" y="42877"/>
                  </a:cubicBezTo>
                  <a:cubicBezTo>
                    <a:pt x="0" y="19235"/>
                    <a:pt x="19235" y="0"/>
                    <a:pt x="42877" y="0"/>
                  </a:cubicBezTo>
                  <a:cubicBezTo>
                    <a:pt x="66518" y="0"/>
                    <a:pt x="85753" y="19235"/>
                    <a:pt x="85753" y="42877"/>
                  </a:cubicBezTo>
                  <a:cubicBezTo>
                    <a:pt x="85753" y="66518"/>
                    <a:pt x="66518" y="85753"/>
                    <a:pt x="42877" y="85753"/>
                  </a:cubicBezTo>
                  <a:close/>
                  <a:moveTo>
                    <a:pt x="42877" y="6892"/>
                  </a:moveTo>
                  <a:cubicBezTo>
                    <a:pt x="23020" y="6892"/>
                    <a:pt x="6892" y="23048"/>
                    <a:pt x="6892" y="42877"/>
                  </a:cubicBezTo>
                  <a:cubicBezTo>
                    <a:pt x="6892" y="62705"/>
                    <a:pt x="23048" y="78861"/>
                    <a:pt x="42877" y="78861"/>
                  </a:cubicBezTo>
                  <a:cubicBezTo>
                    <a:pt x="62705" y="78861"/>
                    <a:pt x="78861" y="62705"/>
                    <a:pt x="78861" y="42877"/>
                  </a:cubicBezTo>
                  <a:cubicBezTo>
                    <a:pt x="78861" y="23048"/>
                    <a:pt x="62705" y="6892"/>
                    <a:pt x="42877" y="6892"/>
                  </a:cubicBezTo>
                  <a:close/>
                </a:path>
              </a:pathLst>
            </a:custGeom>
            <a:solidFill>
              <a:srgbClr val="17A3A3"/>
            </a:solidFill>
            <a:ln w="2824" cap="flat">
              <a:noFill/>
              <a:prstDash val="solid"/>
              <a:miter/>
            </a:ln>
          </p:spPr>
          <p:txBody>
            <a:bodyPr rtlCol="1" anchor="ctr"/>
            <a:lstStyle/>
            <a:p>
              <a:endParaRPr lang="ar-SA"/>
            </a:p>
          </p:txBody>
        </p:sp>
        <p:sp>
          <p:nvSpPr>
            <p:cNvPr id="7653" name="شكل حر: شكل 8551">
              <a:extLst>
                <a:ext uri="{FF2B5EF4-FFF2-40B4-BE49-F238E27FC236}">
                  <a16:creationId xmlns:a16="http://schemas.microsoft.com/office/drawing/2014/main" id="{B213378F-368D-14E7-58E9-505528D689D9}"/>
                </a:ext>
              </a:extLst>
            </p:cNvPr>
            <p:cNvSpPr/>
            <p:nvPr/>
          </p:nvSpPr>
          <p:spPr>
            <a:xfrm>
              <a:off x="1611382" y="26691"/>
              <a:ext cx="6891" cy="67450"/>
            </a:xfrm>
            <a:custGeom>
              <a:avLst/>
              <a:gdLst>
                <a:gd name="connsiteX0" fmla="*/ 3446 w 6891"/>
                <a:gd name="connsiteY0" fmla="*/ 67450 h 67450"/>
                <a:gd name="connsiteX1" fmla="*/ 0 w 6891"/>
                <a:gd name="connsiteY1" fmla="*/ 64004 h 67450"/>
                <a:gd name="connsiteX2" fmla="*/ 0 w 6891"/>
                <a:gd name="connsiteY2" fmla="*/ 3446 h 67450"/>
                <a:gd name="connsiteX3" fmla="*/ 3446 w 6891"/>
                <a:gd name="connsiteY3" fmla="*/ 0 h 67450"/>
                <a:gd name="connsiteX4" fmla="*/ 6892 w 6891"/>
                <a:gd name="connsiteY4" fmla="*/ 3446 h 67450"/>
                <a:gd name="connsiteX5" fmla="*/ 6892 w 6891"/>
                <a:gd name="connsiteY5" fmla="*/ 64004 h 67450"/>
                <a:gd name="connsiteX6" fmla="*/ 3446 w 6891"/>
                <a:gd name="connsiteY6" fmla="*/ 67450 h 6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67450">
                  <a:moveTo>
                    <a:pt x="3446" y="67450"/>
                  </a:moveTo>
                  <a:cubicBezTo>
                    <a:pt x="1554" y="67450"/>
                    <a:pt x="0" y="65897"/>
                    <a:pt x="0" y="64004"/>
                  </a:cubicBezTo>
                  <a:lnTo>
                    <a:pt x="0" y="3446"/>
                  </a:lnTo>
                  <a:cubicBezTo>
                    <a:pt x="0" y="1554"/>
                    <a:pt x="1554" y="0"/>
                    <a:pt x="3446" y="0"/>
                  </a:cubicBezTo>
                  <a:cubicBezTo>
                    <a:pt x="5338" y="0"/>
                    <a:pt x="6892" y="1554"/>
                    <a:pt x="6892" y="3446"/>
                  </a:cubicBezTo>
                  <a:lnTo>
                    <a:pt x="6892" y="64004"/>
                  </a:lnTo>
                  <a:cubicBezTo>
                    <a:pt x="6892" y="65897"/>
                    <a:pt x="5338" y="67450"/>
                    <a:pt x="3446" y="67450"/>
                  </a:cubicBezTo>
                  <a:close/>
                </a:path>
              </a:pathLst>
            </a:custGeom>
            <a:solidFill>
              <a:srgbClr val="01355A"/>
            </a:solidFill>
            <a:ln w="2824" cap="flat">
              <a:noFill/>
              <a:prstDash val="solid"/>
              <a:miter/>
            </a:ln>
          </p:spPr>
          <p:txBody>
            <a:bodyPr rtlCol="1" anchor="ctr"/>
            <a:lstStyle/>
            <a:p>
              <a:endParaRPr lang="ar-SA"/>
            </a:p>
          </p:txBody>
        </p:sp>
        <p:sp>
          <p:nvSpPr>
            <p:cNvPr id="7654" name="شكل حر: شكل 8552">
              <a:extLst>
                <a:ext uri="{FF2B5EF4-FFF2-40B4-BE49-F238E27FC236}">
                  <a16:creationId xmlns:a16="http://schemas.microsoft.com/office/drawing/2014/main" id="{38612CA9-3A1E-18D5-1279-A2773695B94B}"/>
                </a:ext>
              </a:extLst>
            </p:cNvPr>
            <p:cNvSpPr/>
            <p:nvPr/>
          </p:nvSpPr>
          <p:spPr>
            <a:xfrm>
              <a:off x="1611382" y="317507"/>
              <a:ext cx="6891" cy="67450"/>
            </a:xfrm>
            <a:custGeom>
              <a:avLst/>
              <a:gdLst>
                <a:gd name="connsiteX0" fmla="*/ 3446 w 6891"/>
                <a:gd name="connsiteY0" fmla="*/ 67450 h 67450"/>
                <a:gd name="connsiteX1" fmla="*/ 0 w 6891"/>
                <a:gd name="connsiteY1" fmla="*/ 64004 h 67450"/>
                <a:gd name="connsiteX2" fmla="*/ 0 w 6891"/>
                <a:gd name="connsiteY2" fmla="*/ 3446 h 67450"/>
                <a:gd name="connsiteX3" fmla="*/ 3446 w 6891"/>
                <a:gd name="connsiteY3" fmla="*/ 0 h 67450"/>
                <a:gd name="connsiteX4" fmla="*/ 6892 w 6891"/>
                <a:gd name="connsiteY4" fmla="*/ 3446 h 67450"/>
                <a:gd name="connsiteX5" fmla="*/ 6892 w 6891"/>
                <a:gd name="connsiteY5" fmla="*/ 64004 h 67450"/>
                <a:gd name="connsiteX6" fmla="*/ 3446 w 6891"/>
                <a:gd name="connsiteY6" fmla="*/ 67450 h 6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67450">
                  <a:moveTo>
                    <a:pt x="3446" y="67450"/>
                  </a:moveTo>
                  <a:cubicBezTo>
                    <a:pt x="1554" y="67450"/>
                    <a:pt x="0" y="65897"/>
                    <a:pt x="0" y="64004"/>
                  </a:cubicBezTo>
                  <a:lnTo>
                    <a:pt x="0" y="3446"/>
                  </a:lnTo>
                  <a:cubicBezTo>
                    <a:pt x="0" y="1553"/>
                    <a:pt x="1554" y="0"/>
                    <a:pt x="3446" y="0"/>
                  </a:cubicBezTo>
                  <a:cubicBezTo>
                    <a:pt x="5338" y="0"/>
                    <a:pt x="6892" y="1553"/>
                    <a:pt x="6892" y="3446"/>
                  </a:cubicBezTo>
                  <a:lnTo>
                    <a:pt x="6892" y="64004"/>
                  </a:lnTo>
                  <a:cubicBezTo>
                    <a:pt x="6892" y="65897"/>
                    <a:pt x="5338" y="67450"/>
                    <a:pt x="3446" y="67450"/>
                  </a:cubicBezTo>
                  <a:close/>
                </a:path>
              </a:pathLst>
            </a:custGeom>
            <a:solidFill>
              <a:srgbClr val="01355A"/>
            </a:solidFill>
            <a:ln w="2824" cap="flat">
              <a:noFill/>
              <a:prstDash val="solid"/>
              <a:miter/>
            </a:ln>
          </p:spPr>
          <p:txBody>
            <a:bodyPr rtlCol="1" anchor="ctr"/>
            <a:lstStyle/>
            <a:p>
              <a:endParaRPr lang="ar-SA"/>
            </a:p>
          </p:txBody>
        </p:sp>
        <p:sp>
          <p:nvSpPr>
            <p:cNvPr id="7655" name="شكل حر: شكل 8553">
              <a:extLst>
                <a:ext uri="{FF2B5EF4-FFF2-40B4-BE49-F238E27FC236}">
                  <a16:creationId xmlns:a16="http://schemas.microsoft.com/office/drawing/2014/main" id="{C3BC1F84-EF25-3E60-3659-4ED3689DD80A}"/>
                </a:ext>
              </a:extLst>
            </p:cNvPr>
            <p:cNvSpPr/>
            <p:nvPr/>
          </p:nvSpPr>
          <p:spPr>
            <a:xfrm>
              <a:off x="1435667" y="202378"/>
              <a:ext cx="67450" cy="6891"/>
            </a:xfrm>
            <a:custGeom>
              <a:avLst/>
              <a:gdLst>
                <a:gd name="connsiteX0" fmla="*/ 64004 w 67450"/>
                <a:gd name="connsiteY0" fmla="*/ 6892 h 6891"/>
                <a:gd name="connsiteX1" fmla="*/ 3446 w 67450"/>
                <a:gd name="connsiteY1" fmla="*/ 6892 h 6891"/>
                <a:gd name="connsiteX2" fmla="*/ 0 w 67450"/>
                <a:gd name="connsiteY2" fmla="*/ 3446 h 6891"/>
                <a:gd name="connsiteX3" fmla="*/ 3446 w 67450"/>
                <a:gd name="connsiteY3" fmla="*/ 0 h 6891"/>
                <a:gd name="connsiteX4" fmla="*/ 64004 w 67450"/>
                <a:gd name="connsiteY4" fmla="*/ 0 h 6891"/>
                <a:gd name="connsiteX5" fmla="*/ 67450 w 67450"/>
                <a:gd name="connsiteY5" fmla="*/ 3446 h 6891"/>
                <a:gd name="connsiteX6" fmla="*/ 64004 w 67450"/>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50" h="6891">
                  <a:moveTo>
                    <a:pt x="64004" y="6892"/>
                  </a:moveTo>
                  <a:lnTo>
                    <a:pt x="3446" y="6892"/>
                  </a:lnTo>
                  <a:cubicBezTo>
                    <a:pt x="1554" y="6892"/>
                    <a:pt x="0" y="5338"/>
                    <a:pt x="0" y="3446"/>
                  </a:cubicBezTo>
                  <a:cubicBezTo>
                    <a:pt x="0" y="1553"/>
                    <a:pt x="1554" y="0"/>
                    <a:pt x="3446" y="0"/>
                  </a:cubicBezTo>
                  <a:lnTo>
                    <a:pt x="64004" y="0"/>
                  </a:lnTo>
                  <a:cubicBezTo>
                    <a:pt x="65897" y="0"/>
                    <a:pt x="67450" y="1553"/>
                    <a:pt x="67450" y="3446"/>
                  </a:cubicBezTo>
                  <a:cubicBezTo>
                    <a:pt x="67450" y="5338"/>
                    <a:pt x="65897" y="6892"/>
                    <a:pt x="64004" y="6892"/>
                  </a:cubicBezTo>
                  <a:close/>
                </a:path>
              </a:pathLst>
            </a:custGeom>
            <a:solidFill>
              <a:srgbClr val="01355A"/>
            </a:solidFill>
            <a:ln w="2824" cap="flat">
              <a:noFill/>
              <a:prstDash val="solid"/>
              <a:miter/>
            </a:ln>
          </p:spPr>
          <p:txBody>
            <a:bodyPr rtlCol="1" anchor="ctr"/>
            <a:lstStyle/>
            <a:p>
              <a:endParaRPr lang="ar-SA"/>
            </a:p>
          </p:txBody>
        </p:sp>
        <p:sp>
          <p:nvSpPr>
            <p:cNvPr id="7656" name="شكل حر: شكل 8554">
              <a:extLst>
                <a:ext uri="{FF2B5EF4-FFF2-40B4-BE49-F238E27FC236}">
                  <a16:creationId xmlns:a16="http://schemas.microsoft.com/office/drawing/2014/main" id="{B41E7B8C-79D8-C748-B9DA-EE6FA01EA585}"/>
                </a:ext>
              </a:extLst>
            </p:cNvPr>
            <p:cNvSpPr/>
            <p:nvPr/>
          </p:nvSpPr>
          <p:spPr>
            <a:xfrm>
              <a:off x="1726510" y="202378"/>
              <a:ext cx="67450" cy="6891"/>
            </a:xfrm>
            <a:custGeom>
              <a:avLst/>
              <a:gdLst>
                <a:gd name="connsiteX0" fmla="*/ 64004 w 67450"/>
                <a:gd name="connsiteY0" fmla="*/ 6892 h 6891"/>
                <a:gd name="connsiteX1" fmla="*/ 3446 w 67450"/>
                <a:gd name="connsiteY1" fmla="*/ 6892 h 6891"/>
                <a:gd name="connsiteX2" fmla="*/ 0 w 67450"/>
                <a:gd name="connsiteY2" fmla="*/ 3446 h 6891"/>
                <a:gd name="connsiteX3" fmla="*/ 3446 w 67450"/>
                <a:gd name="connsiteY3" fmla="*/ 0 h 6891"/>
                <a:gd name="connsiteX4" fmla="*/ 64004 w 67450"/>
                <a:gd name="connsiteY4" fmla="*/ 0 h 6891"/>
                <a:gd name="connsiteX5" fmla="*/ 67450 w 67450"/>
                <a:gd name="connsiteY5" fmla="*/ 3446 h 6891"/>
                <a:gd name="connsiteX6" fmla="*/ 64004 w 67450"/>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50" h="6891">
                  <a:moveTo>
                    <a:pt x="64004" y="6892"/>
                  </a:moveTo>
                  <a:lnTo>
                    <a:pt x="3446" y="6892"/>
                  </a:lnTo>
                  <a:cubicBezTo>
                    <a:pt x="1553" y="6892"/>
                    <a:pt x="0" y="5338"/>
                    <a:pt x="0" y="3446"/>
                  </a:cubicBezTo>
                  <a:cubicBezTo>
                    <a:pt x="0" y="1553"/>
                    <a:pt x="1553" y="0"/>
                    <a:pt x="3446" y="0"/>
                  </a:cubicBezTo>
                  <a:lnTo>
                    <a:pt x="64004" y="0"/>
                  </a:lnTo>
                  <a:cubicBezTo>
                    <a:pt x="65897" y="0"/>
                    <a:pt x="67450" y="1553"/>
                    <a:pt x="67450" y="3446"/>
                  </a:cubicBezTo>
                  <a:cubicBezTo>
                    <a:pt x="67450" y="5338"/>
                    <a:pt x="65897" y="6892"/>
                    <a:pt x="64004" y="6892"/>
                  </a:cubicBezTo>
                  <a:close/>
                </a:path>
              </a:pathLst>
            </a:custGeom>
            <a:solidFill>
              <a:srgbClr val="01355A"/>
            </a:solidFill>
            <a:ln w="2824" cap="flat">
              <a:noFill/>
              <a:prstDash val="solid"/>
              <a:miter/>
            </a:ln>
          </p:spPr>
          <p:txBody>
            <a:bodyPr rtlCol="1" anchor="ctr"/>
            <a:lstStyle/>
            <a:p>
              <a:endParaRPr lang="ar-SA"/>
            </a:p>
          </p:txBody>
        </p:sp>
      </p:grpSp>
      <p:grpSp>
        <p:nvGrpSpPr>
          <p:cNvPr id="7657" name="رسم 8014">
            <a:extLst>
              <a:ext uri="{FF2B5EF4-FFF2-40B4-BE49-F238E27FC236}">
                <a16:creationId xmlns:a16="http://schemas.microsoft.com/office/drawing/2014/main" id="{71150940-F50D-2C89-4AF8-C7585A3B93BB}"/>
              </a:ext>
            </a:extLst>
          </p:cNvPr>
          <p:cNvGrpSpPr/>
          <p:nvPr/>
        </p:nvGrpSpPr>
        <p:grpSpPr>
          <a:xfrm>
            <a:off x="5948285" y="2148954"/>
            <a:ext cx="255138" cy="240416"/>
            <a:chOff x="6191413" y="911057"/>
            <a:chExt cx="304966" cy="305022"/>
          </a:xfrm>
        </p:grpSpPr>
        <p:grpSp>
          <p:nvGrpSpPr>
            <p:cNvPr id="7658" name="رسم 8014">
              <a:extLst>
                <a:ext uri="{FF2B5EF4-FFF2-40B4-BE49-F238E27FC236}">
                  <a16:creationId xmlns:a16="http://schemas.microsoft.com/office/drawing/2014/main" id="{88586029-6A9C-02F1-0394-E6284E52F305}"/>
                </a:ext>
              </a:extLst>
            </p:cNvPr>
            <p:cNvGrpSpPr/>
            <p:nvPr/>
          </p:nvGrpSpPr>
          <p:grpSpPr>
            <a:xfrm>
              <a:off x="6191413" y="917215"/>
              <a:ext cx="298808" cy="298865"/>
              <a:chOff x="6191413" y="917215"/>
              <a:chExt cx="298808" cy="298865"/>
            </a:xfrm>
            <a:solidFill>
              <a:srgbClr val="01355A"/>
            </a:solidFill>
          </p:grpSpPr>
          <p:sp>
            <p:nvSpPr>
              <p:cNvPr id="7663" name="شكل حر: شكل 8557">
                <a:extLst>
                  <a:ext uri="{FF2B5EF4-FFF2-40B4-BE49-F238E27FC236}">
                    <a16:creationId xmlns:a16="http://schemas.microsoft.com/office/drawing/2014/main" id="{982FA7A4-D03D-ABAD-FAA8-16DFF4166624}"/>
                  </a:ext>
                </a:extLst>
              </p:cNvPr>
              <p:cNvSpPr/>
              <p:nvPr/>
            </p:nvSpPr>
            <p:spPr>
              <a:xfrm>
                <a:off x="6304027" y="1031889"/>
                <a:ext cx="71569" cy="71548"/>
              </a:xfrm>
              <a:custGeom>
                <a:avLst/>
                <a:gdLst>
                  <a:gd name="connsiteX0" fmla="*/ 36776 w 71569"/>
                  <a:gd name="connsiteY0" fmla="*/ 71520 h 71548"/>
                  <a:gd name="connsiteX1" fmla="*/ 0 w 71569"/>
                  <a:gd name="connsiteY1" fmla="*/ 34744 h 71548"/>
                  <a:gd name="connsiteX2" fmla="*/ 24037 w 71569"/>
                  <a:gd name="connsiteY2" fmla="*/ 228 h 71548"/>
                  <a:gd name="connsiteX3" fmla="*/ 28386 w 71569"/>
                  <a:gd name="connsiteY3" fmla="*/ 1895 h 71548"/>
                  <a:gd name="connsiteX4" fmla="*/ 26890 w 71569"/>
                  <a:gd name="connsiteY4" fmla="*/ 6499 h 71548"/>
                  <a:gd name="connsiteX5" fmla="*/ 26833 w 71569"/>
                  <a:gd name="connsiteY5" fmla="*/ 6499 h 71548"/>
                  <a:gd name="connsiteX6" fmla="*/ 26494 w 71569"/>
                  <a:gd name="connsiteY6" fmla="*/ 6668 h 71548"/>
                  <a:gd name="connsiteX7" fmla="*/ 6920 w 71569"/>
                  <a:gd name="connsiteY7" fmla="*/ 34744 h 71548"/>
                  <a:gd name="connsiteX8" fmla="*/ 36804 w 71569"/>
                  <a:gd name="connsiteY8" fmla="*/ 64628 h 71548"/>
                  <a:gd name="connsiteX9" fmla="*/ 64880 w 71569"/>
                  <a:gd name="connsiteY9" fmla="*/ 45082 h 71548"/>
                  <a:gd name="connsiteX10" fmla="*/ 69314 w 71569"/>
                  <a:gd name="connsiteY10" fmla="*/ 43048 h 71548"/>
                  <a:gd name="connsiteX11" fmla="*/ 71348 w 71569"/>
                  <a:gd name="connsiteY11" fmla="*/ 47483 h 71548"/>
                  <a:gd name="connsiteX12" fmla="*/ 36804 w 71569"/>
                  <a:gd name="connsiteY12" fmla="*/ 71548 h 71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569" h="71548">
                    <a:moveTo>
                      <a:pt x="36776" y="71520"/>
                    </a:moveTo>
                    <a:cubicBezTo>
                      <a:pt x="16495" y="71520"/>
                      <a:pt x="0" y="55024"/>
                      <a:pt x="0" y="34744"/>
                    </a:cubicBezTo>
                    <a:cubicBezTo>
                      <a:pt x="0" y="19407"/>
                      <a:pt x="9660" y="5538"/>
                      <a:pt x="24037" y="228"/>
                    </a:cubicBezTo>
                    <a:cubicBezTo>
                      <a:pt x="25675" y="-393"/>
                      <a:pt x="27568" y="285"/>
                      <a:pt x="28386" y="1895"/>
                    </a:cubicBezTo>
                    <a:cubicBezTo>
                      <a:pt x="29234" y="3589"/>
                      <a:pt x="28584" y="5651"/>
                      <a:pt x="26890" y="6499"/>
                    </a:cubicBezTo>
                    <a:lnTo>
                      <a:pt x="26833" y="6499"/>
                    </a:lnTo>
                    <a:cubicBezTo>
                      <a:pt x="26833" y="6499"/>
                      <a:pt x="26607" y="6640"/>
                      <a:pt x="26494" y="6668"/>
                    </a:cubicBezTo>
                    <a:cubicBezTo>
                      <a:pt x="14772" y="10990"/>
                      <a:pt x="6920" y="22260"/>
                      <a:pt x="6920" y="34744"/>
                    </a:cubicBezTo>
                    <a:cubicBezTo>
                      <a:pt x="6920" y="51240"/>
                      <a:pt x="20337" y="64628"/>
                      <a:pt x="36804" y="64628"/>
                    </a:cubicBezTo>
                    <a:cubicBezTo>
                      <a:pt x="49288" y="64628"/>
                      <a:pt x="60586" y="56776"/>
                      <a:pt x="64880" y="45082"/>
                    </a:cubicBezTo>
                    <a:cubicBezTo>
                      <a:pt x="65529" y="43303"/>
                      <a:pt x="67507" y="42370"/>
                      <a:pt x="69314" y="43048"/>
                    </a:cubicBezTo>
                    <a:cubicBezTo>
                      <a:pt x="71094" y="43698"/>
                      <a:pt x="72026" y="45675"/>
                      <a:pt x="71348" y="47483"/>
                    </a:cubicBezTo>
                    <a:cubicBezTo>
                      <a:pt x="66066" y="61860"/>
                      <a:pt x="52169" y="71548"/>
                      <a:pt x="36804" y="71548"/>
                    </a:cubicBezTo>
                    <a:close/>
                  </a:path>
                </a:pathLst>
              </a:custGeom>
              <a:solidFill>
                <a:srgbClr val="01355A"/>
              </a:solidFill>
              <a:ln w="2824" cap="flat">
                <a:noFill/>
                <a:prstDash val="solid"/>
                <a:miter/>
              </a:ln>
            </p:spPr>
            <p:txBody>
              <a:bodyPr rtlCol="1" anchor="ctr"/>
              <a:lstStyle/>
              <a:p>
                <a:endParaRPr lang="ar-SA"/>
              </a:p>
            </p:txBody>
          </p:sp>
          <p:sp>
            <p:nvSpPr>
              <p:cNvPr id="7664" name="شكل حر: شكل 8558">
                <a:extLst>
                  <a:ext uri="{FF2B5EF4-FFF2-40B4-BE49-F238E27FC236}">
                    <a16:creationId xmlns:a16="http://schemas.microsoft.com/office/drawing/2014/main" id="{22478EF4-2D1B-9F9A-2A1C-A2D2B54563EA}"/>
                  </a:ext>
                </a:extLst>
              </p:cNvPr>
              <p:cNvSpPr/>
              <p:nvPr/>
            </p:nvSpPr>
            <p:spPr>
              <a:xfrm>
                <a:off x="6247706" y="973508"/>
                <a:ext cx="186194" cy="186194"/>
              </a:xfrm>
              <a:custGeom>
                <a:avLst/>
                <a:gdLst>
                  <a:gd name="connsiteX0" fmla="*/ 93097 w 186194"/>
                  <a:gd name="connsiteY0" fmla="*/ 186194 h 186194"/>
                  <a:gd name="connsiteX1" fmla="*/ 0 w 186194"/>
                  <a:gd name="connsiteY1" fmla="*/ 93125 h 186194"/>
                  <a:gd name="connsiteX2" fmla="*/ 93097 w 186194"/>
                  <a:gd name="connsiteY2" fmla="*/ 0 h 186194"/>
                  <a:gd name="connsiteX3" fmla="*/ 132839 w 186194"/>
                  <a:gd name="connsiteY3" fmla="*/ 8897 h 186194"/>
                  <a:gd name="connsiteX4" fmla="*/ 133827 w 186194"/>
                  <a:gd name="connsiteY4" fmla="*/ 9349 h 186194"/>
                  <a:gd name="connsiteX5" fmla="*/ 135381 w 186194"/>
                  <a:gd name="connsiteY5" fmla="*/ 13981 h 186194"/>
                  <a:gd name="connsiteX6" fmla="*/ 130748 w 186194"/>
                  <a:gd name="connsiteY6" fmla="*/ 15535 h 186194"/>
                  <a:gd name="connsiteX7" fmla="*/ 130099 w 186194"/>
                  <a:gd name="connsiteY7" fmla="*/ 15224 h 186194"/>
                  <a:gd name="connsiteX8" fmla="*/ 93097 w 186194"/>
                  <a:gd name="connsiteY8" fmla="*/ 6892 h 186194"/>
                  <a:gd name="connsiteX9" fmla="*/ 6892 w 186194"/>
                  <a:gd name="connsiteY9" fmla="*/ 93125 h 186194"/>
                  <a:gd name="connsiteX10" fmla="*/ 93097 w 186194"/>
                  <a:gd name="connsiteY10" fmla="*/ 179330 h 186194"/>
                  <a:gd name="connsiteX11" fmla="*/ 179330 w 186194"/>
                  <a:gd name="connsiteY11" fmla="*/ 93125 h 186194"/>
                  <a:gd name="connsiteX12" fmla="*/ 171083 w 186194"/>
                  <a:gd name="connsiteY12" fmla="*/ 56321 h 186194"/>
                  <a:gd name="connsiteX13" fmla="*/ 170716 w 186194"/>
                  <a:gd name="connsiteY13" fmla="*/ 55531 h 186194"/>
                  <a:gd name="connsiteX14" fmla="*/ 176845 w 186194"/>
                  <a:gd name="connsiteY14" fmla="*/ 52395 h 186194"/>
                  <a:gd name="connsiteX15" fmla="*/ 173766 w 186194"/>
                  <a:gd name="connsiteY15" fmla="*/ 53921 h 186194"/>
                  <a:gd name="connsiteX16" fmla="*/ 176873 w 186194"/>
                  <a:gd name="connsiteY16" fmla="*/ 52452 h 186194"/>
                  <a:gd name="connsiteX17" fmla="*/ 177382 w 186194"/>
                  <a:gd name="connsiteY17" fmla="*/ 53553 h 186194"/>
                  <a:gd name="connsiteX18" fmla="*/ 186194 w 186194"/>
                  <a:gd name="connsiteY18" fmla="*/ 93097 h 186194"/>
                  <a:gd name="connsiteX19" fmla="*/ 93069 w 186194"/>
                  <a:gd name="connsiteY19" fmla="*/ 186166 h 186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6194" h="186194">
                    <a:moveTo>
                      <a:pt x="93097" y="186194"/>
                    </a:moveTo>
                    <a:cubicBezTo>
                      <a:pt x="41775" y="186194"/>
                      <a:pt x="0" y="144447"/>
                      <a:pt x="0" y="93125"/>
                    </a:cubicBezTo>
                    <a:cubicBezTo>
                      <a:pt x="0" y="41803"/>
                      <a:pt x="41747" y="0"/>
                      <a:pt x="93097" y="0"/>
                    </a:cubicBezTo>
                    <a:cubicBezTo>
                      <a:pt x="106966" y="0"/>
                      <a:pt x="120354" y="2994"/>
                      <a:pt x="132839" y="8897"/>
                    </a:cubicBezTo>
                    <a:cubicBezTo>
                      <a:pt x="133036" y="8982"/>
                      <a:pt x="133432" y="9152"/>
                      <a:pt x="133827" y="9349"/>
                    </a:cubicBezTo>
                    <a:cubicBezTo>
                      <a:pt x="135522" y="10197"/>
                      <a:pt x="136228" y="12259"/>
                      <a:pt x="135381" y="13981"/>
                    </a:cubicBezTo>
                    <a:cubicBezTo>
                      <a:pt x="134533" y="15676"/>
                      <a:pt x="132471" y="16382"/>
                      <a:pt x="130748" y="15535"/>
                    </a:cubicBezTo>
                    <a:cubicBezTo>
                      <a:pt x="130523" y="15422"/>
                      <a:pt x="130325" y="15309"/>
                      <a:pt x="130099" y="15224"/>
                    </a:cubicBezTo>
                    <a:cubicBezTo>
                      <a:pt x="118349" y="9660"/>
                      <a:pt x="105949" y="6892"/>
                      <a:pt x="93097" y="6892"/>
                    </a:cubicBezTo>
                    <a:cubicBezTo>
                      <a:pt x="45560" y="6892"/>
                      <a:pt x="6892" y="45560"/>
                      <a:pt x="6892" y="93125"/>
                    </a:cubicBezTo>
                    <a:cubicBezTo>
                      <a:pt x="6892" y="140691"/>
                      <a:pt x="45560" y="179330"/>
                      <a:pt x="93097" y="179330"/>
                    </a:cubicBezTo>
                    <a:cubicBezTo>
                      <a:pt x="140634" y="179330"/>
                      <a:pt x="179330" y="140662"/>
                      <a:pt x="179330" y="93125"/>
                    </a:cubicBezTo>
                    <a:cubicBezTo>
                      <a:pt x="179330" y="80245"/>
                      <a:pt x="176562" y="67846"/>
                      <a:pt x="171083" y="56321"/>
                    </a:cubicBezTo>
                    <a:cubicBezTo>
                      <a:pt x="170913" y="55926"/>
                      <a:pt x="170829" y="55728"/>
                      <a:pt x="170716" y="55531"/>
                    </a:cubicBezTo>
                    <a:lnTo>
                      <a:pt x="176845" y="52395"/>
                    </a:lnTo>
                    <a:lnTo>
                      <a:pt x="173766" y="53921"/>
                    </a:lnTo>
                    <a:lnTo>
                      <a:pt x="176873" y="52452"/>
                    </a:lnTo>
                    <a:cubicBezTo>
                      <a:pt x="177043" y="52819"/>
                      <a:pt x="177240" y="53186"/>
                      <a:pt x="177382" y="53553"/>
                    </a:cubicBezTo>
                    <a:cubicBezTo>
                      <a:pt x="183200" y="65812"/>
                      <a:pt x="186194" y="79200"/>
                      <a:pt x="186194" y="93097"/>
                    </a:cubicBezTo>
                    <a:cubicBezTo>
                      <a:pt x="186194" y="144419"/>
                      <a:pt x="144419" y="186166"/>
                      <a:pt x="93069" y="186166"/>
                    </a:cubicBezTo>
                    <a:close/>
                  </a:path>
                </a:pathLst>
              </a:custGeom>
              <a:solidFill>
                <a:srgbClr val="01355A"/>
              </a:solidFill>
              <a:ln w="2824" cap="flat">
                <a:noFill/>
                <a:prstDash val="solid"/>
                <a:miter/>
              </a:ln>
            </p:spPr>
            <p:txBody>
              <a:bodyPr rtlCol="1" anchor="ctr"/>
              <a:lstStyle/>
              <a:p>
                <a:endParaRPr lang="ar-SA"/>
              </a:p>
            </p:txBody>
          </p:sp>
          <p:sp>
            <p:nvSpPr>
              <p:cNvPr id="7665" name="شكل حر: شكل 8559">
                <a:extLst>
                  <a:ext uri="{FF2B5EF4-FFF2-40B4-BE49-F238E27FC236}">
                    <a16:creationId xmlns:a16="http://schemas.microsoft.com/office/drawing/2014/main" id="{3FFA6952-3625-9B1C-772E-3FE2CB233A2E}"/>
                  </a:ext>
                </a:extLst>
              </p:cNvPr>
              <p:cNvSpPr/>
              <p:nvPr/>
            </p:nvSpPr>
            <p:spPr>
              <a:xfrm>
                <a:off x="6191413" y="917215"/>
                <a:ext cx="298808" cy="298865"/>
              </a:xfrm>
              <a:custGeom>
                <a:avLst/>
                <a:gdLst>
                  <a:gd name="connsiteX0" fmla="*/ 149390 w 298808"/>
                  <a:gd name="connsiteY0" fmla="*/ 298809 h 298865"/>
                  <a:gd name="connsiteX1" fmla="*/ 0 w 298808"/>
                  <a:gd name="connsiteY1" fmla="*/ 149419 h 298865"/>
                  <a:gd name="connsiteX2" fmla="*/ 149390 w 298808"/>
                  <a:gd name="connsiteY2" fmla="*/ 0 h 298865"/>
                  <a:gd name="connsiteX3" fmla="*/ 197153 w 298808"/>
                  <a:gd name="connsiteY3" fmla="*/ 7796 h 298865"/>
                  <a:gd name="connsiteX4" fmla="*/ 199328 w 298808"/>
                  <a:gd name="connsiteY4" fmla="*/ 12174 h 298865"/>
                  <a:gd name="connsiteX5" fmla="*/ 194950 w 298808"/>
                  <a:gd name="connsiteY5" fmla="*/ 14349 h 298865"/>
                  <a:gd name="connsiteX6" fmla="*/ 149390 w 298808"/>
                  <a:gd name="connsiteY6" fmla="*/ 6920 h 298865"/>
                  <a:gd name="connsiteX7" fmla="*/ 6892 w 298808"/>
                  <a:gd name="connsiteY7" fmla="*/ 149447 h 298865"/>
                  <a:gd name="connsiteX8" fmla="*/ 149390 w 298808"/>
                  <a:gd name="connsiteY8" fmla="*/ 291945 h 298865"/>
                  <a:gd name="connsiteX9" fmla="*/ 291917 w 298808"/>
                  <a:gd name="connsiteY9" fmla="*/ 149447 h 298865"/>
                  <a:gd name="connsiteX10" fmla="*/ 284488 w 298808"/>
                  <a:gd name="connsiteY10" fmla="*/ 103887 h 298865"/>
                  <a:gd name="connsiteX11" fmla="*/ 286663 w 298808"/>
                  <a:gd name="connsiteY11" fmla="*/ 99537 h 298865"/>
                  <a:gd name="connsiteX12" fmla="*/ 291041 w 298808"/>
                  <a:gd name="connsiteY12" fmla="*/ 101712 h 298865"/>
                  <a:gd name="connsiteX13" fmla="*/ 298809 w 298808"/>
                  <a:gd name="connsiteY13" fmla="*/ 149475 h 298865"/>
                  <a:gd name="connsiteX14" fmla="*/ 149390 w 298808"/>
                  <a:gd name="connsiteY14" fmla="*/ 298865 h 298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8808" h="298865">
                    <a:moveTo>
                      <a:pt x="149390" y="298809"/>
                    </a:moveTo>
                    <a:cubicBezTo>
                      <a:pt x="67026" y="298809"/>
                      <a:pt x="0" y="231811"/>
                      <a:pt x="0" y="149419"/>
                    </a:cubicBezTo>
                    <a:cubicBezTo>
                      <a:pt x="0" y="67026"/>
                      <a:pt x="66998" y="0"/>
                      <a:pt x="149390" y="0"/>
                    </a:cubicBezTo>
                    <a:cubicBezTo>
                      <a:pt x="165744" y="0"/>
                      <a:pt x="181816" y="2627"/>
                      <a:pt x="197153" y="7796"/>
                    </a:cubicBezTo>
                    <a:cubicBezTo>
                      <a:pt x="198961" y="8389"/>
                      <a:pt x="199922" y="10366"/>
                      <a:pt x="199328" y="12174"/>
                    </a:cubicBezTo>
                    <a:cubicBezTo>
                      <a:pt x="198707" y="13981"/>
                      <a:pt x="196758" y="14942"/>
                      <a:pt x="194950" y="14349"/>
                    </a:cubicBezTo>
                    <a:cubicBezTo>
                      <a:pt x="180319" y="9434"/>
                      <a:pt x="165010" y="6920"/>
                      <a:pt x="149390" y="6920"/>
                    </a:cubicBezTo>
                    <a:cubicBezTo>
                      <a:pt x="70811" y="6920"/>
                      <a:pt x="6892" y="70868"/>
                      <a:pt x="6892" y="149447"/>
                    </a:cubicBezTo>
                    <a:cubicBezTo>
                      <a:pt x="6892" y="228026"/>
                      <a:pt x="70811" y="291945"/>
                      <a:pt x="149390" y="291945"/>
                    </a:cubicBezTo>
                    <a:cubicBezTo>
                      <a:pt x="227969" y="291945"/>
                      <a:pt x="291917" y="228026"/>
                      <a:pt x="291917" y="149447"/>
                    </a:cubicBezTo>
                    <a:cubicBezTo>
                      <a:pt x="291917" y="133827"/>
                      <a:pt x="289431" y="118490"/>
                      <a:pt x="284488" y="103887"/>
                    </a:cubicBezTo>
                    <a:cubicBezTo>
                      <a:pt x="283895" y="102079"/>
                      <a:pt x="284855" y="100130"/>
                      <a:pt x="286663" y="99537"/>
                    </a:cubicBezTo>
                    <a:cubicBezTo>
                      <a:pt x="288471" y="98916"/>
                      <a:pt x="290420" y="99904"/>
                      <a:pt x="291041" y="101712"/>
                    </a:cubicBezTo>
                    <a:cubicBezTo>
                      <a:pt x="296210" y="117049"/>
                      <a:pt x="298809" y="133121"/>
                      <a:pt x="298809" y="149475"/>
                    </a:cubicBezTo>
                    <a:cubicBezTo>
                      <a:pt x="298809" y="231839"/>
                      <a:pt x="231782" y="298865"/>
                      <a:pt x="149390" y="298865"/>
                    </a:cubicBezTo>
                    <a:close/>
                  </a:path>
                </a:pathLst>
              </a:custGeom>
              <a:solidFill>
                <a:srgbClr val="01355A"/>
              </a:solidFill>
              <a:ln w="2824" cap="flat">
                <a:noFill/>
                <a:prstDash val="solid"/>
                <a:miter/>
              </a:ln>
            </p:spPr>
            <p:txBody>
              <a:bodyPr rtlCol="1" anchor="ctr"/>
              <a:lstStyle/>
              <a:p>
                <a:endParaRPr lang="ar-SA"/>
              </a:p>
            </p:txBody>
          </p:sp>
        </p:grpSp>
        <p:grpSp>
          <p:nvGrpSpPr>
            <p:cNvPr id="7659" name="رسم 8014">
              <a:extLst>
                <a:ext uri="{FF2B5EF4-FFF2-40B4-BE49-F238E27FC236}">
                  <a16:creationId xmlns:a16="http://schemas.microsoft.com/office/drawing/2014/main" id="{7EA91DF3-79FB-8570-9A79-D0F8E1BD9519}"/>
                </a:ext>
              </a:extLst>
            </p:cNvPr>
            <p:cNvGrpSpPr/>
            <p:nvPr/>
          </p:nvGrpSpPr>
          <p:grpSpPr>
            <a:xfrm>
              <a:off x="6337385" y="911057"/>
              <a:ext cx="158993" cy="159022"/>
              <a:chOff x="6337385" y="911057"/>
              <a:chExt cx="158993" cy="159022"/>
            </a:xfrm>
            <a:solidFill>
              <a:srgbClr val="17A3A3"/>
            </a:solidFill>
          </p:grpSpPr>
          <p:sp>
            <p:nvSpPr>
              <p:cNvPr id="7660" name="شكل حر: شكل 8561">
                <a:extLst>
                  <a:ext uri="{FF2B5EF4-FFF2-40B4-BE49-F238E27FC236}">
                    <a16:creationId xmlns:a16="http://schemas.microsoft.com/office/drawing/2014/main" id="{EEEE5193-F9DB-B16A-4710-ED759B182132}"/>
                  </a:ext>
                </a:extLst>
              </p:cNvPr>
              <p:cNvSpPr/>
              <p:nvPr/>
            </p:nvSpPr>
            <p:spPr>
              <a:xfrm>
                <a:off x="6337385" y="949104"/>
                <a:ext cx="120975" cy="120975"/>
              </a:xfrm>
              <a:custGeom>
                <a:avLst/>
                <a:gdLst>
                  <a:gd name="connsiteX0" fmla="*/ 3446 w 120975"/>
                  <a:gd name="connsiteY0" fmla="*/ 120975 h 120975"/>
                  <a:gd name="connsiteX1" fmla="*/ 1017 w 120975"/>
                  <a:gd name="connsiteY1" fmla="*/ 119958 h 120975"/>
                  <a:gd name="connsiteX2" fmla="*/ 1017 w 120975"/>
                  <a:gd name="connsiteY2" fmla="*/ 115100 h 120975"/>
                  <a:gd name="connsiteX3" fmla="*/ 115100 w 120975"/>
                  <a:gd name="connsiteY3" fmla="*/ 1017 h 120975"/>
                  <a:gd name="connsiteX4" fmla="*/ 119959 w 120975"/>
                  <a:gd name="connsiteY4" fmla="*/ 1017 h 120975"/>
                  <a:gd name="connsiteX5" fmla="*/ 119959 w 120975"/>
                  <a:gd name="connsiteY5" fmla="*/ 5875 h 120975"/>
                  <a:gd name="connsiteX6" fmla="*/ 5875 w 120975"/>
                  <a:gd name="connsiteY6" fmla="*/ 119958 h 120975"/>
                  <a:gd name="connsiteX7" fmla="*/ 3446 w 120975"/>
                  <a:gd name="connsiteY7" fmla="*/ 120975 h 120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975" h="120975">
                    <a:moveTo>
                      <a:pt x="3446" y="120975"/>
                    </a:moveTo>
                    <a:cubicBezTo>
                      <a:pt x="2570" y="120975"/>
                      <a:pt x="1695" y="120636"/>
                      <a:pt x="1017" y="119958"/>
                    </a:cubicBezTo>
                    <a:cubicBezTo>
                      <a:pt x="-339" y="118603"/>
                      <a:pt x="-339" y="116428"/>
                      <a:pt x="1017" y="115100"/>
                    </a:cubicBezTo>
                    <a:lnTo>
                      <a:pt x="115100" y="1017"/>
                    </a:lnTo>
                    <a:cubicBezTo>
                      <a:pt x="116456" y="-339"/>
                      <a:pt x="118631" y="-339"/>
                      <a:pt x="119959" y="1017"/>
                    </a:cubicBezTo>
                    <a:cubicBezTo>
                      <a:pt x="121314" y="2373"/>
                      <a:pt x="121314" y="4548"/>
                      <a:pt x="119959" y="5875"/>
                    </a:cubicBezTo>
                    <a:lnTo>
                      <a:pt x="5875" y="119958"/>
                    </a:lnTo>
                    <a:cubicBezTo>
                      <a:pt x="5197" y="120636"/>
                      <a:pt x="4322" y="120975"/>
                      <a:pt x="3446" y="120975"/>
                    </a:cubicBezTo>
                    <a:close/>
                  </a:path>
                </a:pathLst>
              </a:custGeom>
              <a:solidFill>
                <a:srgbClr val="17A3A3"/>
              </a:solidFill>
              <a:ln w="2824" cap="flat">
                <a:noFill/>
                <a:prstDash val="solid"/>
                <a:miter/>
              </a:ln>
            </p:spPr>
            <p:txBody>
              <a:bodyPr rtlCol="1" anchor="ctr"/>
              <a:lstStyle/>
              <a:p>
                <a:endParaRPr lang="ar-SA"/>
              </a:p>
            </p:txBody>
          </p:sp>
          <p:sp>
            <p:nvSpPr>
              <p:cNvPr id="7661" name="شكل حر: شكل 8562">
                <a:extLst>
                  <a:ext uri="{FF2B5EF4-FFF2-40B4-BE49-F238E27FC236}">
                    <a16:creationId xmlns:a16="http://schemas.microsoft.com/office/drawing/2014/main" id="{BE3521E5-F764-DB86-96CD-BB040DCE814F}"/>
                  </a:ext>
                </a:extLst>
              </p:cNvPr>
              <p:cNvSpPr/>
              <p:nvPr/>
            </p:nvSpPr>
            <p:spPr>
              <a:xfrm>
                <a:off x="6399368" y="911057"/>
                <a:ext cx="58981" cy="86120"/>
              </a:xfrm>
              <a:custGeom>
                <a:avLst/>
                <a:gdLst>
                  <a:gd name="connsiteX0" fmla="*/ 14337 w 58981"/>
                  <a:gd name="connsiteY0" fmla="*/ 86121 h 86120"/>
                  <a:gd name="connsiteX1" fmla="*/ 13462 w 58981"/>
                  <a:gd name="connsiteY1" fmla="*/ 86008 h 86120"/>
                  <a:gd name="connsiteX2" fmla="*/ 11004 w 58981"/>
                  <a:gd name="connsiteY2" fmla="*/ 83607 h 86120"/>
                  <a:gd name="connsiteX3" fmla="*/ 129 w 58981"/>
                  <a:gd name="connsiteY3" fmla="*/ 45617 h 86120"/>
                  <a:gd name="connsiteX4" fmla="*/ 1005 w 58981"/>
                  <a:gd name="connsiteY4" fmla="*/ 42227 h 86120"/>
                  <a:gd name="connsiteX5" fmla="*/ 42215 w 58981"/>
                  <a:gd name="connsiteY5" fmla="*/ 1017 h 86120"/>
                  <a:gd name="connsiteX6" fmla="*/ 45520 w 58981"/>
                  <a:gd name="connsiteY6" fmla="*/ 113 h 86120"/>
                  <a:gd name="connsiteX7" fmla="*/ 47977 w 58981"/>
                  <a:gd name="connsiteY7" fmla="*/ 2514 h 86120"/>
                  <a:gd name="connsiteX8" fmla="*/ 58852 w 58981"/>
                  <a:gd name="connsiteY8" fmla="*/ 40504 h 86120"/>
                  <a:gd name="connsiteX9" fmla="*/ 57976 w 58981"/>
                  <a:gd name="connsiteY9" fmla="*/ 43894 h 86120"/>
                  <a:gd name="connsiteX10" fmla="*/ 16766 w 58981"/>
                  <a:gd name="connsiteY10" fmla="*/ 85104 h 86120"/>
                  <a:gd name="connsiteX11" fmla="*/ 14337 w 58981"/>
                  <a:gd name="connsiteY11" fmla="*/ 86121 h 86120"/>
                  <a:gd name="connsiteX12" fmla="*/ 7332 w 58981"/>
                  <a:gd name="connsiteY12" fmla="*/ 45673 h 86120"/>
                  <a:gd name="connsiteX13" fmla="*/ 16032 w 58981"/>
                  <a:gd name="connsiteY13" fmla="*/ 76093 h 86120"/>
                  <a:gd name="connsiteX14" fmla="*/ 51649 w 58981"/>
                  <a:gd name="connsiteY14" fmla="*/ 40476 h 86120"/>
                  <a:gd name="connsiteX15" fmla="*/ 42950 w 58981"/>
                  <a:gd name="connsiteY15" fmla="*/ 10055 h 86120"/>
                  <a:gd name="connsiteX16" fmla="*/ 7332 w 58981"/>
                  <a:gd name="connsiteY16" fmla="*/ 45673 h 86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8981" h="86120">
                    <a:moveTo>
                      <a:pt x="14337" y="86121"/>
                    </a:moveTo>
                    <a:cubicBezTo>
                      <a:pt x="14055" y="86121"/>
                      <a:pt x="13772" y="86092"/>
                      <a:pt x="13462" y="86008"/>
                    </a:cubicBezTo>
                    <a:cubicBezTo>
                      <a:pt x="12275" y="85697"/>
                      <a:pt x="11343" y="84793"/>
                      <a:pt x="11004" y="83607"/>
                    </a:cubicBezTo>
                    <a:lnTo>
                      <a:pt x="129" y="45617"/>
                    </a:lnTo>
                    <a:cubicBezTo>
                      <a:pt x="-210" y="44402"/>
                      <a:pt x="129" y="43131"/>
                      <a:pt x="1005" y="42227"/>
                    </a:cubicBezTo>
                    <a:lnTo>
                      <a:pt x="42215" y="1017"/>
                    </a:lnTo>
                    <a:cubicBezTo>
                      <a:pt x="43091" y="141"/>
                      <a:pt x="44334" y="-198"/>
                      <a:pt x="45520" y="113"/>
                    </a:cubicBezTo>
                    <a:cubicBezTo>
                      <a:pt x="46706" y="424"/>
                      <a:pt x="47638" y="1328"/>
                      <a:pt x="47977" y="2514"/>
                    </a:cubicBezTo>
                    <a:lnTo>
                      <a:pt x="58852" y="40504"/>
                    </a:lnTo>
                    <a:cubicBezTo>
                      <a:pt x="59191" y="41719"/>
                      <a:pt x="58852" y="42990"/>
                      <a:pt x="57976" y="43894"/>
                    </a:cubicBezTo>
                    <a:lnTo>
                      <a:pt x="16766" y="85104"/>
                    </a:lnTo>
                    <a:cubicBezTo>
                      <a:pt x="16116" y="85753"/>
                      <a:pt x="15241" y="86121"/>
                      <a:pt x="14337" y="86121"/>
                    </a:cubicBezTo>
                    <a:close/>
                    <a:moveTo>
                      <a:pt x="7332" y="45673"/>
                    </a:moveTo>
                    <a:lnTo>
                      <a:pt x="16032" y="76093"/>
                    </a:lnTo>
                    <a:lnTo>
                      <a:pt x="51649" y="40476"/>
                    </a:lnTo>
                    <a:lnTo>
                      <a:pt x="42950" y="10055"/>
                    </a:lnTo>
                    <a:lnTo>
                      <a:pt x="7332" y="45673"/>
                    </a:lnTo>
                    <a:close/>
                  </a:path>
                </a:pathLst>
              </a:custGeom>
              <a:solidFill>
                <a:srgbClr val="17A3A3"/>
              </a:solidFill>
              <a:ln w="2824" cap="flat">
                <a:noFill/>
                <a:prstDash val="solid"/>
                <a:miter/>
              </a:ln>
            </p:spPr>
            <p:txBody>
              <a:bodyPr rtlCol="1" anchor="ctr"/>
              <a:lstStyle/>
              <a:p>
                <a:endParaRPr lang="ar-SA"/>
              </a:p>
            </p:txBody>
          </p:sp>
          <p:sp>
            <p:nvSpPr>
              <p:cNvPr id="7662" name="شكل حر: شكل 8563">
                <a:extLst>
                  <a:ext uri="{FF2B5EF4-FFF2-40B4-BE49-F238E27FC236}">
                    <a16:creationId xmlns:a16="http://schemas.microsoft.com/office/drawing/2014/main" id="{1E678CE1-75A1-896C-DD7A-9579D19F9F58}"/>
                  </a:ext>
                </a:extLst>
              </p:cNvPr>
              <p:cNvSpPr/>
              <p:nvPr/>
            </p:nvSpPr>
            <p:spPr>
              <a:xfrm>
                <a:off x="6410287" y="949059"/>
                <a:ext cx="86092" cy="58993"/>
              </a:xfrm>
              <a:custGeom>
                <a:avLst/>
                <a:gdLst>
                  <a:gd name="connsiteX0" fmla="*/ 41436 w 86092"/>
                  <a:gd name="connsiteY0" fmla="*/ 58993 h 58993"/>
                  <a:gd name="connsiteX1" fmla="*/ 40476 w 86092"/>
                  <a:gd name="connsiteY1" fmla="*/ 58852 h 58993"/>
                  <a:gd name="connsiteX2" fmla="*/ 2486 w 86092"/>
                  <a:gd name="connsiteY2" fmla="*/ 47977 h 58993"/>
                  <a:gd name="connsiteX3" fmla="*/ 113 w 86092"/>
                  <a:gd name="connsiteY3" fmla="*/ 45520 h 58993"/>
                  <a:gd name="connsiteX4" fmla="*/ 1017 w 86092"/>
                  <a:gd name="connsiteY4" fmla="*/ 42215 h 58993"/>
                  <a:gd name="connsiteX5" fmla="*/ 42227 w 86092"/>
                  <a:gd name="connsiteY5" fmla="*/ 1005 h 58993"/>
                  <a:gd name="connsiteX6" fmla="*/ 45617 w 86092"/>
                  <a:gd name="connsiteY6" fmla="*/ 129 h 58993"/>
                  <a:gd name="connsiteX7" fmla="*/ 83607 w 86092"/>
                  <a:gd name="connsiteY7" fmla="*/ 11004 h 58993"/>
                  <a:gd name="connsiteX8" fmla="*/ 85979 w 86092"/>
                  <a:gd name="connsiteY8" fmla="*/ 13461 h 58993"/>
                  <a:gd name="connsiteX9" fmla="*/ 85075 w 86092"/>
                  <a:gd name="connsiteY9" fmla="*/ 16766 h 58993"/>
                  <a:gd name="connsiteX10" fmla="*/ 43865 w 86092"/>
                  <a:gd name="connsiteY10" fmla="*/ 57976 h 58993"/>
                  <a:gd name="connsiteX11" fmla="*/ 41436 w 86092"/>
                  <a:gd name="connsiteY11" fmla="*/ 58993 h 58993"/>
                  <a:gd name="connsiteX12" fmla="*/ 9999 w 86092"/>
                  <a:gd name="connsiteY12" fmla="*/ 42978 h 58993"/>
                  <a:gd name="connsiteX13" fmla="*/ 40419 w 86092"/>
                  <a:gd name="connsiteY13" fmla="*/ 51677 h 58993"/>
                  <a:gd name="connsiteX14" fmla="*/ 76065 w 86092"/>
                  <a:gd name="connsiteY14" fmla="*/ 16060 h 58993"/>
                  <a:gd name="connsiteX15" fmla="*/ 45645 w 86092"/>
                  <a:gd name="connsiteY15" fmla="*/ 7360 h 58993"/>
                  <a:gd name="connsiteX16" fmla="*/ 10027 w 86092"/>
                  <a:gd name="connsiteY16" fmla="*/ 42978 h 58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092" h="58993">
                    <a:moveTo>
                      <a:pt x="41436" y="58993"/>
                    </a:moveTo>
                    <a:cubicBezTo>
                      <a:pt x="41125" y="58993"/>
                      <a:pt x="40815" y="58936"/>
                      <a:pt x="40476" y="58852"/>
                    </a:cubicBezTo>
                    <a:lnTo>
                      <a:pt x="2486" y="47977"/>
                    </a:lnTo>
                    <a:cubicBezTo>
                      <a:pt x="1299" y="47638"/>
                      <a:pt x="396" y="46706"/>
                      <a:pt x="113" y="45520"/>
                    </a:cubicBezTo>
                    <a:cubicBezTo>
                      <a:pt x="-198" y="44334"/>
                      <a:pt x="141" y="43091"/>
                      <a:pt x="1017" y="42215"/>
                    </a:cubicBezTo>
                    <a:lnTo>
                      <a:pt x="42227" y="1005"/>
                    </a:lnTo>
                    <a:cubicBezTo>
                      <a:pt x="43103" y="129"/>
                      <a:pt x="44402" y="-210"/>
                      <a:pt x="45617" y="129"/>
                    </a:cubicBezTo>
                    <a:lnTo>
                      <a:pt x="83607" y="11004"/>
                    </a:lnTo>
                    <a:cubicBezTo>
                      <a:pt x="84793" y="11343"/>
                      <a:pt x="85697" y="12275"/>
                      <a:pt x="85979" y="13461"/>
                    </a:cubicBezTo>
                    <a:cubicBezTo>
                      <a:pt x="86290" y="14648"/>
                      <a:pt x="85951" y="15890"/>
                      <a:pt x="85075" y="16766"/>
                    </a:cubicBezTo>
                    <a:lnTo>
                      <a:pt x="43865" y="57976"/>
                    </a:lnTo>
                    <a:cubicBezTo>
                      <a:pt x="43215" y="58626"/>
                      <a:pt x="42340" y="58993"/>
                      <a:pt x="41436" y="58993"/>
                    </a:cubicBezTo>
                    <a:close/>
                    <a:moveTo>
                      <a:pt x="9999" y="42978"/>
                    </a:moveTo>
                    <a:lnTo>
                      <a:pt x="40419" y="51677"/>
                    </a:lnTo>
                    <a:lnTo>
                      <a:pt x="76065" y="16060"/>
                    </a:lnTo>
                    <a:lnTo>
                      <a:pt x="45645" y="7360"/>
                    </a:lnTo>
                    <a:lnTo>
                      <a:pt x="10027" y="42978"/>
                    </a:lnTo>
                    <a:close/>
                  </a:path>
                </a:pathLst>
              </a:custGeom>
              <a:solidFill>
                <a:srgbClr val="17A3A3"/>
              </a:solidFill>
              <a:ln w="2824" cap="flat">
                <a:noFill/>
                <a:prstDash val="solid"/>
                <a:miter/>
              </a:ln>
            </p:spPr>
            <p:txBody>
              <a:bodyPr rtlCol="1" anchor="ctr"/>
              <a:lstStyle/>
              <a:p>
                <a:endParaRPr lang="ar-SA"/>
              </a:p>
            </p:txBody>
          </p:sp>
        </p:grpSp>
      </p:grpSp>
      <p:grpSp>
        <p:nvGrpSpPr>
          <p:cNvPr id="7666" name="رسم 8014">
            <a:extLst>
              <a:ext uri="{FF2B5EF4-FFF2-40B4-BE49-F238E27FC236}">
                <a16:creationId xmlns:a16="http://schemas.microsoft.com/office/drawing/2014/main" id="{0AE08617-9D88-559A-CB89-F7DE180F4AD8}"/>
              </a:ext>
            </a:extLst>
          </p:cNvPr>
          <p:cNvGrpSpPr/>
          <p:nvPr/>
        </p:nvGrpSpPr>
        <p:grpSpPr>
          <a:xfrm>
            <a:off x="7741245" y="1834795"/>
            <a:ext cx="204836" cy="205426"/>
            <a:chOff x="8334538" y="512476"/>
            <a:chExt cx="244840" cy="260629"/>
          </a:xfrm>
        </p:grpSpPr>
        <p:grpSp>
          <p:nvGrpSpPr>
            <p:cNvPr id="7667" name="رسم 8014">
              <a:extLst>
                <a:ext uri="{FF2B5EF4-FFF2-40B4-BE49-F238E27FC236}">
                  <a16:creationId xmlns:a16="http://schemas.microsoft.com/office/drawing/2014/main" id="{B53F0AA6-A8BE-E7A3-D230-DDF1F3C241D7}"/>
                </a:ext>
              </a:extLst>
            </p:cNvPr>
            <p:cNvGrpSpPr/>
            <p:nvPr/>
          </p:nvGrpSpPr>
          <p:grpSpPr>
            <a:xfrm>
              <a:off x="8334538" y="578812"/>
              <a:ext cx="244774" cy="194294"/>
              <a:chOff x="8334538" y="578812"/>
              <a:chExt cx="244774" cy="194294"/>
            </a:xfrm>
            <a:solidFill>
              <a:srgbClr val="01355A"/>
            </a:solidFill>
          </p:grpSpPr>
          <p:sp>
            <p:nvSpPr>
              <p:cNvPr id="7672" name="شكل حر: شكل 8566">
                <a:extLst>
                  <a:ext uri="{FF2B5EF4-FFF2-40B4-BE49-F238E27FC236}">
                    <a16:creationId xmlns:a16="http://schemas.microsoft.com/office/drawing/2014/main" id="{90F8DD32-FF04-B1BA-659C-03FCF9818211}"/>
                  </a:ext>
                </a:extLst>
              </p:cNvPr>
              <p:cNvSpPr/>
              <p:nvPr/>
            </p:nvSpPr>
            <p:spPr>
              <a:xfrm>
                <a:off x="8334538" y="691788"/>
                <a:ext cx="63297" cy="81290"/>
              </a:xfrm>
              <a:custGeom>
                <a:avLst/>
                <a:gdLst>
                  <a:gd name="connsiteX0" fmla="*/ 59852 w 63297"/>
                  <a:gd name="connsiteY0" fmla="*/ 81291 h 81290"/>
                  <a:gd name="connsiteX1" fmla="*/ 3446 w 63297"/>
                  <a:gd name="connsiteY1" fmla="*/ 81291 h 81290"/>
                  <a:gd name="connsiteX2" fmla="*/ 0 w 63297"/>
                  <a:gd name="connsiteY2" fmla="*/ 77845 h 81290"/>
                  <a:gd name="connsiteX3" fmla="*/ 0 w 63297"/>
                  <a:gd name="connsiteY3" fmla="*/ 16919 h 81290"/>
                  <a:gd name="connsiteX4" fmla="*/ 2655 w 63297"/>
                  <a:gd name="connsiteY4" fmla="*/ 13558 h 81290"/>
                  <a:gd name="connsiteX5" fmla="*/ 3954 w 63297"/>
                  <a:gd name="connsiteY5" fmla="*/ 13247 h 81290"/>
                  <a:gd name="connsiteX6" fmla="*/ 58016 w 63297"/>
                  <a:gd name="connsiteY6" fmla="*/ 339 h 81290"/>
                  <a:gd name="connsiteX7" fmla="*/ 58242 w 63297"/>
                  <a:gd name="connsiteY7" fmla="*/ 282 h 81290"/>
                  <a:gd name="connsiteX8" fmla="*/ 59089 w 63297"/>
                  <a:gd name="connsiteY8" fmla="*/ 85 h 81290"/>
                  <a:gd name="connsiteX9" fmla="*/ 61999 w 63297"/>
                  <a:gd name="connsiteY9" fmla="*/ 763 h 81290"/>
                  <a:gd name="connsiteX10" fmla="*/ 63298 w 63297"/>
                  <a:gd name="connsiteY10" fmla="*/ 3446 h 81290"/>
                  <a:gd name="connsiteX11" fmla="*/ 63298 w 63297"/>
                  <a:gd name="connsiteY11" fmla="*/ 77816 h 81290"/>
                  <a:gd name="connsiteX12" fmla="*/ 59852 w 63297"/>
                  <a:gd name="connsiteY12" fmla="*/ 81262 h 81290"/>
                  <a:gd name="connsiteX13" fmla="*/ 6892 w 63297"/>
                  <a:gd name="connsiteY13" fmla="*/ 74399 h 81290"/>
                  <a:gd name="connsiteX14" fmla="*/ 56434 w 63297"/>
                  <a:gd name="connsiteY14" fmla="*/ 74399 h 81290"/>
                  <a:gd name="connsiteX15" fmla="*/ 56434 w 63297"/>
                  <a:gd name="connsiteY15" fmla="*/ 8022 h 81290"/>
                  <a:gd name="connsiteX16" fmla="*/ 6892 w 63297"/>
                  <a:gd name="connsiteY16" fmla="*/ 19744 h 81290"/>
                  <a:gd name="connsiteX17" fmla="*/ 6892 w 63297"/>
                  <a:gd name="connsiteY17" fmla="*/ 74399 h 81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297" h="81290">
                    <a:moveTo>
                      <a:pt x="59852" y="81291"/>
                    </a:moveTo>
                    <a:lnTo>
                      <a:pt x="3446" y="81291"/>
                    </a:lnTo>
                    <a:cubicBezTo>
                      <a:pt x="1554" y="81291"/>
                      <a:pt x="0" y="79737"/>
                      <a:pt x="0" y="77845"/>
                    </a:cubicBezTo>
                    <a:lnTo>
                      <a:pt x="0" y="16919"/>
                    </a:lnTo>
                    <a:cubicBezTo>
                      <a:pt x="0" y="15337"/>
                      <a:pt x="1101" y="13953"/>
                      <a:pt x="2655" y="13558"/>
                    </a:cubicBezTo>
                    <a:lnTo>
                      <a:pt x="3954" y="13247"/>
                    </a:lnTo>
                    <a:cubicBezTo>
                      <a:pt x="22116" y="10027"/>
                      <a:pt x="40222" y="5706"/>
                      <a:pt x="58016" y="339"/>
                    </a:cubicBezTo>
                    <a:cubicBezTo>
                      <a:pt x="58101" y="339"/>
                      <a:pt x="58158" y="282"/>
                      <a:pt x="58242" y="282"/>
                    </a:cubicBezTo>
                    <a:lnTo>
                      <a:pt x="59089" y="85"/>
                    </a:lnTo>
                    <a:cubicBezTo>
                      <a:pt x="60106" y="-141"/>
                      <a:pt x="61179" y="85"/>
                      <a:pt x="61999" y="763"/>
                    </a:cubicBezTo>
                    <a:cubicBezTo>
                      <a:pt x="62818" y="1412"/>
                      <a:pt x="63298" y="2401"/>
                      <a:pt x="63298" y="3446"/>
                    </a:cubicBezTo>
                    <a:lnTo>
                      <a:pt x="63298" y="77816"/>
                    </a:lnTo>
                    <a:cubicBezTo>
                      <a:pt x="63298" y="79709"/>
                      <a:pt x="61744" y="81262"/>
                      <a:pt x="59852" y="81262"/>
                    </a:cubicBezTo>
                    <a:close/>
                    <a:moveTo>
                      <a:pt x="6892" y="74399"/>
                    </a:moveTo>
                    <a:lnTo>
                      <a:pt x="56434" y="74399"/>
                    </a:lnTo>
                    <a:lnTo>
                      <a:pt x="56434" y="8022"/>
                    </a:lnTo>
                    <a:cubicBezTo>
                      <a:pt x="40052" y="12823"/>
                      <a:pt x="23416" y="16750"/>
                      <a:pt x="6892" y="19744"/>
                    </a:cubicBezTo>
                    <a:lnTo>
                      <a:pt x="6892" y="74399"/>
                    </a:lnTo>
                    <a:close/>
                  </a:path>
                </a:pathLst>
              </a:custGeom>
              <a:solidFill>
                <a:srgbClr val="01355A"/>
              </a:solidFill>
              <a:ln w="2824" cap="flat">
                <a:noFill/>
                <a:prstDash val="solid"/>
                <a:miter/>
              </a:ln>
            </p:spPr>
            <p:txBody>
              <a:bodyPr rtlCol="1" anchor="ctr"/>
              <a:lstStyle/>
              <a:p>
                <a:endParaRPr lang="ar-SA"/>
              </a:p>
            </p:txBody>
          </p:sp>
          <p:sp>
            <p:nvSpPr>
              <p:cNvPr id="7673" name="شكل حر: شكل 8567">
                <a:extLst>
                  <a:ext uri="{FF2B5EF4-FFF2-40B4-BE49-F238E27FC236}">
                    <a16:creationId xmlns:a16="http://schemas.microsoft.com/office/drawing/2014/main" id="{2299AB05-EBFC-E2C2-3D3A-463489C479BD}"/>
                  </a:ext>
                </a:extLst>
              </p:cNvPr>
              <p:cNvSpPr/>
              <p:nvPr/>
            </p:nvSpPr>
            <p:spPr>
              <a:xfrm>
                <a:off x="8425234" y="652801"/>
                <a:ext cx="63355" cy="120304"/>
              </a:xfrm>
              <a:custGeom>
                <a:avLst/>
                <a:gdLst>
                  <a:gd name="connsiteX0" fmla="*/ 59881 w 63355"/>
                  <a:gd name="connsiteY0" fmla="*/ 120277 h 120304"/>
                  <a:gd name="connsiteX1" fmla="*/ 3447 w 63355"/>
                  <a:gd name="connsiteY1" fmla="*/ 120277 h 120304"/>
                  <a:gd name="connsiteX2" fmla="*/ 0 w 63355"/>
                  <a:gd name="connsiteY2" fmla="*/ 116831 h 120304"/>
                  <a:gd name="connsiteX3" fmla="*/ 0 w 63355"/>
                  <a:gd name="connsiteY3" fmla="*/ 30513 h 120304"/>
                  <a:gd name="connsiteX4" fmla="*/ 2316 w 63355"/>
                  <a:gd name="connsiteY4" fmla="*/ 27264 h 120304"/>
                  <a:gd name="connsiteX5" fmla="*/ 57988 w 63355"/>
                  <a:gd name="connsiteY5" fmla="*/ 516 h 120304"/>
                  <a:gd name="connsiteX6" fmla="*/ 58412 w 63355"/>
                  <a:gd name="connsiteY6" fmla="*/ 318 h 120304"/>
                  <a:gd name="connsiteX7" fmla="*/ 58722 w 63355"/>
                  <a:gd name="connsiteY7" fmla="*/ 205 h 120304"/>
                  <a:gd name="connsiteX8" fmla="*/ 61237 w 63355"/>
                  <a:gd name="connsiteY8" fmla="*/ 262 h 120304"/>
                  <a:gd name="connsiteX9" fmla="*/ 63355 w 63355"/>
                  <a:gd name="connsiteY9" fmla="*/ 3453 h 120304"/>
                  <a:gd name="connsiteX10" fmla="*/ 63355 w 63355"/>
                  <a:gd name="connsiteY10" fmla="*/ 116859 h 120304"/>
                  <a:gd name="connsiteX11" fmla="*/ 59909 w 63355"/>
                  <a:gd name="connsiteY11" fmla="*/ 120305 h 120304"/>
                  <a:gd name="connsiteX12" fmla="*/ 6892 w 63355"/>
                  <a:gd name="connsiteY12" fmla="*/ 113385 h 120304"/>
                  <a:gd name="connsiteX13" fmla="*/ 56435 w 63355"/>
                  <a:gd name="connsiteY13" fmla="*/ 113385 h 120304"/>
                  <a:gd name="connsiteX14" fmla="*/ 56435 w 63355"/>
                  <a:gd name="connsiteY14" fmla="*/ 9300 h 120304"/>
                  <a:gd name="connsiteX15" fmla="*/ 6892 w 63355"/>
                  <a:gd name="connsiteY15" fmla="*/ 32857 h 120304"/>
                  <a:gd name="connsiteX16" fmla="*/ 6892 w 63355"/>
                  <a:gd name="connsiteY16" fmla="*/ 113385 h 120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3355" h="120304">
                    <a:moveTo>
                      <a:pt x="59881" y="120277"/>
                    </a:moveTo>
                    <a:lnTo>
                      <a:pt x="3447" y="120277"/>
                    </a:lnTo>
                    <a:cubicBezTo>
                      <a:pt x="1554" y="120277"/>
                      <a:pt x="0" y="118723"/>
                      <a:pt x="0" y="116831"/>
                    </a:cubicBezTo>
                    <a:lnTo>
                      <a:pt x="0" y="30513"/>
                    </a:lnTo>
                    <a:cubicBezTo>
                      <a:pt x="0" y="29016"/>
                      <a:pt x="961" y="27716"/>
                      <a:pt x="2316" y="27264"/>
                    </a:cubicBezTo>
                    <a:cubicBezTo>
                      <a:pt x="21862" y="19553"/>
                      <a:pt x="40589" y="10571"/>
                      <a:pt x="57988" y="516"/>
                    </a:cubicBezTo>
                    <a:cubicBezTo>
                      <a:pt x="58129" y="431"/>
                      <a:pt x="58271" y="375"/>
                      <a:pt x="58412" y="318"/>
                    </a:cubicBezTo>
                    <a:cubicBezTo>
                      <a:pt x="58497" y="262"/>
                      <a:pt x="58609" y="234"/>
                      <a:pt x="58722" y="205"/>
                    </a:cubicBezTo>
                    <a:cubicBezTo>
                      <a:pt x="59513" y="-77"/>
                      <a:pt x="60417" y="-77"/>
                      <a:pt x="61237" y="262"/>
                    </a:cubicBezTo>
                    <a:cubicBezTo>
                      <a:pt x="62536" y="798"/>
                      <a:pt x="63355" y="2041"/>
                      <a:pt x="63355" y="3453"/>
                    </a:cubicBezTo>
                    <a:lnTo>
                      <a:pt x="63355" y="116859"/>
                    </a:lnTo>
                    <a:cubicBezTo>
                      <a:pt x="63355" y="118752"/>
                      <a:pt x="61801" y="120305"/>
                      <a:pt x="59909" y="120305"/>
                    </a:cubicBezTo>
                    <a:close/>
                    <a:moveTo>
                      <a:pt x="6892" y="113385"/>
                    </a:moveTo>
                    <a:lnTo>
                      <a:pt x="56435" y="113385"/>
                    </a:lnTo>
                    <a:lnTo>
                      <a:pt x="56435" y="9300"/>
                    </a:lnTo>
                    <a:cubicBezTo>
                      <a:pt x="40787" y="18028"/>
                      <a:pt x="24150" y="25937"/>
                      <a:pt x="6892" y="32857"/>
                    </a:cubicBezTo>
                    <a:lnTo>
                      <a:pt x="6892" y="113385"/>
                    </a:lnTo>
                    <a:close/>
                  </a:path>
                </a:pathLst>
              </a:custGeom>
              <a:solidFill>
                <a:srgbClr val="01355A"/>
              </a:solidFill>
              <a:ln w="2824" cap="flat">
                <a:noFill/>
                <a:prstDash val="solid"/>
                <a:miter/>
              </a:ln>
            </p:spPr>
            <p:txBody>
              <a:bodyPr rtlCol="1" anchor="ctr"/>
              <a:lstStyle/>
              <a:p>
                <a:endParaRPr lang="ar-SA"/>
              </a:p>
            </p:txBody>
          </p:sp>
          <p:sp>
            <p:nvSpPr>
              <p:cNvPr id="7674" name="شكل حر: شكل 8568">
                <a:extLst>
                  <a:ext uri="{FF2B5EF4-FFF2-40B4-BE49-F238E27FC236}">
                    <a16:creationId xmlns:a16="http://schemas.microsoft.com/office/drawing/2014/main" id="{0E274F78-1177-18F8-24EF-216E23958713}"/>
                  </a:ext>
                </a:extLst>
              </p:cNvPr>
              <p:cNvSpPr/>
              <p:nvPr/>
            </p:nvSpPr>
            <p:spPr>
              <a:xfrm>
                <a:off x="8516015" y="578812"/>
                <a:ext cx="63297" cy="194266"/>
              </a:xfrm>
              <a:custGeom>
                <a:avLst/>
                <a:gdLst>
                  <a:gd name="connsiteX0" fmla="*/ 59880 w 63297"/>
                  <a:gd name="connsiteY0" fmla="*/ 194266 h 194266"/>
                  <a:gd name="connsiteX1" fmla="*/ 3446 w 63297"/>
                  <a:gd name="connsiteY1" fmla="*/ 194266 h 194266"/>
                  <a:gd name="connsiteX2" fmla="*/ 0 w 63297"/>
                  <a:gd name="connsiteY2" fmla="*/ 190820 h 194266"/>
                  <a:gd name="connsiteX3" fmla="*/ 0 w 63297"/>
                  <a:gd name="connsiteY3" fmla="*/ 55157 h 194266"/>
                  <a:gd name="connsiteX4" fmla="*/ 1214 w 63297"/>
                  <a:gd name="connsiteY4" fmla="*/ 52530 h 194266"/>
                  <a:gd name="connsiteX5" fmla="*/ 1214 w 63297"/>
                  <a:gd name="connsiteY5" fmla="*/ 52530 h 194266"/>
                  <a:gd name="connsiteX6" fmla="*/ 1525 w 63297"/>
                  <a:gd name="connsiteY6" fmla="*/ 52276 h 194266"/>
                  <a:gd name="connsiteX7" fmla="*/ 1638 w 63297"/>
                  <a:gd name="connsiteY7" fmla="*/ 52191 h 194266"/>
                  <a:gd name="connsiteX8" fmla="*/ 3418 w 63297"/>
                  <a:gd name="connsiteY8" fmla="*/ 50892 h 194266"/>
                  <a:gd name="connsiteX9" fmla="*/ 57254 w 63297"/>
                  <a:gd name="connsiteY9" fmla="*/ 1180 h 194266"/>
                  <a:gd name="connsiteX10" fmla="*/ 61066 w 63297"/>
                  <a:gd name="connsiteY10" fmla="*/ 220 h 194266"/>
                  <a:gd name="connsiteX11" fmla="*/ 63298 w 63297"/>
                  <a:gd name="connsiteY11" fmla="*/ 3440 h 194266"/>
                  <a:gd name="connsiteX12" fmla="*/ 63298 w 63297"/>
                  <a:gd name="connsiteY12" fmla="*/ 190820 h 194266"/>
                  <a:gd name="connsiteX13" fmla="*/ 59852 w 63297"/>
                  <a:gd name="connsiteY13" fmla="*/ 194266 h 194266"/>
                  <a:gd name="connsiteX14" fmla="*/ 6892 w 63297"/>
                  <a:gd name="connsiteY14" fmla="*/ 187374 h 194266"/>
                  <a:gd name="connsiteX15" fmla="*/ 56434 w 63297"/>
                  <a:gd name="connsiteY15" fmla="*/ 187374 h 194266"/>
                  <a:gd name="connsiteX16" fmla="*/ 56434 w 63297"/>
                  <a:gd name="connsiteY16" fmla="*/ 12478 h 194266"/>
                  <a:gd name="connsiteX17" fmla="*/ 7513 w 63297"/>
                  <a:gd name="connsiteY17" fmla="*/ 56428 h 194266"/>
                  <a:gd name="connsiteX18" fmla="*/ 6892 w 63297"/>
                  <a:gd name="connsiteY18" fmla="*/ 56880 h 194266"/>
                  <a:gd name="connsiteX19" fmla="*/ 6892 w 63297"/>
                  <a:gd name="connsiteY19" fmla="*/ 187346 h 194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3297" h="194266">
                    <a:moveTo>
                      <a:pt x="59880" y="194266"/>
                    </a:moveTo>
                    <a:lnTo>
                      <a:pt x="3446" y="194266"/>
                    </a:lnTo>
                    <a:cubicBezTo>
                      <a:pt x="1554" y="194266"/>
                      <a:pt x="0" y="192713"/>
                      <a:pt x="0" y="190820"/>
                    </a:cubicBezTo>
                    <a:lnTo>
                      <a:pt x="0" y="55157"/>
                    </a:lnTo>
                    <a:cubicBezTo>
                      <a:pt x="0" y="54140"/>
                      <a:pt x="452" y="53180"/>
                      <a:pt x="1214" y="52530"/>
                    </a:cubicBezTo>
                    <a:lnTo>
                      <a:pt x="1214" y="52530"/>
                    </a:lnTo>
                    <a:cubicBezTo>
                      <a:pt x="1214" y="52530"/>
                      <a:pt x="1412" y="52361"/>
                      <a:pt x="1525" y="52276"/>
                    </a:cubicBezTo>
                    <a:cubicBezTo>
                      <a:pt x="1554" y="52248"/>
                      <a:pt x="1610" y="52220"/>
                      <a:pt x="1638" y="52191"/>
                    </a:cubicBezTo>
                    <a:lnTo>
                      <a:pt x="3418" y="50892"/>
                    </a:lnTo>
                    <a:cubicBezTo>
                      <a:pt x="23161" y="36346"/>
                      <a:pt x="41295" y="19624"/>
                      <a:pt x="57254" y="1180"/>
                    </a:cubicBezTo>
                    <a:cubicBezTo>
                      <a:pt x="58185" y="107"/>
                      <a:pt x="59711" y="-289"/>
                      <a:pt x="61066" y="220"/>
                    </a:cubicBezTo>
                    <a:cubicBezTo>
                      <a:pt x="62422" y="728"/>
                      <a:pt x="63298" y="1999"/>
                      <a:pt x="63298" y="3440"/>
                    </a:cubicBezTo>
                    <a:lnTo>
                      <a:pt x="63298" y="190820"/>
                    </a:lnTo>
                    <a:cubicBezTo>
                      <a:pt x="63298" y="192713"/>
                      <a:pt x="61744" y="194266"/>
                      <a:pt x="59852" y="194266"/>
                    </a:cubicBezTo>
                    <a:close/>
                    <a:moveTo>
                      <a:pt x="6892" y="187374"/>
                    </a:moveTo>
                    <a:lnTo>
                      <a:pt x="56434" y="187374"/>
                    </a:lnTo>
                    <a:lnTo>
                      <a:pt x="56434" y="12478"/>
                    </a:lnTo>
                    <a:cubicBezTo>
                      <a:pt x="41662" y="28635"/>
                      <a:pt x="25223" y="43379"/>
                      <a:pt x="7513" y="56428"/>
                    </a:cubicBezTo>
                    <a:lnTo>
                      <a:pt x="6892" y="56880"/>
                    </a:lnTo>
                    <a:lnTo>
                      <a:pt x="6892" y="187346"/>
                    </a:lnTo>
                    <a:close/>
                  </a:path>
                </a:pathLst>
              </a:custGeom>
              <a:solidFill>
                <a:srgbClr val="01355A"/>
              </a:solidFill>
              <a:ln w="2824" cap="flat">
                <a:noFill/>
                <a:prstDash val="solid"/>
                <a:miter/>
              </a:ln>
            </p:spPr>
            <p:txBody>
              <a:bodyPr rtlCol="1" anchor="ctr"/>
              <a:lstStyle/>
              <a:p>
                <a:endParaRPr lang="ar-SA"/>
              </a:p>
            </p:txBody>
          </p:sp>
        </p:grpSp>
        <p:grpSp>
          <p:nvGrpSpPr>
            <p:cNvPr id="7668" name="رسم 8014">
              <a:extLst>
                <a:ext uri="{FF2B5EF4-FFF2-40B4-BE49-F238E27FC236}">
                  <a16:creationId xmlns:a16="http://schemas.microsoft.com/office/drawing/2014/main" id="{289A5938-A1DC-AC07-9B61-9E2E972EEBB6}"/>
                </a:ext>
              </a:extLst>
            </p:cNvPr>
            <p:cNvGrpSpPr/>
            <p:nvPr/>
          </p:nvGrpSpPr>
          <p:grpSpPr>
            <a:xfrm>
              <a:off x="8334539" y="512476"/>
              <a:ext cx="244839" cy="133327"/>
              <a:chOff x="8334539" y="512476"/>
              <a:chExt cx="244839" cy="133327"/>
            </a:xfrm>
            <a:solidFill>
              <a:srgbClr val="17A3A3"/>
            </a:solidFill>
          </p:grpSpPr>
          <p:sp>
            <p:nvSpPr>
              <p:cNvPr id="7669" name="شكل حر: شكل 8570">
                <a:extLst>
                  <a:ext uri="{FF2B5EF4-FFF2-40B4-BE49-F238E27FC236}">
                    <a16:creationId xmlns:a16="http://schemas.microsoft.com/office/drawing/2014/main" id="{8C4EE780-7492-5485-4C42-33EE81AED630}"/>
                  </a:ext>
                </a:extLst>
              </p:cNvPr>
              <p:cNvSpPr/>
              <p:nvPr/>
            </p:nvSpPr>
            <p:spPr>
              <a:xfrm>
                <a:off x="8334539" y="512476"/>
                <a:ext cx="244839" cy="133327"/>
              </a:xfrm>
              <a:custGeom>
                <a:avLst/>
                <a:gdLst>
                  <a:gd name="connsiteX0" fmla="*/ 3444 w 244839"/>
                  <a:gd name="connsiteY0" fmla="*/ 133299 h 133327"/>
                  <a:gd name="connsiteX1" fmla="*/ 55 w 244839"/>
                  <a:gd name="connsiteY1" fmla="*/ 130446 h 133327"/>
                  <a:gd name="connsiteX2" fmla="*/ 2851 w 244839"/>
                  <a:gd name="connsiteY2" fmla="*/ 126464 h 133327"/>
                  <a:gd name="connsiteX3" fmla="*/ 58862 w 244839"/>
                  <a:gd name="connsiteY3" fmla="*/ 113104 h 133327"/>
                  <a:gd name="connsiteX4" fmla="*/ 60218 w 244839"/>
                  <a:gd name="connsiteY4" fmla="*/ 116296 h 133327"/>
                  <a:gd name="connsiteX5" fmla="*/ 59201 w 244839"/>
                  <a:gd name="connsiteY5" fmla="*/ 113019 h 133327"/>
                  <a:gd name="connsiteX6" fmla="*/ 59794 w 244839"/>
                  <a:gd name="connsiteY6" fmla="*/ 112850 h 133327"/>
                  <a:gd name="connsiteX7" fmla="*/ 184921 w 244839"/>
                  <a:gd name="connsiteY7" fmla="*/ 50907 h 133327"/>
                  <a:gd name="connsiteX8" fmla="*/ 238786 w 244839"/>
                  <a:gd name="connsiteY8" fmla="*/ 1195 h 133327"/>
                  <a:gd name="connsiteX9" fmla="*/ 243644 w 244839"/>
                  <a:gd name="connsiteY9" fmla="*/ 856 h 133327"/>
                  <a:gd name="connsiteX10" fmla="*/ 243982 w 244839"/>
                  <a:gd name="connsiteY10" fmla="*/ 5715 h 133327"/>
                  <a:gd name="connsiteX11" fmla="*/ 189017 w 244839"/>
                  <a:gd name="connsiteY11" fmla="*/ 56472 h 133327"/>
                  <a:gd name="connsiteX12" fmla="*/ 61602 w 244839"/>
                  <a:gd name="connsiteY12" fmla="*/ 119516 h 133327"/>
                  <a:gd name="connsiteX13" fmla="*/ 60246 w 244839"/>
                  <a:gd name="connsiteY13" fmla="*/ 116324 h 133327"/>
                  <a:gd name="connsiteX14" fmla="*/ 61291 w 244839"/>
                  <a:gd name="connsiteY14" fmla="*/ 119600 h 133327"/>
                  <a:gd name="connsiteX15" fmla="*/ 60698 w 244839"/>
                  <a:gd name="connsiteY15" fmla="*/ 119770 h 133327"/>
                  <a:gd name="connsiteX16" fmla="*/ 4066 w 244839"/>
                  <a:gd name="connsiteY16" fmla="*/ 133271 h 133327"/>
                  <a:gd name="connsiteX17" fmla="*/ 3472 w 244839"/>
                  <a:gd name="connsiteY17" fmla="*/ 133328 h 133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4839" h="133327">
                    <a:moveTo>
                      <a:pt x="3444" y="133299"/>
                    </a:moveTo>
                    <a:cubicBezTo>
                      <a:pt x="1806" y="133299"/>
                      <a:pt x="337" y="132113"/>
                      <a:pt x="55" y="130446"/>
                    </a:cubicBezTo>
                    <a:cubicBezTo>
                      <a:pt x="-284" y="128582"/>
                      <a:pt x="986" y="126775"/>
                      <a:pt x="2851" y="126464"/>
                    </a:cubicBezTo>
                    <a:cubicBezTo>
                      <a:pt x="21662" y="123159"/>
                      <a:pt x="40530" y="118668"/>
                      <a:pt x="58862" y="113104"/>
                    </a:cubicBezTo>
                    <a:lnTo>
                      <a:pt x="60218" y="116296"/>
                    </a:lnTo>
                    <a:lnTo>
                      <a:pt x="59201" y="113019"/>
                    </a:lnTo>
                    <a:cubicBezTo>
                      <a:pt x="59399" y="112963"/>
                      <a:pt x="59568" y="112906"/>
                      <a:pt x="59794" y="112850"/>
                    </a:cubicBezTo>
                    <a:cubicBezTo>
                      <a:pt x="106229" y="98699"/>
                      <a:pt x="148400" y="77853"/>
                      <a:pt x="184921" y="50907"/>
                    </a:cubicBezTo>
                    <a:cubicBezTo>
                      <a:pt x="204750" y="36304"/>
                      <a:pt x="222855" y="19583"/>
                      <a:pt x="238786" y="1195"/>
                    </a:cubicBezTo>
                    <a:cubicBezTo>
                      <a:pt x="240028" y="-245"/>
                      <a:pt x="242203" y="-415"/>
                      <a:pt x="243644" y="856"/>
                    </a:cubicBezTo>
                    <a:cubicBezTo>
                      <a:pt x="245084" y="2099"/>
                      <a:pt x="245254" y="4274"/>
                      <a:pt x="243982" y="5715"/>
                    </a:cubicBezTo>
                    <a:cubicBezTo>
                      <a:pt x="227741" y="24498"/>
                      <a:pt x="209241" y="41558"/>
                      <a:pt x="189017" y="56472"/>
                    </a:cubicBezTo>
                    <a:cubicBezTo>
                      <a:pt x="151874" y="83870"/>
                      <a:pt x="108998" y="105082"/>
                      <a:pt x="61602" y="119516"/>
                    </a:cubicBezTo>
                    <a:lnTo>
                      <a:pt x="60246" y="116324"/>
                    </a:lnTo>
                    <a:lnTo>
                      <a:pt x="61291" y="119600"/>
                    </a:lnTo>
                    <a:cubicBezTo>
                      <a:pt x="61093" y="119657"/>
                      <a:pt x="60924" y="119713"/>
                      <a:pt x="60698" y="119770"/>
                    </a:cubicBezTo>
                    <a:cubicBezTo>
                      <a:pt x="42282" y="125362"/>
                      <a:pt x="23159" y="129910"/>
                      <a:pt x="4066" y="133271"/>
                    </a:cubicBezTo>
                    <a:cubicBezTo>
                      <a:pt x="3868" y="133299"/>
                      <a:pt x="3670" y="133328"/>
                      <a:pt x="3472" y="133328"/>
                    </a:cubicBezTo>
                    <a:close/>
                  </a:path>
                </a:pathLst>
              </a:custGeom>
              <a:solidFill>
                <a:srgbClr val="17A3A3"/>
              </a:solidFill>
              <a:ln w="2824" cap="flat">
                <a:noFill/>
                <a:prstDash val="solid"/>
                <a:miter/>
              </a:ln>
            </p:spPr>
            <p:txBody>
              <a:bodyPr rtlCol="1" anchor="ctr"/>
              <a:lstStyle/>
              <a:p>
                <a:endParaRPr lang="ar-SA"/>
              </a:p>
            </p:txBody>
          </p:sp>
          <p:sp>
            <p:nvSpPr>
              <p:cNvPr id="7670" name="شكل حر: شكل 8571">
                <a:extLst>
                  <a:ext uri="{FF2B5EF4-FFF2-40B4-BE49-F238E27FC236}">
                    <a16:creationId xmlns:a16="http://schemas.microsoft.com/office/drawing/2014/main" id="{7D21C616-DF39-CC58-617D-6B717DA47D93}"/>
                  </a:ext>
                </a:extLst>
              </p:cNvPr>
              <p:cNvSpPr/>
              <p:nvPr/>
            </p:nvSpPr>
            <p:spPr>
              <a:xfrm>
                <a:off x="8572449" y="512485"/>
                <a:ext cx="6891" cy="45220"/>
              </a:xfrm>
              <a:custGeom>
                <a:avLst/>
                <a:gdLst>
                  <a:gd name="connsiteX0" fmla="*/ 3446 w 6891"/>
                  <a:gd name="connsiteY0" fmla="*/ 45221 h 45220"/>
                  <a:gd name="connsiteX1" fmla="*/ 0 w 6891"/>
                  <a:gd name="connsiteY1" fmla="*/ 41775 h 45220"/>
                  <a:gd name="connsiteX2" fmla="*/ 0 w 6891"/>
                  <a:gd name="connsiteY2" fmla="*/ 3446 h 45220"/>
                  <a:gd name="connsiteX3" fmla="*/ 3446 w 6891"/>
                  <a:gd name="connsiteY3" fmla="*/ 0 h 45220"/>
                  <a:gd name="connsiteX4" fmla="*/ 6892 w 6891"/>
                  <a:gd name="connsiteY4" fmla="*/ 3446 h 45220"/>
                  <a:gd name="connsiteX5" fmla="*/ 6892 w 6891"/>
                  <a:gd name="connsiteY5" fmla="*/ 41775 h 45220"/>
                  <a:gd name="connsiteX6" fmla="*/ 3446 w 6891"/>
                  <a:gd name="connsiteY6" fmla="*/ 45221 h 45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45220">
                    <a:moveTo>
                      <a:pt x="3446" y="45221"/>
                    </a:moveTo>
                    <a:cubicBezTo>
                      <a:pt x="1554" y="45221"/>
                      <a:pt x="0" y="43667"/>
                      <a:pt x="0" y="41775"/>
                    </a:cubicBezTo>
                    <a:lnTo>
                      <a:pt x="0" y="3446"/>
                    </a:lnTo>
                    <a:cubicBezTo>
                      <a:pt x="0" y="1554"/>
                      <a:pt x="1554" y="0"/>
                      <a:pt x="3446" y="0"/>
                    </a:cubicBezTo>
                    <a:cubicBezTo>
                      <a:pt x="5338" y="0"/>
                      <a:pt x="6892" y="1554"/>
                      <a:pt x="6892" y="3446"/>
                    </a:cubicBezTo>
                    <a:lnTo>
                      <a:pt x="6892" y="41775"/>
                    </a:lnTo>
                    <a:cubicBezTo>
                      <a:pt x="6892" y="43667"/>
                      <a:pt x="5338" y="45221"/>
                      <a:pt x="3446" y="45221"/>
                    </a:cubicBezTo>
                    <a:close/>
                  </a:path>
                </a:pathLst>
              </a:custGeom>
              <a:solidFill>
                <a:srgbClr val="17A3A3"/>
              </a:solidFill>
              <a:ln w="2824" cap="flat">
                <a:noFill/>
                <a:prstDash val="solid"/>
                <a:miter/>
              </a:ln>
            </p:spPr>
            <p:txBody>
              <a:bodyPr rtlCol="1" anchor="ctr"/>
              <a:lstStyle/>
              <a:p>
                <a:endParaRPr lang="ar-SA"/>
              </a:p>
            </p:txBody>
          </p:sp>
          <p:sp>
            <p:nvSpPr>
              <p:cNvPr id="7671" name="شكل حر: شكل 8572">
                <a:extLst>
                  <a:ext uri="{FF2B5EF4-FFF2-40B4-BE49-F238E27FC236}">
                    <a16:creationId xmlns:a16="http://schemas.microsoft.com/office/drawing/2014/main" id="{FED72D49-F70F-3E64-4445-EE695E7ABCCB}"/>
                  </a:ext>
                </a:extLst>
              </p:cNvPr>
              <p:cNvSpPr/>
              <p:nvPr/>
            </p:nvSpPr>
            <p:spPr>
              <a:xfrm>
                <a:off x="8531945" y="512485"/>
                <a:ext cx="47395" cy="6891"/>
              </a:xfrm>
              <a:custGeom>
                <a:avLst/>
                <a:gdLst>
                  <a:gd name="connsiteX0" fmla="*/ 43950 w 47395"/>
                  <a:gd name="connsiteY0" fmla="*/ 6892 h 6891"/>
                  <a:gd name="connsiteX1" fmla="*/ 3446 w 47395"/>
                  <a:gd name="connsiteY1" fmla="*/ 6892 h 6891"/>
                  <a:gd name="connsiteX2" fmla="*/ 0 w 47395"/>
                  <a:gd name="connsiteY2" fmla="*/ 3446 h 6891"/>
                  <a:gd name="connsiteX3" fmla="*/ 3446 w 47395"/>
                  <a:gd name="connsiteY3" fmla="*/ 0 h 6891"/>
                  <a:gd name="connsiteX4" fmla="*/ 43950 w 47395"/>
                  <a:gd name="connsiteY4" fmla="*/ 0 h 6891"/>
                  <a:gd name="connsiteX5" fmla="*/ 47396 w 47395"/>
                  <a:gd name="connsiteY5" fmla="*/ 3446 h 6891"/>
                  <a:gd name="connsiteX6" fmla="*/ 43950 w 47395"/>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395" h="6891">
                    <a:moveTo>
                      <a:pt x="43950" y="6892"/>
                    </a:moveTo>
                    <a:lnTo>
                      <a:pt x="3446" y="6892"/>
                    </a:lnTo>
                    <a:cubicBezTo>
                      <a:pt x="1554" y="6892"/>
                      <a:pt x="0" y="5338"/>
                      <a:pt x="0" y="3446"/>
                    </a:cubicBezTo>
                    <a:cubicBezTo>
                      <a:pt x="0" y="1554"/>
                      <a:pt x="1554" y="0"/>
                      <a:pt x="3446" y="0"/>
                    </a:cubicBezTo>
                    <a:lnTo>
                      <a:pt x="43950" y="0"/>
                    </a:lnTo>
                    <a:cubicBezTo>
                      <a:pt x="45842" y="0"/>
                      <a:pt x="47396" y="1554"/>
                      <a:pt x="47396" y="3446"/>
                    </a:cubicBezTo>
                    <a:cubicBezTo>
                      <a:pt x="47396" y="5338"/>
                      <a:pt x="45842" y="6892"/>
                      <a:pt x="43950" y="6892"/>
                    </a:cubicBezTo>
                    <a:close/>
                  </a:path>
                </a:pathLst>
              </a:custGeom>
              <a:solidFill>
                <a:srgbClr val="17A3A3"/>
              </a:solidFill>
              <a:ln w="2824" cap="flat">
                <a:noFill/>
                <a:prstDash val="solid"/>
                <a:miter/>
              </a:ln>
            </p:spPr>
            <p:txBody>
              <a:bodyPr rtlCol="1" anchor="ctr"/>
              <a:lstStyle/>
              <a:p>
                <a:endParaRPr lang="ar-SA"/>
              </a:p>
            </p:txBody>
          </p:sp>
        </p:grpSp>
      </p:grpSp>
      <p:grpSp>
        <p:nvGrpSpPr>
          <p:cNvPr id="7675" name="رسم 8014">
            <a:extLst>
              <a:ext uri="{FF2B5EF4-FFF2-40B4-BE49-F238E27FC236}">
                <a16:creationId xmlns:a16="http://schemas.microsoft.com/office/drawing/2014/main" id="{ACA480EA-02D1-5433-319B-965847773D77}"/>
              </a:ext>
            </a:extLst>
          </p:cNvPr>
          <p:cNvGrpSpPr/>
          <p:nvPr/>
        </p:nvGrpSpPr>
        <p:grpSpPr>
          <a:xfrm>
            <a:off x="8992577" y="2469672"/>
            <a:ext cx="226958" cy="260631"/>
            <a:chOff x="9830255" y="1317961"/>
            <a:chExt cx="271283" cy="330669"/>
          </a:xfrm>
        </p:grpSpPr>
        <p:grpSp>
          <p:nvGrpSpPr>
            <p:cNvPr id="7676" name="رسم 8014">
              <a:extLst>
                <a:ext uri="{FF2B5EF4-FFF2-40B4-BE49-F238E27FC236}">
                  <a16:creationId xmlns:a16="http://schemas.microsoft.com/office/drawing/2014/main" id="{D1848EF8-B6EA-85C4-D993-1AC64A64CEEF}"/>
                </a:ext>
              </a:extLst>
            </p:cNvPr>
            <p:cNvGrpSpPr/>
            <p:nvPr/>
          </p:nvGrpSpPr>
          <p:grpSpPr>
            <a:xfrm>
              <a:off x="9830255" y="1377340"/>
              <a:ext cx="271283" cy="271290"/>
              <a:chOff x="9830255" y="1377340"/>
              <a:chExt cx="271283" cy="271290"/>
            </a:xfrm>
            <a:solidFill>
              <a:srgbClr val="01355A"/>
            </a:solidFill>
          </p:grpSpPr>
          <p:sp>
            <p:nvSpPr>
              <p:cNvPr id="7683" name="شكل حر: شكل 8575">
                <a:extLst>
                  <a:ext uri="{FF2B5EF4-FFF2-40B4-BE49-F238E27FC236}">
                    <a16:creationId xmlns:a16="http://schemas.microsoft.com/office/drawing/2014/main" id="{88CE2099-AE06-F658-AD10-DAC3E5CDB8CA}"/>
                  </a:ext>
                </a:extLst>
              </p:cNvPr>
              <p:cNvSpPr/>
              <p:nvPr/>
            </p:nvSpPr>
            <p:spPr>
              <a:xfrm>
                <a:off x="9830255" y="1377340"/>
                <a:ext cx="271283" cy="271290"/>
              </a:xfrm>
              <a:custGeom>
                <a:avLst/>
                <a:gdLst>
                  <a:gd name="connsiteX0" fmla="*/ 135628 w 271283"/>
                  <a:gd name="connsiteY0" fmla="*/ 271291 h 271290"/>
                  <a:gd name="connsiteX1" fmla="*/ 39678 w 271283"/>
                  <a:gd name="connsiteY1" fmla="*/ 231606 h 271290"/>
                  <a:gd name="connsiteX2" fmla="*/ 39678 w 271283"/>
                  <a:gd name="connsiteY2" fmla="*/ 39678 h 271290"/>
                  <a:gd name="connsiteX3" fmla="*/ 231606 w 271283"/>
                  <a:gd name="connsiteY3" fmla="*/ 39678 h 271290"/>
                  <a:gd name="connsiteX4" fmla="*/ 231606 w 271283"/>
                  <a:gd name="connsiteY4" fmla="*/ 231606 h 271290"/>
                  <a:gd name="connsiteX5" fmla="*/ 135656 w 271283"/>
                  <a:gd name="connsiteY5" fmla="*/ 271291 h 271290"/>
                  <a:gd name="connsiteX6" fmla="*/ 135628 w 271283"/>
                  <a:gd name="connsiteY6" fmla="*/ 6885 h 271290"/>
                  <a:gd name="connsiteX7" fmla="*/ 44536 w 271283"/>
                  <a:gd name="connsiteY7" fmla="*/ 44564 h 271290"/>
                  <a:gd name="connsiteX8" fmla="*/ 44536 w 271283"/>
                  <a:gd name="connsiteY8" fmla="*/ 226747 h 271290"/>
                  <a:gd name="connsiteX9" fmla="*/ 226720 w 271283"/>
                  <a:gd name="connsiteY9" fmla="*/ 226747 h 271290"/>
                  <a:gd name="connsiteX10" fmla="*/ 226720 w 271283"/>
                  <a:gd name="connsiteY10" fmla="*/ 44564 h 271290"/>
                  <a:gd name="connsiteX11" fmla="*/ 135628 w 271283"/>
                  <a:gd name="connsiteY11" fmla="*/ 6885 h 271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1283" h="271290">
                    <a:moveTo>
                      <a:pt x="135628" y="271291"/>
                    </a:moveTo>
                    <a:cubicBezTo>
                      <a:pt x="100886" y="271291"/>
                      <a:pt x="66116" y="258072"/>
                      <a:pt x="39678" y="231606"/>
                    </a:cubicBezTo>
                    <a:cubicBezTo>
                      <a:pt x="-13226" y="178702"/>
                      <a:pt x="-13226" y="92610"/>
                      <a:pt x="39678" y="39678"/>
                    </a:cubicBezTo>
                    <a:cubicBezTo>
                      <a:pt x="92582" y="-13226"/>
                      <a:pt x="178674" y="-13226"/>
                      <a:pt x="231606" y="39678"/>
                    </a:cubicBezTo>
                    <a:cubicBezTo>
                      <a:pt x="284510" y="92581"/>
                      <a:pt x="284510" y="178674"/>
                      <a:pt x="231606" y="231606"/>
                    </a:cubicBezTo>
                    <a:cubicBezTo>
                      <a:pt x="205140" y="258072"/>
                      <a:pt x="170398" y="271291"/>
                      <a:pt x="135656" y="271291"/>
                    </a:cubicBezTo>
                    <a:close/>
                    <a:moveTo>
                      <a:pt x="135628" y="6885"/>
                    </a:moveTo>
                    <a:cubicBezTo>
                      <a:pt x="102637" y="6885"/>
                      <a:pt x="69646" y="19454"/>
                      <a:pt x="44536" y="44564"/>
                    </a:cubicBezTo>
                    <a:cubicBezTo>
                      <a:pt x="-5684" y="94785"/>
                      <a:pt x="-5684" y="176527"/>
                      <a:pt x="44536" y="226747"/>
                    </a:cubicBezTo>
                    <a:cubicBezTo>
                      <a:pt x="94757" y="276968"/>
                      <a:pt x="176499" y="276968"/>
                      <a:pt x="226720" y="226747"/>
                    </a:cubicBezTo>
                    <a:cubicBezTo>
                      <a:pt x="276940" y="176527"/>
                      <a:pt x="276940" y="94813"/>
                      <a:pt x="226720" y="44564"/>
                    </a:cubicBezTo>
                    <a:cubicBezTo>
                      <a:pt x="201609" y="19454"/>
                      <a:pt x="168619" y="6885"/>
                      <a:pt x="135628" y="6885"/>
                    </a:cubicBezTo>
                    <a:close/>
                  </a:path>
                </a:pathLst>
              </a:custGeom>
              <a:solidFill>
                <a:srgbClr val="01355A"/>
              </a:solidFill>
              <a:ln w="2824" cap="flat">
                <a:noFill/>
                <a:prstDash val="solid"/>
                <a:miter/>
              </a:ln>
            </p:spPr>
            <p:txBody>
              <a:bodyPr rtlCol="1" anchor="ctr"/>
              <a:lstStyle/>
              <a:p>
                <a:endParaRPr lang="ar-SA"/>
              </a:p>
            </p:txBody>
          </p:sp>
          <p:sp>
            <p:nvSpPr>
              <p:cNvPr id="7684" name="شكل حر: شكل 8576">
                <a:extLst>
                  <a:ext uri="{FF2B5EF4-FFF2-40B4-BE49-F238E27FC236}">
                    <a16:creationId xmlns:a16="http://schemas.microsoft.com/office/drawing/2014/main" id="{6CA1EECE-82C5-7241-CC76-BB56D06AAF0D}"/>
                  </a:ext>
                </a:extLst>
              </p:cNvPr>
              <p:cNvSpPr/>
              <p:nvPr/>
            </p:nvSpPr>
            <p:spPr>
              <a:xfrm>
                <a:off x="9869340" y="1416425"/>
                <a:ext cx="193086" cy="193086"/>
              </a:xfrm>
              <a:custGeom>
                <a:avLst/>
                <a:gdLst>
                  <a:gd name="connsiteX0" fmla="*/ 96544 w 193086"/>
                  <a:gd name="connsiteY0" fmla="*/ 193086 h 193086"/>
                  <a:gd name="connsiteX1" fmla="*/ 0 w 193086"/>
                  <a:gd name="connsiteY1" fmla="*/ 96543 h 193086"/>
                  <a:gd name="connsiteX2" fmla="*/ 96544 w 193086"/>
                  <a:gd name="connsiteY2" fmla="*/ 0 h 193086"/>
                  <a:gd name="connsiteX3" fmla="*/ 99989 w 193086"/>
                  <a:gd name="connsiteY3" fmla="*/ 3446 h 193086"/>
                  <a:gd name="connsiteX4" fmla="*/ 96544 w 193086"/>
                  <a:gd name="connsiteY4" fmla="*/ 6892 h 193086"/>
                  <a:gd name="connsiteX5" fmla="*/ 6892 w 193086"/>
                  <a:gd name="connsiteY5" fmla="*/ 96543 h 193086"/>
                  <a:gd name="connsiteX6" fmla="*/ 96544 w 193086"/>
                  <a:gd name="connsiteY6" fmla="*/ 186194 h 193086"/>
                  <a:gd name="connsiteX7" fmla="*/ 186195 w 193086"/>
                  <a:gd name="connsiteY7" fmla="*/ 96543 h 193086"/>
                  <a:gd name="connsiteX8" fmla="*/ 189640 w 193086"/>
                  <a:gd name="connsiteY8" fmla="*/ 93097 h 193086"/>
                  <a:gd name="connsiteX9" fmla="*/ 193086 w 193086"/>
                  <a:gd name="connsiteY9" fmla="*/ 96543 h 193086"/>
                  <a:gd name="connsiteX10" fmla="*/ 96544 w 193086"/>
                  <a:gd name="connsiteY10" fmla="*/ 193086 h 193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3086" h="193086">
                    <a:moveTo>
                      <a:pt x="96544" y="193086"/>
                    </a:moveTo>
                    <a:cubicBezTo>
                      <a:pt x="43301" y="193086"/>
                      <a:pt x="0" y="149786"/>
                      <a:pt x="0" y="96543"/>
                    </a:cubicBezTo>
                    <a:cubicBezTo>
                      <a:pt x="0" y="43300"/>
                      <a:pt x="43301" y="0"/>
                      <a:pt x="96544" y="0"/>
                    </a:cubicBezTo>
                    <a:cubicBezTo>
                      <a:pt x="98436" y="0"/>
                      <a:pt x="99989" y="1553"/>
                      <a:pt x="99989" y="3446"/>
                    </a:cubicBezTo>
                    <a:cubicBezTo>
                      <a:pt x="99989" y="5338"/>
                      <a:pt x="98436" y="6892"/>
                      <a:pt x="96544" y="6892"/>
                    </a:cubicBezTo>
                    <a:cubicBezTo>
                      <a:pt x="47114" y="6892"/>
                      <a:pt x="6892" y="47114"/>
                      <a:pt x="6892" y="96543"/>
                    </a:cubicBezTo>
                    <a:cubicBezTo>
                      <a:pt x="6892" y="145973"/>
                      <a:pt x="47114" y="186194"/>
                      <a:pt x="96544" y="186194"/>
                    </a:cubicBezTo>
                    <a:cubicBezTo>
                      <a:pt x="145973" y="186194"/>
                      <a:pt x="186195" y="145973"/>
                      <a:pt x="186195" y="96543"/>
                    </a:cubicBezTo>
                    <a:cubicBezTo>
                      <a:pt x="186195" y="94651"/>
                      <a:pt x="187748" y="93097"/>
                      <a:pt x="189640" y="93097"/>
                    </a:cubicBezTo>
                    <a:cubicBezTo>
                      <a:pt x="191533" y="93097"/>
                      <a:pt x="193086" y="94651"/>
                      <a:pt x="193086" y="96543"/>
                    </a:cubicBezTo>
                    <a:cubicBezTo>
                      <a:pt x="193086" y="149786"/>
                      <a:pt x="149786" y="193086"/>
                      <a:pt x="96544" y="193086"/>
                    </a:cubicBezTo>
                    <a:close/>
                  </a:path>
                </a:pathLst>
              </a:custGeom>
              <a:solidFill>
                <a:srgbClr val="01355A"/>
              </a:solidFill>
              <a:ln w="2824" cap="flat">
                <a:noFill/>
                <a:prstDash val="solid"/>
                <a:miter/>
              </a:ln>
            </p:spPr>
            <p:txBody>
              <a:bodyPr rtlCol="1" anchor="ctr"/>
              <a:lstStyle/>
              <a:p>
                <a:endParaRPr lang="ar-SA"/>
              </a:p>
            </p:txBody>
          </p:sp>
        </p:grpSp>
        <p:sp>
          <p:nvSpPr>
            <p:cNvPr id="7677" name="شكل حر: شكل 8577">
              <a:extLst>
                <a:ext uri="{FF2B5EF4-FFF2-40B4-BE49-F238E27FC236}">
                  <a16:creationId xmlns:a16="http://schemas.microsoft.com/office/drawing/2014/main" id="{6004223E-7FCB-2E2E-000E-55BD585743D7}"/>
                </a:ext>
              </a:extLst>
            </p:cNvPr>
            <p:cNvSpPr/>
            <p:nvPr/>
          </p:nvSpPr>
          <p:spPr>
            <a:xfrm>
              <a:off x="9923063" y="1317961"/>
              <a:ext cx="85640" cy="39713"/>
            </a:xfrm>
            <a:custGeom>
              <a:avLst/>
              <a:gdLst>
                <a:gd name="connsiteX0" fmla="*/ 82195 w 85640"/>
                <a:gd name="connsiteY0" fmla="*/ 39713 h 39713"/>
                <a:gd name="connsiteX1" fmla="*/ 3446 w 85640"/>
                <a:gd name="connsiteY1" fmla="*/ 39713 h 39713"/>
                <a:gd name="connsiteX2" fmla="*/ 0 w 85640"/>
                <a:gd name="connsiteY2" fmla="*/ 36267 h 39713"/>
                <a:gd name="connsiteX3" fmla="*/ 0 w 85640"/>
                <a:gd name="connsiteY3" fmla="*/ 3446 h 39713"/>
                <a:gd name="connsiteX4" fmla="*/ 3446 w 85640"/>
                <a:gd name="connsiteY4" fmla="*/ 0 h 39713"/>
                <a:gd name="connsiteX5" fmla="*/ 82195 w 85640"/>
                <a:gd name="connsiteY5" fmla="*/ 0 h 39713"/>
                <a:gd name="connsiteX6" fmla="*/ 85640 w 85640"/>
                <a:gd name="connsiteY6" fmla="*/ 3446 h 39713"/>
                <a:gd name="connsiteX7" fmla="*/ 85640 w 85640"/>
                <a:gd name="connsiteY7" fmla="*/ 36267 h 39713"/>
                <a:gd name="connsiteX8" fmla="*/ 82195 w 85640"/>
                <a:gd name="connsiteY8" fmla="*/ 39713 h 39713"/>
                <a:gd name="connsiteX9" fmla="*/ 6892 w 85640"/>
                <a:gd name="connsiteY9" fmla="*/ 32821 h 39713"/>
                <a:gd name="connsiteX10" fmla="*/ 78749 w 85640"/>
                <a:gd name="connsiteY10" fmla="*/ 32821 h 39713"/>
                <a:gd name="connsiteX11" fmla="*/ 78749 w 85640"/>
                <a:gd name="connsiteY11" fmla="*/ 6892 h 39713"/>
                <a:gd name="connsiteX12" fmla="*/ 6892 w 85640"/>
                <a:gd name="connsiteY12" fmla="*/ 6892 h 39713"/>
                <a:gd name="connsiteX13" fmla="*/ 6892 w 85640"/>
                <a:gd name="connsiteY13" fmla="*/ 32821 h 39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5640" h="39713">
                  <a:moveTo>
                    <a:pt x="82195" y="39713"/>
                  </a:moveTo>
                  <a:lnTo>
                    <a:pt x="3446" y="39713"/>
                  </a:lnTo>
                  <a:cubicBezTo>
                    <a:pt x="1554" y="39713"/>
                    <a:pt x="0" y="38160"/>
                    <a:pt x="0" y="36267"/>
                  </a:cubicBezTo>
                  <a:lnTo>
                    <a:pt x="0" y="3446"/>
                  </a:lnTo>
                  <a:cubicBezTo>
                    <a:pt x="0" y="1554"/>
                    <a:pt x="1554" y="0"/>
                    <a:pt x="3446" y="0"/>
                  </a:cubicBezTo>
                  <a:lnTo>
                    <a:pt x="82195" y="0"/>
                  </a:lnTo>
                  <a:cubicBezTo>
                    <a:pt x="84087" y="0"/>
                    <a:pt x="85640" y="1554"/>
                    <a:pt x="85640" y="3446"/>
                  </a:cubicBezTo>
                  <a:lnTo>
                    <a:pt x="85640" y="36267"/>
                  </a:lnTo>
                  <a:cubicBezTo>
                    <a:pt x="85640" y="38160"/>
                    <a:pt x="84087" y="39713"/>
                    <a:pt x="82195" y="39713"/>
                  </a:cubicBezTo>
                  <a:close/>
                  <a:moveTo>
                    <a:pt x="6892" y="32821"/>
                  </a:moveTo>
                  <a:lnTo>
                    <a:pt x="78749" y="32821"/>
                  </a:lnTo>
                  <a:lnTo>
                    <a:pt x="78749" y="6892"/>
                  </a:lnTo>
                  <a:lnTo>
                    <a:pt x="6892" y="6892"/>
                  </a:lnTo>
                  <a:lnTo>
                    <a:pt x="6892" y="32821"/>
                  </a:lnTo>
                  <a:close/>
                </a:path>
              </a:pathLst>
            </a:custGeom>
            <a:solidFill>
              <a:srgbClr val="17A3A3"/>
            </a:solidFill>
            <a:ln w="2824" cap="flat">
              <a:noFill/>
              <a:prstDash val="solid"/>
              <a:miter/>
            </a:ln>
          </p:spPr>
          <p:txBody>
            <a:bodyPr rtlCol="1" anchor="ctr"/>
            <a:lstStyle/>
            <a:p>
              <a:endParaRPr lang="ar-SA"/>
            </a:p>
          </p:txBody>
        </p:sp>
        <p:sp>
          <p:nvSpPr>
            <p:cNvPr id="7678" name="شكل حر: شكل 8578">
              <a:extLst>
                <a:ext uri="{FF2B5EF4-FFF2-40B4-BE49-F238E27FC236}">
                  <a16:creationId xmlns:a16="http://schemas.microsoft.com/office/drawing/2014/main" id="{F02A88E2-4B07-8A3B-841F-9FF087A767C3}"/>
                </a:ext>
              </a:extLst>
            </p:cNvPr>
            <p:cNvSpPr/>
            <p:nvPr/>
          </p:nvSpPr>
          <p:spPr>
            <a:xfrm>
              <a:off x="9841340" y="1375998"/>
              <a:ext cx="29193" cy="27095"/>
            </a:xfrm>
            <a:custGeom>
              <a:avLst/>
              <a:gdLst>
                <a:gd name="connsiteX0" fmla="*/ 3426 w 29193"/>
                <a:gd name="connsiteY0" fmla="*/ 27067 h 27095"/>
                <a:gd name="connsiteX1" fmla="*/ 884 w 29193"/>
                <a:gd name="connsiteY1" fmla="*/ 25938 h 27095"/>
                <a:gd name="connsiteX2" fmla="*/ 1138 w 29193"/>
                <a:gd name="connsiteY2" fmla="*/ 21079 h 27095"/>
                <a:gd name="connsiteX3" fmla="*/ 23452 w 29193"/>
                <a:gd name="connsiteY3" fmla="*/ 884 h 27095"/>
                <a:gd name="connsiteX4" fmla="*/ 28310 w 29193"/>
                <a:gd name="connsiteY4" fmla="*/ 1138 h 27095"/>
                <a:gd name="connsiteX5" fmla="*/ 28056 w 29193"/>
                <a:gd name="connsiteY5" fmla="*/ 5996 h 27095"/>
                <a:gd name="connsiteX6" fmla="*/ 5742 w 29193"/>
                <a:gd name="connsiteY6" fmla="*/ 26192 h 27095"/>
                <a:gd name="connsiteX7" fmla="*/ 3426 w 29193"/>
                <a:gd name="connsiteY7" fmla="*/ 27096 h 27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193" h="27095">
                  <a:moveTo>
                    <a:pt x="3426" y="27067"/>
                  </a:moveTo>
                  <a:cubicBezTo>
                    <a:pt x="2493" y="27067"/>
                    <a:pt x="1562" y="26672"/>
                    <a:pt x="884" y="25938"/>
                  </a:cubicBezTo>
                  <a:cubicBezTo>
                    <a:pt x="-387" y="24525"/>
                    <a:pt x="-275" y="22350"/>
                    <a:pt x="1138" y="21079"/>
                  </a:cubicBezTo>
                  <a:lnTo>
                    <a:pt x="23452" y="884"/>
                  </a:lnTo>
                  <a:cubicBezTo>
                    <a:pt x="24864" y="-387"/>
                    <a:pt x="27039" y="-274"/>
                    <a:pt x="28310" y="1138"/>
                  </a:cubicBezTo>
                  <a:cubicBezTo>
                    <a:pt x="29581" y="2550"/>
                    <a:pt x="29468" y="4725"/>
                    <a:pt x="28056" y="5996"/>
                  </a:cubicBezTo>
                  <a:lnTo>
                    <a:pt x="5742" y="26192"/>
                  </a:lnTo>
                  <a:cubicBezTo>
                    <a:pt x="5093" y="26785"/>
                    <a:pt x="4245" y="27096"/>
                    <a:pt x="3426" y="27096"/>
                  </a:cubicBezTo>
                  <a:close/>
                </a:path>
              </a:pathLst>
            </a:custGeom>
            <a:solidFill>
              <a:srgbClr val="01355A"/>
            </a:solidFill>
            <a:ln w="2824" cap="flat">
              <a:noFill/>
              <a:prstDash val="solid"/>
              <a:miter/>
            </a:ln>
          </p:spPr>
          <p:txBody>
            <a:bodyPr rtlCol="1" anchor="ctr"/>
            <a:lstStyle/>
            <a:p>
              <a:endParaRPr lang="ar-SA"/>
            </a:p>
          </p:txBody>
        </p:sp>
        <p:sp>
          <p:nvSpPr>
            <p:cNvPr id="7679" name="شكل حر: شكل 8579">
              <a:extLst>
                <a:ext uri="{FF2B5EF4-FFF2-40B4-BE49-F238E27FC236}">
                  <a16:creationId xmlns:a16="http://schemas.microsoft.com/office/drawing/2014/main" id="{43321DAB-9323-8AE1-4419-F6F7FA857CF0}"/>
                </a:ext>
              </a:extLst>
            </p:cNvPr>
            <p:cNvSpPr/>
            <p:nvPr/>
          </p:nvSpPr>
          <p:spPr>
            <a:xfrm>
              <a:off x="10058209" y="1375969"/>
              <a:ext cx="29194" cy="27095"/>
            </a:xfrm>
            <a:custGeom>
              <a:avLst/>
              <a:gdLst>
                <a:gd name="connsiteX0" fmla="*/ 25768 w 29194"/>
                <a:gd name="connsiteY0" fmla="*/ 27096 h 27095"/>
                <a:gd name="connsiteX1" fmla="*/ 23452 w 29194"/>
                <a:gd name="connsiteY1" fmla="*/ 26192 h 27095"/>
                <a:gd name="connsiteX2" fmla="*/ 1138 w 29194"/>
                <a:gd name="connsiteY2" fmla="*/ 5996 h 27095"/>
                <a:gd name="connsiteX3" fmla="*/ 884 w 29194"/>
                <a:gd name="connsiteY3" fmla="*/ 1138 h 27095"/>
                <a:gd name="connsiteX4" fmla="*/ 5742 w 29194"/>
                <a:gd name="connsiteY4" fmla="*/ 884 h 27095"/>
                <a:gd name="connsiteX5" fmla="*/ 28056 w 29194"/>
                <a:gd name="connsiteY5" fmla="*/ 21079 h 27095"/>
                <a:gd name="connsiteX6" fmla="*/ 28311 w 29194"/>
                <a:gd name="connsiteY6" fmla="*/ 25938 h 27095"/>
                <a:gd name="connsiteX7" fmla="*/ 25768 w 29194"/>
                <a:gd name="connsiteY7" fmla="*/ 27067 h 27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194" h="27095">
                  <a:moveTo>
                    <a:pt x="25768" y="27096"/>
                  </a:moveTo>
                  <a:cubicBezTo>
                    <a:pt x="24949" y="27096"/>
                    <a:pt x="24130" y="26813"/>
                    <a:pt x="23452" y="26192"/>
                  </a:cubicBezTo>
                  <a:lnTo>
                    <a:pt x="1138" y="5996"/>
                  </a:lnTo>
                  <a:cubicBezTo>
                    <a:pt x="-274" y="4725"/>
                    <a:pt x="-387" y="2550"/>
                    <a:pt x="884" y="1138"/>
                  </a:cubicBezTo>
                  <a:cubicBezTo>
                    <a:pt x="2155" y="-274"/>
                    <a:pt x="4330" y="-387"/>
                    <a:pt x="5742" y="884"/>
                  </a:cubicBezTo>
                  <a:lnTo>
                    <a:pt x="28056" y="21079"/>
                  </a:lnTo>
                  <a:cubicBezTo>
                    <a:pt x="29468" y="22350"/>
                    <a:pt x="29581" y="24525"/>
                    <a:pt x="28311" y="25938"/>
                  </a:cubicBezTo>
                  <a:cubicBezTo>
                    <a:pt x="27633" y="26700"/>
                    <a:pt x="26700" y="27067"/>
                    <a:pt x="25768" y="27067"/>
                  </a:cubicBezTo>
                  <a:close/>
                </a:path>
              </a:pathLst>
            </a:custGeom>
            <a:solidFill>
              <a:srgbClr val="01355A"/>
            </a:solidFill>
            <a:ln w="2824" cap="flat">
              <a:noFill/>
              <a:prstDash val="solid"/>
              <a:miter/>
            </a:ln>
          </p:spPr>
          <p:txBody>
            <a:bodyPr rtlCol="1" anchor="ctr"/>
            <a:lstStyle/>
            <a:p>
              <a:endParaRPr lang="ar-SA"/>
            </a:p>
          </p:txBody>
        </p:sp>
        <p:grpSp>
          <p:nvGrpSpPr>
            <p:cNvPr id="7680" name="رسم 8014">
              <a:extLst>
                <a:ext uri="{FF2B5EF4-FFF2-40B4-BE49-F238E27FC236}">
                  <a16:creationId xmlns:a16="http://schemas.microsoft.com/office/drawing/2014/main" id="{6B4461B7-F690-E5E0-4737-567B9D47E4A4}"/>
                </a:ext>
              </a:extLst>
            </p:cNvPr>
            <p:cNvGrpSpPr/>
            <p:nvPr/>
          </p:nvGrpSpPr>
          <p:grpSpPr>
            <a:xfrm>
              <a:off x="9940709" y="1472153"/>
              <a:ext cx="65988" cy="65981"/>
              <a:chOff x="9940709" y="1472153"/>
              <a:chExt cx="65988" cy="65981"/>
            </a:xfrm>
            <a:solidFill>
              <a:srgbClr val="17A3A3"/>
            </a:solidFill>
          </p:grpSpPr>
          <p:sp>
            <p:nvSpPr>
              <p:cNvPr id="7681" name="شكل حر: شكل 8581">
                <a:extLst>
                  <a:ext uri="{FF2B5EF4-FFF2-40B4-BE49-F238E27FC236}">
                    <a16:creationId xmlns:a16="http://schemas.microsoft.com/office/drawing/2014/main" id="{6B6D03D2-FF1D-91F0-DD8A-836288E086B6}"/>
                  </a:ext>
                </a:extLst>
              </p:cNvPr>
              <p:cNvSpPr/>
              <p:nvPr/>
            </p:nvSpPr>
            <p:spPr>
              <a:xfrm>
                <a:off x="9975232" y="1472153"/>
                <a:ext cx="31465" cy="31465"/>
              </a:xfrm>
              <a:custGeom>
                <a:avLst/>
                <a:gdLst>
                  <a:gd name="connsiteX0" fmla="*/ 3446 w 31465"/>
                  <a:gd name="connsiteY0" fmla="*/ 31465 h 31465"/>
                  <a:gd name="connsiteX1" fmla="*/ 1017 w 31465"/>
                  <a:gd name="connsiteY1" fmla="*/ 30449 h 31465"/>
                  <a:gd name="connsiteX2" fmla="*/ 1017 w 31465"/>
                  <a:gd name="connsiteY2" fmla="*/ 25590 h 31465"/>
                  <a:gd name="connsiteX3" fmla="*/ 25590 w 31465"/>
                  <a:gd name="connsiteY3" fmla="*/ 1017 h 31465"/>
                  <a:gd name="connsiteX4" fmla="*/ 30448 w 31465"/>
                  <a:gd name="connsiteY4" fmla="*/ 1017 h 31465"/>
                  <a:gd name="connsiteX5" fmla="*/ 30448 w 31465"/>
                  <a:gd name="connsiteY5" fmla="*/ 5875 h 31465"/>
                  <a:gd name="connsiteX6" fmla="*/ 5875 w 31465"/>
                  <a:gd name="connsiteY6" fmla="*/ 30449 h 31465"/>
                  <a:gd name="connsiteX7" fmla="*/ 3446 w 31465"/>
                  <a:gd name="connsiteY7" fmla="*/ 31465 h 31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465" h="31465">
                    <a:moveTo>
                      <a:pt x="3446" y="31465"/>
                    </a:moveTo>
                    <a:cubicBezTo>
                      <a:pt x="2570" y="31465"/>
                      <a:pt x="1695" y="31126"/>
                      <a:pt x="1017" y="30449"/>
                    </a:cubicBezTo>
                    <a:cubicBezTo>
                      <a:pt x="-339" y="29093"/>
                      <a:pt x="-339" y="26918"/>
                      <a:pt x="1017" y="25590"/>
                    </a:cubicBezTo>
                    <a:lnTo>
                      <a:pt x="25590" y="1017"/>
                    </a:lnTo>
                    <a:cubicBezTo>
                      <a:pt x="26946" y="-339"/>
                      <a:pt x="29121" y="-339"/>
                      <a:pt x="30448" y="1017"/>
                    </a:cubicBezTo>
                    <a:cubicBezTo>
                      <a:pt x="31804" y="2373"/>
                      <a:pt x="31804" y="4547"/>
                      <a:pt x="30448" y="5875"/>
                    </a:cubicBezTo>
                    <a:lnTo>
                      <a:pt x="5875" y="30449"/>
                    </a:lnTo>
                    <a:cubicBezTo>
                      <a:pt x="5197" y="31126"/>
                      <a:pt x="4321" y="31465"/>
                      <a:pt x="3446" y="31465"/>
                    </a:cubicBezTo>
                    <a:close/>
                  </a:path>
                </a:pathLst>
              </a:custGeom>
              <a:solidFill>
                <a:srgbClr val="17A3A3"/>
              </a:solidFill>
              <a:ln w="2824" cap="flat">
                <a:noFill/>
                <a:prstDash val="solid"/>
                <a:miter/>
              </a:ln>
            </p:spPr>
            <p:txBody>
              <a:bodyPr rtlCol="1" anchor="ctr"/>
              <a:lstStyle/>
              <a:p>
                <a:endParaRPr lang="ar-SA"/>
              </a:p>
            </p:txBody>
          </p:sp>
          <p:sp>
            <p:nvSpPr>
              <p:cNvPr id="7682" name="شكل حر: شكل 8582">
                <a:extLst>
                  <a:ext uri="{FF2B5EF4-FFF2-40B4-BE49-F238E27FC236}">
                    <a16:creationId xmlns:a16="http://schemas.microsoft.com/office/drawing/2014/main" id="{43EC0A35-6E3F-E3D4-206D-ADA17C8F1417}"/>
                  </a:ext>
                </a:extLst>
              </p:cNvPr>
              <p:cNvSpPr/>
              <p:nvPr/>
            </p:nvSpPr>
            <p:spPr>
              <a:xfrm>
                <a:off x="9940709" y="1490817"/>
                <a:ext cx="47325" cy="47318"/>
              </a:xfrm>
              <a:custGeom>
                <a:avLst/>
                <a:gdLst>
                  <a:gd name="connsiteX0" fmla="*/ 23677 w 47325"/>
                  <a:gd name="connsiteY0" fmla="*/ 47318 h 47318"/>
                  <a:gd name="connsiteX1" fmla="*/ 6927 w 47325"/>
                  <a:gd name="connsiteY1" fmla="*/ 40398 h 47318"/>
                  <a:gd name="connsiteX2" fmla="*/ 6927 w 47325"/>
                  <a:gd name="connsiteY2" fmla="*/ 6927 h 47318"/>
                  <a:gd name="connsiteX3" fmla="*/ 40398 w 47325"/>
                  <a:gd name="connsiteY3" fmla="*/ 6927 h 47318"/>
                  <a:gd name="connsiteX4" fmla="*/ 40398 w 47325"/>
                  <a:gd name="connsiteY4" fmla="*/ 40398 h 47318"/>
                  <a:gd name="connsiteX5" fmla="*/ 23649 w 47325"/>
                  <a:gd name="connsiteY5" fmla="*/ 47318 h 47318"/>
                  <a:gd name="connsiteX6" fmla="*/ 23677 w 47325"/>
                  <a:gd name="connsiteY6" fmla="*/ 6871 h 47318"/>
                  <a:gd name="connsiteX7" fmla="*/ 11814 w 47325"/>
                  <a:gd name="connsiteY7" fmla="*/ 11785 h 47318"/>
                  <a:gd name="connsiteX8" fmla="*/ 11814 w 47325"/>
                  <a:gd name="connsiteY8" fmla="*/ 35512 h 47318"/>
                  <a:gd name="connsiteX9" fmla="*/ 35540 w 47325"/>
                  <a:gd name="connsiteY9" fmla="*/ 35512 h 47318"/>
                  <a:gd name="connsiteX10" fmla="*/ 35540 w 47325"/>
                  <a:gd name="connsiteY10" fmla="*/ 11785 h 47318"/>
                  <a:gd name="connsiteX11" fmla="*/ 23677 w 47325"/>
                  <a:gd name="connsiteY11" fmla="*/ 6871 h 4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325" h="47318">
                    <a:moveTo>
                      <a:pt x="23677" y="47318"/>
                    </a:moveTo>
                    <a:cubicBezTo>
                      <a:pt x="17604" y="47318"/>
                      <a:pt x="11559" y="45002"/>
                      <a:pt x="6927" y="40398"/>
                    </a:cubicBezTo>
                    <a:cubicBezTo>
                      <a:pt x="-2309" y="31162"/>
                      <a:pt x="-2309" y="16164"/>
                      <a:pt x="6927" y="6927"/>
                    </a:cubicBezTo>
                    <a:cubicBezTo>
                      <a:pt x="16163" y="-2309"/>
                      <a:pt x="31162" y="-2309"/>
                      <a:pt x="40398" y="6927"/>
                    </a:cubicBezTo>
                    <a:cubicBezTo>
                      <a:pt x="49634" y="16164"/>
                      <a:pt x="49634" y="31162"/>
                      <a:pt x="40398" y="40398"/>
                    </a:cubicBezTo>
                    <a:cubicBezTo>
                      <a:pt x="35794" y="45002"/>
                      <a:pt x="29721" y="47318"/>
                      <a:pt x="23649" y="47318"/>
                    </a:cubicBezTo>
                    <a:close/>
                    <a:moveTo>
                      <a:pt x="23677" y="6871"/>
                    </a:moveTo>
                    <a:cubicBezTo>
                      <a:pt x="19383" y="6871"/>
                      <a:pt x="15090" y="8509"/>
                      <a:pt x="11814" y="11785"/>
                    </a:cubicBezTo>
                    <a:cubicBezTo>
                      <a:pt x="5261" y="18338"/>
                      <a:pt x="5261" y="28987"/>
                      <a:pt x="11814" y="35512"/>
                    </a:cubicBezTo>
                    <a:cubicBezTo>
                      <a:pt x="18366" y="42065"/>
                      <a:pt x="29015" y="42065"/>
                      <a:pt x="35540" y="35512"/>
                    </a:cubicBezTo>
                    <a:cubicBezTo>
                      <a:pt x="42093" y="28959"/>
                      <a:pt x="42093" y="18310"/>
                      <a:pt x="35540" y="11785"/>
                    </a:cubicBezTo>
                    <a:cubicBezTo>
                      <a:pt x="32264" y="8509"/>
                      <a:pt x="27970" y="6871"/>
                      <a:pt x="23677" y="6871"/>
                    </a:cubicBezTo>
                    <a:close/>
                  </a:path>
                </a:pathLst>
              </a:custGeom>
              <a:solidFill>
                <a:srgbClr val="17A3A3"/>
              </a:solidFill>
              <a:ln w="2824" cap="flat">
                <a:noFill/>
                <a:prstDash val="solid"/>
                <a:miter/>
              </a:ln>
            </p:spPr>
            <p:txBody>
              <a:bodyPr rtlCol="1" anchor="ctr"/>
              <a:lstStyle/>
              <a:p>
                <a:endParaRPr lang="ar-SA"/>
              </a:p>
            </p:txBody>
          </p:sp>
        </p:grpSp>
      </p:grpSp>
      <p:grpSp>
        <p:nvGrpSpPr>
          <p:cNvPr id="7685" name="رسم 8014">
            <a:extLst>
              <a:ext uri="{FF2B5EF4-FFF2-40B4-BE49-F238E27FC236}">
                <a16:creationId xmlns:a16="http://schemas.microsoft.com/office/drawing/2014/main" id="{E6364E51-2DE3-0623-3CD3-0A75C25A5209}"/>
              </a:ext>
            </a:extLst>
          </p:cNvPr>
          <p:cNvGrpSpPr/>
          <p:nvPr/>
        </p:nvGrpSpPr>
        <p:grpSpPr>
          <a:xfrm>
            <a:off x="3758877" y="2499082"/>
            <a:ext cx="213784" cy="226747"/>
            <a:chOff x="3574414" y="1355274"/>
            <a:chExt cx="255536" cy="287680"/>
          </a:xfrm>
        </p:grpSpPr>
        <p:sp>
          <p:nvSpPr>
            <p:cNvPr id="7686" name="شكل حر: شكل 8584">
              <a:extLst>
                <a:ext uri="{FF2B5EF4-FFF2-40B4-BE49-F238E27FC236}">
                  <a16:creationId xmlns:a16="http://schemas.microsoft.com/office/drawing/2014/main" id="{F968FCB7-C837-9EFB-339A-3A00003E5F40}"/>
                </a:ext>
              </a:extLst>
            </p:cNvPr>
            <p:cNvSpPr/>
            <p:nvPr/>
          </p:nvSpPr>
          <p:spPr>
            <a:xfrm>
              <a:off x="3574414" y="1372955"/>
              <a:ext cx="255536" cy="198141"/>
            </a:xfrm>
            <a:custGeom>
              <a:avLst/>
              <a:gdLst>
                <a:gd name="connsiteX0" fmla="*/ 224523 w 255536"/>
                <a:gd name="connsiteY0" fmla="*/ 198142 h 198141"/>
                <a:gd name="connsiteX1" fmla="*/ 31013 w 255536"/>
                <a:gd name="connsiteY1" fmla="*/ 198142 h 198141"/>
                <a:gd name="connsiteX2" fmla="*/ 0 w 255536"/>
                <a:gd name="connsiteY2" fmla="*/ 167128 h 198141"/>
                <a:gd name="connsiteX3" fmla="*/ 0 w 255536"/>
                <a:gd name="connsiteY3" fmla="*/ 31014 h 198141"/>
                <a:gd name="connsiteX4" fmla="*/ 31013 w 255536"/>
                <a:gd name="connsiteY4" fmla="*/ 0 h 198141"/>
                <a:gd name="connsiteX5" fmla="*/ 64965 w 255536"/>
                <a:gd name="connsiteY5" fmla="*/ 0 h 198141"/>
                <a:gd name="connsiteX6" fmla="*/ 68410 w 255536"/>
                <a:gd name="connsiteY6" fmla="*/ 3446 h 198141"/>
                <a:gd name="connsiteX7" fmla="*/ 64965 w 255536"/>
                <a:gd name="connsiteY7" fmla="*/ 6892 h 198141"/>
                <a:gd name="connsiteX8" fmla="*/ 31013 w 255536"/>
                <a:gd name="connsiteY8" fmla="*/ 6892 h 198141"/>
                <a:gd name="connsiteX9" fmla="*/ 6892 w 255536"/>
                <a:gd name="connsiteY9" fmla="*/ 31014 h 198141"/>
                <a:gd name="connsiteX10" fmla="*/ 6892 w 255536"/>
                <a:gd name="connsiteY10" fmla="*/ 167128 h 198141"/>
                <a:gd name="connsiteX11" fmla="*/ 31013 w 255536"/>
                <a:gd name="connsiteY11" fmla="*/ 191250 h 198141"/>
                <a:gd name="connsiteX12" fmla="*/ 224523 w 255536"/>
                <a:gd name="connsiteY12" fmla="*/ 191250 h 198141"/>
                <a:gd name="connsiteX13" fmla="*/ 248645 w 255536"/>
                <a:gd name="connsiteY13" fmla="*/ 167128 h 198141"/>
                <a:gd name="connsiteX14" fmla="*/ 248645 w 255536"/>
                <a:gd name="connsiteY14" fmla="*/ 31014 h 198141"/>
                <a:gd name="connsiteX15" fmla="*/ 224523 w 255536"/>
                <a:gd name="connsiteY15" fmla="*/ 6892 h 198141"/>
                <a:gd name="connsiteX16" fmla="*/ 190572 w 255536"/>
                <a:gd name="connsiteY16" fmla="*/ 6892 h 198141"/>
                <a:gd name="connsiteX17" fmla="*/ 187126 w 255536"/>
                <a:gd name="connsiteY17" fmla="*/ 3446 h 198141"/>
                <a:gd name="connsiteX18" fmla="*/ 190572 w 255536"/>
                <a:gd name="connsiteY18" fmla="*/ 0 h 198141"/>
                <a:gd name="connsiteX19" fmla="*/ 224523 w 255536"/>
                <a:gd name="connsiteY19" fmla="*/ 0 h 198141"/>
                <a:gd name="connsiteX20" fmla="*/ 255537 w 255536"/>
                <a:gd name="connsiteY20" fmla="*/ 31014 h 198141"/>
                <a:gd name="connsiteX21" fmla="*/ 255537 w 255536"/>
                <a:gd name="connsiteY21" fmla="*/ 167128 h 198141"/>
                <a:gd name="connsiteX22" fmla="*/ 224523 w 255536"/>
                <a:gd name="connsiteY22" fmla="*/ 198142 h 19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5536" h="198141">
                  <a:moveTo>
                    <a:pt x="224523" y="198142"/>
                  </a:moveTo>
                  <a:lnTo>
                    <a:pt x="31013" y="198142"/>
                  </a:lnTo>
                  <a:cubicBezTo>
                    <a:pt x="13925" y="198142"/>
                    <a:pt x="0" y="184245"/>
                    <a:pt x="0" y="167128"/>
                  </a:cubicBezTo>
                  <a:lnTo>
                    <a:pt x="0" y="31014"/>
                  </a:lnTo>
                  <a:cubicBezTo>
                    <a:pt x="0" y="13925"/>
                    <a:pt x="13897" y="0"/>
                    <a:pt x="31013" y="0"/>
                  </a:cubicBezTo>
                  <a:lnTo>
                    <a:pt x="64965" y="0"/>
                  </a:lnTo>
                  <a:cubicBezTo>
                    <a:pt x="66857" y="0"/>
                    <a:pt x="68410" y="1554"/>
                    <a:pt x="68410" y="3446"/>
                  </a:cubicBezTo>
                  <a:cubicBezTo>
                    <a:pt x="68410" y="5338"/>
                    <a:pt x="66857" y="6892"/>
                    <a:pt x="64965" y="6892"/>
                  </a:cubicBezTo>
                  <a:lnTo>
                    <a:pt x="31013" y="6892"/>
                  </a:lnTo>
                  <a:cubicBezTo>
                    <a:pt x="17710" y="6892"/>
                    <a:pt x="6892" y="17710"/>
                    <a:pt x="6892" y="31014"/>
                  </a:cubicBezTo>
                  <a:lnTo>
                    <a:pt x="6892" y="167128"/>
                  </a:lnTo>
                  <a:cubicBezTo>
                    <a:pt x="6892" y="180432"/>
                    <a:pt x="17710" y="191250"/>
                    <a:pt x="31013" y="191250"/>
                  </a:cubicBezTo>
                  <a:lnTo>
                    <a:pt x="224523" y="191250"/>
                  </a:lnTo>
                  <a:cubicBezTo>
                    <a:pt x="237827" y="191250"/>
                    <a:pt x="248645" y="180432"/>
                    <a:pt x="248645" y="167128"/>
                  </a:cubicBezTo>
                  <a:lnTo>
                    <a:pt x="248645" y="31014"/>
                  </a:lnTo>
                  <a:cubicBezTo>
                    <a:pt x="248645" y="17710"/>
                    <a:pt x="237827" y="6892"/>
                    <a:pt x="224523" y="6892"/>
                  </a:cubicBezTo>
                  <a:lnTo>
                    <a:pt x="190572" y="6892"/>
                  </a:lnTo>
                  <a:cubicBezTo>
                    <a:pt x="188680" y="6892"/>
                    <a:pt x="187126" y="5338"/>
                    <a:pt x="187126" y="3446"/>
                  </a:cubicBezTo>
                  <a:cubicBezTo>
                    <a:pt x="187126" y="1554"/>
                    <a:pt x="188680" y="0"/>
                    <a:pt x="190572" y="0"/>
                  </a:cubicBezTo>
                  <a:lnTo>
                    <a:pt x="224523" y="0"/>
                  </a:lnTo>
                  <a:cubicBezTo>
                    <a:pt x="241612" y="0"/>
                    <a:pt x="255537" y="13897"/>
                    <a:pt x="255537" y="31014"/>
                  </a:cubicBezTo>
                  <a:lnTo>
                    <a:pt x="255537" y="167128"/>
                  </a:lnTo>
                  <a:cubicBezTo>
                    <a:pt x="255537" y="184217"/>
                    <a:pt x="241640" y="198142"/>
                    <a:pt x="224523" y="198142"/>
                  </a:cubicBezTo>
                  <a:close/>
                </a:path>
              </a:pathLst>
            </a:custGeom>
            <a:solidFill>
              <a:srgbClr val="01355A"/>
            </a:solidFill>
            <a:ln w="2824" cap="flat">
              <a:noFill/>
              <a:prstDash val="solid"/>
              <a:miter/>
            </a:ln>
          </p:spPr>
          <p:txBody>
            <a:bodyPr rtlCol="1" anchor="ctr"/>
            <a:lstStyle/>
            <a:p>
              <a:endParaRPr lang="ar-SA"/>
            </a:p>
          </p:txBody>
        </p:sp>
        <p:sp>
          <p:nvSpPr>
            <p:cNvPr id="7687" name="شكل حر: شكل 8585">
              <a:extLst>
                <a:ext uri="{FF2B5EF4-FFF2-40B4-BE49-F238E27FC236}">
                  <a16:creationId xmlns:a16="http://schemas.microsoft.com/office/drawing/2014/main" id="{170BF883-0B7B-4319-BB38-5EABC478B595}"/>
                </a:ext>
              </a:extLst>
            </p:cNvPr>
            <p:cNvSpPr/>
            <p:nvPr/>
          </p:nvSpPr>
          <p:spPr>
            <a:xfrm>
              <a:off x="3664063" y="1564204"/>
              <a:ext cx="41552" cy="78749"/>
            </a:xfrm>
            <a:custGeom>
              <a:avLst/>
              <a:gdLst>
                <a:gd name="connsiteX0" fmla="*/ 3447 w 41552"/>
                <a:gd name="connsiteY0" fmla="*/ 78750 h 78749"/>
                <a:gd name="connsiteX1" fmla="*/ 1950 w 41552"/>
                <a:gd name="connsiteY1" fmla="*/ 78411 h 78749"/>
                <a:gd name="connsiteX2" fmla="*/ 340 w 41552"/>
                <a:gd name="connsiteY2" fmla="*/ 73807 h 78749"/>
                <a:gd name="connsiteX3" fmla="*/ 34998 w 41552"/>
                <a:gd name="connsiteY3" fmla="*/ 1950 h 78749"/>
                <a:gd name="connsiteX4" fmla="*/ 39602 w 41552"/>
                <a:gd name="connsiteY4" fmla="*/ 340 h 78749"/>
                <a:gd name="connsiteX5" fmla="*/ 41212 w 41552"/>
                <a:gd name="connsiteY5" fmla="*/ 4944 h 78749"/>
                <a:gd name="connsiteX6" fmla="*/ 6554 w 41552"/>
                <a:gd name="connsiteY6" fmla="*/ 76801 h 78749"/>
                <a:gd name="connsiteX7" fmla="*/ 3447 w 41552"/>
                <a:gd name="connsiteY7" fmla="*/ 78750 h 78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52" h="78749">
                  <a:moveTo>
                    <a:pt x="3447" y="78750"/>
                  </a:moveTo>
                  <a:cubicBezTo>
                    <a:pt x="2939" y="78750"/>
                    <a:pt x="2431" y="78637"/>
                    <a:pt x="1950" y="78411"/>
                  </a:cubicBezTo>
                  <a:cubicBezTo>
                    <a:pt x="228" y="77592"/>
                    <a:pt x="-479" y="75530"/>
                    <a:pt x="340" y="73807"/>
                  </a:cubicBezTo>
                  <a:lnTo>
                    <a:pt x="34998" y="1950"/>
                  </a:lnTo>
                  <a:cubicBezTo>
                    <a:pt x="35817" y="228"/>
                    <a:pt x="37879" y="-479"/>
                    <a:pt x="39602" y="340"/>
                  </a:cubicBezTo>
                  <a:cubicBezTo>
                    <a:pt x="41325" y="1160"/>
                    <a:pt x="42031" y="3222"/>
                    <a:pt x="41212" y="4944"/>
                  </a:cubicBezTo>
                  <a:lnTo>
                    <a:pt x="6554" y="76801"/>
                  </a:lnTo>
                  <a:cubicBezTo>
                    <a:pt x="5961" y="78044"/>
                    <a:pt x="4718" y="78750"/>
                    <a:pt x="3447" y="78750"/>
                  </a:cubicBezTo>
                  <a:close/>
                </a:path>
              </a:pathLst>
            </a:custGeom>
            <a:solidFill>
              <a:srgbClr val="01355A"/>
            </a:solidFill>
            <a:ln w="2824" cap="flat">
              <a:noFill/>
              <a:prstDash val="solid"/>
              <a:miter/>
            </a:ln>
          </p:spPr>
          <p:txBody>
            <a:bodyPr rtlCol="1" anchor="ctr"/>
            <a:lstStyle/>
            <a:p>
              <a:endParaRPr lang="ar-SA"/>
            </a:p>
          </p:txBody>
        </p:sp>
        <p:sp>
          <p:nvSpPr>
            <p:cNvPr id="7688" name="شكل حر: شكل 8586">
              <a:extLst>
                <a:ext uri="{FF2B5EF4-FFF2-40B4-BE49-F238E27FC236}">
                  <a16:creationId xmlns:a16="http://schemas.microsoft.com/office/drawing/2014/main" id="{CC05B139-96C7-8545-E419-1594824B2153}"/>
                </a:ext>
              </a:extLst>
            </p:cNvPr>
            <p:cNvSpPr/>
            <p:nvPr/>
          </p:nvSpPr>
          <p:spPr>
            <a:xfrm>
              <a:off x="3698720" y="1564204"/>
              <a:ext cx="41552" cy="78749"/>
            </a:xfrm>
            <a:custGeom>
              <a:avLst/>
              <a:gdLst>
                <a:gd name="connsiteX0" fmla="*/ 38105 w 41552"/>
                <a:gd name="connsiteY0" fmla="*/ 78750 h 78749"/>
                <a:gd name="connsiteX1" fmla="*/ 34998 w 41552"/>
                <a:gd name="connsiteY1" fmla="*/ 76801 h 78749"/>
                <a:gd name="connsiteX2" fmla="*/ 341 w 41552"/>
                <a:gd name="connsiteY2" fmla="*/ 4944 h 78749"/>
                <a:gd name="connsiteX3" fmla="*/ 1951 w 41552"/>
                <a:gd name="connsiteY3" fmla="*/ 340 h 78749"/>
                <a:gd name="connsiteX4" fmla="*/ 6555 w 41552"/>
                <a:gd name="connsiteY4" fmla="*/ 1950 h 78749"/>
                <a:gd name="connsiteX5" fmla="*/ 41212 w 41552"/>
                <a:gd name="connsiteY5" fmla="*/ 73807 h 78749"/>
                <a:gd name="connsiteX6" fmla="*/ 39602 w 41552"/>
                <a:gd name="connsiteY6" fmla="*/ 78411 h 78749"/>
                <a:gd name="connsiteX7" fmla="*/ 38105 w 41552"/>
                <a:gd name="connsiteY7" fmla="*/ 78750 h 78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552" h="78749">
                  <a:moveTo>
                    <a:pt x="38105" y="78750"/>
                  </a:moveTo>
                  <a:cubicBezTo>
                    <a:pt x="36834" y="78750"/>
                    <a:pt x="35591" y="78044"/>
                    <a:pt x="34998" y="76801"/>
                  </a:cubicBezTo>
                  <a:lnTo>
                    <a:pt x="341" y="4944"/>
                  </a:lnTo>
                  <a:cubicBezTo>
                    <a:pt x="-479" y="3222"/>
                    <a:pt x="227" y="1160"/>
                    <a:pt x="1951" y="340"/>
                  </a:cubicBezTo>
                  <a:cubicBezTo>
                    <a:pt x="3674" y="-479"/>
                    <a:pt x="5735" y="228"/>
                    <a:pt x="6555" y="1950"/>
                  </a:cubicBezTo>
                  <a:lnTo>
                    <a:pt x="41212" y="73807"/>
                  </a:lnTo>
                  <a:cubicBezTo>
                    <a:pt x="42031" y="75530"/>
                    <a:pt x="41325" y="77592"/>
                    <a:pt x="39602" y="78411"/>
                  </a:cubicBezTo>
                  <a:cubicBezTo>
                    <a:pt x="39122" y="78637"/>
                    <a:pt x="38613" y="78750"/>
                    <a:pt x="38105" y="78750"/>
                  </a:cubicBezTo>
                  <a:close/>
                </a:path>
              </a:pathLst>
            </a:custGeom>
            <a:solidFill>
              <a:srgbClr val="01355A"/>
            </a:solidFill>
            <a:ln w="2824" cap="flat">
              <a:noFill/>
              <a:prstDash val="solid"/>
              <a:miter/>
            </a:ln>
          </p:spPr>
          <p:txBody>
            <a:bodyPr rtlCol="1" anchor="ctr"/>
            <a:lstStyle/>
            <a:p>
              <a:endParaRPr lang="ar-SA"/>
            </a:p>
          </p:txBody>
        </p:sp>
        <p:sp>
          <p:nvSpPr>
            <p:cNvPr id="7689" name="شكل حر: شكل 8587">
              <a:extLst>
                <a:ext uri="{FF2B5EF4-FFF2-40B4-BE49-F238E27FC236}">
                  <a16:creationId xmlns:a16="http://schemas.microsoft.com/office/drawing/2014/main" id="{8E0DC6D4-54AC-0235-57A4-2997B4735125}"/>
                </a:ext>
              </a:extLst>
            </p:cNvPr>
            <p:cNvSpPr/>
            <p:nvPr/>
          </p:nvSpPr>
          <p:spPr>
            <a:xfrm>
              <a:off x="3658867" y="1355274"/>
              <a:ext cx="86600" cy="42226"/>
            </a:xfrm>
            <a:custGeom>
              <a:avLst/>
              <a:gdLst>
                <a:gd name="connsiteX0" fmla="*/ 73580 w 86600"/>
                <a:gd name="connsiteY0" fmla="*/ 42227 h 42226"/>
                <a:gd name="connsiteX1" fmla="*/ 13021 w 86600"/>
                <a:gd name="connsiteY1" fmla="*/ 42227 h 42226"/>
                <a:gd name="connsiteX2" fmla="*/ 0 w 86600"/>
                <a:gd name="connsiteY2" fmla="*/ 29206 h 42226"/>
                <a:gd name="connsiteX3" fmla="*/ 0 w 86600"/>
                <a:gd name="connsiteY3" fmla="*/ 13021 h 42226"/>
                <a:gd name="connsiteX4" fmla="*/ 13021 w 86600"/>
                <a:gd name="connsiteY4" fmla="*/ 0 h 42226"/>
                <a:gd name="connsiteX5" fmla="*/ 73580 w 86600"/>
                <a:gd name="connsiteY5" fmla="*/ 0 h 42226"/>
                <a:gd name="connsiteX6" fmla="*/ 86601 w 86600"/>
                <a:gd name="connsiteY6" fmla="*/ 13021 h 42226"/>
                <a:gd name="connsiteX7" fmla="*/ 86601 w 86600"/>
                <a:gd name="connsiteY7" fmla="*/ 29206 h 42226"/>
                <a:gd name="connsiteX8" fmla="*/ 73580 w 86600"/>
                <a:gd name="connsiteY8" fmla="*/ 42227 h 42226"/>
                <a:gd name="connsiteX9" fmla="*/ 13021 w 86600"/>
                <a:gd name="connsiteY9" fmla="*/ 6892 h 42226"/>
                <a:gd name="connsiteX10" fmla="*/ 6892 w 86600"/>
                <a:gd name="connsiteY10" fmla="*/ 13021 h 42226"/>
                <a:gd name="connsiteX11" fmla="*/ 6892 w 86600"/>
                <a:gd name="connsiteY11" fmla="*/ 29206 h 42226"/>
                <a:gd name="connsiteX12" fmla="*/ 13021 w 86600"/>
                <a:gd name="connsiteY12" fmla="*/ 35335 h 42226"/>
                <a:gd name="connsiteX13" fmla="*/ 73580 w 86600"/>
                <a:gd name="connsiteY13" fmla="*/ 35335 h 42226"/>
                <a:gd name="connsiteX14" fmla="*/ 79709 w 86600"/>
                <a:gd name="connsiteY14" fmla="*/ 29206 h 42226"/>
                <a:gd name="connsiteX15" fmla="*/ 79709 w 86600"/>
                <a:gd name="connsiteY15" fmla="*/ 13021 h 42226"/>
                <a:gd name="connsiteX16" fmla="*/ 73580 w 86600"/>
                <a:gd name="connsiteY16" fmla="*/ 6892 h 42226"/>
                <a:gd name="connsiteX17" fmla="*/ 13021 w 86600"/>
                <a:gd name="connsiteY17" fmla="*/ 6892 h 42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6600" h="42226">
                  <a:moveTo>
                    <a:pt x="73580" y="42227"/>
                  </a:moveTo>
                  <a:lnTo>
                    <a:pt x="13021" y="42227"/>
                  </a:lnTo>
                  <a:cubicBezTo>
                    <a:pt x="5847" y="42227"/>
                    <a:pt x="0" y="36380"/>
                    <a:pt x="0" y="29206"/>
                  </a:cubicBezTo>
                  <a:lnTo>
                    <a:pt x="0" y="13021"/>
                  </a:lnTo>
                  <a:cubicBezTo>
                    <a:pt x="0" y="5847"/>
                    <a:pt x="5847" y="0"/>
                    <a:pt x="13021" y="0"/>
                  </a:cubicBezTo>
                  <a:lnTo>
                    <a:pt x="73580" y="0"/>
                  </a:lnTo>
                  <a:cubicBezTo>
                    <a:pt x="80754" y="0"/>
                    <a:pt x="86601" y="5847"/>
                    <a:pt x="86601" y="13021"/>
                  </a:cubicBezTo>
                  <a:lnTo>
                    <a:pt x="86601" y="29206"/>
                  </a:lnTo>
                  <a:cubicBezTo>
                    <a:pt x="86601" y="36380"/>
                    <a:pt x="80754" y="42227"/>
                    <a:pt x="73580" y="42227"/>
                  </a:cubicBezTo>
                  <a:close/>
                  <a:moveTo>
                    <a:pt x="13021" y="6892"/>
                  </a:moveTo>
                  <a:cubicBezTo>
                    <a:pt x="9632" y="6892"/>
                    <a:pt x="6892" y="9632"/>
                    <a:pt x="6892" y="13021"/>
                  </a:cubicBezTo>
                  <a:lnTo>
                    <a:pt x="6892" y="29206"/>
                  </a:lnTo>
                  <a:cubicBezTo>
                    <a:pt x="6892" y="32595"/>
                    <a:pt x="9632" y="35335"/>
                    <a:pt x="13021" y="35335"/>
                  </a:cubicBezTo>
                  <a:lnTo>
                    <a:pt x="73580" y="35335"/>
                  </a:lnTo>
                  <a:cubicBezTo>
                    <a:pt x="76969" y="35335"/>
                    <a:pt x="79709" y="32595"/>
                    <a:pt x="79709" y="29206"/>
                  </a:cubicBezTo>
                  <a:lnTo>
                    <a:pt x="79709" y="13021"/>
                  </a:lnTo>
                  <a:cubicBezTo>
                    <a:pt x="79709" y="9632"/>
                    <a:pt x="76969" y="6892"/>
                    <a:pt x="73580" y="6892"/>
                  </a:cubicBezTo>
                  <a:lnTo>
                    <a:pt x="13021" y="6892"/>
                  </a:lnTo>
                  <a:close/>
                </a:path>
              </a:pathLst>
            </a:custGeom>
            <a:solidFill>
              <a:srgbClr val="01355A"/>
            </a:solidFill>
            <a:ln w="2824" cap="flat">
              <a:noFill/>
              <a:prstDash val="solid"/>
              <a:miter/>
            </a:ln>
          </p:spPr>
          <p:txBody>
            <a:bodyPr rtlCol="1" anchor="ctr"/>
            <a:lstStyle/>
            <a:p>
              <a:endParaRPr lang="ar-SA"/>
            </a:p>
          </p:txBody>
        </p:sp>
        <p:sp>
          <p:nvSpPr>
            <p:cNvPr id="7690" name="شكل حر: شكل 8588">
              <a:extLst>
                <a:ext uri="{FF2B5EF4-FFF2-40B4-BE49-F238E27FC236}">
                  <a16:creationId xmlns:a16="http://schemas.microsoft.com/office/drawing/2014/main" id="{21665129-E14F-BC03-6C48-BF8CB77E0FD7}"/>
                </a:ext>
              </a:extLst>
            </p:cNvPr>
            <p:cNvSpPr/>
            <p:nvPr/>
          </p:nvSpPr>
          <p:spPr>
            <a:xfrm>
              <a:off x="3610676" y="1438907"/>
              <a:ext cx="182951" cy="66180"/>
            </a:xfrm>
            <a:custGeom>
              <a:avLst/>
              <a:gdLst>
                <a:gd name="connsiteX0" fmla="*/ 88441 w 182951"/>
                <a:gd name="connsiteY0" fmla="*/ 66180 h 66180"/>
                <a:gd name="connsiteX1" fmla="*/ 86323 w 182951"/>
                <a:gd name="connsiteY1" fmla="*/ 65474 h 66180"/>
                <a:gd name="connsiteX2" fmla="*/ 46497 w 182951"/>
                <a:gd name="connsiteY2" fmla="*/ 34658 h 66180"/>
                <a:gd name="connsiteX3" fmla="*/ 5428 w 182951"/>
                <a:gd name="connsiteY3" fmla="*/ 63412 h 66180"/>
                <a:gd name="connsiteX4" fmla="*/ 626 w 182951"/>
                <a:gd name="connsiteY4" fmla="*/ 62565 h 66180"/>
                <a:gd name="connsiteX5" fmla="*/ 1473 w 182951"/>
                <a:gd name="connsiteY5" fmla="*/ 57763 h 66180"/>
                <a:gd name="connsiteX6" fmla="*/ 44604 w 182951"/>
                <a:gd name="connsiteY6" fmla="*/ 27569 h 66180"/>
                <a:gd name="connsiteX7" fmla="*/ 48700 w 182951"/>
                <a:gd name="connsiteY7" fmla="*/ 27653 h 66180"/>
                <a:gd name="connsiteX8" fmla="*/ 88272 w 182951"/>
                <a:gd name="connsiteY8" fmla="*/ 58243 h 66180"/>
                <a:gd name="connsiteX9" fmla="*/ 132786 w 182951"/>
                <a:gd name="connsiteY9" fmla="*/ 18473 h 66180"/>
                <a:gd name="connsiteX10" fmla="*/ 137391 w 182951"/>
                <a:gd name="connsiteY10" fmla="*/ 18473 h 66180"/>
                <a:gd name="connsiteX11" fmla="*/ 148463 w 182951"/>
                <a:gd name="connsiteY11" fmla="*/ 28388 h 66180"/>
                <a:gd name="connsiteX12" fmla="*/ 177132 w 182951"/>
                <a:gd name="connsiteY12" fmla="*/ 961 h 66180"/>
                <a:gd name="connsiteX13" fmla="*/ 181990 w 182951"/>
                <a:gd name="connsiteY13" fmla="*/ 1074 h 66180"/>
                <a:gd name="connsiteX14" fmla="*/ 181877 w 182951"/>
                <a:gd name="connsiteY14" fmla="*/ 5933 h 66180"/>
                <a:gd name="connsiteX15" fmla="*/ 150892 w 182951"/>
                <a:gd name="connsiteY15" fmla="*/ 35562 h 66180"/>
                <a:gd name="connsiteX16" fmla="*/ 146203 w 182951"/>
                <a:gd name="connsiteY16" fmla="*/ 35647 h 66180"/>
                <a:gd name="connsiteX17" fmla="*/ 135046 w 182951"/>
                <a:gd name="connsiteY17" fmla="*/ 25648 h 66180"/>
                <a:gd name="connsiteX18" fmla="*/ 90701 w 182951"/>
                <a:gd name="connsiteY18" fmla="*/ 65276 h 66180"/>
                <a:gd name="connsiteX19" fmla="*/ 88413 w 182951"/>
                <a:gd name="connsiteY19" fmla="*/ 66152 h 66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2951" h="66180">
                  <a:moveTo>
                    <a:pt x="88441" y="66180"/>
                  </a:moveTo>
                  <a:cubicBezTo>
                    <a:pt x="87707" y="66180"/>
                    <a:pt x="86944" y="65954"/>
                    <a:pt x="86323" y="65474"/>
                  </a:cubicBezTo>
                  <a:lnTo>
                    <a:pt x="46497" y="34658"/>
                  </a:lnTo>
                  <a:lnTo>
                    <a:pt x="5428" y="63412"/>
                  </a:lnTo>
                  <a:cubicBezTo>
                    <a:pt x="3874" y="64514"/>
                    <a:pt x="1728" y="64118"/>
                    <a:pt x="626" y="62565"/>
                  </a:cubicBezTo>
                  <a:cubicBezTo>
                    <a:pt x="-476" y="61011"/>
                    <a:pt x="-80" y="58865"/>
                    <a:pt x="1473" y="57763"/>
                  </a:cubicBezTo>
                  <a:lnTo>
                    <a:pt x="44604" y="27569"/>
                  </a:lnTo>
                  <a:cubicBezTo>
                    <a:pt x="45847" y="26693"/>
                    <a:pt x="47485" y="26750"/>
                    <a:pt x="48700" y="27653"/>
                  </a:cubicBezTo>
                  <a:lnTo>
                    <a:pt x="88272" y="58243"/>
                  </a:lnTo>
                  <a:lnTo>
                    <a:pt x="132786" y="18473"/>
                  </a:lnTo>
                  <a:cubicBezTo>
                    <a:pt x="134086" y="17287"/>
                    <a:pt x="136063" y="17315"/>
                    <a:pt x="137391" y="18473"/>
                  </a:cubicBezTo>
                  <a:lnTo>
                    <a:pt x="148463" y="28388"/>
                  </a:lnTo>
                  <a:lnTo>
                    <a:pt x="177132" y="961"/>
                  </a:lnTo>
                  <a:cubicBezTo>
                    <a:pt x="178516" y="-366"/>
                    <a:pt x="180691" y="-310"/>
                    <a:pt x="181990" y="1074"/>
                  </a:cubicBezTo>
                  <a:cubicBezTo>
                    <a:pt x="183318" y="2458"/>
                    <a:pt x="183261" y="4633"/>
                    <a:pt x="181877" y="5933"/>
                  </a:cubicBezTo>
                  <a:lnTo>
                    <a:pt x="150892" y="35562"/>
                  </a:lnTo>
                  <a:cubicBezTo>
                    <a:pt x="149593" y="36805"/>
                    <a:pt x="147559" y="36833"/>
                    <a:pt x="146203" y="35647"/>
                  </a:cubicBezTo>
                  <a:lnTo>
                    <a:pt x="135046" y="25648"/>
                  </a:lnTo>
                  <a:lnTo>
                    <a:pt x="90701" y="65276"/>
                  </a:lnTo>
                  <a:cubicBezTo>
                    <a:pt x="90051" y="65869"/>
                    <a:pt x="89232" y="66152"/>
                    <a:pt x="88413" y="66152"/>
                  </a:cubicBezTo>
                  <a:close/>
                </a:path>
              </a:pathLst>
            </a:custGeom>
            <a:solidFill>
              <a:srgbClr val="17A3A3"/>
            </a:solidFill>
            <a:ln w="2824" cap="flat">
              <a:noFill/>
              <a:prstDash val="solid"/>
              <a:miter/>
            </a:ln>
          </p:spPr>
          <p:txBody>
            <a:bodyPr rtlCol="1" anchor="ctr"/>
            <a:lstStyle/>
            <a:p>
              <a:endParaRPr lang="ar-SA"/>
            </a:p>
          </p:txBody>
        </p:sp>
      </p:grpSp>
      <p:grpSp>
        <p:nvGrpSpPr>
          <p:cNvPr id="7691" name="رسم 8014">
            <a:extLst>
              <a:ext uri="{FF2B5EF4-FFF2-40B4-BE49-F238E27FC236}">
                <a16:creationId xmlns:a16="http://schemas.microsoft.com/office/drawing/2014/main" id="{30E0BF63-295B-CFEB-C305-2FB5557AA861}"/>
              </a:ext>
            </a:extLst>
          </p:cNvPr>
          <p:cNvGrpSpPr/>
          <p:nvPr/>
        </p:nvGrpSpPr>
        <p:grpSpPr>
          <a:xfrm>
            <a:off x="2901565" y="1818907"/>
            <a:ext cx="200905" cy="206243"/>
            <a:chOff x="2549668" y="492318"/>
            <a:chExt cx="240142" cy="261666"/>
          </a:xfrm>
        </p:grpSpPr>
        <p:grpSp>
          <p:nvGrpSpPr>
            <p:cNvPr id="7692" name="رسم 8014">
              <a:extLst>
                <a:ext uri="{FF2B5EF4-FFF2-40B4-BE49-F238E27FC236}">
                  <a16:creationId xmlns:a16="http://schemas.microsoft.com/office/drawing/2014/main" id="{3F7CBE1E-0B0A-C68B-AD15-4EEBC1E05834}"/>
                </a:ext>
              </a:extLst>
            </p:cNvPr>
            <p:cNvGrpSpPr/>
            <p:nvPr/>
          </p:nvGrpSpPr>
          <p:grpSpPr>
            <a:xfrm>
              <a:off x="2549668" y="564457"/>
              <a:ext cx="240142" cy="189527"/>
              <a:chOff x="2549668" y="564457"/>
              <a:chExt cx="240142" cy="189527"/>
            </a:xfrm>
            <a:solidFill>
              <a:srgbClr val="01355A"/>
            </a:solidFill>
          </p:grpSpPr>
          <p:sp>
            <p:nvSpPr>
              <p:cNvPr id="7701" name="شكل حر: شكل 8591">
                <a:extLst>
                  <a:ext uri="{FF2B5EF4-FFF2-40B4-BE49-F238E27FC236}">
                    <a16:creationId xmlns:a16="http://schemas.microsoft.com/office/drawing/2014/main" id="{BA956DF2-56BA-4817-65C8-95BE2F4997E5}"/>
                  </a:ext>
                </a:extLst>
              </p:cNvPr>
              <p:cNvSpPr/>
              <p:nvPr/>
            </p:nvSpPr>
            <p:spPr>
              <a:xfrm>
                <a:off x="2549668" y="658797"/>
                <a:ext cx="44204" cy="95187"/>
              </a:xfrm>
              <a:custGeom>
                <a:avLst/>
                <a:gdLst>
                  <a:gd name="connsiteX0" fmla="*/ 40758 w 44204"/>
                  <a:gd name="connsiteY0" fmla="*/ 95187 h 95187"/>
                  <a:gd name="connsiteX1" fmla="*/ 3446 w 44204"/>
                  <a:gd name="connsiteY1" fmla="*/ 95187 h 95187"/>
                  <a:gd name="connsiteX2" fmla="*/ 0 w 44204"/>
                  <a:gd name="connsiteY2" fmla="*/ 91741 h 95187"/>
                  <a:gd name="connsiteX3" fmla="*/ 0 w 44204"/>
                  <a:gd name="connsiteY3" fmla="*/ 3446 h 95187"/>
                  <a:gd name="connsiteX4" fmla="*/ 3446 w 44204"/>
                  <a:gd name="connsiteY4" fmla="*/ 0 h 95187"/>
                  <a:gd name="connsiteX5" fmla="*/ 40758 w 44204"/>
                  <a:gd name="connsiteY5" fmla="*/ 0 h 95187"/>
                  <a:gd name="connsiteX6" fmla="*/ 44204 w 44204"/>
                  <a:gd name="connsiteY6" fmla="*/ 3446 h 95187"/>
                  <a:gd name="connsiteX7" fmla="*/ 44204 w 44204"/>
                  <a:gd name="connsiteY7" fmla="*/ 91741 h 95187"/>
                  <a:gd name="connsiteX8" fmla="*/ 40758 w 44204"/>
                  <a:gd name="connsiteY8" fmla="*/ 95187 h 95187"/>
                  <a:gd name="connsiteX9" fmla="*/ 6892 w 44204"/>
                  <a:gd name="connsiteY9" fmla="*/ 88295 h 95187"/>
                  <a:gd name="connsiteX10" fmla="*/ 37312 w 44204"/>
                  <a:gd name="connsiteY10" fmla="*/ 88295 h 95187"/>
                  <a:gd name="connsiteX11" fmla="*/ 37312 w 44204"/>
                  <a:gd name="connsiteY11" fmla="*/ 6892 h 95187"/>
                  <a:gd name="connsiteX12" fmla="*/ 6892 w 44204"/>
                  <a:gd name="connsiteY12" fmla="*/ 6892 h 95187"/>
                  <a:gd name="connsiteX13" fmla="*/ 6892 w 44204"/>
                  <a:gd name="connsiteY13" fmla="*/ 88295 h 95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204" h="95187">
                    <a:moveTo>
                      <a:pt x="40758" y="95187"/>
                    </a:moveTo>
                    <a:lnTo>
                      <a:pt x="3446" y="95187"/>
                    </a:lnTo>
                    <a:cubicBezTo>
                      <a:pt x="1553" y="95187"/>
                      <a:pt x="0" y="93634"/>
                      <a:pt x="0" y="91741"/>
                    </a:cubicBezTo>
                    <a:lnTo>
                      <a:pt x="0" y="3446"/>
                    </a:lnTo>
                    <a:cubicBezTo>
                      <a:pt x="0" y="1553"/>
                      <a:pt x="1553" y="0"/>
                      <a:pt x="3446" y="0"/>
                    </a:cubicBezTo>
                    <a:lnTo>
                      <a:pt x="40758" y="0"/>
                    </a:lnTo>
                    <a:cubicBezTo>
                      <a:pt x="42651" y="0"/>
                      <a:pt x="44204" y="1553"/>
                      <a:pt x="44204" y="3446"/>
                    </a:cubicBezTo>
                    <a:lnTo>
                      <a:pt x="44204" y="91741"/>
                    </a:lnTo>
                    <a:cubicBezTo>
                      <a:pt x="44204" y="93634"/>
                      <a:pt x="42651" y="95187"/>
                      <a:pt x="40758" y="95187"/>
                    </a:cubicBezTo>
                    <a:close/>
                    <a:moveTo>
                      <a:pt x="6892" y="88295"/>
                    </a:moveTo>
                    <a:lnTo>
                      <a:pt x="37312" y="88295"/>
                    </a:lnTo>
                    <a:lnTo>
                      <a:pt x="37312" y="6892"/>
                    </a:lnTo>
                    <a:lnTo>
                      <a:pt x="6892" y="6892"/>
                    </a:lnTo>
                    <a:lnTo>
                      <a:pt x="6892" y="88295"/>
                    </a:lnTo>
                    <a:close/>
                  </a:path>
                </a:pathLst>
              </a:custGeom>
              <a:solidFill>
                <a:srgbClr val="01355A"/>
              </a:solidFill>
              <a:ln w="2824" cap="flat">
                <a:noFill/>
                <a:prstDash val="solid"/>
                <a:miter/>
              </a:ln>
            </p:spPr>
            <p:txBody>
              <a:bodyPr rtlCol="1" anchor="ctr"/>
              <a:lstStyle/>
              <a:p>
                <a:endParaRPr lang="ar-SA"/>
              </a:p>
            </p:txBody>
          </p:sp>
          <p:sp>
            <p:nvSpPr>
              <p:cNvPr id="7702" name="شكل حر: شكل 8592">
                <a:extLst>
                  <a:ext uri="{FF2B5EF4-FFF2-40B4-BE49-F238E27FC236}">
                    <a16:creationId xmlns:a16="http://schemas.microsoft.com/office/drawing/2014/main" id="{4DDE50A8-E97A-6872-765A-3985996DE0AD}"/>
                  </a:ext>
                </a:extLst>
              </p:cNvPr>
              <p:cNvSpPr/>
              <p:nvPr/>
            </p:nvSpPr>
            <p:spPr>
              <a:xfrm>
                <a:off x="2614972" y="609254"/>
                <a:ext cx="44204" cy="144729"/>
              </a:xfrm>
              <a:custGeom>
                <a:avLst/>
                <a:gdLst>
                  <a:gd name="connsiteX0" fmla="*/ 40758 w 44204"/>
                  <a:gd name="connsiteY0" fmla="*/ 144730 h 144729"/>
                  <a:gd name="connsiteX1" fmla="*/ 3446 w 44204"/>
                  <a:gd name="connsiteY1" fmla="*/ 144730 h 144729"/>
                  <a:gd name="connsiteX2" fmla="*/ 0 w 44204"/>
                  <a:gd name="connsiteY2" fmla="*/ 141284 h 144729"/>
                  <a:gd name="connsiteX3" fmla="*/ 0 w 44204"/>
                  <a:gd name="connsiteY3" fmla="*/ 3446 h 144729"/>
                  <a:gd name="connsiteX4" fmla="*/ 3446 w 44204"/>
                  <a:gd name="connsiteY4" fmla="*/ 0 h 144729"/>
                  <a:gd name="connsiteX5" fmla="*/ 40758 w 44204"/>
                  <a:gd name="connsiteY5" fmla="*/ 0 h 144729"/>
                  <a:gd name="connsiteX6" fmla="*/ 44204 w 44204"/>
                  <a:gd name="connsiteY6" fmla="*/ 3446 h 144729"/>
                  <a:gd name="connsiteX7" fmla="*/ 44204 w 44204"/>
                  <a:gd name="connsiteY7" fmla="*/ 141284 h 144729"/>
                  <a:gd name="connsiteX8" fmla="*/ 40758 w 44204"/>
                  <a:gd name="connsiteY8" fmla="*/ 144730 h 144729"/>
                  <a:gd name="connsiteX9" fmla="*/ 6892 w 44204"/>
                  <a:gd name="connsiteY9" fmla="*/ 137838 h 144729"/>
                  <a:gd name="connsiteX10" fmla="*/ 37312 w 44204"/>
                  <a:gd name="connsiteY10" fmla="*/ 137838 h 144729"/>
                  <a:gd name="connsiteX11" fmla="*/ 37312 w 44204"/>
                  <a:gd name="connsiteY11" fmla="*/ 6892 h 144729"/>
                  <a:gd name="connsiteX12" fmla="*/ 6892 w 44204"/>
                  <a:gd name="connsiteY12" fmla="*/ 6892 h 144729"/>
                  <a:gd name="connsiteX13" fmla="*/ 6892 w 44204"/>
                  <a:gd name="connsiteY13" fmla="*/ 137838 h 144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204" h="144729">
                    <a:moveTo>
                      <a:pt x="40758" y="144730"/>
                    </a:moveTo>
                    <a:lnTo>
                      <a:pt x="3446" y="144730"/>
                    </a:lnTo>
                    <a:cubicBezTo>
                      <a:pt x="1553" y="144730"/>
                      <a:pt x="0" y="143176"/>
                      <a:pt x="0" y="141284"/>
                    </a:cubicBezTo>
                    <a:lnTo>
                      <a:pt x="0" y="3446"/>
                    </a:lnTo>
                    <a:cubicBezTo>
                      <a:pt x="0" y="1554"/>
                      <a:pt x="1553" y="0"/>
                      <a:pt x="3446" y="0"/>
                    </a:cubicBezTo>
                    <a:lnTo>
                      <a:pt x="40758" y="0"/>
                    </a:lnTo>
                    <a:cubicBezTo>
                      <a:pt x="42651" y="0"/>
                      <a:pt x="44204" y="1554"/>
                      <a:pt x="44204" y="3446"/>
                    </a:cubicBezTo>
                    <a:lnTo>
                      <a:pt x="44204" y="141284"/>
                    </a:lnTo>
                    <a:cubicBezTo>
                      <a:pt x="44204" y="143176"/>
                      <a:pt x="42651" y="144730"/>
                      <a:pt x="40758" y="144730"/>
                    </a:cubicBezTo>
                    <a:close/>
                    <a:moveTo>
                      <a:pt x="6892" y="137838"/>
                    </a:moveTo>
                    <a:lnTo>
                      <a:pt x="37312" y="137838"/>
                    </a:lnTo>
                    <a:lnTo>
                      <a:pt x="37312" y="6892"/>
                    </a:lnTo>
                    <a:lnTo>
                      <a:pt x="6892" y="6892"/>
                    </a:lnTo>
                    <a:lnTo>
                      <a:pt x="6892" y="137838"/>
                    </a:lnTo>
                    <a:close/>
                  </a:path>
                </a:pathLst>
              </a:custGeom>
              <a:solidFill>
                <a:srgbClr val="01355A"/>
              </a:solidFill>
              <a:ln w="2824" cap="flat">
                <a:noFill/>
                <a:prstDash val="solid"/>
                <a:miter/>
              </a:ln>
            </p:spPr>
            <p:txBody>
              <a:bodyPr rtlCol="1" anchor="ctr"/>
              <a:lstStyle/>
              <a:p>
                <a:endParaRPr lang="ar-SA"/>
              </a:p>
            </p:txBody>
          </p:sp>
          <p:sp>
            <p:nvSpPr>
              <p:cNvPr id="7703" name="شكل حر: شكل 8593">
                <a:extLst>
                  <a:ext uri="{FF2B5EF4-FFF2-40B4-BE49-F238E27FC236}">
                    <a16:creationId xmlns:a16="http://schemas.microsoft.com/office/drawing/2014/main" id="{6D7E8690-2022-4639-BD56-00229BDAA16A}"/>
                  </a:ext>
                </a:extLst>
              </p:cNvPr>
              <p:cNvSpPr/>
              <p:nvPr/>
            </p:nvSpPr>
            <p:spPr>
              <a:xfrm>
                <a:off x="2680275" y="637415"/>
                <a:ext cx="44204" cy="116569"/>
              </a:xfrm>
              <a:custGeom>
                <a:avLst/>
                <a:gdLst>
                  <a:gd name="connsiteX0" fmla="*/ 40758 w 44204"/>
                  <a:gd name="connsiteY0" fmla="*/ 116569 h 116569"/>
                  <a:gd name="connsiteX1" fmla="*/ 3446 w 44204"/>
                  <a:gd name="connsiteY1" fmla="*/ 116569 h 116569"/>
                  <a:gd name="connsiteX2" fmla="*/ 0 w 44204"/>
                  <a:gd name="connsiteY2" fmla="*/ 113123 h 116569"/>
                  <a:gd name="connsiteX3" fmla="*/ 0 w 44204"/>
                  <a:gd name="connsiteY3" fmla="*/ 3446 h 116569"/>
                  <a:gd name="connsiteX4" fmla="*/ 3446 w 44204"/>
                  <a:gd name="connsiteY4" fmla="*/ 0 h 116569"/>
                  <a:gd name="connsiteX5" fmla="*/ 40758 w 44204"/>
                  <a:gd name="connsiteY5" fmla="*/ 0 h 116569"/>
                  <a:gd name="connsiteX6" fmla="*/ 44204 w 44204"/>
                  <a:gd name="connsiteY6" fmla="*/ 3446 h 116569"/>
                  <a:gd name="connsiteX7" fmla="*/ 44204 w 44204"/>
                  <a:gd name="connsiteY7" fmla="*/ 113123 h 116569"/>
                  <a:gd name="connsiteX8" fmla="*/ 40758 w 44204"/>
                  <a:gd name="connsiteY8" fmla="*/ 116569 h 116569"/>
                  <a:gd name="connsiteX9" fmla="*/ 6892 w 44204"/>
                  <a:gd name="connsiteY9" fmla="*/ 109677 h 116569"/>
                  <a:gd name="connsiteX10" fmla="*/ 37312 w 44204"/>
                  <a:gd name="connsiteY10" fmla="*/ 109677 h 116569"/>
                  <a:gd name="connsiteX11" fmla="*/ 37312 w 44204"/>
                  <a:gd name="connsiteY11" fmla="*/ 6892 h 116569"/>
                  <a:gd name="connsiteX12" fmla="*/ 6892 w 44204"/>
                  <a:gd name="connsiteY12" fmla="*/ 6892 h 116569"/>
                  <a:gd name="connsiteX13" fmla="*/ 6892 w 44204"/>
                  <a:gd name="connsiteY13" fmla="*/ 109677 h 116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204" h="116569">
                    <a:moveTo>
                      <a:pt x="40758" y="116569"/>
                    </a:moveTo>
                    <a:lnTo>
                      <a:pt x="3446" y="116569"/>
                    </a:lnTo>
                    <a:cubicBezTo>
                      <a:pt x="1553" y="116569"/>
                      <a:pt x="0" y="115016"/>
                      <a:pt x="0" y="113123"/>
                    </a:cubicBezTo>
                    <a:lnTo>
                      <a:pt x="0" y="3446"/>
                    </a:lnTo>
                    <a:cubicBezTo>
                      <a:pt x="0" y="1554"/>
                      <a:pt x="1553" y="0"/>
                      <a:pt x="3446" y="0"/>
                    </a:cubicBezTo>
                    <a:lnTo>
                      <a:pt x="40758" y="0"/>
                    </a:lnTo>
                    <a:cubicBezTo>
                      <a:pt x="42651" y="0"/>
                      <a:pt x="44204" y="1554"/>
                      <a:pt x="44204" y="3446"/>
                    </a:cubicBezTo>
                    <a:lnTo>
                      <a:pt x="44204" y="113123"/>
                    </a:lnTo>
                    <a:cubicBezTo>
                      <a:pt x="44204" y="115016"/>
                      <a:pt x="42651" y="116569"/>
                      <a:pt x="40758" y="116569"/>
                    </a:cubicBezTo>
                    <a:close/>
                    <a:moveTo>
                      <a:pt x="6892" y="109677"/>
                    </a:moveTo>
                    <a:lnTo>
                      <a:pt x="37312" y="109677"/>
                    </a:lnTo>
                    <a:lnTo>
                      <a:pt x="37312" y="6892"/>
                    </a:lnTo>
                    <a:lnTo>
                      <a:pt x="6892" y="6892"/>
                    </a:lnTo>
                    <a:lnTo>
                      <a:pt x="6892" y="109677"/>
                    </a:lnTo>
                    <a:close/>
                  </a:path>
                </a:pathLst>
              </a:custGeom>
              <a:solidFill>
                <a:srgbClr val="01355A"/>
              </a:solidFill>
              <a:ln w="2824" cap="flat">
                <a:noFill/>
                <a:prstDash val="solid"/>
                <a:miter/>
              </a:ln>
            </p:spPr>
            <p:txBody>
              <a:bodyPr rtlCol="1" anchor="ctr"/>
              <a:lstStyle/>
              <a:p>
                <a:endParaRPr lang="ar-SA"/>
              </a:p>
            </p:txBody>
          </p:sp>
          <p:sp>
            <p:nvSpPr>
              <p:cNvPr id="7704" name="شكل حر: شكل 8594">
                <a:extLst>
                  <a:ext uri="{FF2B5EF4-FFF2-40B4-BE49-F238E27FC236}">
                    <a16:creationId xmlns:a16="http://schemas.microsoft.com/office/drawing/2014/main" id="{2A87F4C9-7D1A-7DB2-4151-926DCEF0EAD3}"/>
                  </a:ext>
                </a:extLst>
              </p:cNvPr>
              <p:cNvSpPr/>
              <p:nvPr/>
            </p:nvSpPr>
            <p:spPr>
              <a:xfrm>
                <a:off x="2745607" y="564457"/>
                <a:ext cx="44204" cy="189527"/>
              </a:xfrm>
              <a:custGeom>
                <a:avLst/>
                <a:gdLst>
                  <a:gd name="connsiteX0" fmla="*/ 40758 w 44204"/>
                  <a:gd name="connsiteY0" fmla="*/ 189527 h 189527"/>
                  <a:gd name="connsiteX1" fmla="*/ 3446 w 44204"/>
                  <a:gd name="connsiteY1" fmla="*/ 189527 h 189527"/>
                  <a:gd name="connsiteX2" fmla="*/ 0 w 44204"/>
                  <a:gd name="connsiteY2" fmla="*/ 186081 h 189527"/>
                  <a:gd name="connsiteX3" fmla="*/ 0 w 44204"/>
                  <a:gd name="connsiteY3" fmla="*/ 3446 h 189527"/>
                  <a:gd name="connsiteX4" fmla="*/ 3446 w 44204"/>
                  <a:gd name="connsiteY4" fmla="*/ 0 h 189527"/>
                  <a:gd name="connsiteX5" fmla="*/ 40758 w 44204"/>
                  <a:gd name="connsiteY5" fmla="*/ 0 h 189527"/>
                  <a:gd name="connsiteX6" fmla="*/ 44204 w 44204"/>
                  <a:gd name="connsiteY6" fmla="*/ 3446 h 189527"/>
                  <a:gd name="connsiteX7" fmla="*/ 44204 w 44204"/>
                  <a:gd name="connsiteY7" fmla="*/ 186081 h 189527"/>
                  <a:gd name="connsiteX8" fmla="*/ 40758 w 44204"/>
                  <a:gd name="connsiteY8" fmla="*/ 189527 h 189527"/>
                  <a:gd name="connsiteX9" fmla="*/ 6892 w 44204"/>
                  <a:gd name="connsiteY9" fmla="*/ 182635 h 189527"/>
                  <a:gd name="connsiteX10" fmla="*/ 37312 w 44204"/>
                  <a:gd name="connsiteY10" fmla="*/ 182635 h 189527"/>
                  <a:gd name="connsiteX11" fmla="*/ 37312 w 44204"/>
                  <a:gd name="connsiteY11" fmla="*/ 6892 h 189527"/>
                  <a:gd name="connsiteX12" fmla="*/ 6892 w 44204"/>
                  <a:gd name="connsiteY12" fmla="*/ 6892 h 189527"/>
                  <a:gd name="connsiteX13" fmla="*/ 6892 w 44204"/>
                  <a:gd name="connsiteY13" fmla="*/ 182635 h 189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204" h="189527">
                    <a:moveTo>
                      <a:pt x="40758" y="189527"/>
                    </a:moveTo>
                    <a:lnTo>
                      <a:pt x="3446" y="189527"/>
                    </a:lnTo>
                    <a:cubicBezTo>
                      <a:pt x="1553" y="189527"/>
                      <a:pt x="0" y="187974"/>
                      <a:pt x="0" y="186081"/>
                    </a:cubicBezTo>
                    <a:lnTo>
                      <a:pt x="0" y="3446"/>
                    </a:lnTo>
                    <a:cubicBezTo>
                      <a:pt x="0" y="1554"/>
                      <a:pt x="1553" y="0"/>
                      <a:pt x="3446" y="0"/>
                    </a:cubicBezTo>
                    <a:lnTo>
                      <a:pt x="40758" y="0"/>
                    </a:lnTo>
                    <a:cubicBezTo>
                      <a:pt x="42651" y="0"/>
                      <a:pt x="44204" y="1554"/>
                      <a:pt x="44204" y="3446"/>
                    </a:cubicBezTo>
                    <a:lnTo>
                      <a:pt x="44204" y="186081"/>
                    </a:lnTo>
                    <a:cubicBezTo>
                      <a:pt x="44204" y="187974"/>
                      <a:pt x="42651" y="189527"/>
                      <a:pt x="40758" y="189527"/>
                    </a:cubicBezTo>
                    <a:close/>
                    <a:moveTo>
                      <a:pt x="6892" y="182635"/>
                    </a:moveTo>
                    <a:lnTo>
                      <a:pt x="37312" y="182635"/>
                    </a:lnTo>
                    <a:lnTo>
                      <a:pt x="37312" y="6892"/>
                    </a:lnTo>
                    <a:lnTo>
                      <a:pt x="6892" y="6892"/>
                    </a:lnTo>
                    <a:lnTo>
                      <a:pt x="6892" y="182635"/>
                    </a:lnTo>
                    <a:close/>
                  </a:path>
                </a:pathLst>
              </a:custGeom>
              <a:solidFill>
                <a:srgbClr val="01355A"/>
              </a:solidFill>
              <a:ln w="2824" cap="flat">
                <a:noFill/>
                <a:prstDash val="solid"/>
                <a:miter/>
              </a:ln>
            </p:spPr>
            <p:txBody>
              <a:bodyPr rtlCol="1" anchor="ctr"/>
              <a:lstStyle/>
              <a:p>
                <a:endParaRPr lang="ar-SA"/>
              </a:p>
            </p:txBody>
          </p:sp>
        </p:grpSp>
        <p:grpSp>
          <p:nvGrpSpPr>
            <p:cNvPr id="7693" name="رسم 8014">
              <a:extLst>
                <a:ext uri="{FF2B5EF4-FFF2-40B4-BE49-F238E27FC236}">
                  <a16:creationId xmlns:a16="http://schemas.microsoft.com/office/drawing/2014/main" id="{F336B7A6-C7EC-7445-932F-F20E1EE24074}"/>
                </a:ext>
              </a:extLst>
            </p:cNvPr>
            <p:cNvGrpSpPr/>
            <p:nvPr/>
          </p:nvGrpSpPr>
          <p:grpSpPr>
            <a:xfrm>
              <a:off x="2555656" y="492318"/>
              <a:ext cx="228421" cy="126596"/>
              <a:chOff x="2555656" y="492318"/>
              <a:chExt cx="228421" cy="126596"/>
            </a:xfrm>
            <a:solidFill>
              <a:srgbClr val="17A3A3"/>
            </a:solidFill>
          </p:grpSpPr>
          <p:sp>
            <p:nvSpPr>
              <p:cNvPr id="7694" name="شكل حر: شكل 8596">
                <a:extLst>
                  <a:ext uri="{FF2B5EF4-FFF2-40B4-BE49-F238E27FC236}">
                    <a16:creationId xmlns:a16="http://schemas.microsoft.com/office/drawing/2014/main" id="{7EB085B0-E32E-EC8E-D29A-39793427996C}"/>
                  </a:ext>
                </a:extLst>
              </p:cNvPr>
              <p:cNvSpPr/>
              <p:nvPr/>
            </p:nvSpPr>
            <p:spPr>
              <a:xfrm>
                <a:off x="2645288" y="554806"/>
                <a:ext cx="48903" cy="25016"/>
              </a:xfrm>
              <a:custGeom>
                <a:avLst/>
                <a:gdLst>
                  <a:gd name="connsiteX0" fmla="*/ 45466 w 48903"/>
                  <a:gd name="connsiteY0" fmla="*/ 25017 h 25016"/>
                  <a:gd name="connsiteX1" fmla="*/ 44111 w 48903"/>
                  <a:gd name="connsiteY1" fmla="*/ 24734 h 25016"/>
                  <a:gd name="connsiteX2" fmla="*/ 2081 w 48903"/>
                  <a:gd name="connsiteY2" fmla="*/ 6601 h 25016"/>
                  <a:gd name="connsiteX3" fmla="*/ 274 w 48903"/>
                  <a:gd name="connsiteY3" fmla="*/ 2081 h 25016"/>
                  <a:gd name="connsiteX4" fmla="*/ 4793 w 48903"/>
                  <a:gd name="connsiteY4" fmla="*/ 274 h 25016"/>
                  <a:gd name="connsiteX5" fmla="*/ 46822 w 48903"/>
                  <a:gd name="connsiteY5" fmla="*/ 18407 h 25016"/>
                  <a:gd name="connsiteX6" fmla="*/ 48630 w 48903"/>
                  <a:gd name="connsiteY6" fmla="*/ 22927 h 25016"/>
                  <a:gd name="connsiteX7" fmla="*/ 45466 w 48903"/>
                  <a:gd name="connsiteY7" fmla="*/ 25017 h 25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903" h="25016">
                    <a:moveTo>
                      <a:pt x="45466" y="25017"/>
                    </a:moveTo>
                    <a:cubicBezTo>
                      <a:pt x="45014" y="25017"/>
                      <a:pt x="44534" y="24932"/>
                      <a:pt x="44111" y="24734"/>
                    </a:cubicBezTo>
                    <a:lnTo>
                      <a:pt x="2081" y="6601"/>
                    </a:lnTo>
                    <a:cubicBezTo>
                      <a:pt x="330" y="5838"/>
                      <a:pt x="-461" y="3833"/>
                      <a:pt x="274" y="2081"/>
                    </a:cubicBezTo>
                    <a:cubicBezTo>
                      <a:pt x="1036" y="330"/>
                      <a:pt x="3070" y="-461"/>
                      <a:pt x="4793" y="274"/>
                    </a:cubicBezTo>
                    <a:lnTo>
                      <a:pt x="46822" y="18407"/>
                    </a:lnTo>
                    <a:cubicBezTo>
                      <a:pt x="48573" y="19170"/>
                      <a:pt x="49364" y="21175"/>
                      <a:pt x="48630" y="22927"/>
                    </a:cubicBezTo>
                    <a:cubicBezTo>
                      <a:pt x="48065" y="24226"/>
                      <a:pt x="46794" y="25017"/>
                      <a:pt x="45466" y="25017"/>
                    </a:cubicBezTo>
                    <a:close/>
                  </a:path>
                </a:pathLst>
              </a:custGeom>
              <a:solidFill>
                <a:srgbClr val="17A3A3"/>
              </a:solidFill>
              <a:ln w="2824" cap="flat">
                <a:noFill/>
                <a:prstDash val="solid"/>
                <a:miter/>
              </a:ln>
            </p:spPr>
            <p:txBody>
              <a:bodyPr rtlCol="1" anchor="ctr"/>
              <a:lstStyle/>
              <a:p>
                <a:endParaRPr lang="ar-SA"/>
              </a:p>
            </p:txBody>
          </p:sp>
          <p:sp>
            <p:nvSpPr>
              <p:cNvPr id="7695" name="شكل حر: شكل 8597">
                <a:extLst>
                  <a:ext uri="{FF2B5EF4-FFF2-40B4-BE49-F238E27FC236}">
                    <a16:creationId xmlns:a16="http://schemas.microsoft.com/office/drawing/2014/main" id="{38DD47FD-D0CB-0B02-485A-7AD243D3D99B}"/>
                  </a:ext>
                </a:extLst>
              </p:cNvPr>
              <p:cNvSpPr/>
              <p:nvPr/>
            </p:nvSpPr>
            <p:spPr>
              <a:xfrm>
                <a:off x="2707439" y="514370"/>
                <a:ext cx="55377" cy="61046"/>
              </a:xfrm>
              <a:custGeom>
                <a:avLst/>
                <a:gdLst>
                  <a:gd name="connsiteX0" fmla="*/ 3426 w 55377"/>
                  <a:gd name="connsiteY0" fmla="*/ 61018 h 61046"/>
                  <a:gd name="connsiteX1" fmla="*/ 1138 w 55377"/>
                  <a:gd name="connsiteY1" fmla="*/ 60143 h 61046"/>
                  <a:gd name="connsiteX2" fmla="*/ 884 w 55377"/>
                  <a:gd name="connsiteY2" fmla="*/ 55285 h 61046"/>
                  <a:gd name="connsiteX3" fmla="*/ 49381 w 55377"/>
                  <a:gd name="connsiteY3" fmla="*/ 1138 h 61046"/>
                  <a:gd name="connsiteX4" fmla="*/ 54240 w 55377"/>
                  <a:gd name="connsiteY4" fmla="*/ 884 h 61046"/>
                  <a:gd name="connsiteX5" fmla="*/ 54494 w 55377"/>
                  <a:gd name="connsiteY5" fmla="*/ 5742 h 61046"/>
                  <a:gd name="connsiteX6" fmla="*/ 5996 w 55377"/>
                  <a:gd name="connsiteY6" fmla="*/ 59889 h 61046"/>
                  <a:gd name="connsiteX7" fmla="*/ 3426 w 55377"/>
                  <a:gd name="connsiteY7" fmla="*/ 61047 h 6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377" h="61046">
                    <a:moveTo>
                      <a:pt x="3426" y="61018"/>
                    </a:moveTo>
                    <a:cubicBezTo>
                      <a:pt x="2607" y="61018"/>
                      <a:pt x="1788" y="60736"/>
                      <a:pt x="1138" y="60143"/>
                    </a:cubicBezTo>
                    <a:cubicBezTo>
                      <a:pt x="-274" y="58872"/>
                      <a:pt x="-387" y="56697"/>
                      <a:pt x="884" y="55285"/>
                    </a:cubicBezTo>
                    <a:lnTo>
                      <a:pt x="49381" y="1138"/>
                    </a:lnTo>
                    <a:cubicBezTo>
                      <a:pt x="50652" y="-274"/>
                      <a:pt x="52827" y="-387"/>
                      <a:pt x="54240" y="884"/>
                    </a:cubicBezTo>
                    <a:cubicBezTo>
                      <a:pt x="55652" y="2155"/>
                      <a:pt x="55765" y="4330"/>
                      <a:pt x="54494" y="5742"/>
                    </a:cubicBezTo>
                    <a:lnTo>
                      <a:pt x="5996" y="59889"/>
                    </a:lnTo>
                    <a:cubicBezTo>
                      <a:pt x="5318" y="60651"/>
                      <a:pt x="4386" y="61047"/>
                      <a:pt x="3426" y="61047"/>
                    </a:cubicBezTo>
                    <a:close/>
                  </a:path>
                </a:pathLst>
              </a:custGeom>
              <a:solidFill>
                <a:srgbClr val="17A3A3"/>
              </a:solidFill>
              <a:ln w="2824" cap="flat">
                <a:noFill/>
                <a:prstDash val="solid"/>
                <a:miter/>
              </a:ln>
            </p:spPr>
            <p:txBody>
              <a:bodyPr rtlCol="1" anchor="ctr"/>
              <a:lstStyle/>
              <a:p>
                <a:endParaRPr lang="ar-SA"/>
              </a:p>
            </p:txBody>
          </p:sp>
          <p:sp>
            <p:nvSpPr>
              <p:cNvPr id="7696" name="شكل حر: شكل 8598">
                <a:extLst>
                  <a:ext uri="{FF2B5EF4-FFF2-40B4-BE49-F238E27FC236}">
                    <a16:creationId xmlns:a16="http://schemas.microsoft.com/office/drawing/2014/main" id="{F5060C06-D59B-74DD-C620-F39DA333A16A}"/>
                  </a:ext>
                </a:extLst>
              </p:cNvPr>
              <p:cNvSpPr/>
              <p:nvPr/>
            </p:nvSpPr>
            <p:spPr>
              <a:xfrm>
                <a:off x="2578425" y="557483"/>
                <a:ext cx="52022" cy="41122"/>
              </a:xfrm>
              <a:custGeom>
                <a:avLst/>
                <a:gdLst>
                  <a:gd name="connsiteX0" fmla="*/ 3443 w 52022"/>
                  <a:gd name="connsiteY0" fmla="*/ 41122 h 41122"/>
                  <a:gd name="connsiteX1" fmla="*/ 703 w 52022"/>
                  <a:gd name="connsiteY1" fmla="*/ 39767 h 41122"/>
                  <a:gd name="connsiteX2" fmla="*/ 1353 w 52022"/>
                  <a:gd name="connsiteY2" fmla="*/ 34937 h 41122"/>
                  <a:gd name="connsiteX3" fmla="*/ 46489 w 52022"/>
                  <a:gd name="connsiteY3" fmla="*/ 703 h 41122"/>
                  <a:gd name="connsiteX4" fmla="*/ 51319 w 52022"/>
                  <a:gd name="connsiteY4" fmla="*/ 1353 h 41122"/>
                  <a:gd name="connsiteX5" fmla="*/ 50669 w 52022"/>
                  <a:gd name="connsiteY5" fmla="*/ 6183 h 41122"/>
                  <a:gd name="connsiteX6" fmla="*/ 5533 w 52022"/>
                  <a:gd name="connsiteY6" fmla="*/ 40416 h 41122"/>
                  <a:gd name="connsiteX7" fmla="*/ 3443 w 52022"/>
                  <a:gd name="connsiteY7" fmla="*/ 41122 h 41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022" h="41122">
                    <a:moveTo>
                      <a:pt x="3443" y="41122"/>
                    </a:moveTo>
                    <a:cubicBezTo>
                      <a:pt x="2398" y="41122"/>
                      <a:pt x="1381" y="40642"/>
                      <a:pt x="703" y="39767"/>
                    </a:cubicBezTo>
                    <a:cubicBezTo>
                      <a:pt x="-455" y="38241"/>
                      <a:pt x="-144" y="36095"/>
                      <a:pt x="1353" y="34937"/>
                    </a:cubicBezTo>
                    <a:lnTo>
                      <a:pt x="46489" y="703"/>
                    </a:lnTo>
                    <a:cubicBezTo>
                      <a:pt x="48014" y="-455"/>
                      <a:pt x="50161" y="-144"/>
                      <a:pt x="51319" y="1353"/>
                    </a:cubicBezTo>
                    <a:cubicBezTo>
                      <a:pt x="52477" y="2878"/>
                      <a:pt x="52166" y="5025"/>
                      <a:pt x="50669" y="6183"/>
                    </a:cubicBezTo>
                    <a:lnTo>
                      <a:pt x="5533" y="40416"/>
                    </a:lnTo>
                    <a:cubicBezTo>
                      <a:pt x="4912" y="40896"/>
                      <a:pt x="4177" y="41122"/>
                      <a:pt x="3443" y="41122"/>
                    </a:cubicBezTo>
                    <a:close/>
                  </a:path>
                </a:pathLst>
              </a:custGeom>
              <a:solidFill>
                <a:srgbClr val="17A3A3"/>
              </a:solidFill>
              <a:ln w="2824" cap="flat">
                <a:noFill/>
                <a:prstDash val="solid"/>
                <a:miter/>
              </a:ln>
            </p:spPr>
            <p:txBody>
              <a:bodyPr rtlCol="1" anchor="ctr"/>
              <a:lstStyle/>
              <a:p>
                <a:endParaRPr lang="ar-SA"/>
              </a:p>
            </p:txBody>
          </p:sp>
          <p:sp>
            <p:nvSpPr>
              <p:cNvPr id="7697" name="شكل حر: شكل 8599">
                <a:extLst>
                  <a:ext uri="{FF2B5EF4-FFF2-40B4-BE49-F238E27FC236}">
                    <a16:creationId xmlns:a16="http://schemas.microsoft.com/office/drawing/2014/main" id="{43824CFB-A0BD-F7DB-8C83-85AB66418706}"/>
                  </a:ext>
                </a:extLst>
              </p:cNvPr>
              <p:cNvSpPr/>
              <p:nvPr/>
            </p:nvSpPr>
            <p:spPr>
              <a:xfrm>
                <a:off x="2555656" y="586658"/>
                <a:ext cx="32256" cy="32256"/>
              </a:xfrm>
              <a:custGeom>
                <a:avLst/>
                <a:gdLst>
                  <a:gd name="connsiteX0" fmla="*/ 16128 w 32256"/>
                  <a:gd name="connsiteY0" fmla="*/ 32256 h 32256"/>
                  <a:gd name="connsiteX1" fmla="*/ 0 w 32256"/>
                  <a:gd name="connsiteY1" fmla="*/ 16128 h 32256"/>
                  <a:gd name="connsiteX2" fmla="*/ 16128 w 32256"/>
                  <a:gd name="connsiteY2" fmla="*/ 0 h 32256"/>
                  <a:gd name="connsiteX3" fmla="*/ 32256 w 32256"/>
                  <a:gd name="connsiteY3" fmla="*/ 16128 h 32256"/>
                  <a:gd name="connsiteX4" fmla="*/ 16128 w 32256"/>
                  <a:gd name="connsiteY4" fmla="*/ 32256 h 32256"/>
                  <a:gd name="connsiteX5" fmla="*/ 16128 w 32256"/>
                  <a:gd name="connsiteY5" fmla="*/ 6892 h 32256"/>
                  <a:gd name="connsiteX6" fmla="*/ 6892 w 32256"/>
                  <a:gd name="connsiteY6" fmla="*/ 16128 h 32256"/>
                  <a:gd name="connsiteX7" fmla="*/ 16128 w 32256"/>
                  <a:gd name="connsiteY7" fmla="*/ 25364 h 32256"/>
                  <a:gd name="connsiteX8" fmla="*/ 25364 w 32256"/>
                  <a:gd name="connsiteY8" fmla="*/ 16128 h 32256"/>
                  <a:gd name="connsiteX9" fmla="*/ 16128 w 32256"/>
                  <a:gd name="connsiteY9" fmla="*/ 6892 h 32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256" h="32256">
                    <a:moveTo>
                      <a:pt x="16128" y="32256"/>
                    </a:moveTo>
                    <a:cubicBezTo>
                      <a:pt x="7231" y="32256"/>
                      <a:pt x="0" y="25025"/>
                      <a:pt x="0" y="16128"/>
                    </a:cubicBezTo>
                    <a:cubicBezTo>
                      <a:pt x="0" y="7231"/>
                      <a:pt x="7231" y="0"/>
                      <a:pt x="16128" y="0"/>
                    </a:cubicBezTo>
                    <a:cubicBezTo>
                      <a:pt x="25025" y="0"/>
                      <a:pt x="32256" y="7231"/>
                      <a:pt x="32256" y="16128"/>
                    </a:cubicBezTo>
                    <a:cubicBezTo>
                      <a:pt x="32256" y="25025"/>
                      <a:pt x="25025" y="32256"/>
                      <a:pt x="16128" y="32256"/>
                    </a:cubicBezTo>
                    <a:close/>
                    <a:moveTo>
                      <a:pt x="16128" y="6892"/>
                    </a:moveTo>
                    <a:cubicBezTo>
                      <a:pt x="11044" y="6892"/>
                      <a:pt x="6892" y="11044"/>
                      <a:pt x="6892" y="16128"/>
                    </a:cubicBezTo>
                    <a:cubicBezTo>
                      <a:pt x="6892" y="21212"/>
                      <a:pt x="11044" y="25364"/>
                      <a:pt x="16128" y="25364"/>
                    </a:cubicBezTo>
                    <a:cubicBezTo>
                      <a:pt x="21212" y="25364"/>
                      <a:pt x="25364" y="21212"/>
                      <a:pt x="25364" y="16128"/>
                    </a:cubicBezTo>
                    <a:cubicBezTo>
                      <a:pt x="25364" y="11044"/>
                      <a:pt x="21212" y="6892"/>
                      <a:pt x="16128" y="6892"/>
                    </a:cubicBezTo>
                    <a:close/>
                  </a:path>
                </a:pathLst>
              </a:custGeom>
              <a:solidFill>
                <a:srgbClr val="17A3A3"/>
              </a:solidFill>
              <a:ln w="2824" cap="flat">
                <a:noFill/>
                <a:prstDash val="solid"/>
                <a:miter/>
              </a:ln>
            </p:spPr>
            <p:txBody>
              <a:bodyPr rtlCol="1" anchor="ctr"/>
              <a:lstStyle/>
              <a:p>
                <a:endParaRPr lang="ar-SA"/>
              </a:p>
            </p:txBody>
          </p:sp>
          <p:sp>
            <p:nvSpPr>
              <p:cNvPr id="7698" name="شكل حر: شكل 8600">
                <a:extLst>
                  <a:ext uri="{FF2B5EF4-FFF2-40B4-BE49-F238E27FC236}">
                    <a16:creationId xmlns:a16="http://schemas.microsoft.com/office/drawing/2014/main" id="{6FCBDB67-CB8D-6115-0830-5131A034288D}"/>
                  </a:ext>
                </a:extLst>
              </p:cNvPr>
              <p:cNvSpPr/>
              <p:nvPr/>
            </p:nvSpPr>
            <p:spPr>
              <a:xfrm>
                <a:off x="2620960" y="537115"/>
                <a:ext cx="32256" cy="32256"/>
              </a:xfrm>
              <a:custGeom>
                <a:avLst/>
                <a:gdLst>
                  <a:gd name="connsiteX0" fmla="*/ 16128 w 32256"/>
                  <a:gd name="connsiteY0" fmla="*/ 32256 h 32256"/>
                  <a:gd name="connsiteX1" fmla="*/ 0 w 32256"/>
                  <a:gd name="connsiteY1" fmla="*/ 16128 h 32256"/>
                  <a:gd name="connsiteX2" fmla="*/ 16128 w 32256"/>
                  <a:gd name="connsiteY2" fmla="*/ 0 h 32256"/>
                  <a:gd name="connsiteX3" fmla="*/ 32256 w 32256"/>
                  <a:gd name="connsiteY3" fmla="*/ 16128 h 32256"/>
                  <a:gd name="connsiteX4" fmla="*/ 16128 w 32256"/>
                  <a:gd name="connsiteY4" fmla="*/ 32256 h 32256"/>
                  <a:gd name="connsiteX5" fmla="*/ 16128 w 32256"/>
                  <a:gd name="connsiteY5" fmla="*/ 6892 h 32256"/>
                  <a:gd name="connsiteX6" fmla="*/ 6892 w 32256"/>
                  <a:gd name="connsiteY6" fmla="*/ 16128 h 32256"/>
                  <a:gd name="connsiteX7" fmla="*/ 16128 w 32256"/>
                  <a:gd name="connsiteY7" fmla="*/ 25364 h 32256"/>
                  <a:gd name="connsiteX8" fmla="*/ 25364 w 32256"/>
                  <a:gd name="connsiteY8" fmla="*/ 16128 h 32256"/>
                  <a:gd name="connsiteX9" fmla="*/ 16128 w 32256"/>
                  <a:gd name="connsiteY9" fmla="*/ 6892 h 32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256" h="32256">
                    <a:moveTo>
                      <a:pt x="16128" y="32256"/>
                    </a:moveTo>
                    <a:cubicBezTo>
                      <a:pt x="7231" y="32256"/>
                      <a:pt x="0" y="25025"/>
                      <a:pt x="0" y="16128"/>
                    </a:cubicBezTo>
                    <a:cubicBezTo>
                      <a:pt x="0" y="7231"/>
                      <a:pt x="7231" y="0"/>
                      <a:pt x="16128" y="0"/>
                    </a:cubicBezTo>
                    <a:cubicBezTo>
                      <a:pt x="25025" y="0"/>
                      <a:pt x="32256" y="7231"/>
                      <a:pt x="32256" y="16128"/>
                    </a:cubicBezTo>
                    <a:cubicBezTo>
                      <a:pt x="32256" y="25025"/>
                      <a:pt x="25025" y="32256"/>
                      <a:pt x="16128" y="32256"/>
                    </a:cubicBezTo>
                    <a:close/>
                    <a:moveTo>
                      <a:pt x="16128" y="6892"/>
                    </a:moveTo>
                    <a:cubicBezTo>
                      <a:pt x="11044" y="6892"/>
                      <a:pt x="6892" y="11044"/>
                      <a:pt x="6892" y="16128"/>
                    </a:cubicBezTo>
                    <a:cubicBezTo>
                      <a:pt x="6892" y="21212"/>
                      <a:pt x="11044" y="25364"/>
                      <a:pt x="16128" y="25364"/>
                    </a:cubicBezTo>
                    <a:cubicBezTo>
                      <a:pt x="21212" y="25364"/>
                      <a:pt x="25364" y="21212"/>
                      <a:pt x="25364" y="16128"/>
                    </a:cubicBezTo>
                    <a:cubicBezTo>
                      <a:pt x="25364" y="11044"/>
                      <a:pt x="21212" y="6892"/>
                      <a:pt x="16128" y="6892"/>
                    </a:cubicBezTo>
                    <a:close/>
                  </a:path>
                </a:pathLst>
              </a:custGeom>
              <a:solidFill>
                <a:srgbClr val="17A3A3"/>
              </a:solidFill>
              <a:ln w="2824" cap="flat">
                <a:noFill/>
                <a:prstDash val="solid"/>
                <a:miter/>
              </a:ln>
            </p:spPr>
            <p:txBody>
              <a:bodyPr rtlCol="1" anchor="ctr"/>
              <a:lstStyle/>
              <a:p>
                <a:endParaRPr lang="ar-SA"/>
              </a:p>
            </p:txBody>
          </p:sp>
          <p:sp>
            <p:nvSpPr>
              <p:cNvPr id="7699" name="شكل حر: شكل 8601">
                <a:extLst>
                  <a:ext uri="{FF2B5EF4-FFF2-40B4-BE49-F238E27FC236}">
                    <a16:creationId xmlns:a16="http://schemas.microsoft.com/office/drawing/2014/main" id="{EE5342E1-A1B1-A25E-0EAE-0CCDD05E3A8F}"/>
                  </a:ext>
                </a:extLst>
              </p:cNvPr>
              <p:cNvSpPr/>
              <p:nvPr/>
            </p:nvSpPr>
            <p:spPr>
              <a:xfrm>
                <a:off x="2686263" y="565248"/>
                <a:ext cx="32256" cy="32256"/>
              </a:xfrm>
              <a:custGeom>
                <a:avLst/>
                <a:gdLst>
                  <a:gd name="connsiteX0" fmla="*/ 16128 w 32256"/>
                  <a:gd name="connsiteY0" fmla="*/ 32256 h 32256"/>
                  <a:gd name="connsiteX1" fmla="*/ 0 w 32256"/>
                  <a:gd name="connsiteY1" fmla="*/ 16128 h 32256"/>
                  <a:gd name="connsiteX2" fmla="*/ 16128 w 32256"/>
                  <a:gd name="connsiteY2" fmla="*/ 0 h 32256"/>
                  <a:gd name="connsiteX3" fmla="*/ 32256 w 32256"/>
                  <a:gd name="connsiteY3" fmla="*/ 16128 h 32256"/>
                  <a:gd name="connsiteX4" fmla="*/ 16128 w 32256"/>
                  <a:gd name="connsiteY4" fmla="*/ 32256 h 32256"/>
                  <a:gd name="connsiteX5" fmla="*/ 16128 w 32256"/>
                  <a:gd name="connsiteY5" fmla="*/ 6892 h 32256"/>
                  <a:gd name="connsiteX6" fmla="*/ 6892 w 32256"/>
                  <a:gd name="connsiteY6" fmla="*/ 16128 h 32256"/>
                  <a:gd name="connsiteX7" fmla="*/ 16128 w 32256"/>
                  <a:gd name="connsiteY7" fmla="*/ 25364 h 32256"/>
                  <a:gd name="connsiteX8" fmla="*/ 25364 w 32256"/>
                  <a:gd name="connsiteY8" fmla="*/ 16128 h 32256"/>
                  <a:gd name="connsiteX9" fmla="*/ 16128 w 32256"/>
                  <a:gd name="connsiteY9" fmla="*/ 6892 h 32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256" h="32256">
                    <a:moveTo>
                      <a:pt x="16128" y="32256"/>
                    </a:moveTo>
                    <a:cubicBezTo>
                      <a:pt x="7231" y="32256"/>
                      <a:pt x="0" y="25025"/>
                      <a:pt x="0" y="16128"/>
                    </a:cubicBezTo>
                    <a:cubicBezTo>
                      <a:pt x="0" y="7231"/>
                      <a:pt x="7231" y="0"/>
                      <a:pt x="16128" y="0"/>
                    </a:cubicBezTo>
                    <a:cubicBezTo>
                      <a:pt x="25025" y="0"/>
                      <a:pt x="32256" y="7231"/>
                      <a:pt x="32256" y="16128"/>
                    </a:cubicBezTo>
                    <a:cubicBezTo>
                      <a:pt x="32256" y="25025"/>
                      <a:pt x="25025" y="32256"/>
                      <a:pt x="16128" y="32256"/>
                    </a:cubicBezTo>
                    <a:close/>
                    <a:moveTo>
                      <a:pt x="16128" y="6892"/>
                    </a:moveTo>
                    <a:cubicBezTo>
                      <a:pt x="11044" y="6892"/>
                      <a:pt x="6892" y="11044"/>
                      <a:pt x="6892" y="16128"/>
                    </a:cubicBezTo>
                    <a:cubicBezTo>
                      <a:pt x="6892" y="21212"/>
                      <a:pt x="11044" y="25364"/>
                      <a:pt x="16128" y="25364"/>
                    </a:cubicBezTo>
                    <a:cubicBezTo>
                      <a:pt x="21212" y="25364"/>
                      <a:pt x="25364" y="21212"/>
                      <a:pt x="25364" y="16128"/>
                    </a:cubicBezTo>
                    <a:cubicBezTo>
                      <a:pt x="25364" y="11044"/>
                      <a:pt x="21212" y="6892"/>
                      <a:pt x="16128" y="6892"/>
                    </a:cubicBezTo>
                    <a:close/>
                  </a:path>
                </a:pathLst>
              </a:custGeom>
              <a:solidFill>
                <a:srgbClr val="17A3A3"/>
              </a:solidFill>
              <a:ln w="2824" cap="flat">
                <a:noFill/>
                <a:prstDash val="solid"/>
                <a:miter/>
              </a:ln>
            </p:spPr>
            <p:txBody>
              <a:bodyPr rtlCol="1" anchor="ctr"/>
              <a:lstStyle/>
              <a:p>
                <a:endParaRPr lang="ar-SA"/>
              </a:p>
            </p:txBody>
          </p:sp>
          <p:sp>
            <p:nvSpPr>
              <p:cNvPr id="7700" name="شكل حر: شكل 8602">
                <a:extLst>
                  <a:ext uri="{FF2B5EF4-FFF2-40B4-BE49-F238E27FC236}">
                    <a16:creationId xmlns:a16="http://schemas.microsoft.com/office/drawing/2014/main" id="{C6234B26-A9B2-49B5-47AA-871C84CE0A6C}"/>
                  </a:ext>
                </a:extLst>
              </p:cNvPr>
              <p:cNvSpPr/>
              <p:nvPr/>
            </p:nvSpPr>
            <p:spPr>
              <a:xfrm>
                <a:off x="2751821" y="492318"/>
                <a:ext cx="32256" cy="32256"/>
              </a:xfrm>
              <a:custGeom>
                <a:avLst/>
                <a:gdLst>
                  <a:gd name="connsiteX0" fmla="*/ 16128 w 32256"/>
                  <a:gd name="connsiteY0" fmla="*/ 32256 h 32256"/>
                  <a:gd name="connsiteX1" fmla="*/ 0 w 32256"/>
                  <a:gd name="connsiteY1" fmla="*/ 16128 h 32256"/>
                  <a:gd name="connsiteX2" fmla="*/ 16128 w 32256"/>
                  <a:gd name="connsiteY2" fmla="*/ 0 h 32256"/>
                  <a:gd name="connsiteX3" fmla="*/ 32256 w 32256"/>
                  <a:gd name="connsiteY3" fmla="*/ 16128 h 32256"/>
                  <a:gd name="connsiteX4" fmla="*/ 16128 w 32256"/>
                  <a:gd name="connsiteY4" fmla="*/ 32256 h 32256"/>
                  <a:gd name="connsiteX5" fmla="*/ 16128 w 32256"/>
                  <a:gd name="connsiteY5" fmla="*/ 6892 h 32256"/>
                  <a:gd name="connsiteX6" fmla="*/ 6892 w 32256"/>
                  <a:gd name="connsiteY6" fmla="*/ 16128 h 32256"/>
                  <a:gd name="connsiteX7" fmla="*/ 16128 w 32256"/>
                  <a:gd name="connsiteY7" fmla="*/ 25364 h 32256"/>
                  <a:gd name="connsiteX8" fmla="*/ 25364 w 32256"/>
                  <a:gd name="connsiteY8" fmla="*/ 16128 h 32256"/>
                  <a:gd name="connsiteX9" fmla="*/ 16128 w 32256"/>
                  <a:gd name="connsiteY9" fmla="*/ 6892 h 32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256" h="32256">
                    <a:moveTo>
                      <a:pt x="16128" y="32256"/>
                    </a:moveTo>
                    <a:cubicBezTo>
                      <a:pt x="7231" y="32256"/>
                      <a:pt x="0" y="25025"/>
                      <a:pt x="0" y="16128"/>
                    </a:cubicBezTo>
                    <a:cubicBezTo>
                      <a:pt x="0" y="7231"/>
                      <a:pt x="7231" y="0"/>
                      <a:pt x="16128" y="0"/>
                    </a:cubicBezTo>
                    <a:cubicBezTo>
                      <a:pt x="25025" y="0"/>
                      <a:pt x="32256" y="7231"/>
                      <a:pt x="32256" y="16128"/>
                    </a:cubicBezTo>
                    <a:cubicBezTo>
                      <a:pt x="32256" y="25025"/>
                      <a:pt x="25025" y="32256"/>
                      <a:pt x="16128" y="32256"/>
                    </a:cubicBezTo>
                    <a:close/>
                    <a:moveTo>
                      <a:pt x="16128" y="6892"/>
                    </a:moveTo>
                    <a:cubicBezTo>
                      <a:pt x="11044" y="6892"/>
                      <a:pt x="6892" y="11044"/>
                      <a:pt x="6892" y="16128"/>
                    </a:cubicBezTo>
                    <a:cubicBezTo>
                      <a:pt x="6892" y="21212"/>
                      <a:pt x="11044" y="25364"/>
                      <a:pt x="16128" y="25364"/>
                    </a:cubicBezTo>
                    <a:cubicBezTo>
                      <a:pt x="21212" y="25364"/>
                      <a:pt x="25364" y="21212"/>
                      <a:pt x="25364" y="16128"/>
                    </a:cubicBezTo>
                    <a:cubicBezTo>
                      <a:pt x="25364" y="11044"/>
                      <a:pt x="21212" y="6892"/>
                      <a:pt x="16128" y="6892"/>
                    </a:cubicBezTo>
                    <a:close/>
                  </a:path>
                </a:pathLst>
              </a:custGeom>
              <a:solidFill>
                <a:srgbClr val="17A3A3"/>
              </a:solidFill>
              <a:ln w="2824" cap="flat">
                <a:noFill/>
                <a:prstDash val="solid"/>
                <a:miter/>
              </a:ln>
            </p:spPr>
            <p:txBody>
              <a:bodyPr rtlCol="1" anchor="ctr"/>
              <a:lstStyle/>
              <a:p>
                <a:endParaRPr lang="ar-SA"/>
              </a:p>
            </p:txBody>
          </p:sp>
        </p:grpSp>
      </p:grpSp>
      <p:grpSp>
        <p:nvGrpSpPr>
          <p:cNvPr id="7705" name="رسم 8014">
            <a:extLst>
              <a:ext uri="{FF2B5EF4-FFF2-40B4-BE49-F238E27FC236}">
                <a16:creationId xmlns:a16="http://schemas.microsoft.com/office/drawing/2014/main" id="{6488D8E0-AEB4-E5D2-4E98-50A722200FA8}"/>
              </a:ext>
            </a:extLst>
          </p:cNvPr>
          <p:cNvGrpSpPr/>
          <p:nvPr/>
        </p:nvGrpSpPr>
        <p:grpSpPr>
          <a:xfrm>
            <a:off x="1572328" y="1766856"/>
            <a:ext cx="212437" cy="236164"/>
            <a:chOff x="960832" y="426280"/>
            <a:chExt cx="253926" cy="299627"/>
          </a:xfrm>
        </p:grpSpPr>
        <p:sp>
          <p:nvSpPr>
            <p:cNvPr id="7706" name="شكل حر: شكل 8604">
              <a:extLst>
                <a:ext uri="{FF2B5EF4-FFF2-40B4-BE49-F238E27FC236}">
                  <a16:creationId xmlns:a16="http://schemas.microsoft.com/office/drawing/2014/main" id="{F0699D98-488B-3139-E17C-55971A8C828E}"/>
                </a:ext>
              </a:extLst>
            </p:cNvPr>
            <p:cNvSpPr/>
            <p:nvPr/>
          </p:nvSpPr>
          <p:spPr>
            <a:xfrm>
              <a:off x="960832" y="468055"/>
              <a:ext cx="253926" cy="257852"/>
            </a:xfrm>
            <a:custGeom>
              <a:avLst/>
              <a:gdLst>
                <a:gd name="connsiteX0" fmla="*/ 221755 w 253926"/>
                <a:gd name="connsiteY0" fmla="*/ 257853 h 257852"/>
                <a:gd name="connsiteX1" fmla="*/ 32200 w 253926"/>
                <a:gd name="connsiteY1" fmla="*/ 257853 h 257852"/>
                <a:gd name="connsiteX2" fmla="*/ 0 w 253926"/>
                <a:gd name="connsiteY2" fmla="*/ 225653 h 257852"/>
                <a:gd name="connsiteX3" fmla="*/ 0 w 253926"/>
                <a:gd name="connsiteY3" fmla="*/ 32200 h 257852"/>
                <a:gd name="connsiteX4" fmla="*/ 32200 w 253926"/>
                <a:gd name="connsiteY4" fmla="*/ 0 h 257852"/>
                <a:gd name="connsiteX5" fmla="*/ 63355 w 253926"/>
                <a:gd name="connsiteY5" fmla="*/ 0 h 257852"/>
                <a:gd name="connsiteX6" fmla="*/ 66801 w 253926"/>
                <a:gd name="connsiteY6" fmla="*/ 3446 h 257852"/>
                <a:gd name="connsiteX7" fmla="*/ 63355 w 253926"/>
                <a:gd name="connsiteY7" fmla="*/ 6892 h 257852"/>
                <a:gd name="connsiteX8" fmla="*/ 32200 w 253926"/>
                <a:gd name="connsiteY8" fmla="*/ 6892 h 257852"/>
                <a:gd name="connsiteX9" fmla="*/ 6864 w 253926"/>
                <a:gd name="connsiteY9" fmla="*/ 32228 h 257852"/>
                <a:gd name="connsiteX10" fmla="*/ 6864 w 253926"/>
                <a:gd name="connsiteY10" fmla="*/ 225681 h 257852"/>
                <a:gd name="connsiteX11" fmla="*/ 32200 w 253926"/>
                <a:gd name="connsiteY11" fmla="*/ 251017 h 257852"/>
                <a:gd name="connsiteX12" fmla="*/ 221727 w 253926"/>
                <a:gd name="connsiteY12" fmla="*/ 251017 h 257852"/>
                <a:gd name="connsiteX13" fmla="*/ 247063 w 253926"/>
                <a:gd name="connsiteY13" fmla="*/ 225681 h 257852"/>
                <a:gd name="connsiteX14" fmla="*/ 247063 w 253926"/>
                <a:gd name="connsiteY14" fmla="*/ 32228 h 257852"/>
                <a:gd name="connsiteX15" fmla="*/ 221727 w 253926"/>
                <a:gd name="connsiteY15" fmla="*/ 6892 h 257852"/>
                <a:gd name="connsiteX16" fmla="*/ 190572 w 253926"/>
                <a:gd name="connsiteY16" fmla="*/ 6892 h 257852"/>
                <a:gd name="connsiteX17" fmla="*/ 187126 w 253926"/>
                <a:gd name="connsiteY17" fmla="*/ 3446 h 257852"/>
                <a:gd name="connsiteX18" fmla="*/ 190572 w 253926"/>
                <a:gd name="connsiteY18" fmla="*/ 0 h 257852"/>
                <a:gd name="connsiteX19" fmla="*/ 221727 w 253926"/>
                <a:gd name="connsiteY19" fmla="*/ 0 h 257852"/>
                <a:gd name="connsiteX20" fmla="*/ 253927 w 253926"/>
                <a:gd name="connsiteY20" fmla="*/ 32200 h 257852"/>
                <a:gd name="connsiteX21" fmla="*/ 253927 w 253926"/>
                <a:gd name="connsiteY21" fmla="*/ 225653 h 257852"/>
                <a:gd name="connsiteX22" fmla="*/ 221727 w 253926"/>
                <a:gd name="connsiteY22" fmla="*/ 257853 h 257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3926" h="257852">
                  <a:moveTo>
                    <a:pt x="221755" y="257853"/>
                  </a:moveTo>
                  <a:lnTo>
                    <a:pt x="32200" y="257853"/>
                  </a:lnTo>
                  <a:cubicBezTo>
                    <a:pt x="14433" y="257853"/>
                    <a:pt x="0" y="243391"/>
                    <a:pt x="0" y="225653"/>
                  </a:cubicBezTo>
                  <a:lnTo>
                    <a:pt x="0" y="32200"/>
                  </a:lnTo>
                  <a:cubicBezTo>
                    <a:pt x="0" y="14433"/>
                    <a:pt x="14462" y="0"/>
                    <a:pt x="32200" y="0"/>
                  </a:cubicBezTo>
                  <a:lnTo>
                    <a:pt x="63355" y="0"/>
                  </a:lnTo>
                  <a:cubicBezTo>
                    <a:pt x="65247" y="0"/>
                    <a:pt x="66801" y="1553"/>
                    <a:pt x="66801" y="3446"/>
                  </a:cubicBezTo>
                  <a:cubicBezTo>
                    <a:pt x="66801" y="5338"/>
                    <a:pt x="65247" y="6892"/>
                    <a:pt x="63355" y="6892"/>
                  </a:cubicBezTo>
                  <a:lnTo>
                    <a:pt x="32200" y="6892"/>
                  </a:lnTo>
                  <a:cubicBezTo>
                    <a:pt x="18247" y="6892"/>
                    <a:pt x="6864" y="18247"/>
                    <a:pt x="6864" y="32228"/>
                  </a:cubicBezTo>
                  <a:lnTo>
                    <a:pt x="6864" y="225681"/>
                  </a:lnTo>
                  <a:cubicBezTo>
                    <a:pt x="6864" y="239635"/>
                    <a:pt x="18218" y="251017"/>
                    <a:pt x="32200" y="251017"/>
                  </a:cubicBezTo>
                  <a:lnTo>
                    <a:pt x="221727" y="251017"/>
                  </a:lnTo>
                  <a:cubicBezTo>
                    <a:pt x="235680" y="251017"/>
                    <a:pt x="247063" y="239663"/>
                    <a:pt x="247063" y="225681"/>
                  </a:cubicBezTo>
                  <a:lnTo>
                    <a:pt x="247063" y="32228"/>
                  </a:lnTo>
                  <a:cubicBezTo>
                    <a:pt x="247063" y="18275"/>
                    <a:pt x="235708" y="6892"/>
                    <a:pt x="221727" y="6892"/>
                  </a:cubicBezTo>
                  <a:lnTo>
                    <a:pt x="190572" y="6892"/>
                  </a:lnTo>
                  <a:cubicBezTo>
                    <a:pt x="188680" y="6892"/>
                    <a:pt x="187126" y="5338"/>
                    <a:pt x="187126" y="3446"/>
                  </a:cubicBezTo>
                  <a:cubicBezTo>
                    <a:pt x="187126" y="1553"/>
                    <a:pt x="188680" y="0"/>
                    <a:pt x="190572" y="0"/>
                  </a:cubicBezTo>
                  <a:lnTo>
                    <a:pt x="221727" y="0"/>
                  </a:lnTo>
                  <a:cubicBezTo>
                    <a:pt x="239493" y="0"/>
                    <a:pt x="253927" y="14462"/>
                    <a:pt x="253927" y="32200"/>
                  </a:cubicBezTo>
                  <a:lnTo>
                    <a:pt x="253927" y="225653"/>
                  </a:lnTo>
                  <a:cubicBezTo>
                    <a:pt x="253927" y="243419"/>
                    <a:pt x="239465" y="257853"/>
                    <a:pt x="221727" y="257853"/>
                  </a:cubicBezTo>
                  <a:close/>
                </a:path>
              </a:pathLst>
            </a:custGeom>
            <a:solidFill>
              <a:srgbClr val="01355A"/>
            </a:solidFill>
            <a:ln w="2824" cap="flat">
              <a:noFill/>
              <a:prstDash val="solid"/>
              <a:miter/>
            </a:ln>
          </p:spPr>
          <p:txBody>
            <a:bodyPr rtlCol="1" anchor="ctr"/>
            <a:lstStyle/>
            <a:p>
              <a:endParaRPr lang="ar-SA"/>
            </a:p>
          </p:txBody>
        </p:sp>
        <p:sp>
          <p:nvSpPr>
            <p:cNvPr id="7707" name="شكل حر: شكل 8605">
              <a:extLst>
                <a:ext uri="{FF2B5EF4-FFF2-40B4-BE49-F238E27FC236}">
                  <a16:creationId xmlns:a16="http://schemas.microsoft.com/office/drawing/2014/main" id="{0733B2EB-3654-4A34-5A32-39C69354DB2B}"/>
                </a:ext>
              </a:extLst>
            </p:cNvPr>
            <p:cNvSpPr/>
            <p:nvPr/>
          </p:nvSpPr>
          <p:spPr>
            <a:xfrm>
              <a:off x="1044778" y="426280"/>
              <a:ext cx="86092" cy="76093"/>
            </a:xfrm>
            <a:custGeom>
              <a:avLst/>
              <a:gdLst>
                <a:gd name="connsiteX0" fmla="*/ 67733 w 86092"/>
                <a:gd name="connsiteY0" fmla="*/ 76093 h 76093"/>
                <a:gd name="connsiteX1" fmla="*/ 18360 w 86092"/>
                <a:gd name="connsiteY1" fmla="*/ 76093 h 76093"/>
                <a:gd name="connsiteX2" fmla="*/ 0 w 86092"/>
                <a:gd name="connsiteY2" fmla="*/ 57734 h 76093"/>
                <a:gd name="connsiteX3" fmla="*/ 0 w 86092"/>
                <a:gd name="connsiteY3" fmla="*/ 18360 h 76093"/>
                <a:gd name="connsiteX4" fmla="*/ 18360 w 86092"/>
                <a:gd name="connsiteY4" fmla="*/ 0 h 76093"/>
                <a:gd name="connsiteX5" fmla="*/ 67733 w 86092"/>
                <a:gd name="connsiteY5" fmla="*/ 0 h 76093"/>
                <a:gd name="connsiteX6" fmla="*/ 86092 w 86092"/>
                <a:gd name="connsiteY6" fmla="*/ 18360 h 76093"/>
                <a:gd name="connsiteX7" fmla="*/ 86092 w 86092"/>
                <a:gd name="connsiteY7" fmla="*/ 57734 h 76093"/>
                <a:gd name="connsiteX8" fmla="*/ 67733 w 86092"/>
                <a:gd name="connsiteY8" fmla="*/ 76093 h 76093"/>
                <a:gd name="connsiteX9" fmla="*/ 18360 w 86092"/>
                <a:gd name="connsiteY9" fmla="*/ 6864 h 76093"/>
                <a:gd name="connsiteX10" fmla="*/ 6864 w 86092"/>
                <a:gd name="connsiteY10" fmla="*/ 18360 h 76093"/>
                <a:gd name="connsiteX11" fmla="*/ 6864 w 86092"/>
                <a:gd name="connsiteY11" fmla="*/ 57734 h 76093"/>
                <a:gd name="connsiteX12" fmla="*/ 18360 w 86092"/>
                <a:gd name="connsiteY12" fmla="*/ 69230 h 76093"/>
                <a:gd name="connsiteX13" fmla="*/ 67733 w 86092"/>
                <a:gd name="connsiteY13" fmla="*/ 69230 h 76093"/>
                <a:gd name="connsiteX14" fmla="*/ 79229 w 86092"/>
                <a:gd name="connsiteY14" fmla="*/ 57734 h 76093"/>
                <a:gd name="connsiteX15" fmla="*/ 79229 w 86092"/>
                <a:gd name="connsiteY15" fmla="*/ 18360 h 76093"/>
                <a:gd name="connsiteX16" fmla="*/ 67733 w 86092"/>
                <a:gd name="connsiteY16" fmla="*/ 6864 h 76093"/>
                <a:gd name="connsiteX17" fmla="*/ 18360 w 86092"/>
                <a:gd name="connsiteY17" fmla="*/ 6864 h 76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6092" h="76093">
                  <a:moveTo>
                    <a:pt x="67733" y="76093"/>
                  </a:moveTo>
                  <a:lnTo>
                    <a:pt x="18360" y="76093"/>
                  </a:lnTo>
                  <a:cubicBezTo>
                    <a:pt x="8219" y="76093"/>
                    <a:pt x="0" y="67846"/>
                    <a:pt x="0" y="57734"/>
                  </a:cubicBezTo>
                  <a:lnTo>
                    <a:pt x="0" y="18360"/>
                  </a:lnTo>
                  <a:cubicBezTo>
                    <a:pt x="0" y="8219"/>
                    <a:pt x="8248" y="0"/>
                    <a:pt x="18360" y="0"/>
                  </a:cubicBezTo>
                  <a:lnTo>
                    <a:pt x="67733" y="0"/>
                  </a:lnTo>
                  <a:cubicBezTo>
                    <a:pt x="77873" y="0"/>
                    <a:pt x="86092" y="8248"/>
                    <a:pt x="86092" y="18360"/>
                  </a:cubicBezTo>
                  <a:lnTo>
                    <a:pt x="86092" y="57734"/>
                  </a:lnTo>
                  <a:cubicBezTo>
                    <a:pt x="86092" y="67874"/>
                    <a:pt x="77845" y="76093"/>
                    <a:pt x="67733" y="76093"/>
                  </a:cubicBezTo>
                  <a:close/>
                  <a:moveTo>
                    <a:pt x="18360" y="6864"/>
                  </a:moveTo>
                  <a:cubicBezTo>
                    <a:pt x="12033" y="6864"/>
                    <a:pt x="6864" y="12004"/>
                    <a:pt x="6864" y="18360"/>
                  </a:cubicBezTo>
                  <a:lnTo>
                    <a:pt x="6864" y="57734"/>
                  </a:lnTo>
                  <a:cubicBezTo>
                    <a:pt x="6864" y="64061"/>
                    <a:pt x="12004" y="69230"/>
                    <a:pt x="18360" y="69230"/>
                  </a:cubicBezTo>
                  <a:lnTo>
                    <a:pt x="67733" y="69230"/>
                  </a:lnTo>
                  <a:cubicBezTo>
                    <a:pt x="74060" y="69230"/>
                    <a:pt x="79229" y="64089"/>
                    <a:pt x="79229" y="57734"/>
                  </a:cubicBezTo>
                  <a:lnTo>
                    <a:pt x="79229" y="18360"/>
                  </a:lnTo>
                  <a:cubicBezTo>
                    <a:pt x="79229" y="12033"/>
                    <a:pt x="74088" y="6864"/>
                    <a:pt x="67733" y="6864"/>
                  </a:cubicBezTo>
                  <a:lnTo>
                    <a:pt x="18360" y="6864"/>
                  </a:lnTo>
                  <a:close/>
                </a:path>
              </a:pathLst>
            </a:custGeom>
            <a:solidFill>
              <a:srgbClr val="01355A"/>
            </a:solidFill>
            <a:ln w="2824" cap="flat">
              <a:noFill/>
              <a:prstDash val="solid"/>
              <a:miter/>
            </a:ln>
          </p:spPr>
          <p:txBody>
            <a:bodyPr rtlCol="1" anchor="ctr"/>
            <a:lstStyle/>
            <a:p>
              <a:endParaRPr lang="ar-SA"/>
            </a:p>
          </p:txBody>
        </p:sp>
        <p:grpSp>
          <p:nvGrpSpPr>
            <p:cNvPr id="7708" name="رسم 8014">
              <a:extLst>
                <a:ext uri="{FF2B5EF4-FFF2-40B4-BE49-F238E27FC236}">
                  <a16:creationId xmlns:a16="http://schemas.microsoft.com/office/drawing/2014/main" id="{D4E756F4-060D-3DEF-2C26-0F43B79C7C08}"/>
                </a:ext>
              </a:extLst>
            </p:cNvPr>
            <p:cNvGrpSpPr/>
            <p:nvPr/>
          </p:nvGrpSpPr>
          <p:grpSpPr>
            <a:xfrm>
              <a:off x="1002409" y="523699"/>
              <a:ext cx="170800" cy="170517"/>
              <a:chOff x="1002409" y="523699"/>
              <a:chExt cx="170800" cy="170517"/>
            </a:xfrm>
            <a:solidFill>
              <a:srgbClr val="17A3A3"/>
            </a:solidFill>
          </p:grpSpPr>
          <p:grpSp>
            <p:nvGrpSpPr>
              <p:cNvPr id="7709" name="رسم 8014">
                <a:extLst>
                  <a:ext uri="{FF2B5EF4-FFF2-40B4-BE49-F238E27FC236}">
                    <a16:creationId xmlns:a16="http://schemas.microsoft.com/office/drawing/2014/main" id="{5F1312CB-D8E2-24B0-753D-742952802CF0}"/>
                  </a:ext>
                </a:extLst>
              </p:cNvPr>
              <p:cNvGrpSpPr/>
              <p:nvPr/>
            </p:nvGrpSpPr>
            <p:grpSpPr>
              <a:xfrm>
                <a:off x="1002409" y="523699"/>
                <a:ext cx="170800" cy="42255"/>
                <a:chOff x="1002409" y="523699"/>
                <a:chExt cx="170800" cy="42255"/>
              </a:xfrm>
              <a:solidFill>
                <a:srgbClr val="17A3A3"/>
              </a:solidFill>
            </p:grpSpPr>
            <p:sp>
              <p:nvSpPr>
                <p:cNvPr id="7716" name="شكل حر: شكل 8608">
                  <a:extLst>
                    <a:ext uri="{FF2B5EF4-FFF2-40B4-BE49-F238E27FC236}">
                      <a16:creationId xmlns:a16="http://schemas.microsoft.com/office/drawing/2014/main" id="{FFF2BDA6-089E-ADA6-5F5C-8F92DCD85C52}"/>
                    </a:ext>
                  </a:extLst>
                </p:cNvPr>
                <p:cNvSpPr/>
                <p:nvPr/>
              </p:nvSpPr>
              <p:spPr>
                <a:xfrm>
                  <a:off x="1002409" y="523699"/>
                  <a:ext cx="42255" cy="42255"/>
                </a:xfrm>
                <a:custGeom>
                  <a:avLst/>
                  <a:gdLst>
                    <a:gd name="connsiteX0" fmla="*/ 38809 w 42255"/>
                    <a:gd name="connsiteY0" fmla="*/ 42255 h 42255"/>
                    <a:gd name="connsiteX1" fmla="*/ 3446 w 42255"/>
                    <a:gd name="connsiteY1" fmla="*/ 42255 h 42255"/>
                    <a:gd name="connsiteX2" fmla="*/ 0 w 42255"/>
                    <a:gd name="connsiteY2" fmla="*/ 38809 h 42255"/>
                    <a:gd name="connsiteX3" fmla="*/ 0 w 42255"/>
                    <a:gd name="connsiteY3" fmla="*/ 3446 h 42255"/>
                    <a:gd name="connsiteX4" fmla="*/ 3446 w 42255"/>
                    <a:gd name="connsiteY4" fmla="*/ 0 h 42255"/>
                    <a:gd name="connsiteX5" fmla="*/ 38809 w 42255"/>
                    <a:gd name="connsiteY5" fmla="*/ 0 h 42255"/>
                    <a:gd name="connsiteX6" fmla="*/ 42255 w 42255"/>
                    <a:gd name="connsiteY6" fmla="*/ 3446 h 42255"/>
                    <a:gd name="connsiteX7" fmla="*/ 42255 w 42255"/>
                    <a:gd name="connsiteY7" fmla="*/ 38809 h 42255"/>
                    <a:gd name="connsiteX8" fmla="*/ 38809 w 42255"/>
                    <a:gd name="connsiteY8" fmla="*/ 42255 h 42255"/>
                    <a:gd name="connsiteX9" fmla="*/ 6892 w 42255"/>
                    <a:gd name="connsiteY9" fmla="*/ 35363 h 42255"/>
                    <a:gd name="connsiteX10" fmla="*/ 35363 w 42255"/>
                    <a:gd name="connsiteY10" fmla="*/ 35363 h 42255"/>
                    <a:gd name="connsiteX11" fmla="*/ 35363 w 42255"/>
                    <a:gd name="connsiteY11" fmla="*/ 6892 h 42255"/>
                    <a:gd name="connsiteX12" fmla="*/ 6892 w 42255"/>
                    <a:gd name="connsiteY12" fmla="*/ 6892 h 42255"/>
                    <a:gd name="connsiteX13" fmla="*/ 6892 w 42255"/>
                    <a:gd name="connsiteY13" fmla="*/ 35363 h 42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255" h="42255">
                      <a:moveTo>
                        <a:pt x="38809" y="42255"/>
                      </a:moveTo>
                      <a:lnTo>
                        <a:pt x="3446" y="42255"/>
                      </a:lnTo>
                      <a:cubicBezTo>
                        <a:pt x="1554" y="42255"/>
                        <a:pt x="0" y="40702"/>
                        <a:pt x="0" y="38809"/>
                      </a:cubicBezTo>
                      <a:lnTo>
                        <a:pt x="0" y="3446"/>
                      </a:lnTo>
                      <a:cubicBezTo>
                        <a:pt x="0" y="1554"/>
                        <a:pt x="1554" y="0"/>
                        <a:pt x="3446" y="0"/>
                      </a:cubicBezTo>
                      <a:lnTo>
                        <a:pt x="38809" y="0"/>
                      </a:lnTo>
                      <a:cubicBezTo>
                        <a:pt x="40702" y="0"/>
                        <a:pt x="42255" y="1554"/>
                        <a:pt x="42255" y="3446"/>
                      </a:cubicBezTo>
                      <a:lnTo>
                        <a:pt x="42255" y="38809"/>
                      </a:lnTo>
                      <a:cubicBezTo>
                        <a:pt x="42255" y="40702"/>
                        <a:pt x="40702" y="42255"/>
                        <a:pt x="38809" y="42255"/>
                      </a:cubicBezTo>
                      <a:close/>
                      <a:moveTo>
                        <a:pt x="6892" y="35363"/>
                      </a:moveTo>
                      <a:lnTo>
                        <a:pt x="35363" y="35363"/>
                      </a:lnTo>
                      <a:lnTo>
                        <a:pt x="35363" y="6892"/>
                      </a:lnTo>
                      <a:lnTo>
                        <a:pt x="6892" y="6892"/>
                      </a:lnTo>
                      <a:lnTo>
                        <a:pt x="6892" y="35363"/>
                      </a:lnTo>
                      <a:close/>
                    </a:path>
                  </a:pathLst>
                </a:custGeom>
                <a:solidFill>
                  <a:srgbClr val="17A3A3"/>
                </a:solidFill>
                <a:ln w="2824" cap="flat">
                  <a:noFill/>
                  <a:prstDash val="solid"/>
                  <a:miter/>
                </a:ln>
              </p:spPr>
              <p:txBody>
                <a:bodyPr rtlCol="1" anchor="ctr"/>
                <a:lstStyle/>
                <a:p>
                  <a:endParaRPr lang="ar-SA"/>
                </a:p>
              </p:txBody>
            </p:sp>
            <p:grpSp>
              <p:nvGrpSpPr>
                <p:cNvPr id="7717" name="رسم 8014">
                  <a:extLst>
                    <a:ext uri="{FF2B5EF4-FFF2-40B4-BE49-F238E27FC236}">
                      <a16:creationId xmlns:a16="http://schemas.microsoft.com/office/drawing/2014/main" id="{8F94748E-F48B-1062-AAC1-E1EAD91963D9}"/>
                    </a:ext>
                  </a:extLst>
                </p:cNvPr>
                <p:cNvGrpSpPr/>
                <p:nvPr/>
              </p:nvGrpSpPr>
              <p:grpSpPr>
                <a:xfrm>
                  <a:off x="1070735" y="530308"/>
                  <a:ext cx="102474" cy="29064"/>
                  <a:chOff x="1070735" y="530308"/>
                  <a:chExt cx="102474" cy="29064"/>
                </a:xfrm>
                <a:solidFill>
                  <a:srgbClr val="17A3A3"/>
                </a:solidFill>
              </p:grpSpPr>
              <p:sp>
                <p:nvSpPr>
                  <p:cNvPr id="7718" name="شكل حر: شكل 8610">
                    <a:extLst>
                      <a:ext uri="{FF2B5EF4-FFF2-40B4-BE49-F238E27FC236}">
                        <a16:creationId xmlns:a16="http://schemas.microsoft.com/office/drawing/2014/main" id="{744BA342-EECA-A9B2-3AE1-CDE569C804DA}"/>
                      </a:ext>
                    </a:extLst>
                  </p:cNvPr>
                  <p:cNvSpPr/>
                  <p:nvPr/>
                </p:nvSpPr>
                <p:spPr>
                  <a:xfrm>
                    <a:off x="1070735" y="530308"/>
                    <a:ext cx="102474" cy="6891"/>
                  </a:xfrm>
                  <a:custGeom>
                    <a:avLst/>
                    <a:gdLst>
                      <a:gd name="connsiteX0" fmla="*/ 99029 w 102474"/>
                      <a:gd name="connsiteY0" fmla="*/ 6892 h 6891"/>
                      <a:gd name="connsiteX1" fmla="*/ 3446 w 102474"/>
                      <a:gd name="connsiteY1" fmla="*/ 6892 h 6891"/>
                      <a:gd name="connsiteX2" fmla="*/ 0 w 102474"/>
                      <a:gd name="connsiteY2" fmla="*/ 3446 h 6891"/>
                      <a:gd name="connsiteX3" fmla="*/ 3446 w 102474"/>
                      <a:gd name="connsiteY3" fmla="*/ 0 h 6891"/>
                      <a:gd name="connsiteX4" fmla="*/ 99029 w 102474"/>
                      <a:gd name="connsiteY4" fmla="*/ 0 h 6891"/>
                      <a:gd name="connsiteX5" fmla="*/ 102475 w 102474"/>
                      <a:gd name="connsiteY5" fmla="*/ 3446 h 6891"/>
                      <a:gd name="connsiteX6" fmla="*/ 99029 w 102474"/>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474" h="6891">
                        <a:moveTo>
                          <a:pt x="99029" y="6892"/>
                        </a:moveTo>
                        <a:lnTo>
                          <a:pt x="3446" y="6892"/>
                        </a:lnTo>
                        <a:cubicBezTo>
                          <a:pt x="1553" y="6892"/>
                          <a:pt x="0" y="5338"/>
                          <a:pt x="0" y="3446"/>
                        </a:cubicBezTo>
                        <a:cubicBezTo>
                          <a:pt x="0" y="1554"/>
                          <a:pt x="1553" y="0"/>
                          <a:pt x="3446" y="0"/>
                        </a:cubicBezTo>
                        <a:lnTo>
                          <a:pt x="99029" y="0"/>
                        </a:lnTo>
                        <a:cubicBezTo>
                          <a:pt x="100921" y="0"/>
                          <a:pt x="102475" y="1554"/>
                          <a:pt x="102475" y="3446"/>
                        </a:cubicBezTo>
                        <a:cubicBezTo>
                          <a:pt x="102475" y="5338"/>
                          <a:pt x="100921" y="6892"/>
                          <a:pt x="99029" y="6892"/>
                        </a:cubicBezTo>
                        <a:close/>
                      </a:path>
                    </a:pathLst>
                  </a:custGeom>
                  <a:solidFill>
                    <a:srgbClr val="17A3A3"/>
                  </a:solidFill>
                  <a:ln w="2824" cap="flat">
                    <a:noFill/>
                    <a:prstDash val="solid"/>
                    <a:miter/>
                  </a:ln>
                </p:spPr>
                <p:txBody>
                  <a:bodyPr rtlCol="1" anchor="ctr"/>
                  <a:lstStyle/>
                  <a:p>
                    <a:endParaRPr lang="ar-SA"/>
                  </a:p>
                </p:txBody>
              </p:sp>
              <p:sp>
                <p:nvSpPr>
                  <p:cNvPr id="7719" name="شكل حر: شكل 8611">
                    <a:extLst>
                      <a:ext uri="{FF2B5EF4-FFF2-40B4-BE49-F238E27FC236}">
                        <a16:creationId xmlns:a16="http://schemas.microsoft.com/office/drawing/2014/main" id="{E188BAB1-FC65-8083-0B26-A3FD78835F3A}"/>
                      </a:ext>
                    </a:extLst>
                  </p:cNvPr>
                  <p:cNvSpPr/>
                  <p:nvPr/>
                </p:nvSpPr>
                <p:spPr>
                  <a:xfrm>
                    <a:off x="1070735" y="552481"/>
                    <a:ext cx="63524" cy="6891"/>
                  </a:xfrm>
                  <a:custGeom>
                    <a:avLst/>
                    <a:gdLst>
                      <a:gd name="connsiteX0" fmla="*/ 60078 w 63524"/>
                      <a:gd name="connsiteY0" fmla="*/ 6892 h 6891"/>
                      <a:gd name="connsiteX1" fmla="*/ 3446 w 63524"/>
                      <a:gd name="connsiteY1" fmla="*/ 6892 h 6891"/>
                      <a:gd name="connsiteX2" fmla="*/ 0 w 63524"/>
                      <a:gd name="connsiteY2" fmla="*/ 3446 h 6891"/>
                      <a:gd name="connsiteX3" fmla="*/ 3446 w 63524"/>
                      <a:gd name="connsiteY3" fmla="*/ 0 h 6891"/>
                      <a:gd name="connsiteX4" fmla="*/ 60078 w 63524"/>
                      <a:gd name="connsiteY4" fmla="*/ 0 h 6891"/>
                      <a:gd name="connsiteX5" fmla="*/ 63524 w 63524"/>
                      <a:gd name="connsiteY5" fmla="*/ 3446 h 6891"/>
                      <a:gd name="connsiteX6" fmla="*/ 60078 w 63524"/>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24" h="6891">
                        <a:moveTo>
                          <a:pt x="60078" y="6892"/>
                        </a:moveTo>
                        <a:lnTo>
                          <a:pt x="3446" y="6892"/>
                        </a:lnTo>
                        <a:cubicBezTo>
                          <a:pt x="1553" y="6892"/>
                          <a:pt x="0" y="5338"/>
                          <a:pt x="0" y="3446"/>
                        </a:cubicBezTo>
                        <a:cubicBezTo>
                          <a:pt x="0" y="1553"/>
                          <a:pt x="1553" y="0"/>
                          <a:pt x="3446" y="0"/>
                        </a:cubicBezTo>
                        <a:lnTo>
                          <a:pt x="60078" y="0"/>
                        </a:lnTo>
                        <a:cubicBezTo>
                          <a:pt x="61971" y="0"/>
                          <a:pt x="63524" y="1553"/>
                          <a:pt x="63524" y="3446"/>
                        </a:cubicBezTo>
                        <a:cubicBezTo>
                          <a:pt x="63524" y="5338"/>
                          <a:pt x="61971" y="6892"/>
                          <a:pt x="60078" y="6892"/>
                        </a:cubicBezTo>
                        <a:close/>
                      </a:path>
                    </a:pathLst>
                  </a:custGeom>
                  <a:solidFill>
                    <a:srgbClr val="17A3A3"/>
                  </a:solidFill>
                  <a:ln w="2824" cap="flat">
                    <a:noFill/>
                    <a:prstDash val="solid"/>
                    <a:miter/>
                  </a:ln>
                </p:spPr>
                <p:txBody>
                  <a:bodyPr rtlCol="1" anchor="ctr"/>
                  <a:lstStyle/>
                  <a:p>
                    <a:endParaRPr lang="ar-SA"/>
                  </a:p>
                </p:txBody>
              </p:sp>
            </p:grpSp>
          </p:grpSp>
          <p:grpSp>
            <p:nvGrpSpPr>
              <p:cNvPr id="7710" name="رسم 8014">
                <a:extLst>
                  <a:ext uri="{FF2B5EF4-FFF2-40B4-BE49-F238E27FC236}">
                    <a16:creationId xmlns:a16="http://schemas.microsoft.com/office/drawing/2014/main" id="{1E11620A-FC74-42B2-D222-382BA0B9B242}"/>
                  </a:ext>
                </a:extLst>
              </p:cNvPr>
              <p:cNvGrpSpPr/>
              <p:nvPr/>
            </p:nvGrpSpPr>
            <p:grpSpPr>
              <a:xfrm>
                <a:off x="1002409" y="587844"/>
                <a:ext cx="170800" cy="42255"/>
                <a:chOff x="1002409" y="587844"/>
                <a:chExt cx="170800" cy="42255"/>
              </a:xfrm>
              <a:solidFill>
                <a:srgbClr val="17A3A3"/>
              </a:solidFill>
            </p:grpSpPr>
            <p:sp>
              <p:nvSpPr>
                <p:cNvPr id="7712" name="شكل حر: شكل 8613">
                  <a:extLst>
                    <a:ext uri="{FF2B5EF4-FFF2-40B4-BE49-F238E27FC236}">
                      <a16:creationId xmlns:a16="http://schemas.microsoft.com/office/drawing/2014/main" id="{FE54BFB4-8E11-49E7-F22D-DDF1EE0D1595}"/>
                    </a:ext>
                  </a:extLst>
                </p:cNvPr>
                <p:cNvSpPr/>
                <p:nvPr/>
              </p:nvSpPr>
              <p:spPr>
                <a:xfrm>
                  <a:off x="1002409" y="587844"/>
                  <a:ext cx="42255" cy="42255"/>
                </a:xfrm>
                <a:custGeom>
                  <a:avLst/>
                  <a:gdLst>
                    <a:gd name="connsiteX0" fmla="*/ 38809 w 42255"/>
                    <a:gd name="connsiteY0" fmla="*/ 42255 h 42255"/>
                    <a:gd name="connsiteX1" fmla="*/ 3446 w 42255"/>
                    <a:gd name="connsiteY1" fmla="*/ 42255 h 42255"/>
                    <a:gd name="connsiteX2" fmla="*/ 0 w 42255"/>
                    <a:gd name="connsiteY2" fmla="*/ 38809 h 42255"/>
                    <a:gd name="connsiteX3" fmla="*/ 0 w 42255"/>
                    <a:gd name="connsiteY3" fmla="*/ 3446 h 42255"/>
                    <a:gd name="connsiteX4" fmla="*/ 3446 w 42255"/>
                    <a:gd name="connsiteY4" fmla="*/ 0 h 42255"/>
                    <a:gd name="connsiteX5" fmla="*/ 38809 w 42255"/>
                    <a:gd name="connsiteY5" fmla="*/ 0 h 42255"/>
                    <a:gd name="connsiteX6" fmla="*/ 42255 w 42255"/>
                    <a:gd name="connsiteY6" fmla="*/ 3446 h 42255"/>
                    <a:gd name="connsiteX7" fmla="*/ 42255 w 42255"/>
                    <a:gd name="connsiteY7" fmla="*/ 38809 h 42255"/>
                    <a:gd name="connsiteX8" fmla="*/ 38809 w 42255"/>
                    <a:gd name="connsiteY8" fmla="*/ 42255 h 42255"/>
                    <a:gd name="connsiteX9" fmla="*/ 6892 w 42255"/>
                    <a:gd name="connsiteY9" fmla="*/ 35363 h 42255"/>
                    <a:gd name="connsiteX10" fmla="*/ 35363 w 42255"/>
                    <a:gd name="connsiteY10" fmla="*/ 35363 h 42255"/>
                    <a:gd name="connsiteX11" fmla="*/ 35363 w 42255"/>
                    <a:gd name="connsiteY11" fmla="*/ 6892 h 42255"/>
                    <a:gd name="connsiteX12" fmla="*/ 6892 w 42255"/>
                    <a:gd name="connsiteY12" fmla="*/ 6892 h 42255"/>
                    <a:gd name="connsiteX13" fmla="*/ 6892 w 42255"/>
                    <a:gd name="connsiteY13" fmla="*/ 35363 h 42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255" h="42255">
                      <a:moveTo>
                        <a:pt x="38809" y="42255"/>
                      </a:moveTo>
                      <a:lnTo>
                        <a:pt x="3446" y="42255"/>
                      </a:lnTo>
                      <a:cubicBezTo>
                        <a:pt x="1554" y="42255"/>
                        <a:pt x="0" y="40702"/>
                        <a:pt x="0" y="38809"/>
                      </a:cubicBezTo>
                      <a:lnTo>
                        <a:pt x="0" y="3446"/>
                      </a:lnTo>
                      <a:cubicBezTo>
                        <a:pt x="0" y="1554"/>
                        <a:pt x="1554" y="0"/>
                        <a:pt x="3446" y="0"/>
                      </a:cubicBezTo>
                      <a:lnTo>
                        <a:pt x="38809" y="0"/>
                      </a:lnTo>
                      <a:cubicBezTo>
                        <a:pt x="40702" y="0"/>
                        <a:pt x="42255" y="1554"/>
                        <a:pt x="42255" y="3446"/>
                      </a:cubicBezTo>
                      <a:lnTo>
                        <a:pt x="42255" y="38809"/>
                      </a:lnTo>
                      <a:cubicBezTo>
                        <a:pt x="42255" y="40702"/>
                        <a:pt x="40702" y="42255"/>
                        <a:pt x="38809" y="42255"/>
                      </a:cubicBezTo>
                      <a:close/>
                      <a:moveTo>
                        <a:pt x="6892" y="35363"/>
                      </a:moveTo>
                      <a:lnTo>
                        <a:pt x="35363" y="35363"/>
                      </a:lnTo>
                      <a:lnTo>
                        <a:pt x="35363" y="6892"/>
                      </a:lnTo>
                      <a:lnTo>
                        <a:pt x="6892" y="6892"/>
                      </a:lnTo>
                      <a:lnTo>
                        <a:pt x="6892" y="35363"/>
                      </a:lnTo>
                      <a:close/>
                    </a:path>
                  </a:pathLst>
                </a:custGeom>
                <a:solidFill>
                  <a:srgbClr val="17A3A3"/>
                </a:solidFill>
                <a:ln w="2824" cap="flat">
                  <a:noFill/>
                  <a:prstDash val="solid"/>
                  <a:miter/>
                </a:ln>
              </p:spPr>
              <p:txBody>
                <a:bodyPr rtlCol="1" anchor="ctr"/>
                <a:lstStyle/>
                <a:p>
                  <a:endParaRPr lang="ar-SA"/>
                </a:p>
              </p:txBody>
            </p:sp>
            <p:grpSp>
              <p:nvGrpSpPr>
                <p:cNvPr id="7713" name="رسم 8014">
                  <a:extLst>
                    <a:ext uri="{FF2B5EF4-FFF2-40B4-BE49-F238E27FC236}">
                      <a16:creationId xmlns:a16="http://schemas.microsoft.com/office/drawing/2014/main" id="{9A0EA14B-C190-2CDB-BD88-AF8CF2FFAA2C}"/>
                    </a:ext>
                  </a:extLst>
                </p:cNvPr>
                <p:cNvGrpSpPr/>
                <p:nvPr/>
              </p:nvGrpSpPr>
              <p:grpSpPr>
                <a:xfrm>
                  <a:off x="1070735" y="594425"/>
                  <a:ext cx="102474" cy="29064"/>
                  <a:chOff x="1070735" y="594425"/>
                  <a:chExt cx="102474" cy="29064"/>
                </a:xfrm>
                <a:solidFill>
                  <a:srgbClr val="17A3A3"/>
                </a:solidFill>
              </p:grpSpPr>
              <p:sp>
                <p:nvSpPr>
                  <p:cNvPr id="7714" name="شكل حر: شكل 8615">
                    <a:extLst>
                      <a:ext uri="{FF2B5EF4-FFF2-40B4-BE49-F238E27FC236}">
                        <a16:creationId xmlns:a16="http://schemas.microsoft.com/office/drawing/2014/main" id="{1DDCD763-4780-1011-0535-2110111A7F92}"/>
                      </a:ext>
                    </a:extLst>
                  </p:cNvPr>
                  <p:cNvSpPr/>
                  <p:nvPr/>
                </p:nvSpPr>
                <p:spPr>
                  <a:xfrm>
                    <a:off x="1070735" y="594425"/>
                    <a:ext cx="102474" cy="6891"/>
                  </a:xfrm>
                  <a:custGeom>
                    <a:avLst/>
                    <a:gdLst>
                      <a:gd name="connsiteX0" fmla="*/ 99029 w 102474"/>
                      <a:gd name="connsiteY0" fmla="*/ 6892 h 6891"/>
                      <a:gd name="connsiteX1" fmla="*/ 3446 w 102474"/>
                      <a:gd name="connsiteY1" fmla="*/ 6892 h 6891"/>
                      <a:gd name="connsiteX2" fmla="*/ 0 w 102474"/>
                      <a:gd name="connsiteY2" fmla="*/ 3446 h 6891"/>
                      <a:gd name="connsiteX3" fmla="*/ 3446 w 102474"/>
                      <a:gd name="connsiteY3" fmla="*/ 0 h 6891"/>
                      <a:gd name="connsiteX4" fmla="*/ 99029 w 102474"/>
                      <a:gd name="connsiteY4" fmla="*/ 0 h 6891"/>
                      <a:gd name="connsiteX5" fmla="*/ 102475 w 102474"/>
                      <a:gd name="connsiteY5" fmla="*/ 3446 h 6891"/>
                      <a:gd name="connsiteX6" fmla="*/ 99029 w 102474"/>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474" h="6891">
                        <a:moveTo>
                          <a:pt x="99029" y="6892"/>
                        </a:moveTo>
                        <a:lnTo>
                          <a:pt x="3446" y="6892"/>
                        </a:lnTo>
                        <a:cubicBezTo>
                          <a:pt x="1553" y="6892"/>
                          <a:pt x="0" y="5338"/>
                          <a:pt x="0" y="3446"/>
                        </a:cubicBezTo>
                        <a:cubicBezTo>
                          <a:pt x="0" y="1554"/>
                          <a:pt x="1553" y="0"/>
                          <a:pt x="3446" y="0"/>
                        </a:cubicBezTo>
                        <a:lnTo>
                          <a:pt x="99029" y="0"/>
                        </a:lnTo>
                        <a:cubicBezTo>
                          <a:pt x="100921" y="0"/>
                          <a:pt x="102475" y="1554"/>
                          <a:pt x="102475" y="3446"/>
                        </a:cubicBezTo>
                        <a:cubicBezTo>
                          <a:pt x="102475" y="5338"/>
                          <a:pt x="100921" y="6892"/>
                          <a:pt x="99029" y="6892"/>
                        </a:cubicBezTo>
                        <a:close/>
                      </a:path>
                    </a:pathLst>
                  </a:custGeom>
                  <a:solidFill>
                    <a:srgbClr val="17A3A3"/>
                  </a:solidFill>
                  <a:ln w="2824" cap="flat">
                    <a:noFill/>
                    <a:prstDash val="solid"/>
                    <a:miter/>
                  </a:ln>
                </p:spPr>
                <p:txBody>
                  <a:bodyPr rtlCol="1" anchor="ctr"/>
                  <a:lstStyle/>
                  <a:p>
                    <a:endParaRPr lang="ar-SA"/>
                  </a:p>
                </p:txBody>
              </p:sp>
              <p:sp>
                <p:nvSpPr>
                  <p:cNvPr id="7715" name="شكل حر: شكل 8616">
                    <a:extLst>
                      <a:ext uri="{FF2B5EF4-FFF2-40B4-BE49-F238E27FC236}">
                        <a16:creationId xmlns:a16="http://schemas.microsoft.com/office/drawing/2014/main" id="{AD0D300A-9ED7-1DCA-0094-E8062F0843D9}"/>
                      </a:ext>
                    </a:extLst>
                  </p:cNvPr>
                  <p:cNvSpPr/>
                  <p:nvPr/>
                </p:nvSpPr>
                <p:spPr>
                  <a:xfrm>
                    <a:off x="1070735" y="616598"/>
                    <a:ext cx="63524" cy="6891"/>
                  </a:xfrm>
                  <a:custGeom>
                    <a:avLst/>
                    <a:gdLst>
                      <a:gd name="connsiteX0" fmla="*/ 60078 w 63524"/>
                      <a:gd name="connsiteY0" fmla="*/ 6892 h 6891"/>
                      <a:gd name="connsiteX1" fmla="*/ 3446 w 63524"/>
                      <a:gd name="connsiteY1" fmla="*/ 6892 h 6891"/>
                      <a:gd name="connsiteX2" fmla="*/ 0 w 63524"/>
                      <a:gd name="connsiteY2" fmla="*/ 3446 h 6891"/>
                      <a:gd name="connsiteX3" fmla="*/ 3446 w 63524"/>
                      <a:gd name="connsiteY3" fmla="*/ 0 h 6891"/>
                      <a:gd name="connsiteX4" fmla="*/ 60078 w 63524"/>
                      <a:gd name="connsiteY4" fmla="*/ 0 h 6891"/>
                      <a:gd name="connsiteX5" fmla="*/ 63524 w 63524"/>
                      <a:gd name="connsiteY5" fmla="*/ 3446 h 6891"/>
                      <a:gd name="connsiteX6" fmla="*/ 60078 w 63524"/>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24" h="6891">
                        <a:moveTo>
                          <a:pt x="60078" y="6892"/>
                        </a:moveTo>
                        <a:lnTo>
                          <a:pt x="3446" y="6892"/>
                        </a:lnTo>
                        <a:cubicBezTo>
                          <a:pt x="1553" y="6892"/>
                          <a:pt x="0" y="5338"/>
                          <a:pt x="0" y="3446"/>
                        </a:cubicBezTo>
                        <a:cubicBezTo>
                          <a:pt x="0" y="1554"/>
                          <a:pt x="1553" y="0"/>
                          <a:pt x="3446" y="0"/>
                        </a:cubicBezTo>
                        <a:lnTo>
                          <a:pt x="60078" y="0"/>
                        </a:lnTo>
                        <a:cubicBezTo>
                          <a:pt x="61971" y="0"/>
                          <a:pt x="63524" y="1554"/>
                          <a:pt x="63524" y="3446"/>
                        </a:cubicBezTo>
                        <a:cubicBezTo>
                          <a:pt x="63524" y="5338"/>
                          <a:pt x="61971" y="6892"/>
                          <a:pt x="60078" y="6892"/>
                        </a:cubicBezTo>
                        <a:close/>
                      </a:path>
                    </a:pathLst>
                  </a:custGeom>
                  <a:solidFill>
                    <a:srgbClr val="17A3A3"/>
                  </a:solidFill>
                  <a:ln w="2824" cap="flat">
                    <a:noFill/>
                    <a:prstDash val="solid"/>
                    <a:miter/>
                  </a:ln>
                </p:spPr>
                <p:txBody>
                  <a:bodyPr rtlCol="1" anchor="ctr"/>
                  <a:lstStyle/>
                  <a:p>
                    <a:endParaRPr lang="ar-SA"/>
                  </a:p>
                </p:txBody>
              </p:sp>
            </p:grpSp>
          </p:grpSp>
          <p:sp>
            <p:nvSpPr>
              <p:cNvPr id="7711" name="شكل حر: شكل 8617">
                <a:extLst>
                  <a:ext uri="{FF2B5EF4-FFF2-40B4-BE49-F238E27FC236}">
                    <a16:creationId xmlns:a16="http://schemas.microsoft.com/office/drawing/2014/main" id="{837EFCCD-DB6E-C09D-871A-59BC87770D63}"/>
                  </a:ext>
                </a:extLst>
              </p:cNvPr>
              <p:cNvSpPr/>
              <p:nvPr/>
            </p:nvSpPr>
            <p:spPr>
              <a:xfrm>
                <a:off x="1002409" y="651961"/>
                <a:ext cx="42255" cy="42255"/>
              </a:xfrm>
              <a:custGeom>
                <a:avLst/>
                <a:gdLst>
                  <a:gd name="connsiteX0" fmla="*/ 38809 w 42255"/>
                  <a:gd name="connsiteY0" fmla="*/ 42255 h 42255"/>
                  <a:gd name="connsiteX1" fmla="*/ 3446 w 42255"/>
                  <a:gd name="connsiteY1" fmla="*/ 42255 h 42255"/>
                  <a:gd name="connsiteX2" fmla="*/ 0 w 42255"/>
                  <a:gd name="connsiteY2" fmla="*/ 38809 h 42255"/>
                  <a:gd name="connsiteX3" fmla="*/ 0 w 42255"/>
                  <a:gd name="connsiteY3" fmla="*/ 3446 h 42255"/>
                  <a:gd name="connsiteX4" fmla="*/ 3446 w 42255"/>
                  <a:gd name="connsiteY4" fmla="*/ 0 h 42255"/>
                  <a:gd name="connsiteX5" fmla="*/ 38809 w 42255"/>
                  <a:gd name="connsiteY5" fmla="*/ 0 h 42255"/>
                  <a:gd name="connsiteX6" fmla="*/ 42255 w 42255"/>
                  <a:gd name="connsiteY6" fmla="*/ 3446 h 42255"/>
                  <a:gd name="connsiteX7" fmla="*/ 42255 w 42255"/>
                  <a:gd name="connsiteY7" fmla="*/ 38809 h 42255"/>
                  <a:gd name="connsiteX8" fmla="*/ 38809 w 42255"/>
                  <a:gd name="connsiteY8" fmla="*/ 42255 h 42255"/>
                  <a:gd name="connsiteX9" fmla="*/ 6892 w 42255"/>
                  <a:gd name="connsiteY9" fmla="*/ 35363 h 42255"/>
                  <a:gd name="connsiteX10" fmla="*/ 35363 w 42255"/>
                  <a:gd name="connsiteY10" fmla="*/ 35363 h 42255"/>
                  <a:gd name="connsiteX11" fmla="*/ 35363 w 42255"/>
                  <a:gd name="connsiteY11" fmla="*/ 6892 h 42255"/>
                  <a:gd name="connsiteX12" fmla="*/ 6892 w 42255"/>
                  <a:gd name="connsiteY12" fmla="*/ 6892 h 42255"/>
                  <a:gd name="connsiteX13" fmla="*/ 6892 w 42255"/>
                  <a:gd name="connsiteY13" fmla="*/ 35363 h 42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255" h="42255">
                    <a:moveTo>
                      <a:pt x="38809" y="42255"/>
                    </a:moveTo>
                    <a:lnTo>
                      <a:pt x="3446" y="42255"/>
                    </a:lnTo>
                    <a:cubicBezTo>
                      <a:pt x="1554" y="42255"/>
                      <a:pt x="0" y="40702"/>
                      <a:pt x="0" y="38809"/>
                    </a:cubicBezTo>
                    <a:lnTo>
                      <a:pt x="0" y="3446"/>
                    </a:lnTo>
                    <a:cubicBezTo>
                      <a:pt x="0" y="1553"/>
                      <a:pt x="1554" y="0"/>
                      <a:pt x="3446" y="0"/>
                    </a:cubicBezTo>
                    <a:lnTo>
                      <a:pt x="38809" y="0"/>
                    </a:lnTo>
                    <a:cubicBezTo>
                      <a:pt x="40702" y="0"/>
                      <a:pt x="42255" y="1553"/>
                      <a:pt x="42255" y="3446"/>
                    </a:cubicBezTo>
                    <a:lnTo>
                      <a:pt x="42255" y="38809"/>
                    </a:lnTo>
                    <a:cubicBezTo>
                      <a:pt x="42255" y="40702"/>
                      <a:pt x="40702" y="42255"/>
                      <a:pt x="38809" y="42255"/>
                    </a:cubicBezTo>
                    <a:close/>
                    <a:moveTo>
                      <a:pt x="6892" y="35363"/>
                    </a:moveTo>
                    <a:lnTo>
                      <a:pt x="35363" y="35363"/>
                    </a:lnTo>
                    <a:lnTo>
                      <a:pt x="35363" y="6892"/>
                    </a:lnTo>
                    <a:lnTo>
                      <a:pt x="6892" y="6892"/>
                    </a:lnTo>
                    <a:lnTo>
                      <a:pt x="6892" y="35363"/>
                    </a:lnTo>
                    <a:close/>
                  </a:path>
                </a:pathLst>
              </a:custGeom>
              <a:solidFill>
                <a:srgbClr val="17A3A3"/>
              </a:solidFill>
              <a:ln w="2824" cap="flat">
                <a:noFill/>
                <a:prstDash val="solid"/>
                <a:miter/>
              </a:ln>
            </p:spPr>
            <p:txBody>
              <a:bodyPr rtlCol="1" anchor="ctr"/>
              <a:lstStyle/>
              <a:p>
                <a:endParaRPr lang="ar-SA"/>
              </a:p>
            </p:txBody>
          </p:sp>
        </p:grpSp>
      </p:grpSp>
      <p:grpSp>
        <p:nvGrpSpPr>
          <p:cNvPr id="7720" name="رسم 8014">
            <a:extLst>
              <a:ext uri="{FF2B5EF4-FFF2-40B4-BE49-F238E27FC236}">
                <a16:creationId xmlns:a16="http://schemas.microsoft.com/office/drawing/2014/main" id="{A2F621F4-0D11-862A-1D27-19B3AC9081BC}"/>
              </a:ext>
            </a:extLst>
          </p:cNvPr>
          <p:cNvGrpSpPr/>
          <p:nvPr/>
        </p:nvGrpSpPr>
        <p:grpSpPr>
          <a:xfrm>
            <a:off x="9947052" y="1533230"/>
            <a:ext cx="206530" cy="213458"/>
            <a:chOff x="10971139" y="129872"/>
            <a:chExt cx="246865" cy="270820"/>
          </a:xfrm>
        </p:grpSpPr>
        <p:grpSp>
          <p:nvGrpSpPr>
            <p:cNvPr id="7721" name="رسم 8014">
              <a:extLst>
                <a:ext uri="{FF2B5EF4-FFF2-40B4-BE49-F238E27FC236}">
                  <a16:creationId xmlns:a16="http://schemas.microsoft.com/office/drawing/2014/main" id="{12E4302C-3CC8-D812-3595-1A841E9921D5}"/>
                </a:ext>
              </a:extLst>
            </p:cNvPr>
            <p:cNvGrpSpPr/>
            <p:nvPr/>
          </p:nvGrpSpPr>
          <p:grpSpPr>
            <a:xfrm>
              <a:off x="11035140" y="317874"/>
              <a:ext cx="118863" cy="82818"/>
              <a:chOff x="11035140" y="317874"/>
              <a:chExt cx="118863" cy="82818"/>
            </a:xfrm>
            <a:solidFill>
              <a:srgbClr val="01355A"/>
            </a:solidFill>
          </p:grpSpPr>
          <p:sp>
            <p:nvSpPr>
              <p:cNvPr id="7731" name="شكل حر: شكل 8620">
                <a:extLst>
                  <a:ext uri="{FF2B5EF4-FFF2-40B4-BE49-F238E27FC236}">
                    <a16:creationId xmlns:a16="http://schemas.microsoft.com/office/drawing/2014/main" id="{9C6677D9-2184-BCE3-7596-AAF340AE3465}"/>
                  </a:ext>
                </a:extLst>
              </p:cNvPr>
              <p:cNvSpPr/>
              <p:nvPr/>
            </p:nvSpPr>
            <p:spPr>
              <a:xfrm>
                <a:off x="11091126" y="317874"/>
                <a:ext cx="6891" cy="61123"/>
              </a:xfrm>
              <a:custGeom>
                <a:avLst/>
                <a:gdLst>
                  <a:gd name="connsiteX0" fmla="*/ 3446 w 6891"/>
                  <a:gd name="connsiteY0" fmla="*/ 61123 h 61123"/>
                  <a:gd name="connsiteX1" fmla="*/ 0 w 6891"/>
                  <a:gd name="connsiteY1" fmla="*/ 57677 h 61123"/>
                  <a:gd name="connsiteX2" fmla="*/ 0 w 6891"/>
                  <a:gd name="connsiteY2" fmla="*/ 3446 h 61123"/>
                  <a:gd name="connsiteX3" fmla="*/ 3446 w 6891"/>
                  <a:gd name="connsiteY3" fmla="*/ 0 h 61123"/>
                  <a:gd name="connsiteX4" fmla="*/ 6892 w 6891"/>
                  <a:gd name="connsiteY4" fmla="*/ 3446 h 61123"/>
                  <a:gd name="connsiteX5" fmla="*/ 6892 w 6891"/>
                  <a:gd name="connsiteY5" fmla="*/ 57677 h 61123"/>
                  <a:gd name="connsiteX6" fmla="*/ 3446 w 6891"/>
                  <a:gd name="connsiteY6" fmla="*/ 61123 h 61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61123">
                    <a:moveTo>
                      <a:pt x="3446" y="61123"/>
                    </a:moveTo>
                    <a:cubicBezTo>
                      <a:pt x="1554" y="61123"/>
                      <a:pt x="0" y="59570"/>
                      <a:pt x="0" y="57677"/>
                    </a:cubicBezTo>
                    <a:lnTo>
                      <a:pt x="0" y="3446"/>
                    </a:lnTo>
                    <a:cubicBezTo>
                      <a:pt x="0" y="1553"/>
                      <a:pt x="1554" y="0"/>
                      <a:pt x="3446" y="0"/>
                    </a:cubicBezTo>
                    <a:cubicBezTo>
                      <a:pt x="5339" y="0"/>
                      <a:pt x="6892" y="1553"/>
                      <a:pt x="6892" y="3446"/>
                    </a:cubicBezTo>
                    <a:lnTo>
                      <a:pt x="6892" y="57677"/>
                    </a:lnTo>
                    <a:cubicBezTo>
                      <a:pt x="6892" y="59570"/>
                      <a:pt x="5339" y="61123"/>
                      <a:pt x="3446" y="61123"/>
                    </a:cubicBezTo>
                    <a:close/>
                  </a:path>
                </a:pathLst>
              </a:custGeom>
              <a:solidFill>
                <a:srgbClr val="01355A"/>
              </a:solidFill>
              <a:ln w="2824" cap="flat">
                <a:noFill/>
                <a:prstDash val="solid"/>
                <a:miter/>
              </a:ln>
            </p:spPr>
            <p:txBody>
              <a:bodyPr rtlCol="1" anchor="ctr"/>
              <a:lstStyle/>
              <a:p>
                <a:endParaRPr lang="ar-SA"/>
              </a:p>
            </p:txBody>
          </p:sp>
          <p:sp>
            <p:nvSpPr>
              <p:cNvPr id="7732" name="شكل حر: شكل 8621">
                <a:extLst>
                  <a:ext uri="{FF2B5EF4-FFF2-40B4-BE49-F238E27FC236}">
                    <a16:creationId xmlns:a16="http://schemas.microsoft.com/office/drawing/2014/main" id="{BEC9BDCA-38A0-B197-0FD6-57D5EEFF2FF3}"/>
                  </a:ext>
                </a:extLst>
              </p:cNvPr>
              <p:cNvSpPr/>
              <p:nvPr/>
            </p:nvSpPr>
            <p:spPr>
              <a:xfrm>
                <a:off x="11035140" y="372098"/>
                <a:ext cx="118863" cy="28594"/>
              </a:xfrm>
              <a:custGeom>
                <a:avLst/>
                <a:gdLst>
                  <a:gd name="connsiteX0" fmla="*/ 115414 w 118863"/>
                  <a:gd name="connsiteY0" fmla="*/ 28591 h 28594"/>
                  <a:gd name="connsiteX1" fmla="*/ 114172 w 118863"/>
                  <a:gd name="connsiteY1" fmla="*/ 28365 h 28594"/>
                  <a:gd name="connsiteX2" fmla="*/ 59431 w 118863"/>
                  <a:gd name="connsiteY2" fmla="*/ 7153 h 28594"/>
                  <a:gd name="connsiteX3" fmla="*/ 4692 w 118863"/>
                  <a:gd name="connsiteY3" fmla="*/ 28365 h 28594"/>
                  <a:gd name="connsiteX4" fmla="*/ 229 w 118863"/>
                  <a:gd name="connsiteY4" fmla="*/ 26388 h 28594"/>
                  <a:gd name="connsiteX5" fmla="*/ 2206 w 118863"/>
                  <a:gd name="connsiteY5" fmla="*/ 21926 h 28594"/>
                  <a:gd name="connsiteX6" fmla="*/ 58189 w 118863"/>
                  <a:gd name="connsiteY6" fmla="*/ 233 h 28594"/>
                  <a:gd name="connsiteX7" fmla="*/ 60674 w 118863"/>
                  <a:gd name="connsiteY7" fmla="*/ 233 h 28594"/>
                  <a:gd name="connsiteX8" fmla="*/ 116657 w 118863"/>
                  <a:gd name="connsiteY8" fmla="*/ 21926 h 28594"/>
                  <a:gd name="connsiteX9" fmla="*/ 118634 w 118863"/>
                  <a:gd name="connsiteY9" fmla="*/ 26388 h 28594"/>
                  <a:gd name="connsiteX10" fmla="*/ 115414 w 118863"/>
                  <a:gd name="connsiteY10" fmla="*/ 28591 h 28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863" h="28594">
                    <a:moveTo>
                      <a:pt x="115414" y="28591"/>
                    </a:moveTo>
                    <a:cubicBezTo>
                      <a:pt x="114991" y="28591"/>
                      <a:pt x="114567" y="28507"/>
                      <a:pt x="114172" y="28365"/>
                    </a:cubicBezTo>
                    <a:lnTo>
                      <a:pt x="59431" y="7153"/>
                    </a:lnTo>
                    <a:lnTo>
                      <a:pt x="4692" y="28365"/>
                    </a:lnTo>
                    <a:cubicBezTo>
                      <a:pt x="2912" y="29043"/>
                      <a:pt x="935" y="28168"/>
                      <a:pt x="229" y="26388"/>
                    </a:cubicBezTo>
                    <a:cubicBezTo>
                      <a:pt x="-449" y="24609"/>
                      <a:pt x="427" y="22632"/>
                      <a:pt x="2206" y="21926"/>
                    </a:cubicBezTo>
                    <a:lnTo>
                      <a:pt x="58189" y="233"/>
                    </a:lnTo>
                    <a:cubicBezTo>
                      <a:pt x="58980" y="-78"/>
                      <a:pt x="59884" y="-78"/>
                      <a:pt x="60674" y="233"/>
                    </a:cubicBezTo>
                    <a:lnTo>
                      <a:pt x="116657" y="21926"/>
                    </a:lnTo>
                    <a:cubicBezTo>
                      <a:pt x="118437" y="22603"/>
                      <a:pt x="119312" y="24609"/>
                      <a:pt x="118634" y="26388"/>
                    </a:cubicBezTo>
                    <a:cubicBezTo>
                      <a:pt x="118097" y="27744"/>
                      <a:pt x="116798" y="28591"/>
                      <a:pt x="115414" y="28591"/>
                    </a:cubicBezTo>
                    <a:close/>
                  </a:path>
                </a:pathLst>
              </a:custGeom>
              <a:solidFill>
                <a:srgbClr val="01355A"/>
              </a:solidFill>
              <a:ln w="2824" cap="flat">
                <a:noFill/>
                <a:prstDash val="solid"/>
                <a:miter/>
              </a:ln>
            </p:spPr>
            <p:txBody>
              <a:bodyPr rtlCol="1" anchor="ctr"/>
              <a:lstStyle/>
              <a:p>
                <a:endParaRPr lang="ar-SA"/>
              </a:p>
            </p:txBody>
          </p:sp>
        </p:grpSp>
        <p:grpSp>
          <p:nvGrpSpPr>
            <p:cNvPr id="7722" name="رسم 8014">
              <a:extLst>
                <a:ext uri="{FF2B5EF4-FFF2-40B4-BE49-F238E27FC236}">
                  <a16:creationId xmlns:a16="http://schemas.microsoft.com/office/drawing/2014/main" id="{18C578BA-E6A7-8816-2A8B-431294DED602}"/>
                </a:ext>
              </a:extLst>
            </p:cNvPr>
            <p:cNvGrpSpPr/>
            <p:nvPr/>
          </p:nvGrpSpPr>
          <p:grpSpPr>
            <a:xfrm>
              <a:off x="10971139" y="129872"/>
              <a:ext cx="246865" cy="194893"/>
              <a:chOff x="10971139" y="129872"/>
              <a:chExt cx="246865" cy="194893"/>
            </a:xfrm>
          </p:grpSpPr>
          <p:sp>
            <p:nvSpPr>
              <p:cNvPr id="7723" name="شكل حر: شكل 8623">
                <a:extLst>
                  <a:ext uri="{FF2B5EF4-FFF2-40B4-BE49-F238E27FC236}">
                    <a16:creationId xmlns:a16="http://schemas.microsoft.com/office/drawing/2014/main" id="{711140BD-239C-C836-B069-8567AE9E4CB2}"/>
                  </a:ext>
                </a:extLst>
              </p:cNvPr>
              <p:cNvSpPr/>
              <p:nvPr/>
            </p:nvSpPr>
            <p:spPr>
              <a:xfrm>
                <a:off x="10971139" y="129872"/>
                <a:ext cx="246865" cy="194893"/>
              </a:xfrm>
              <a:custGeom>
                <a:avLst/>
                <a:gdLst>
                  <a:gd name="connsiteX0" fmla="*/ 215852 w 246865"/>
                  <a:gd name="connsiteY0" fmla="*/ 194894 h 194893"/>
                  <a:gd name="connsiteX1" fmla="*/ 31013 w 246865"/>
                  <a:gd name="connsiteY1" fmla="*/ 194894 h 194893"/>
                  <a:gd name="connsiteX2" fmla="*/ 0 w 246865"/>
                  <a:gd name="connsiteY2" fmla="*/ 163880 h 194893"/>
                  <a:gd name="connsiteX3" fmla="*/ 0 w 246865"/>
                  <a:gd name="connsiteY3" fmla="*/ 31014 h 194893"/>
                  <a:gd name="connsiteX4" fmla="*/ 31013 w 246865"/>
                  <a:gd name="connsiteY4" fmla="*/ 0 h 194893"/>
                  <a:gd name="connsiteX5" fmla="*/ 215852 w 246865"/>
                  <a:gd name="connsiteY5" fmla="*/ 0 h 194893"/>
                  <a:gd name="connsiteX6" fmla="*/ 246865 w 246865"/>
                  <a:gd name="connsiteY6" fmla="*/ 31014 h 194893"/>
                  <a:gd name="connsiteX7" fmla="*/ 246865 w 246865"/>
                  <a:gd name="connsiteY7" fmla="*/ 163880 h 194893"/>
                  <a:gd name="connsiteX8" fmla="*/ 215852 w 246865"/>
                  <a:gd name="connsiteY8" fmla="*/ 194894 h 194893"/>
                  <a:gd name="connsiteX9" fmla="*/ 31013 w 246865"/>
                  <a:gd name="connsiteY9" fmla="*/ 6892 h 194893"/>
                  <a:gd name="connsiteX10" fmla="*/ 6892 w 246865"/>
                  <a:gd name="connsiteY10" fmla="*/ 31014 h 194893"/>
                  <a:gd name="connsiteX11" fmla="*/ 6892 w 246865"/>
                  <a:gd name="connsiteY11" fmla="*/ 163880 h 194893"/>
                  <a:gd name="connsiteX12" fmla="*/ 31013 w 246865"/>
                  <a:gd name="connsiteY12" fmla="*/ 188002 h 194893"/>
                  <a:gd name="connsiteX13" fmla="*/ 215852 w 246865"/>
                  <a:gd name="connsiteY13" fmla="*/ 188002 h 194893"/>
                  <a:gd name="connsiteX14" fmla="*/ 239973 w 246865"/>
                  <a:gd name="connsiteY14" fmla="*/ 163880 h 194893"/>
                  <a:gd name="connsiteX15" fmla="*/ 239973 w 246865"/>
                  <a:gd name="connsiteY15" fmla="*/ 31014 h 194893"/>
                  <a:gd name="connsiteX16" fmla="*/ 215852 w 246865"/>
                  <a:gd name="connsiteY16" fmla="*/ 6892 h 194893"/>
                  <a:gd name="connsiteX17" fmla="*/ 31013 w 246865"/>
                  <a:gd name="connsiteY17" fmla="*/ 6892 h 194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6865" h="194893">
                    <a:moveTo>
                      <a:pt x="215852" y="194894"/>
                    </a:moveTo>
                    <a:lnTo>
                      <a:pt x="31013" y="194894"/>
                    </a:lnTo>
                    <a:cubicBezTo>
                      <a:pt x="13925" y="194894"/>
                      <a:pt x="0" y="180997"/>
                      <a:pt x="0" y="163880"/>
                    </a:cubicBezTo>
                    <a:lnTo>
                      <a:pt x="0" y="31014"/>
                    </a:lnTo>
                    <a:cubicBezTo>
                      <a:pt x="0" y="13925"/>
                      <a:pt x="13897" y="0"/>
                      <a:pt x="31013" y="0"/>
                    </a:cubicBezTo>
                    <a:lnTo>
                      <a:pt x="215852" y="0"/>
                    </a:lnTo>
                    <a:cubicBezTo>
                      <a:pt x="232940" y="0"/>
                      <a:pt x="246865" y="13897"/>
                      <a:pt x="246865" y="31014"/>
                    </a:cubicBezTo>
                    <a:lnTo>
                      <a:pt x="246865" y="163880"/>
                    </a:lnTo>
                    <a:cubicBezTo>
                      <a:pt x="246865" y="180969"/>
                      <a:pt x="232969" y="194894"/>
                      <a:pt x="215852" y="194894"/>
                    </a:cubicBezTo>
                    <a:close/>
                    <a:moveTo>
                      <a:pt x="31013" y="6892"/>
                    </a:moveTo>
                    <a:cubicBezTo>
                      <a:pt x="17710" y="6892"/>
                      <a:pt x="6892" y="17710"/>
                      <a:pt x="6892" y="31014"/>
                    </a:cubicBezTo>
                    <a:lnTo>
                      <a:pt x="6892" y="163880"/>
                    </a:lnTo>
                    <a:cubicBezTo>
                      <a:pt x="6892" y="177184"/>
                      <a:pt x="17710" y="188002"/>
                      <a:pt x="31013" y="188002"/>
                    </a:cubicBezTo>
                    <a:lnTo>
                      <a:pt x="215852" y="188002"/>
                    </a:lnTo>
                    <a:cubicBezTo>
                      <a:pt x="229156" y="188002"/>
                      <a:pt x="239973" y="177184"/>
                      <a:pt x="239973" y="163880"/>
                    </a:cubicBezTo>
                    <a:lnTo>
                      <a:pt x="239973" y="31014"/>
                    </a:lnTo>
                    <a:cubicBezTo>
                      <a:pt x="239973" y="17710"/>
                      <a:pt x="229156" y="6892"/>
                      <a:pt x="215852" y="6892"/>
                    </a:cubicBezTo>
                    <a:lnTo>
                      <a:pt x="31013" y="6892"/>
                    </a:lnTo>
                    <a:close/>
                  </a:path>
                </a:pathLst>
              </a:custGeom>
              <a:solidFill>
                <a:srgbClr val="01355A"/>
              </a:solidFill>
              <a:ln w="2824" cap="flat">
                <a:noFill/>
                <a:prstDash val="solid"/>
                <a:miter/>
              </a:ln>
            </p:spPr>
            <p:txBody>
              <a:bodyPr rtlCol="1" anchor="ctr"/>
              <a:lstStyle/>
              <a:p>
                <a:endParaRPr lang="ar-SA"/>
              </a:p>
            </p:txBody>
          </p:sp>
          <p:grpSp>
            <p:nvGrpSpPr>
              <p:cNvPr id="7724" name="رسم 8014">
                <a:extLst>
                  <a:ext uri="{FF2B5EF4-FFF2-40B4-BE49-F238E27FC236}">
                    <a16:creationId xmlns:a16="http://schemas.microsoft.com/office/drawing/2014/main" id="{80371ACA-F2EE-C7E0-EE2D-21AF907CC916}"/>
                  </a:ext>
                </a:extLst>
              </p:cNvPr>
              <p:cNvGrpSpPr/>
              <p:nvPr/>
            </p:nvGrpSpPr>
            <p:grpSpPr>
              <a:xfrm>
                <a:off x="11014665" y="171280"/>
                <a:ext cx="155321" cy="27934"/>
                <a:chOff x="11014665" y="171280"/>
                <a:chExt cx="155321" cy="27934"/>
              </a:xfrm>
              <a:solidFill>
                <a:srgbClr val="17A3A3"/>
              </a:solidFill>
            </p:grpSpPr>
            <p:sp>
              <p:nvSpPr>
                <p:cNvPr id="7729" name="شكل حر: شكل 8625">
                  <a:extLst>
                    <a:ext uri="{FF2B5EF4-FFF2-40B4-BE49-F238E27FC236}">
                      <a16:creationId xmlns:a16="http://schemas.microsoft.com/office/drawing/2014/main" id="{CEF9DC45-B764-FAE1-2F42-092E8FA54A7D}"/>
                    </a:ext>
                  </a:extLst>
                </p:cNvPr>
                <p:cNvSpPr/>
                <p:nvPr/>
              </p:nvSpPr>
              <p:spPr>
                <a:xfrm>
                  <a:off x="11014665" y="171280"/>
                  <a:ext cx="36549" cy="27934"/>
                </a:xfrm>
                <a:custGeom>
                  <a:avLst/>
                  <a:gdLst>
                    <a:gd name="connsiteX0" fmla="*/ 12117 w 36549"/>
                    <a:gd name="connsiteY0" fmla="*/ 27935 h 27934"/>
                    <a:gd name="connsiteX1" fmla="*/ 9688 w 36549"/>
                    <a:gd name="connsiteY1" fmla="*/ 26918 h 27934"/>
                    <a:gd name="connsiteX2" fmla="*/ 1017 w 36549"/>
                    <a:gd name="connsiteY2" fmla="*/ 18247 h 27934"/>
                    <a:gd name="connsiteX3" fmla="*/ 1017 w 36549"/>
                    <a:gd name="connsiteY3" fmla="*/ 13388 h 27934"/>
                    <a:gd name="connsiteX4" fmla="*/ 5875 w 36549"/>
                    <a:gd name="connsiteY4" fmla="*/ 13388 h 27934"/>
                    <a:gd name="connsiteX5" fmla="*/ 12089 w 36549"/>
                    <a:gd name="connsiteY5" fmla="*/ 19602 h 27934"/>
                    <a:gd name="connsiteX6" fmla="*/ 30675 w 36549"/>
                    <a:gd name="connsiteY6" fmla="*/ 1017 h 27934"/>
                    <a:gd name="connsiteX7" fmla="*/ 35533 w 36549"/>
                    <a:gd name="connsiteY7" fmla="*/ 1017 h 27934"/>
                    <a:gd name="connsiteX8" fmla="*/ 35533 w 36549"/>
                    <a:gd name="connsiteY8" fmla="*/ 5875 h 27934"/>
                    <a:gd name="connsiteX9" fmla="*/ 14518 w 36549"/>
                    <a:gd name="connsiteY9" fmla="*/ 26890 h 27934"/>
                    <a:gd name="connsiteX10" fmla="*/ 12089 w 36549"/>
                    <a:gd name="connsiteY10" fmla="*/ 27907 h 27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549" h="27934">
                      <a:moveTo>
                        <a:pt x="12117" y="27935"/>
                      </a:moveTo>
                      <a:cubicBezTo>
                        <a:pt x="11241" y="27935"/>
                        <a:pt x="10366" y="27596"/>
                        <a:pt x="9688" y="26918"/>
                      </a:cubicBezTo>
                      <a:lnTo>
                        <a:pt x="1017" y="18247"/>
                      </a:lnTo>
                      <a:cubicBezTo>
                        <a:pt x="-339" y="16891"/>
                        <a:pt x="-339" y="14716"/>
                        <a:pt x="1017" y="13388"/>
                      </a:cubicBezTo>
                      <a:cubicBezTo>
                        <a:pt x="2373" y="12033"/>
                        <a:pt x="4547" y="12033"/>
                        <a:pt x="5875" y="13388"/>
                      </a:cubicBezTo>
                      <a:lnTo>
                        <a:pt x="12089" y="19602"/>
                      </a:lnTo>
                      <a:lnTo>
                        <a:pt x="30675" y="1017"/>
                      </a:lnTo>
                      <a:cubicBezTo>
                        <a:pt x="32030" y="-339"/>
                        <a:pt x="34205" y="-339"/>
                        <a:pt x="35533" y="1017"/>
                      </a:cubicBezTo>
                      <a:cubicBezTo>
                        <a:pt x="36888" y="2373"/>
                        <a:pt x="36888" y="4548"/>
                        <a:pt x="35533" y="5875"/>
                      </a:cubicBezTo>
                      <a:lnTo>
                        <a:pt x="14518" y="26890"/>
                      </a:lnTo>
                      <a:cubicBezTo>
                        <a:pt x="13840" y="27568"/>
                        <a:pt x="12965" y="27907"/>
                        <a:pt x="12089" y="27907"/>
                      </a:cubicBezTo>
                      <a:close/>
                    </a:path>
                  </a:pathLst>
                </a:custGeom>
                <a:solidFill>
                  <a:srgbClr val="17A3A3"/>
                </a:solidFill>
                <a:ln w="2824" cap="flat">
                  <a:noFill/>
                  <a:prstDash val="solid"/>
                  <a:miter/>
                </a:ln>
              </p:spPr>
              <p:txBody>
                <a:bodyPr rtlCol="1" anchor="ctr"/>
                <a:lstStyle/>
                <a:p>
                  <a:endParaRPr lang="ar-SA"/>
                </a:p>
              </p:txBody>
            </p:sp>
            <p:sp>
              <p:nvSpPr>
                <p:cNvPr id="7730" name="شكل حر: شكل 8626">
                  <a:extLst>
                    <a:ext uri="{FF2B5EF4-FFF2-40B4-BE49-F238E27FC236}">
                      <a16:creationId xmlns:a16="http://schemas.microsoft.com/office/drawing/2014/main" id="{F130F69E-2DAB-46AC-B80A-E56DC08A8168}"/>
                    </a:ext>
                  </a:extLst>
                </p:cNvPr>
                <p:cNvSpPr/>
                <p:nvPr/>
              </p:nvSpPr>
              <p:spPr>
                <a:xfrm>
                  <a:off x="11071919" y="188340"/>
                  <a:ext cx="98068" cy="6891"/>
                </a:xfrm>
                <a:custGeom>
                  <a:avLst/>
                  <a:gdLst>
                    <a:gd name="connsiteX0" fmla="*/ 94622 w 98068"/>
                    <a:gd name="connsiteY0" fmla="*/ 6892 h 6891"/>
                    <a:gd name="connsiteX1" fmla="*/ 3446 w 98068"/>
                    <a:gd name="connsiteY1" fmla="*/ 6892 h 6891"/>
                    <a:gd name="connsiteX2" fmla="*/ 0 w 98068"/>
                    <a:gd name="connsiteY2" fmla="*/ 3446 h 6891"/>
                    <a:gd name="connsiteX3" fmla="*/ 3446 w 98068"/>
                    <a:gd name="connsiteY3" fmla="*/ 0 h 6891"/>
                    <a:gd name="connsiteX4" fmla="*/ 94622 w 98068"/>
                    <a:gd name="connsiteY4" fmla="*/ 0 h 6891"/>
                    <a:gd name="connsiteX5" fmla="*/ 98068 w 98068"/>
                    <a:gd name="connsiteY5" fmla="*/ 3446 h 6891"/>
                    <a:gd name="connsiteX6" fmla="*/ 94622 w 98068"/>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8068" h="6891">
                      <a:moveTo>
                        <a:pt x="94622" y="6892"/>
                      </a:moveTo>
                      <a:lnTo>
                        <a:pt x="3446" y="6892"/>
                      </a:lnTo>
                      <a:cubicBezTo>
                        <a:pt x="1554" y="6892"/>
                        <a:pt x="0" y="5338"/>
                        <a:pt x="0" y="3446"/>
                      </a:cubicBezTo>
                      <a:cubicBezTo>
                        <a:pt x="0" y="1554"/>
                        <a:pt x="1554" y="0"/>
                        <a:pt x="3446" y="0"/>
                      </a:cubicBezTo>
                      <a:lnTo>
                        <a:pt x="94622" y="0"/>
                      </a:lnTo>
                      <a:cubicBezTo>
                        <a:pt x="96515" y="0"/>
                        <a:pt x="98068" y="1554"/>
                        <a:pt x="98068" y="3446"/>
                      </a:cubicBezTo>
                      <a:cubicBezTo>
                        <a:pt x="98068" y="5338"/>
                        <a:pt x="96515" y="6892"/>
                        <a:pt x="94622" y="6892"/>
                      </a:cubicBezTo>
                      <a:close/>
                    </a:path>
                  </a:pathLst>
                </a:custGeom>
                <a:solidFill>
                  <a:srgbClr val="17A3A3"/>
                </a:solidFill>
                <a:ln w="2824" cap="flat">
                  <a:noFill/>
                  <a:prstDash val="solid"/>
                  <a:miter/>
                </a:ln>
              </p:spPr>
              <p:txBody>
                <a:bodyPr rtlCol="1" anchor="ctr"/>
                <a:lstStyle/>
                <a:p>
                  <a:endParaRPr lang="ar-SA"/>
                </a:p>
              </p:txBody>
            </p:sp>
          </p:grpSp>
          <p:grpSp>
            <p:nvGrpSpPr>
              <p:cNvPr id="7725" name="رسم 8014">
                <a:extLst>
                  <a:ext uri="{FF2B5EF4-FFF2-40B4-BE49-F238E27FC236}">
                    <a16:creationId xmlns:a16="http://schemas.microsoft.com/office/drawing/2014/main" id="{FDC4A03F-4A59-BF84-8199-98C39824288D}"/>
                  </a:ext>
                </a:extLst>
              </p:cNvPr>
              <p:cNvGrpSpPr/>
              <p:nvPr/>
            </p:nvGrpSpPr>
            <p:grpSpPr>
              <a:xfrm>
                <a:off x="11014665" y="213338"/>
                <a:ext cx="130437" cy="27934"/>
                <a:chOff x="11014665" y="213338"/>
                <a:chExt cx="130437" cy="27934"/>
              </a:xfrm>
              <a:solidFill>
                <a:srgbClr val="17A3A3"/>
              </a:solidFill>
            </p:grpSpPr>
            <p:sp>
              <p:nvSpPr>
                <p:cNvPr id="7727" name="شكل حر: شكل 8628">
                  <a:extLst>
                    <a:ext uri="{FF2B5EF4-FFF2-40B4-BE49-F238E27FC236}">
                      <a16:creationId xmlns:a16="http://schemas.microsoft.com/office/drawing/2014/main" id="{672B99F0-7D9B-F8AC-DA43-91F9EC290643}"/>
                    </a:ext>
                  </a:extLst>
                </p:cNvPr>
                <p:cNvSpPr/>
                <p:nvPr/>
              </p:nvSpPr>
              <p:spPr>
                <a:xfrm>
                  <a:off x="11014665" y="213338"/>
                  <a:ext cx="36549" cy="27934"/>
                </a:xfrm>
                <a:custGeom>
                  <a:avLst/>
                  <a:gdLst>
                    <a:gd name="connsiteX0" fmla="*/ 12117 w 36549"/>
                    <a:gd name="connsiteY0" fmla="*/ 27935 h 27934"/>
                    <a:gd name="connsiteX1" fmla="*/ 9688 w 36549"/>
                    <a:gd name="connsiteY1" fmla="*/ 26918 h 27934"/>
                    <a:gd name="connsiteX2" fmla="*/ 1017 w 36549"/>
                    <a:gd name="connsiteY2" fmla="*/ 18247 h 27934"/>
                    <a:gd name="connsiteX3" fmla="*/ 1017 w 36549"/>
                    <a:gd name="connsiteY3" fmla="*/ 13388 h 27934"/>
                    <a:gd name="connsiteX4" fmla="*/ 5875 w 36549"/>
                    <a:gd name="connsiteY4" fmla="*/ 13388 h 27934"/>
                    <a:gd name="connsiteX5" fmla="*/ 12089 w 36549"/>
                    <a:gd name="connsiteY5" fmla="*/ 19602 h 27934"/>
                    <a:gd name="connsiteX6" fmla="*/ 30675 w 36549"/>
                    <a:gd name="connsiteY6" fmla="*/ 1017 h 27934"/>
                    <a:gd name="connsiteX7" fmla="*/ 35533 w 36549"/>
                    <a:gd name="connsiteY7" fmla="*/ 1017 h 27934"/>
                    <a:gd name="connsiteX8" fmla="*/ 35533 w 36549"/>
                    <a:gd name="connsiteY8" fmla="*/ 5875 h 27934"/>
                    <a:gd name="connsiteX9" fmla="*/ 14518 w 36549"/>
                    <a:gd name="connsiteY9" fmla="*/ 26890 h 27934"/>
                    <a:gd name="connsiteX10" fmla="*/ 12089 w 36549"/>
                    <a:gd name="connsiteY10" fmla="*/ 27907 h 27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549" h="27934">
                      <a:moveTo>
                        <a:pt x="12117" y="27935"/>
                      </a:moveTo>
                      <a:cubicBezTo>
                        <a:pt x="11241" y="27935"/>
                        <a:pt x="10366" y="27596"/>
                        <a:pt x="9688" y="26918"/>
                      </a:cubicBezTo>
                      <a:lnTo>
                        <a:pt x="1017" y="18247"/>
                      </a:lnTo>
                      <a:cubicBezTo>
                        <a:pt x="-339" y="16891"/>
                        <a:pt x="-339" y="14716"/>
                        <a:pt x="1017" y="13388"/>
                      </a:cubicBezTo>
                      <a:cubicBezTo>
                        <a:pt x="2373" y="12033"/>
                        <a:pt x="4547" y="12033"/>
                        <a:pt x="5875" y="13388"/>
                      </a:cubicBezTo>
                      <a:lnTo>
                        <a:pt x="12089" y="19602"/>
                      </a:lnTo>
                      <a:lnTo>
                        <a:pt x="30675" y="1017"/>
                      </a:lnTo>
                      <a:cubicBezTo>
                        <a:pt x="32030" y="-339"/>
                        <a:pt x="34205" y="-339"/>
                        <a:pt x="35533" y="1017"/>
                      </a:cubicBezTo>
                      <a:cubicBezTo>
                        <a:pt x="36888" y="2373"/>
                        <a:pt x="36888" y="4548"/>
                        <a:pt x="35533" y="5875"/>
                      </a:cubicBezTo>
                      <a:lnTo>
                        <a:pt x="14518" y="26890"/>
                      </a:lnTo>
                      <a:cubicBezTo>
                        <a:pt x="13840" y="27568"/>
                        <a:pt x="12965" y="27907"/>
                        <a:pt x="12089" y="27907"/>
                      </a:cubicBezTo>
                      <a:close/>
                    </a:path>
                  </a:pathLst>
                </a:custGeom>
                <a:solidFill>
                  <a:srgbClr val="17A3A3"/>
                </a:solidFill>
                <a:ln w="2824" cap="flat">
                  <a:noFill/>
                  <a:prstDash val="solid"/>
                  <a:miter/>
                </a:ln>
              </p:spPr>
              <p:txBody>
                <a:bodyPr rtlCol="1" anchor="ctr"/>
                <a:lstStyle/>
                <a:p>
                  <a:endParaRPr lang="ar-SA"/>
                </a:p>
              </p:txBody>
            </p:sp>
            <p:sp>
              <p:nvSpPr>
                <p:cNvPr id="7728" name="شكل حر: شكل 8629">
                  <a:extLst>
                    <a:ext uri="{FF2B5EF4-FFF2-40B4-BE49-F238E27FC236}">
                      <a16:creationId xmlns:a16="http://schemas.microsoft.com/office/drawing/2014/main" id="{01D6C0FA-75D1-4570-4D5E-294E36A71793}"/>
                    </a:ext>
                  </a:extLst>
                </p:cNvPr>
                <p:cNvSpPr/>
                <p:nvPr/>
              </p:nvSpPr>
              <p:spPr>
                <a:xfrm>
                  <a:off x="11071919" y="230398"/>
                  <a:ext cx="73184" cy="6891"/>
                </a:xfrm>
                <a:custGeom>
                  <a:avLst/>
                  <a:gdLst>
                    <a:gd name="connsiteX0" fmla="*/ 69739 w 73184"/>
                    <a:gd name="connsiteY0" fmla="*/ 6892 h 6891"/>
                    <a:gd name="connsiteX1" fmla="*/ 3446 w 73184"/>
                    <a:gd name="connsiteY1" fmla="*/ 6892 h 6891"/>
                    <a:gd name="connsiteX2" fmla="*/ 0 w 73184"/>
                    <a:gd name="connsiteY2" fmla="*/ 3446 h 6891"/>
                    <a:gd name="connsiteX3" fmla="*/ 3446 w 73184"/>
                    <a:gd name="connsiteY3" fmla="*/ 0 h 6891"/>
                    <a:gd name="connsiteX4" fmla="*/ 69739 w 73184"/>
                    <a:gd name="connsiteY4" fmla="*/ 0 h 6891"/>
                    <a:gd name="connsiteX5" fmla="*/ 73184 w 73184"/>
                    <a:gd name="connsiteY5" fmla="*/ 3446 h 6891"/>
                    <a:gd name="connsiteX6" fmla="*/ 69739 w 73184"/>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184" h="6891">
                      <a:moveTo>
                        <a:pt x="69739" y="6892"/>
                      </a:moveTo>
                      <a:lnTo>
                        <a:pt x="3446" y="6892"/>
                      </a:lnTo>
                      <a:cubicBezTo>
                        <a:pt x="1554" y="6892"/>
                        <a:pt x="0" y="5338"/>
                        <a:pt x="0" y="3446"/>
                      </a:cubicBezTo>
                      <a:cubicBezTo>
                        <a:pt x="0" y="1554"/>
                        <a:pt x="1554" y="0"/>
                        <a:pt x="3446" y="0"/>
                      </a:cubicBezTo>
                      <a:lnTo>
                        <a:pt x="69739" y="0"/>
                      </a:lnTo>
                      <a:cubicBezTo>
                        <a:pt x="71631" y="0"/>
                        <a:pt x="73184" y="1554"/>
                        <a:pt x="73184" y="3446"/>
                      </a:cubicBezTo>
                      <a:cubicBezTo>
                        <a:pt x="73184" y="5338"/>
                        <a:pt x="71631" y="6892"/>
                        <a:pt x="69739" y="6892"/>
                      </a:cubicBezTo>
                      <a:close/>
                    </a:path>
                  </a:pathLst>
                </a:custGeom>
                <a:solidFill>
                  <a:srgbClr val="17A3A3"/>
                </a:solidFill>
                <a:ln w="2824" cap="flat">
                  <a:noFill/>
                  <a:prstDash val="solid"/>
                  <a:miter/>
                </a:ln>
              </p:spPr>
              <p:txBody>
                <a:bodyPr rtlCol="1" anchor="ctr"/>
                <a:lstStyle/>
                <a:p>
                  <a:endParaRPr lang="ar-SA"/>
                </a:p>
              </p:txBody>
            </p:sp>
          </p:grpSp>
          <p:sp>
            <p:nvSpPr>
              <p:cNvPr id="7726" name="شكل حر: شكل 8630">
                <a:extLst>
                  <a:ext uri="{FF2B5EF4-FFF2-40B4-BE49-F238E27FC236}">
                    <a16:creationId xmlns:a16="http://schemas.microsoft.com/office/drawing/2014/main" id="{233358F9-4198-2ED2-823B-7C40B1B832EA}"/>
                  </a:ext>
                </a:extLst>
              </p:cNvPr>
              <p:cNvSpPr/>
              <p:nvPr/>
            </p:nvSpPr>
            <p:spPr>
              <a:xfrm>
                <a:off x="11014665" y="255423"/>
                <a:ext cx="36549" cy="27934"/>
              </a:xfrm>
              <a:custGeom>
                <a:avLst/>
                <a:gdLst>
                  <a:gd name="connsiteX0" fmla="*/ 12117 w 36549"/>
                  <a:gd name="connsiteY0" fmla="*/ 27935 h 27934"/>
                  <a:gd name="connsiteX1" fmla="*/ 9688 w 36549"/>
                  <a:gd name="connsiteY1" fmla="*/ 26918 h 27934"/>
                  <a:gd name="connsiteX2" fmla="*/ 1017 w 36549"/>
                  <a:gd name="connsiteY2" fmla="*/ 18247 h 27934"/>
                  <a:gd name="connsiteX3" fmla="*/ 1017 w 36549"/>
                  <a:gd name="connsiteY3" fmla="*/ 13388 h 27934"/>
                  <a:gd name="connsiteX4" fmla="*/ 5875 w 36549"/>
                  <a:gd name="connsiteY4" fmla="*/ 13388 h 27934"/>
                  <a:gd name="connsiteX5" fmla="*/ 12089 w 36549"/>
                  <a:gd name="connsiteY5" fmla="*/ 19602 h 27934"/>
                  <a:gd name="connsiteX6" fmla="*/ 30675 w 36549"/>
                  <a:gd name="connsiteY6" fmla="*/ 1017 h 27934"/>
                  <a:gd name="connsiteX7" fmla="*/ 35533 w 36549"/>
                  <a:gd name="connsiteY7" fmla="*/ 1017 h 27934"/>
                  <a:gd name="connsiteX8" fmla="*/ 35533 w 36549"/>
                  <a:gd name="connsiteY8" fmla="*/ 5875 h 27934"/>
                  <a:gd name="connsiteX9" fmla="*/ 14518 w 36549"/>
                  <a:gd name="connsiteY9" fmla="*/ 26890 h 27934"/>
                  <a:gd name="connsiteX10" fmla="*/ 12089 w 36549"/>
                  <a:gd name="connsiteY10" fmla="*/ 27907 h 27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549" h="27934">
                    <a:moveTo>
                      <a:pt x="12117" y="27935"/>
                    </a:moveTo>
                    <a:cubicBezTo>
                      <a:pt x="11241" y="27935"/>
                      <a:pt x="10366" y="27596"/>
                      <a:pt x="9688" y="26918"/>
                    </a:cubicBezTo>
                    <a:lnTo>
                      <a:pt x="1017" y="18247"/>
                    </a:lnTo>
                    <a:cubicBezTo>
                      <a:pt x="-339" y="16891"/>
                      <a:pt x="-339" y="14716"/>
                      <a:pt x="1017" y="13388"/>
                    </a:cubicBezTo>
                    <a:cubicBezTo>
                      <a:pt x="2373" y="12033"/>
                      <a:pt x="4547" y="12033"/>
                      <a:pt x="5875" y="13388"/>
                    </a:cubicBezTo>
                    <a:lnTo>
                      <a:pt x="12089" y="19602"/>
                    </a:lnTo>
                    <a:lnTo>
                      <a:pt x="30675" y="1017"/>
                    </a:lnTo>
                    <a:cubicBezTo>
                      <a:pt x="32030" y="-339"/>
                      <a:pt x="34205" y="-339"/>
                      <a:pt x="35533" y="1017"/>
                    </a:cubicBezTo>
                    <a:cubicBezTo>
                      <a:pt x="36888" y="2373"/>
                      <a:pt x="36888" y="4548"/>
                      <a:pt x="35533" y="5875"/>
                    </a:cubicBezTo>
                    <a:lnTo>
                      <a:pt x="14518" y="26890"/>
                    </a:lnTo>
                    <a:cubicBezTo>
                      <a:pt x="13840" y="27568"/>
                      <a:pt x="12965" y="27907"/>
                      <a:pt x="12089" y="27907"/>
                    </a:cubicBezTo>
                    <a:close/>
                  </a:path>
                </a:pathLst>
              </a:custGeom>
              <a:solidFill>
                <a:srgbClr val="17A3A3"/>
              </a:solidFill>
              <a:ln w="2824" cap="flat">
                <a:noFill/>
                <a:prstDash val="solid"/>
                <a:miter/>
              </a:ln>
            </p:spPr>
            <p:txBody>
              <a:bodyPr rtlCol="1" anchor="ctr"/>
              <a:lstStyle/>
              <a:p>
                <a:endParaRPr lang="ar-SA"/>
              </a:p>
            </p:txBody>
          </p:sp>
        </p:grpSp>
      </p:grpSp>
      <p:grpSp>
        <p:nvGrpSpPr>
          <p:cNvPr id="7733" name="رسم 8014">
            <a:extLst>
              <a:ext uri="{FF2B5EF4-FFF2-40B4-BE49-F238E27FC236}">
                <a16:creationId xmlns:a16="http://schemas.microsoft.com/office/drawing/2014/main" id="{23E90DCA-7064-5DD6-A639-866F7DEC19D3}"/>
              </a:ext>
            </a:extLst>
          </p:cNvPr>
          <p:cNvGrpSpPr/>
          <p:nvPr/>
        </p:nvGrpSpPr>
        <p:grpSpPr>
          <a:xfrm>
            <a:off x="6855363" y="1472160"/>
            <a:ext cx="197886" cy="221540"/>
            <a:chOff x="7275643" y="52391"/>
            <a:chExt cx="236533" cy="281074"/>
          </a:xfrm>
        </p:grpSpPr>
        <p:grpSp>
          <p:nvGrpSpPr>
            <p:cNvPr id="7734" name="رسم 8014">
              <a:extLst>
                <a:ext uri="{FF2B5EF4-FFF2-40B4-BE49-F238E27FC236}">
                  <a16:creationId xmlns:a16="http://schemas.microsoft.com/office/drawing/2014/main" id="{65805B65-EEA0-8831-1D80-12282E0824C9}"/>
                </a:ext>
              </a:extLst>
            </p:cNvPr>
            <p:cNvGrpSpPr/>
            <p:nvPr/>
          </p:nvGrpSpPr>
          <p:grpSpPr>
            <a:xfrm>
              <a:off x="7275643" y="103180"/>
              <a:ext cx="230313" cy="230285"/>
              <a:chOff x="7275643" y="103180"/>
              <a:chExt cx="230313" cy="230285"/>
            </a:xfrm>
            <a:solidFill>
              <a:srgbClr val="01355A"/>
            </a:solidFill>
          </p:grpSpPr>
          <p:sp>
            <p:nvSpPr>
              <p:cNvPr id="7736" name="شكل حر: شكل 8633">
                <a:extLst>
                  <a:ext uri="{FF2B5EF4-FFF2-40B4-BE49-F238E27FC236}">
                    <a16:creationId xmlns:a16="http://schemas.microsoft.com/office/drawing/2014/main" id="{D41F7042-1C60-F249-9944-BD217A59F180}"/>
                  </a:ext>
                </a:extLst>
              </p:cNvPr>
              <p:cNvSpPr/>
              <p:nvPr/>
            </p:nvSpPr>
            <p:spPr>
              <a:xfrm>
                <a:off x="7275643" y="103180"/>
                <a:ext cx="230313" cy="230285"/>
              </a:xfrm>
              <a:custGeom>
                <a:avLst/>
                <a:gdLst>
                  <a:gd name="connsiteX0" fmla="*/ 135748 w 230313"/>
                  <a:gd name="connsiteY0" fmla="*/ 230285 h 230285"/>
                  <a:gd name="connsiteX1" fmla="*/ 93380 w 230313"/>
                  <a:gd name="connsiteY1" fmla="*/ 230285 h 230285"/>
                  <a:gd name="connsiteX2" fmla="*/ 90951 w 230313"/>
                  <a:gd name="connsiteY2" fmla="*/ 229240 h 230285"/>
                  <a:gd name="connsiteX3" fmla="*/ 89934 w 230313"/>
                  <a:gd name="connsiteY3" fmla="*/ 226811 h 230285"/>
                  <a:gd name="connsiteX4" fmla="*/ 89990 w 230313"/>
                  <a:gd name="connsiteY4" fmla="*/ 201051 h 230285"/>
                  <a:gd name="connsiteX5" fmla="*/ 71603 w 230313"/>
                  <a:gd name="connsiteY5" fmla="*/ 193312 h 230285"/>
                  <a:gd name="connsiteX6" fmla="*/ 53328 w 230313"/>
                  <a:gd name="connsiteY6" fmla="*/ 211530 h 230285"/>
                  <a:gd name="connsiteX7" fmla="*/ 48470 w 230313"/>
                  <a:gd name="connsiteY7" fmla="*/ 211530 h 230285"/>
                  <a:gd name="connsiteX8" fmla="*/ 18586 w 230313"/>
                  <a:gd name="connsiteY8" fmla="*/ 181562 h 230285"/>
                  <a:gd name="connsiteX9" fmla="*/ 17569 w 230313"/>
                  <a:gd name="connsiteY9" fmla="*/ 179133 h 230285"/>
                  <a:gd name="connsiteX10" fmla="*/ 18586 w 230313"/>
                  <a:gd name="connsiteY10" fmla="*/ 176704 h 230285"/>
                  <a:gd name="connsiteX11" fmla="*/ 36889 w 230313"/>
                  <a:gd name="connsiteY11" fmla="*/ 158485 h 230285"/>
                  <a:gd name="connsiteX12" fmla="*/ 29206 w 230313"/>
                  <a:gd name="connsiteY12" fmla="*/ 140069 h 230285"/>
                  <a:gd name="connsiteX13" fmla="*/ 3447 w 230313"/>
                  <a:gd name="connsiteY13" fmla="*/ 140013 h 230285"/>
                  <a:gd name="connsiteX14" fmla="*/ 0 w 230313"/>
                  <a:gd name="connsiteY14" fmla="*/ 136567 h 230285"/>
                  <a:gd name="connsiteX15" fmla="*/ 85 w 230313"/>
                  <a:gd name="connsiteY15" fmla="*/ 94227 h 230285"/>
                  <a:gd name="connsiteX16" fmla="*/ 1102 w 230313"/>
                  <a:gd name="connsiteY16" fmla="*/ 91798 h 230285"/>
                  <a:gd name="connsiteX17" fmla="*/ 3531 w 230313"/>
                  <a:gd name="connsiteY17" fmla="*/ 90781 h 230285"/>
                  <a:gd name="connsiteX18" fmla="*/ 3531 w 230313"/>
                  <a:gd name="connsiteY18" fmla="*/ 90781 h 230285"/>
                  <a:gd name="connsiteX19" fmla="*/ 29376 w 230313"/>
                  <a:gd name="connsiteY19" fmla="*/ 90837 h 230285"/>
                  <a:gd name="connsiteX20" fmla="*/ 36945 w 230313"/>
                  <a:gd name="connsiteY20" fmla="*/ 72393 h 230285"/>
                  <a:gd name="connsiteX21" fmla="*/ 18755 w 230313"/>
                  <a:gd name="connsiteY21" fmla="*/ 54147 h 230285"/>
                  <a:gd name="connsiteX22" fmla="*/ 18755 w 230313"/>
                  <a:gd name="connsiteY22" fmla="*/ 49288 h 230285"/>
                  <a:gd name="connsiteX23" fmla="*/ 49599 w 230313"/>
                  <a:gd name="connsiteY23" fmla="*/ 18529 h 230285"/>
                  <a:gd name="connsiteX24" fmla="*/ 52029 w 230313"/>
                  <a:gd name="connsiteY24" fmla="*/ 17512 h 230285"/>
                  <a:gd name="connsiteX25" fmla="*/ 52029 w 230313"/>
                  <a:gd name="connsiteY25" fmla="*/ 17512 h 230285"/>
                  <a:gd name="connsiteX26" fmla="*/ 54457 w 230313"/>
                  <a:gd name="connsiteY26" fmla="*/ 18529 h 230285"/>
                  <a:gd name="connsiteX27" fmla="*/ 72648 w 230313"/>
                  <a:gd name="connsiteY27" fmla="*/ 36804 h 230285"/>
                  <a:gd name="connsiteX28" fmla="*/ 91092 w 230313"/>
                  <a:gd name="connsiteY28" fmla="*/ 29262 h 230285"/>
                  <a:gd name="connsiteX29" fmla="*/ 91148 w 230313"/>
                  <a:gd name="connsiteY29" fmla="*/ 3446 h 230285"/>
                  <a:gd name="connsiteX30" fmla="*/ 94594 w 230313"/>
                  <a:gd name="connsiteY30" fmla="*/ 0 h 230285"/>
                  <a:gd name="connsiteX31" fmla="*/ 94594 w 230313"/>
                  <a:gd name="connsiteY31" fmla="*/ 0 h 230285"/>
                  <a:gd name="connsiteX32" fmla="*/ 130777 w 230313"/>
                  <a:gd name="connsiteY32" fmla="*/ 56 h 230285"/>
                  <a:gd name="connsiteX33" fmla="*/ 134223 w 230313"/>
                  <a:gd name="connsiteY33" fmla="*/ 3502 h 230285"/>
                  <a:gd name="connsiteX34" fmla="*/ 130777 w 230313"/>
                  <a:gd name="connsiteY34" fmla="*/ 6948 h 230285"/>
                  <a:gd name="connsiteX35" fmla="*/ 98041 w 230313"/>
                  <a:gd name="connsiteY35" fmla="*/ 6948 h 230285"/>
                  <a:gd name="connsiteX36" fmla="*/ 98012 w 230313"/>
                  <a:gd name="connsiteY36" fmla="*/ 31578 h 230285"/>
                  <a:gd name="connsiteX37" fmla="*/ 95866 w 230313"/>
                  <a:gd name="connsiteY37" fmla="*/ 34770 h 230285"/>
                  <a:gd name="connsiteX38" fmla="*/ 73156 w 230313"/>
                  <a:gd name="connsiteY38" fmla="*/ 44063 h 230285"/>
                  <a:gd name="connsiteX39" fmla="*/ 69399 w 230313"/>
                  <a:gd name="connsiteY39" fmla="*/ 43300 h 230285"/>
                  <a:gd name="connsiteX40" fmla="*/ 52029 w 230313"/>
                  <a:gd name="connsiteY40" fmla="*/ 25845 h 230285"/>
                  <a:gd name="connsiteX41" fmla="*/ 26043 w 230313"/>
                  <a:gd name="connsiteY41" fmla="*/ 51746 h 230285"/>
                  <a:gd name="connsiteX42" fmla="*/ 43414 w 230313"/>
                  <a:gd name="connsiteY42" fmla="*/ 69173 h 230285"/>
                  <a:gd name="connsiteX43" fmla="*/ 44148 w 230313"/>
                  <a:gd name="connsiteY43" fmla="*/ 72902 h 230285"/>
                  <a:gd name="connsiteX44" fmla="*/ 34827 w 230313"/>
                  <a:gd name="connsiteY44" fmla="*/ 95583 h 230285"/>
                  <a:gd name="connsiteX45" fmla="*/ 31635 w 230313"/>
                  <a:gd name="connsiteY45" fmla="*/ 97729 h 230285"/>
                  <a:gd name="connsiteX46" fmla="*/ 31635 w 230313"/>
                  <a:gd name="connsiteY46" fmla="*/ 97729 h 230285"/>
                  <a:gd name="connsiteX47" fmla="*/ 6921 w 230313"/>
                  <a:gd name="connsiteY47" fmla="*/ 97673 h 230285"/>
                  <a:gd name="connsiteX48" fmla="*/ 6836 w 230313"/>
                  <a:gd name="connsiteY48" fmla="*/ 133149 h 230285"/>
                  <a:gd name="connsiteX49" fmla="*/ 31466 w 230313"/>
                  <a:gd name="connsiteY49" fmla="*/ 133206 h 230285"/>
                  <a:gd name="connsiteX50" fmla="*/ 34629 w 230313"/>
                  <a:gd name="connsiteY50" fmla="*/ 135324 h 230285"/>
                  <a:gd name="connsiteX51" fmla="*/ 44091 w 230313"/>
                  <a:gd name="connsiteY51" fmla="*/ 157977 h 230285"/>
                  <a:gd name="connsiteX52" fmla="*/ 43329 w 230313"/>
                  <a:gd name="connsiteY52" fmla="*/ 161734 h 230285"/>
                  <a:gd name="connsiteX53" fmla="*/ 25817 w 230313"/>
                  <a:gd name="connsiteY53" fmla="*/ 179161 h 230285"/>
                  <a:gd name="connsiteX54" fmla="*/ 50842 w 230313"/>
                  <a:gd name="connsiteY54" fmla="*/ 204243 h 230285"/>
                  <a:gd name="connsiteX55" fmla="*/ 68326 w 230313"/>
                  <a:gd name="connsiteY55" fmla="*/ 186816 h 230285"/>
                  <a:gd name="connsiteX56" fmla="*/ 72082 w 230313"/>
                  <a:gd name="connsiteY56" fmla="*/ 186081 h 230285"/>
                  <a:gd name="connsiteX57" fmla="*/ 94707 w 230313"/>
                  <a:gd name="connsiteY57" fmla="*/ 195600 h 230285"/>
                  <a:gd name="connsiteX58" fmla="*/ 96826 w 230313"/>
                  <a:gd name="connsiteY58" fmla="*/ 198792 h 230285"/>
                  <a:gd name="connsiteX59" fmla="*/ 96769 w 230313"/>
                  <a:gd name="connsiteY59" fmla="*/ 223393 h 230285"/>
                  <a:gd name="connsiteX60" fmla="*/ 132245 w 230313"/>
                  <a:gd name="connsiteY60" fmla="*/ 223393 h 230285"/>
                  <a:gd name="connsiteX61" fmla="*/ 132274 w 230313"/>
                  <a:gd name="connsiteY61" fmla="*/ 198735 h 230285"/>
                  <a:gd name="connsiteX62" fmla="*/ 134420 w 230313"/>
                  <a:gd name="connsiteY62" fmla="*/ 195543 h 230285"/>
                  <a:gd name="connsiteX63" fmla="*/ 157130 w 230313"/>
                  <a:gd name="connsiteY63" fmla="*/ 186279 h 230285"/>
                  <a:gd name="connsiteX64" fmla="*/ 160859 w 230313"/>
                  <a:gd name="connsiteY64" fmla="*/ 187042 h 230285"/>
                  <a:gd name="connsiteX65" fmla="*/ 178229 w 230313"/>
                  <a:gd name="connsiteY65" fmla="*/ 204469 h 230285"/>
                  <a:gd name="connsiteX66" fmla="*/ 204215 w 230313"/>
                  <a:gd name="connsiteY66" fmla="*/ 178568 h 230285"/>
                  <a:gd name="connsiteX67" fmla="*/ 186844 w 230313"/>
                  <a:gd name="connsiteY67" fmla="*/ 161140 h 230285"/>
                  <a:gd name="connsiteX68" fmla="*/ 186110 w 230313"/>
                  <a:gd name="connsiteY68" fmla="*/ 157384 h 230285"/>
                  <a:gd name="connsiteX69" fmla="*/ 195459 w 230313"/>
                  <a:gd name="connsiteY69" fmla="*/ 134703 h 230285"/>
                  <a:gd name="connsiteX70" fmla="*/ 198651 w 230313"/>
                  <a:gd name="connsiteY70" fmla="*/ 132584 h 230285"/>
                  <a:gd name="connsiteX71" fmla="*/ 223365 w 230313"/>
                  <a:gd name="connsiteY71" fmla="*/ 132584 h 230285"/>
                  <a:gd name="connsiteX72" fmla="*/ 223450 w 230313"/>
                  <a:gd name="connsiteY72" fmla="*/ 97164 h 230285"/>
                  <a:gd name="connsiteX73" fmla="*/ 198820 w 230313"/>
                  <a:gd name="connsiteY73" fmla="*/ 97108 h 230285"/>
                  <a:gd name="connsiteX74" fmla="*/ 195656 w 230313"/>
                  <a:gd name="connsiteY74" fmla="*/ 94990 h 230285"/>
                  <a:gd name="connsiteX75" fmla="*/ 188539 w 230313"/>
                  <a:gd name="connsiteY75" fmla="*/ 77986 h 230285"/>
                  <a:gd name="connsiteX76" fmla="*/ 190375 w 230313"/>
                  <a:gd name="connsiteY76" fmla="*/ 73466 h 230285"/>
                  <a:gd name="connsiteX77" fmla="*/ 194894 w 230313"/>
                  <a:gd name="connsiteY77" fmla="*/ 75302 h 230285"/>
                  <a:gd name="connsiteX78" fmla="*/ 201108 w 230313"/>
                  <a:gd name="connsiteY78" fmla="*/ 90188 h 230285"/>
                  <a:gd name="connsiteX79" fmla="*/ 226868 w 230313"/>
                  <a:gd name="connsiteY79" fmla="*/ 90244 h 230285"/>
                  <a:gd name="connsiteX80" fmla="*/ 230314 w 230313"/>
                  <a:gd name="connsiteY80" fmla="*/ 93690 h 230285"/>
                  <a:gd name="connsiteX81" fmla="*/ 230229 w 230313"/>
                  <a:gd name="connsiteY81" fmla="*/ 136030 h 230285"/>
                  <a:gd name="connsiteX82" fmla="*/ 226783 w 230313"/>
                  <a:gd name="connsiteY82" fmla="*/ 139476 h 230285"/>
                  <a:gd name="connsiteX83" fmla="*/ 200939 w 230313"/>
                  <a:gd name="connsiteY83" fmla="*/ 139476 h 230285"/>
                  <a:gd name="connsiteX84" fmla="*/ 193341 w 230313"/>
                  <a:gd name="connsiteY84" fmla="*/ 157864 h 230285"/>
                  <a:gd name="connsiteX85" fmla="*/ 211531 w 230313"/>
                  <a:gd name="connsiteY85" fmla="*/ 176111 h 230285"/>
                  <a:gd name="connsiteX86" fmla="*/ 212547 w 230313"/>
                  <a:gd name="connsiteY86" fmla="*/ 178540 h 230285"/>
                  <a:gd name="connsiteX87" fmla="*/ 211531 w 230313"/>
                  <a:gd name="connsiteY87" fmla="*/ 180969 h 230285"/>
                  <a:gd name="connsiteX88" fmla="*/ 180687 w 230313"/>
                  <a:gd name="connsiteY88" fmla="*/ 211728 h 230285"/>
                  <a:gd name="connsiteX89" fmla="*/ 175828 w 230313"/>
                  <a:gd name="connsiteY89" fmla="*/ 211728 h 230285"/>
                  <a:gd name="connsiteX90" fmla="*/ 157638 w 230313"/>
                  <a:gd name="connsiteY90" fmla="*/ 193481 h 230285"/>
                  <a:gd name="connsiteX91" fmla="*/ 139194 w 230313"/>
                  <a:gd name="connsiteY91" fmla="*/ 200995 h 230285"/>
                  <a:gd name="connsiteX92" fmla="*/ 139194 w 230313"/>
                  <a:gd name="connsiteY92" fmla="*/ 226811 h 230285"/>
                  <a:gd name="connsiteX93" fmla="*/ 135720 w 230313"/>
                  <a:gd name="connsiteY93" fmla="*/ 230257 h 230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230313" h="230285">
                    <a:moveTo>
                      <a:pt x="135748" y="230285"/>
                    </a:moveTo>
                    <a:lnTo>
                      <a:pt x="93380" y="230285"/>
                    </a:lnTo>
                    <a:cubicBezTo>
                      <a:pt x="92476" y="230257"/>
                      <a:pt x="91601" y="229890"/>
                      <a:pt x="90951" y="229240"/>
                    </a:cubicBezTo>
                    <a:cubicBezTo>
                      <a:pt x="90301" y="228591"/>
                      <a:pt x="89934" y="227715"/>
                      <a:pt x="89934" y="226811"/>
                    </a:cubicBezTo>
                    <a:lnTo>
                      <a:pt x="89990" y="201051"/>
                    </a:lnTo>
                    <a:lnTo>
                      <a:pt x="71603" y="193312"/>
                    </a:lnTo>
                    <a:lnTo>
                      <a:pt x="53328" y="211530"/>
                    </a:lnTo>
                    <a:cubicBezTo>
                      <a:pt x="51972" y="212858"/>
                      <a:pt x="49797" y="212858"/>
                      <a:pt x="48470" y="211530"/>
                    </a:cubicBezTo>
                    <a:lnTo>
                      <a:pt x="18586" y="181562"/>
                    </a:lnTo>
                    <a:cubicBezTo>
                      <a:pt x="17936" y="180912"/>
                      <a:pt x="17569" y="180037"/>
                      <a:pt x="17569" y="179133"/>
                    </a:cubicBezTo>
                    <a:cubicBezTo>
                      <a:pt x="17569" y="178229"/>
                      <a:pt x="17936" y="177353"/>
                      <a:pt x="18586" y="176704"/>
                    </a:cubicBezTo>
                    <a:lnTo>
                      <a:pt x="36889" y="158485"/>
                    </a:lnTo>
                    <a:lnTo>
                      <a:pt x="29206" y="140069"/>
                    </a:lnTo>
                    <a:lnTo>
                      <a:pt x="3447" y="140013"/>
                    </a:lnTo>
                    <a:cubicBezTo>
                      <a:pt x="1554" y="140013"/>
                      <a:pt x="0" y="138459"/>
                      <a:pt x="0" y="136567"/>
                    </a:cubicBezTo>
                    <a:lnTo>
                      <a:pt x="85" y="94227"/>
                    </a:lnTo>
                    <a:cubicBezTo>
                      <a:pt x="85" y="93323"/>
                      <a:pt x="452" y="92447"/>
                      <a:pt x="1102" y="91798"/>
                    </a:cubicBezTo>
                    <a:cubicBezTo>
                      <a:pt x="1752" y="91148"/>
                      <a:pt x="2627" y="90781"/>
                      <a:pt x="3531" y="90781"/>
                    </a:cubicBezTo>
                    <a:lnTo>
                      <a:pt x="3531" y="90781"/>
                    </a:lnTo>
                    <a:lnTo>
                      <a:pt x="29376" y="90837"/>
                    </a:lnTo>
                    <a:lnTo>
                      <a:pt x="36945" y="72393"/>
                    </a:lnTo>
                    <a:lnTo>
                      <a:pt x="18755" y="54147"/>
                    </a:lnTo>
                    <a:cubicBezTo>
                      <a:pt x="17400" y="52791"/>
                      <a:pt x="17428" y="50616"/>
                      <a:pt x="18755" y="49288"/>
                    </a:cubicBezTo>
                    <a:lnTo>
                      <a:pt x="49599" y="18529"/>
                    </a:lnTo>
                    <a:cubicBezTo>
                      <a:pt x="50249" y="17879"/>
                      <a:pt x="51125" y="17512"/>
                      <a:pt x="52029" y="17512"/>
                    </a:cubicBezTo>
                    <a:lnTo>
                      <a:pt x="52029" y="17512"/>
                    </a:lnTo>
                    <a:cubicBezTo>
                      <a:pt x="52932" y="17512"/>
                      <a:pt x="53808" y="17879"/>
                      <a:pt x="54457" y="18529"/>
                    </a:cubicBezTo>
                    <a:lnTo>
                      <a:pt x="72648" y="36804"/>
                    </a:lnTo>
                    <a:lnTo>
                      <a:pt x="91092" y="29262"/>
                    </a:lnTo>
                    <a:lnTo>
                      <a:pt x="91148" y="3446"/>
                    </a:lnTo>
                    <a:cubicBezTo>
                      <a:pt x="91148" y="1554"/>
                      <a:pt x="92702" y="0"/>
                      <a:pt x="94594" y="0"/>
                    </a:cubicBezTo>
                    <a:lnTo>
                      <a:pt x="94594" y="0"/>
                    </a:lnTo>
                    <a:lnTo>
                      <a:pt x="130777" y="56"/>
                    </a:lnTo>
                    <a:cubicBezTo>
                      <a:pt x="132670" y="56"/>
                      <a:pt x="134223" y="1610"/>
                      <a:pt x="134223" y="3502"/>
                    </a:cubicBezTo>
                    <a:cubicBezTo>
                      <a:pt x="134223" y="5395"/>
                      <a:pt x="132670" y="6948"/>
                      <a:pt x="130777" y="6948"/>
                    </a:cubicBezTo>
                    <a:lnTo>
                      <a:pt x="98041" y="6948"/>
                    </a:lnTo>
                    <a:cubicBezTo>
                      <a:pt x="98041" y="6948"/>
                      <a:pt x="98012" y="31578"/>
                      <a:pt x="98012" y="31578"/>
                    </a:cubicBezTo>
                    <a:cubicBezTo>
                      <a:pt x="98012" y="32962"/>
                      <a:pt x="97165" y="34234"/>
                      <a:pt x="95866" y="34770"/>
                    </a:cubicBezTo>
                    <a:lnTo>
                      <a:pt x="73156" y="44063"/>
                    </a:lnTo>
                    <a:cubicBezTo>
                      <a:pt x="71885" y="44600"/>
                      <a:pt x="70388" y="44289"/>
                      <a:pt x="69399" y="43300"/>
                    </a:cubicBezTo>
                    <a:lnTo>
                      <a:pt x="52029" y="25845"/>
                    </a:lnTo>
                    <a:lnTo>
                      <a:pt x="26043" y="51746"/>
                    </a:lnTo>
                    <a:lnTo>
                      <a:pt x="43414" y="69173"/>
                    </a:lnTo>
                    <a:cubicBezTo>
                      <a:pt x="44402" y="70162"/>
                      <a:pt x="44685" y="71631"/>
                      <a:pt x="44148" y="72902"/>
                    </a:cubicBezTo>
                    <a:lnTo>
                      <a:pt x="34827" y="95583"/>
                    </a:lnTo>
                    <a:cubicBezTo>
                      <a:pt x="34290" y="96882"/>
                      <a:pt x="33048" y="97729"/>
                      <a:pt x="31635" y="97729"/>
                    </a:cubicBezTo>
                    <a:lnTo>
                      <a:pt x="31635" y="97729"/>
                    </a:lnTo>
                    <a:lnTo>
                      <a:pt x="6921" y="97673"/>
                    </a:lnTo>
                    <a:lnTo>
                      <a:pt x="6836" y="133149"/>
                    </a:lnTo>
                    <a:lnTo>
                      <a:pt x="31466" y="133206"/>
                    </a:lnTo>
                    <a:cubicBezTo>
                      <a:pt x="32850" y="133206"/>
                      <a:pt x="34092" y="134053"/>
                      <a:pt x="34629" y="135324"/>
                    </a:cubicBezTo>
                    <a:lnTo>
                      <a:pt x="44091" y="157977"/>
                    </a:lnTo>
                    <a:cubicBezTo>
                      <a:pt x="44628" y="159276"/>
                      <a:pt x="44346" y="160745"/>
                      <a:pt x="43329" y="161734"/>
                    </a:cubicBezTo>
                    <a:lnTo>
                      <a:pt x="25817" y="179161"/>
                    </a:lnTo>
                    <a:lnTo>
                      <a:pt x="50842" y="204243"/>
                    </a:lnTo>
                    <a:lnTo>
                      <a:pt x="68326" y="186816"/>
                    </a:lnTo>
                    <a:cubicBezTo>
                      <a:pt x="69314" y="185827"/>
                      <a:pt x="70812" y="185545"/>
                      <a:pt x="72082" y="186081"/>
                    </a:cubicBezTo>
                    <a:lnTo>
                      <a:pt x="94707" y="195600"/>
                    </a:lnTo>
                    <a:cubicBezTo>
                      <a:pt x="95979" y="196137"/>
                      <a:pt x="96826" y="197408"/>
                      <a:pt x="96826" y="198792"/>
                    </a:cubicBezTo>
                    <a:lnTo>
                      <a:pt x="96769" y="223393"/>
                    </a:lnTo>
                    <a:lnTo>
                      <a:pt x="132245" y="223393"/>
                    </a:lnTo>
                    <a:cubicBezTo>
                      <a:pt x="132245" y="223393"/>
                      <a:pt x="132274" y="198735"/>
                      <a:pt x="132274" y="198735"/>
                    </a:cubicBezTo>
                    <a:cubicBezTo>
                      <a:pt x="132274" y="197323"/>
                      <a:pt x="133121" y="196080"/>
                      <a:pt x="134420" y="195543"/>
                    </a:cubicBezTo>
                    <a:lnTo>
                      <a:pt x="157130" y="186279"/>
                    </a:lnTo>
                    <a:cubicBezTo>
                      <a:pt x="158429" y="185770"/>
                      <a:pt x="159898" y="186053"/>
                      <a:pt x="160859" y="187042"/>
                    </a:cubicBezTo>
                    <a:lnTo>
                      <a:pt x="178229" y="204469"/>
                    </a:lnTo>
                    <a:lnTo>
                      <a:pt x="204215" y="178568"/>
                    </a:lnTo>
                    <a:lnTo>
                      <a:pt x="186844" y="161140"/>
                    </a:lnTo>
                    <a:cubicBezTo>
                      <a:pt x="185855" y="160152"/>
                      <a:pt x="185573" y="158683"/>
                      <a:pt x="186110" y="157384"/>
                    </a:cubicBezTo>
                    <a:lnTo>
                      <a:pt x="195459" y="134703"/>
                    </a:lnTo>
                    <a:cubicBezTo>
                      <a:pt x="195996" y="133403"/>
                      <a:pt x="197238" y="132584"/>
                      <a:pt x="198651" y="132584"/>
                    </a:cubicBezTo>
                    <a:lnTo>
                      <a:pt x="223365" y="132584"/>
                    </a:lnTo>
                    <a:cubicBezTo>
                      <a:pt x="223365" y="132584"/>
                      <a:pt x="223450" y="97164"/>
                      <a:pt x="223450" y="97164"/>
                    </a:cubicBezTo>
                    <a:lnTo>
                      <a:pt x="198820" y="97108"/>
                    </a:lnTo>
                    <a:cubicBezTo>
                      <a:pt x="197436" y="97108"/>
                      <a:pt x="196194" y="96261"/>
                      <a:pt x="195656" y="94990"/>
                    </a:cubicBezTo>
                    <a:lnTo>
                      <a:pt x="188539" y="77986"/>
                    </a:lnTo>
                    <a:cubicBezTo>
                      <a:pt x="187804" y="76235"/>
                      <a:pt x="188623" y="74201"/>
                      <a:pt x="190375" y="73466"/>
                    </a:cubicBezTo>
                    <a:cubicBezTo>
                      <a:pt x="192126" y="72732"/>
                      <a:pt x="194159" y="73551"/>
                      <a:pt x="194894" y="75302"/>
                    </a:cubicBezTo>
                    <a:lnTo>
                      <a:pt x="201108" y="90188"/>
                    </a:lnTo>
                    <a:lnTo>
                      <a:pt x="226868" y="90244"/>
                    </a:lnTo>
                    <a:cubicBezTo>
                      <a:pt x="228760" y="90244"/>
                      <a:pt x="230314" y="91798"/>
                      <a:pt x="230314" y="93690"/>
                    </a:cubicBezTo>
                    <a:lnTo>
                      <a:pt x="230229" y="136030"/>
                    </a:lnTo>
                    <a:cubicBezTo>
                      <a:pt x="230229" y="137923"/>
                      <a:pt x="228676" y="139476"/>
                      <a:pt x="226783" y="139476"/>
                    </a:cubicBezTo>
                    <a:lnTo>
                      <a:pt x="200939" y="139476"/>
                    </a:lnTo>
                    <a:cubicBezTo>
                      <a:pt x="200939" y="139476"/>
                      <a:pt x="193341" y="157864"/>
                      <a:pt x="193341" y="157864"/>
                    </a:cubicBezTo>
                    <a:lnTo>
                      <a:pt x="211531" y="176111"/>
                    </a:lnTo>
                    <a:cubicBezTo>
                      <a:pt x="212180" y="176760"/>
                      <a:pt x="212547" y="177636"/>
                      <a:pt x="212547" y="178540"/>
                    </a:cubicBezTo>
                    <a:cubicBezTo>
                      <a:pt x="212547" y="179443"/>
                      <a:pt x="212180" y="180319"/>
                      <a:pt x="211531" y="180969"/>
                    </a:cubicBezTo>
                    <a:lnTo>
                      <a:pt x="180687" y="211728"/>
                    </a:lnTo>
                    <a:cubicBezTo>
                      <a:pt x="179330" y="213056"/>
                      <a:pt x="177156" y="213056"/>
                      <a:pt x="175828" y="211728"/>
                    </a:cubicBezTo>
                    <a:lnTo>
                      <a:pt x="157638" y="193481"/>
                    </a:lnTo>
                    <a:lnTo>
                      <a:pt x="139194" y="200995"/>
                    </a:lnTo>
                    <a:lnTo>
                      <a:pt x="139194" y="226811"/>
                    </a:lnTo>
                    <a:cubicBezTo>
                      <a:pt x="139137" y="228704"/>
                      <a:pt x="137613" y="230257"/>
                      <a:pt x="135720" y="230257"/>
                    </a:cubicBezTo>
                    <a:close/>
                  </a:path>
                </a:pathLst>
              </a:custGeom>
              <a:solidFill>
                <a:srgbClr val="01355A"/>
              </a:solidFill>
              <a:ln w="2824" cap="flat">
                <a:noFill/>
                <a:prstDash val="solid"/>
                <a:miter/>
              </a:ln>
            </p:spPr>
            <p:txBody>
              <a:bodyPr rtlCol="1" anchor="ctr"/>
              <a:lstStyle/>
              <a:p>
                <a:endParaRPr lang="ar-SA"/>
              </a:p>
            </p:txBody>
          </p:sp>
          <p:sp>
            <p:nvSpPr>
              <p:cNvPr id="7737" name="شكل حر: شكل 8634">
                <a:extLst>
                  <a:ext uri="{FF2B5EF4-FFF2-40B4-BE49-F238E27FC236}">
                    <a16:creationId xmlns:a16="http://schemas.microsoft.com/office/drawing/2014/main" id="{F54DFE8E-A5C4-665D-7B81-532853421233}"/>
                  </a:ext>
                </a:extLst>
              </p:cNvPr>
              <p:cNvSpPr/>
              <p:nvPr/>
            </p:nvSpPr>
            <p:spPr>
              <a:xfrm>
                <a:off x="7337501" y="169075"/>
                <a:ext cx="107507" cy="102560"/>
              </a:xfrm>
              <a:custGeom>
                <a:avLst/>
                <a:gdLst>
                  <a:gd name="connsiteX0" fmla="*/ 53723 w 107507"/>
                  <a:gd name="connsiteY0" fmla="*/ 102561 h 102560"/>
                  <a:gd name="connsiteX1" fmla="*/ 53638 w 107507"/>
                  <a:gd name="connsiteY1" fmla="*/ 102561 h 102560"/>
                  <a:gd name="connsiteX2" fmla="*/ 15648 w 107507"/>
                  <a:gd name="connsiteY2" fmla="*/ 86743 h 102560"/>
                  <a:gd name="connsiteX3" fmla="*/ 15789 w 107507"/>
                  <a:gd name="connsiteY3" fmla="*/ 10707 h 102560"/>
                  <a:gd name="connsiteX4" fmla="*/ 30421 w 107507"/>
                  <a:gd name="connsiteY4" fmla="*/ 340 h 102560"/>
                  <a:gd name="connsiteX5" fmla="*/ 35024 w 107507"/>
                  <a:gd name="connsiteY5" fmla="*/ 1950 h 102560"/>
                  <a:gd name="connsiteX6" fmla="*/ 33415 w 107507"/>
                  <a:gd name="connsiteY6" fmla="*/ 6555 h 102560"/>
                  <a:gd name="connsiteX7" fmla="*/ 20648 w 107507"/>
                  <a:gd name="connsiteY7" fmla="*/ 15621 h 102560"/>
                  <a:gd name="connsiteX8" fmla="*/ 20535 w 107507"/>
                  <a:gd name="connsiteY8" fmla="*/ 81913 h 102560"/>
                  <a:gd name="connsiteX9" fmla="*/ 53638 w 107507"/>
                  <a:gd name="connsiteY9" fmla="*/ 95697 h 102560"/>
                  <a:gd name="connsiteX10" fmla="*/ 53723 w 107507"/>
                  <a:gd name="connsiteY10" fmla="*/ 95697 h 102560"/>
                  <a:gd name="connsiteX11" fmla="*/ 86827 w 107507"/>
                  <a:gd name="connsiteY11" fmla="*/ 82026 h 102560"/>
                  <a:gd name="connsiteX12" fmla="*/ 100610 w 107507"/>
                  <a:gd name="connsiteY12" fmla="*/ 48188 h 102560"/>
                  <a:gd name="connsiteX13" fmla="*/ 104000 w 107507"/>
                  <a:gd name="connsiteY13" fmla="*/ 44686 h 102560"/>
                  <a:gd name="connsiteX14" fmla="*/ 107503 w 107507"/>
                  <a:gd name="connsiteY14" fmla="*/ 48075 h 102560"/>
                  <a:gd name="connsiteX15" fmla="*/ 91685 w 107507"/>
                  <a:gd name="connsiteY15" fmla="*/ 86885 h 102560"/>
                  <a:gd name="connsiteX16" fmla="*/ 53723 w 107507"/>
                  <a:gd name="connsiteY16" fmla="*/ 102561 h 102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7507" h="102560">
                    <a:moveTo>
                      <a:pt x="53723" y="102561"/>
                    </a:moveTo>
                    <a:cubicBezTo>
                      <a:pt x="53723" y="102561"/>
                      <a:pt x="53667" y="102561"/>
                      <a:pt x="53638" y="102561"/>
                    </a:cubicBezTo>
                    <a:cubicBezTo>
                      <a:pt x="39290" y="102561"/>
                      <a:pt x="25788" y="96940"/>
                      <a:pt x="15648" y="86743"/>
                    </a:cubicBezTo>
                    <a:cubicBezTo>
                      <a:pt x="-5282" y="65757"/>
                      <a:pt x="-5197" y="31636"/>
                      <a:pt x="15789" y="10707"/>
                    </a:cubicBezTo>
                    <a:cubicBezTo>
                      <a:pt x="20111" y="6413"/>
                      <a:pt x="25025" y="2939"/>
                      <a:pt x="30421" y="340"/>
                    </a:cubicBezTo>
                    <a:cubicBezTo>
                      <a:pt x="32143" y="-479"/>
                      <a:pt x="34205" y="228"/>
                      <a:pt x="35024" y="1950"/>
                    </a:cubicBezTo>
                    <a:cubicBezTo>
                      <a:pt x="35844" y="3673"/>
                      <a:pt x="35138" y="5735"/>
                      <a:pt x="33415" y="6555"/>
                    </a:cubicBezTo>
                    <a:cubicBezTo>
                      <a:pt x="28698" y="8814"/>
                      <a:pt x="24404" y="11865"/>
                      <a:pt x="20648" y="15621"/>
                    </a:cubicBezTo>
                    <a:cubicBezTo>
                      <a:pt x="2345" y="33868"/>
                      <a:pt x="2288" y="63610"/>
                      <a:pt x="20535" y="81913"/>
                    </a:cubicBezTo>
                    <a:cubicBezTo>
                      <a:pt x="29375" y="90782"/>
                      <a:pt x="41126" y="95669"/>
                      <a:pt x="53638" y="95697"/>
                    </a:cubicBezTo>
                    <a:lnTo>
                      <a:pt x="53723" y="95697"/>
                    </a:lnTo>
                    <a:cubicBezTo>
                      <a:pt x="66208" y="95697"/>
                      <a:pt x="77957" y="90839"/>
                      <a:pt x="86827" y="82026"/>
                    </a:cubicBezTo>
                    <a:cubicBezTo>
                      <a:pt x="95894" y="72988"/>
                      <a:pt x="100780" y="60984"/>
                      <a:pt x="100610" y="48188"/>
                    </a:cubicBezTo>
                    <a:cubicBezTo>
                      <a:pt x="100610" y="46296"/>
                      <a:pt x="102107" y="44714"/>
                      <a:pt x="104000" y="44686"/>
                    </a:cubicBezTo>
                    <a:cubicBezTo>
                      <a:pt x="105893" y="44714"/>
                      <a:pt x="107475" y="46183"/>
                      <a:pt x="107503" y="48075"/>
                    </a:cubicBezTo>
                    <a:cubicBezTo>
                      <a:pt x="107700" y="62735"/>
                      <a:pt x="102079" y="76519"/>
                      <a:pt x="91685" y="86885"/>
                    </a:cubicBezTo>
                    <a:cubicBezTo>
                      <a:pt x="81545" y="96996"/>
                      <a:pt x="68072" y="102561"/>
                      <a:pt x="53723" y="102561"/>
                    </a:cubicBezTo>
                    <a:close/>
                  </a:path>
                </a:pathLst>
              </a:custGeom>
              <a:solidFill>
                <a:srgbClr val="01355A"/>
              </a:solidFill>
              <a:ln w="2824" cap="flat">
                <a:noFill/>
                <a:prstDash val="solid"/>
                <a:miter/>
              </a:ln>
            </p:spPr>
            <p:txBody>
              <a:bodyPr rtlCol="1" anchor="ctr"/>
              <a:lstStyle/>
              <a:p>
                <a:endParaRPr lang="ar-SA"/>
              </a:p>
            </p:txBody>
          </p:sp>
        </p:grpSp>
        <p:sp>
          <p:nvSpPr>
            <p:cNvPr id="7735" name="شكل حر: شكل 8635">
              <a:extLst>
                <a:ext uri="{FF2B5EF4-FFF2-40B4-BE49-F238E27FC236}">
                  <a16:creationId xmlns:a16="http://schemas.microsoft.com/office/drawing/2014/main" id="{3115110A-678F-3338-2492-F0DB30DEB84B}"/>
                </a:ext>
              </a:extLst>
            </p:cNvPr>
            <p:cNvSpPr/>
            <p:nvPr/>
          </p:nvSpPr>
          <p:spPr>
            <a:xfrm>
              <a:off x="7366689" y="52391"/>
              <a:ext cx="145487" cy="187073"/>
            </a:xfrm>
            <a:custGeom>
              <a:avLst/>
              <a:gdLst>
                <a:gd name="connsiteX0" fmla="*/ 34985 w 145487"/>
                <a:gd name="connsiteY0" fmla="*/ 187074 h 187073"/>
                <a:gd name="connsiteX1" fmla="*/ 33037 w 145487"/>
                <a:gd name="connsiteY1" fmla="*/ 186452 h 187073"/>
                <a:gd name="connsiteX2" fmla="*/ 32161 w 145487"/>
                <a:gd name="connsiteY2" fmla="*/ 181650 h 187073"/>
                <a:gd name="connsiteX3" fmla="*/ 111926 w 145487"/>
                <a:gd name="connsiteY3" fmla="*/ 66550 h 187073"/>
                <a:gd name="connsiteX4" fmla="*/ 116586 w 145487"/>
                <a:gd name="connsiteY4" fmla="*/ 65590 h 187073"/>
                <a:gd name="connsiteX5" fmla="*/ 137092 w 145487"/>
                <a:gd name="connsiteY5" fmla="*/ 78413 h 187073"/>
                <a:gd name="connsiteX6" fmla="*/ 123026 w 145487"/>
                <a:gd name="connsiteY6" fmla="*/ 7715 h 187073"/>
                <a:gd name="connsiteX7" fmla="*/ 53317 w 145487"/>
                <a:gd name="connsiteY7" fmla="*/ 26046 h 187073"/>
                <a:gd name="connsiteX8" fmla="*/ 73823 w 145487"/>
                <a:gd name="connsiteY8" fmla="*/ 38870 h 187073"/>
                <a:gd name="connsiteX9" fmla="*/ 75009 w 145487"/>
                <a:gd name="connsiteY9" fmla="*/ 43474 h 187073"/>
                <a:gd name="connsiteX10" fmla="*/ 6457 w 145487"/>
                <a:gd name="connsiteY10" fmla="*/ 165579 h 187073"/>
                <a:gd name="connsiteX11" fmla="*/ 1769 w 145487"/>
                <a:gd name="connsiteY11" fmla="*/ 166906 h 187073"/>
                <a:gd name="connsiteX12" fmla="*/ 441 w 145487"/>
                <a:gd name="connsiteY12" fmla="*/ 162218 h 187073"/>
                <a:gd name="connsiteX13" fmla="*/ 67383 w 145487"/>
                <a:gd name="connsiteY13" fmla="*/ 42993 h 187073"/>
                <a:gd name="connsiteX14" fmla="*/ 42894 w 145487"/>
                <a:gd name="connsiteY14" fmla="*/ 27684 h 187073"/>
                <a:gd name="connsiteX15" fmla="*/ 41312 w 145487"/>
                <a:gd name="connsiteY15" fmla="*/ 24238 h 187073"/>
                <a:gd name="connsiteX16" fmla="*/ 43854 w 145487"/>
                <a:gd name="connsiteY16" fmla="*/ 21414 h 187073"/>
                <a:gd name="connsiteX17" fmla="*/ 124834 w 145487"/>
                <a:gd name="connsiteY17" fmla="*/ 117 h 187073"/>
                <a:gd name="connsiteX18" fmla="*/ 127546 w 145487"/>
                <a:gd name="connsiteY18" fmla="*/ 540 h 187073"/>
                <a:gd name="connsiteX19" fmla="*/ 129099 w 145487"/>
                <a:gd name="connsiteY19" fmla="*/ 2800 h 187073"/>
                <a:gd name="connsiteX20" fmla="*/ 145425 w 145487"/>
                <a:gd name="connsiteY20" fmla="*/ 84910 h 187073"/>
                <a:gd name="connsiteX21" fmla="*/ 144013 w 145487"/>
                <a:gd name="connsiteY21" fmla="*/ 88412 h 187073"/>
                <a:gd name="connsiteX22" fmla="*/ 140228 w 145487"/>
                <a:gd name="connsiteY22" fmla="*/ 88497 h 187073"/>
                <a:gd name="connsiteX23" fmla="*/ 115739 w 145487"/>
                <a:gd name="connsiteY23" fmla="*/ 73188 h 187073"/>
                <a:gd name="connsiteX24" fmla="*/ 37866 w 145487"/>
                <a:gd name="connsiteY24" fmla="*/ 185577 h 187073"/>
                <a:gd name="connsiteX25" fmla="*/ 35042 w 145487"/>
                <a:gd name="connsiteY25" fmla="*/ 187045 h 187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5487" h="187073">
                  <a:moveTo>
                    <a:pt x="34985" y="187074"/>
                  </a:moveTo>
                  <a:cubicBezTo>
                    <a:pt x="34308" y="187074"/>
                    <a:pt x="33630" y="186876"/>
                    <a:pt x="33037" y="186452"/>
                  </a:cubicBezTo>
                  <a:cubicBezTo>
                    <a:pt x="31483" y="185379"/>
                    <a:pt x="31087" y="183232"/>
                    <a:pt x="32161" y="181650"/>
                  </a:cubicBezTo>
                  <a:lnTo>
                    <a:pt x="111926" y="66550"/>
                  </a:lnTo>
                  <a:cubicBezTo>
                    <a:pt x="112971" y="65025"/>
                    <a:pt x="115033" y="64629"/>
                    <a:pt x="116586" y="65590"/>
                  </a:cubicBezTo>
                  <a:lnTo>
                    <a:pt x="137092" y="78413"/>
                  </a:lnTo>
                  <a:lnTo>
                    <a:pt x="123026" y="7715"/>
                  </a:lnTo>
                  <a:lnTo>
                    <a:pt x="53317" y="26046"/>
                  </a:lnTo>
                  <a:lnTo>
                    <a:pt x="73823" y="38870"/>
                  </a:lnTo>
                  <a:cubicBezTo>
                    <a:pt x="75377" y="39858"/>
                    <a:pt x="75913" y="41864"/>
                    <a:pt x="75009" y="43474"/>
                  </a:cubicBezTo>
                  <a:lnTo>
                    <a:pt x="6457" y="165579"/>
                  </a:lnTo>
                  <a:cubicBezTo>
                    <a:pt x="5526" y="167245"/>
                    <a:pt x="3435" y="167838"/>
                    <a:pt x="1769" y="166906"/>
                  </a:cubicBezTo>
                  <a:cubicBezTo>
                    <a:pt x="102" y="165974"/>
                    <a:pt x="-491" y="163884"/>
                    <a:pt x="441" y="162218"/>
                  </a:cubicBezTo>
                  <a:lnTo>
                    <a:pt x="67383" y="42993"/>
                  </a:lnTo>
                  <a:lnTo>
                    <a:pt x="42894" y="27684"/>
                  </a:lnTo>
                  <a:cubicBezTo>
                    <a:pt x="41736" y="26950"/>
                    <a:pt x="41114" y="25594"/>
                    <a:pt x="41312" y="24238"/>
                  </a:cubicBezTo>
                  <a:cubicBezTo>
                    <a:pt x="41510" y="22883"/>
                    <a:pt x="42527" y="21781"/>
                    <a:pt x="43854" y="21414"/>
                  </a:cubicBezTo>
                  <a:lnTo>
                    <a:pt x="124834" y="117"/>
                  </a:lnTo>
                  <a:cubicBezTo>
                    <a:pt x="125766" y="-137"/>
                    <a:pt x="126727" y="32"/>
                    <a:pt x="127546" y="540"/>
                  </a:cubicBezTo>
                  <a:cubicBezTo>
                    <a:pt x="128365" y="1049"/>
                    <a:pt x="128902" y="1868"/>
                    <a:pt x="129099" y="2800"/>
                  </a:cubicBezTo>
                  <a:lnTo>
                    <a:pt x="145425" y="84910"/>
                  </a:lnTo>
                  <a:cubicBezTo>
                    <a:pt x="145679" y="86265"/>
                    <a:pt x="145143" y="87650"/>
                    <a:pt x="144013" y="88412"/>
                  </a:cubicBezTo>
                  <a:cubicBezTo>
                    <a:pt x="142883" y="89203"/>
                    <a:pt x="141386" y="89231"/>
                    <a:pt x="140228" y="88497"/>
                  </a:cubicBezTo>
                  <a:lnTo>
                    <a:pt x="115739" y="73188"/>
                  </a:lnTo>
                  <a:lnTo>
                    <a:pt x="37866" y="185577"/>
                  </a:lnTo>
                  <a:cubicBezTo>
                    <a:pt x="37189" y="186537"/>
                    <a:pt x="36115" y="187045"/>
                    <a:pt x="35042" y="187045"/>
                  </a:cubicBezTo>
                  <a:close/>
                </a:path>
              </a:pathLst>
            </a:custGeom>
            <a:solidFill>
              <a:srgbClr val="17A3A3"/>
            </a:solidFill>
            <a:ln w="2824" cap="flat">
              <a:noFill/>
              <a:prstDash val="solid"/>
              <a:miter/>
            </a:ln>
          </p:spPr>
          <p:txBody>
            <a:bodyPr rtlCol="1" anchor="ctr"/>
            <a:lstStyle/>
            <a:p>
              <a:endParaRPr lang="ar-SA"/>
            </a:p>
          </p:txBody>
        </p:sp>
      </p:grpSp>
      <p:grpSp>
        <p:nvGrpSpPr>
          <p:cNvPr id="7738" name="رسم 8014">
            <a:extLst>
              <a:ext uri="{FF2B5EF4-FFF2-40B4-BE49-F238E27FC236}">
                <a16:creationId xmlns:a16="http://schemas.microsoft.com/office/drawing/2014/main" id="{A44C3924-DDE2-8616-A8E6-FFE44DEE5EC7}"/>
              </a:ext>
            </a:extLst>
          </p:cNvPr>
          <p:cNvGrpSpPr/>
          <p:nvPr/>
        </p:nvGrpSpPr>
        <p:grpSpPr>
          <a:xfrm>
            <a:off x="5066691" y="1490530"/>
            <a:ext cx="266621" cy="210829"/>
            <a:chOff x="5137643" y="75697"/>
            <a:chExt cx="318692" cy="267484"/>
          </a:xfrm>
        </p:grpSpPr>
        <p:sp>
          <p:nvSpPr>
            <p:cNvPr id="7739" name="شكل حر: شكل 8637">
              <a:extLst>
                <a:ext uri="{FF2B5EF4-FFF2-40B4-BE49-F238E27FC236}">
                  <a16:creationId xmlns:a16="http://schemas.microsoft.com/office/drawing/2014/main" id="{E98357F0-9AAC-6BC3-7A1D-F7B3976C0CFD}"/>
                </a:ext>
              </a:extLst>
            </p:cNvPr>
            <p:cNvSpPr/>
            <p:nvPr/>
          </p:nvSpPr>
          <p:spPr>
            <a:xfrm>
              <a:off x="5303888" y="194697"/>
              <a:ext cx="152447" cy="148428"/>
            </a:xfrm>
            <a:custGeom>
              <a:avLst/>
              <a:gdLst>
                <a:gd name="connsiteX0" fmla="*/ 149018 w 152447"/>
                <a:gd name="connsiteY0" fmla="*/ 148429 h 148428"/>
                <a:gd name="connsiteX1" fmla="*/ 146250 w 152447"/>
                <a:gd name="connsiteY1" fmla="*/ 147045 h 148428"/>
                <a:gd name="connsiteX2" fmla="*/ 41912 w 152447"/>
                <a:gd name="connsiteY2" fmla="*/ 8190 h 148428"/>
                <a:gd name="connsiteX3" fmla="*/ 5447 w 152447"/>
                <a:gd name="connsiteY3" fmla="*/ 34261 h 148428"/>
                <a:gd name="connsiteX4" fmla="*/ 645 w 152447"/>
                <a:gd name="connsiteY4" fmla="*/ 33470 h 148428"/>
                <a:gd name="connsiteX5" fmla="*/ 1436 w 152447"/>
                <a:gd name="connsiteY5" fmla="*/ 28668 h 148428"/>
                <a:gd name="connsiteX6" fmla="*/ 40640 w 152447"/>
                <a:gd name="connsiteY6" fmla="*/ 649 h 148428"/>
                <a:gd name="connsiteX7" fmla="*/ 45386 w 152447"/>
                <a:gd name="connsiteY7" fmla="*/ 1383 h 148428"/>
                <a:gd name="connsiteX8" fmla="*/ 151758 w 152447"/>
                <a:gd name="connsiteY8" fmla="*/ 142921 h 148428"/>
                <a:gd name="connsiteX9" fmla="*/ 151080 w 152447"/>
                <a:gd name="connsiteY9" fmla="*/ 147751 h 148428"/>
                <a:gd name="connsiteX10" fmla="*/ 149018 w 152447"/>
                <a:gd name="connsiteY10" fmla="*/ 148429 h 148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2447" h="148428">
                  <a:moveTo>
                    <a:pt x="149018" y="148429"/>
                  </a:moveTo>
                  <a:cubicBezTo>
                    <a:pt x="147973" y="148429"/>
                    <a:pt x="146928" y="147949"/>
                    <a:pt x="146250" y="147045"/>
                  </a:cubicBezTo>
                  <a:lnTo>
                    <a:pt x="41912" y="8190"/>
                  </a:lnTo>
                  <a:lnTo>
                    <a:pt x="5447" y="34261"/>
                  </a:lnTo>
                  <a:cubicBezTo>
                    <a:pt x="3893" y="35362"/>
                    <a:pt x="1747" y="35023"/>
                    <a:pt x="645" y="33470"/>
                  </a:cubicBezTo>
                  <a:cubicBezTo>
                    <a:pt x="-457" y="31916"/>
                    <a:pt x="-118" y="29770"/>
                    <a:pt x="1436" y="28668"/>
                  </a:cubicBezTo>
                  <a:lnTo>
                    <a:pt x="40640" y="649"/>
                  </a:lnTo>
                  <a:cubicBezTo>
                    <a:pt x="42166" y="-453"/>
                    <a:pt x="44284" y="-114"/>
                    <a:pt x="45386" y="1383"/>
                  </a:cubicBezTo>
                  <a:lnTo>
                    <a:pt x="151758" y="142921"/>
                  </a:lnTo>
                  <a:cubicBezTo>
                    <a:pt x="152888" y="144446"/>
                    <a:pt x="152605" y="146593"/>
                    <a:pt x="151080" y="147751"/>
                  </a:cubicBezTo>
                  <a:cubicBezTo>
                    <a:pt x="150459" y="148231"/>
                    <a:pt x="149724" y="148429"/>
                    <a:pt x="149018" y="148429"/>
                  </a:cubicBezTo>
                  <a:close/>
                </a:path>
              </a:pathLst>
            </a:custGeom>
            <a:solidFill>
              <a:srgbClr val="01355A"/>
            </a:solidFill>
            <a:ln w="2824" cap="flat">
              <a:noFill/>
              <a:prstDash val="solid"/>
              <a:miter/>
            </a:ln>
          </p:spPr>
          <p:txBody>
            <a:bodyPr rtlCol="1" anchor="ctr"/>
            <a:lstStyle/>
            <a:p>
              <a:endParaRPr lang="ar-SA"/>
            </a:p>
          </p:txBody>
        </p:sp>
        <p:grpSp>
          <p:nvGrpSpPr>
            <p:cNvPr id="7740" name="رسم 8014">
              <a:extLst>
                <a:ext uri="{FF2B5EF4-FFF2-40B4-BE49-F238E27FC236}">
                  <a16:creationId xmlns:a16="http://schemas.microsoft.com/office/drawing/2014/main" id="{592CEB4C-4E41-0DCC-A4AC-E0A7BD6CB432}"/>
                </a:ext>
              </a:extLst>
            </p:cNvPr>
            <p:cNvGrpSpPr/>
            <p:nvPr/>
          </p:nvGrpSpPr>
          <p:grpSpPr>
            <a:xfrm>
              <a:off x="5137643" y="75697"/>
              <a:ext cx="263249" cy="267484"/>
              <a:chOff x="5137643" y="75697"/>
              <a:chExt cx="263249" cy="267484"/>
            </a:xfrm>
          </p:grpSpPr>
          <p:grpSp>
            <p:nvGrpSpPr>
              <p:cNvPr id="7741" name="رسم 8014">
                <a:extLst>
                  <a:ext uri="{FF2B5EF4-FFF2-40B4-BE49-F238E27FC236}">
                    <a16:creationId xmlns:a16="http://schemas.microsoft.com/office/drawing/2014/main" id="{5C326661-2E3C-E89E-8458-34CD42A91BC0}"/>
                  </a:ext>
                </a:extLst>
              </p:cNvPr>
              <p:cNvGrpSpPr/>
              <p:nvPr/>
            </p:nvGrpSpPr>
            <p:grpSpPr>
              <a:xfrm>
                <a:off x="5137643" y="150855"/>
                <a:ext cx="263249" cy="192326"/>
                <a:chOff x="5137643" y="150855"/>
                <a:chExt cx="263249" cy="192326"/>
              </a:xfrm>
              <a:solidFill>
                <a:srgbClr val="01355A"/>
              </a:solidFill>
            </p:grpSpPr>
            <p:sp>
              <p:nvSpPr>
                <p:cNvPr id="7743" name="شكل حر: شكل 8640">
                  <a:extLst>
                    <a:ext uri="{FF2B5EF4-FFF2-40B4-BE49-F238E27FC236}">
                      <a16:creationId xmlns:a16="http://schemas.microsoft.com/office/drawing/2014/main" id="{7B2B2071-E48F-BBD1-B1D0-43BB408CACE0}"/>
                    </a:ext>
                  </a:extLst>
                </p:cNvPr>
                <p:cNvSpPr/>
                <p:nvPr/>
              </p:nvSpPr>
              <p:spPr>
                <a:xfrm>
                  <a:off x="5137643" y="150855"/>
                  <a:ext cx="263249" cy="192326"/>
                </a:xfrm>
                <a:custGeom>
                  <a:avLst/>
                  <a:gdLst>
                    <a:gd name="connsiteX0" fmla="*/ 3434 w 263249"/>
                    <a:gd name="connsiteY0" fmla="*/ 192270 h 192326"/>
                    <a:gd name="connsiteX1" fmla="*/ 1880 w 263249"/>
                    <a:gd name="connsiteY1" fmla="*/ 191903 h 192326"/>
                    <a:gd name="connsiteX2" fmla="*/ 383 w 263249"/>
                    <a:gd name="connsiteY2" fmla="*/ 187271 h 192326"/>
                    <a:gd name="connsiteX3" fmla="*/ 94864 w 263249"/>
                    <a:gd name="connsiteY3" fmla="*/ 1868 h 192326"/>
                    <a:gd name="connsiteX4" fmla="*/ 97773 w 263249"/>
                    <a:gd name="connsiteY4" fmla="*/ 4 h 192326"/>
                    <a:gd name="connsiteX5" fmla="*/ 100852 w 263249"/>
                    <a:gd name="connsiteY5" fmla="*/ 1614 h 192326"/>
                    <a:gd name="connsiteX6" fmla="*/ 193385 w 263249"/>
                    <a:gd name="connsiteY6" fmla="*/ 148857 h 192326"/>
                    <a:gd name="connsiteX7" fmla="*/ 218749 w 263249"/>
                    <a:gd name="connsiteY7" fmla="*/ 130921 h 192326"/>
                    <a:gd name="connsiteX8" fmla="*/ 223551 w 263249"/>
                    <a:gd name="connsiteY8" fmla="*/ 131740 h 192326"/>
                    <a:gd name="connsiteX9" fmla="*/ 262614 w 263249"/>
                    <a:gd name="connsiteY9" fmla="*/ 186876 h 192326"/>
                    <a:gd name="connsiteX10" fmla="*/ 261795 w 263249"/>
                    <a:gd name="connsiteY10" fmla="*/ 191677 h 192326"/>
                    <a:gd name="connsiteX11" fmla="*/ 256993 w 263249"/>
                    <a:gd name="connsiteY11" fmla="*/ 190858 h 192326"/>
                    <a:gd name="connsiteX12" fmla="*/ 219935 w 263249"/>
                    <a:gd name="connsiteY12" fmla="*/ 138548 h 192326"/>
                    <a:gd name="connsiteX13" fmla="*/ 194401 w 263249"/>
                    <a:gd name="connsiteY13" fmla="*/ 156596 h 192326"/>
                    <a:gd name="connsiteX14" fmla="*/ 191746 w 263249"/>
                    <a:gd name="connsiteY14" fmla="*/ 157161 h 192326"/>
                    <a:gd name="connsiteX15" fmla="*/ 189515 w 263249"/>
                    <a:gd name="connsiteY15" fmla="*/ 155608 h 192326"/>
                    <a:gd name="connsiteX16" fmla="*/ 98282 w 263249"/>
                    <a:gd name="connsiteY16" fmla="*/ 10426 h 192326"/>
                    <a:gd name="connsiteX17" fmla="*/ 6569 w 263249"/>
                    <a:gd name="connsiteY17" fmla="*/ 190435 h 192326"/>
                    <a:gd name="connsiteX18" fmla="*/ 3490 w 263249"/>
                    <a:gd name="connsiteY18" fmla="*/ 192327 h 19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63249" h="192326">
                      <a:moveTo>
                        <a:pt x="3434" y="192270"/>
                      </a:moveTo>
                      <a:cubicBezTo>
                        <a:pt x="2897" y="192270"/>
                        <a:pt x="2360" y="192157"/>
                        <a:pt x="1880" y="191903"/>
                      </a:cubicBezTo>
                      <a:cubicBezTo>
                        <a:pt x="185" y="191028"/>
                        <a:pt x="-492" y="188966"/>
                        <a:pt x="383" y="187271"/>
                      </a:cubicBezTo>
                      <a:lnTo>
                        <a:pt x="94864" y="1868"/>
                      </a:lnTo>
                      <a:cubicBezTo>
                        <a:pt x="95429" y="766"/>
                        <a:pt x="96531" y="32"/>
                        <a:pt x="97773" y="4"/>
                      </a:cubicBezTo>
                      <a:cubicBezTo>
                        <a:pt x="99016" y="-53"/>
                        <a:pt x="100174" y="568"/>
                        <a:pt x="100852" y="1614"/>
                      </a:cubicBezTo>
                      <a:lnTo>
                        <a:pt x="193385" y="148857"/>
                      </a:lnTo>
                      <a:lnTo>
                        <a:pt x="218749" y="130921"/>
                      </a:lnTo>
                      <a:cubicBezTo>
                        <a:pt x="220302" y="129820"/>
                        <a:pt x="222449" y="130187"/>
                        <a:pt x="223551" y="131740"/>
                      </a:cubicBezTo>
                      <a:lnTo>
                        <a:pt x="262614" y="186876"/>
                      </a:lnTo>
                      <a:cubicBezTo>
                        <a:pt x="263715" y="188429"/>
                        <a:pt x="263348" y="190576"/>
                        <a:pt x="261795" y="191677"/>
                      </a:cubicBezTo>
                      <a:cubicBezTo>
                        <a:pt x="260241" y="192779"/>
                        <a:pt x="258095" y="192412"/>
                        <a:pt x="256993" y="190858"/>
                      </a:cubicBezTo>
                      <a:lnTo>
                        <a:pt x="219935" y="138548"/>
                      </a:lnTo>
                      <a:lnTo>
                        <a:pt x="194401" y="156596"/>
                      </a:lnTo>
                      <a:cubicBezTo>
                        <a:pt x="193639" y="157133"/>
                        <a:pt x="192678" y="157359"/>
                        <a:pt x="191746" y="157161"/>
                      </a:cubicBezTo>
                      <a:cubicBezTo>
                        <a:pt x="190814" y="156964"/>
                        <a:pt x="189995" y="156427"/>
                        <a:pt x="189515" y="155608"/>
                      </a:cubicBezTo>
                      <a:lnTo>
                        <a:pt x="98282" y="10426"/>
                      </a:lnTo>
                      <a:lnTo>
                        <a:pt x="6569" y="190435"/>
                      </a:lnTo>
                      <a:cubicBezTo>
                        <a:pt x="5948" y="191621"/>
                        <a:pt x="4761" y="192327"/>
                        <a:pt x="3490" y="192327"/>
                      </a:cubicBezTo>
                      <a:close/>
                    </a:path>
                  </a:pathLst>
                </a:custGeom>
                <a:solidFill>
                  <a:srgbClr val="01355A"/>
                </a:solidFill>
                <a:ln w="2824" cap="flat">
                  <a:noFill/>
                  <a:prstDash val="solid"/>
                  <a:miter/>
                </a:ln>
              </p:spPr>
              <p:txBody>
                <a:bodyPr rtlCol="1" anchor="ctr"/>
                <a:lstStyle/>
                <a:p>
                  <a:endParaRPr lang="ar-SA"/>
                </a:p>
              </p:txBody>
            </p:sp>
            <p:sp>
              <p:nvSpPr>
                <p:cNvPr id="7744" name="شكل حر: شكل 8641">
                  <a:extLst>
                    <a:ext uri="{FF2B5EF4-FFF2-40B4-BE49-F238E27FC236}">
                      <a16:creationId xmlns:a16="http://schemas.microsoft.com/office/drawing/2014/main" id="{D58DE072-40ED-1E8C-E513-9E6340A51ED3}"/>
                    </a:ext>
                  </a:extLst>
                </p:cNvPr>
                <p:cNvSpPr/>
                <p:nvPr/>
              </p:nvSpPr>
              <p:spPr>
                <a:xfrm>
                  <a:off x="5205672" y="202716"/>
                  <a:ext cx="49988" cy="37370"/>
                </a:xfrm>
                <a:custGeom>
                  <a:avLst/>
                  <a:gdLst>
                    <a:gd name="connsiteX0" fmla="*/ 29264 w 49988"/>
                    <a:gd name="connsiteY0" fmla="*/ 37314 h 37370"/>
                    <a:gd name="connsiteX1" fmla="*/ 26637 w 49988"/>
                    <a:gd name="connsiteY1" fmla="*/ 36099 h 37370"/>
                    <a:gd name="connsiteX2" fmla="*/ 821 w 49988"/>
                    <a:gd name="connsiteY2" fmla="*/ 5679 h 37370"/>
                    <a:gd name="connsiteX3" fmla="*/ 1216 w 49988"/>
                    <a:gd name="connsiteY3" fmla="*/ 821 h 37370"/>
                    <a:gd name="connsiteX4" fmla="*/ 6074 w 49988"/>
                    <a:gd name="connsiteY4" fmla="*/ 1216 h 37370"/>
                    <a:gd name="connsiteX5" fmla="*/ 29688 w 49988"/>
                    <a:gd name="connsiteY5" fmla="*/ 29066 h 37370"/>
                    <a:gd name="connsiteX6" fmla="*/ 44347 w 49988"/>
                    <a:gd name="connsiteY6" fmla="*/ 16977 h 37370"/>
                    <a:gd name="connsiteX7" fmla="*/ 49205 w 49988"/>
                    <a:gd name="connsiteY7" fmla="*/ 17457 h 37370"/>
                    <a:gd name="connsiteX8" fmla="*/ 48725 w 49988"/>
                    <a:gd name="connsiteY8" fmla="*/ 22316 h 37370"/>
                    <a:gd name="connsiteX9" fmla="*/ 31439 w 49988"/>
                    <a:gd name="connsiteY9" fmla="*/ 36580 h 37370"/>
                    <a:gd name="connsiteX10" fmla="*/ 29264 w 49988"/>
                    <a:gd name="connsiteY10" fmla="*/ 37370 h 37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988" h="37370">
                      <a:moveTo>
                        <a:pt x="29264" y="37314"/>
                      </a:moveTo>
                      <a:cubicBezTo>
                        <a:pt x="28276" y="37314"/>
                        <a:pt x="27315" y="36890"/>
                        <a:pt x="26637" y="36099"/>
                      </a:cubicBezTo>
                      <a:lnTo>
                        <a:pt x="821" y="5679"/>
                      </a:lnTo>
                      <a:cubicBezTo>
                        <a:pt x="-422" y="4238"/>
                        <a:pt x="-224" y="2064"/>
                        <a:pt x="1216" y="821"/>
                      </a:cubicBezTo>
                      <a:cubicBezTo>
                        <a:pt x="2657" y="-422"/>
                        <a:pt x="4832" y="-224"/>
                        <a:pt x="6074" y="1216"/>
                      </a:cubicBezTo>
                      <a:lnTo>
                        <a:pt x="29688" y="29066"/>
                      </a:lnTo>
                      <a:lnTo>
                        <a:pt x="44347" y="16977"/>
                      </a:lnTo>
                      <a:cubicBezTo>
                        <a:pt x="45816" y="15763"/>
                        <a:pt x="47991" y="15960"/>
                        <a:pt x="49205" y="17457"/>
                      </a:cubicBezTo>
                      <a:cubicBezTo>
                        <a:pt x="50420" y="18926"/>
                        <a:pt x="50194" y="21101"/>
                        <a:pt x="48725" y="22316"/>
                      </a:cubicBezTo>
                      <a:lnTo>
                        <a:pt x="31439" y="36580"/>
                      </a:lnTo>
                      <a:cubicBezTo>
                        <a:pt x="30789" y="37116"/>
                        <a:pt x="30027" y="37370"/>
                        <a:pt x="29264" y="37370"/>
                      </a:cubicBezTo>
                      <a:close/>
                    </a:path>
                  </a:pathLst>
                </a:custGeom>
                <a:solidFill>
                  <a:srgbClr val="01355A"/>
                </a:solidFill>
                <a:ln w="2824" cap="flat">
                  <a:noFill/>
                  <a:prstDash val="solid"/>
                  <a:miter/>
                </a:ln>
              </p:spPr>
              <p:txBody>
                <a:bodyPr rtlCol="1" anchor="ctr"/>
                <a:lstStyle/>
                <a:p>
                  <a:endParaRPr lang="ar-SA"/>
                </a:p>
              </p:txBody>
            </p:sp>
          </p:grpSp>
          <p:sp>
            <p:nvSpPr>
              <p:cNvPr id="7742" name="شكل حر: شكل 8642">
                <a:extLst>
                  <a:ext uri="{FF2B5EF4-FFF2-40B4-BE49-F238E27FC236}">
                    <a16:creationId xmlns:a16="http://schemas.microsoft.com/office/drawing/2014/main" id="{C27C0FE4-A4EC-12AA-2FFE-B368D72383D2}"/>
                  </a:ext>
                </a:extLst>
              </p:cNvPr>
              <p:cNvSpPr/>
              <p:nvPr/>
            </p:nvSpPr>
            <p:spPr>
              <a:xfrm>
                <a:off x="5231491" y="75697"/>
                <a:ext cx="68598" cy="82053"/>
              </a:xfrm>
              <a:custGeom>
                <a:avLst/>
                <a:gdLst>
                  <a:gd name="connsiteX0" fmla="*/ 4067 w 68598"/>
                  <a:gd name="connsiteY0" fmla="*/ 82025 h 82053"/>
                  <a:gd name="connsiteX1" fmla="*/ 621 w 68598"/>
                  <a:gd name="connsiteY1" fmla="*/ 78607 h 82053"/>
                  <a:gd name="connsiteX2" fmla="*/ 311 w 68598"/>
                  <a:gd name="connsiteY2" fmla="*/ 41125 h 82053"/>
                  <a:gd name="connsiteX3" fmla="*/ 311 w 68598"/>
                  <a:gd name="connsiteY3" fmla="*/ 41012 h 82053"/>
                  <a:gd name="connsiteX4" fmla="*/ 311 w 68598"/>
                  <a:gd name="connsiteY4" fmla="*/ 40956 h 82053"/>
                  <a:gd name="connsiteX5" fmla="*/ 0 w 68598"/>
                  <a:gd name="connsiteY5" fmla="*/ 3474 h 82053"/>
                  <a:gd name="connsiteX6" fmla="*/ 989 w 68598"/>
                  <a:gd name="connsiteY6" fmla="*/ 1017 h 82053"/>
                  <a:gd name="connsiteX7" fmla="*/ 3446 w 68598"/>
                  <a:gd name="connsiteY7" fmla="*/ 0 h 82053"/>
                  <a:gd name="connsiteX8" fmla="*/ 65162 w 68598"/>
                  <a:gd name="connsiteY8" fmla="*/ 0 h 82053"/>
                  <a:gd name="connsiteX9" fmla="*/ 68269 w 68598"/>
                  <a:gd name="connsiteY9" fmla="*/ 1977 h 82053"/>
                  <a:gd name="connsiteX10" fmla="*/ 67817 w 68598"/>
                  <a:gd name="connsiteY10" fmla="*/ 5621 h 82053"/>
                  <a:gd name="connsiteX11" fmla="*/ 54259 w 68598"/>
                  <a:gd name="connsiteY11" fmla="*/ 22229 h 82053"/>
                  <a:gd name="connsiteX12" fmla="*/ 67817 w 68598"/>
                  <a:gd name="connsiteY12" fmla="*/ 38838 h 82053"/>
                  <a:gd name="connsiteX13" fmla="*/ 68269 w 68598"/>
                  <a:gd name="connsiteY13" fmla="*/ 42481 h 82053"/>
                  <a:gd name="connsiteX14" fmla="*/ 65162 w 68598"/>
                  <a:gd name="connsiteY14" fmla="*/ 44458 h 82053"/>
                  <a:gd name="connsiteX15" fmla="*/ 7231 w 68598"/>
                  <a:gd name="connsiteY15" fmla="*/ 44458 h 82053"/>
                  <a:gd name="connsiteX16" fmla="*/ 7513 w 68598"/>
                  <a:gd name="connsiteY16" fmla="*/ 78579 h 82053"/>
                  <a:gd name="connsiteX17" fmla="*/ 4095 w 68598"/>
                  <a:gd name="connsiteY17" fmla="*/ 82053 h 82053"/>
                  <a:gd name="connsiteX18" fmla="*/ 4067 w 68598"/>
                  <a:gd name="connsiteY18" fmla="*/ 82053 h 82053"/>
                  <a:gd name="connsiteX19" fmla="*/ 7174 w 68598"/>
                  <a:gd name="connsiteY19" fmla="*/ 37566 h 82053"/>
                  <a:gd name="connsiteX20" fmla="*/ 57903 w 68598"/>
                  <a:gd name="connsiteY20" fmla="*/ 37566 h 82053"/>
                  <a:gd name="connsiteX21" fmla="*/ 47170 w 68598"/>
                  <a:gd name="connsiteY21" fmla="*/ 24404 h 82053"/>
                  <a:gd name="connsiteX22" fmla="*/ 47170 w 68598"/>
                  <a:gd name="connsiteY22" fmla="*/ 20054 h 82053"/>
                  <a:gd name="connsiteX23" fmla="*/ 57903 w 68598"/>
                  <a:gd name="connsiteY23" fmla="*/ 6892 h 82053"/>
                  <a:gd name="connsiteX24" fmla="*/ 6920 w 68598"/>
                  <a:gd name="connsiteY24" fmla="*/ 6892 h 82053"/>
                  <a:gd name="connsiteX25" fmla="*/ 7174 w 68598"/>
                  <a:gd name="connsiteY25" fmla="*/ 37595 h 8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8598" h="82053">
                    <a:moveTo>
                      <a:pt x="4067" y="82025"/>
                    </a:moveTo>
                    <a:cubicBezTo>
                      <a:pt x="2175" y="82025"/>
                      <a:pt x="650" y="80500"/>
                      <a:pt x="621" y="78607"/>
                    </a:cubicBezTo>
                    <a:lnTo>
                      <a:pt x="311" y="41125"/>
                    </a:lnTo>
                    <a:cubicBezTo>
                      <a:pt x="311" y="41125"/>
                      <a:pt x="311" y="41041"/>
                      <a:pt x="311" y="41012"/>
                    </a:cubicBezTo>
                    <a:lnTo>
                      <a:pt x="311" y="40956"/>
                    </a:lnTo>
                    <a:lnTo>
                      <a:pt x="0" y="3474"/>
                    </a:lnTo>
                    <a:cubicBezTo>
                      <a:pt x="0" y="2542"/>
                      <a:pt x="339" y="1666"/>
                      <a:pt x="989" y="1017"/>
                    </a:cubicBezTo>
                    <a:cubicBezTo>
                      <a:pt x="1638" y="367"/>
                      <a:pt x="2514" y="0"/>
                      <a:pt x="3446" y="0"/>
                    </a:cubicBezTo>
                    <a:lnTo>
                      <a:pt x="65162" y="0"/>
                    </a:lnTo>
                    <a:cubicBezTo>
                      <a:pt x="66490" y="0"/>
                      <a:pt x="67704" y="763"/>
                      <a:pt x="68269" y="1977"/>
                    </a:cubicBezTo>
                    <a:cubicBezTo>
                      <a:pt x="68834" y="3192"/>
                      <a:pt x="68665" y="4604"/>
                      <a:pt x="67817" y="5621"/>
                    </a:cubicBezTo>
                    <a:lnTo>
                      <a:pt x="54259" y="22229"/>
                    </a:lnTo>
                    <a:lnTo>
                      <a:pt x="67817" y="38838"/>
                    </a:lnTo>
                    <a:cubicBezTo>
                      <a:pt x="68665" y="39883"/>
                      <a:pt x="68834" y="41295"/>
                      <a:pt x="68269" y="42481"/>
                    </a:cubicBezTo>
                    <a:cubicBezTo>
                      <a:pt x="67704" y="43696"/>
                      <a:pt x="66490" y="44458"/>
                      <a:pt x="65162" y="44458"/>
                    </a:cubicBezTo>
                    <a:lnTo>
                      <a:pt x="7231" y="44458"/>
                    </a:lnTo>
                    <a:lnTo>
                      <a:pt x="7513" y="78579"/>
                    </a:lnTo>
                    <a:cubicBezTo>
                      <a:pt x="7513" y="80471"/>
                      <a:pt x="5988" y="82025"/>
                      <a:pt x="4095" y="82053"/>
                    </a:cubicBezTo>
                    <a:lnTo>
                      <a:pt x="4067" y="82053"/>
                    </a:lnTo>
                    <a:close/>
                    <a:moveTo>
                      <a:pt x="7174" y="37566"/>
                    </a:moveTo>
                    <a:lnTo>
                      <a:pt x="57903" y="37566"/>
                    </a:lnTo>
                    <a:lnTo>
                      <a:pt x="47170" y="24404"/>
                    </a:lnTo>
                    <a:cubicBezTo>
                      <a:pt x="46125" y="23133"/>
                      <a:pt x="46125" y="21325"/>
                      <a:pt x="47170" y="20054"/>
                    </a:cubicBezTo>
                    <a:lnTo>
                      <a:pt x="57903" y="6892"/>
                    </a:lnTo>
                    <a:lnTo>
                      <a:pt x="6920" y="6892"/>
                    </a:lnTo>
                    <a:lnTo>
                      <a:pt x="7174" y="37595"/>
                    </a:lnTo>
                    <a:close/>
                  </a:path>
                </a:pathLst>
              </a:custGeom>
              <a:solidFill>
                <a:srgbClr val="17A3A3"/>
              </a:solidFill>
              <a:ln w="2824" cap="flat">
                <a:noFill/>
                <a:prstDash val="solid"/>
                <a:miter/>
              </a:ln>
            </p:spPr>
            <p:txBody>
              <a:bodyPr rtlCol="1" anchor="ctr"/>
              <a:lstStyle/>
              <a:p>
                <a:endParaRPr lang="ar-SA"/>
              </a:p>
            </p:txBody>
          </p:sp>
        </p:grpSp>
      </p:grpSp>
      <p:grpSp>
        <p:nvGrpSpPr>
          <p:cNvPr id="7745" name="رسم 8014">
            <a:extLst>
              <a:ext uri="{FF2B5EF4-FFF2-40B4-BE49-F238E27FC236}">
                <a16:creationId xmlns:a16="http://schemas.microsoft.com/office/drawing/2014/main" id="{4B3F9ED0-9DA9-0292-A1D0-9478392FF270}"/>
              </a:ext>
            </a:extLst>
          </p:cNvPr>
          <p:cNvGrpSpPr/>
          <p:nvPr/>
        </p:nvGrpSpPr>
        <p:grpSpPr>
          <a:xfrm>
            <a:off x="2431768" y="2507787"/>
            <a:ext cx="215036" cy="194888"/>
            <a:chOff x="1988120" y="1366318"/>
            <a:chExt cx="257033" cy="247260"/>
          </a:xfrm>
        </p:grpSpPr>
        <p:grpSp>
          <p:nvGrpSpPr>
            <p:cNvPr id="7746" name="رسم 8014">
              <a:extLst>
                <a:ext uri="{FF2B5EF4-FFF2-40B4-BE49-F238E27FC236}">
                  <a16:creationId xmlns:a16="http://schemas.microsoft.com/office/drawing/2014/main" id="{E4D5779D-50A5-6C29-56D3-EA605E6FE6FE}"/>
                </a:ext>
              </a:extLst>
            </p:cNvPr>
            <p:cNvGrpSpPr/>
            <p:nvPr/>
          </p:nvGrpSpPr>
          <p:grpSpPr>
            <a:xfrm>
              <a:off x="1988120" y="1388632"/>
              <a:ext cx="257033" cy="224946"/>
              <a:chOff x="1988120" y="1388632"/>
              <a:chExt cx="257033" cy="224946"/>
            </a:xfrm>
            <a:solidFill>
              <a:srgbClr val="01355A"/>
            </a:solidFill>
          </p:grpSpPr>
          <p:sp>
            <p:nvSpPr>
              <p:cNvPr id="7760" name="شكل حر: شكل 8645">
                <a:extLst>
                  <a:ext uri="{FF2B5EF4-FFF2-40B4-BE49-F238E27FC236}">
                    <a16:creationId xmlns:a16="http://schemas.microsoft.com/office/drawing/2014/main" id="{8AC3F1DF-7FCC-8D07-0C09-8FF8D0652793}"/>
                  </a:ext>
                </a:extLst>
              </p:cNvPr>
              <p:cNvSpPr/>
              <p:nvPr/>
            </p:nvSpPr>
            <p:spPr>
              <a:xfrm>
                <a:off x="1988148" y="1388660"/>
                <a:ext cx="257005" cy="224918"/>
              </a:xfrm>
              <a:custGeom>
                <a:avLst/>
                <a:gdLst>
                  <a:gd name="connsiteX0" fmla="*/ 224721 w 257005"/>
                  <a:gd name="connsiteY0" fmla="*/ 224919 h 224918"/>
                  <a:gd name="connsiteX1" fmla="*/ 32285 w 257005"/>
                  <a:gd name="connsiteY1" fmla="*/ 224919 h 224918"/>
                  <a:gd name="connsiteX2" fmla="*/ 0 w 257005"/>
                  <a:gd name="connsiteY2" fmla="*/ 192634 h 224918"/>
                  <a:gd name="connsiteX3" fmla="*/ 0 w 257005"/>
                  <a:gd name="connsiteY3" fmla="*/ 32285 h 224918"/>
                  <a:gd name="connsiteX4" fmla="*/ 32285 w 257005"/>
                  <a:gd name="connsiteY4" fmla="*/ 0 h 224918"/>
                  <a:gd name="connsiteX5" fmla="*/ 36013 w 257005"/>
                  <a:gd name="connsiteY5" fmla="*/ 0 h 224918"/>
                  <a:gd name="connsiteX6" fmla="*/ 39459 w 257005"/>
                  <a:gd name="connsiteY6" fmla="*/ 3446 h 224918"/>
                  <a:gd name="connsiteX7" fmla="*/ 36013 w 257005"/>
                  <a:gd name="connsiteY7" fmla="*/ 6892 h 224918"/>
                  <a:gd name="connsiteX8" fmla="*/ 32285 w 257005"/>
                  <a:gd name="connsiteY8" fmla="*/ 6892 h 224918"/>
                  <a:gd name="connsiteX9" fmla="*/ 6892 w 257005"/>
                  <a:gd name="connsiteY9" fmla="*/ 32285 h 224918"/>
                  <a:gd name="connsiteX10" fmla="*/ 6892 w 257005"/>
                  <a:gd name="connsiteY10" fmla="*/ 192634 h 224918"/>
                  <a:gd name="connsiteX11" fmla="*/ 32285 w 257005"/>
                  <a:gd name="connsiteY11" fmla="*/ 218027 h 224918"/>
                  <a:gd name="connsiteX12" fmla="*/ 224721 w 257005"/>
                  <a:gd name="connsiteY12" fmla="*/ 218027 h 224918"/>
                  <a:gd name="connsiteX13" fmla="*/ 250114 w 257005"/>
                  <a:gd name="connsiteY13" fmla="*/ 192634 h 224918"/>
                  <a:gd name="connsiteX14" fmla="*/ 250114 w 257005"/>
                  <a:gd name="connsiteY14" fmla="*/ 32285 h 224918"/>
                  <a:gd name="connsiteX15" fmla="*/ 224721 w 257005"/>
                  <a:gd name="connsiteY15" fmla="*/ 6892 h 224918"/>
                  <a:gd name="connsiteX16" fmla="*/ 215711 w 257005"/>
                  <a:gd name="connsiteY16" fmla="*/ 6892 h 224918"/>
                  <a:gd name="connsiteX17" fmla="*/ 212265 w 257005"/>
                  <a:gd name="connsiteY17" fmla="*/ 3446 h 224918"/>
                  <a:gd name="connsiteX18" fmla="*/ 215711 w 257005"/>
                  <a:gd name="connsiteY18" fmla="*/ 0 h 224918"/>
                  <a:gd name="connsiteX19" fmla="*/ 224721 w 257005"/>
                  <a:gd name="connsiteY19" fmla="*/ 0 h 224918"/>
                  <a:gd name="connsiteX20" fmla="*/ 257005 w 257005"/>
                  <a:gd name="connsiteY20" fmla="*/ 32285 h 224918"/>
                  <a:gd name="connsiteX21" fmla="*/ 257005 w 257005"/>
                  <a:gd name="connsiteY21" fmla="*/ 192634 h 224918"/>
                  <a:gd name="connsiteX22" fmla="*/ 224721 w 257005"/>
                  <a:gd name="connsiteY22" fmla="*/ 224919 h 224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7005" h="224918">
                    <a:moveTo>
                      <a:pt x="224721" y="224919"/>
                    </a:moveTo>
                    <a:lnTo>
                      <a:pt x="32285" y="224919"/>
                    </a:lnTo>
                    <a:cubicBezTo>
                      <a:pt x="14490" y="224919"/>
                      <a:pt x="0" y="210429"/>
                      <a:pt x="0" y="192634"/>
                    </a:cubicBezTo>
                    <a:lnTo>
                      <a:pt x="0" y="32285"/>
                    </a:lnTo>
                    <a:cubicBezTo>
                      <a:pt x="0" y="14490"/>
                      <a:pt x="14490" y="0"/>
                      <a:pt x="32285" y="0"/>
                    </a:cubicBezTo>
                    <a:lnTo>
                      <a:pt x="36013" y="0"/>
                    </a:lnTo>
                    <a:cubicBezTo>
                      <a:pt x="37905" y="0"/>
                      <a:pt x="39459" y="1553"/>
                      <a:pt x="39459" y="3446"/>
                    </a:cubicBezTo>
                    <a:cubicBezTo>
                      <a:pt x="39459" y="5338"/>
                      <a:pt x="37905" y="6892"/>
                      <a:pt x="36013" y="6892"/>
                    </a:cubicBezTo>
                    <a:lnTo>
                      <a:pt x="32285" y="6892"/>
                    </a:lnTo>
                    <a:cubicBezTo>
                      <a:pt x="18275" y="6892"/>
                      <a:pt x="6892" y="18275"/>
                      <a:pt x="6892" y="32285"/>
                    </a:cubicBezTo>
                    <a:lnTo>
                      <a:pt x="6892" y="192634"/>
                    </a:lnTo>
                    <a:cubicBezTo>
                      <a:pt x="6892" y="206644"/>
                      <a:pt x="18275" y="218027"/>
                      <a:pt x="32285" y="218027"/>
                    </a:cubicBezTo>
                    <a:lnTo>
                      <a:pt x="224721" y="218027"/>
                    </a:lnTo>
                    <a:cubicBezTo>
                      <a:pt x="238731" y="218027"/>
                      <a:pt x="250114" y="206644"/>
                      <a:pt x="250114" y="192634"/>
                    </a:cubicBezTo>
                    <a:lnTo>
                      <a:pt x="250114" y="32285"/>
                    </a:lnTo>
                    <a:cubicBezTo>
                      <a:pt x="250114" y="18275"/>
                      <a:pt x="238731" y="6892"/>
                      <a:pt x="224721" y="6892"/>
                    </a:cubicBezTo>
                    <a:lnTo>
                      <a:pt x="215711" y="6892"/>
                    </a:lnTo>
                    <a:cubicBezTo>
                      <a:pt x="213818" y="6892"/>
                      <a:pt x="212265" y="5338"/>
                      <a:pt x="212265" y="3446"/>
                    </a:cubicBezTo>
                    <a:cubicBezTo>
                      <a:pt x="212265" y="1553"/>
                      <a:pt x="213818" y="0"/>
                      <a:pt x="215711" y="0"/>
                    </a:cubicBezTo>
                    <a:lnTo>
                      <a:pt x="224721" y="0"/>
                    </a:lnTo>
                    <a:cubicBezTo>
                      <a:pt x="242516" y="0"/>
                      <a:pt x="257005" y="14490"/>
                      <a:pt x="257005" y="32285"/>
                    </a:cubicBezTo>
                    <a:lnTo>
                      <a:pt x="257005" y="192634"/>
                    </a:lnTo>
                    <a:cubicBezTo>
                      <a:pt x="257005" y="210429"/>
                      <a:pt x="242516" y="224919"/>
                      <a:pt x="224721" y="224919"/>
                    </a:cubicBezTo>
                    <a:close/>
                  </a:path>
                </a:pathLst>
              </a:custGeom>
              <a:solidFill>
                <a:srgbClr val="01355A"/>
              </a:solidFill>
              <a:ln w="2824" cap="flat">
                <a:noFill/>
                <a:prstDash val="solid"/>
                <a:miter/>
              </a:ln>
            </p:spPr>
            <p:txBody>
              <a:bodyPr rtlCol="1" anchor="ctr"/>
              <a:lstStyle/>
              <a:p>
                <a:endParaRPr lang="ar-SA"/>
              </a:p>
            </p:txBody>
          </p:sp>
          <p:sp>
            <p:nvSpPr>
              <p:cNvPr id="7761" name="شكل حر: شكل 8646">
                <a:extLst>
                  <a:ext uri="{FF2B5EF4-FFF2-40B4-BE49-F238E27FC236}">
                    <a16:creationId xmlns:a16="http://schemas.microsoft.com/office/drawing/2014/main" id="{69687C4A-2E91-7BCB-CD0C-620D9C615758}"/>
                  </a:ext>
                </a:extLst>
              </p:cNvPr>
              <p:cNvSpPr/>
              <p:nvPr/>
            </p:nvSpPr>
            <p:spPr>
              <a:xfrm>
                <a:off x="2091639" y="1388632"/>
                <a:ext cx="44740" cy="6891"/>
              </a:xfrm>
              <a:custGeom>
                <a:avLst/>
                <a:gdLst>
                  <a:gd name="connsiteX0" fmla="*/ 41295 w 44740"/>
                  <a:gd name="connsiteY0" fmla="*/ 6892 h 6891"/>
                  <a:gd name="connsiteX1" fmla="*/ 3446 w 44740"/>
                  <a:gd name="connsiteY1" fmla="*/ 6892 h 6891"/>
                  <a:gd name="connsiteX2" fmla="*/ 0 w 44740"/>
                  <a:gd name="connsiteY2" fmla="*/ 3446 h 6891"/>
                  <a:gd name="connsiteX3" fmla="*/ 3446 w 44740"/>
                  <a:gd name="connsiteY3" fmla="*/ 0 h 6891"/>
                  <a:gd name="connsiteX4" fmla="*/ 41295 w 44740"/>
                  <a:gd name="connsiteY4" fmla="*/ 0 h 6891"/>
                  <a:gd name="connsiteX5" fmla="*/ 44741 w 44740"/>
                  <a:gd name="connsiteY5" fmla="*/ 3446 h 6891"/>
                  <a:gd name="connsiteX6" fmla="*/ 41295 w 44740"/>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740" h="6891">
                    <a:moveTo>
                      <a:pt x="41295" y="6892"/>
                    </a:moveTo>
                    <a:lnTo>
                      <a:pt x="3446" y="6892"/>
                    </a:lnTo>
                    <a:cubicBezTo>
                      <a:pt x="1554" y="6892"/>
                      <a:pt x="0" y="5338"/>
                      <a:pt x="0" y="3446"/>
                    </a:cubicBezTo>
                    <a:cubicBezTo>
                      <a:pt x="0" y="1553"/>
                      <a:pt x="1554" y="0"/>
                      <a:pt x="3446" y="0"/>
                    </a:cubicBezTo>
                    <a:lnTo>
                      <a:pt x="41295" y="0"/>
                    </a:lnTo>
                    <a:cubicBezTo>
                      <a:pt x="43187" y="0"/>
                      <a:pt x="44741" y="1553"/>
                      <a:pt x="44741" y="3446"/>
                    </a:cubicBezTo>
                    <a:cubicBezTo>
                      <a:pt x="44741" y="5338"/>
                      <a:pt x="43187" y="6892"/>
                      <a:pt x="41295" y="6892"/>
                    </a:cubicBezTo>
                    <a:close/>
                  </a:path>
                </a:pathLst>
              </a:custGeom>
              <a:solidFill>
                <a:srgbClr val="01355A"/>
              </a:solidFill>
              <a:ln w="2824" cap="flat">
                <a:noFill/>
                <a:prstDash val="solid"/>
                <a:miter/>
              </a:ln>
            </p:spPr>
            <p:txBody>
              <a:bodyPr rtlCol="1" anchor="ctr"/>
              <a:lstStyle/>
              <a:p>
                <a:endParaRPr lang="ar-SA"/>
              </a:p>
            </p:txBody>
          </p:sp>
          <p:sp>
            <p:nvSpPr>
              <p:cNvPr id="7762" name="شكل حر: شكل 8647">
                <a:extLst>
                  <a:ext uri="{FF2B5EF4-FFF2-40B4-BE49-F238E27FC236}">
                    <a16:creationId xmlns:a16="http://schemas.microsoft.com/office/drawing/2014/main" id="{0F425C49-871D-978F-8BE3-2830F7123DBF}"/>
                  </a:ext>
                </a:extLst>
              </p:cNvPr>
              <p:cNvSpPr/>
              <p:nvPr/>
            </p:nvSpPr>
            <p:spPr>
              <a:xfrm>
                <a:off x="1988120" y="1443202"/>
                <a:ext cx="233590" cy="6891"/>
              </a:xfrm>
              <a:custGeom>
                <a:avLst/>
                <a:gdLst>
                  <a:gd name="connsiteX0" fmla="*/ 230144 w 233590"/>
                  <a:gd name="connsiteY0" fmla="*/ 6892 h 6891"/>
                  <a:gd name="connsiteX1" fmla="*/ 3446 w 233590"/>
                  <a:gd name="connsiteY1" fmla="*/ 6892 h 6891"/>
                  <a:gd name="connsiteX2" fmla="*/ 0 w 233590"/>
                  <a:gd name="connsiteY2" fmla="*/ 3446 h 6891"/>
                  <a:gd name="connsiteX3" fmla="*/ 3446 w 233590"/>
                  <a:gd name="connsiteY3" fmla="*/ 0 h 6891"/>
                  <a:gd name="connsiteX4" fmla="*/ 230144 w 233590"/>
                  <a:gd name="connsiteY4" fmla="*/ 0 h 6891"/>
                  <a:gd name="connsiteX5" fmla="*/ 233590 w 233590"/>
                  <a:gd name="connsiteY5" fmla="*/ 3446 h 6891"/>
                  <a:gd name="connsiteX6" fmla="*/ 230144 w 233590"/>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3590" h="6891">
                    <a:moveTo>
                      <a:pt x="230144" y="6892"/>
                    </a:moveTo>
                    <a:lnTo>
                      <a:pt x="3446" y="6892"/>
                    </a:lnTo>
                    <a:cubicBezTo>
                      <a:pt x="1554" y="6892"/>
                      <a:pt x="0" y="5338"/>
                      <a:pt x="0" y="3446"/>
                    </a:cubicBezTo>
                    <a:cubicBezTo>
                      <a:pt x="0" y="1553"/>
                      <a:pt x="1554" y="0"/>
                      <a:pt x="3446" y="0"/>
                    </a:cubicBezTo>
                    <a:lnTo>
                      <a:pt x="230144" y="0"/>
                    </a:lnTo>
                    <a:cubicBezTo>
                      <a:pt x="232037" y="0"/>
                      <a:pt x="233590" y="1553"/>
                      <a:pt x="233590" y="3446"/>
                    </a:cubicBezTo>
                    <a:cubicBezTo>
                      <a:pt x="233590" y="5338"/>
                      <a:pt x="232037" y="6892"/>
                      <a:pt x="230144" y="6892"/>
                    </a:cubicBezTo>
                    <a:close/>
                  </a:path>
                </a:pathLst>
              </a:custGeom>
              <a:solidFill>
                <a:srgbClr val="01355A"/>
              </a:solidFill>
              <a:ln w="2824" cap="flat">
                <a:noFill/>
                <a:prstDash val="solid"/>
                <a:miter/>
              </a:ln>
            </p:spPr>
            <p:txBody>
              <a:bodyPr rtlCol="1" anchor="ctr"/>
              <a:lstStyle/>
              <a:p>
                <a:endParaRPr lang="ar-SA"/>
              </a:p>
            </p:txBody>
          </p:sp>
        </p:grpSp>
        <p:grpSp>
          <p:nvGrpSpPr>
            <p:cNvPr id="7747" name="رسم 8014">
              <a:extLst>
                <a:ext uri="{FF2B5EF4-FFF2-40B4-BE49-F238E27FC236}">
                  <a16:creationId xmlns:a16="http://schemas.microsoft.com/office/drawing/2014/main" id="{6C55C170-7130-D1A9-50D5-3B75F92B8973}"/>
                </a:ext>
              </a:extLst>
            </p:cNvPr>
            <p:cNvGrpSpPr/>
            <p:nvPr/>
          </p:nvGrpSpPr>
          <p:grpSpPr>
            <a:xfrm>
              <a:off x="2044752" y="1366318"/>
              <a:ext cx="138487" cy="51576"/>
              <a:chOff x="2044752" y="1366318"/>
              <a:chExt cx="138487" cy="51576"/>
            </a:xfrm>
            <a:solidFill>
              <a:srgbClr val="01355A"/>
            </a:solidFill>
          </p:grpSpPr>
          <p:sp>
            <p:nvSpPr>
              <p:cNvPr id="7758" name="شكل حر: شكل 8649">
                <a:extLst>
                  <a:ext uri="{FF2B5EF4-FFF2-40B4-BE49-F238E27FC236}">
                    <a16:creationId xmlns:a16="http://schemas.microsoft.com/office/drawing/2014/main" id="{D4E9FE15-3ED1-88FF-738F-934FA71E130D}"/>
                  </a:ext>
                </a:extLst>
              </p:cNvPr>
              <p:cNvSpPr/>
              <p:nvPr/>
            </p:nvSpPr>
            <p:spPr>
              <a:xfrm>
                <a:off x="2044752" y="1366318"/>
                <a:ext cx="29714" cy="51576"/>
              </a:xfrm>
              <a:custGeom>
                <a:avLst/>
                <a:gdLst>
                  <a:gd name="connsiteX0" fmla="*/ 17088 w 29714"/>
                  <a:gd name="connsiteY0" fmla="*/ 51576 h 51576"/>
                  <a:gd name="connsiteX1" fmla="*/ 12626 w 29714"/>
                  <a:gd name="connsiteY1" fmla="*/ 51576 h 51576"/>
                  <a:gd name="connsiteX2" fmla="*/ 0 w 29714"/>
                  <a:gd name="connsiteY2" fmla="*/ 38950 h 51576"/>
                  <a:gd name="connsiteX3" fmla="*/ 0 w 29714"/>
                  <a:gd name="connsiteY3" fmla="*/ 12626 h 51576"/>
                  <a:gd name="connsiteX4" fmla="*/ 12626 w 29714"/>
                  <a:gd name="connsiteY4" fmla="*/ 0 h 51576"/>
                  <a:gd name="connsiteX5" fmla="*/ 17088 w 29714"/>
                  <a:gd name="connsiteY5" fmla="*/ 0 h 51576"/>
                  <a:gd name="connsiteX6" fmla="*/ 29714 w 29714"/>
                  <a:gd name="connsiteY6" fmla="*/ 12626 h 51576"/>
                  <a:gd name="connsiteX7" fmla="*/ 29714 w 29714"/>
                  <a:gd name="connsiteY7" fmla="*/ 38950 h 51576"/>
                  <a:gd name="connsiteX8" fmla="*/ 17088 w 29714"/>
                  <a:gd name="connsiteY8" fmla="*/ 51576 h 51576"/>
                  <a:gd name="connsiteX9" fmla="*/ 12626 w 29714"/>
                  <a:gd name="connsiteY9" fmla="*/ 6864 h 51576"/>
                  <a:gd name="connsiteX10" fmla="*/ 6892 w 29714"/>
                  <a:gd name="connsiteY10" fmla="*/ 12597 h 51576"/>
                  <a:gd name="connsiteX11" fmla="*/ 6892 w 29714"/>
                  <a:gd name="connsiteY11" fmla="*/ 38922 h 51576"/>
                  <a:gd name="connsiteX12" fmla="*/ 12626 w 29714"/>
                  <a:gd name="connsiteY12" fmla="*/ 44656 h 51576"/>
                  <a:gd name="connsiteX13" fmla="*/ 17088 w 29714"/>
                  <a:gd name="connsiteY13" fmla="*/ 44656 h 51576"/>
                  <a:gd name="connsiteX14" fmla="*/ 22822 w 29714"/>
                  <a:gd name="connsiteY14" fmla="*/ 38922 h 51576"/>
                  <a:gd name="connsiteX15" fmla="*/ 22822 w 29714"/>
                  <a:gd name="connsiteY15" fmla="*/ 12597 h 51576"/>
                  <a:gd name="connsiteX16" fmla="*/ 17088 w 29714"/>
                  <a:gd name="connsiteY16" fmla="*/ 6864 h 51576"/>
                  <a:gd name="connsiteX17" fmla="*/ 12626 w 29714"/>
                  <a:gd name="connsiteY17" fmla="*/ 6864 h 51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714" h="51576">
                    <a:moveTo>
                      <a:pt x="17088" y="51576"/>
                    </a:moveTo>
                    <a:lnTo>
                      <a:pt x="12626" y="51576"/>
                    </a:lnTo>
                    <a:cubicBezTo>
                      <a:pt x="5649" y="51576"/>
                      <a:pt x="0" y="45899"/>
                      <a:pt x="0" y="38950"/>
                    </a:cubicBezTo>
                    <a:lnTo>
                      <a:pt x="0" y="12626"/>
                    </a:lnTo>
                    <a:cubicBezTo>
                      <a:pt x="0" y="5649"/>
                      <a:pt x="5677" y="0"/>
                      <a:pt x="12626" y="0"/>
                    </a:cubicBezTo>
                    <a:lnTo>
                      <a:pt x="17088" y="0"/>
                    </a:lnTo>
                    <a:cubicBezTo>
                      <a:pt x="24065" y="0"/>
                      <a:pt x="29714" y="5677"/>
                      <a:pt x="29714" y="12626"/>
                    </a:cubicBezTo>
                    <a:lnTo>
                      <a:pt x="29714" y="38950"/>
                    </a:lnTo>
                    <a:cubicBezTo>
                      <a:pt x="29714" y="45927"/>
                      <a:pt x="24037" y="51576"/>
                      <a:pt x="17088" y="51576"/>
                    </a:cubicBezTo>
                    <a:close/>
                    <a:moveTo>
                      <a:pt x="12626" y="6864"/>
                    </a:moveTo>
                    <a:cubicBezTo>
                      <a:pt x="9462" y="6864"/>
                      <a:pt x="6892" y="9434"/>
                      <a:pt x="6892" y="12597"/>
                    </a:cubicBezTo>
                    <a:lnTo>
                      <a:pt x="6892" y="38922"/>
                    </a:lnTo>
                    <a:cubicBezTo>
                      <a:pt x="6892" y="42086"/>
                      <a:pt x="9462" y="44656"/>
                      <a:pt x="12626" y="44656"/>
                    </a:cubicBezTo>
                    <a:lnTo>
                      <a:pt x="17088" y="44656"/>
                    </a:lnTo>
                    <a:cubicBezTo>
                      <a:pt x="20252" y="44656"/>
                      <a:pt x="22822" y="42086"/>
                      <a:pt x="22822" y="38922"/>
                    </a:cubicBezTo>
                    <a:lnTo>
                      <a:pt x="22822" y="12597"/>
                    </a:lnTo>
                    <a:cubicBezTo>
                      <a:pt x="22822" y="9434"/>
                      <a:pt x="20252" y="6864"/>
                      <a:pt x="17088" y="6864"/>
                    </a:cubicBezTo>
                    <a:lnTo>
                      <a:pt x="12626" y="6864"/>
                    </a:lnTo>
                    <a:close/>
                  </a:path>
                </a:pathLst>
              </a:custGeom>
              <a:solidFill>
                <a:srgbClr val="01355A"/>
              </a:solidFill>
              <a:ln w="2824" cap="flat">
                <a:noFill/>
                <a:prstDash val="solid"/>
                <a:miter/>
              </a:ln>
            </p:spPr>
            <p:txBody>
              <a:bodyPr rtlCol="1" anchor="ctr"/>
              <a:lstStyle/>
              <a:p>
                <a:endParaRPr lang="ar-SA"/>
              </a:p>
            </p:txBody>
          </p:sp>
          <p:sp>
            <p:nvSpPr>
              <p:cNvPr id="7759" name="شكل حر: شكل 8650">
                <a:extLst>
                  <a:ext uri="{FF2B5EF4-FFF2-40B4-BE49-F238E27FC236}">
                    <a16:creationId xmlns:a16="http://schemas.microsoft.com/office/drawing/2014/main" id="{51C544D2-39B3-14F3-6470-80244CB0585B}"/>
                  </a:ext>
                </a:extLst>
              </p:cNvPr>
              <p:cNvSpPr/>
              <p:nvPr/>
            </p:nvSpPr>
            <p:spPr>
              <a:xfrm>
                <a:off x="2153525" y="1366318"/>
                <a:ext cx="29714" cy="51576"/>
              </a:xfrm>
              <a:custGeom>
                <a:avLst/>
                <a:gdLst>
                  <a:gd name="connsiteX0" fmla="*/ 17089 w 29714"/>
                  <a:gd name="connsiteY0" fmla="*/ 51576 h 51576"/>
                  <a:gd name="connsiteX1" fmla="*/ 12626 w 29714"/>
                  <a:gd name="connsiteY1" fmla="*/ 51576 h 51576"/>
                  <a:gd name="connsiteX2" fmla="*/ 0 w 29714"/>
                  <a:gd name="connsiteY2" fmla="*/ 38950 h 51576"/>
                  <a:gd name="connsiteX3" fmla="*/ 0 w 29714"/>
                  <a:gd name="connsiteY3" fmla="*/ 12626 h 51576"/>
                  <a:gd name="connsiteX4" fmla="*/ 12626 w 29714"/>
                  <a:gd name="connsiteY4" fmla="*/ 0 h 51576"/>
                  <a:gd name="connsiteX5" fmla="*/ 17089 w 29714"/>
                  <a:gd name="connsiteY5" fmla="*/ 0 h 51576"/>
                  <a:gd name="connsiteX6" fmla="*/ 29714 w 29714"/>
                  <a:gd name="connsiteY6" fmla="*/ 12626 h 51576"/>
                  <a:gd name="connsiteX7" fmla="*/ 29714 w 29714"/>
                  <a:gd name="connsiteY7" fmla="*/ 38950 h 51576"/>
                  <a:gd name="connsiteX8" fmla="*/ 17089 w 29714"/>
                  <a:gd name="connsiteY8" fmla="*/ 51576 h 51576"/>
                  <a:gd name="connsiteX9" fmla="*/ 12626 w 29714"/>
                  <a:gd name="connsiteY9" fmla="*/ 6864 h 51576"/>
                  <a:gd name="connsiteX10" fmla="*/ 6892 w 29714"/>
                  <a:gd name="connsiteY10" fmla="*/ 12597 h 51576"/>
                  <a:gd name="connsiteX11" fmla="*/ 6892 w 29714"/>
                  <a:gd name="connsiteY11" fmla="*/ 38922 h 51576"/>
                  <a:gd name="connsiteX12" fmla="*/ 12626 w 29714"/>
                  <a:gd name="connsiteY12" fmla="*/ 44656 h 51576"/>
                  <a:gd name="connsiteX13" fmla="*/ 17089 w 29714"/>
                  <a:gd name="connsiteY13" fmla="*/ 44656 h 51576"/>
                  <a:gd name="connsiteX14" fmla="*/ 22822 w 29714"/>
                  <a:gd name="connsiteY14" fmla="*/ 38922 h 51576"/>
                  <a:gd name="connsiteX15" fmla="*/ 22822 w 29714"/>
                  <a:gd name="connsiteY15" fmla="*/ 12597 h 51576"/>
                  <a:gd name="connsiteX16" fmla="*/ 17089 w 29714"/>
                  <a:gd name="connsiteY16" fmla="*/ 6864 h 51576"/>
                  <a:gd name="connsiteX17" fmla="*/ 12626 w 29714"/>
                  <a:gd name="connsiteY17" fmla="*/ 6864 h 51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9714" h="51576">
                    <a:moveTo>
                      <a:pt x="17089" y="51576"/>
                    </a:moveTo>
                    <a:lnTo>
                      <a:pt x="12626" y="51576"/>
                    </a:lnTo>
                    <a:cubicBezTo>
                      <a:pt x="5649" y="51576"/>
                      <a:pt x="0" y="45899"/>
                      <a:pt x="0" y="38950"/>
                    </a:cubicBezTo>
                    <a:lnTo>
                      <a:pt x="0" y="12626"/>
                    </a:lnTo>
                    <a:cubicBezTo>
                      <a:pt x="0" y="5649"/>
                      <a:pt x="5677" y="0"/>
                      <a:pt x="12626" y="0"/>
                    </a:cubicBezTo>
                    <a:lnTo>
                      <a:pt x="17089" y="0"/>
                    </a:lnTo>
                    <a:cubicBezTo>
                      <a:pt x="24065" y="0"/>
                      <a:pt x="29714" y="5677"/>
                      <a:pt x="29714" y="12626"/>
                    </a:cubicBezTo>
                    <a:lnTo>
                      <a:pt x="29714" y="38950"/>
                    </a:lnTo>
                    <a:cubicBezTo>
                      <a:pt x="29714" y="45927"/>
                      <a:pt x="24037" y="51576"/>
                      <a:pt x="17089" y="51576"/>
                    </a:cubicBezTo>
                    <a:close/>
                    <a:moveTo>
                      <a:pt x="12626" y="6864"/>
                    </a:moveTo>
                    <a:cubicBezTo>
                      <a:pt x="9462" y="6864"/>
                      <a:pt x="6892" y="9434"/>
                      <a:pt x="6892" y="12597"/>
                    </a:cubicBezTo>
                    <a:lnTo>
                      <a:pt x="6892" y="38922"/>
                    </a:lnTo>
                    <a:cubicBezTo>
                      <a:pt x="6892" y="42086"/>
                      <a:pt x="9462" y="44656"/>
                      <a:pt x="12626" y="44656"/>
                    </a:cubicBezTo>
                    <a:lnTo>
                      <a:pt x="17089" y="44656"/>
                    </a:lnTo>
                    <a:cubicBezTo>
                      <a:pt x="20252" y="44656"/>
                      <a:pt x="22822" y="42086"/>
                      <a:pt x="22822" y="38922"/>
                    </a:cubicBezTo>
                    <a:lnTo>
                      <a:pt x="22822" y="12597"/>
                    </a:lnTo>
                    <a:cubicBezTo>
                      <a:pt x="22822" y="9434"/>
                      <a:pt x="20252" y="6864"/>
                      <a:pt x="17089" y="6864"/>
                    </a:cubicBezTo>
                    <a:lnTo>
                      <a:pt x="12626" y="6864"/>
                    </a:lnTo>
                    <a:close/>
                  </a:path>
                </a:pathLst>
              </a:custGeom>
              <a:solidFill>
                <a:srgbClr val="01355A"/>
              </a:solidFill>
              <a:ln w="2824" cap="flat">
                <a:noFill/>
                <a:prstDash val="solid"/>
                <a:miter/>
              </a:ln>
            </p:spPr>
            <p:txBody>
              <a:bodyPr rtlCol="1" anchor="ctr"/>
              <a:lstStyle/>
              <a:p>
                <a:endParaRPr lang="ar-SA"/>
              </a:p>
            </p:txBody>
          </p:sp>
        </p:grpSp>
        <p:grpSp>
          <p:nvGrpSpPr>
            <p:cNvPr id="7748" name="رسم 8014">
              <a:extLst>
                <a:ext uri="{FF2B5EF4-FFF2-40B4-BE49-F238E27FC236}">
                  <a16:creationId xmlns:a16="http://schemas.microsoft.com/office/drawing/2014/main" id="{4911AF19-70E3-E046-9BD8-760C45770801}"/>
                </a:ext>
              </a:extLst>
            </p:cNvPr>
            <p:cNvGrpSpPr/>
            <p:nvPr/>
          </p:nvGrpSpPr>
          <p:grpSpPr>
            <a:xfrm>
              <a:off x="2031533" y="1479299"/>
              <a:ext cx="161479" cy="91600"/>
              <a:chOff x="2031533" y="1479299"/>
              <a:chExt cx="161479" cy="91600"/>
            </a:xfrm>
            <a:solidFill>
              <a:srgbClr val="17A3A3"/>
            </a:solidFill>
          </p:grpSpPr>
          <p:sp>
            <p:nvSpPr>
              <p:cNvPr id="7749" name="شكل حر: شكل 8652">
                <a:extLst>
                  <a:ext uri="{FF2B5EF4-FFF2-40B4-BE49-F238E27FC236}">
                    <a16:creationId xmlns:a16="http://schemas.microsoft.com/office/drawing/2014/main" id="{622838DD-F191-C0FA-13CB-4A16A92D4A0B}"/>
                  </a:ext>
                </a:extLst>
              </p:cNvPr>
              <p:cNvSpPr/>
              <p:nvPr/>
            </p:nvSpPr>
            <p:spPr>
              <a:xfrm>
                <a:off x="2031533" y="1479299"/>
                <a:ext cx="30787" cy="15873"/>
              </a:xfrm>
              <a:custGeom>
                <a:avLst/>
                <a:gdLst>
                  <a:gd name="connsiteX0" fmla="*/ 27342 w 30787"/>
                  <a:gd name="connsiteY0" fmla="*/ 15874 h 15873"/>
                  <a:gd name="connsiteX1" fmla="*/ 3446 w 30787"/>
                  <a:gd name="connsiteY1" fmla="*/ 15874 h 15873"/>
                  <a:gd name="connsiteX2" fmla="*/ 0 w 30787"/>
                  <a:gd name="connsiteY2" fmla="*/ 12428 h 15873"/>
                  <a:gd name="connsiteX3" fmla="*/ 0 w 30787"/>
                  <a:gd name="connsiteY3" fmla="*/ 3446 h 15873"/>
                  <a:gd name="connsiteX4" fmla="*/ 3446 w 30787"/>
                  <a:gd name="connsiteY4" fmla="*/ 0 h 15873"/>
                  <a:gd name="connsiteX5" fmla="*/ 6892 w 30787"/>
                  <a:gd name="connsiteY5" fmla="*/ 3446 h 15873"/>
                  <a:gd name="connsiteX6" fmla="*/ 6892 w 30787"/>
                  <a:gd name="connsiteY6" fmla="*/ 8982 h 15873"/>
                  <a:gd name="connsiteX7" fmla="*/ 27342 w 30787"/>
                  <a:gd name="connsiteY7" fmla="*/ 8982 h 15873"/>
                  <a:gd name="connsiteX8" fmla="*/ 30788 w 30787"/>
                  <a:gd name="connsiteY8" fmla="*/ 12428 h 15873"/>
                  <a:gd name="connsiteX9" fmla="*/ 27342 w 30787"/>
                  <a:gd name="connsiteY9" fmla="*/ 15874 h 15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787" h="15873">
                    <a:moveTo>
                      <a:pt x="27342" y="15874"/>
                    </a:moveTo>
                    <a:lnTo>
                      <a:pt x="3446" y="15874"/>
                    </a:lnTo>
                    <a:cubicBezTo>
                      <a:pt x="1554" y="15874"/>
                      <a:pt x="0" y="14320"/>
                      <a:pt x="0" y="12428"/>
                    </a:cubicBezTo>
                    <a:lnTo>
                      <a:pt x="0" y="3446"/>
                    </a:lnTo>
                    <a:cubicBezTo>
                      <a:pt x="0" y="1554"/>
                      <a:pt x="1554" y="0"/>
                      <a:pt x="3446" y="0"/>
                    </a:cubicBezTo>
                    <a:cubicBezTo>
                      <a:pt x="5338" y="0"/>
                      <a:pt x="6892" y="1554"/>
                      <a:pt x="6892" y="3446"/>
                    </a:cubicBezTo>
                    <a:lnTo>
                      <a:pt x="6892" y="8982"/>
                    </a:lnTo>
                    <a:lnTo>
                      <a:pt x="27342" y="8982"/>
                    </a:lnTo>
                    <a:cubicBezTo>
                      <a:pt x="29234" y="8982"/>
                      <a:pt x="30788" y="10536"/>
                      <a:pt x="30788" y="12428"/>
                    </a:cubicBezTo>
                    <a:cubicBezTo>
                      <a:pt x="30788" y="14320"/>
                      <a:pt x="29234" y="15874"/>
                      <a:pt x="27342" y="15874"/>
                    </a:cubicBezTo>
                    <a:close/>
                  </a:path>
                </a:pathLst>
              </a:custGeom>
              <a:solidFill>
                <a:srgbClr val="17A3A3"/>
              </a:solidFill>
              <a:ln w="2824" cap="flat">
                <a:noFill/>
                <a:prstDash val="solid"/>
                <a:miter/>
              </a:ln>
            </p:spPr>
            <p:txBody>
              <a:bodyPr rtlCol="1" anchor="ctr"/>
              <a:lstStyle/>
              <a:p>
                <a:endParaRPr lang="ar-SA"/>
              </a:p>
            </p:txBody>
          </p:sp>
          <p:sp>
            <p:nvSpPr>
              <p:cNvPr id="7750" name="شكل حر: شكل 8653">
                <a:extLst>
                  <a:ext uri="{FF2B5EF4-FFF2-40B4-BE49-F238E27FC236}">
                    <a16:creationId xmlns:a16="http://schemas.microsoft.com/office/drawing/2014/main" id="{DDB83D6F-F0F0-BF10-A3DC-D3ABAD306928}"/>
                  </a:ext>
                </a:extLst>
              </p:cNvPr>
              <p:cNvSpPr/>
              <p:nvPr/>
            </p:nvSpPr>
            <p:spPr>
              <a:xfrm>
                <a:off x="2096865" y="1479299"/>
                <a:ext cx="30787" cy="15873"/>
              </a:xfrm>
              <a:custGeom>
                <a:avLst/>
                <a:gdLst>
                  <a:gd name="connsiteX0" fmla="*/ 27342 w 30787"/>
                  <a:gd name="connsiteY0" fmla="*/ 15874 h 15873"/>
                  <a:gd name="connsiteX1" fmla="*/ 3446 w 30787"/>
                  <a:gd name="connsiteY1" fmla="*/ 15874 h 15873"/>
                  <a:gd name="connsiteX2" fmla="*/ 0 w 30787"/>
                  <a:gd name="connsiteY2" fmla="*/ 12428 h 15873"/>
                  <a:gd name="connsiteX3" fmla="*/ 0 w 30787"/>
                  <a:gd name="connsiteY3" fmla="*/ 3446 h 15873"/>
                  <a:gd name="connsiteX4" fmla="*/ 3446 w 30787"/>
                  <a:gd name="connsiteY4" fmla="*/ 0 h 15873"/>
                  <a:gd name="connsiteX5" fmla="*/ 6892 w 30787"/>
                  <a:gd name="connsiteY5" fmla="*/ 3446 h 15873"/>
                  <a:gd name="connsiteX6" fmla="*/ 6892 w 30787"/>
                  <a:gd name="connsiteY6" fmla="*/ 8982 h 15873"/>
                  <a:gd name="connsiteX7" fmla="*/ 27342 w 30787"/>
                  <a:gd name="connsiteY7" fmla="*/ 8982 h 15873"/>
                  <a:gd name="connsiteX8" fmla="*/ 30788 w 30787"/>
                  <a:gd name="connsiteY8" fmla="*/ 12428 h 15873"/>
                  <a:gd name="connsiteX9" fmla="*/ 27342 w 30787"/>
                  <a:gd name="connsiteY9" fmla="*/ 15874 h 15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787" h="15873">
                    <a:moveTo>
                      <a:pt x="27342" y="15874"/>
                    </a:moveTo>
                    <a:lnTo>
                      <a:pt x="3446" y="15874"/>
                    </a:lnTo>
                    <a:cubicBezTo>
                      <a:pt x="1554" y="15874"/>
                      <a:pt x="0" y="14320"/>
                      <a:pt x="0" y="12428"/>
                    </a:cubicBezTo>
                    <a:lnTo>
                      <a:pt x="0" y="3446"/>
                    </a:lnTo>
                    <a:cubicBezTo>
                      <a:pt x="0" y="1554"/>
                      <a:pt x="1554" y="0"/>
                      <a:pt x="3446" y="0"/>
                    </a:cubicBezTo>
                    <a:cubicBezTo>
                      <a:pt x="5338" y="0"/>
                      <a:pt x="6892" y="1554"/>
                      <a:pt x="6892" y="3446"/>
                    </a:cubicBezTo>
                    <a:lnTo>
                      <a:pt x="6892" y="8982"/>
                    </a:lnTo>
                    <a:lnTo>
                      <a:pt x="27342" y="8982"/>
                    </a:lnTo>
                    <a:cubicBezTo>
                      <a:pt x="29234" y="8982"/>
                      <a:pt x="30788" y="10536"/>
                      <a:pt x="30788" y="12428"/>
                    </a:cubicBezTo>
                    <a:cubicBezTo>
                      <a:pt x="30788" y="14320"/>
                      <a:pt x="29234" y="15874"/>
                      <a:pt x="27342" y="15874"/>
                    </a:cubicBezTo>
                    <a:close/>
                  </a:path>
                </a:pathLst>
              </a:custGeom>
              <a:solidFill>
                <a:srgbClr val="17A3A3"/>
              </a:solidFill>
              <a:ln w="2824" cap="flat">
                <a:noFill/>
                <a:prstDash val="solid"/>
                <a:miter/>
              </a:ln>
            </p:spPr>
            <p:txBody>
              <a:bodyPr rtlCol="1" anchor="ctr"/>
              <a:lstStyle/>
              <a:p>
                <a:endParaRPr lang="ar-SA"/>
              </a:p>
            </p:txBody>
          </p:sp>
          <p:sp>
            <p:nvSpPr>
              <p:cNvPr id="7751" name="شكل حر: شكل 8654">
                <a:extLst>
                  <a:ext uri="{FF2B5EF4-FFF2-40B4-BE49-F238E27FC236}">
                    <a16:creationId xmlns:a16="http://schemas.microsoft.com/office/drawing/2014/main" id="{3350058E-2680-60A6-3E54-1D1FAD8F2C3F}"/>
                  </a:ext>
                </a:extLst>
              </p:cNvPr>
              <p:cNvSpPr/>
              <p:nvPr/>
            </p:nvSpPr>
            <p:spPr>
              <a:xfrm>
                <a:off x="2162225" y="1479299"/>
                <a:ext cx="30787" cy="15873"/>
              </a:xfrm>
              <a:custGeom>
                <a:avLst/>
                <a:gdLst>
                  <a:gd name="connsiteX0" fmla="*/ 27342 w 30787"/>
                  <a:gd name="connsiteY0" fmla="*/ 15874 h 15873"/>
                  <a:gd name="connsiteX1" fmla="*/ 3446 w 30787"/>
                  <a:gd name="connsiteY1" fmla="*/ 15874 h 15873"/>
                  <a:gd name="connsiteX2" fmla="*/ 0 w 30787"/>
                  <a:gd name="connsiteY2" fmla="*/ 12428 h 15873"/>
                  <a:gd name="connsiteX3" fmla="*/ 0 w 30787"/>
                  <a:gd name="connsiteY3" fmla="*/ 3446 h 15873"/>
                  <a:gd name="connsiteX4" fmla="*/ 3446 w 30787"/>
                  <a:gd name="connsiteY4" fmla="*/ 0 h 15873"/>
                  <a:gd name="connsiteX5" fmla="*/ 6892 w 30787"/>
                  <a:gd name="connsiteY5" fmla="*/ 3446 h 15873"/>
                  <a:gd name="connsiteX6" fmla="*/ 6892 w 30787"/>
                  <a:gd name="connsiteY6" fmla="*/ 8982 h 15873"/>
                  <a:gd name="connsiteX7" fmla="*/ 27342 w 30787"/>
                  <a:gd name="connsiteY7" fmla="*/ 8982 h 15873"/>
                  <a:gd name="connsiteX8" fmla="*/ 30788 w 30787"/>
                  <a:gd name="connsiteY8" fmla="*/ 12428 h 15873"/>
                  <a:gd name="connsiteX9" fmla="*/ 27342 w 30787"/>
                  <a:gd name="connsiteY9" fmla="*/ 15874 h 15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787" h="15873">
                    <a:moveTo>
                      <a:pt x="27342" y="15874"/>
                    </a:moveTo>
                    <a:lnTo>
                      <a:pt x="3446" y="15874"/>
                    </a:lnTo>
                    <a:cubicBezTo>
                      <a:pt x="1553" y="15874"/>
                      <a:pt x="0" y="14320"/>
                      <a:pt x="0" y="12428"/>
                    </a:cubicBezTo>
                    <a:lnTo>
                      <a:pt x="0" y="3446"/>
                    </a:lnTo>
                    <a:cubicBezTo>
                      <a:pt x="0" y="1554"/>
                      <a:pt x="1553" y="0"/>
                      <a:pt x="3446" y="0"/>
                    </a:cubicBezTo>
                    <a:cubicBezTo>
                      <a:pt x="5338" y="0"/>
                      <a:pt x="6892" y="1554"/>
                      <a:pt x="6892" y="3446"/>
                    </a:cubicBezTo>
                    <a:lnTo>
                      <a:pt x="6892" y="8982"/>
                    </a:lnTo>
                    <a:lnTo>
                      <a:pt x="27342" y="8982"/>
                    </a:lnTo>
                    <a:cubicBezTo>
                      <a:pt x="29234" y="8982"/>
                      <a:pt x="30788" y="10536"/>
                      <a:pt x="30788" y="12428"/>
                    </a:cubicBezTo>
                    <a:cubicBezTo>
                      <a:pt x="30788" y="14320"/>
                      <a:pt x="29234" y="15874"/>
                      <a:pt x="27342" y="15874"/>
                    </a:cubicBezTo>
                    <a:close/>
                  </a:path>
                </a:pathLst>
              </a:custGeom>
              <a:solidFill>
                <a:srgbClr val="17A3A3"/>
              </a:solidFill>
              <a:ln w="2824" cap="flat">
                <a:noFill/>
                <a:prstDash val="solid"/>
                <a:miter/>
              </a:ln>
            </p:spPr>
            <p:txBody>
              <a:bodyPr rtlCol="1" anchor="ctr"/>
              <a:lstStyle/>
              <a:p>
                <a:endParaRPr lang="ar-SA"/>
              </a:p>
            </p:txBody>
          </p:sp>
          <p:sp>
            <p:nvSpPr>
              <p:cNvPr id="7752" name="شكل حر: شكل 8655">
                <a:extLst>
                  <a:ext uri="{FF2B5EF4-FFF2-40B4-BE49-F238E27FC236}">
                    <a16:creationId xmlns:a16="http://schemas.microsoft.com/office/drawing/2014/main" id="{ACE653F9-688B-EFC2-D11C-56B177B25390}"/>
                  </a:ext>
                </a:extLst>
              </p:cNvPr>
              <p:cNvSpPr/>
              <p:nvPr/>
            </p:nvSpPr>
            <p:spPr>
              <a:xfrm>
                <a:off x="2031533" y="1517177"/>
                <a:ext cx="30787" cy="15873"/>
              </a:xfrm>
              <a:custGeom>
                <a:avLst/>
                <a:gdLst>
                  <a:gd name="connsiteX0" fmla="*/ 27342 w 30787"/>
                  <a:gd name="connsiteY0" fmla="*/ 15874 h 15873"/>
                  <a:gd name="connsiteX1" fmla="*/ 3446 w 30787"/>
                  <a:gd name="connsiteY1" fmla="*/ 15874 h 15873"/>
                  <a:gd name="connsiteX2" fmla="*/ 0 w 30787"/>
                  <a:gd name="connsiteY2" fmla="*/ 12428 h 15873"/>
                  <a:gd name="connsiteX3" fmla="*/ 0 w 30787"/>
                  <a:gd name="connsiteY3" fmla="*/ 3446 h 15873"/>
                  <a:gd name="connsiteX4" fmla="*/ 3446 w 30787"/>
                  <a:gd name="connsiteY4" fmla="*/ 0 h 15873"/>
                  <a:gd name="connsiteX5" fmla="*/ 6892 w 30787"/>
                  <a:gd name="connsiteY5" fmla="*/ 3446 h 15873"/>
                  <a:gd name="connsiteX6" fmla="*/ 6892 w 30787"/>
                  <a:gd name="connsiteY6" fmla="*/ 8982 h 15873"/>
                  <a:gd name="connsiteX7" fmla="*/ 27342 w 30787"/>
                  <a:gd name="connsiteY7" fmla="*/ 8982 h 15873"/>
                  <a:gd name="connsiteX8" fmla="*/ 30788 w 30787"/>
                  <a:gd name="connsiteY8" fmla="*/ 12428 h 15873"/>
                  <a:gd name="connsiteX9" fmla="*/ 27342 w 30787"/>
                  <a:gd name="connsiteY9" fmla="*/ 15874 h 15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787" h="15873">
                    <a:moveTo>
                      <a:pt x="27342" y="15874"/>
                    </a:moveTo>
                    <a:lnTo>
                      <a:pt x="3446" y="15874"/>
                    </a:lnTo>
                    <a:cubicBezTo>
                      <a:pt x="1554" y="15874"/>
                      <a:pt x="0" y="14320"/>
                      <a:pt x="0" y="12428"/>
                    </a:cubicBezTo>
                    <a:lnTo>
                      <a:pt x="0" y="3446"/>
                    </a:lnTo>
                    <a:cubicBezTo>
                      <a:pt x="0" y="1553"/>
                      <a:pt x="1554" y="0"/>
                      <a:pt x="3446" y="0"/>
                    </a:cubicBezTo>
                    <a:cubicBezTo>
                      <a:pt x="5338" y="0"/>
                      <a:pt x="6892" y="1553"/>
                      <a:pt x="6892" y="3446"/>
                    </a:cubicBezTo>
                    <a:lnTo>
                      <a:pt x="6892" y="8982"/>
                    </a:lnTo>
                    <a:lnTo>
                      <a:pt x="27342" y="8982"/>
                    </a:lnTo>
                    <a:cubicBezTo>
                      <a:pt x="29234" y="8982"/>
                      <a:pt x="30788" y="10536"/>
                      <a:pt x="30788" y="12428"/>
                    </a:cubicBezTo>
                    <a:cubicBezTo>
                      <a:pt x="30788" y="14320"/>
                      <a:pt x="29234" y="15874"/>
                      <a:pt x="27342" y="15874"/>
                    </a:cubicBezTo>
                    <a:close/>
                  </a:path>
                </a:pathLst>
              </a:custGeom>
              <a:solidFill>
                <a:srgbClr val="17A3A3"/>
              </a:solidFill>
              <a:ln w="2824" cap="flat">
                <a:noFill/>
                <a:prstDash val="solid"/>
                <a:miter/>
              </a:ln>
            </p:spPr>
            <p:txBody>
              <a:bodyPr rtlCol="1" anchor="ctr"/>
              <a:lstStyle/>
              <a:p>
                <a:endParaRPr lang="ar-SA"/>
              </a:p>
            </p:txBody>
          </p:sp>
          <p:sp>
            <p:nvSpPr>
              <p:cNvPr id="7753" name="شكل حر: شكل 8656">
                <a:extLst>
                  <a:ext uri="{FF2B5EF4-FFF2-40B4-BE49-F238E27FC236}">
                    <a16:creationId xmlns:a16="http://schemas.microsoft.com/office/drawing/2014/main" id="{E2154C20-63B7-4F9A-E0A7-0E32392356DE}"/>
                  </a:ext>
                </a:extLst>
              </p:cNvPr>
              <p:cNvSpPr/>
              <p:nvPr/>
            </p:nvSpPr>
            <p:spPr>
              <a:xfrm>
                <a:off x="2096865" y="1517177"/>
                <a:ext cx="30787" cy="15873"/>
              </a:xfrm>
              <a:custGeom>
                <a:avLst/>
                <a:gdLst>
                  <a:gd name="connsiteX0" fmla="*/ 27342 w 30787"/>
                  <a:gd name="connsiteY0" fmla="*/ 15874 h 15873"/>
                  <a:gd name="connsiteX1" fmla="*/ 3446 w 30787"/>
                  <a:gd name="connsiteY1" fmla="*/ 15874 h 15873"/>
                  <a:gd name="connsiteX2" fmla="*/ 0 w 30787"/>
                  <a:gd name="connsiteY2" fmla="*/ 12428 h 15873"/>
                  <a:gd name="connsiteX3" fmla="*/ 0 w 30787"/>
                  <a:gd name="connsiteY3" fmla="*/ 3446 h 15873"/>
                  <a:gd name="connsiteX4" fmla="*/ 3446 w 30787"/>
                  <a:gd name="connsiteY4" fmla="*/ 0 h 15873"/>
                  <a:gd name="connsiteX5" fmla="*/ 6892 w 30787"/>
                  <a:gd name="connsiteY5" fmla="*/ 3446 h 15873"/>
                  <a:gd name="connsiteX6" fmla="*/ 6892 w 30787"/>
                  <a:gd name="connsiteY6" fmla="*/ 8982 h 15873"/>
                  <a:gd name="connsiteX7" fmla="*/ 27342 w 30787"/>
                  <a:gd name="connsiteY7" fmla="*/ 8982 h 15873"/>
                  <a:gd name="connsiteX8" fmla="*/ 30788 w 30787"/>
                  <a:gd name="connsiteY8" fmla="*/ 12428 h 15873"/>
                  <a:gd name="connsiteX9" fmla="*/ 27342 w 30787"/>
                  <a:gd name="connsiteY9" fmla="*/ 15874 h 15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787" h="15873">
                    <a:moveTo>
                      <a:pt x="27342" y="15874"/>
                    </a:moveTo>
                    <a:lnTo>
                      <a:pt x="3446" y="15874"/>
                    </a:lnTo>
                    <a:cubicBezTo>
                      <a:pt x="1554" y="15874"/>
                      <a:pt x="0" y="14320"/>
                      <a:pt x="0" y="12428"/>
                    </a:cubicBezTo>
                    <a:lnTo>
                      <a:pt x="0" y="3446"/>
                    </a:lnTo>
                    <a:cubicBezTo>
                      <a:pt x="0" y="1553"/>
                      <a:pt x="1554" y="0"/>
                      <a:pt x="3446" y="0"/>
                    </a:cubicBezTo>
                    <a:cubicBezTo>
                      <a:pt x="5338" y="0"/>
                      <a:pt x="6892" y="1553"/>
                      <a:pt x="6892" y="3446"/>
                    </a:cubicBezTo>
                    <a:lnTo>
                      <a:pt x="6892" y="8982"/>
                    </a:lnTo>
                    <a:lnTo>
                      <a:pt x="27342" y="8982"/>
                    </a:lnTo>
                    <a:cubicBezTo>
                      <a:pt x="29234" y="8982"/>
                      <a:pt x="30788" y="10536"/>
                      <a:pt x="30788" y="12428"/>
                    </a:cubicBezTo>
                    <a:cubicBezTo>
                      <a:pt x="30788" y="14320"/>
                      <a:pt x="29234" y="15874"/>
                      <a:pt x="27342" y="15874"/>
                    </a:cubicBezTo>
                    <a:close/>
                  </a:path>
                </a:pathLst>
              </a:custGeom>
              <a:solidFill>
                <a:srgbClr val="17A3A3"/>
              </a:solidFill>
              <a:ln w="2824" cap="flat">
                <a:noFill/>
                <a:prstDash val="solid"/>
                <a:miter/>
              </a:ln>
            </p:spPr>
            <p:txBody>
              <a:bodyPr rtlCol="1" anchor="ctr"/>
              <a:lstStyle/>
              <a:p>
                <a:endParaRPr lang="ar-SA"/>
              </a:p>
            </p:txBody>
          </p:sp>
          <p:sp>
            <p:nvSpPr>
              <p:cNvPr id="7754" name="شكل حر: شكل 8657">
                <a:extLst>
                  <a:ext uri="{FF2B5EF4-FFF2-40B4-BE49-F238E27FC236}">
                    <a16:creationId xmlns:a16="http://schemas.microsoft.com/office/drawing/2014/main" id="{92B129C7-46B4-A964-ADE1-777FD782FC44}"/>
                  </a:ext>
                </a:extLst>
              </p:cNvPr>
              <p:cNvSpPr/>
              <p:nvPr/>
            </p:nvSpPr>
            <p:spPr>
              <a:xfrm>
                <a:off x="2162225" y="1517177"/>
                <a:ext cx="30787" cy="15873"/>
              </a:xfrm>
              <a:custGeom>
                <a:avLst/>
                <a:gdLst>
                  <a:gd name="connsiteX0" fmla="*/ 27342 w 30787"/>
                  <a:gd name="connsiteY0" fmla="*/ 15874 h 15873"/>
                  <a:gd name="connsiteX1" fmla="*/ 3446 w 30787"/>
                  <a:gd name="connsiteY1" fmla="*/ 15874 h 15873"/>
                  <a:gd name="connsiteX2" fmla="*/ 0 w 30787"/>
                  <a:gd name="connsiteY2" fmla="*/ 12428 h 15873"/>
                  <a:gd name="connsiteX3" fmla="*/ 0 w 30787"/>
                  <a:gd name="connsiteY3" fmla="*/ 3446 h 15873"/>
                  <a:gd name="connsiteX4" fmla="*/ 3446 w 30787"/>
                  <a:gd name="connsiteY4" fmla="*/ 0 h 15873"/>
                  <a:gd name="connsiteX5" fmla="*/ 6892 w 30787"/>
                  <a:gd name="connsiteY5" fmla="*/ 3446 h 15873"/>
                  <a:gd name="connsiteX6" fmla="*/ 6892 w 30787"/>
                  <a:gd name="connsiteY6" fmla="*/ 8982 h 15873"/>
                  <a:gd name="connsiteX7" fmla="*/ 27342 w 30787"/>
                  <a:gd name="connsiteY7" fmla="*/ 8982 h 15873"/>
                  <a:gd name="connsiteX8" fmla="*/ 30788 w 30787"/>
                  <a:gd name="connsiteY8" fmla="*/ 12428 h 15873"/>
                  <a:gd name="connsiteX9" fmla="*/ 27342 w 30787"/>
                  <a:gd name="connsiteY9" fmla="*/ 15874 h 15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787" h="15873">
                    <a:moveTo>
                      <a:pt x="27342" y="15874"/>
                    </a:moveTo>
                    <a:lnTo>
                      <a:pt x="3446" y="15874"/>
                    </a:lnTo>
                    <a:cubicBezTo>
                      <a:pt x="1553" y="15874"/>
                      <a:pt x="0" y="14320"/>
                      <a:pt x="0" y="12428"/>
                    </a:cubicBezTo>
                    <a:lnTo>
                      <a:pt x="0" y="3446"/>
                    </a:lnTo>
                    <a:cubicBezTo>
                      <a:pt x="0" y="1553"/>
                      <a:pt x="1553" y="0"/>
                      <a:pt x="3446" y="0"/>
                    </a:cubicBezTo>
                    <a:cubicBezTo>
                      <a:pt x="5338" y="0"/>
                      <a:pt x="6892" y="1553"/>
                      <a:pt x="6892" y="3446"/>
                    </a:cubicBezTo>
                    <a:lnTo>
                      <a:pt x="6892" y="8982"/>
                    </a:lnTo>
                    <a:lnTo>
                      <a:pt x="27342" y="8982"/>
                    </a:lnTo>
                    <a:cubicBezTo>
                      <a:pt x="29234" y="8982"/>
                      <a:pt x="30788" y="10536"/>
                      <a:pt x="30788" y="12428"/>
                    </a:cubicBezTo>
                    <a:cubicBezTo>
                      <a:pt x="30788" y="14320"/>
                      <a:pt x="29234" y="15874"/>
                      <a:pt x="27342" y="15874"/>
                    </a:cubicBezTo>
                    <a:close/>
                  </a:path>
                </a:pathLst>
              </a:custGeom>
              <a:solidFill>
                <a:srgbClr val="17A3A3"/>
              </a:solidFill>
              <a:ln w="2824" cap="flat">
                <a:noFill/>
                <a:prstDash val="solid"/>
                <a:miter/>
              </a:ln>
            </p:spPr>
            <p:txBody>
              <a:bodyPr rtlCol="1" anchor="ctr"/>
              <a:lstStyle/>
              <a:p>
                <a:endParaRPr lang="ar-SA"/>
              </a:p>
            </p:txBody>
          </p:sp>
          <p:sp>
            <p:nvSpPr>
              <p:cNvPr id="7755" name="شكل حر: شكل 8658">
                <a:extLst>
                  <a:ext uri="{FF2B5EF4-FFF2-40B4-BE49-F238E27FC236}">
                    <a16:creationId xmlns:a16="http://schemas.microsoft.com/office/drawing/2014/main" id="{2F8F714F-B243-B5F1-0DCE-B2089987176E}"/>
                  </a:ext>
                </a:extLst>
              </p:cNvPr>
              <p:cNvSpPr/>
              <p:nvPr/>
            </p:nvSpPr>
            <p:spPr>
              <a:xfrm>
                <a:off x="2031533" y="1555026"/>
                <a:ext cx="30787" cy="15873"/>
              </a:xfrm>
              <a:custGeom>
                <a:avLst/>
                <a:gdLst>
                  <a:gd name="connsiteX0" fmla="*/ 27342 w 30787"/>
                  <a:gd name="connsiteY0" fmla="*/ 15874 h 15873"/>
                  <a:gd name="connsiteX1" fmla="*/ 3446 w 30787"/>
                  <a:gd name="connsiteY1" fmla="*/ 15874 h 15873"/>
                  <a:gd name="connsiteX2" fmla="*/ 0 w 30787"/>
                  <a:gd name="connsiteY2" fmla="*/ 12428 h 15873"/>
                  <a:gd name="connsiteX3" fmla="*/ 0 w 30787"/>
                  <a:gd name="connsiteY3" fmla="*/ 3446 h 15873"/>
                  <a:gd name="connsiteX4" fmla="*/ 3446 w 30787"/>
                  <a:gd name="connsiteY4" fmla="*/ 0 h 15873"/>
                  <a:gd name="connsiteX5" fmla="*/ 6892 w 30787"/>
                  <a:gd name="connsiteY5" fmla="*/ 3446 h 15873"/>
                  <a:gd name="connsiteX6" fmla="*/ 6892 w 30787"/>
                  <a:gd name="connsiteY6" fmla="*/ 8982 h 15873"/>
                  <a:gd name="connsiteX7" fmla="*/ 27342 w 30787"/>
                  <a:gd name="connsiteY7" fmla="*/ 8982 h 15873"/>
                  <a:gd name="connsiteX8" fmla="*/ 30788 w 30787"/>
                  <a:gd name="connsiteY8" fmla="*/ 12428 h 15873"/>
                  <a:gd name="connsiteX9" fmla="*/ 27342 w 30787"/>
                  <a:gd name="connsiteY9" fmla="*/ 15874 h 15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787" h="15873">
                    <a:moveTo>
                      <a:pt x="27342" y="15874"/>
                    </a:moveTo>
                    <a:lnTo>
                      <a:pt x="3446" y="15874"/>
                    </a:lnTo>
                    <a:cubicBezTo>
                      <a:pt x="1554" y="15874"/>
                      <a:pt x="0" y="14320"/>
                      <a:pt x="0" y="12428"/>
                    </a:cubicBezTo>
                    <a:lnTo>
                      <a:pt x="0" y="3446"/>
                    </a:lnTo>
                    <a:cubicBezTo>
                      <a:pt x="0" y="1554"/>
                      <a:pt x="1554" y="0"/>
                      <a:pt x="3446" y="0"/>
                    </a:cubicBezTo>
                    <a:cubicBezTo>
                      <a:pt x="5338" y="0"/>
                      <a:pt x="6892" y="1554"/>
                      <a:pt x="6892" y="3446"/>
                    </a:cubicBezTo>
                    <a:lnTo>
                      <a:pt x="6892" y="8982"/>
                    </a:lnTo>
                    <a:lnTo>
                      <a:pt x="27342" y="8982"/>
                    </a:lnTo>
                    <a:cubicBezTo>
                      <a:pt x="29234" y="8982"/>
                      <a:pt x="30788" y="10536"/>
                      <a:pt x="30788" y="12428"/>
                    </a:cubicBezTo>
                    <a:cubicBezTo>
                      <a:pt x="30788" y="14320"/>
                      <a:pt x="29234" y="15874"/>
                      <a:pt x="27342" y="15874"/>
                    </a:cubicBezTo>
                    <a:close/>
                  </a:path>
                </a:pathLst>
              </a:custGeom>
              <a:solidFill>
                <a:srgbClr val="17A3A3"/>
              </a:solidFill>
              <a:ln w="2824" cap="flat">
                <a:noFill/>
                <a:prstDash val="solid"/>
                <a:miter/>
              </a:ln>
            </p:spPr>
            <p:txBody>
              <a:bodyPr rtlCol="1" anchor="ctr"/>
              <a:lstStyle/>
              <a:p>
                <a:endParaRPr lang="ar-SA"/>
              </a:p>
            </p:txBody>
          </p:sp>
          <p:sp>
            <p:nvSpPr>
              <p:cNvPr id="7756" name="شكل حر: شكل 8659">
                <a:extLst>
                  <a:ext uri="{FF2B5EF4-FFF2-40B4-BE49-F238E27FC236}">
                    <a16:creationId xmlns:a16="http://schemas.microsoft.com/office/drawing/2014/main" id="{24D9E76B-4E69-022F-CC72-4931C01B2F13}"/>
                  </a:ext>
                </a:extLst>
              </p:cNvPr>
              <p:cNvSpPr/>
              <p:nvPr/>
            </p:nvSpPr>
            <p:spPr>
              <a:xfrm>
                <a:off x="2096865" y="1555026"/>
                <a:ext cx="30787" cy="15873"/>
              </a:xfrm>
              <a:custGeom>
                <a:avLst/>
                <a:gdLst>
                  <a:gd name="connsiteX0" fmla="*/ 27342 w 30787"/>
                  <a:gd name="connsiteY0" fmla="*/ 15874 h 15873"/>
                  <a:gd name="connsiteX1" fmla="*/ 3446 w 30787"/>
                  <a:gd name="connsiteY1" fmla="*/ 15874 h 15873"/>
                  <a:gd name="connsiteX2" fmla="*/ 0 w 30787"/>
                  <a:gd name="connsiteY2" fmla="*/ 12428 h 15873"/>
                  <a:gd name="connsiteX3" fmla="*/ 0 w 30787"/>
                  <a:gd name="connsiteY3" fmla="*/ 3446 h 15873"/>
                  <a:gd name="connsiteX4" fmla="*/ 3446 w 30787"/>
                  <a:gd name="connsiteY4" fmla="*/ 0 h 15873"/>
                  <a:gd name="connsiteX5" fmla="*/ 6892 w 30787"/>
                  <a:gd name="connsiteY5" fmla="*/ 3446 h 15873"/>
                  <a:gd name="connsiteX6" fmla="*/ 6892 w 30787"/>
                  <a:gd name="connsiteY6" fmla="*/ 8982 h 15873"/>
                  <a:gd name="connsiteX7" fmla="*/ 27342 w 30787"/>
                  <a:gd name="connsiteY7" fmla="*/ 8982 h 15873"/>
                  <a:gd name="connsiteX8" fmla="*/ 30788 w 30787"/>
                  <a:gd name="connsiteY8" fmla="*/ 12428 h 15873"/>
                  <a:gd name="connsiteX9" fmla="*/ 27342 w 30787"/>
                  <a:gd name="connsiteY9" fmla="*/ 15874 h 15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787" h="15873">
                    <a:moveTo>
                      <a:pt x="27342" y="15874"/>
                    </a:moveTo>
                    <a:lnTo>
                      <a:pt x="3446" y="15874"/>
                    </a:lnTo>
                    <a:cubicBezTo>
                      <a:pt x="1554" y="15874"/>
                      <a:pt x="0" y="14320"/>
                      <a:pt x="0" y="12428"/>
                    </a:cubicBezTo>
                    <a:lnTo>
                      <a:pt x="0" y="3446"/>
                    </a:lnTo>
                    <a:cubicBezTo>
                      <a:pt x="0" y="1554"/>
                      <a:pt x="1554" y="0"/>
                      <a:pt x="3446" y="0"/>
                    </a:cubicBezTo>
                    <a:cubicBezTo>
                      <a:pt x="5338" y="0"/>
                      <a:pt x="6892" y="1554"/>
                      <a:pt x="6892" y="3446"/>
                    </a:cubicBezTo>
                    <a:lnTo>
                      <a:pt x="6892" y="8982"/>
                    </a:lnTo>
                    <a:lnTo>
                      <a:pt x="27342" y="8982"/>
                    </a:lnTo>
                    <a:cubicBezTo>
                      <a:pt x="29234" y="8982"/>
                      <a:pt x="30788" y="10536"/>
                      <a:pt x="30788" y="12428"/>
                    </a:cubicBezTo>
                    <a:cubicBezTo>
                      <a:pt x="30788" y="14320"/>
                      <a:pt x="29234" y="15874"/>
                      <a:pt x="27342" y="15874"/>
                    </a:cubicBezTo>
                    <a:close/>
                  </a:path>
                </a:pathLst>
              </a:custGeom>
              <a:solidFill>
                <a:srgbClr val="17A3A3"/>
              </a:solidFill>
              <a:ln w="2824" cap="flat">
                <a:noFill/>
                <a:prstDash val="solid"/>
                <a:miter/>
              </a:ln>
            </p:spPr>
            <p:txBody>
              <a:bodyPr rtlCol="1" anchor="ctr"/>
              <a:lstStyle/>
              <a:p>
                <a:endParaRPr lang="ar-SA"/>
              </a:p>
            </p:txBody>
          </p:sp>
          <p:sp>
            <p:nvSpPr>
              <p:cNvPr id="7757" name="شكل حر: شكل 8660">
                <a:extLst>
                  <a:ext uri="{FF2B5EF4-FFF2-40B4-BE49-F238E27FC236}">
                    <a16:creationId xmlns:a16="http://schemas.microsoft.com/office/drawing/2014/main" id="{8CF9B712-8E1E-EBDE-42AB-53740F454FD8}"/>
                  </a:ext>
                </a:extLst>
              </p:cNvPr>
              <p:cNvSpPr/>
              <p:nvPr/>
            </p:nvSpPr>
            <p:spPr>
              <a:xfrm>
                <a:off x="2162225" y="1555026"/>
                <a:ext cx="30787" cy="15873"/>
              </a:xfrm>
              <a:custGeom>
                <a:avLst/>
                <a:gdLst>
                  <a:gd name="connsiteX0" fmla="*/ 27342 w 30787"/>
                  <a:gd name="connsiteY0" fmla="*/ 15874 h 15873"/>
                  <a:gd name="connsiteX1" fmla="*/ 3446 w 30787"/>
                  <a:gd name="connsiteY1" fmla="*/ 15874 h 15873"/>
                  <a:gd name="connsiteX2" fmla="*/ 0 w 30787"/>
                  <a:gd name="connsiteY2" fmla="*/ 12428 h 15873"/>
                  <a:gd name="connsiteX3" fmla="*/ 0 w 30787"/>
                  <a:gd name="connsiteY3" fmla="*/ 3446 h 15873"/>
                  <a:gd name="connsiteX4" fmla="*/ 3446 w 30787"/>
                  <a:gd name="connsiteY4" fmla="*/ 0 h 15873"/>
                  <a:gd name="connsiteX5" fmla="*/ 6892 w 30787"/>
                  <a:gd name="connsiteY5" fmla="*/ 3446 h 15873"/>
                  <a:gd name="connsiteX6" fmla="*/ 6892 w 30787"/>
                  <a:gd name="connsiteY6" fmla="*/ 8982 h 15873"/>
                  <a:gd name="connsiteX7" fmla="*/ 27342 w 30787"/>
                  <a:gd name="connsiteY7" fmla="*/ 8982 h 15873"/>
                  <a:gd name="connsiteX8" fmla="*/ 30788 w 30787"/>
                  <a:gd name="connsiteY8" fmla="*/ 12428 h 15873"/>
                  <a:gd name="connsiteX9" fmla="*/ 27342 w 30787"/>
                  <a:gd name="connsiteY9" fmla="*/ 15874 h 15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787" h="15873">
                    <a:moveTo>
                      <a:pt x="27342" y="15874"/>
                    </a:moveTo>
                    <a:lnTo>
                      <a:pt x="3446" y="15874"/>
                    </a:lnTo>
                    <a:cubicBezTo>
                      <a:pt x="1553" y="15874"/>
                      <a:pt x="0" y="14320"/>
                      <a:pt x="0" y="12428"/>
                    </a:cubicBezTo>
                    <a:lnTo>
                      <a:pt x="0" y="3446"/>
                    </a:lnTo>
                    <a:cubicBezTo>
                      <a:pt x="0" y="1554"/>
                      <a:pt x="1553" y="0"/>
                      <a:pt x="3446" y="0"/>
                    </a:cubicBezTo>
                    <a:cubicBezTo>
                      <a:pt x="5338" y="0"/>
                      <a:pt x="6892" y="1554"/>
                      <a:pt x="6892" y="3446"/>
                    </a:cubicBezTo>
                    <a:lnTo>
                      <a:pt x="6892" y="8982"/>
                    </a:lnTo>
                    <a:lnTo>
                      <a:pt x="27342" y="8982"/>
                    </a:lnTo>
                    <a:cubicBezTo>
                      <a:pt x="29234" y="8982"/>
                      <a:pt x="30788" y="10536"/>
                      <a:pt x="30788" y="12428"/>
                    </a:cubicBezTo>
                    <a:cubicBezTo>
                      <a:pt x="30788" y="14320"/>
                      <a:pt x="29234" y="15874"/>
                      <a:pt x="27342" y="15874"/>
                    </a:cubicBezTo>
                    <a:close/>
                  </a:path>
                </a:pathLst>
              </a:custGeom>
              <a:solidFill>
                <a:srgbClr val="17A3A3"/>
              </a:solidFill>
              <a:ln w="2824" cap="flat">
                <a:noFill/>
                <a:prstDash val="solid"/>
                <a:miter/>
              </a:ln>
            </p:spPr>
            <p:txBody>
              <a:bodyPr rtlCol="1" anchor="ctr"/>
              <a:lstStyle/>
              <a:p>
                <a:endParaRPr lang="ar-SA"/>
              </a:p>
            </p:txBody>
          </p:sp>
        </p:grpSp>
      </p:grpSp>
      <p:grpSp>
        <p:nvGrpSpPr>
          <p:cNvPr id="7763" name="رسم 8014">
            <a:extLst>
              <a:ext uri="{FF2B5EF4-FFF2-40B4-BE49-F238E27FC236}">
                <a16:creationId xmlns:a16="http://schemas.microsoft.com/office/drawing/2014/main" id="{7E37417C-33DA-C8FD-EEAC-3F43C48F3355}"/>
              </a:ext>
            </a:extLst>
          </p:cNvPr>
          <p:cNvGrpSpPr/>
          <p:nvPr/>
        </p:nvGrpSpPr>
        <p:grpSpPr>
          <a:xfrm>
            <a:off x="9436800" y="2475722"/>
            <a:ext cx="258162" cy="250262"/>
            <a:chOff x="10361235" y="1325637"/>
            <a:chExt cx="308581" cy="317514"/>
          </a:xfrm>
        </p:grpSpPr>
        <p:grpSp>
          <p:nvGrpSpPr>
            <p:cNvPr id="7764" name="رسم 8014">
              <a:extLst>
                <a:ext uri="{FF2B5EF4-FFF2-40B4-BE49-F238E27FC236}">
                  <a16:creationId xmlns:a16="http://schemas.microsoft.com/office/drawing/2014/main" id="{49743D63-2878-D6E0-9AA3-FEE58BB5059C}"/>
                </a:ext>
              </a:extLst>
            </p:cNvPr>
            <p:cNvGrpSpPr/>
            <p:nvPr/>
          </p:nvGrpSpPr>
          <p:grpSpPr>
            <a:xfrm>
              <a:off x="10361235" y="1568188"/>
              <a:ext cx="308581" cy="74963"/>
              <a:chOff x="10361235" y="1568188"/>
              <a:chExt cx="308581" cy="74963"/>
            </a:xfrm>
            <a:solidFill>
              <a:srgbClr val="01355A"/>
            </a:solidFill>
          </p:grpSpPr>
          <p:grpSp>
            <p:nvGrpSpPr>
              <p:cNvPr id="7771" name="رسم 8014">
                <a:extLst>
                  <a:ext uri="{FF2B5EF4-FFF2-40B4-BE49-F238E27FC236}">
                    <a16:creationId xmlns:a16="http://schemas.microsoft.com/office/drawing/2014/main" id="{DD9B4D97-5206-6F0D-1A4A-ECB7B445DDEA}"/>
                  </a:ext>
                </a:extLst>
              </p:cNvPr>
              <p:cNvGrpSpPr/>
              <p:nvPr/>
            </p:nvGrpSpPr>
            <p:grpSpPr>
              <a:xfrm>
                <a:off x="10361235" y="1568188"/>
                <a:ext cx="133544" cy="74963"/>
                <a:chOff x="10361235" y="1568188"/>
                <a:chExt cx="133544" cy="74963"/>
              </a:xfrm>
              <a:solidFill>
                <a:srgbClr val="01355A"/>
              </a:solidFill>
            </p:grpSpPr>
            <p:sp>
              <p:nvSpPr>
                <p:cNvPr id="7776" name="شكل حر: شكل 8664">
                  <a:extLst>
                    <a:ext uri="{FF2B5EF4-FFF2-40B4-BE49-F238E27FC236}">
                      <a16:creationId xmlns:a16="http://schemas.microsoft.com/office/drawing/2014/main" id="{3B3786C0-A9DE-0DCF-1AAC-5372CC871447}"/>
                    </a:ext>
                  </a:extLst>
                </p:cNvPr>
                <p:cNvSpPr/>
                <p:nvPr/>
              </p:nvSpPr>
              <p:spPr>
                <a:xfrm>
                  <a:off x="10423465" y="1581153"/>
                  <a:ext cx="44622" cy="34459"/>
                </a:xfrm>
                <a:custGeom>
                  <a:avLst/>
                  <a:gdLst>
                    <a:gd name="connsiteX0" fmla="*/ 41177 w 44622"/>
                    <a:gd name="connsiteY0" fmla="*/ 34460 h 34459"/>
                    <a:gd name="connsiteX1" fmla="*/ 37731 w 44622"/>
                    <a:gd name="connsiteY1" fmla="*/ 31014 h 34459"/>
                    <a:gd name="connsiteX2" fmla="*/ 29850 w 44622"/>
                    <a:gd name="connsiteY2" fmla="*/ 13162 h 34459"/>
                    <a:gd name="connsiteX3" fmla="*/ 13666 w 44622"/>
                    <a:gd name="connsiteY3" fmla="*/ 6892 h 34459"/>
                    <a:gd name="connsiteX4" fmla="*/ 4740 w 44622"/>
                    <a:gd name="connsiteY4" fmla="*/ 8587 h 34459"/>
                    <a:gd name="connsiteX5" fmla="*/ 249 w 44622"/>
                    <a:gd name="connsiteY5" fmla="*/ 6694 h 34459"/>
                    <a:gd name="connsiteX6" fmla="*/ 2142 w 44622"/>
                    <a:gd name="connsiteY6" fmla="*/ 2203 h 34459"/>
                    <a:gd name="connsiteX7" fmla="*/ 13637 w 44622"/>
                    <a:gd name="connsiteY7" fmla="*/ 0 h 34459"/>
                    <a:gd name="connsiteX8" fmla="*/ 34483 w 44622"/>
                    <a:gd name="connsiteY8" fmla="*/ 8050 h 34459"/>
                    <a:gd name="connsiteX9" fmla="*/ 44622 w 44622"/>
                    <a:gd name="connsiteY9" fmla="*/ 30985 h 34459"/>
                    <a:gd name="connsiteX10" fmla="*/ 41177 w 44622"/>
                    <a:gd name="connsiteY10" fmla="*/ 34431 h 34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4622" h="34459">
                      <a:moveTo>
                        <a:pt x="41177" y="34460"/>
                      </a:moveTo>
                      <a:cubicBezTo>
                        <a:pt x="39284" y="34460"/>
                        <a:pt x="37731" y="32906"/>
                        <a:pt x="37731" y="31014"/>
                      </a:cubicBezTo>
                      <a:cubicBezTo>
                        <a:pt x="37731" y="24235"/>
                        <a:pt x="34850" y="17738"/>
                        <a:pt x="29850" y="13162"/>
                      </a:cubicBezTo>
                      <a:cubicBezTo>
                        <a:pt x="25416" y="9123"/>
                        <a:pt x="19682" y="6892"/>
                        <a:pt x="13666" y="6892"/>
                      </a:cubicBezTo>
                      <a:cubicBezTo>
                        <a:pt x="10559" y="6892"/>
                        <a:pt x="7536" y="7457"/>
                        <a:pt x="4740" y="8587"/>
                      </a:cubicBezTo>
                      <a:cubicBezTo>
                        <a:pt x="2960" y="9293"/>
                        <a:pt x="955" y="8446"/>
                        <a:pt x="249" y="6694"/>
                      </a:cubicBezTo>
                      <a:cubicBezTo>
                        <a:pt x="-457" y="4943"/>
                        <a:pt x="390" y="2909"/>
                        <a:pt x="2142" y="2203"/>
                      </a:cubicBezTo>
                      <a:cubicBezTo>
                        <a:pt x="5757" y="734"/>
                        <a:pt x="9627" y="0"/>
                        <a:pt x="13637" y="0"/>
                      </a:cubicBezTo>
                      <a:cubicBezTo>
                        <a:pt x="21376" y="0"/>
                        <a:pt x="28777" y="2853"/>
                        <a:pt x="34483" y="8050"/>
                      </a:cubicBezTo>
                      <a:cubicBezTo>
                        <a:pt x="40923" y="13925"/>
                        <a:pt x="44622" y="22286"/>
                        <a:pt x="44622" y="30985"/>
                      </a:cubicBezTo>
                      <a:cubicBezTo>
                        <a:pt x="44622" y="32878"/>
                        <a:pt x="43070" y="34431"/>
                        <a:pt x="41177" y="34431"/>
                      </a:cubicBezTo>
                      <a:close/>
                    </a:path>
                  </a:pathLst>
                </a:custGeom>
                <a:solidFill>
                  <a:srgbClr val="01355A"/>
                </a:solidFill>
                <a:ln w="2824" cap="flat">
                  <a:noFill/>
                  <a:prstDash val="solid"/>
                  <a:miter/>
                </a:ln>
              </p:spPr>
              <p:txBody>
                <a:bodyPr rtlCol="1" anchor="ctr"/>
                <a:lstStyle/>
                <a:p>
                  <a:endParaRPr lang="ar-SA"/>
                </a:p>
              </p:txBody>
            </p:sp>
            <p:sp>
              <p:nvSpPr>
                <p:cNvPr id="7777" name="شكل حر: شكل 8665">
                  <a:extLst>
                    <a:ext uri="{FF2B5EF4-FFF2-40B4-BE49-F238E27FC236}">
                      <a16:creationId xmlns:a16="http://schemas.microsoft.com/office/drawing/2014/main" id="{186177AF-8038-CDE4-818E-49436AA84F36}"/>
                    </a:ext>
                  </a:extLst>
                </p:cNvPr>
                <p:cNvSpPr/>
                <p:nvPr/>
              </p:nvSpPr>
              <p:spPr>
                <a:xfrm>
                  <a:off x="10406145" y="1602209"/>
                  <a:ext cx="34487" cy="40942"/>
                </a:xfrm>
                <a:custGeom>
                  <a:avLst/>
                  <a:gdLst>
                    <a:gd name="connsiteX0" fmla="*/ 30985 w 34487"/>
                    <a:gd name="connsiteY0" fmla="*/ 40942 h 40942"/>
                    <a:gd name="connsiteX1" fmla="*/ 0 w 34487"/>
                    <a:gd name="connsiteY1" fmla="*/ 9957 h 40942"/>
                    <a:gd name="connsiteX2" fmla="*/ 904 w 34487"/>
                    <a:gd name="connsiteY2" fmla="*/ 2613 h 40942"/>
                    <a:gd name="connsiteX3" fmla="*/ 5084 w 34487"/>
                    <a:gd name="connsiteY3" fmla="*/ 100 h 40942"/>
                    <a:gd name="connsiteX4" fmla="*/ 7598 w 34487"/>
                    <a:gd name="connsiteY4" fmla="*/ 4280 h 40942"/>
                    <a:gd name="connsiteX5" fmla="*/ 6920 w 34487"/>
                    <a:gd name="connsiteY5" fmla="*/ 9957 h 40942"/>
                    <a:gd name="connsiteX6" fmla="*/ 31042 w 34487"/>
                    <a:gd name="connsiteY6" fmla="*/ 34051 h 40942"/>
                    <a:gd name="connsiteX7" fmla="*/ 34488 w 34487"/>
                    <a:gd name="connsiteY7" fmla="*/ 37497 h 40942"/>
                    <a:gd name="connsiteX8" fmla="*/ 31042 w 34487"/>
                    <a:gd name="connsiteY8" fmla="*/ 40942 h 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487" h="40942">
                      <a:moveTo>
                        <a:pt x="30985" y="40942"/>
                      </a:moveTo>
                      <a:cubicBezTo>
                        <a:pt x="13897" y="40942"/>
                        <a:pt x="0" y="27046"/>
                        <a:pt x="0" y="9957"/>
                      </a:cubicBezTo>
                      <a:cubicBezTo>
                        <a:pt x="0" y="7472"/>
                        <a:pt x="311" y="5014"/>
                        <a:pt x="904" y="2613"/>
                      </a:cubicBezTo>
                      <a:cubicBezTo>
                        <a:pt x="1356" y="777"/>
                        <a:pt x="3220" y="-352"/>
                        <a:pt x="5084" y="100"/>
                      </a:cubicBezTo>
                      <a:cubicBezTo>
                        <a:pt x="6920" y="551"/>
                        <a:pt x="8050" y="2416"/>
                        <a:pt x="7598" y="4280"/>
                      </a:cubicBezTo>
                      <a:cubicBezTo>
                        <a:pt x="7146" y="6116"/>
                        <a:pt x="6920" y="8037"/>
                        <a:pt x="6920" y="9957"/>
                      </a:cubicBezTo>
                      <a:cubicBezTo>
                        <a:pt x="6920" y="23232"/>
                        <a:pt x="17738" y="34051"/>
                        <a:pt x="31042" y="34051"/>
                      </a:cubicBezTo>
                      <a:cubicBezTo>
                        <a:pt x="32935" y="34051"/>
                        <a:pt x="34488" y="35604"/>
                        <a:pt x="34488" y="37497"/>
                      </a:cubicBezTo>
                      <a:cubicBezTo>
                        <a:pt x="34488" y="39389"/>
                        <a:pt x="32935" y="40942"/>
                        <a:pt x="31042" y="40942"/>
                      </a:cubicBezTo>
                      <a:close/>
                    </a:path>
                  </a:pathLst>
                </a:custGeom>
                <a:solidFill>
                  <a:srgbClr val="01355A"/>
                </a:solidFill>
                <a:ln w="2824" cap="flat">
                  <a:noFill/>
                  <a:prstDash val="solid"/>
                  <a:miter/>
                </a:ln>
              </p:spPr>
              <p:txBody>
                <a:bodyPr rtlCol="1" anchor="ctr"/>
                <a:lstStyle/>
                <a:p>
                  <a:endParaRPr lang="ar-SA"/>
                </a:p>
              </p:txBody>
            </p:sp>
            <p:sp>
              <p:nvSpPr>
                <p:cNvPr id="7778" name="شكل حر: شكل 8666">
                  <a:extLst>
                    <a:ext uri="{FF2B5EF4-FFF2-40B4-BE49-F238E27FC236}">
                      <a16:creationId xmlns:a16="http://schemas.microsoft.com/office/drawing/2014/main" id="{03D63623-EFAE-2021-FCD0-25F2F40B20BE}"/>
                    </a:ext>
                  </a:extLst>
                </p:cNvPr>
                <p:cNvSpPr/>
                <p:nvPr/>
              </p:nvSpPr>
              <p:spPr>
                <a:xfrm>
                  <a:off x="10361235" y="1568188"/>
                  <a:ext cx="133544" cy="74963"/>
                </a:xfrm>
                <a:custGeom>
                  <a:avLst/>
                  <a:gdLst>
                    <a:gd name="connsiteX0" fmla="*/ 130099 w 133544"/>
                    <a:gd name="connsiteY0" fmla="*/ 74963 h 74963"/>
                    <a:gd name="connsiteX1" fmla="*/ 37482 w 133544"/>
                    <a:gd name="connsiteY1" fmla="*/ 74963 h 74963"/>
                    <a:gd name="connsiteX2" fmla="*/ 0 w 133544"/>
                    <a:gd name="connsiteY2" fmla="*/ 37482 h 74963"/>
                    <a:gd name="connsiteX3" fmla="*/ 37482 w 133544"/>
                    <a:gd name="connsiteY3" fmla="*/ 0 h 74963"/>
                    <a:gd name="connsiteX4" fmla="*/ 68552 w 133544"/>
                    <a:gd name="connsiteY4" fmla="*/ 16467 h 74963"/>
                    <a:gd name="connsiteX5" fmla="*/ 74964 w 133544"/>
                    <a:gd name="connsiteY5" fmla="*/ 37482 h 74963"/>
                    <a:gd name="connsiteX6" fmla="*/ 71517 w 133544"/>
                    <a:gd name="connsiteY6" fmla="*/ 40928 h 74963"/>
                    <a:gd name="connsiteX7" fmla="*/ 68071 w 133544"/>
                    <a:gd name="connsiteY7" fmla="*/ 37482 h 74963"/>
                    <a:gd name="connsiteX8" fmla="*/ 62846 w 133544"/>
                    <a:gd name="connsiteY8" fmla="*/ 20309 h 74963"/>
                    <a:gd name="connsiteX9" fmla="*/ 37482 w 133544"/>
                    <a:gd name="connsiteY9" fmla="*/ 6864 h 74963"/>
                    <a:gd name="connsiteX10" fmla="*/ 6892 w 133544"/>
                    <a:gd name="connsiteY10" fmla="*/ 37454 h 74963"/>
                    <a:gd name="connsiteX11" fmla="*/ 37482 w 133544"/>
                    <a:gd name="connsiteY11" fmla="*/ 68043 h 74963"/>
                    <a:gd name="connsiteX12" fmla="*/ 130099 w 133544"/>
                    <a:gd name="connsiteY12" fmla="*/ 68043 h 74963"/>
                    <a:gd name="connsiteX13" fmla="*/ 133545 w 133544"/>
                    <a:gd name="connsiteY13" fmla="*/ 71489 h 74963"/>
                    <a:gd name="connsiteX14" fmla="*/ 130099 w 133544"/>
                    <a:gd name="connsiteY14" fmla="*/ 74935 h 74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3544" h="74963">
                      <a:moveTo>
                        <a:pt x="130099" y="74963"/>
                      </a:moveTo>
                      <a:lnTo>
                        <a:pt x="37482" y="74963"/>
                      </a:lnTo>
                      <a:cubicBezTo>
                        <a:pt x="16806" y="74963"/>
                        <a:pt x="0" y="58157"/>
                        <a:pt x="0" y="37482"/>
                      </a:cubicBezTo>
                      <a:cubicBezTo>
                        <a:pt x="0" y="16806"/>
                        <a:pt x="16806" y="0"/>
                        <a:pt x="37482" y="0"/>
                      </a:cubicBezTo>
                      <a:cubicBezTo>
                        <a:pt x="49938" y="0"/>
                        <a:pt x="61547" y="6157"/>
                        <a:pt x="68552" y="16467"/>
                      </a:cubicBezTo>
                      <a:cubicBezTo>
                        <a:pt x="72760" y="22681"/>
                        <a:pt x="74964" y="29968"/>
                        <a:pt x="74964" y="37482"/>
                      </a:cubicBezTo>
                      <a:cubicBezTo>
                        <a:pt x="74964" y="39374"/>
                        <a:pt x="73410" y="40928"/>
                        <a:pt x="71517" y="40928"/>
                      </a:cubicBezTo>
                      <a:cubicBezTo>
                        <a:pt x="69625" y="40928"/>
                        <a:pt x="68071" y="39374"/>
                        <a:pt x="68071" y="37482"/>
                      </a:cubicBezTo>
                      <a:cubicBezTo>
                        <a:pt x="68071" y="31324"/>
                        <a:pt x="66264" y="25393"/>
                        <a:pt x="62846" y="20309"/>
                      </a:cubicBezTo>
                      <a:cubicBezTo>
                        <a:pt x="57141" y="11891"/>
                        <a:pt x="47650" y="6864"/>
                        <a:pt x="37482" y="6864"/>
                      </a:cubicBezTo>
                      <a:cubicBezTo>
                        <a:pt x="20619" y="6864"/>
                        <a:pt x="6892" y="20591"/>
                        <a:pt x="6892" y="37454"/>
                      </a:cubicBezTo>
                      <a:cubicBezTo>
                        <a:pt x="6892" y="54316"/>
                        <a:pt x="20619" y="68043"/>
                        <a:pt x="37482" y="68043"/>
                      </a:cubicBezTo>
                      <a:lnTo>
                        <a:pt x="130099" y="68043"/>
                      </a:lnTo>
                      <a:cubicBezTo>
                        <a:pt x="131991" y="68043"/>
                        <a:pt x="133545" y="69597"/>
                        <a:pt x="133545" y="71489"/>
                      </a:cubicBezTo>
                      <a:cubicBezTo>
                        <a:pt x="133545" y="73382"/>
                        <a:pt x="131991" y="74935"/>
                        <a:pt x="130099" y="74935"/>
                      </a:cubicBezTo>
                      <a:close/>
                    </a:path>
                  </a:pathLst>
                </a:custGeom>
                <a:solidFill>
                  <a:srgbClr val="01355A"/>
                </a:solidFill>
                <a:ln w="2824" cap="flat">
                  <a:noFill/>
                  <a:prstDash val="solid"/>
                  <a:miter/>
                </a:ln>
              </p:spPr>
              <p:txBody>
                <a:bodyPr rtlCol="1" anchor="ctr"/>
                <a:lstStyle/>
                <a:p>
                  <a:endParaRPr lang="ar-SA"/>
                </a:p>
              </p:txBody>
            </p:sp>
          </p:grpSp>
          <p:grpSp>
            <p:nvGrpSpPr>
              <p:cNvPr id="7772" name="رسم 8014">
                <a:extLst>
                  <a:ext uri="{FF2B5EF4-FFF2-40B4-BE49-F238E27FC236}">
                    <a16:creationId xmlns:a16="http://schemas.microsoft.com/office/drawing/2014/main" id="{EA8DC191-07D0-3515-9CFC-FDE03B0EA18A}"/>
                  </a:ext>
                </a:extLst>
              </p:cNvPr>
              <p:cNvGrpSpPr/>
              <p:nvPr/>
            </p:nvGrpSpPr>
            <p:grpSpPr>
              <a:xfrm>
                <a:off x="10536272" y="1568188"/>
                <a:ext cx="133544" cy="74963"/>
                <a:chOff x="10536272" y="1568188"/>
                <a:chExt cx="133544" cy="74963"/>
              </a:xfrm>
              <a:solidFill>
                <a:srgbClr val="01355A"/>
              </a:solidFill>
            </p:grpSpPr>
            <p:sp>
              <p:nvSpPr>
                <p:cNvPr id="7773" name="شكل حر: شكل 8668">
                  <a:extLst>
                    <a:ext uri="{FF2B5EF4-FFF2-40B4-BE49-F238E27FC236}">
                      <a16:creationId xmlns:a16="http://schemas.microsoft.com/office/drawing/2014/main" id="{8738B5B0-4511-D2D0-F43E-A54D4DBAF415}"/>
                    </a:ext>
                  </a:extLst>
                </p:cNvPr>
                <p:cNvSpPr/>
                <p:nvPr/>
              </p:nvSpPr>
              <p:spPr>
                <a:xfrm>
                  <a:off x="10562964" y="1581181"/>
                  <a:ext cx="44634" cy="34459"/>
                </a:xfrm>
                <a:custGeom>
                  <a:avLst/>
                  <a:gdLst>
                    <a:gd name="connsiteX0" fmla="*/ 3446 w 44634"/>
                    <a:gd name="connsiteY0" fmla="*/ 34431 h 34459"/>
                    <a:gd name="connsiteX1" fmla="*/ 0 w 44634"/>
                    <a:gd name="connsiteY1" fmla="*/ 30985 h 34459"/>
                    <a:gd name="connsiteX2" fmla="*/ 10140 w 44634"/>
                    <a:gd name="connsiteY2" fmla="*/ 8050 h 34459"/>
                    <a:gd name="connsiteX3" fmla="*/ 30985 w 44634"/>
                    <a:gd name="connsiteY3" fmla="*/ 0 h 34459"/>
                    <a:gd name="connsiteX4" fmla="*/ 42481 w 44634"/>
                    <a:gd name="connsiteY4" fmla="*/ 2203 h 34459"/>
                    <a:gd name="connsiteX5" fmla="*/ 44374 w 44634"/>
                    <a:gd name="connsiteY5" fmla="*/ 6694 h 34459"/>
                    <a:gd name="connsiteX6" fmla="*/ 39883 w 44634"/>
                    <a:gd name="connsiteY6" fmla="*/ 8587 h 34459"/>
                    <a:gd name="connsiteX7" fmla="*/ 30957 w 44634"/>
                    <a:gd name="connsiteY7" fmla="*/ 6892 h 34459"/>
                    <a:gd name="connsiteX8" fmla="*/ 14772 w 44634"/>
                    <a:gd name="connsiteY8" fmla="*/ 13162 h 34459"/>
                    <a:gd name="connsiteX9" fmla="*/ 6892 w 44634"/>
                    <a:gd name="connsiteY9" fmla="*/ 31014 h 34459"/>
                    <a:gd name="connsiteX10" fmla="*/ 3446 w 44634"/>
                    <a:gd name="connsiteY10" fmla="*/ 34460 h 34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4634" h="34459">
                      <a:moveTo>
                        <a:pt x="3446" y="34431"/>
                      </a:moveTo>
                      <a:cubicBezTo>
                        <a:pt x="1554" y="34431"/>
                        <a:pt x="0" y="32878"/>
                        <a:pt x="0" y="30985"/>
                      </a:cubicBezTo>
                      <a:cubicBezTo>
                        <a:pt x="0" y="22286"/>
                        <a:pt x="3700" y="13925"/>
                        <a:pt x="10140" y="8050"/>
                      </a:cubicBezTo>
                      <a:cubicBezTo>
                        <a:pt x="15846" y="2853"/>
                        <a:pt x="23246" y="0"/>
                        <a:pt x="30985" y="0"/>
                      </a:cubicBezTo>
                      <a:cubicBezTo>
                        <a:pt x="34997" y="0"/>
                        <a:pt x="38866" y="734"/>
                        <a:pt x="42481" y="2203"/>
                      </a:cubicBezTo>
                      <a:cubicBezTo>
                        <a:pt x="44232" y="2909"/>
                        <a:pt x="45108" y="4915"/>
                        <a:pt x="44374" y="6694"/>
                      </a:cubicBezTo>
                      <a:cubicBezTo>
                        <a:pt x="43667" y="8445"/>
                        <a:pt x="41662" y="9321"/>
                        <a:pt x="39883" y="8587"/>
                      </a:cubicBezTo>
                      <a:cubicBezTo>
                        <a:pt x="37087" y="7457"/>
                        <a:pt x="34092" y="6892"/>
                        <a:pt x="30957" y="6892"/>
                      </a:cubicBezTo>
                      <a:cubicBezTo>
                        <a:pt x="24941" y="6892"/>
                        <a:pt x="19207" y="9123"/>
                        <a:pt x="14772" y="13162"/>
                      </a:cubicBezTo>
                      <a:cubicBezTo>
                        <a:pt x="9745" y="17738"/>
                        <a:pt x="6892" y="24235"/>
                        <a:pt x="6892" y="31014"/>
                      </a:cubicBezTo>
                      <a:cubicBezTo>
                        <a:pt x="6892" y="32906"/>
                        <a:pt x="5339" y="34460"/>
                        <a:pt x="3446" y="34460"/>
                      </a:cubicBezTo>
                      <a:close/>
                    </a:path>
                  </a:pathLst>
                </a:custGeom>
                <a:solidFill>
                  <a:srgbClr val="01355A"/>
                </a:solidFill>
                <a:ln w="2824" cap="flat">
                  <a:noFill/>
                  <a:prstDash val="solid"/>
                  <a:miter/>
                </a:ln>
              </p:spPr>
              <p:txBody>
                <a:bodyPr rtlCol="1" anchor="ctr"/>
                <a:lstStyle/>
                <a:p>
                  <a:endParaRPr lang="ar-SA"/>
                </a:p>
              </p:txBody>
            </p:sp>
            <p:sp>
              <p:nvSpPr>
                <p:cNvPr id="7774" name="شكل حر: شكل 8669">
                  <a:extLst>
                    <a:ext uri="{FF2B5EF4-FFF2-40B4-BE49-F238E27FC236}">
                      <a16:creationId xmlns:a16="http://schemas.microsoft.com/office/drawing/2014/main" id="{F55B29A2-F5E1-DF88-732B-27ABBB8D583B}"/>
                    </a:ext>
                  </a:extLst>
                </p:cNvPr>
                <p:cNvSpPr/>
                <p:nvPr/>
              </p:nvSpPr>
              <p:spPr>
                <a:xfrm>
                  <a:off x="10590475" y="1602209"/>
                  <a:ext cx="34487" cy="40942"/>
                </a:xfrm>
                <a:custGeom>
                  <a:avLst/>
                  <a:gdLst>
                    <a:gd name="connsiteX0" fmla="*/ 3446 w 34487"/>
                    <a:gd name="connsiteY0" fmla="*/ 40942 h 40942"/>
                    <a:gd name="connsiteX1" fmla="*/ 0 w 34487"/>
                    <a:gd name="connsiteY1" fmla="*/ 37497 h 40942"/>
                    <a:gd name="connsiteX2" fmla="*/ 3446 w 34487"/>
                    <a:gd name="connsiteY2" fmla="*/ 34051 h 40942"/>
                    <a:gd name="connsiteX3" fmla="*/ 27568 w 34487"/>
                    <a:gd name="connsiteY3" fmla="*/ 9957 h 40942"/>
                    <a:gd name="connsiteX4" fmla="*/ 26890 w 34487"/>
                    <a:gd name="connsiteY4" fmla="*/ 4280 h 40942"/>
                    <a:gd name="connsiteX5" fmla="*/ 29403 w 34487"/>
                    <a:gd name="connsiteY5" fmla="*/ 100 h 40942"/>
                    <a:gd name="connsiteX6" fmla="*/ 33584 w 34487"/>
                    <a:gd name="connsiteY6" fmla="*/ 2613 h 40942"/>
                    <a:gd name="connsiteX7" fmla="*/ 34488 w 34487"/>
                    <a:gd name="connsiteY7" fmla="*/ 9957 h 40942"/>
                    <a:gd name="connsiteX8" fmla="*/ 3502 w 34487"/>
                    <a:gd name="connsiteY8" fmla="*/ 40942 h 40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487" h="40942">
                      <a:moveTo>
                        <a:pt x="3446" y="40942"/>
                      </a:moveTo>
                      <a:cubicBezTo>
                        <a:pt x="1554" y="40942"/>
                        <a:pt x="0" y="39389"/>
                        <a:pt x="0" y="37497"/>
                      </a:cubicBezTo>
                      <a:cubicBezTo>
                        <a:pt x="0" y="35604"/>
                        <a:pt x="1554" y="34051"/>
                        <a:pt x="3446" y="34051"/>
                      </a:cubicBezTo>
                      <a:cubicBezTo>
                        <a:pt x="16749" y="34051"/>
                        <a:pt x="27568" y="23261"/>
                        <a:pt x="27568" y="9957"/>
                      </a:cubicBezTo>
                      <a:cubicBezTo>
                        <a:pt x="27568" y="8037"/>
                        <a:pt x="27341" y="6116"/>
                        <a:pt x="26890" y="4280"/>
                      </a:cubicBezTo>
                      <a:cubicBezTo>
                        <a:pt x="26438" y="2444"/>
                        <a:pt x="27568" y="580"/>
                        <a:pt x="29403" y="100"/>
                      </a:cubicBezTo>
                      <a:cubicBezTo>
                        <a:pt x="31268" y="-352"/>
                        <a:pt x="33132" y="777"/>
                        <a:pt x="33584" y="2613"/>
                      </a:cubicBezTo>
                      <a:cubicBezTo>
                        <a:pt x="34177" y="5014"/>
                        <a:pt x="34488" y="7472"/>
                        <a:pt x="34488" y="9957"/>
                      </a:cubicBezTo>
                      <a:cubicBezTo>
                        <a:pt x="34488" y="27046"/>
                        <a:pt x="20591" y="40942"/>
                        <a:pt x="3502" y="40942"/>
                      </a:cubicBezTo>
                      <a:close/>
                    </a:path>
                  </a:pathLst>
                </a:custGeom>
                <a:solidFill>
                  <a:srgbClr val="01355A"/>
                </a:solidFill>
                <a:ln w="2824" cap="flat">
                  <a:noFill/>
                  <a:prstDash val="solid"/>
                  <a:miter/>
                </a:ln>
              </p:spPr>
              <p:txBody>
                <a:bodyPr rtlCol="1" anchor="ctr"/>
                <a:lstStyle/>
                <a:p>
                  <a:endParaRPr lang="ar-SA"/>
                </a:p>
              </p:txBody>
            </p:sp>
            <p:sp>
              <p:nvSpPr>
                <p:cNvPr id="7775" name="شكل حر: شكل 8670">
                  <a:extLst>
                    <a:ext uri="{FF2B5EF4-FFF2-40B4-BE49-F238E27FC236}">
                      <a16:creationId xmlns:a16="http://schemas.microsoft.com/office/drawing/2014/main" id="{D440690D-41C5-A7F2-0539-392F58C40BAD}"/>
                    </a:ext>
                  </a:extLst>
                </p:cNvPr>
                <p:cNvSpPr/>
                <p:nvPr/>
              </p:nvSpPr>
              <p:spPr>
                <a:xfrm>
                  <a:off x="10536272" y="1568188"/>
                  <a:ext cx="133544" cy="74963"/>
                </a:xfrm>
                <a:custGeom>
                  <a:avLst/>
                  <a:gdLst>
                    <a:gd name="connsiteX0" fmla="*/ 96063 w 133544"/>
                    <a:gd name="connsiteY0" fmla="*/ 74963 h 74963"/>
                    <a:gd name="connsiteX1" fmla="*/ 3446 w 133544"/>
                    <a:gd name="connsiteY1" fmla="*/ 74963 h 74963"/>
                    <a:gd name="connsiteX2" fmla="*/ 0 w 133544"/>
                    <a:gd name="connsiteY2" fmla="*/ 71518 h 74963"/>
                    <a:gd name="connsiteX3" fmla="*/ 3446 w 133544"/>
                    <a:gd name="connsiteY3" fmla="*/ 68072 h 74963"/>
                    <a:gd name="connsiteX4" fmla="*/ 96063 w 133544"/>
                    <a:gd name="connsiteY4" fmla="*/ 68072 h 74963"/>
                    <a:gd name="connsiteX5" fmla="*/ 126653 w 133544"/>
                    <a:gd name="connsiteY5" fmla="*/ 37482 h 74963"/>
                    <a:gd name="connsiteX6" fmla="*/ 96063 w 133544"/>
                    <a:gd name="connsiteY6" fmla="*/ 6892 h 74963"/>
                    <a:gd name="connsiteX7" fmla="*/ 70698 w 133544"/>
                    <a:gd name="connsiteY7" fmla="*/ 20337 h 74963"/>
                    <a:gd name="connsiteX8" fmla="*/ 65473 w 133544"/>
                    <a:gd name="connsiteY8" fmla="*/ 37482 h 74963"/>
                    <a:gd name="connsiteX9" fmla="*/ 62027 w 133544"/>
                    <a:gd name="connsiteY9" fmla="*/ 40928 h 74963"/>
                    <a:gd name="connsiteX10" fmla="*/ 58581 w 133544"/>
                    <a:gd name="connsiteY10" fmla="*/ 37482 h 74963"/>
                    <a:gd name="connsiteX11" fmla="*/ 64993 w 133544"/>
                    <a:gd name="connsiteY11" fmla="*/ 16467 h 74963"/>
                    <a:gd name="connsiteX12" fmla="*/ 96063 w 133544"/>
                    <a:gd name="connsiteY12" fmla="*/ 0 h 74963"/>
                    <a:gd name="connsiteX13" fmla="*/ 133545 w 133544"/>
                    <a:gd name="connsiteY13" fmla="*/ 37482 h 74963"/>
                    <a:gd name="connsiteX14" fmla="*/ 96063 w 133544"/>
                    <a:gd name="connsiteY14" fmla="*/ 74963 h 74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3544" h="74963">
                      <a:moveTo>
                        <a:pt x="96063" y="74963"/>
                      </a:moveTo>
                      <a:lnTo>
                        <a:pt x="3446" y="74963"/>
                      </a:lnTo>
                      <a:cubicBezTo>
                        <a:pt x="1554" y="74963"/>
                        <a:pt x="0" y="73410"/>
                        <a:pt x="0" y="71518"/>
                      </a:cubicBezTo>
                      <a:cubicBezTo>
                        <a:pt x="0" y="69625"/>
                        <a:pt x="1554" y="68072"/>
                        <a:pt x="3446" y="68072"/>
                      </a:cubicBezTo>
                      <a:lnTo>
                        <a:pt x="96063" y="68072"/>
                      </a:lnTo>
                      <a:cubicBezTo>
                        <a:pt x="112925" y="68072"/>
                        <a:pt x="126653" y="54344"/>
                        <a:pt x="126653" y="37482"/>
                      </a:cubicBezTo>
                      <a:cubicBezTo>
                        <a:pt x="126653" y="20619"/>
                        <a:pt x="112925" y="6892"/>
                        <a:pt x="96063" y="6892"/>
                      </a:cubicBezTo>
                      <a:cubicBezTo>
                        <a:pt x="85894" y="6892"/>
                        <a:pt x="76432" y="11920"/>
                        <a:pt x="70698" y="20337"/>
                      </a:cubicBezTo>
                      <a:cubicBezTo>
                        <a:pt x="67281" y="25393"/>
                        <a:pt x="65473" y="31324"/>
                        <a:pt x="65473" y="37482"/>
                      </a:cubicBezTo>
                      <a:cubicBezTo>
                        <a:pt x="65473" y="39374"/>
                        <a:pt x="63919" y="40928"/>
                        <a:pt x="62027" y="40928"/>
                      </a:cubicBezTo>
                      <a:cubicBezTo>
                        <a:pt x="60135" y="40928"/>
                        <a:pt x="58581" y="39374"/>
                        <a:pt x="58581" y="37482"/>
                      </a:cubicBezTo>
                      <a:cubicBezTo>
                        <a:pt x="58581" y="29940"/>
                        <a:pt x="60813" y="22681"/>
                        <a:pt x="64993" y="16467"/>
                      </a:cubicBezTo>
                      <a:cubicBezTo>
                        <a:pt x="71998" y="6157"/>
                        <a:pt x="83606" y="0"/>
                        <a:pt x="96063" y="0"/>
                      </a:cubicBezTo>
                      <a:cubicBezTo>
                        <a:pt x="116739" y="0"/>
                        <a:pt x="133545" y="16806"/>
                        <a:pt x="133545" y="37482"/>
                      </a:cubicBezTo>
                      <a:cubicBezTo>
                        <a:pt x="133545" y="58157"/>
                        <a:pt x="116739" y="74963"/>
                        <a:pt x="96063" y="74963"/>
                      </a:cubicBezTo>
                      <a:close/>
                    </a:path>
                  </a:pathLst>
                </a:custGeom>
                <a:solidFill>
                  <a:srgbClr val="01355A"/>
                </a:solidFill>
                <a:ln w="2824" cap="flat">
                  <a:noFill/>
                  <a:prstDash val="solid"/>
                  <a:miter/>
                </a:ln>
              </p:spPr>
              <p:txBody>
                <a:bodyPr rtlCol="1" anchor="ctr"/>
                <a:lstStyle/>
                <a:p>
                  <a:endParaRPr lang="ar-SA"/>
                </a:p>
              </p:txBody>
            </p:sp>
          </p:grpSp>
        </p:grpSp>
        <p:grpSp>
          <p:nvGrpSpPr>
            <p:cNvPr id="7765" name="رسم 8014">
              <a:extLst>
                <a:ext uri="{FF2B5EF4-FFF2-40B4-BE49-F238E27FC236}">
                  <a16:creationId xmlns:a16="http://schemas.microsoft.com/office/drawing/2014/main" id="{93C891E5-ADC7-2D40-2EB2-564CF56F9277}"/>
                </a:ext>
              </a:extLst>
            </p:cNvPr>
            <p:cNvGrpSpPr/>
            <p:nvPr/>
          </p:nvGrpSpPr>
          <p:grpSpPr>
            <a:xfrm>
              <a:off x="10403258" y="1325637"/>
              <a:ext cx="224533" cy="266474"/>
              <a:chOff x="10403258" y="1325637"/>
              <a:chExt cx="224533" cy="266474"/>
            </a:xfrm>
            <a:solidFill>
              <a:srgbClr val="17A3A3"/>
            </a:solidFill>
          </p:grpSpPr>
          <p:sp>
            <p:nvSpPr>
              <p:cNvPr id="7766" name="شكل حر: شكل 8672">
                <a:extLst>
                  <a:ext uri="{FF2B5EF4-FFF2-40B4-BE49-F238E27FC236}">
                    <a16:creationId xmlns:a16="http://schemas.microsoft.com/office/drawing/2014/main" id="{7F0DE36F-2229-9CB9-9B2F-AE8D2AE8910C}"/>
                  </a:ext>
                </a:extLst>
              </p:cNvPr>
              <p:cNvSpPr/>
              <p:nvPr/>
            </p:nvSpPr>
            <p:spPr>
              <a:xfrm>
                <a:off x="10403258" y="1452242"/>
                <a:ext cx="67970" cy="98348"/>
              </a:xfrm>
              <a:custGeom>
                <a:avLst/>
                <a:gdLst>
                  <a:gd name="connsiteX0" fmla="*/ 64518 w 67970"/>
                  <a:gd name="connsiteY0" fmla="*/ 98349 h 98348"/>
                  <a:gd name="connsiteX1" fmla="*/ 3451 w 67970"/>
                  <a:gd name="connsiteY1" fmla="*/ 98349 h 98348"/>
                  <a:gd name="connsiteX2" fmla="*/ 853 w 67970"/>
                  <a:gd name="connsiteY2" fmla="*/ 97163 h 98348"/>
                  <a:gd name="connsiteX3" fmla="*/ 34 w 67970"/>
                  <a:gd name="connsiteY3" fmla="*/ 94423 h 98348"/>
                  <a:gd name="connsiteX4" fmla="*/ 56638 w 67970"/>
                  <a:gd name="connsiteY4" fmla="*/ 761 h 98348"/>
                  <a:gd name="connsiteX5" fmla="*/ 60197 w 67970"/>
                  <a:gd name="connsiteY5" fmla="*/ 309 h 98348"/>
                  <a:gd name="connsiteX6" fmla="*/ 62230 w 67970"/>
                  <a:gd name="connsiteY6" fmla="*/ 3247 h 98348"/>
                  <a:gd name="connsiteX7" fmla="*/ 67964 w 67970"/>
                  <a:gd name="connsiteY7" fmla="*/ 94677 h 98348"/>
                  <a:gd name="connsiteX8" fmla="*/ 67032 w 67970"/>
                  <a:gd name="connsiteY8" fmla="*/ 97248 h 98348"/>
                  <a:gd name="connsiteX9" fmla="*/ 64518 w 67970"/>
                  <a:gd name="connsiteY9" fmla="*/ 98321 h 98348"/>
                  <a:gd name="connsiteX10" fmla="*/ 7434 w 67970"/>
                  <a:gd name="connsiteY10" fmla="*/ 91457 h 98348"/>
                  <a:gd name="connsiteX11" fmla="*/ 60846 w 67970"/>
                  <a:gd name="connsiteY11" fmla="*/ 91457 h 98348"/>
                  <a:gd name="connsiteX12" fmla="*/ 55762 w 67970"/>
                  <a:gd name="connsiteY12" fmla="*/ 10364 h 98348"/>
                  <a:gd name="connsiteX13" fmla="*/ 7434 w 67970"/>
                  <a:gd name="connsiteY13" fmla="*/ 91457 h 98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7970" h="98348">
                    <a:moveTo>
                      <a:pt x="64518" y="98349"/>
                    </a:moveTo>
                    <a:lnTo>
                      <a:pt x="3451" y="98349"/>
                    </a:lnTo>
                    <a:cubicBezTo>
                      <a:pt x="2463" y="98349"/>
                      <a:pt x="1502" y="97925"/>
                      <a:pt x="853" y="97163"/>
                    </a:cubicBezTo>
                    <a:cubicBezTo>
                      <a:pt x="203" y="96428"/>
                      <a:pt x="-108" y="95412"/>
                      <a:pt x="34" y="94423"/>
                    </a:cubicBezTo>
                    <a:cubicBezTo>
                      <a:pt x="6728" y="44428"/>
                      <a:pt x="29635" y="22425"/>
                      <a:pt x="56638" y="761"/>
                    </a:cubicBezTo>
                    <a:cubicBezTo>
                      <a:pt x="57626" y="-58"/>
                      <a:pt x="59010" y="-228"/>
                      <a:pt x="60197" y="309"/>
                    </a:cubicBezTo>
                    <a:cubicBezTo>
                      <a:pt x="61383" y="817"/>
                      <a:pt x="62174" y="1947"/>
                      <a:pt x="62230" y="3247"/>
                    </a:cubicBezTo>
                    <a:lnTo>
                      <a:pt x="67964" y="94677"/>
                    </a:lnTo>
                    <a:cubicBezTo>
                      <a:pt x="68021" y="95638"/>
                      <a:pt x="67681" y="96570"/>
                      <a:pt x="67032" y="97248"/>
                    </a:cubicBezTo>
                    <a:cubicBezTo>
                      <a:pt x="66382" y="97954"/>
                      <a:pt x="65479" y="98321"/>
                      <a:pt x="64518" y="98321"/>
                    </a:cubicBezTo>
                    <a:close/>
                    <a:moveTo>
                      <a:pt x="7434" y="91457"/>
                    </a:moveTo>
                    <a:lnTo>
                      <a:pt x="60846" y="91457"/>
                    </a:lnTo>
                    <a:lnTo>
                      <a:pt x="55762" y="10364"/>
                    </a:lnTo>
                    <a:cubicBezTo>
                      <a:pt x="32940" y="29261"/>
                      <a:pt x="13958" y="49823"/>
                      <a:pt x="7434" y="91457"/>
                    </a:cubicBezTo>
                    <a:close/>
                  </a:path>
                </a:pathLst>
              </a:custGeom>
              <a:solidFill>
                <a:srgbClr val="17A3A3"/>
              </a:solidFill>
              <a:ln w="2824" cap="flat">
                <a:noFill/>
                <a:prstDash val="solid"/>
                <a:miter/>
              </a:ln>
            </p:spPr>
            <p:txBody>
              <a:bodyPr rtlCol="1" anchor="ctr"/>
              <a:lstStyle/>
              <a:p>
                <a:endParaRPr lang="ar-SA"/>
              </a:p>
            </p:txBody>
          </p:sp>
          <p:sp>
            <p:nvSpPr>
              <p:cNvPr id="7767" name="شكل حر: شكل 8673">
                <a:extLst>
                  <a:ext uri="{FF2B5EF4-FFF2-40B4-BE49-F238E27FC236}">
                    <a16:creationId xmlns:a16="http://schemas.microsoft.com/office/drawing/2014/main" id="{1F8AA9E6-84A6-B9C7-D1CB-5763506E01AB}"/>
                  </a:ext>
                </a:extLst>
              </p:cNvPr>
              <p:cNvSpPr/>
              <p:nvPr/>
            </p:nvSpPr>
            <p:spPr>
              <a:xfrm>
                <a:off x="10457976" y="1325637"/>
                <a:ext cx="115100" cy="194872"/>
              </a:xfrm>
              <a:custGeom>
                <a:avLst/>
                <a:gdLst>
                  <a:gd name="connsiteX0" fmla="*/ 107191 w 115100"/>
                  <a:gd name="connsiteY0" fmla="*/ 194873 h 194872"/>
                  <a:gd name="connsiteX1" fmla="*/ 7937 w 115100"/>
                  <a:gd name="connsiteY1" fmla="*/ 194873 h 194872"/>
                  <a:gd name="connsiteX2" fmla="*/ 4491 w 115100"/>
                  <a:gd name="connsiteY2" fmla="*/ 191653 h 194872"/>
                  <a:gd name="connsiteX3" fmla="*/ 0 w 115100"/>
                  <a:gd name="connsiteY3" fmla="*/ 120163 h 194872"/>
                  <a:gd name="connsiteX4" fmla="*/ 55107 w 115100"/>
                  <a:gd name="connsiteY4" fmla="*/ 996 h 194872"/>
                  <a:gd name="connsiteX5" fmla="*/ 59965 w 115100"/>
                  <a:gd name="connsiteY5" fmla="*/ 996 h 194872"/>
                  <a:gd name="connsiteX6" fmla="*/ 115100 w 115100"/>
                  <a:gd name="connsiteY6" fmla="*/ 119937 h 194872"/>
                  <a:gd name="connsiteX7" fmla="*/ 110637 w 115100"/>
                  <a:gd name="connsiteY7" fmla="*/ 191653 h 194872"/>
                  <a:gd name="connsiteX8" fmla="*/ 107191 w 115100"/>
                  <a:gd name="connsiteY8" fmla="*/ 194873 h 194872"/>
                  <a:gd name="connsiteX9" fmla="*/ 11157 w 115100"/>
                  <a:gd name="connsiteY9" fmla="*/ 187981 h 194872"/>
                  <a:gd name="connsiteX10" fmla="*/ 103943 w 115100"/>
                  <a:gd name="connsiteY10" fmla="*/ 187981 h 194872"/>
                  <a:gd name="connsiteX11" fmla="*/ 108209 w 115100"/>
                  <a:gd name="connsiteY11" fmla="*/ 119711 h 194872"/>
                  <a:gd name="connsiteX12" fmla="*/ 57536 w 115100"/>
                  <a:gd name="connsiteY12" fmla="*/ 8311 h 194872"/>
                  <a:gd name="connsiteX13" fmla="*/ 6863 w 115100"/>
                  <a:gd name="connsiteY13" fmla="*/ 119937 h 194872"/>
                  <a:gd name="connsiteX14" fmla="*/ 11129 w 115100"/>
                  <a:gd name="connsiteY14" fmla="*/ 187981 h 194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5100" h="194872">
                    <a:moveTo>
                      <a:pt x="107191" y="194873"/>
                    </a:moveTo>
                    <a:lnTo>
                      <a:pt x="7937" y="194873"/>
                    </a:lnTo>
                    <a:cubicBezTo>
                      <a:pt x="6129" y="194873"/>
                      <a:pt x="4604" y="193460"/>
                      <a:pt x="4491" y="191653"/>
                    </a:cubicBezTo>
                    <a:lnTo>
                      <a:pt x="0" y="120163"/>
                    </a:lnTo>
                    <a:cubicBezTo>
                      <a:pt x="0" y="74321"/>
                      <a:pt x="15958" y="39861"/>
                      <a:pt x="55107" y="996"/>
                    </a:cubicBezTo>
                    <a:cubicBezTo>
                      <a:pt x="56463" y="-332"/>
                      <a:pt x="58609" y="-332"/>
                      <a:pt x="59965" y="996"/>
                    </a:cubicBezTo>
                    <a:cubicBezTo>
                      <a:pt x="99113" y="39861"/>
                      <a:pt x="115100" y="74321"/>
                      <a:pt x="115100" y="119937"/>
                    </a:cubicBezTo>
                    <a:lnTo>
                      <a:pt x="110637" y="191653"/>
                    </a:lnTo>
                    <a:cubicBezTo>
                      <a:pt x="110524" y="193460"/>
                      <a:pt x="109027" y="194873"/>
                      <a:pt x="107191" y="194873"/>
                    </a:cubicBezTo>
                    <a:close/>
                    <a:moveTo>
                      <a:pt x="11157" y="187981"/>
                    </a:moveTo>
                    <a:lnTo>
                      <a:pt x="103943" y="187981"/>
                    </a:lnTo>
                    <a:lnTo>
                      <a:pt x="108209" y="119711"/>
                    </a:lnTo>
                    <a:cubicBezTo>
                      <a:pt x="108209" y="77287"/>
                      <a:pt x="93492" y="44748"/>
                      <a:pt x="57536" y="8311"/>
                    </a:cubicBezTo>
                    <a:cubicBezTo>
                      <a:pt x="21579" y="44748"/>
                      <a:pt x="6863" y="77287"/>
                      <a:pt x="6863" y="119937"/>
                    </a:cubicBezTo>
                    <a:lnTo>
                      <a:pt x="11129" y="187981"/>
                    </a:lnTo>
                    <a:close/>
                  </a:path>
                </a:pathLst>
              </a:custGeom>
              <a:solidFill>
                <a:srgbClr val="17A3A3"/>
              </a:solidFill>
              <a:ln w="2824" cap="flat">
                <a:noFill/>
                <a:prstDash val="solid"/>
                <a:miter/>
              </a:ln>
            </p:spPr>
            <p:txBody>
              <a:bodyPr rtlCol="1" anchor="ctr"/>
              <a:lstStyle/>
              <a:p>
                <a:endParaRPr lang="ar-SA"/>
              </a:p>
            </p:txBody>
          </p:sp>
          <p:sp>
            <p:nvSpPr>
              <p:cNvPr id="7768" name="شكل حر: شكل 8674">
                <a:extLst>
                  <a:ext uri="{FF2B5EF4-FFF2-40B4-BE49-F238E27FC236}">
                    <a16:creationId xmlns:a16="http://schemas.microsoft.com/office/drawing/2014/main" id="{FF210F9C-4CD6-3BB2-75D7-7747CFC8CB99}"/>
                  </a:ext>
                </a:extLst>
              </p:cNvPr>
              <p:cNvSpPr/>
              <p:nvPr/>
            </p:nvSpPr>
            <p:spPr>
              <a:xfrm>
                <a:off x="10559823" y="1452290"/>
                <a:ext cx="67969" cy="98328"/>
              </a:xfrm>
              <a:custGeom>
                <a:avLst/>
                <a:gdLst>
                  <a:gd name="connsiteX0" fmla="*/ 64518 w 67969"/>
                  <a:gd name="connsiteY0" fmla="*/ 98301 h 98328"/>
                  <a:gd name="connsiteX1" fmla="*/ 3452 w 67969"/>
                  <a:gd name="connsiteY1" fmla="*/ 98301 h 98328"/>
                  <a:gd name="connsiteX2" fmla="*/ 938 w 67969"/>
                  <a:gd name="connsiteY2" fmla="*/ 97228 h 98328"/>
                  <a:gd name="connsiteX3" fmla="*/ 6 w 67969"/>
                  <a:gd name="connsiteY3" fmla="*/ 94657 h 98328"/>
                  <a:gd name="connsiteX4" fmla="*/ 5739 w 67969"/>
                  <a:gd name="connsiteY4" fmla="*/ 3226 h 98328"/>
                  <a:gd name="connsiteX5" fmla="*/ 7774 w 67969"/>
                  <a:gd name="connsiteY5" fmla="*/ 289 h 98328"/>
                  <a:gd name="connsiteX6" fmla="*/ 11332 w 67969"/>
                  <a:gd name="connsiteY6" fmla="*/ 741 h 98328"/>
                  <a:gd name="connsiteX7" fmla="*/ 67936 w 67969"/>
                  <a:gd name="connsiteY7" fmla="*/ 94403 h 98328"/>
                  <a:gd name="connsiteX8" fmla="*/ 67117 w 67969"/>
                  <a:gd name="connsiteY8" fmla="*/ 97143 h 98328"/>
                  <a:gd name="connsiteX9" fmla="*/ 64518 w 67969"/>
                  <a:gd name="connsiteY9" fmla="*/ 98329 h 98328"/>
                  <a:gd name="connsiteX10" fmla="*/ 7123 w 67969"/>
                  <a:gd name="connsiteY10" fmla="*/ 91409 h 98328"/>
                  <a:gd name="connsiteX11" fmla="*/ 60536 w 67969"/>
                  <a:gd name="connsiteY11" fmla="*/ 91409 h 98328"/>
                  <a:gd name="connsiteX12" fmla="*/ 12208 w 67969"/>
                  <a:gd name="connsiteY12" fmla="*/ 10316 h 98328"/>
                  <a:gd name="connsiteX13" fmla="*/ 7123 w 67969"/>
                  <a:gd name="connsiteY13" fmla="*/ 91409 h 98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7969" h="98328">
                    <a:moveTo>
                      <a:pt x="64518" y="98301"/>
                    </a:moveTo>
                    <a:lnTo>
                      <a:pt x="3452" y="98301"/>
                    </a:lnTo>
                    <a:cubicBezTo>
                      <a:pt x="2491" y="98301"/>
                      <a:pt x="1587" y="97905"/>
                      <a:pt x="938" y="97228"/>
                    </a:cubicBezTo>
                    <a:cubicBezTo>
                      <a:pt x="288" y="96521"/>
                      <a:pt x="-50" y="95589"/>
                      <a:pt x="6" y="94657"/>
                    </a:cubicBezTo>
                    <a:lnTo>
                      <a:pt x="5739" y="3226"/>
                    </a:lnTo>
                    <a:cubicBezTo>
                      <a:pt x="5824" y="1955"/>
                      <a:pt x="6615" y="797"/>
                      <a:pt x="7774" y="289"/>
                    </a:cubicBezTo>
                    <a:cubicBezTo>
                      <a:pt x="8960" y="-219"/>
                      <a:pt x="10315" y="-50"/>
                      <a:pt x="11332" y="741"/>
                    </a:cubicBezTo>
                    <a:cubicBezTo>
                      <a:pt x="38335" y="22405"/>
                      <a:pt x="61214" y="44408"/>
                      <a:pt x="67936" y="94403"/>
                    </a:cubicBezTo>
                    <a:cubicBezTo>
                      <a:pt x="68077" y="95391"/>
                      <a:pt x="67767" y="96380"/>
                      <a:pt x="67117" y="97143"/>
                    </a:cubicBezTo>
                    <a:cubicBezTo>
                      <a:pt x="66467" y="97877"/>
                      <a:pt x="65507" y="98329"/>
                      <a:pt x="64518" y="98329"/>
                    </a:cubicBezTo>
                    <a:close/>
                    <a:moveTo>
                      <a:pt x="7123" y="91409"/>
                    </a:moveTo>
                    <a:lnTo>
                      <a:pt x="60536" y="91409"/>
                    </a:lnTo>
                    <a:cubicBezTo>
                      <a:pt x="54011" y="49775"/>
                      <a:pt x="35030" y="29212"/>
                      <a:pt x="12208" y="10316"/>
                    </a:cubicBezTo>
                    <a:lnTo>
                      <a:pt x="7123" y="91409"/>
                    </a:lnTo>
                    <a:close/>
                  </a:path>
                </a:pathLst>
              </a:custGeom>
              <a:solidFill>
                <a:srgbClr val="17A3A3"/>
              </a:solidFill>
              <a:ln w="2824" cap="flat">
                <a:noFill/>
                <a:prstDash val="solid"/>
                <a:miter/>
              </a:ln>
            </p:spPr>
            <p:txBody>
              <a:bodyPr rtlCol="1" anchor="ctr"/>
              <a:lstStyle/>
              <a:p>
                <a:endParaRPr lang="ar-SA"/>
              </a:p>
            </p:txBody>
          </p:sp>
          <p:sp>
            <p:nvSpPr>
              <p:cNvPr id="7769" name="شكل حر: شكل 8675">
                <a:extLst>
                  <a:ext uri="{FF2B5EF4-FFF2-40B4-BE49-F238E27FC236}">
                    <a16:creationId xmlns:a16="http://schemas.microsoft.com/office/drawing/2014/main" id="{51CDDFBE-B649-BFE3-C2AC-A0A5CF677A8A}"/>
                  </a:ext>
                </a:extLst>
              </p:cNvPr>
              <p:cNvSpPr/>
              <p:nvPr/>
            </p:nvSpPr>
            <p:spPr>
              <a:xfrm>
                <a:off x="10498338" y="1545044"/>
                <a:ext cx="34374" cy="47067"/>
              </a:xfrm>
              <a:custGeom>
                <a:avLst/>
                <a:gdLst>
                  <a:gd name="connsiteX0" fmla="*/ 17201 w 34374"/>
                  <a:gd name="connsiteY0" fmla="*/ 47040 h 47067"/>
                  <a:gd name="connsiteX1" fmla="*/ 16156 w 34374"/>
                  <a:gd name="connsiteY1" fmla="*/ 46870 h 47067"/>
                  <a:gd name="connsiteX2" fmla="*/ 0 w 34374"/>
                  <a:gd name="connsiteY2" fmla="*/ 9247 h 47067"/>
                  <a:gd name="connsiteX3" fmla="*/ 480 w 34374"/>
                  <a:gd name="connsiteY3" fmla="*/ 2920 h 47067"/>
                  <a:gd name="connsiteX4" fmla="*/ 4406 w 34374"/>
                  <a:gd name="connsiteY4" fmla="*/ 39 h 47067"/>
                  <a:gd name="connsiteX5" fmla="*/ 7287 w 34374"/>
                  <a:gd name="connsiteY5" fmla="*/ 3965 h 47067"/>
                  <a:gd name="connsiteX6" fmla="*/ 6892 w 34374"/>
                  <a:gd name="connsiteY6" fmla="*/ 9247 h 47067"/>
                  <a:gd name="connsiteX7" fmla="*/ 17201 w 34374"/>
                  <a:gd name="connsiteY7" fmla="*/ 39696 h 47067"/>
                  <a:gd name="connsiteX8" fmla="*/ 27483 w 34374"/>
                  <a:gd name="connsiteY8" fmla="*/ 9247 h 47067"/>
                  <a:gd name="connsiteX9" fmla="*/ 27115 w 34374"/>
                  <a:gd name="connsiteY9" fmla="*/ 3994 h 47067"/>
                  <a:gd name="connsiteX10" fmla="*/ 29996 w 34374"/>
                  <a:gd name="connsiteY10" fmla="*/ 68 h 47067"/>
                  <a:gd name="connsiteX11" fmla="*/ 33923 w 34374"/>
                  <a:gd name="connsiteY11" fmla="*/ 2948 h 47067"/>
                  <a:gd name="connsiteX12" fmla="*/ 34375 w 34374"/>
                  <a:gd name="connsiteY12" fmla="*/ 9275 h 47067"/>
                  <a:gd name="connsiteX13" fmla="*/ 18246 w 34374"/>
                  <a:gd name="connsiteY13" fmla="*/ 46898 h 47067"/>
                  <a:gd name="connsiteX14" fmla="*/ 17201 w 34374"/>
                  <a:gd name="connsiteY14" fmla="*/ 47068 h 47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374" h="47067">
                    <a:moveTo>
                      <a:pt x="17201" y="47040"/>
                    </a:moveTo>
                    <a:cubicBezTo>
                      <a:pt x="16862" y="47040"/>
                      <a:pt x="16495" y="46983"/>
                      <a:pt x="16156" y="46870"/>
                    </a:cubicBezTo>
                    <a:cubicBezTo>
                      <a:pt x="11100" y="45288"/>
                      <a:pt x="0" y="33595"/>
                      <a:pt x="0" y="9247"/>
                    </a:cubicBezTo>
                    <a:cubicBezTo>
                      <a:pt x="0" y="7072"/>
                      <a:pt x="169" y="4954"/>
                      <a:pt x="480" y="2920"/>
                    </a:cubicBezTo>
                    <a:cubicBezTo>
                      <a:pt x="763" y="1028"/>
                      <a:pt x="2542" y="-243"/>
                      <a:pt x="4406" y="39"/>
                    </a:cubicBezTo>
                    <a:cubicBezTo>
                      <a:pt x="6299" y="322"/>
                      <a:pt x="7570" y="2101"/>
                      <a:pt x="7287" y="3965"/>
                    </a:cubicBezTo>
                    <a:cubicBezTo>
                      <a:pt x="7033" y="5632"/>
                      <a:pt x="6892" y="7411"/>
                      <a:pt x="6892" y="9247"/>
                    </a:cubicBezTo>
                    <a:cubicBezTo>
                      <a:pt x="6892" y="27409"/>
                      <a:pt x="13925" y="37154"/>
                      <a:pt x="17201" y="39696"/>
                    </a:cubicBezTo>
                    <a:cubicBezTo>
                      <a:pt x="20450" y="37154"/>
                      <a:pt x="27483" y="27409"/>
                      <a:pt x="27483" y="9247"/>
                    </a:cubicBezTo>
                    <a:cubicBezTo>
                      <a:pt x="27483" y="7298"/>
                      <a:pt x="27370" y="5547"/>
                      <a:pt x="27115" y="3994"/>
                    </a:cubicBezTo>
                    <a:cubicBezTo>
                      <a:pt x="26833" y="2101"/>
                      <a:pt x="28104" y="350"/>
                      <a:pt x="29996" y="68"/>
                    </a:cubicBezTo>
                    <a:cubicBezTo>
                      <a:pt x="31860" y="-215"/>
                      <a:pt x="33640" y="1056"/>
                      <a:pt x="33923" y="2948"/>
                    </a:cubicBezTo>
                    <a:cubicBezTo>
                      <a:pt x="34233" y="4869"/>
                      <a:pt x="34375" y="6988"/>
                      <a:pt x="34375" y="9275"/>
                    </a:cubicBezTo>
                    <a:cubicBezTo>
                      <a:pt x="34375" y="33595"/>
                      <a:pt x="23303" y="45288"/>
                      <a:pt x="18246" y="46898"/>
                    </a:cubicBezTo>
                    <a:cubicBezTo>
                      <a:pt x="17907" y="47012"/>
                      <a:pt x="17569" y="47068"/>
                      <a:pt x="17201" y="47068"/>
                    </a:cubicBezTo>
                    <a:close/>
                  </a:path>
                </a:pathLst>
              </a:custGeom>
              <a:solidFill>
                <a:srgbClr val="17A3A3"/>
              </a:solidFill>
              <a:ln w="2824" cap="flat">
                <a:noFill/>
                <a:prstDash val="solid"/>
                <a:miter/>
              </a:ln>
            </p:spPr>
            <p:txBody>
              <a:bodyPr rtlCol="1" anchor="ctr"/>
              <a:lstStyle/>
              <a:p>
                <a:endParaRPr lang="ar-SA"/>
              </a:p>
            </p:txBody>
          </p:sp>
          <p:sp>
            <p:nvSpPr>
              <p:cNvPr id="7770" name="شكل حر: شكل 8676">
                <a:extLst>
                  <a:ext uri="{FF2B5EF4-FFF2-40B4-BE49-F238E27FC236}">
                    <a16:creationId xmlns:a16="http://schemas.microsoft.com/office/drawing/2014/main" id="{C6DE560B-383E-EACD-118B-2353E3CE93A0}"/>
                  </a:ext>
                </a:extLst>
              </p:cNvPr>
              <p:cNvSpPr/>
              <p:nvPr/>
            </p:nvSpPr>
            <p:spPr>
              <a:xfrm>
                <a:off x="10493113" y="1391682"/>
                <a:ext cx="44797" cy="44797"/>
              </a:xfrm>
              <a:custGeom>
                <a:avLst/>
                <a:gdLst>
                  <a:gd name="connsiteX0" fmla="*/ 22398 w 44797"/>
                  <a:gd name="connsiteY0" fmla="*/ 44797 h 44797"/>
                  <a:gd name="connsiteX1" fmla="*/ 0 w 44797"/>
                  <a:gd name="connsiteY1" fmla="*/ 22399 h 44797"/>
                  <a:gd name="connsiteX2" fmla="*/ 22398 w 44797"/>
                  <a:gd name="connsiteY2" fmla="*/ 0 h 44797"/>
                  <a:gd name="connsiteX3" fmla="*/ 44798 w 44797"/>
                  <a:gd name="connsiteY3" fmla="*/ 22399 h 44797"/>
                  <a:gd name="connsiteX4" fmla="*/ 22398 w 44797"/>
                  <a:gd name="connsiteY4" fmla="*/ 44797 h 44797"/>
                  <a:gd name="connsiteX5" fmla="*/ 22398 w 44797"/>
                  <a:gd name="connsiteY5" fmla="*/ 6864 h 44797"/>
                  <a:gd name="connsiteX6" fmla="*/ 6892 w 44797"/>
                  <a:gd name="connsiteY6" fmla="*/ 22399 h 44797"/>
                  <a:gd name="connsiteX7" fmla="*/ 22398 w 44797"/>
                  <a:gd name="connsiteY7" fmla="*/ 37934 h 44797"/>
                  <a:gd name="connsiteX8" fmla="*/ 37933 w 44797"/>
                  <a:gd name="connsiteY8" fmla="*/ 22399 h 44797"/>
                  <a:gd name="connsiteX9" fmla="*/ 22398 w 44797"/>
                  <a:gd name="connsiteY9" fmla="*/ 6864 h 44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797" h="44797">
                    <a:moveTo>
                      <a:pt x="22398" y="44797"/>
                    </a:moveTo>
                    <a:cubicBezTo>
                      <a:pt x="10027" y="44797"/>
                      <a:pt x="0" y="34742"/>
                      <a:pt x="0" y="22399"/>
                    </a:cubicBezTo>
                    <a:cubicBezTo>
                      <a:pt x="0" y="10055"/>
                      <a:pt x="10056" y="0"/>
                      <a:pt x="22398" y="0"/>
                    </a:cubicBezTo>
                    <a:cubicBezTo>
                      <a:pt x="34742" y="0"/>
                      <a:pt x="44798" y="10055"/>
                      <a:pt x="44798" y="22399"/>
                    </a:cubicBezTo>
                    <a:cubicBezTo>
                      <a:pt x="44798" y="34742"/>
                      <a:pt x="34742" y="44797"/>
                      <a:pt x="22398" y="44797"/>
                    </a:cubicBezTo>
                    <a:close/>
                    <a:moveTo>
                      <a:pt x="22398" y="6864"/>
                    </a:moveTo>
                    <a:cubicBezTo>
                      <a:pt x="13840" y="6864"/>
                      <a:pt x="6892" y="13840"/>
                      <a:pt x="6892" y="22399"/>
                    </a:cubicBezTo>
                    <a:cubicBezTo>
                      <a:pt x="6892" y="30957"/>
                      <a:pt x="13840" y="37934"/>
                      <a:pt x="22398" y="37934"/>
                    </a:cubicBezTo>
                    <a:cubicBezTo>
                      <a:pt x="30957" y="37934"/>
                      <a:pt x="37933" y="30957"/>
                      <a:pt x="37933" y="22399"/>
                    </a:cubicBezTo>
                    <a:cubicBezTo>
                      <a:pt x="37933" y="13840"/>
                      <a:pt x="30957" y="6864"/>
                      <a:pt x="22398" y="6864"/>
                    </a:cubicBezTo>
                    <a:close/>
                  </a:path>
                </a:pathLst>
              </a:custGeom>
              <a:solidFill>
                <a:srgbClr val="17A3A3"/>
              </a:solidFill>
              <a:ln w="2824" cap="flat">
                <a:noFill/>
                <a:prstDash val="solid"/>
                <a:miter/>
              </a:ln>
            </p:spPr>
            <p:txBody>
              <a:bodyPr rtlCol="1" anchor="ctr"/>
              <a:lstStyle/>
              <a:p>
                <a:endParaRPr lang="ar-SA"/>
              </a:p>
            </p:txBody>
          </p:sp>
        </p:grpSp>
      </p:grpSp>
      <p:grpSp>
        <p:nvGrpSpPr>
          <p:cNvPr id="7779" name="رسم 8014">
            <a:extLst>
              <a:ext uri="{FF2B5EF4-FFF2-40B4-BE49-F238E27FC236}">
                <a16:creationId xmlns:a16="http://schemas.microsoft.com/office/drawing/2014/main" id="{3A232EA2-41AD-9277-F813-08B0B25D504A}"/>
              </a:ext>
            </a:extLst>
          </p:cNvPr>
          <p:cNvGrpSpPr/>
          <p:nvPr/>
        </p:nvGrpSpPr>
        <p:grpSpPr>
          <a:xfrm>
            <a:off x="5496471" y="2494829"/>
            <a:ext cx="252255" cy="228995"/>
            <a:chOff x="5651359" y="1349879"/>
            <a:chExt cx="301520" cy="290532"/>
          </a:xfrm>
        </p:grpSpPr>
        <p:grpSp>
          <p:nvGrpSpPr>
            <p:cNvPr id="7780" name="رسم 8014">
              <a:extLst>
                <a:ext uri="{FF2B5EF4-FFF2-40B4-BE49-F238E27FC236}">
                  <a16:creationId xmlns:a16="http://schemas.microsoft.com/office/drawing/2014/main" id="{7A6366E3-DBED-D25A-D864-CB52E7D2E24C}"/>
                </a:ext>
              </a:extLst>
            </p:cNvPr>
            <p:cNvGrpSpPr/>
            <p:nvPr/>
          </p:nvGrpSpPr>
          <p:grpSpPr>
            <a:xfrm>
              <a:off x="5758940" y="1453643"/>
              <a:ext cx="89974" cy="186768"/>
              <a:chOff x="5758940" y="1453643"/>
              <a:chExt cx="89974" cy="186768"/>
            </a:xfrm>
            <a:solidFill>
              <a:srgbClr val="01355A"/>
            </a:solidFill>
          </p:grpSpPr>
          <p:grpSp>
            <p:nvGrpSpPr>
              <p:cNvPr id="7785" name="رسم 8014">
                <a:extLst>
                  <a:ext uri="{FF2B5EF4-FFF2-40B4-BE49-F238E27FC236}">
                    <a16:creationId xmlns:a16="http://schemas.microsoft.com/office/drawing/2014/main" id="{814245AD-158E-8759-7C85-444CFAB544A8}"/>
                  </a:ext>
                </a:extLst>
              </p:cNvPr>
              <p:cNvGrpSpPr/>
              <p:nvPr/>
            </p:nvGrpSpPr>
            <p:grpSpPr>
              <a:xfrm>
                <a:off x="5758940" y="1453643"/>
                <a:ext cx="89974" cy="186768"/>
                <a:chOff x="5758940" y="1453643"/>
                <a:chExt cx="89974" cy="186768"/>
              </a:xfrm>
              <a:solidFill>
                <a:srgbClr val="01355A"/>
              </a:solidFill>
            </p:grpSpPr>
            <p:sp>
              <p:nvSpPr>
                <p:cNvPr id="7792" name="شكل حر: شكل 8680">
                  <a:extLst>
                    <a:ext uri="{FF2B5EF4-FFF2-40B4-BE49-F238E27FC236}">
                      <a16:creationId xmlns:a16="http://schemas.microsoft.com/office/drawing/2014/main" id="{EAA5CE12-36D8-6B7E-F29F-1BE6817454FC}"/>
                    </a:ext>
                  </a:extLst>
                </p:cNvPr>
                <p:cNvSpPr/>
                <p:nvPr/>
              </p:nvSpPr>
              <p:spPr>
                <a:xfrm>
                  <a:off x="5758940" y="1453643"/>
                  <a:ext cx="18767" cy="186768"/>
                </a:xfrm>
                <a:custGeom>
                  <a:avLst/>
                  <a:gdLst>
                    <a:gd name="connsiteX0" fmla="*/ 3452 w 18767"/>
                    <a:gd name="connsiteY0" fmla="*/ 186768 h 186768"/>
                    <a:gd name="connsiteX1" fmla="*/ 3226 w 18767"/>
                    <a:gd name="connsiteY1" fmla="*/ 186768 h 186768"/>
                    <a:gd name="connsiteX2" fmla="*/ 6 w 18767"/>
                    <a:gd name="connsiteY2" fmla="*/ 183096 h 186768"/>
                    <a:gd name="connsiteX3" fmla="*/ 11869 w 18767"/>
                    <a:gd name="connsiteY3" fmla="*/ 3229 h 186768"/>
                    <a:gd name="connsiteX4" fmla="*/ 15541 w 18767"/>
                    <a:gd name="connsiteY4" fmla="*/ 9 h 186768"/>
                    <a:gd name="connsiteX5" fmla="*/ 18761 w 18767"/>
                    <a:gd name="connsiteY5" fmla="*/ 3681 h 186768"/>
                    <a:gd name="connsiteX6" fmla="*/ 6898 w 18767"/>
                    <a:gd name="connsiteY6" fmla="*/ 183548 h 186768"/>
                    <a:gd name="connsiteX7" fmla="*/ 3452 w 18767"/>
                    <a:gd name="connsiteY7" fmla="*/ 186768 h 186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67" h="186768">
                      <a:moveTo>
                        <a:pt x="3452" y="186768"/>
                      </a:moveTo>
                      <a:cubicBezTo>
                        <a:pt x="3452" y="186768"/>
                        <a:pt x="3311" y="186768"/>
                        <a:pt x="3226" y="186768"/>
                      </a:cubicBezTo>
                      <a:cubicBezTo>
                        <a:pt x="1334" y="186655"/>
                        <a:pt x="-107" y="185017"/>
                        <a:pt x="6" y="183096"/>
                      </a:cubicBezTo>
                      <a:lnTo>
                        <a:pt x="11869" y="3229"/>
                      </a:lnTo>
                      <a:cubicBezTo>
                        <a:pt x="11982" y="1337"/>
                        <a:pt x="13705" y="-132"/>
                        <a:pt x="15541" y="9"/>
                      </a:cubicBezTo>
                      <a:cubicBezTo>
                        <a:pt x="17433" y="122"/>
                        <a:pt x="18874" y="1761"/>
                        <a:pt x="18761" y="3681"/>
                      </a:cubicBezTo>
                      <a:lnTo>
                        <a:pt x="6898" y="183548"/>
                      </a:lnTo>
                      <a:cubicBezTo>
                        <a:pt x="6785" y="185356"/>
                        <a:pt x="5260" y="186768"/>
                        <a:pt x="3452" y="186768"/>
                      </a:cubicBezTo>
                      <a:close/>
                    </a:path>
                  </a:pathLst>
                </a:custGeom>
                <a:solidFill>
                  <a:srgbClr val="01355A"/>
                </a:solidFill>
                <a:ln w="2824" cap="flat">
                  <a:noFill/>
                  <a:prstDash val="solid"/>
                  <a:miter/>
                </a:ln>
              </p:spPr>
              <p:txBody>
                <a:bodyPr rtlCol="1" anchor="ctr"/>
                <a:lstStyle/>
                <a:p>
                  <a:endParaRPr lang="ar-SA"/>
                </a:p>
              </p:txBody>
            </p:sp>
            <p:sp>
              <p:nvSpPr>
                <p:cNvPr id="7793" name="شكل حر: شكل 8681">
                  <a:extLst>
                    <a:ext uri="{FF2B5EF4-FFF2-40B4-BE49-F238E27FC236}">
                      <a16:creationId xmlns:a16="http://schemas.microsoft.com/office/drawing/2014/main" id="{9CC50A88-8CDF-717D-9B36-6DCAEBE5080F}"/>
                    </a:ext>
                  </a:extLst>
                </p:cNvPr>
                <p:cNvSpPr/>
                <p:nvPr/>
              </p:nvSpPr>
              <p:spPr>
                <a:xfrm>
                  <a:off x="5830147" y="1453643"/>
                  <a:ext cx="18767" cy="186768"/>
                </a:xfrm>
                <a:custGeom>
                  <a:avLst/>
                  <a:gdLst>
                    <a:gd name="connsiteX0" fmla="*/ 15316 w 18767"/>
                    <a:gd name="connsiteY0" fmla="*/ 186769 h 186768"/>
                    <a:gd name="connsiteX1" fmla="*/ 11869 w 18767"/>
                    <a:gd name="connsiteY1" fmla="*/ 183549 h 186768"/>
                    <a:gd name="connsiteX2" fmla="*/ 6 w 18767"/>
                    <a:gd name="connsiteY2" fmla="*/ 3681 h 186768"/>
                    <a:gd name="connsiteX3" fmla="*/ 3226 w 18767"/>
                    <a:gd name="connsiteY3" fmla="*/ 10 h 186768"/>
                    <a:gd name="connsiteX4" fmla="*/ 6898 w 18767"/>
                    <a:gd name="connsiteY4" fmla="*/ 3229 h 186768"/>
                    <a:gd name="connsiteX5" fmla="*/ 18761 w 18767"/>
                    <a:gd name="connsiteY5" fmla="*/ 183097 h 186768"/>
                    <a:gd name="connsiteX6" fmla="*/ 15541 w 18767"/>
                    <a:gd name="connsiteY6" fmla="*/ 186769 h 186768"/>
                    <a:gd name="connsiteX7" fmla="*/ 15316 w 18767"/>
                    <a:gd name="connsiteY7" fmla="*/ 186769 h 186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67" h="186768">
                      <a:moveTo>
                        <a:pt x="15316" y="186769"/>
                      </a:moveTo>
                      <a:cubicBezTo>
                        <a:pt x="13508" y="186769"/>
                        <a:pt x="12011" y="185385"/>
                        <a:pt x="11869" y="183549"/>
                      </a:cubicBezTo>
                      <a:lnTo>
                        <a:pt x="6" y="3681"/>
                      </a:lnTo>
                      <a:cubicBezTo>
                        <a:pt x="-107" y="1789"/>
                        <a:pt x="1306" y="151"/>
                        <a:pt x="3226" y="10"/>
                      </a:cubicBezTo>
                      <a:cubicBezTo>
                        <a:pt x="5119" y="-132"/>
                        <a:pt x="6757" y="1309"/>
                        <a:pt x="6898" y="3229"/>
                      </a:cubicBezTo>
                      <a:lnTo>
                        <a:pt x="18761" y="183097"/>
                      </a:lnTo>
                      <a:cubicBezTo>
                        <a:pt x="18874" y="184989"/>
                        <a:pt x="17462" y="186627"/>
                        <a:pt x="15541" y="186769"/>
                      </a:cubicBezTo>
                      <a:cubicBezTo>
                        <a:pt x="15457" y="186769"/>
                        <a:pt x="15400" y="186769"/>
                        <a:pt x="15316" y="186769"/>
                      </a:cubicBezTo>
                      <a:close/>
                    </a:path>
                  </a:pathLst>
                </a:custGeom>
                <a:solidFill>
                  <a:srgbClr val="01355A"/>
                </a:solidFill>
                <a:ln w="2824" cap="flat">
                  <a:noFill/>
                  <a:prstDash val="solid"/>
                  <a:miter/>
                </a:ln>
              </p:spPr>
              <p:txBody>
                <a:bodyPr rtlCol="1" anchor="ctr"/>
                <a:lstStyle/>
                <a:p>
                  <a:endParaRPr lang="ar-SA"/>
                </a:p>
              </p:txBody>
            </p:sp>
          </p:grpSp>
          <p:grpSp>
            <p:nvGrpSpPr>
              <p:cNvPr id="7786" name="رسم 8014">
                <a:extLst>
                  <a:ext uri="{FF2B5EF4-FFF2-40B4-BE49-F238E27FC236}">
                    <a16:creationId xmlns:a16="http://schemas.microsoft.com/office/drawing/2014/main" id="{1C0669EF-699D-D06F-281D-E99BED7F4283}"/>
                  </a:ext>
                </a:extLst>
              </p:cNvPr>
              <p:cNvGrpSpPr/>
              <p:nvPr/>
            </p:nvGrpSpPr>
            <p:grpSpPr>
              <a:xfrm>
                <a:off x="5760387" y="1475656"/>
                <a:ext cx="87080" cy="142780"/>
                <a:chOff x="5760387" y="1475656"/>
                <a:chExt cx="87080" cy="142780"/>
              </a:xfrm>
              <a:solidFill>
                <a:srgbClr val="01355A"/>
              </a:solidFill>
            </p:grpSpPr>
            <p:sp>
              <p:nvSpPr>
                <p:cNvPr id="7787" name="شكل حر: شكل 8683">
                  <a:extLst>
                    <a:ext uri="{FF2B5EF4-FFF2-40B4-BE49-F238E27FC236}">
                      <a16:creationId xmlns:a16="http://schemas.microsoft.com/office/drawing/2014/main" id="{EF625C27-E6FB-70A9-80B5-BAA592372CB0}"/>
                    </a:ext>
                  </a:extLst>
                </p:cNvPr>
                <p:cNvSpPr/>
                <p:nvPr/>
              </p:nvSpPr>
              <p:spPr>
                <a:xfrm>
                  <a:off x="5769425" y="1475656"/>
                  <a:ext cx="69003" cy="6891"/>
                </a:xfrm>
                <a:custGeom>
                  <a:avLst/>
                  <a:gdLst>
                    <a:gd name="connsiteX0" fmla="*/ 65558 w 69003"/>
                    <a:gd name="connsiteY0" fmla="*/ 6892 h 6891"/>
                    <a:gd name="connsiteX1" fmla="*/ 3446 w 69003"/>
                    <a:gd name="connsiteY1" fmla="*/ 6892 h 6891"/>
                    <a:gd name="connsiteX2" fmla="*/ 0 w 69003"/>
                    <a:gd name="connsiteY2" fmla="*/ 3446 h 6891"/>
                    <a:gd name="connsiteX3" fmla="*/ 3446 w 69003"/>
                    <a:gd name="connsiteY3" fmla="*/ 0 h 6891"/>
                    <a:gd name="connsiteX4" fmla="*/ 65558 w 69003"/>
                    <a:gd name="connsiteY4" fmla="*/ 0 h 6891"/>
                    <a:gd name="connsiteX5" fmla="*/ 69004 w 69003"/>
                    <a:gd name="connsiteY5" fmla="*/ 3446 h 6891"/>
                    <a:gd name="connsiteX6" fmla="*/ 65558 w 69003"/>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003" h="6891">
                      <a:moveTo>
                        <a:pt x="65558" y="6892"/>
                      </a:moveTo>
                      <a:lnTo>
                        <a:pt x="3446" y="6892"/>
                      </a:lnTo>
                      <a:cubicBezTo>
                        <a:pt x="1554" y="6892"/>
                        <a:pt x="0" y="5338"/>
                        <a:pt x="0" y="3446"/>
                      </a:cubicBezTo>
                      <a:cubicBezTo>
                        <a:pt x="0" y="1553"/>
                        <a:pt x="1554" y="0"/>
                        <a:pt x="3446" y="0"/>
                      </a:cubicBezTo>
                      <a:lnTo>
                        <a:pt x="65558" y="0"/>
                      </a:lnTo>
                      <a:cubicBezTo>
                        <a:pt x="67450" y="0"/>
                        <a:pt x="69004" y="1553"/>
                        <a:pt x="69004" y="3446"/>
                      </a:cubicBezTo>
                      <a:cubicBezTo>
                        <a:pt x="69004" y="5338"/>
                        <a:pt x="67450" y="6892"/>
                        <a:pt x="65558" y="6892"/>
                      </a:cubicBezTo>
                      <a:close/>
                    </a:path>
                  </a:pathLst>
                </a:custGeom>
                <a:solidFill>
                  <a:srgbClr val="01355A"/>
                </a:solidFill>
                <a:ln w="2824" cap="flat">
                  <a:noFill/>
                  <a:prstDash val="solid"/>
                  <a:miter/>
                </a:ln>
              </p:spPr>
              <p:txBody>
                <a:bodyPr rtlCol="1" anchor="ctr"/>
                <a:lstStyle/>
                <a:p>
                  <a:endParaRPr lang="ar-SA"/>
                </a:p>
              </p:txBody>
            </p:sp>
            <p:sp>
              <p:nvSpPr>
                <p:cNvPr id="7788" name="شكل حر: شكل 8684">
                  <a:extLst>
                    <a:ext uri="{FF2B5EF4-FFF2-40B4-BE49-F238E27FC236}">
                      <a16:creationId xmlns:a16="http://schemas.microsoft.com/office/drawing/2014/main" id="{8999C4E4-F181-E8F4-64D8-1399F7DEE677}"/>
                    </a:ext>
                  </a:extLst>
                </p:cNvPr>
                <p:cNvSpPr/>
                <p:nvPr/>
              </p:nvSpPr>
              <p:spPr>
                <a:xfrm>
                  <a:off x="5767081" y="1509635"/>
                  <a:ext cx="73635" cy="6891"/>
                </a:xfrm>
                <a:custGeom>
                  <a:avLst/>
                  <a:gdLst>
                    <a:gd name="connsiteX0" fmla="*/ 70190 w 73635"/>
                    <a:gd name="connsiteY0" fmla="*/ 6892 h 6891"/>
                    <a:gd name="connsiteX1" fmla="*/ 3446 w 73635"/>
                    <a:gd name="connsiteY1" fmla="*/ 6892 h 6891"/>
                    <a:gd name="connsiteX2" fmla="*/ 0 w 73635"/>
                    <a:gd name="connsiteY2" fmla="*/ 3446 h 6891"/>
                    <a:gd name="connsiteX3" fmla="*/ 3446 w 73635"/>
                    <a:gd name="connsiteY3" fmla="*/ 0 h 6891"/>
                    <a:gd name="connsiteX4" fmla="*/ 70190 w 73635"/>
                    <a:gd name="connsiteY4" fmla="*/ 0 h 6891"/>
                    <a:gd name="connsiteX5" fmla="*/ 73636 w 73635"/>
                    <a:gd name="connsiteY5" fmla="*/ 3446 h 6891"/>
                    <a:gd name="connsiteX6" fmla="*/ 70190 w 73635"/>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635" h="6891">
                      <a:moveTo>
                        <a:pt x="70190" y="6892"/>
                      </a:moveTo>
                      <a:lnTo>
                        <a:pt x="3446" y="6892"/>
                      </a:lnTo>
                      <a:cubicBezTo>
                        <a:pt x="1553" y="6892"/>
                        <a:pt x="0" y="5338"/>
                        <a:pt x="0" y="3446"/>
                      </a:cubicBezTo>
                      <a:cubicBezTo>
                        <a:pt x="0" y="1554"/>
                        <a:pt x="1553" y="0"/>
                        <a:pt x="3446" y="0"/>
                      </a:cubicBezTo>
                      <a:lnTo>
                        <a:pt x="70190" y="0"/>
                      </a:lnTo>
                      <a:cubicBezTo>
                        <a:pt x="72082" y="0"/>
                        <a:pt x="73636" y="1554"/>
                        <a:pt x="73636" y="3446"/>
                      </a:cubicBezTo>
                      <a:cubicBezTo>
                        <a:pt x="73636" y="5338"/>
                        <a:pt x="72082" y="6892"/>
                        <a:pt x="70190" y="6892"/>
                      </a:cubicBezTo>
                      <a:close/>
                    </a:path>
                  </a:pathLst>
                </a:custGeom>
                <a:solidFill>
                  <a:srgbClr val="01355A"/>
                </a:solidFill>
                <a:ln w="2824" cap="flat">
                  <a:noFill/>
                  <a:prstDash val="solid"/>
                  <a:miter/>
                </a:ln>
              </p:spPr>
              <p:txBody>
                <a:bodyPr rtlCol="1" anchor="ctr"/>
                <a:lstStyle/>
                <a:p>
                  <a:endParaRPr lang="ar-SA"/>
                </a:p>
              </p:txBody>
            </p:sp>
            <p:sp>
              <p:nvSpPr>
                <p:cNvPr id="7789" name="شكل حر: شكل 8685">
                  <a:extLst>
                    <a:ext uri="{FF2B5EF4-FFF2-40B4-BE49-F238E27FC236}">
                      <a16:creationId xmlns:a16="http://schemas.microsoft.com/office/drawing/2014/main" id="{358F6B70-5C28-9FB3-615C-F1446237B0C3}"/>
                    </a:ext>
                  </a:extLst>
                </p:cNvPr>
                <p:cNvSpPr/>
                <p:nvPr/>
              </p:nvSpPr>
              <p:spPr>
                <a:xfrm>
                  <a:off x="5764878" y="1543586"/>
                  <a:ext cx="78098" cy="6891"/>
                </a:xfrm>
                <a:custGeom>
                  <a:avLst/>
                  <a:gdLst>
                    <a:gd name="connsiteX0" fmla="*/ 74653 w 78098"/>
                    <a:gd name="connsiteY0" fmla="*/ 6892 h 6891"/>
                    <a:gd name="connsiteX1" fmla="*/ 3446 w 78098"/>
                    <a:gd name="connsiteY1" fmla="*/ 6892 h 6891"/>
                    <a:gd name="connsiteX2" fmla="*/ 0 w 78098"/>
                    <a:gd name="connsiteY2" fmla="*/ 3446 h 6891"/>
                    <a:gd name="connsiteX3" fmla="*/ 3446 w 78098"/>
                    <a:gd name="connsiteY3" fmla="*/ 0 h 6891"/>
                    <a:gd name="connsiteX4" fmla="*/ 74653 w 78098"/>
                    <a:gd name="connsiteY4" fmla="*/ 0 h 6891"/>
                    <a:gd name="connsiteX5" fmla="*/ 78099 w 78098"/>
                    <a:gd name="connsiteY5" fmla="*/ 3446 h 6891"/>
                    <a:gd name="connsiteX6" fmla="*/ 74653 w 78098"/>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098" h="6891">
                      <a:moveTo>
                        <a:pt x="74653" y="6892"/>
                      </a:moveTo>
                      <a:lnTo>
                        <a:pt x="3446" y="6892"/>
                      </a:lnTo>
                      <a:cubicBezTo>
                        <a:pt x="1553" y="6892"/>
                        <a:pt x="0" y="5338"/>
                        <a:pt x="0" y="3446"/>
                      </a:cubicBezTo>
                      <a:cubicBezTo>
                        <a:pt x="0" y="1553"/>
                        <a:pt x="1553" y="0"/>
                        <a:pt x="3446" y="0"/>
                      </a:cubicBezTo>
                      <a:lnTo>
                        <a:pt x="74653" y="0"/>
                      </a:lnTo>
                      <a:cubicBezTo>
                        <a:pt x="76545" y="0"/>
                        <a:pt x="78099" y="1553"/>
                        <a:pt x="78099" y="3446"/>
                      </a:cubicBezTo>
                      <a:cubicBezTo>
                        <a:pt x="78099" y="5338"/>
                        <a:pt x="76545" y="6892"/>
                        <a:pt x="74653" y="6892"/>
                      </a:cubicBezTo>
                      <a:close/>
                    </a:path>
                  </a:pathLst>
                </a:custGeom>
                <a:solidFill>
                  <a:srgbClr val="01355A"/>
                </a:solidFill>
                <a:ln w="2824" cap="flat">
                  <a:noFill/>
                  <a:prstDash val="solid"/>
                  <a:miter/>
                </a:ln>
              </p:spPr>
              <p:txBody>
                <a:bodyPr rtlCol="1" anchor="ctr"/>
                <a:lstStyle/>
                <a:p>
                  <a:endParaRPr lang="ar-SA"/>
                </a:p>
              </p:txBody>
            </p:sp>
            <p:sp>
              <p:nvSpPr>
                <p:cNvPr id="7790" name="شكل حر: شكل 8686">
                  <a:extLst>
                    <a:ext uri="{FF2B5EF4-FFF2-40B4-BE49-F238E27FC236}">
                      <a16:creationId xmlns:a16="http://schemas.microsoft.com/office/drawing/2014/main" id="{C92F3B66-E5BD-6A3D-2E2A-F74756AF40B8}"/>
                    </a:ext>
                  </a:extLst>
                </p:cNvPr>
                <p:cNvSpPr/>
                <p:nvPr/>
              </p:nvSpPr>
              <p:spPr>
                <a:xfrm>
                  <a:off x="5762618" y="1577566"/>
                  <a:ext cx="82589" cy="6891"/>
                </a:xfrm>
                <a:custGeom>
                  <a:avLst/>
                  <a:gdLst>
                    <a:gd name="connsiteX0" fmla="*/ 79144 w 82589"/>
                    <a:gd name="connsiteY0" fmla="*/ 6892 h 6891"/>
                    <a:gd name="connsiteX1" fmla="*/ 3446 w 82589"/>
                    <a:gd name="connsiteY1" fmla="*/ 6892 h 6891"/>
                    <a:gd name="connsiteX2" fmla="*/ 0 w 82589"/>
                    <a:gd name="connsiteY2" fmla="*/ 3446 h 6891"/>
                    <a:gd name="connsiteX3" fmla="*/ 3446 w 82589"/>
                    <a:gd name="connsiteY3" fmla="*/ 0 h 6891"/>
                    <a:gd name="connsiteX4" fmla="*/ 79144 w 82589"/>
                    <a:gd name="connsiteY4" fmla="*/ 0 h 6891"/>
                    <a:gd name="connsiteX5" fmla="*/ 82590 w 82589"/>
                    <a:gd name="connsiteY5" fmla="*/ 3446 h 6891"/>
                    <a:gd name="connsiteX6" fmla="*/ 79144 w 82589"/>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589" h="6891">
                      <a:moveTo>
                        <a:pt x="79144" y="6892"/>
                      </a:moveTo>
                      <a:lnTo>
                        <a:pt x="3446" y="6892"/>
                      </a:lnTo>
                      <a:cubicBezTo>
                        <a:pt x="1554" y="6892"/>
                        <a:pt x="0" y="5338"/>
                        <a:pt x="0" y="3446"/>
                      </a:cubicBezTo>
                      <a:cubicBezTo>
                        <a:pt x="0" y="1553"/>
                        <a:pt x="1554" y="0"/>
                        <a:pt x="3446" y="0"/>
                      </a:cubicBezTo>
                      <a:lnTo>
                        <a:pt x="79144" y="0"/>
                      </a:lnTo>
                      <a:cubicBezTo>
                        <a:pt x="81036" y="0"/>
                        <a:pt x="82590" y="1553"/>
                        <a:pt x="82590" y="3446"/>
                      </a:cubicBezTo>
                      <a:cubicBezTo>
                        <a:pt x="82590" y="5338"/>
                        <a:pt x="81036" y="6892"/>
                        <a:pt x="79144" y="6892"/>
                      </a:cubicBezTo>
                      <a:close/>
                    </a:path>
                  </a:pathLst>
                </a:custGeom>
                <a:solidFill>
                  <a:srgbClr val="01355A"/>
                </a:solidFill>
                <a:ln w="2824" cap="flat">
                  <a:noFill/>
                  <a:prstDash val="solid"/>
                  <a:miter/>
                </a:ln>
              </p:spPr>
              <p:txBody>
                <a:bodyPr rtlCol="1" anchor="ctr"/>
                <a:lstStyle/>
                <a:p>
                  <a:endParaRPr lang="ar-SA"/>
                </a:p>
              </p:txBody>
            </p:sp>
            <p:sp>
              <p:nvSpPr>
                <p:cNvPr id="7791" name="شكل حر: شكل 8687">
                  <a:extLst>
                    <a:ext uri="{FF2B5EF4-FFF2-40B4-BE49-F238E27FC236}">
                      <a16:creationId xmlns:a16="http://schemas.microsoft.com/office/drawing/2014/main" id="{A35467CC-0484-F254-402F-73708F638730}"/>
                    </a:ext>
                  </a:extLst>
                </p:cNvPr>
                <p:cNvSpPr/>
                <p:nvPr/>
              </p:nvSpPr>
              <p:spPr>
                <a:xfrm>
                  <a:off x="5760387" y="1611545"/>
                  <a:ext cx="87080" cy="6891"/>
                </a:xfrm>
                <a:custGeom>
                  <a:avLst/>
                  <a:gdLst>
                    <a:gd name="connsiteX0" fmla="*/ 83635 w 87080"/>
                    <a:gd name="connsiteY0" fmla="*/ 6892 h 6891"/>
                    <a:gd name="connsiteX1" fmla="*/ 3446 w 87080"/>
                    <a:gd name="connsiteY1" fmla="*/ 6892 h 6891"/>
                    <a:gd name="connsiteX2" fmla="*/ 0 w 87080"/>
                    <a:gd name="connsiteY2" fmla="*/ 3446 h 6891"/>
                    <a:gd name="connsiteX3" fmla="*/ 3446 w 87080"/>
                    <a:gd name="connsiteY3" fmla="*/ 0 h 6891"/>
                    <a:gd name="connsiteX4" fmla="*/ 83635 w 87080"/>
                    <a:gd name="connsiteY4" fmla="*/ 0 h 6891"/>
                    <a:gd name="connsiteX5" fmla="*/ 87081 w 87080"/>
                    <a:gd name="connsiteY5" fmla="*/ 3446 h 6891"/>
                    <a:gd name="connsiteX6" fmla="*/ 83635 w 87080"/>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7080" h="6891">
                      <a:moveTo>
                        <a:pt x="83635" y="6892"/>
                      </a:moveTo>
                      <a:lnTo>
                        <a:pt x="3446" y="6892"/>
                      </a:lnTo>
                      <a:cubicBezTo>
                        <a:pt x="1553" y="6892"/>
                        <a:pt x="0" y="5338"/>
                        <a:pt x="0" y="3446"/>
                      </a:cubicBezTo>
                      <a:cubicBezTo>
                        <a:pt x="0" y="1553"/>
                        <a:pt x="1553" y="0"/>
                        <a:pt x="3446" y="0"/>
                      </a:cubicBezTo>
                      <a:lnTo>
                        <a:pt x="83635" y="0"/>
                      </a:lnTo>
                      <a:cubicBezTo>
                        <a:pt x="85527" y="0"/>
                        <a:pt x="87081" y="1553"/>
                        <a:pt x="87081" y="3446"/>
                      </a:cubicBezTo>
                      <a:cubicBezTo>
                        <a:pt x="87081" y="5338"/>
                        <a:pt x="85527" y="6892"/>
                        <a:pt x="83635" y="6892"/>
                      </a:cubicBezTo>
                      <a:close/>
                    </a:path>
                  </a:pathLst>
                </a:custGeom>
                <a:solidFill>
                  <a:srgbClr val="01355A"/>
                </a:solidFill>
                <a:ln w="2824" cap="flat">
                  <a:noFill/>
                  <a:prstDash val="solid"/>
                  <a:miter/>
                </a:ln>
              </p:spPr>
              <p:txBody>
                <a:bodyPr rtlCol="1" anchor="ctr"/>
                <a:lstStyle/>
                <a:p>
                  <a:endParaRPr lang="ar-SA"/>
                </a:p>
              </p:txBody>
            </p:sp>
          </p:grpSp>
        </p:grpSp>
        <p:grpSp>
          <p:nvGrpSpPr>
            <p:cNvPr id="7781" name="رسم 8014">
              <a:extLst>
                <a:ext uri="{FF2B5EF4-FFF2-40B4-BE49-F238E27FC236}">
                  <a16:creationId xmlns:a16="http://schemas.microsoft.com/office/drawing/2014/main" id="{7883CBB3-BAE3-74BE-BAEB-CE3E5E768D16}"/>
                </a:ext>
              </a:extLst>
            </p:cNvPr>
            <p:cNvGrpSpPr/>
            <p:nvPr/>
          </p:nvGrpSpPr>
          <p:grpSpPr>
            <a:xfrm>
              <a:off x="5651359" y="1349879"/>
              <a:ext cx="301520" cy="193707"/>
              <a:chOff x="5651359" y="1349879"/>
              <a:chExt cx="301520" cy="193707"/>
            </a:xfrm>
            <a:solidFill>
              <a:srgbClr val="17A3A3"/>
            </a:solidFill>
          </p:grpSpPr>
          <p:sp>
            <p:nvSpPr>
              <p:cNvPr id="7782" name="شكل حر: شكل 8689">
                <a:extLst>
                  <a:ext uri="{FF2B5EF4-FFF2-40B4-BE49-F238E27FC236}">
                    <a16:creationId xmlns:a16="http://schemas.microsoft.com/office/drawing/2014/main" id="{32BEA9D3-C0C4-AAAE-A419-07CFA5AF4C39}"/>
                  </a:ext>
                </a:extLst>
              </p:cNvPr>
              <p:cNvSpPr/>
              <p:nvPr/>
            </p:nvSpPr>
            <p:spPr>
              <a:xfrm>
                <a:off x="5704372" y="1349879"/>
                <a:ext cx="174504" cy="91854"/>
              </a:xfrm>
              <a:custGeom>
                <a:avLst/>
                <a:gdLst>
                  <a:gd name="connsiteX0" fmla="*/ 171115 w 174504"/>
                  <a:gd name="connsiteY0" fmla="*/ 91854 h 91854"/>
                  <a:gd name="connsiteX1" fmla="*/ 167669 w 174504"/>
                  <a:gd name="connsiteY1" fmla="*/ 88408 h 91854"/>
                  <a:gd name="connsiteX2" fmla="*/ 86153 w 174504"/>
                  <a:gd name="connsiteY2" fmla="*/ 6892 h 91854"/>
                  <a:gd name="connsiteX3" fmla="*/ 6811 w 174504"/>
                  <a:gd name="connsiteY3" fmla="*/ 69512 h 91854"/>
                  <a:gd name="connsiteX4" fmla="*/ 2659 w 174504"/>
                  <a:gd name="connsiteY4" fmla="*/ 72082 h 91854"/>
                  <a:gd name="connsiteX5" fmla="*/ 89 w 174504"/>
                  <a:gd name="connsiteY5" fmla="*/ 67930 h 91854"/>
                  <a:gd name="connsiteX6" fmla="*/ 86124 w 174504"/>
                  <a:gd name="connsiteY6" fmla="*/ 0 h 91854"/>
                  <a:gd name="connsiteX7" fmla="*/ 174505 w 174504"/>
                  <a:gd name="connsiteY7" fmla="*/ 88380 h 91854"/>
                  <a:gd name="connsiteX8" fmla="*/ 171059 w 174504"/>
                  <a:gd name="connsiteY8" fmla="*/ 91826 h 91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4504" h="91854">
                    <a:moveTo>
                      <a:pt x="171115" y="91854"/>
                    </a:moveTo>
                    <a:cubicBezTo>
                      <a:pt x="169223" y="91854"/>
                      <a:pt x="167669" y="90301"/>
                      <a:pt x="167669" y="88408"/>
                    </a:cubicBezTo>
                    <a:cubicBezTo>
                      <a:pt x="167669" y="43470"/>
                      <a:pt x="131120" y="6892"/>
                      <a:pt x="86153" y="6892"/>
                    </a:cubicBezTo>
                    <a:cubicBezTo>
                      <a:pt x="48191" y="6892"/>
                      <a:pt x="15567" y="32652"/>
                      <a:pt x="6811" y="69512"/>
                    </a:cubicBezTo>
                    <a:cubicBezTo>
                      <a:pt x="6359" y="71376"/>
                      <a:pt x="4523" y="72506"/>
                      <a:pt x="2659" y="72082"/>
                    </a:cubicBezTo>
                    <a:cubicBezTo>
                      <a:pt x="795" y="71630"/>
                      <a:pt x="-335" y="69795"/>
                      <a:pt x="89" y="67930"/>
                    </a:cubicBezTo>
                    <a:cubicBezTo>
                      <a:pt x="9579" y="27935"/>
                      <a:pt x="44943" y="0"/>
                      <a:pt x="86124" y="0"/>
                    </a:cubicBezTo>
                    <a:cubicBezTo>
                      <a:pt x="134876" y="0"/>
                      <a:pt x="174505" y="39657"/>
                      <a:pt x="174505" y="88380"/>
                    </a:cubicBezTo>
                    <a:cubicBezTo>
                      <a:pt x="174505" y="90273"/>
                      <a:pt x="172951" y="91826"/>
                      <a:pt x="171059" y="91826"/>
                    </a:cubicBezTo>
                    <a:close/>
                  </a:path>
                </a:pathLst>
              </a:custGeom>
              <a:solidFill>
                <a:srgbClr val="17A3A3"/>
              </a:solidFill>
              <a:ln w="2824" cap="flat">
                <a:noFill/>
                <a:prstDash val="solid"/>
                <a:miter/>
              </a:ln>
            </p:spPr>
            <p:txBody>
              <a:bodyPr rtlCol="1" anchor="ctr"/>
              <a:lstStyle/>
              <a:p>
                <a:endParaRPr lang="ar-SA"/>
              </a:p>
            </p:txBody>
          </p:sp>
          <p:sp>
            <p:nvSpPr>
              <p:cNvPr id="7783" name="شكل حر: شكل 8690">
                <a:extLst>
                  <a:ext uri="{FF2B5EF4-FFF2-40B4-BE49-F238E27FC236}">
                    <a16:creationId xmlns:a16="http://schemas.microsoft.com/office/drawing/2014/main" id="{1B88F20E-473E-3A78-ABD3-7C97C1F2BA5B}"/>
                  </a:ext>
                </a:extLst>
              </p:cNvPr>
              <p:cNvSpPr/>
              <p:nvPr/>
            </p:nvSpPr>
            <p:spPr>
              <a:xfrm>
                <a:off x="5651359" y="1414617"/>
                <a:ext cx="98830" cy="128968"/>
              </a:xfrm>
              <a:custGeom>
                <a:avLst/>
                <a:gdLst>
                  <a:gd name="connsiteX0" fmla="*/ 95385 w 98830"/>
                  <a:gd name="connsiteY0" fmla="*/ 128941 h 128968"/>
                  <a:gd name="connsiteX1" fmla="*/ 64456 w 98830"/>
                  <a:gd name="connsiteY1" fmla="*/ 128941 h 128968"/>
                  <a:gd name="connsiteX2" fmla="*/ 0 w 98830"/>
                  <a:gd name="connsiteY2" fmla="*/ 64484 h 128968"/>
                  <a:gd name="connsiteX3" fmla="*/ 56039 w 98830"/>
                  <a:gd name="connsiteY3" fmla="*/ 565 h 128968"/>
                  <a:gd name="connsiteX4" fmla="*/ 64456 w 98830"/>
                  <a:gd name="connsiteY4" fmla="*/ 0 h 128968"/>
                  <a:gd name="connsiteX5" fmla="*/ 96656 w 98830"/>
                  <a:gd name="connsiteY5" fmla="*/ 8615 h 128968"/>
                  <a:gd name="connsiteX6" fmla="*/ 97927 w 98830"/>
                  <a:gd name="connsiteY6" fmla="*/ 13332 h 128968"/>
                  <a:gd name="connsiteX7" fmla="*/ 93210 w 98830"/>
                  <a:gd name="connsiteY7" fmla="*/ 14603 h 128968"/>
                  <a:gd name="connsiteX8" fmla="*/ 64456 w 98830"/>
                  <a:gd name="connsiteY8" fmla="*/ 6920 h 128968"/>
                  <a:gd name="connsiteX9" fmla="*/ 56943 w 98830"/>
                  <a:gd name="connsiteY9" fmla="*/ 7429 h 128968"/>
                  <a:gd name="connsiteX10" fmla="*/ 6892 w 98830"/>
                  <a:gd name="connsiteY10" fmla="*/ 64513 h 128968"/>
                  <a:gd name="connsiteX11" fmla="*/ 64456 w 98830"/>
                  <a:gd name="connsiteY11" fmla="*/ 122077 h 128968"/>
                  <a:gd name="connsiteX12" fmla="*/ 95385 w 98830"/>
                  <a:gd name="connsiteY12" fmla="*/ 122077 h 128968"/>
                  <a:gd name="connsiteX13" fmla="*/ 98831 w 98830"/>
                  <a:gd name="connsiteY13" fmla="*/ 125523 h 128968"/>
                  <a:gd name="connsiteX14" fmla="*/ 95385 w 98830"/>
                  <a:gd name="connsiteY14" fmla="*/ 128969 h 128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8830" h="128968">
                    <a:moveTo>
                      <a:pt x="95385" y="128941"/>
                    </a:moveTo>
                    <a:lnTo>
                      <a:pt x="64456" y="128941"/>
                    </a:lnTo>
                    <a:cubicBezTo>
                      <a:pt x="28923" y="128941"/>
                      <a:pt x="0" y="100045"/>
                      <a:pt x="0" y="64484"/>
                    </a:cubicBezTo>
                    <a:cubicBezTo>
                      <a:pt x="0" y="32200"/>
                      <a:pt x="24093" y="4717"/>
                      <a:pt x="56039" y="565"/>
                    </a:cubicBezTo>
                    <a:cubicBezTo>
                      <a:pt x="58779" y="198"/>
                      <a:pt x="61604" y="0"/>
                      <a:pt x="64456" y="0"/>
                    </a:cubicBezTo>
                    <a:cubicBezTo>
                      <a:pt x="75783" y="0"/>
                      <a:pt x="86911" y="2966"/>
                      <a:pt x="96656" y="8615"/>
                    </a:cubicBezTo>
                    <a:cubicBezTo>
                      <a:pt x="98294" y="9575"/>
                      <a:pt x="98859" y="11665"/>
                      <a:pt x="97927" y="13332"/>
                    </a:cubicBezTo>
                    <a:cubicBezTo>
                      <a:pt x="96967" y="14970"/>
                      <a:pt x="94877" y="15535"/>
                      <a:pt x="93210" y="14603"/>
                    </a:cubicBezTo>
                    <a:cubicBezTo>
                      <a:pt x="84511" y="9575"/>
                      <a:pt x="74568" y="6920"/>
                      <a:pt x="64456" y="6920"/>
                    </a:cubicBezTo>
                    <a:cubicBezTo>
                      <a:pt x="61914" y="6920"/>
                      <a:pt x="59400" y="7090"/>
                      <a:pt x="56943" y="7429"/>
                    </a:cubicBezTo>
                    <a:cubicBezTo>
                      <a:pt x="28387" y="11129"/>
                      <a:pt x="6892" y="35674"/>
                      <a:pt x="6892" y="64513"/>
                    </a:cubicBezTo>
                    <a:cubicBezTo>
                      <a:pt x="6892" y="96261"/>
                      <a:pt x="32708" y="122077"/>
                      <a:pt x="64456" y="122077"/>
                    </a:cubicBezTo>
                    <a:lnTo>
                      <a:pt x="95385" y="122077"/>
                    </a:lnTo>
                    <a:cubicBezTo>
                      <a:pt x="97278" y="122077"/>
                      <a:pt x="98831" y="123630"/>
                      <a:pt x="98831" y="125523"/>
                    </a:cubicBezTo>
                    <a:cubicBezTo>
                      <a:pt x="98831" y="127415"/>
                      <a:pt x="97278" y="128969"/>
                      <a:pt x="95385" y="128969"/>
                    </a:cubicBezTo>
                    <a:close/>
                  </a:path>
                </a:pathLst>
              </a:custGeom>
              <a:solidFill>
                <a:srgbClr val="17A3A3"/>
              </a:solidFill>
              <a:ln w="2824" cap="flat">
                <a:noFill/>
                <a:prstDash val="solid"/>
                <a:miter/>
              </a:ln>
            </p:spPr>
            <p:txBody>
              <a:bodyPr rtlCol="1" anchor="ctr"/>
              <a:lstStyle/>
              <a:p>
                <a:endParaRPr lang="ar-SA"/>
              </a:p>
            </p:txBody>
          </p:sp>
          <p:sp>
            <p:nvSpPr>
              <p:cNvPr id="7784" name="شكل حر: شكل 8691">
                <a:extLst>
                  <a:ext uri="{FF2B5EF4-FFF2-40B4-BE49-F238E27FC236}">
                    <a16:creationId xmlns:a16="http://schemas.microsoft.com/office/drawing/2014/main" id="{76530366-91C0-C5FA-90FF-6F40AFEFAF43}"/>
                  </a:ext>
                </a:extLst>
              </p:cNvPr>
              <p:cNvSpPr/>
              <p:nvPr/>
            </p:nvSpPr>
            <p:spPr>
              <a:xfrm>
                <a:off x="5857636" y="1403319"/>
                <a:ext cx="95243" cy="140238"/>
              </a:xfrm>
              <a:custGeom>
                <a:avLst/>
                <a:gdLst>
                  <a:gd name="connsiteX0" fmla="*/ 25167 w 95243"/>
                  <a:gd name="connsiteY0" fmla="*/ 140239 h 140238"/>
                  <a:gd name="connsiteX1" fmla="*/ 3446 w 95243"/>
                  <a:gd name="connsiteY1" fmla="*/ 140239 h 140238"/>
                  <a:gd name="connsiteX2" fmla="*/ 0 w 95243"/>
                  <a:gd name="connsiteY2" fmla="*/ 136793 h 140238"/>
                  <a:gd name="connsiteX3" fmla="*/ 3446 w 95243"/>
                  <a:gd name="connsiteY3" fmla="*/ 133347 h 140238"/>
                  <a:gd name="connsiteX4" fmla="*/ 25167 w 95243"/>
                  <a:gd name="connsiteY4" fmla="*/ 133347 h 140238"/>
                  <a:gd name="connsiteX5" fmla="*/ 88380 w 95243"/>
                  <a:gd name="connsiteY5" fmla="*/ 70133 h 140238"/>
                  <a:gd name="connsiteX6" fmla="*/ 25167 w 95243"/>
                  <a:gd name="connsiteY6" fmla="*/ 6920 h 140238"/>
                  <a:gd name="connsiteX7" fmla="*/ 12965 w 95243"/>
                  <a:gd name="connsiteY7" fmla="*/ 8107 h 140238"/>
                  <a:gd name="connsiteX8" fmla="*/ 12654 w 95243"/>
                  <a:gd name="connsiteY8" fmla="*/ 8163 h 140238"/>
                  <a:gd name="connsiteX9" fmla="*/ 8445 w 95243"/>
                  <a:gd name="connsiteY9" fmla="*/ 5649 h 140238"/>
                  <a:gd name="connsiteX10" fmla="*/ 10903 w 95243"/>
                  <a:gd name="connsiteY10" fmla="*/ 1469 h 140238"/>
                  <a:gd name="connsiteX11" fmla="*/ 11778 w 95243"/>
                  <a:gd name="connsiteY11" fmla="*/ 1299 h 140238"/>
                  <a:gd name="connsiteX12" fmla="*/ 25167 w 95243"/>
                  <a:gd name="connsiteY12" fmla="*/ 0 h 140238"/>
                  <a:gd name="connsiteX13" fmla="*/ 95244 w 95243"/>
                  <a:gd name="connsiteY13" fmla="*/ 70077 h 140238"/>
                  <a:gd name="connsiteX14" fmla="*/ 25167 w 95243"/>
                  <a:gd name="connsiteY14" fmla="*/ 140154 h 140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5243" h="140238">
                    <a:moveTo>
                      <a:pt x="25167" y="140239"/>
                    </a:moveTo>
                    <a:lnTo>
                      <a:pt x="3446" y="140239"/>
                    </a:lnTo>
                    <a:cubicBezTo>
                      <a:pt x="1554" y="140239"/>
                      <a:pt x="0" y="138685"/>
                      <a:pt x="0" y="136793"/>
                    </a:cubicBezTo>
                    <a:cubicBezTo>
                      <a:pt x="0" y="134900"/>
                      <a:pt x="1554" y="133347"/>
                      <a:pt x="3446" y="133347"/>
                    </a:cubicBezTo>
                    <a:lnTo>
                      <a:pt x="25167" y="133347"/>
                    </a:lnTo>
                    <a:cubicBezTo>
                      <a:pt x="60022" y="133347"/>
                      <a:pt x="88380" y="104988"/>
                      <a:pt x="88380" y="70133"/>
                    </a:cubicBezTo>
                    <a:cubicBezTo>
                      <a:pt x="88380" y="35279"/>
                      <a:pt x="60022" y="6920"/>
                      <a:pt x="25167" y="6920"/>
                    </a:cubicBezTo>
                    <a:cubicBezTo>
                      <a:pt x="21015" y="6920"/>
                      <a:pt x="16891" y="7316"/>
                      <a:pt x="12965" y="8107"/>
                    </a:cubicBezTo>
                    <a:cubicBezTo>
                      <a:pt x="12880" y="8107"/>
                      <a:pt x="12767" y="8135"/>
                      <a:pt x="12654" y="8163"/>
                    </a:cubicBezTo>
                    <a:cubicBezTo>
                      <a:pt x="10818" y="8615"/>
                      <a:pt x="8897" y="7485"/>
                      <a:pt x="8445" y="5649"/>
                    </a:cubicBezTo>
                    <a:cubicBezTo>
                      <a:pt x="7993" y="3813"/>
                      <a:pt x="9039" y="1949"/>
                      <a:pt x="10903" y="1469"/>
                    </a:cubicBezTo>
                    <a:cubicBezTo>
                      <a:pt x="11185" y="1384"/>
                      <a:pt x="11496" y="1356"/>
                      <a:pt x="11778" y="1299"/>
                    </a:cubicBezTo>
                    <a:cubicBezTo>
                      <a:pt x="16100" y="452"/>
                      <a:pt x="20619" y="0"/>
                      <a:pt x="25167" y="0"/>
                    </a:cubicBezTo>
                    <a:cubicBezTo>
                      <a:pt x="63806" y="0"/>
                      <a:pt x="95244" y="31437"/>
                      <a:pt x="95244" y="70077"/>
                    </a:cubicBezTo>
                    <a:cubicBezTo>
                      <a:pt x="95244" y="108717"/>
                      <a:pt x="63806" y="140154"/>
                      <a:pt x="25167" y="140154"/>
                    </a:cubicBezTo>
                    <a:close/>
                  </a:path>
                </a:pathLst>
              </a:custGeom>
              <a:solidFill>
                <a:srgbClr val="17A3A3"/>
              </a:solidFill>
              <a:ln w="2824" cap="flat">
                <a:noFill/>
                <a:prstDash val="solid"/>
                <a:miter/>
              </a:ln>
            </p:spPr>
            <p:txBody>
              <a:bodyPr rtlCol="1" anchor="ctr"/>
              <a:lstStyle/>
              <a:p>
                <a:endParaRPr lang="ar-SA"/>
              </a:p>
            </p:txBody>
          </p:sp>
        </p:grpSp>
      </p:grpSp>
      <p:grpSp>
        <p:nvGrpSpPr>
          <p:cNvPr id="7794" name="رسم 8014">
            <a:extLst>
              <a:ext uri="{FF2B5EF4-FFF2-40B4-BE49-F238E27FC236}">
                <a16:creationId xmlns:a16="http://schemas.microsoft.com/office/drawing/2014/main" id="{9960EA23-DCDD-91F8-BFC9-67007BD13E9C}"/>
              </a:ext>
            </a:extLst>
          </p:cNvPr>
          <p:cNvGrpSpPr/>
          <p:nvPr/>
        </p:nvGrpSpPr>
        <p:grpSpPr>
          <a:xfrm>
            <a:off x="8148062" y="2166827"/>
            <a:ext cx="245321" cy="229311"/>
            <a:chOff x="8820806" y="933733"/>
            <a:chExt cx="293232" cy="290933"/>
          </a:xfrm>
        </p:grpSpPr>
        <p:sp>
          <p:nvSpPr>
            <p:cNvPr id="7795" name="شكل حر: شكل 8693">
              <a:extLst>
                <a:ext uri="{FF2B5EF4-FFF2-40B4-BE49-F238E27FC236}">
                  <a16:creationId xmlns:a16="http://schemas.microsoft.com/office/drawing/2014/main" id="{D29F6EE6-D6A1-F904-8B4A-50E22E9FE867}"/>
                </a:ext>
              </a:extLst>
            </p:cNvPr>
            <p:cNvSpPr/>
            <p:nvPr/>
          </p:nvSpPr>
          <p:spPr>
            <a:xfrm>
              <a:off x="8880918" y="1126259"/>
              <a:ext cx="210852" cy="98407"/>
            </a:xfrm>
            <a:custGeom>
              <a:avLst/>
              <a:gdLst>
                <a:gd name="connsiteX0" fmla="*/ 3446 w 210852"/>
                <a:gd name="connsiteY0" fmla="*/ 98407 h 98407"/>
                <a:gd name="connsiteX1" fmla="*/ 0 w 210852"/>
                <a:gd name="connsiteY1" fmla="*/ 94961 h 98407"/>
                <a:gd name="connsiteX2" fmla="*/ 0 w 210852"/>
                <a:gd name="connsiteY2" fmla="*/ 64456 h 98407"/>
                <a:gd name="connsiteX3" fmla="*/ 3446 w 210852"/>
                <a:gd name="connsiteY3" fmla="*/ 61010 h 98407"/>
                <a:gd name="connsiteX4" fmla="*/ 67987 w 210852"/>
                <a:gd name="connsiteY4" fmla="*/ 61010 h 98407"/>
                <a:gd name="connsiteX5" fmla="*/ 67987 w 210852"/>
                <a:gd name="connsiteY5" fmla="*/ 33951 h 98407"/>
                <a:gd name="connsiteX6" fmla="*/ 71433 w 210852"/>
                <a:gd name="connsiteY6" fmla="*/ 30505 h 98407"/>
                <a:gd name="connsiteX7" fmla="*/ 135974 w 210852"/>
                <a:gd name="connsiteY7" fmla="*/ 30505 h 98407"/>
                <a:gd name="connsiteX8" fmla="*/ 135974 w 210852"/>
                <a:gd name="connsiteY8" fmla="*/ 3446 h 98407"/>
                <a:gd name="connsiteX9" fmla="*/ 139420 w 210852"/>
                <a:gd name="connsiteY9" fmla="*/ 0 h 98407"/>
                <a:gd name="connsiteX10" fmla="*/ 207406 w 210852"/>
                <a:gd name="connsiteY10" fmla="*/ 0 h 98407"/>
                <a:gd name="connsiteX11" fmla="*/ 210853 w 210852"/>
                <a:gd name="connsiteY11" fmla="*/ 3446 h 98407"/>
                <a:gd name="connsiteX12" fmla="*/ 207406 w 210852"/>
                <a:gd name="connsiteY12" fmla="*/ 6892 h 98407"/>
                <a:gd name="connsiteX13" fmla="*/ 142866 w 210852"/>
                <a:gd name="connsiteY13" fmla="*/ 6892 h 98407"/>
                <a:gd name="connsiteX14" fmla="*/ 142866 w 210852"/>
                <a:gd name="connsiteY14" fmla="*/ 33951 h 98407"/>
                <a:gd name="connsiteX15" fmla="*/ 139420 w 210852"/>
                <a:gd name="connsiteY15" fmla="*/ 37397 h 98407"/>
                <a:gd name="connsiteX16" fmla="*/ 74879 w 210852"/>
                <a:gd name="connsiteY16" fmla="*/ 37397 h 98407"/>
                <a:gd name="connsiteX17" fmla="*/ 74879 w 210852"/>
                <a:gd name="connsiteY17" fmla="*/ 64456 h 98407"/>
                <a:gd name="connsiteX18" fmla="*/ 71433 w 210852"/>
                <a:gd name="connsiteY18" fmla="*/ 67902 h 98407"/>
                <a:gd name="connsiteX19" fmla="*/ 6892 w 210852"/>
                <a:gd name="connsiteY19" fmla="*/ 67902 h 98407"/>
                <a:gd name="connsiteX20" fmla="*/ 6892 w 210852"/>
                <a:gd name="connsiteY20" fmla="*/ 94961 h 98407"/>
                <a:gd name="connsiteX21" fmla="*/ 3446 w 210852"/>
                <a:gd name="connsiteY21" fmla="*/ 98407 h 98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0852" h="98407">
                  <a:moveTo>
                    <a:pt x="3446" y="98407"/>
                  </a:moveTo>
                  <a:cubicBezTo>
                    <a:pt x="1554" y="98407"/>
                    <a:pt x="0" y="96854"/>
                    <a:pt x="0" y="94961"/>
                  </a:cubicBezTo>
                  <a:lnTo>
                    <a:pt x="0" y="64456"/>
                  </a:lnTo>
                  <a:cubicBezTo>
                    <a:pt x="0" y="62564"/>
                    <a:pt x="1554" y="61010"/>
                    <a:pt x="3446" y="61010"/>
                  </a:cubicBezTo>
                  <a:lnTo>
                    <a:pt x="67987" y="61010"/>
                  </a:lnTo>
                  <a:lnTo>
                    <a:pt x="67987" y="33951"/>
                  </a:lnTo>
                  <a:cubicBezTo>
                    <a:pt x="67987" y="32059"/>
                    <a:pt x="69541" y="30505"/>
                    <a:pt x="71433" y="30505"/>
                  </a:cubicBezTo>
                  <a:lnTo>
                    <a:pt x="135974" y="30505"/>
                  </a:lnTo>
                  <a:lnTo>
                    <a:pt x="135974" y="3446"/>
                  </a:lnTo>
                  <a:cubicBezTo>
                    <a:pt x="135974" y="1554"/>
                    <a:pt x="137527" y="0"/>
                    <a:pt x="139420" y="0"/>
                  </a:cubicBezTo>
                  <a:lnTo>
                    <a:pt x="207406" y="0"/>
                  </a:lnTo>
                  <a:cubicBezTo>
                    <a:pt x="209299" y="0"/>
                    <a:pt x="210853" y="1554"/>
                    <a:pt x="210853" y="3446"/>
                  </a:cubicBezTo>
                  <a:cubicBezTo>
                    <a:pt x="210853" y="5338"/>
                    <a:pt x="209299" y="6892"/>
                    <a:pt x="207406" y="6892"/>
                  </a:cubicBezTo>
                  <a:lnTo>
                    <a:pt x="142866" y="6892"/>
                  </a:lnTo>
                  <a:lnTo>
                    <a:pt x="142866" y="33951"/>
                  </a:lnTo>
                  <a:cubicBezTo>
                    <a:pt x="142866" y="35844"/>
                    <a:pt x="141312" y="37397"/>
                    <a:pt x="139420" y="37397"/>
                  </a:cubicBezTo>
                  <a:lnTo>
                    <a:pt x="74879" y="37397"/>
                  </a:lnTo>
                  <a:lnTo>
                    <a:pt x="74879" y="64456"/>
                  </a:lnTo>
                  <a:cubicBezTo>
                    <a:pt x="74879" y="66349"/>
                    <a:pt x="73325" y="67902"/>
                    <a:pt x="71433" y="67902"/>
                  </a:cubicBezTo>
                  <a:lnTo>
                    <a:pt x="6892" y="67902"/>
                  </a:lnTo>
                  <a:lnTo>
                    <a:pt x="6892" y="94961"/>
                  </a:lnTo>
                  <a:cubicBezTo>
                    <a:pt x="6892" y="96854"/>
                    <a:pt x="5339" y="98407"/>
                    <a:pt x="3446" y="98407"/>
                  </a:cubicBezTo>
                  <a:close/>
                </a:path>
              </a:pathLst>
            </a:custGeom>
            <a:solidFill>
              <a:srgbClr val="01355A"/>
            </a:solidFill>
            <a:ln w="2824" cap="flat">
              <a:noFill/>
              <a:prstDash val="solid"/>
              <a:miter/>
            </a:ln>
          </p:spPr>
          <p:txBody>
            <a:bodyPr rtlCol="1" anchor="ctr"/>
            <a:lstStyle/>
            <a:p>
              <a:endParaRPr lang="ar-SA"/>
            </a:p>
          </p:txBody>
        </p:sp>
        <p:grpSp>
          <p:nvGrpSpPr>
            <p:cNvPr id="7796" name="رسم 8014">
              <a:extLst>
                <a:ext uri="{FF2B5EF4-FFF2-40B4-BE49-F238E27FC236}">
                  <a16:creationId xmlns:a16="http://schemas.microsoft.com/office/drawing/2014/main" id="{3619DBD7-AE08-0C5E-94CB-13224B5EC77F}"/>
                </a:ext>
              </a:extLst>
            </p:cNvPr>
            <p:cNvGrpSpPr/>
            <p:nvPr/>
          </p:nvGrpSpPr>
          <p:grpSpPr>
            <a:xfrm>
              <a:off x="9050867" y="989648"/>
              <a:ext cx="63171" cy="116810"/>
              <a:chOff x="9050867" y="989648"/>
              <a:chExt cx="63171" cy="116810"/>
            </a:xfrm>
            <a:solidFill>
              <a:srgbClr val="01355A"/>
            </a:solidFill>
          </p:grpSpPr>
          <p:sp>
            <p:nvSpPr>
              <p:cNvPr id="7805" name="شكل حر: شكل 8695">
                <a:extLst>
                  <a:ext uri="{FF2B5EF4-FFF2-40B4-BE49-F238E27FC236}">
                    <a16:creationId xmlns:a16="http://schemas.microsoft.com/office/drawing/2014/main" id="{C3BD36EE-38BF-8AE6-AD9B-DDE275253AA5}"/>
                  </a:ext>
                </a:extLst>
              </p:cNvPr>
              <p:cNvSpPr/>
              <p:nvPr/>
            </p:nvSpPr>
            <p:spPr>
              <a:xfrm>
                <a:off x="9050867" y="989648"/>
                <a:ext cx="6867" cy="116810"/>
              </a:xfrm>
              <a:custGeom>
                <a:avLst/>
                <a:gdLst>
                  <a:gd name="connsiteX0" fmla="*/ 3450 w 6867"/>
                  <a:gd name="connsiteY0" fmla="*/ 116811 h 116810"/>
                  <a:gd name="connsiteX1" fmla="*/ 4 w 6867"/>
                  <a:gd name="connsiteY1" fmla="*/ 113365 h 116810"/>
                  <a:gd name="connsiteX2" fmla="*/ 4 w 6867"/>
                  <a:gd name="connsiteY2" fmla="*/ 3631 h 116810"/>
                  <a:gd name="connsiteX3" fmla="*/ 484 w 6867"/>
                  <a:gd name="connsiteY3" fmla="*/ 1682 h 116810"/>
                  <a:gd name="connsiteX4" fmla="*/ 5201 w 6867"/>
                  <a:gd name="connsiteY4" fmla="*/ 496 h 116810"/>
                  <a:gd name="connsiteX5" fmla="*/ 5201 w 6867"/>
                  <a:gd name="connsiteY5" fmla="*/ 496 h 116810"/>
                  <a:gd name="connsiteX6" fmla="*/ 6868 w 6867"/>
                  <a:gd name="connsiteY6" fmla="*/ 3462 h 116810"/>
                  <a:gd name="connsiteX7" fmla="*/ 6868 w 6867"/>
                  <a:gd name="connsiteY7" fmla="*/ 113365 h 116810"/>
                  <a:gd name="connsiteX8" fmla="*/ 3422 w 6867"/>
                  <a:gd name="connsiteY8" fmla="*/ 116811 h 116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67" h="116810">
                    <a:moveTo>
                      <a:pt x="3450" y="116811"/>
                    </a:moveTo>
                    <a:cubicBezTo>
                      <a:pt x="1557" y="116811"/>
                      <a:pt x="4" y="115257"/>
                      <a:pt x="4" y="113365"/>
                    </a:cubicBezTo>
                    <a:lnTo>
                      <a:pt x="4" y="3631"/>
                    </a:lnTo>
                    <a:cubicBezTo>
                      <a:pt x="-25" y="2982"/>
                      <a:pt x="117" y="2304"/>
                      <a:pt x="484" y="1682"/>
                    </a:cubicBezTo>
                    <a:cubicBezTo>
                      <a:pt x="1472" y="44"/>
                      <a:pt x="3591" y="-493"/>
                      <a:pt x="5201" y="496"/>
                    </a:cubicBezTo>
                    <a:lnTo>
                      <a:pt x="5201" y="496"/>
                    </a:lnTo>
                    <a:cubicBezTo>
                      <a:pt x="6246" y="1117"/>
                      <a:pt x="6868" y="2247"/>
                      <a:pt x="6868" y="3462"/>
                    </a:cubicBezTo>
                    <a:lnTo>
                      <a:pt x="6868" y="113365"/>
                    </a:lnTo>
                    <a:cubicBezTo>
                      <a:pt x="6868" y="115257"/>
                      <a:pt x="5314" y="116811"/>
                      <a:pt x="3422" y="116811"/>
                    </a:cubicBezTo>
                    <a:close/>
                  </a:path>
                </a:pathLst>
              </a:custGeom>
              <a:solidFill>
                <a:srgbClr val="01355A"/>
              </a:solidFill>
              <a:ln w="2824" cap="flat">
                <a:noFill/>
                <a:prstDash val="solid"/>
                <a:miter/>
              </a:ln>
            </p:spPr>
            <p:txBody>
              <a:bodyPr rtlCol="1" anchor="ctr"/>
              <a:lstStyle/>
              <a:p>
                <a:endParaRPr lang="ar-SA"/>
              </a:p>
            </p:txBody>
          </p:sp>
          <p:sp>
            <p:nvSpPr>
              <p:cNvPr id="7806" name="شكل حر: شكل 8696">
                <a:extLst>
                  <a:ext uri="{FF2B5EF4-FFF2-40B4-BE49-F238E27FC236}">
                    <a16:creationId xmlns:a16="http://schemas.microsoft.com/office/drawing/2014/main" id="{F8410EE8-7F04-9D00-D295-84971A03CEA7}"/>
                  </a:ext>
                </a:extLst>
              </p:cNvPr>
              <p:cNvSpPr/>
              <p:nvPr/>
            </p:nvSpPr>
            <p:spPr>
              <a:xfrm>
                <a:off x="9050899" y="989664"/>
                <a:ext cx="63139" cy="53525"/>
              </a:xfrm>
              <a:custGeom>
                <a:avLst/>
                <a:gdLst>
                  <a:gd name="connsiteX0" fmla="*/ 59683 w 63139"/>
                  <a:gd name="connsiteY0" fmla="*/ 53525 h 53525"/>
                  <a:gd name="connsiteX1" fmla="*/ 3447 w 63139"/>
                  <a:gd name="connsiteY1" fmla="*/ 53525 h 53525"/>
                  <a:gd name="connsiteX2" fmla="*/ 0 w 63139"/>
                  <a:gd name="connsiteY2" fmla="*/ 50079 h 53525"/>
                  <a:gd name="connsiteX3" fmla="*/ 0 w 63139"/>
                  <a:gd name="connsiteY3" fmla="*/ 3446 h 53525"/>
                  <a:gd name="connsiteX4" fmla="*/ 3447 w 63139"/>
                  <a:gd name="connsiteY4" fmla="*/ 0 h 53525"/>
                  <a:gd name="connsiteX5" fmla="*/ 59683 w 63139"/>
                  <a:gd name="connsiteY5" fmla="*/ 0 h 53525"/>
                  <a:gd name="connsiteX6" fmla="*/ 62762 w 63139"/>
                  <a:gd name="connsiteY6" fmla="*/ 1864 h 53525"/>
                  <a:gd name="connsiteX7" fmla="*/ 62479 w 63139"/>
                  <a:gd name="connsiteY7" fmla="*/ 5451 h 53525"/>
                  <a:gd name="connsiteX8" fmla="*/ 47142 w 63139"/>
                  <a:gd name="connsiteY8" fmla="*/ 26748 h 53525"/>
                  <a:gd name="connsiteX9" fmla="*/ 62479 w 63139"/>
                  <a:gd name="connsiteY9" fmla="*/ 48046 h 53525"/>
                  <a:gd name="connsiteX10" fmla="*/ 62762 w 63139"/>
                  <a:gd name="connsiteY10" fmla="*/ 51633 h 53525"/>
                  <a:gd name="connsiteX11" fmla="*/ 59683 w 63139"/>
                  <a:gd name="connsiteY11" fmla="*/ 53497 h 53525"/>
                  <a:gd name="connsiteX12" fmla="*/ 6864 w 63139"/>
                  <a:gd name="connsiteY12" fmla="*/ 46633 h 53525"/>
                  <a:gd name="connsiteX13" fmla="*/ 52932 w 63139"/>
                  <a:gd name="connsiteY13" fmla="*/ 46633 h 53525"/>
                  <a:gd name="connsiteX14" fmla="*/ 40081 w 63139"/>
                  <a:gd name="connsiteY14" fmla="*/ 28782 h 53525"/>
                  <a:gd name="connsiteX15" fmla="*/ 40081 w 63139"/>
                  <a:gd name="connsiteY15" fmla="*/ 24743 h 53525"/>
                  <a:gd name="connsiteX16" fmla="*/ 52932 w 63139"/>
                  <a:gd name="connsiteY16" fmla="*/ 6892 h 53525"/>
                  <a:gd name="connsiteX17" fmla="*/ 6864 w 63139"/>
                  <a:gd name="connsiteY17" fmla="*/ 6892 h 53525"/>
                  <a:gd name="connsiteX18" fmla="*/ 6864 w 63139"/>
                  <a:gd name="connsiteY18" fmla="*/ 46633 h 53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3139" h="53525">
                    <a:moveTo>
                      <a:pt x="59683" y="53525"/>
                    </a:moveTo>
                    <a:lnTo>
                      <a:pt x="3447" y="53525"/>
                    </a:lnTo>
                    <a:cubicBezTo>
                      <a:pt x="1554" y="53525"/>
                      <a:pt x="0" y="51972"/>
                      <a:pt x="0" y="50079"/>
                    </a:cubicBezTo>
                    <a:lnTo>
                      <a:pt x="0" y="3446"/>
                    </a:lnTo>
                    <a:cubicBezTo>
                      <a:pt x="0" y="1553"/>
                      <a:pt x="1554" y="0"/>
                      <a:pt x="3447" y="0"/>
                    </a:cubicBezTo>
                    <a:lnTo>
                      <a:pt x="59683" y="0"/>
                    </a:lnTo>
                    <a:cubicBezTo>
                      <a:pt x="60982" y="0"/>
                      <a:pt x="62168" y="734"/>
                      <a:pt x="62762" y="1864"/>
                    </a:cubicBezTo>
                    <a:cubicBezTo>
                      <a:pt x="63355" y="3022"/>
                      <a:pt x="63242" y="4406"/>
                      <a:pt x="62479" y="5451"/>
                    </a:cubicBezTo>
                    <a:lnTo>
                      <a:pt x="47142" y="26748"/>
                    </a:lnTo>
                    <a:lnTo>
                      <a:pt x="62479" y="48046"/>
                    </a:lnTo>
                    <a:cubicBezTo>
                      <a:pt x="63242" y="49091"/>
                      <a:pt x="63327" y="50475"/>
                      <a:pt x="62762" y="51633"/>
                    </a:cubicBezTo>
                    <a:cubicBezTo>
                      <a:pt x="62168" y="52791"/>
                      <a:pt x="60982" y="53497"/>
                      <a:pt x="59683" y="53497"/>
                    </a:cubicBezTo>
                    <a:close/>
                    <a:moveTo>
                      <a:pt x="6864" y="46633"/>
                    </a:moveTo>
                    <a:lnTo>
                      <a:pt x="52932" y="46633"/>
                    </a:lnTo>
                    <a:lnTo>
                      <a:pt x="40081" y="28782"/>
                    </a:lnTo>
                    <a:cubicBezTo>
                      <a:pt x="39205" y="27568"/>
                      <a:pt x="39205" y="25958"/>
                      <a:pt x="40081" y="24743"/>
                    </a:cubicBezTo>
                    <a:lnTo>
                      <a:pt x="52932" y="6892"/>
                    </a:lnTo>
                    <a:lnTo>
                      <a:pt x="6864" y="6892"/>
                    </a:lnTo>
                    <a:lnTo>
                      <a:pt x="6864" y="46633"/>
                    </a:lnTo>
                    <a:close/>
                  </a:path>
                </a:pathLst>
              </a:custGeom>
              <a:solidFill>
                <a:srgbClr val="01355A"/>
              </a:solidFill>
              <a:ln w="2824" cap="flat">
                <a:noFill/>
                <a:prstDash val="solid"/>
                <a:miter/>
              </a:ln>
            </p:spPr>
            <p:txBody>
              <a:bodyPr rtlCol="1" anchor="ctr"/>
              <a:lstStyle/>
              <a:p>
                <a:endParaRPr lang="ar-SA"/>
              </a:p>
            </p:txBody>
          </p:sp>
        </p:grpSp>
        <p:grpSp>
          <p:nvGrpSpPr>
            <p:cNvPr id="7797" name="رسم 8014">
              <a:extLst>
                <a:ext uri="{FF2B5EF4-FFF2-40B4-BE49-F238E27FC236}">
                  <a16:creationId xmlns:a16="http://schemas.microsoft.com/office/drawing/2014/main" id="{5A722BE3-10C0-2207-D6E4-AFB9BD14BFDD}"/>
                </a:ext>
              </a:extLst>
            </p:cNvPr>
            <p:cNvGrpSpPr/>
            <p:nvPr/>
          </p:nvGrpSpPr>
          <p:grpSpPr>
            <a:xfrm>
              <a:off x="8820806" y="933733"/>
              <a:ext cx="216564" cy="231137"/>
              <a:chOff x="8820806" y="933733"/>
              <a:chExt cx="216564" cy="231137"/>
            </a:xfrm>
            <a:solidFill>
              <a:srgbClr val="17A3A3"/>
            </a:solidFill>
          </p:grpSpPr>
          <p:sp>
            <p:nvSpPr>
              <p:cNvPr id="7798" name="شكل حر: شكل 8698">
                <a:extLst>
                  <a:ext uri="{FF2B5EF4-FFF2-40B4-BE49-F238E27FC236}">
                    <a16:creationId xmlns:a16="http://schemas.microsoft.com/office/drawing/2014/main" id="{88D2D142-34D7-52AD-9306-DA98AE77896E}"/>
                  </a:ext>
                </a:extLst>
              </p:cNvPr>
              <p:cNvSpPr/>
              <p:nvPr/>
            </p:nvSpPr>
            <p:spPr>
              <a:xfrm>
                <a:off x="8820806" y="933733"/>
                <a:ext cx="216564" cy="231137"/>
              </a:xfrm>
              <a:custGeom>
                <a:avLst/>
                <a:gdLst>
                  <a:gd name="connsiteX0" fmla="*/ 48249 w 216564"/>
                  <a:gd name="connsiteY0" fmla="*/ 231138 h 231137"/>
                  <a:gd name="connsiteX1" fmla="*/ 46017 w 216564"/>
                  <a:gd name="connsiteY1" fmla="*/ 230319 h 231137"/>
                  <a:gd name="connsiteX2" fmla="*/ 31047 w 216564"/>
                  <a:gd name="connsiteY2" fmla="*/ 46017 h 231137"/>
                  <a:gd name="connsiteX3" fmla="*/ 215348 w 216564"/>
                  <a:gd name="connsiteY3" fmla="*/ 31047 h 231137"/>
                  <a:gd name="connsiteX4" fmla="*/ 215744 w 216564"/>
                  <a:gd name="connsiteY4" fmla="*/ 35905 h 231137"/>
                  <a:gd name="connsiteX5" fmla="*/ 210886 w 216564"/>
                  <a:gd name="connsiteY5" fmla="*/ 36301 h 231137"/>
                  <a:gd name="connsiteX6" fmla="*/ 36301 w 216564"/>
                  <a:gd name="connsiteY6" fmla="*/ 50480 h 231137"/>
                  <a:gd name="connsiteX7" fmla="*/ 50480 w 216564"/>
                  <a:gd name="connsiteY7" fmla="*/ 225065 h 231137"/>
                  <a:gd name="connsiteX8" fmla="*/ 50875 w 216564"/>
                  <a:gd name="connsiteY8" fmla="*/ 229923 h 231137"/>
                  <a:gd name="connsiteX9" fmla="*/ 48249 w 216564"/>
                  <a:gd name="connsiteY9" fmla="*/ 231138 h 231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6564" h="231137">
                    <a:moveTo>
                      <a:pt x="48249" y="231138"/>
                    </a:moveTo>
                    <a:cubicBezTo>
                      <a:pt x="47458" y="231138"/>
                      <a:pt x="46667" y="230855"/>
                      <a:pt x="46017" y="230319"/>
                    </a:cubicBezTo>
                    <a:cubicBezTo>
                      <a:pt x="-8920" y="183657"/>
                      <a:pt x="-15615" y="100983"/>
                      <a:pt x="31047" y="46017"/>
                    </a:cubicBezTo>
                    <a:cubicBezTo>
                      <a:pt x="77737" y="-8920"/>
                      <a:pt x="160411" y="-15615"/>
                      <a:pt x="215348" y="31047"/>
                    </a:cubicBezTo>
                    <a:cubicBezTo>
                      <a:pt x="216789" y="32290"/>
                      <a:pt x="216987" y="34465"/>
                      <a:pt x="215744" y="35905"/>
                    </a:cubicBezTo>
                    <a:cubicBezTo>
                      <a:pt x="214501" y="37346"/>
                      <a:pt x="212355" y="37543"/>
                      <a:pt x="210886" y="36301"/>
                    </a:cubicBezTo>
                    <a:cubicBezTo>
                      <a:pt x="158829" y="-7904"/>
                      <a:pt x="80505" y="-1548"/>
                      <a:pt x="36301" y="50480"/>
                    </a:cubicBezTo>
                    <a:cubicBezTo>
                      <a:pt x="-7904" y="102536"/>
                      <a:pt x="-1549" y="180861"/>
                      <a:pt x="50480" y="225065"/>
                    </a:cubicBezTo>
                    <a:cubicBezTo>
                      <a:pt x="51921" y="226308"/>
                      <a:pt x="52118" y="228483"/>
                      <a:pt x="50875" y="229923"/>
                    </a:cubicBezTo>
                    <a:cubicBezTo>
                      <a:pt x="50197" y="230714"/>
                      <a:pt x="49209" y="231138"/>
                      <a:pt x="48249" y="231138"/>
                    </a:cubicBezTo>
                    <a:close/>
                  </a:path>
                </a:pathLst>
              </a:custGeom>
              <a:solidFill>
                <a:srgbClr val="17A3A3"/>
              </a:solidFill>
              <a:ln w="2824" cap="flat">
                <a:noFill/>
                <a:prstDash val="solid"/>
                <a:miter/>
              </a:ln>
            </p:spPr>
            <p:txBody>
              <a:bodyPr rtlCol="1" anchor="ctr"/>
              <a:lstStyle/>
              <a:p>
                <a:endParaRPr lang="ar-SA"/>
              </a:p>
            </p:txBody>
          </p:sp>
          <p:sp>
            <p:nvSpPr>
              <p:cNvPr id="7799" name="شكل حر: شكل 8699">
                <a:extLst>
                  <a:ext uri="{FF2B5EF4-FFF2-40B4-BE49-F238E27FC236}">
                    <a16:creationId xmlns:a16="http://schemas.microsoft.com/office/drawing/2014/main" id="{564CE3CC-B058-E0FE-54A9-7869093B124D}"/>
                  </a:ext>
                </a:extLst>
              </p:cNvPr>
              <p:cNvSpPr/>
              <p:nvPr/>
            </p:nvSpPr>
            <p:spPr>
              <a:xfrm>
                <a:off x="8847636" y="1042435"/>
                <a:ext cx="11991" cy="57047"/>
              </a:xfrm>
              <a:custGeom>
                <a:avLst/>
                <a:gdLst>
                  <a:gd name="connsiteX0" fmla="*/ 8539 w 11991"/>
                  <a:gd name="connsiteY0" fmla="*/ 57048 h 57047"/>
                  <a:gd name="connsiteX1" fmla="*/ 5263 w 11991"/>
                  <a:gd name="connsiteY1" fmla="*/ 54675 h 57047"/>
                  <a:gd name="connsiteX2" fmla="*/ 1761 w 11991"/>
                  <a:gd name="connsiteY2" fmla="*/ 2817 h 57047"/>
                  <a:gd name="connsiteX3" fmla="*/ 5771 w 11991"/>
                  <a:gd name="connsiteY3" fmla="*/ 48 h 57047"/>
                  <a:gd name="connsiteX4" fmla="*/ 8539 w 11991"/>
                  <a:gd name="connsiteY4" fmla="*/ 4059 h 57047"/>
                  <a:gd name="connsiteX5" fmla="*/ 11816 w 11991"/>
                  <a:gd name="connsiteY5" fmla="*/ 52500 h 57047"/>
                  <a:gd name="connsiteX6" fmla="*/ 9641 w 11991"/>
                  <a:gd name="connsiteY6" fmla="*/ 56850 h 57047"/>
                  <a:gd name="connsiteX7" fmla="*/ 8567 w 11991"/>
                  <a:gd name="connsiteY7" fmla="*/ 57020 h 57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91" h="57047">
                    <a:moveTo>
                      <a:pt x="8539" y="57048"/>
                    </a:moveTo>
                    <a:cubicBezTo>
                      <a:pt x="7099" y="57048"/>
                      <a:pt x="5743" y="56144"/>
                      <a:pt x="5263" y="54675"/>
                    </a:cubicBezTo>
                    <a:cubicBezTo>
                      <a:pt x="-245" y="38010"/>
                      <a:pt x="-1460" y="20075"/>
                      <a:pt x="1761" y="2817"/>
                    </a:cubicBezTo>
                    <a:cubicBezTo>
                      <a:pt x="2099" y="952"/>
                      <a:pt x="3907" y="-262"/>
                      <a:pt x="5771" y="48"/>
                    </a:cubicBezTo>
                    <a:cubicBezTo>
                      <a:pt x="7635" y="387"/>
                      <a:pt x="8878" y="2195"/>
                      <a:pt x="8539" y="4059"/>
                    </a:cubicBezTo>
                    <a:cubicBezTo>
                      <a:pt x="5545" y="20187"/>
                      <a:pt x="6675" y="36909"/>
                      <a:pt x="11816" y="52500"/>
                    </a:cubicBezTo>
                    <a:cubicBezTo>
                      <a:pt x="12409" y="54308"/>
                      <a:pt x="11449" y="56257"/>
                      <a:pt x="9641" y="56850"/>
                    </a:cubicBezTo>
                    <a:cubicBezTo>
                      <a:pt x="9274" y="56963"/>
                      <a:pt x="8907" y="57020"/>
                      <a:pt x="8567" y="57020"/>
                    </a:cubicBezTo>
                    <a:close/>
                  </a:path>
                </a:pathLst>
              </a:custGeom>
              <a:solidFill>
                <a:srgbClr val="17A3A3"/>
              </a:solidFill>
              <a:ln w="2824" cap="flat">
                <a:noFill/>
                <a:prstDash val="solid"/>
                <a:miter/>
              </a:ln>
            </p:spPr>
            <p:txBody>
              <a:bodyPr rtlCol="1" anchor="ctr"/>
              <a:lstStyle/>
              <a:p>
                <a:endParaRPr lang="ar-SA"/>
              </a:p>
            </p:txBody>
          </p:sp>
          <p:sp>
            <p:nvSpPr>
              <p:cNvPr id="7800" name="شكل حر: شكل 8700">
                <a:extLst>
                  <a:ext uri="{FF2B5EF4-FFF2-40B4-BE49-F238E27FC236}">
                    <a16:creationId xmlns:a16="http://schemas.microsoft.com/office/drawing/2014/main" id="{500C5765-2B91-9834-934A-D70DD92F5305}"/>
                  </a:ext>
                </a:extLst>
              </p:cNvPr>
              <p:cNvSpPr/>
              <p:nvPr/>
            </p:nvSpPr>
            <p:spPr>
              <a:xfrm>
                <a:off x="8871511" y="960560"/>
                <a:ext cx="90340" cy="42295"/>
              </a:xfrm>
              <a:custGeom>
                <a:avLst/>
                <a:gdLst>
                  <a:gd name="connsiteX0" fmla="*/ 3448 w 90340"/>
                  <a:gd name="connsiteY0" fmla="*/ 42295 h 42295"/>
                  <a:gd name="connsiteX1" fmla="*/ 1216 w 90340"/>
                  <a:gd name="connsiteY1" fmla="*/ 41476 h 42295"/>
                  <a:gd name="connsiteX2" fmla="*/ 821 w 90340"/>
                  <a:gd name="connsiteY2" fmla="*/ 36618 h 42295"/>
                  <a:gd name="connsiteX3" fmla="*/ 87139 w 90340"/>
                  <a:gd name="connsiteY3" fmla="*/ 238 h 42295"/>
                  <a:gd name="connsiteX4" fmla="*/ 90331 w 90340"/>
                  <a:gd name="connsiteY4" fmla="*/ 3910 h 42295"/>
                  <a:gd name="connsiteX5" fmla="*/ 86659 w 90340"/>
                  <a:gd name="connsiteY5" fmla="*/ 7101 h 42295"/>
                  <a:gd name="connsiteX6" fmla="*/ 6075 w 90340"/>
                  <a:gd name="connsiteY6" fmla="*/ 41052 h 42295"/>
                  <a:gd name="connsiteX7" fmla="*/ 3448 w 90340"/>
                  <a:gd name="connsiteY7" fmla="*/ 42267 h 42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340" h="42295">
                    <a:moveTo>
                      <a:pt x="3448" y="42295"/>
                    </a:moveTo>
                    <a:cubicBezTo>
                      <a:pt x="2657" y="42295"/>
                      <a:pt x="1866" y="42013"/>
                      <a:pt x="1216" y="41476"/>
                    </a:cubicBezTo>
                    <a:cubicBezTo>
                      <a:pt x="-224" y="40233"/>
                      <a:pt x="-422" y="38058"/>
                      <a:pt x="821" y="36618"/>
                    </a:cubicBezTo>
                    <a:cubicBezTo>
                      <a:pt x="22061" y="11592"/>
                      <a:pt x="54346" y="-1994"/>
                      <a:pt x="87139" y="238"/>
                    </a:cubicBezTo>
                    <a:cubicBezTo>
                      <a:pt x="89031" y="379"/>
                      <a:pt x="90472" y="2017"/>
                      <a:pt x="90331" y="3910"/>
                    </a:cubicBezTo>
                    <a:cubicBezTo>
                      <a:pt x="90190" y="5802"/>
                      <a:pt x="88551" y="7243"/>
                      <a:pt x="86659" y="7101"/>
                    </a:cubicBezTo>
                    <a:cubicBezTo>
                      <a:pt x="56012" y="5011"/>
                      <a:pt x="25903" y="17693"/>
                      <a:pt x="6075" y="41052"/>
                    </a:cubicBezTo>
                    <a:cubicBezTo>
                      <a:pt x="5397" y="41843"/>
                      <a:pt x="4408" y="42267"/>
                      <a:pt x="3448" y="42267"/>
                    </a:cubicBezTo>
                    <a:close/>
                  </a:path>
                </a:pathLst>
              </a:custGeom>
              <a:solidFill>
                <a:srgbClr val="17A3A3"/>
              </a:solidFill>
              <a:ln w="2824" cap="flat">
                <a:noFill/>
                <a:prstDash val="solid"/>
                <a:miter/>
              </a:ln>
            </p:spPr>
            <p:txBody>
              <a:bodyPr rtlCol="1" anchor="ctr"/>
              <a:lstStyle/>
              <a:p>
                <a:endParaRPr lang="ar-SA"/>
              </a:p>
            </p:txBody>
          </p:sp>
          <p:grpSp>
            <p:nvGrpSpPr>
              <p:cNvPr id="7801" name="رسم 8014">
                <a:extLst>
                  <a:ext uri="{FF2B5EF4-FFF2-40B4-BE49-F238E27FC236}">
                    <a16:creationId xmlns:a16="http://schemas.microsoft.com/office/drawing/2014/main" id="{73A3B654-4EA3-1196-1B77-BCB07C77F5D1}"/>
                  </a:ext>
                </a:extLst>
              </p:cNvPr>
              <p:cNvGrpSpPr/>
              <p:nvPr/>
            </p:nvGrpSpPr>
            <p:grpSpPr>
              <a:xfrm>
                <a:off x="8915067" y="997630"/>
                <a:ext cx="55276" cy="114281"/>
                <a:chOff x="8915067" y="997630"/>
                <a:chExt cx="55276" cy="114281"/>
              </a:xfrm>
              <a:solidFill>
                <a:srgbClr val="17A3A3"/>
              </a:solidFill>
            </p:grpSpPr>
            <p:sp>
              <p:nvSpPr>
                <p:cNvPr id="7802" name="شكل حر: شكل 8702">
                  <a:extLst>
                    <a:ext uri="{FF2B5EF4-FFF2-40B4-BE49-F238E27FC236}">
                      <a16:creationId xmlns:a16="http://schemas.microsoft.com/office/drawing/2014/main" id="{165A7A13-1439-0399-BD0D-7585483799B2}"/>
                    </a:ext>
                  </a:extLst>
                </p:cNvPr>
                <p:cNvSpPr/>
                <p:nvPr/>
              </p:nvSpPr>
              <p:spPr>
                <a:xfrm>
                  <a:off x="8933313" y="1056606"/>
                  <a:ext cx="37029" cy="37058"/>
                </a:xfrm>
                <a:custGeom>
                  <a:avLst/>
                  <a:gdLst>
                    <a:gd name="connsiteX0" fmla="*/ 18529 w 37029"/>
                    <a:gd name="connsiteY0" fmla="*/ 37058 h 37058"/>
                    <a:gd name="connsiteX1" fmla="*/ 0 w 37029"/>
                    <a:gd name="connsiteY1" fmla="*/ 18529 h 37058"/>
                    <a:gd name="connsiteX2" fmla="*/ 18529 w 37029"/>
                    <a:gd name="connsiteY2" fmla="*/ 0 h 37058"/>
                    <a:gd name="connsiteX3" fmla="*/ 37029 w 37029"/>
                    <a:gd name="connsiteY3" fmla="*/ 18529 h 37058"/>
                    <a:gd name="connsiteX4" fmla="*/ 18529 w 37029"/>
                    <a:gd name="connsiteY4" fmla="*/ 37058 h 37058"/>
                    <a:gd name="connsiteX5" fmla="*/ 18529 w 37029"/>
                    <a:gd name="connsiteY5" fmla="*/ 6920 h 37058"/>
                    <a:gd name="connsiteX6" fmla="*/ 6892 w 37029"/>
                    <a:gd name="connsiteY6" fmla="*/ 18557 h 37058"/>
                    <a:gd name="connsiteX7" fmla="*/ 18529 w 37029"/>
                    <a:gd name="connsiteY7" fmla="*/ 30194 h 37058"/>
                    <a:gd name="connsiteX8" fmla="*/ 30166 w 37029"/>
                    <a:gd name="connsiteY8" fmla="*/ 18557 h 37058"/>
                    <a:gd name="connsiteX9" fmla="*/ 18529 w 37029"/>
                    <a:gd name="connsiteY9" fmla="*/ 6920 h 37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029" h="37058">
                      <a:moveTo>
                        <a:pt x="18529" y="37058"/>
                      </a:moveTo>
                      <a:cubicBezTo>
                        <a:pt x="8332" y="37058"/>
                        <a:pt x="0" y="28754"/>
                        <a:pt x="0" y="18529"/>
                      </a:cubicBezTo>
                      <a:cubicBezTo>
                        <a:pt x="0" y="8304"/>
                        <a:pt x="8304" y="0"/>
                        <a:pt x="18529" y="0"/>
                      </a:cubicBezTo>
                      <a:cubicBezTo>
                        <a:pt x="28754" y="0"/>
                        <a:pt x="37029" y="8304"/>
                        <a:pt x="37029" y="18529"/>
                      </a:cubicBezTo>
                      <a:cubicBezTo>
                        <a:pt x="37029" y="28754"/>
                        <a:pt x="28725" y="37058"/>
                        <a:pt x="18529" y="37058"/>
                      </a:cubicBezTo>
                      <a:close/>
                      <a:moveTo>
                        <a:pt x="18529" y="6920"/>
                      </a:moveTo>
                      <a:cubicBezTo>
                        <a:pt x="12117" y="6920"/>
                        <a:pt x="6892" y="12146"/>
                        <a:pt x="6892" y="18557"/>
                      </a:cubicBezTo>
                      <a:cubicBezTo>
                        <a:pt x="6892" y="24969"/>
                        <a:pt x="12117" y="30194"/>
                        <a:pt x="18529" y="30194"/>
                      </a:cubicBezTo>
                      <a:cubicBezTo>
                        <a:pt x="24941" y="30194"/>
                        <a:pt x="30166" y="24969"/>
                        <a:pt x="30166" y="18557"/>
                      </a:cubicBezTo>
                      <a:cubicBezTo>
                        <a:pt x="30166" y="12146"/>
                        <a:pt x="24941" y="6920"/>
                        <a:pt x="18529" y="6920"/>
                      </a:cubicBezTo>
                      <a:close/>
                    </a:path>
                  </a:pathLst>
                </a:custGeom>
                <a:solidFill>
                  <a:srgbClr val="17A3A3"/>
                </a:solidFill>
                <a:ln w="2824" cap="flat">
                  <a:noFill/>
                  <a:prstDash val="solid"/>
                  <a:miter/>
                </a:ln>
              </p:spPr>
              <p:txBody>
                <a:bodyPr rtlCol="1" anchor="ctr"/>
                <a:lstStyle/>
                <a:p>
                  <a:endParaRPr lang="ar-SA"/>
                </a:p>
              </p:txBody>
            </p:sp>
            <p:sp>
              <p:nvSpPr>
                <p:cNvPr id="7803" name="شكل حر: شكل 8703">
                  <a:extLst>
                    <a:ext uri="{FF2B5EF4-FFF2-40B4-BE49-F238E27FC236}">
                      <a16:creationId xmlns:a16="http://schemas.microsoft.com/office/drawing/2014/main" id="{4B57E92E-B6FC-DF6E-8D1B-E86D110BF651}"/>
                    </a:ext>
                  </a:extLst>
                </p:cNvPr>
                <p:cNvSpPr/>
                <p:nvPr/>
              </p:nvSpPr>
              <p:spPr>
                <a:xfrm>
                  <a:off x="8948397" y="997630"/>
                  <a:ext cx="6891" cy="65896"/>
                </a:xfrm>
                <a:custGeom>
                  <a:avLst/>
                  <a:gdLst>
                    <a:gd name="connsiteX0" fmla="*/ 3446 w 6891"/>
                    <a:gd name="connsiteY0" fmla="*/ 65897 h 65896"/>
                    <a:gd name="connsiteX1" fmla="*/ 0 w 6891"/>
                    <a:gd name="connsiteY1" fmla="*/ 62451 h 65896"/>
                    <a:gd name="connsiteX2" fmla="*/ 0 w 6891"/>
                    <a:gd name="connsiteY2" fmla="*/ 3446 h 65896"/>
                    <a:gd name="connsiteX3" fmla="*/ 3446 w 6891"/>
                    <a:gd name="connsiteY3" fmla="*/ 0 h 65896"/>
                    <a:gd name="connsiteX4" fmla="*/ 6892 w 6891"/>
                    <a:gd name="connsiteY4" fmla="*/ 3446 h 65896"/>
                    <a:gd name="connsiteX5" fmla="*/ 6892 w 6891"/>
                    <a:gd name="connsiteY5" fmla="*/ 62451 h 65896"/>
                    <a:gd name="connsiteX6" fmla="*/ 3446 w 6891"/>
                    <a:gd name="connsiteY6" fmla="*/ 65897 h 65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65896">
                      <a:moveTo>
                        <a:pt x="3446" y="65897"/>
                      </a:moveTo>
                      <a:cubicBezTo>
                        <a:pt x="1553" y="65897"/>
                        <a:pt x="0" y="64343"/>
                        <a:pt x="0" y="62451"/>
                      </a:cubicBezTo>
                      <a:lnTo>
                        <a:pt x="0" y="3446"/>
                      </a:lnTo>
                      <a:cubicBezTo>
                        <a:pt x="0" y="1553"/>
                        <a:pt x="1553" y="0"/>
                        <a:pt x="3446" y="0"/>
                      </a:cubicBezTo>
                      <a:cubicBezTo>
                        <a:pt x="5338" y="0"/>
                        <a:pt x="6892" y="1553"/>
                        <a:pt x="6892" y="3446"/>
                      </a:cubicBezTo>
                      <a:lnTo>
                        <a:pt x="6892" y="62451"/>
                      </a:lnTo>
                      <a:cubicBezTo>
                        <a:pt x="6892" y="64343"/>
                        <a:pt x="5338" y="65897"/>
                        <a:pt x="3446" y="65897"/>
                      </a:cubicBezTo>
                      <a:close/>
                    </a:path>
                  </a:pathLst>
                </a:custGeom>
                <a:solidFill>
                  <a:srgbClr val="17A3A3"/>
                </a:solidFill>
                <a:ln w="2824" cap="flat">
                  <a:noFill/>
                  <a:prstDash val="solid"/>
                  <a:miter/>
                </a:ln>
              </p:spPr>
              <p:txBody>
                <a:bodyPr rtlCol="1" anchor="ctr"/>
                <a:lstStyle/>
                <a:p>
                  <a:endParaRPr lang="ar-SA"/>
                </a:p>
              </p:txBody>
            </p:sp>
            <p:sp>
              <p:nvSpPr>
                <p:cNvPr id="7804" name="شكل حر: شكل 8704">
                  <a:extLst>
                    <a:ext uri="{FF2B5EF4-FFF2-40B4-BE49-F238E27FC236}">
                      <a16:creationId xmlns:a16="http://schemas.microsoft.com/office/drawing/2014/main" id="{8ED5F141-CA37-1BC7-EC9C-C773B4565CC7}"/>
                    </a:ext>
                  </a:extLst>
                </p:cNvPr>
                <p:cNvSpPr/>
                <p:nvPr/>
              </p:nvSpPr>
              <p:spPr>
                <a:xfrm>
                  <a:off x="8915067" y="1082366"/>
                  <a:ext cx="29534" cy="29544"/>
                </a:xfrm>
                <a:custGeom>
                  <a:avLst/>
                  <a:gdLst>
                    <a:gd name="connsiteX0" fmla="*/ 3446 w 29534"/>
                    <a:gd name="connsiteY0" fmla="*/ 29545 h 29544"/>
                    <a:gd name="connsiteX1" fmla="*/ 1017 w 29534"/>
                    <a:gd name="connsiteY1" fmla="*/ 28528 h 29544"/>
                    <a:gd name="connsiteX2" fmla="*/ 1017 w 29534"/>
                    <a:gd name="connsiteY2" fmla="*/ 23670 h 29544"/>
                    <a:gd name="connsiteX3" fmla="*/ 23670 w 29534"/>
                    <a:gd name="connsiteY3" fmla="*/ 1017 h 29544"/>
                    <a:gd name="connsiteX4" fmla="*/ 28528 w 29534"/>
                    <a:gd name="connsiteY4" fmla="*/ 1017 h 29544"/>
                    <a:gd name="connsiteX5" fmla="*/ 28528 w 29534"/>
                    <a:gd name="connsiteY5" fmla="*/ 5875 h 29544"/>
                    <a:gd name="connsiteX6" fmla="*/ 5875 w 29534"/>
                    <a:gd name="connsiteY6" fmla="*/ 28528 h 29544"/>
                    <a:gd name="connsiteX7" fmla="*/ 3446 w 29534"/>
                    <a:gd name="connsiteY7" fmla="*/ 29545 h 29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34" h="29544">
                      <a:moveTo>
                        <a:pt x="3446" y="29545"/>
                      </a:moveTo>
                      <a:cubicBezTo>
                        <a:pt x="2570" y="29545"/>
                        <a:pt x="1695" y="29206"/>
                        <a:pt x="1017" y="28528"/>
                      </a:cubicBezTo>
                      <a:cubicBezTo>
                        <a:pt x="-339" y="27172"/>
                        <a:pt x="-339" y="24997"/>
                        <a:pt x="1017" y="23670"/>
                      </a:cubicBezTo>
                      <a:lnTo>
                        <a:pt x="23670" y="1017"/>
                      </a:lnTo>
                      <a:cubicBezTo>
                        <a:pt x="25025" y="-339"/>
                        <a:pt x="27200" y="-339"/>
                        <a:pt x="28528" y="1017"/>
                      </a:cubicBezTo>
                      <a:cubicBezTo>
                        <a:pt x="29855" y="2373"/>
                        <a:pt x="29884" y="4548"/>
                        <a:pt x="28528" y="5875"/>
                      </a:cubicBezTo>
                      <a:lnTo>
                        <a:pt x="5875" y="28528"/>
                      </a:lnTo>
                      <a:cubicBezTo>
                        <a:pt x="5197" y="29206"/>
                        <a:pt x="4322" y="29545"/>
                        <a:pt x="3446" y="29545"/>
                      </a:cubicBezTo>
                      <a:close/>
                    </a:path>
                  </a:pathLst>
                </a:custGeom>
                <a:solidFill>
                  <a:srgbClr val="17A3A3"/>
                </a:solidFill>
                <a:ln w="2824" cap="flat">
                  <a:noFill/>
                  <a:prstDash val="solid"/>
                  <a:miter/>
                </a:ln>
              </p:spPr>
              <p:txBody>
                <a:bodyPr rtlCol="1" anchor="ctr"/>
                <a:lstStyle/>
                <a:p>
                  <a:endParaRPr lang="ar-SA"/>
                </a:p>
              </p:txBody>
            </p:sp>
          </p:grpSp>
        </p:grpSp>
      </p:grpSp>
      <p:grpSp>
        <p:nvGrpSpPr>
          <p:cNvPr id="7807" name="رسم 8014">
            <a:extLst>
              <a:ext uri="{FF2B5EF4-FFF2-40B4-BE49-F238E27FC236}">
                <a16:creationId xmlns:a16="http://schemas.microsoft.com/office/drawing/2014/main" id="{FB18FAC1-E3D9-1D61-A0EB-01796B544EBB}"/>
              </a:ext>
            </a:extLst>
          </p:cNvPr>
          <p:cNvGrpSpPr/>
          <p:nvPr/>
        </p:nvGrpSpPr>
        <p:grpSpPr>
          <a:xfrm>
            <a:off x="9010034" y="2163336"/>
            <a:ext cx="229570" cy="239859"/>
            <a:chOff x="9851121" y="929304"/>
            <a:chExt cx="274405" cy="304316"/>
          </a:xfrm>
        </p:grpSpPr>
        <p:grpSp>
          <p:nvGrpSpPr>
            <p:cNvPr id="7808" name="رسم 8014">
              <a:extLst>
                <a:ext uri="{FF2B5EF4-FFF2-40B4-BE49-F238E27FC236}">
                  <a16:creationId xmlns:a16="http://schemas.microsoft.com/office/drawing/2014/main" id="{EF1CE9FB-D849-4498-DCF2-10D270985858}"/>
                </a:ext>
              </a:extLst>
            </p:cNvPr>
            <p:cNvGrpSpPr/>
            <p:nvPr/>
          </p:nvGrpSpPr>
          <p:grpSpPr>
            <a:xfrm>
              <a:off x="9908234" y="971757"/>
              <a:ext cx="160208" cy="261863"/>
              <a:chOff x="9908234" y="971757"/>
              <a:chExt cx="160208" cy="261863"/>
            </a:xfrm>
          </p:grpSpPr>
          <p:sp>
            <p:nvSpPr>
              <p:cNvPr id="7819" name="شكل حر: شكل 8707">
                <a:extLst>
                  <a:ext uri="{FF2B5EF4-FFF2-40B4-BE49-F238E27FC236}">
                    <a16:creationId xmlns:a16="http://schemas.microsoft.com/office/drawing/2014/main" id="{08C6A307-43AC-1BA0-65CB-4B929EA12CC7}"/>
                  </a:ext>
                </a:extLst>
              </p:cNvPr>
              <p:cNvSpPr/>
              <p:nvPr/>
            </p:nvSpPr>
            <p:spPr>
              <a:xfrm>
                <a:off x="9908234" y="971757"/>
                <a:ext cx="160208" cy="181787"/>
              </a:xfrm>
              <a:custGeom>
                <a:avLst/>
                <a:gdLst>
                  <a:gd name="connsiteX0" fmla="*/ 117304 w 160208"/>
                  <a:gd name="connsiteY0" fmla="*/ 181788 h 181787"/>
                  <a:gd name="connsiteX1" fmla="*/ 42877 w 160208"/>
                  <a:gd name="connsiteY1" fmla="*/ 181788 h 181787"/>
                  <a:gd name="connsiteX2" fmla="*/ 39431 w 160208"/>
                  <a:gd name="connsiteY2" fmla="*/ 178342 h 181787"/>
                  <a:gd name="connsiteX3" fmla="*/ 22060 w 160208"/>
                  <a:gd name="connsiteY3" fmla="*/ 132895 h 181787"/>
                  <a:gd name="connsiteX4" fmla="*/ 0 w 160208"/>
                  <a:gd name="connsiteY4" fmla="*/ 80104 h 181787"/>
                  <a:gd name="connsiteX5" fmla="*/ 80104 w 160208"/>
                  <a:gd name="connsiteY5" fmla="*/ 0 h 181787"/>
                  <a:gd name="connsiteX6" fmla="*/ 160208 w 160208"/>
                  <a:gd name="connsiteY6" fmla="*/ 80104 h 181787"/>
                  <a:gd name="connsiteX7" fmla="*/ 138149 w 160208"/>
                  <a:gd name="connsiteY7" fmla="*/ 132895 h 181787"/>
                  <a:gd name="connsiteX8" fmla="*/ 120778 w 160208"/>
                  <a:gd name="connsiteY8" fmla="*/ 178342 h 181787"/>
                  <a:gd name="connsiteX9" fmla="*/ 117332 w 160208"/>
                  <a:gd name="connsiteY9" fmla="*/ 181788 h 181787"/>
                  <a:gd name="connsiteX10" fmla="*/ 46238 w 160208"/>
                  <a:gd name="connsiteY10" fmla="*/ 174896 h 181787"/>
                  <a:gd name="connsiteX11" fmla="*/ 113942 w 160208"/>
                  <a:gd name="connsiteY11" fmla="*/ 174896 h 181787"/>
                  <a:gd name="connsiteX12" fmla="*/ 133121 w 160208"/>
                  <a:gd name="connsiteY12" fmla="*/ 128178 h 181787"/>
                  <a:gd name="connsiteX13" fmla="*/ 153316 w 160208"/>
                  <a:gd name="connsiteY13" fmla="*/ 80104 h 181787"/>
                  <a:gd name="connsiteX14" fmla="*/ 80104 w 160208"/>
                  <a:gd name="connsiteY14" fmla="*/ 6892 h 181787"/>
                  <a:gd name="connsiteX15" fmla="*/ 6892 w 160208"/>
                  <a:gd name="connsiteY15" fmla="*/ 80104 h 181787"/>
                  <a:gd name="connsiteX16" fmla="*/ 27088 w 160208"/>
                  <a:gd name="connsiteY16" fmla="*/ 128178 h 181787"/>
                  <a:gd name="connsiteX17" fmla="*/ 46266 w 160208"/>
                  <a:gd name="connsiteY17" fmla="*/ 174896 h 181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0208" h="181787">
                    <a:moveTo>
                      <a:pt x="117304" y="181788"/>
                    </a:moveTo>
                    <a:lnTo>
                      <a:pt x="42877" y="181788"/>
                    </a:lnTo>
                    <a:cubicBezTo>
                      <a:pt x="40984" y="181788"/>
                      <a:pt x="39431" y="180234"/>
                      <a:pt x="39431" y="178342"/>
                    </a:cubicBezTo>
                    <a:cubicBezTo>
                      <a:pt x="39431" y="160999"/>
                      <a:pt x="33245" y="144843"/>
                      <a:pt x="22060" y="132895"/>
                    </a:cubicBezTo>
                    <a:cubicBezTo>
                      <a:pt x="7824" y="117699"/>
                      <a:pt x="0" y="98944"/>
                      <a:pt x="0" y="80104"/>
                    </a:cubicBezTo>
                    <a:cubicBezTo>
                      <a:pt x="0" y="35928"/>
                      <a:pt x="35928" y="0"/>
                      <a:pt x="80104" y="0"/>
                    </a:cubicBezTo>
                    <a:cubicBezTo>
                      <a:pt x="124280" y="0"/>
                      <a:pt x="160208" y="35928"/>
                      <a:pt x="160208" y="80104"/>
                    </a:cubicBezTo>
                    <a:cubicBezTo>
                      <a:pt x="160208" y="98944"/>
                      <a:pt x="152357" y="117699"/>
                      <a:pt x="138149" y="132895"/>
                    </a:cubicBezTo>
                    <a:cubicBezTo>
                      <a:pt x="126936" y="144871"/>
                      <a:pt x="120778" y="160999"/>
                      <a:pt x="120778" y="178342"/>
                    </a:cubicBezTo>
                    <a:cubicBezTo>
                      <a:pt x="120778" y="180234"/>
                      <a:pt x="119224" y="181788"/>
                      <a:pt x="117332" y="181788"/>
                    </a:cubicBezTo>
                    <a:close/>
                    <a:moveTo>
                      <a:pt x="46238" y="174896"/>
                    </a:moveTo>
                    <a:lnTo>
                      <a:pt x="113942" y="174896"/>
                    </a:lnTo>
                    <a:cubicBezTo>
                      <a:pt x="114705" y="157101"/>
                      <a:pt x="121456" y="140634"/>
                      <a:pt x="133121" y="128178"/>
                    </a:cubicBezTo>
                    <a:cubicBezTo>
                      <a:pt x="146142" y="114253"/>
                      <a:pt x="153316" y="97193"/>
                      <a:pt x="153316" y="80104"/>
                    </a:cubicBezTo>
                    <a:cubicBezTo>
                      <a:pt x="153316" y="39741"/>
                      <a:pt x="120467" y="6892"/>
                      <a:pt x="80104" y="6892"/>
                    </a:cubicBezTo>
                    <a:cubicBezTo>
                      <a:pt x="39742" y="6892"/>
                      <a:pt x="6892" y="39741"/>
                      <a:pt x="6892" y="80104"/>
                    </a:cubicBezTo>
                    <a:cubicBezTo>
                      <a:pt x="6892" y="97193"/>
                      <a:pt x="14066" y="114281"/>
                      <a:pt x="27088" y="128178"/>
                    </a:cubicBezTo>
                    <a:cubicBezTo>
                      <a:pt x="38753" y="140634"/>
                      <a:pt x="45475" y="157130"/>
                      <a:pt x="46266" y="174896"/>
                    </a:cubicBezTo>
                    <a:close/>
                  </a:path>
                </a:pathLst>
              </a:custGeom>
              <a:solidFill>
                <a:srgbClr val="01355A"/>
              </a:solidFill>
              <a:ln w="2824" cap="flat">
                <a:noFill/>
                <a:prstDash val="solid"/>
                <a:miter/>
              </a:ln>
            </p:spPr>
            <p:txBody>
              <a:bodyPr rtlCol="1" anchor="ctr"/>
              <a:lstStyle/>
              <a:p>
                <a:endParaRPr lang="ar-SA"/>
              </a:p>
            </p:txBody>
          </p:sp>
          <p:sp>
            <p:nvSpPr>
              <p:cNvPr id="7820" name="شكل حر: شكل 8708">
                <a:extLst>
                  <a:ext uri="{FF2B5EF4-FFF2-40B4-BE49-F238E27FC236}">
                    <a16:creationId xmlns:a16="http://schemas.microsoft.com/office/drawing/2014/main" id="{CD27D539-F7FE-4887-A337-E19C891C3942}"/>
                  </a:ext>
                </a:extLst>
              </p:cNvPr>
              <p:cNvSpPr/>
              <p:nvPr/>
            </p:nvSpPr>
            <p:spPr>
              <a:xfrm>
                <a:off x="9959697" y="1042257"/>
                <a:ext cx="57140" cy="40730"/>
              </a:xfrm>
              <a:custGeom>
                <a:avLst/>
                <a:gdLst>
                  <a:gd name="connsiteX0" fmla="*/ 19885 w 57140"/>
                  <a:gd name="connsiteY0" fmla="*/ 40730 h 40730"/>
                  <a:gd name="connsiteX1" fmla="*/ 17456 w 57140"/>
                  <a:gd name="connsiteY1" fmla="*/ 39713 h 40730"/>
                  <a:gd name="connsiteX2" fmla="*/ 1017 w 57140"/>
                  <a:gd name="connsiteY2" fmla="*/ 23246 h 40730"/>
                  <a:gd name="connsiteX3" fmla="*/ 1017 w 57140"/>
                  <a:gd name="connsiteY3" fmla="*/ 18388 h 40730"/>
                  <a:gd name="connsiteX4" fmla="*/ 5875 w 57140"/>
                  <a:gd name="connsiteY4" fmla="*/ 18388 h 40730"/>
                  <a:gd name="connsiteX5" fmla="*/ 19885 w 57140"/>
                  <a:gd name="connsiteY5" fmla="*/ 32398 h 40730"/>
                  <a:gd name="connsiteX6" fmla="*/ 51266 w 57140"/>
                  <a:gd name="connsiteY6" fmla="*/ 1017 h 40730"/>
                  <a:gd name="connsiteX7" fmla="*/ 56124 w 57140"/>
                  <a:gd name="connsiteY7" fmla="*/ 1017 h 40730"/>
                  <a:gd name="connsiteX8" fmla="*/ 56124 w 57140"/>
                  <a:gd name="connsiteY8" fmla="*/ 5875 h 40730"/>
                  <a:gd name="connsiteX9" fmla="*/ 22314 w 57140"/>
                  <a:gd name="connsiteY9" fmla="*/ 39685 h 40730"/>
                  <a:gd name="connsiteX10" fmla="*/ 19885 w 57140"/>
                  <a:gd name="connsiteY10" fmla="*/ 40702 h 40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140" h="40730">
                    <a:moveTo>
                      <a:pt x="19885" y="40730"/>
                    </a:moveTo>
                    <a:cubicBezTo>
                      <a:pt x="18981" y="40730"/>
                      <a:pt x="18105" y="40363"/>
                      <a:pt x="17456" y="39713"/>
                    </a:cubicBezTo>
                    <a:lnTo>
                      <a:pt x="1017" y="23246"/>
                    </a:lnTo>
                    <a:cubicBezTo>
                      <a:pt x="-339" y="21890"/>
                      <a:pt x="-339" y="19715"/>
                      <a:pt x="1017" y="18388"/>
                    </a:cubicBezTo>
                    <a:cubicBezTo>
                      <a:pt x="2373" y="17032"/>
                      <a:pt x="4547" y="17032"/>
                      <a:pt x="5875" y="18388"/>
                    </a:cubicBezTo>
                    <a:lnTo>
                      <a:pt x="19885" y="32398"/>
                    </a:lnTo>
                    <a:lnTo>
                      <a:pt x="51266" y="1017"/>
                    </a:lnTo>
                    <a:cubicBezTo>
                      <a:pt x="52621" y="-339"/>
                      <a:pt x="54796" y="-339"/>
                      <a:pt x="56124" y="1017"/>
                    </a:cubicBezTo>
                    <a:cubicBezTo>
                      <a:pt x="57479" y="2373"/>
                      <a:pt x="57479" y="4547"/>
                      <a:pt x="56124" y="5875"/>
                    </a:cubicBezTo>
                    <a:lnTo>
                      <a:pt x="22314" y="39685"/>
                    </a:lnTo>
                    <a:cubicBezTo>
                      <a:pt x="21664" y="40335"/>
                      <a:pt x="20789" y="40702"/>
                      <a:pt x="19885" y="40702"/>
                    </a:cubicBezTo>
                    <a:close/>
                  </a:path>
                </a:pathLst>
              </a:custGeom>
              <a:solidFill>
                <a:srgbClr val="17A3A3"/>
              </a:solidFill>
              <a:ln w="2824" cap="flat">
                <a:noFill/>
                <a:prstDash val="solid"/>
                <a:miter/>
              </a:ln>
            </p:spPr>
            <p:txBody>
              <a:bodyPr rtlCol="1" anchor="ctr"/>
              <a:lstStyle/>
              <a:p>
                <a:endParaRPr lang="ar-SA"/>
              </a:p>
            </p:txBody>
          </p:sp>
          <p:sp>
            <p:nvSpPr>
              <p:cNvPr id="7821" name="شكل حر: شكل 8709">
                <a:extLst>
                  <a:ext uri="{FF2B5EF4-FFF2-40B4-BE49-F238E27FC236}">
                    <a16:creationId xmlns:a16="http://schemas.microsoft.com/office/drawing/2014/main" id="{D3AF58AE-E6D2-DBE4-432E-19379BC643BB}"/>
                  </a:ext>
                </a:extLst>
              </p:cNvPr>
              <p:cNvSpPr/>
              <p:nvPr/>
            </p:nvSpPr>
            <p:spPr>
              <a:xfrm>
                <a:off x="9947664" y="1173429"/>
                <a:ext cx="81318" cy="6891"/>
              </a:xfrm>
              <a:custGeom>
                <a:avLst/>
                <a:gdLst>
                  <a:gd name="connsiteX0" fmla="*/ 77873 w 81318"/>
                  <a:gd name="connsiteY0" fmla="*/ 6892 h 6891"/>
                  <a:gd name="connsiteX1" fmla="*/ 3447 w 81318"/>
                  <a:gd name="connsiteY1" fmla="*/ 6892 h 6891"/>
                  <a:gd name="connsiteX2" fmla="*/ 0 w 81318"/>
                  <a:gd name="connsiteY2" fmla="*/ 3446 h 6891"/>
                  <a:gd name="connsiteX3" fmla="*/ 3447 w 81318"/>
                  <a:gd name="connsiteY3" fmla="*/ 0 h 6891"/>
                  <a:gd name="connsiteX4" fmla="*/ 77873 w 81318"/>
                  <a:gd name="connsiteY4" fmla="*/ 0 h 6891"/>
                  <a:gd name="connsiteX5" fmla="*/ 81319 w 81318"/>
                  <a:gd name="connsiteY5" fmla="*/ 3446 h 6891"/>
                  <a:gd name="connsiteX6" fmla="*/ 77873 w 81318"/>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318" h="6891">
                    <a:moveTo>
                      <a:pt x="77873" y="6892"/>
                    </a:moveTo>
                    <a:lnTo>
                      <a:pt x="3447" y="6892"/>
                    </a:lnTo>
                    <a:cubicBezTo>
                      <a:pt x="1554" y="6892"/>
                      <a:pt x="0" y="5338"/>
                      <a:pt x="0" y="3446"/>
                    </a:cubicBezTo>
                    <a:cubicBezTo>
                      <a:pt x="0" y="1553"/>
                      <a:pt x="1554" y="0"/>
                      <a:pt x="3447" y="0"/>
                    </a:cubicBezTo>
                    <a:lnTo>
                      <a:pt x="77873" y="0"/>
                    </a:lnTo>
                    <a:cubicBezTo>
                      <a:pt x="79765" y="0"/>
                      <a:pt x="81319" y="1553"/>
                      <a:pt x="81319" y="3446"/>
                    </a:cubicBezTo>
                    <a:cubicBezTo>
                      <a:pt x="81319" y="5338"/>
                      <a:pt x="79765" y="6892"/>
                      <a:pt x="77873" y="6892"/>
                    </a:cubicBezTo>
                    <a:close/>
                  </a:path>
                </a:pathLst>
              </a:custGeom>
              <a:solidFill>
                <a:srgbClr val="01355A"/>
              </a:solidFill>
              <a:ln w="2824" cap="flat">
                <a:noFill/>
                <a:prstDash val="solid"/>
                <a:miter/>
              </a:ln>
            </p:spPr>
            <p:txBody>
              <a:bodyPr rtlCol="1" anchor="ctr"/>
              <a:lstStyle/>
              <a:p>
                <a:endParaRPr lang="ar-SA"/>
              </a:p>
            </p:txBody>
          </p:sp>
          <p:sp>
            <p:nvSpPr>
              <p:cNvPr id="7822" name="شكل حر: شكل 8710">
                <a:extLst>
                  <a:ext uri="{FF2B5EF4-FFF2-40B4-BE49-F238E27FC236}">
                    <a16:creationId xmlns:a16="http://schemas.microsoft.com/office/drawing/2014/main" id="{9E058946-FFA9-590E-934A-95065C9F57DB}"/>
                  </a:ext>
                </a:extLst>
              </p:cNvPr>
              <p:cNvSpPr/>
              <p:nvPr/>
            </p:nvSpPr>
            <p:spPr>
              <a:xfrm>
                <a:off x="9957635" y="1199472"/>
                <a:ext cx="61405" cy="34148"/>
              </a:xfrm>
              <a:custGeom>
                <a:avLst/>
                <a:gdLst>
                  <a:gd name="connsiteX0" fmla="*/ 30703 w 61405"/>
                  <a:gd name="connsiteY0" fmla="*/ 34149 h 34148"/>
                  <a:gd name="connsiteX1" fmla="*/ 0 w 61405"/>
                  <a:gd name="connsiteY1" fmla="*/ 3446 h 34148"/>
                  <a:gd name="connsiteX2" fmla="*/ 3446 w 61405"/>
                  <a:gd name="connsiteY2" fmla="*/ 0 h 34148"/>
                  <a:gd name="connsiteX3" fmla="*/ 6892 w 61405"/>
                  <a:gd name="connsiteY3" fmla="*/ 3446 h 34148"/>
                  <a:gd name="connsiteX4" fmla="*/ 30703 w 61405"/>
                  <a:gd name="connsiteY4" fmla="*/ 27257 h 34148"/>
                  <a:gd name="connsiteX5" fmla="*/ 54514 w 61405"/>
                  <a:gd name="connsiteY5" fmla="*/ 3446 h 34148"/>
                  <a:gd name="connsiteX6" fmla="*/ 57960 w 61405"/>
                  <a:gd name="connsiteY6" fmla="*/ 0 h 34148"/>
                  <a:gd name="connsiteX7" fmla="*/ 61406 w 61405"/>
                  <a:gd name="connsiteY7" fmla="*/ 3446 h 34148"/>
                  <a:gd name="connsiteX8" fmla="*/ 30703 w 61405"/>
                  <a:gd name="connsiteY8" fmla="*/ 34149 h 34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405" h="34148">
                    <a:moveTo>
                      <a:pt x="30703" y="34149"/>
                    </a:moveTo>
                    <a:cubicBezTo>
                      <a:pt x="13756" y="34149"/>
                      <a:pt x="0" y="20365"/>
                      <a:pt x="0" y="3446"/>
                    </a:cubicBezTo>
                    <a:cubicBezTo>
                      <a:pt x="0" y="1553"/>
                      <a:pt x="1554" y="0"/>
                      <a:pt x="3446" y="0"/>
                    </a:cubicBezTo>
                    <a:cubicBezTo>
                      <a:pt x="5339" y="0"/>
                      <a:pt x="6892" y="1553"/>
                      <a:pt x="6892" y="3446"/>
                    </a:cubicBezTo>
                    <a:cubicBezTo>
                      <a:pt x="6892" y="16580"/>
                      <a:pt x="17569" y="27257"/>
                      <a:pt x="30703" y="27257"/>
                    </a:cubicBezTo>
                    <a:cubicBezTo>
                      <a:pt x="43837" y="27257"/>
                      <a:pt x="54514" y="16580"/>
                      <a:pt x="54514" y="3446"/>
                    </a:cubicBezTo>
                    <a:cubicBezTo>
                      <a:pt x="54514" y="1553"/>
                      <a:pt x="56068" y="0"/>
                      <a:pt x="57960" y="0"/>
                    </a:cubicBezTo>
                    <a:cubicBezTo>
                      <a:pt x="59853" y="0"/>
                      <a:pt x="61406" y="1553"/>
                      <a:pt x="61406" y="3446"/>
                    </a:cubicBezTo>
                    <a:cubicBezTo>
                      <a:pt x="61406" y="20393"/>
                      <a:pt x="47622" y="34149"/>
                      <a:pt x="30703" y="34149"/>
                    </a:cubicBezTo>
                    <a:close/>
                  </a:path>
                </a:pathLst>
              </a:custGeom>
              <a:solidFill>
                <a:srgbClr val="01355A"/>
              </a:solidFill>
              <a:ln w="2824" cap="flat">
                <a:noFill/>
                <a:prstDash val="solid"/>
                <a:miter/>
              </a:ln>
            </p:spPr>
            <p:txBody>
              <a:bodyPr rtlCol="1" anchor="ctr"/>
              <a:lstStyle/>
              <a:p>
                <a:endParaRPr lang="ar-SA"/>
              </a:p>
            </p:txBody>
          </p:sp>
        </p:grpSp>
        <p:grpSp>
          <p:nvGrpSpPr>
            <p:cNvPr id="7809" name="رسم 8014">
              <a:extLst>
                <a:ext uri="{FF2B5EF4-FFF2-40B4-BE49-F238E27FC236}">
                  <a16:creationId xmlns:a16="http://schemas.microsoft.com/office/drawing/2014/main" id="{6A6A5714-60C0-6CDD-455C-96B0B09940E1}"/>
                </a:ext>
              </a:extLst>
            </p:cNvPr>
            <p:cNvGrpSpPr/>
            <p:nvPr/>
          </p:nvGrpSpPr>
          <p:grpSpPr>
            <a:xfrm>
              <a:off x="9851121" y="929304"/>
              <a:ext cx="274405" cy="186646"/>
              <a:chOff x="9851121" y="929304"/>
              <a:chExt cx="274405" cy="186646"/>
            </a:xfrm>
            <a:solidFill>
              <a:srgbClr val="17A3A3"/>
            </a:solidFill>
          </p:grpSpPr>
          <p:sp>
            <p:nvSpPr>
              <p:cNvPr id="7810" name="شكل حر: شكل 8712">
                <a:extLst>
                  <a:ext uri="{FF2B5EF4-FFF2-40B4-BE49-F238E27FC236}">
                    <a16:creationId xmlns:a16="http://schemas.microsoft.com/office/drawing/2014/main" id="{9C62FB5D-D322-E905-4D9B-0AE0B7E1AE83}"/>
                  </a:ext>
                </a:extLst>
              </p:cNvPr>
              <p:cNvSpPr/>
              <p:nvPr/>
            </p:nvSpPr>
            <p:spPr>
              <a:xfrm>
                <a:off x="9917991" y="932988"/>
                <a:ext cx="20848" cy="31057"/>
              </a:xfrm>
              <a:custGeom>
                <a:avLst/>
                <a:gdLst>
                  <a:gd name="connsiteX0" fmla="*/ 17387 w 20848"/>
                  <a:gd name="connsiteY0" fmla="*/ 31057 h 31057"/>
                  <a:gd name="connsiteX1" fmla="*/ 14393 w 20848"/>
                  <a:gd name="connsiteY1" fmla="*/ 29335 h 31057"/>
                  <a:gd name="connsiteX2" fmla="*/ 468 w 20848"/>
                  <a:gd name="connsiteY2" fmla="*/ 5185 h 31057"/>
                  <a:gd name="connsiteX3" fmla="*/ 1739 w 20848"/>
                  <a:gd name="connsiteY3" fmla="*/ 468 h 31057"/>
                  <a:gd name="connsiteX4" fmla="*/ 6456 w 20848"/>
                  <a:gd name="connsiteY4" fmla="*/ 1739 h 31057"/>
                  <a:gd name="connsiteX5" fmla="*/ 20381 w 20848"/>
                  <a:gd name="connsiteY5" fmla="*/ 25889 h 31057"/>
                  <a:gd name="connsiteX6" fmla="*/ 19109 w 20848"/>
                  <a:gd name="connsiteY6" fmla="*/ 30606 h 31057"/>
                  <a:gd name="connsiteX7" fmla="*/ 17387 w 20848"/>
                  <a:gd name="connsiteY7" fmla="*/ 31057 h 31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48" h="31057">
                    <a:moveTo>
                      <a:pt x="17387" y="31057"/>
                    </a:moveTo>
                    <a:cubicBezTo>
                      <a:pt x="16201" y="31057"/>
                      <a:pt x="15042" y="30436"/>
                      <a:pt x="14393" y="29335"/>
                    </a:cubicBezTo>
                    <a:lnTo>
                      <a:pt x="468" y="5185"/>
                    </a:lnTo>
                    <a:cubicBezTo>
                      <a:pt x="-493" y="3546"/>
                      <a:pt x="72" y="1428"/>
                      <a:pt x="1739" y="468"/>
                    </a:cubicBezTo>
                    <a:cubicBezTo>
                      <a:pt x="3377" y="-493"/>
                      <a:pt x="5496" y="72"/>
                      <a:pt x="6456" y="1739"/>
                    </a:cubicBezTo>
                    <a:lnTo>
                      <a:pt x="20381" y="25889"/>
                    </a:lnTo>
                    <a:cubicBezTo>
                      <a:pt x="21341" y="27527"/>
                      <a:pt x="20776" y="29645"/>
                      <a:pt x="19109" y="30606"/>
                    </a:cubicBezTo>
                    <a:cubicBezTo>
                      <a:pt x="18573" y="30916"/>
                      <a:pt x="17980" y="31057"/>
                      <a:pt x="17387" y="31057"/>
                    </a:cubicBezTo>
                    <a:close/>
                  </a:path>
                </a:pathLst>
              </a:custGeom>
              <a:solidFill>
                <a:srgbClr val="17A3A3"/>
              </a:solidFill>
              <a:ln w="2824" cap="flat">
                <a:noFill/>
                <a:prstDash val="solid"/>
                <a:miter/>
              </a:ln>
            </p:spPr>
            <p:txBody>
              <a:bodyPr rtlCol="1" anchor="ctr"/>
              <a:lstStyle/>
              <a:p>
                <a:endParaRPr lang="ar-SA"/>
              </a:p>
            </p:txBody>
          </p:sp>
          <p:sp>
            <p:nvSpPr>
              <p:cNvPr id="7811" name="شكل حر: شكل 8713">
                <a:extLst>
                  <a:ext uri="{FF2B5EF4-FFF2-40B4-BE49-F238E27FC236}">
                    <a16:creationId xmlns:a16="http://schemas.microsoft.com/office/drawing/2014/main" id="{C146CD05-5DF4-6985-A909-CC6FA04F918D}"/>
                  </a:ext>
                </a:extLst>
              </p:cNvPr>
              <p:cNvSpPr/>
              <p:nvPr/>
            </p:nvSpPr>
            <p:spPr>
              <a:xfrm>
                <a:off x="10092564" y="1048838"/>
                <a:ext cx="32962" cy="6891"/>
              </a:xfrm>
              <a:custGeom>
                <a:avLst/>
                <a:gdLst>
                  <a:gd name="connsiteX0" fmla="*/ 29516 w 32962"/>
                  <a:gd name="connsiteY0" fmla="*/ 6892 h 6891"/>
                  <a:gd name="connsiteX1" fmla="*/ 3446 w 32962"/>
                  <a:gd name="connsiteY1" fmla="*/ 6892 h 6891"/>
                  <a:gd name="connsiteX2" fmla="*/ 0 w 32962"/>
                  <a:gd name="connsiteY2" fmla="*/ 3446 h 6891"/>
                  <a:gd name="connsiteX3" fmla="*/ 3446 w 32962"/>
                  <a:gd name="connsiteY3" fmla="*/ 0 h 6891"/>
                  <a:gd name="connsiteX4" fmla="*/ 29516 w 32962"/>
                  <a:gd name="connsiteY4" fmla="*/ 0 h 6891"/>
                  <a:gd name="connsiteX5" fmla="*/ 32963 w 32962"/>
                  <a:gd name="connsiteY5" fmla="*/ 3446 h 6891"/>
                  <a:gd name="connsiteX6" fmla="*/ 29516 w 32962"/>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962" h="6891">
                    <a:moveTo>
                      <a:pt x="29516" y="6892"/>
                    </a:moveTo>
                    <a:lnTo>
                      <a:pt x="3446" y="6892"/>
                    </a:lnTo>
                    <a:cubicBezTo>
                      <a:pt x="1554" y="6892"/>
                      <a:pt x="0" y="5338"/>
                      <a:pt x="0" y="3446"/>
                    </a:cubicBezTo>
                    <a:cubicBezTo>
                      <a:pt x="0" y="1554"/>
                      <a:pt x="1554" y="0"/>
                      <a:pt x="3446" y="0"/>
                    </a:cubicBezTo>
                    <a:lnTo>
                      <a:pt x="29516" y="0"/>
                    </a:lnTo>
                    <a:cubicBezTo>
                      <a:pt x="31409" y="0"/>
                      <a:pt x="32963" y="1554"/>
                      <a:pt x="32963" y="3446"/>
                    </a:cubicBezTo>
                    <a:cubicBezTo>
                      <a:pt x="32963" y="5338"/>
                      <a:pt x="31409" y="6892"/>
                      <a:pt x="29516" y="6892"/>
                    </a:cubicBezTo>
                    <a:close/>
                  </a:path>
                </a:pathLst>
              </a:custGeom>
              <a:solidFill>
                <a:srgbClr val="17A3A3"/>
              </a:solidFill>
              <a:ln w="2824" cap="flat">
                <a:noFill/>
                <a:prstDash val="solid"/>
                <a:miter/>
              </a:ln>
            </p:spPr>
            <p:txBody>
              <a:bodyPr rtlCol="1" anchor="ctr"/>
              <a:lstStyle/>
              <a:p>
                <a:endParaRPr lang="ar-SA"/>
              </a:p>
            </p:txBody>
          </p:sp>
          <p:sp>
            <p:nvSpPr>
              <p:cNvPr id="7812" name="شكل حر: شكل 8714">
                <a:extLst>
                  <a:ext uri="{FF2B5EF4-FFF2-40B4-BE49-F238E27FC236}">
                    <a16:creationId xmlns:a16="http://schemas.microsoft.com/office/drawing/2014/main" id="{266C3522-81CA-4A09-E55D-DFCEFA8A0305}"/>
                  </a:ext>
                </a:extLst>
              </p:cNvPr>
              <p:cNvSpPr/>
              <p:nvPr/>
            </p:nvSpPr>
            <p:spPr>
              <a:xfrm>
                <a:off x="9851121" y="1048838"/>
                <a:ext cx="32934" cy="6891"/>
              </a:xfrm>
              <a:custGeom>
                <a:avLst/>
                <a:gdLst>
                  <a:gd name="connsiteX0" fmla="*/ 29488 w 32934"/>
                  <a:gd name="connsiteY0" fmla="*/ 6892 h 6891"/>
                  <a:gd name="connsiteX1" fmla="*/ 3446 w 32934"/>
                  <a:gd name="connsiteY1" fmla="*/ 6892 h 6891"/>
                  <a:gd name="connsiteX2" fmla="*/ 0 w 32934"/>
                  <a:gd name="connsiteY2" fmla="*/ 3446 h 6891"/>
                  <a:gd name="connsiteX3" fmla="*/ 3446 w 32934"/>
                  <a:gd name="connsiteY3" fmla="*/ 0 h 6891"/>
                  <a:gd name="connsiteX4" fmla="*/ 29488 w 32934"/>
                  <a:gd name="connsiteY4" fmla="*/ 0 h 6891"/>
                  <a:gd name="connsiteX5" fmla="*/ 32935 w 32934"/>
                  <a:gd name="connsiteY5" fmla="*/ 3446 h 6891"/>
                  <a:gd name="connsiteX6" fmla="*/ 29488 w 32934"/>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934" h="6891">
                    <a:moveTo>
                      <a:pt x="29488" y="6892"/>
                    </a:moveTo>
                    <a:lnTo>
                      <a:pt x="3446" y="6892"/>
                    </a:lnTo>
                    <a:cubicBezTo>
                      <a:pt x="1554" y="6892"/>
                      <a:pt x="0" y="5338"/>
                      <a:pt x="0" y="3446"/>
                    </a:cubicBezTo>
                    <a:cubicBezTo>
                      <a:pt x="0" y="1554"/>
                      <a:pt x="1554" y="0"/>
                      <a:pt x="3446" y="0"/>
                    </a:cubicBezTo>
                    <a:lnTo>
                      <a:pt x="29488" y="0"/>
                    </a:lnTo>
                    <a:cubicBezTo>
                      <a:pt x="31381" y="0"/>
                      <a:pt x="32935" y="1554"/>
                      <a:pt x="32935" y="3446"/>
                    </a:cubicBezTo>
                    <a:cubicBezTo>
                      <a:pt x="32935" y="5338"/>
                      <a:pt x="31381" y="6892"/>
                      <a:pt x="29488" y="6892"/>
                    </a:cubicBezTo>
                    <a:close/>
                  </a:path>
                </a:pathLst>
              </a:custGeom>
              <a:solidFill>
                <a:srgbClr val="17A3A3"/>
              </a:solidFill>
              <a:ln w="2824" cap="flat">
                <a:noFill/>
                <a:prstDash val="solid"/>
                <a:miter/>
              </a:ln>
            </p:spPr>
            <p:txBody>
              <a:bodyPr rtlCol="1" anchor="ctr"/>
              <a:lstStyle/>
              <a:p>
                <a:endParaRPr lang="ar-SA"/>
              </a:p>
            </p:txBody>
          </p:sp>
          <p:sp>
            <p:nvSpPr>
              <p:cNvPr id="7813" name="شكل حر: شكل 8715">
                <a:extLst>
                  <a:ext uri="{FF2B5EF4-FFF2-40B4-BE49-F238E27FC236}">
                    <a16:creationId xmlns:a16="http://schemas.microsoft.com/office/drawing/2014/main" id="{220C8831-4B1A-E413-69F1-D420CD093891}"/>
                  </a:ext>
                </a:extLst>
              </p:cNvPr>
              <p:cNvSpPr/>
              <p:nvPr/>
            </p:nvSpPr>
            <p:spPr>
              <a:xfrm>
                <a:off x="10037827" y="933007"/>
                <a:ext cx="20811" cy="31038"/>
              </a:xfrm>
              <a:custGeom>
                <a:avLst/>
                <a:gdLst>
                  <a:gd name="connsiteX0" fmla="*/ 3443 w 20811"/>
                  <a:gd name="connsiteY0" fmla="*/ 31039 h 31038"/>
                  <a:gd name="connsiteX1" fmla="*/ 1720 w 20811"/>
                  <a:gd name="connsiteY1" fmla="*/ 30587 h 31038"/>
                  <a:gd name="connsiteX2" fmla="*/ 449 w 20811"/>
                  <a:gd name="connsiteY2" fmla="*/ 25870 h 31038"/>
                  <a:gd name="connsiteX3" fmla="*/ 14374 w 20811"/>
                  <a:gd name="connsiteY3" fmla="*/ 1720 h 31038"/>
                  <a:gd name="connsiteX4" fmla="*/ 19091 w 20811"/>
                  <a:gd name="connsiteY4" fmla="*/ 449 h 31038"/>
                  <a:gd name="connsiteX5" fmla="*/ 20362 w 20811"/>
                  <a:gd name="connsiteY5" fmla="*/ 5166 h 31038"/>
                  <a:gd name="connsiteX6" fmla="*/ 6437 w 20811"/>
                  <a:gd name="connsiteY6" fmla="*/ 29316 h 31038"/>
                  <a:gd name="connsiteX7" fmla="*/ 3443 w 20811"/>
                  <a:gd name="connsiteY7" fmla="*/ 31039 h 31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11" h="31038">
                    <a:moveTo>
                      <a:pt x="3443" y="31039"/>
                    </a:moveTo>
                    <a:cubicBezTo>
                      <a:pt x="2850" y="31039"/>
                      <a:pt x="2257" y="30898"/>
                      <a:pt x="1720" y="30587"/>
                    </a:cubicBezTo>
                    <a:cubicBezTo>
                      <a:pt x="82" y="29627"/>
                      <a:pt x="-483" y="27536"/>
                      <a:pt x="449" y="25870"/>
                    </a:cubicBezTo>
                    <a:lnTo>
                      <a:pt x="14374" y="1720"/>
                    </a:lnTo>
                    <a:cubicBezTo>
                      <a:pt x="15334" y="82"/>
                      <a:pt x="17425" y="-483"/>
                      <a:pt x="19091" y="449"/>
                    </a:cubicBezTo>
                    <a:cubicBezTo>
                      <a:pt x="20729" y="1409"/>
                      <a:pt x="21295" y="3499"/>
                      <a:pt x="20362" y="5166"/>
                    </a:cubicBezTo>
                    <a:lnTo>
                      <a:pt x="6437" y="29316"/>
                    </a:lnTo>
                    <a:cubicBezTo>
                      <a:pt x="5788" y="30417"/>
                      <a:pt x="4629" y="31039"/>
                      <a:pt x="3443" y="31039"/>
                    </a:cubicBezTo>
                    <a:close/>
                  </a:path>
                </a:pathLst>
              </a:custGeom>
              <a:solidFill>
                <a:srgbClr val="17A3A3"/>
              </a:solidFill>
              <a:ln w="2824" cap="flat">
                <a:noFill/>
                <a:prstDash val="solid"/>
                <a:miter/>
              </a:ln>
            </p:spPr>
            <p:txBody>
              <a:bodyPr rtlCol="1" anchor="ctr"/>
              <a:lstStyle/>
              <a:p>
                <a:endParaRPr lang="ar-SA"/>
              </a:p>
            </p:txBody>
          </p:sp>
          <p:sp>
            <p:nvSpPr>
              <p:cNvPr id="7814" name="شكل حر: شكل 8716">
                <a:extLst>
                  <a:ext uri="{FF2B5EF4-FFF2-40B4-BE49-F238E27FC236}">
                    <a16:creationId xmlns:a16="http://schemas.microsoft.com/office/drawing/2014/main" id="{6E389ACF-3F56-DBC6-E4D9-D11135D0D230}"/>
                  </a:ext>
                </a:extLst>
              </p:cNvPr>
              <p:cNvSpPr/>
              <p:nvPr/>
            </p:nvSpPr>
            <p:spPr>
              <a:xfrm>
                <a:off x="9880641" y="988650"/>
                <a:ext cx="18438" cy="13554"/>
              </a:xfrm>
              <a:custGeom>
                <a:avLst/>
                <a:gdLst>
                  <a:gd name="connsiteX0" fmla="*/ 14995 w 18438"/>
                  <a:gd name="connsiteY0" fmla="*/ 13555 h 13554"/>
                  <a:gd name="connsiteX1" fmla="*/ 13273 w 18438"/>
                  <a:gd name="connsiteY1" fmla="*/ 13103 h 13554"/>
                  <a:gd name="connsiteX2" fmla="*/ 1720 w 18438"/>
                  <a:gd name="connsiteY2" fmla="*/ 6437 h 13554"/>
                  <a:gd name="connsiteX3" fmla="*/ 449 w 18438"/>
                  <a:gd name="connsiteY3" fmla="*/ 1720 h 13554"/>
                  <a:gd name="connsiteX4" fmla="*/ 5166 w 18438"/>
                  <a:gd name="connsiteY4" fmla="*/ 449 h 13554"/>
                  <a:gd name="connsiteX5" fmla="*/ 16719 w 18438"/>
                  <a:gd name="connsiteY5" fmla="*/ 7115 h 13554"/>
                  <a:gd name="connsiteX6" fmla="*/ 17989 w 18438"/>
                  <a:gd name="connsiteY6" fmla="*/ 11832 h 13554"/>
                  <a:gd name="connsiteX7" fmla="*/ 14995 w 18438"/>
                  <a:gd name="connsiteY7" fmla="*/ 13555 h 13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38" h="13554">
                    <a:moveTo>
                      <a:pt x="14995" y="13555"/>
                    </a:moveTo>
                    <a:cubicBezTo>
                      <a:pt x="14402" y="13555"/>
                      <a:pt x="13809" y="13414"/>
                      <a:pt x="13273" y="13103"/>
                    </a:cubicBezTo>
                    <a:lnTo>
                      <a:pt x="1720" y="6437"/>
                    </a:lnTo>
                    <a:cubicBezTo>
                      <a:pt x="82" y="5477"/>
                      <a:pt x="-483" y="3387"/>
                      <a:pt x="449" y="1720"/>
                    </a:cubicBezTo>
                    <a:cubicBezTo>
                      <a:pt x="1409" y="82"/>
                      <a:pt x="3499" y="-483"/>
                      <a:pt x="5166" y="449"/>
                    </a:cubicBezTo>
                    <a:lnTo>
                      <a:pt x="16719" y="7115"/>
                    </a:lnTo>
                    <a:cubicBezTo>
                      <a:pt x="18356" y="8075"/>
                      <a:pt x="18922" y="10165"/>
                      <a:pt x="17989" y="11832"/>
                    </a:cubicBezTo>
                    <a:cubicBezTo>
                      <a:pt x="17340" y="12934"/>
                      <a:pt x="16181" y="13555"/>
                      <a:pt x="14995" y="13555"/>
                    </a:cubicBezTo>
                    <a:close/>
                  </a:path>
                </a:pathLst>
              </a:custGeom>
              <a:solidFill>
                <a:srgbClr val="17A3A3"/>
              </a:solidFill>
              <a:ln w="2824" cap="flat">
                <a:noFill/>
                <a:prstDash val="solid"/>
                <a:miter/>
              </a:ln>
            </p:spPr>
            <p:txBody>
              <a:bodyPr rtlCol="1" anchor="ctr"/>
              <a:lstStyle/>
              <a:p>
                <a:endParaRPr lang="ar-SA"/>
              </a:p>
            </p:txBody>
          </p:sp>
          <p:sp>
            <p:nvSpPr>
              <p:cNvPr id="7815" name="شكل حر: شكل 8717">
                <a:extLst>
                  <a:ext uri="{FF2B5EF4-FFF2-40B4-BE49-F238E27FC236}">
                    <a16:creationId xmlns:a16="http://schemas.microsoft.com/office/drawing/2014/main" id="{F20B430A-F207-F078-C8E6-93779A876D03}"/>
                  </a:ext>
                </a:extLst>
              </p:cNvPr>
              <p:cNvSpPr/>
              <p:nvPr/>
            </p:nvSpPr>
            <p:spPr>
              <a:xfrm>
                <a:off x="9880594" y="1102376"/>
                <a:ext cx="18475" cy="13573"/>
              </a:xfrm>
              <a:custGeom>
                <a:avLst/>
                <a:gdLst>
                  <a:gd name="connsiteX0" fmla="*/ 3462 w 18475"/>
                  <a:gd name="connsiteY0" fmla="*/ 13574 h 13573"/>
                  <a:gd name="connsiteX1" fmla="*/ 468 w 18475"/>
                  <a:gd name="connsiteY1" fmla="*/ 11851 h 13573"/>
                  <a:gd name="connsiteX2" fmla="*/ 1739 w 18475"/>
                  <a:gd name="connsiteY2" fmla="*/ 7134 h 13573"/>
                  <a:gd name="connsiteX3" fmla="*/ 13291 w 18475"/>
                  <a:gd name="connsiteY3" fmla="*/ 468 h 13573"/>
                  <a:gd name="connsiteX4" fmla="*/ 18008 w 18475"/>
                  <a:gd name="connsiteY4" fmla="*/ 1739 h 13573"/>
                  <a:gd name="connsiteX5" fmla="*/ 16737 w 18475"/>
                  <a:gd name="connsiteY5" fmla="*/ 6456 h 13573"/>
                  <a:gd name="connsiteX6" fmla="*/ 5185 w 18475"/>
                  <a:gd name="connsiteY6" fmla="*/ 13122 h 13573"/>
                  <a:gd name="connsiteX7" fmla="*/ 3462 w 18475"/>
                  <a:gd name="connsiteY7" fmla="*/ 13574 h 13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75" h="13573">
                    <a:moveTo>
                      <a:pt x="3462" y="13574"/>
                    </a:moveTo>
                    <a:cubicBezTo>
                      <a:pt x="2275" y="13574"/>
                      <a:pt x="1117" y="12952"/>
                      <a:pt x="468" y="11851"/>
                    </a:cubicBezTo>
                    <a:cubicBezTo>
                      <a:pt x="-493" y="10212"/>
                      <a:pt x="72" y="8094"/>
                      <a:pt x="1739" y="7134"/>
                    </a:cubicBezTo>
                    <a:lnTo>
                      <a:pt x="13291" y="468"/>
                    </a:lnTo>
                    <a:cubicBezTo>
                      <a:pt x="14929" y="-493"/>
                      <a:pt x="17048" y="72"/>
                      <a:pt x="18008" y="1739"/>
                    </a:cubicBezTo>
                    <a:cubicBezTo>
                      <a:pt x="18969" y="3377"/>
                      <a:pt x="18403" y="5495"/>
                      <a:pt x="16737" y="6456"/>
                    </a:cubicBezTo>
                    <a:lnTo>
                      <a:pt x="5185" y="13122"/>
                    </a:lnTo>
                    <a:cubicBezTo>
                      <a:pt x="4648" y="13432"/>
                      <a:pt x="4055" y="13574"/>
                      <a:pt x="3462" y="13574"/>
                    </a:cubicBezTo>
                    <a:close/>
                  </a:path>
                </a:pathLst>
              </a:custGeom>
              <a:solidFill>
                <a:srgbClr val="17A3A3"/>
              </a:solidFill>
              <a:ln w="2824" cap="flat">
                <a:noFill/>
                <a:prstDash val="solid"/>
                <a:miter/>
              </a:ln>
            </p:spPr>
            <p:txBody>
              <a:bodyPr rtlCol="1" anchor="ctr"/>
              <a:lstStyle/>
              <a:p>
                <a:endParaRPr lang="ar-SA"/>
              </a:p>
            </p:txBody>
          </p:sp>
          <p:sp>
            <p:nvSpPr>
              <p:cNvPr id="7816" name="شكل حر: شكل 8718">
                <a:extLst>
                  <a:ext uri="{FF2B5EF4-FFF2-40B4-BE49-F238E27FC236}">
                    <a16:creationId xmlns:a16="http://schemas.microsoft.com/office/drawing/2014/main" id="{5CB0BD22-FF00-82FA-C63B-F35ED7063384}"/>
                  </a:ext>
                </a:extLst>
              </p:cNvPr>
              <p:cNvSpPr/>
              <p:nvPr/>
            </p:nvSpPr>
            <p:spPr>
              <a:xfrm>
                <a:off x="10077550" y="988632"/>
                <a:ext cx="18475" cy="13573"/>
              </a:xfrm>
              <a:custGeom>
                <a:avLst/>
                <a:gdLst>
                  <a:gd name="connsiteX0" fmla="*/ 3462 w 18475"/>
                  <a:gd name="connsiteY0" fmla="*/ 13574 h 13573"/>
                  <a:gd name="connsiteX1" fmla="*/ 468 w 18475"/>
                  <a:gd name="connsiteY1" fmla="*/ 11851 h 13573"/>
                  <a:gd name="connsiteX2" fmla="*/ 1739 w 18475"/>
                  <a:gd name="connsiteY2" fmla="*/ 7134 h 13573"/>
                  <a:gd name="connsiteX3" fmla="*/ 13291 w 18475"/>
                  <a:gd name="connsiteY3" fmla="*/ 468 h 13573"/>
                  <a:gd name="connsiteX4" fmla="*/ 18008 w 18475"/>
                  <a:gd name="connsiteY4" fmla="*/ 1739 h 13573"/>
                  <a:gd name="connsiteX5" fmla="*/ 16737 w 18475"/>
                  <a:gd name="connsiteY5" fmla="*/ 6456 h 13573"/>
                  <a:gd name="connsiteX6" fmla="*/ 5185 w 18475"/>
                  <a:gd name="connsiteY6" fmla="*/ 13122 h 13573"/>
                  <a:gd name="connsiteX7" fmla="*/ 3462 w 18475"/>
                  <a:gd name="connsiteY7" fmla="*/ 13574 h 13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75" h="13573">
                    <a:moveTo>
                      <a:pt x="3462" y="13574"/>
                    </a:moveTo>
                    <a:cubicBezTo>
                      <a:pt x="2275" y="13574"/>
                      <a:pt x="1117" y="12952"/>
                      <a:pt x="468" y="11851"/>
                    </a:cubicBezTo>
                    <a:cubicBezTo>
                      <a:pt x="-493" y="10212"/>
                      <a:pt x="72" y="8094"/>
                      <a:pt x="1739" y="7134"/>
                    </a:cubicBezTo>
                    <a:lnTo>
                      <a:pt x="13291" y="468"/>
                    </a:lnTo>
                    <a:cubicBezTo>
                      <a:pt x="14929" y="-493"/>
                      <a:pt x="17048" y="72"/>
                      <a:pt x="18008" y="1739"/>
                    </a:cubicBezTo>
                    <a:cubicBezTo>
                      <a:pt x="18969" y="3377"/>
                      <a:pt x="18403" y="5495"/>
                      <a:pt x="16737" y="6456"/>
                    </a:cubicBezTo>
                    <a:lnTo>
                      <a:pt x="5185" y="13122"/>
                    </a:lnTo>
                    <a:cubicBezTo>
                      <a:pt x="4648" y="13432"/>
                      <a:pt x="4055" y="13574"/>
                      <a:pt x="3462" y="13574"/>
                    </a:cubicBezTo>
                    <a:close/>
                  </a:path>
                </a:pathLst>
              </a:custGeom>
              <a:solidFill>
                <a:srgbClr val="17A3A3"/>
              </a:solidFill>
              <a:ln w="2824" cap="flat">
                <a:noFill/>
                <a:prstDash val="solid"/>
                <a:miter/>
              </a:ln>
            </p:spPr>
            <p:txBody>
              <a:bodyPr rtlCol="1" anchor="ctr"/>
              <a:lstStyle/>
              <a:p>
                <a:endParaRPr lang="ar-SA"/>
              </a:p>
            </p:txBody>
          </p:sp>
          <p:sp>
            <p:nvSpPr>
              <p:cNvPr id="7817" name="شكل حر: شكل 8719">
                <a:extLst>
                  <a:ext uri="{FF2B5EF4-FFF2-40B4-BE49-F238E27FC236}">
                    <a16:creationId xmlns:a16="http://schemas.microsoft.com/office/drawing/2014/main" id="{F613B1E9-0F01-24C4-7CF3-7347AE8A3041}"/>
                  </a:ext>
                </a:extLst>
              </p:cNvPr>
              <p:cNvSpPr/>
              <p:nvPr/>
            </p:nvSpPr>
            <p:spPr>
              <a:xfrm>
                <a:off x="10077568" y="1102395"/>
                <a:ext cx="18438" cy="13554"/>
              </a:xfrm>
              <a:custGeom>
                <a:avLst/>
                <a:gdLst>
                  <a:gd name="connsiteX0" fmla="*/ 14995 w 18438"/>
                  <a:gd name="connsiteY0" fmla="*/ 13555 h 13554"/>
                  <a:gd name="connsiteX1" fmla="*/ 13273 w 18438"/>
                  <a:gd name="connsiteY1" fmla="*/ 13103 h 13554"/>
                  <a:gd name="connsiteX2" fmla="*/ 1720 w 18438"/>
                  <a:gd name="connsiteY2" fmla="*/ 6437 h 13554"/>
                  <a:gd name="connsiteX3" fmla="*/ 449 w 18438"/>
                  <a:gd name="connsiteY3" fmla="*/ 1720 h 13554"/>
                  <a:gd name="connsiteX4" fmla="*/ 5166 w 18438"/>
                  <a:gd name="connsiteY4" fmla="*/ 449 h 13554"/>
                  <a:gd name="connsiteX5" fmla="*/ 16719 w 18438"/>
                  <a:gd name="connsiteY5" fmla="*/ 7115 h 13554"/>
                  <a:gd name="connsiteX6" fmla="*/ 17989 w 18438"/>
                  <a:gd name="connsiteY6" fmla="*/ 11832 h 13554"/>
                  <a:gd name="connsiteX7" fmla="*/ 14995 w 18438"/>
                  <a:gd name="connsiteY7" fmla="*/ 13555 h 13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38" h="13554">
                    <a:moveTo>
                      <a:pt x="14995" y="13555"/>
                    </a:moveTo>
                    <a:cubicBezTo>
                      <a:pt x="14402" y="13555"/>
                      <a:pt x="13809" y="13414"/>
                      <a:pt x="13273" y="13103"/>
                    </a:cubicBezTo>
                    <a:lnTo>
                      <a:pt x="1720" y="6437"/>
                    </a:lnTo>
                    <a:cubicBezTo>
                      <a:pt x="82" y="5477"/>
                      <a:pt x="-483" y="3386"/>
                      <a:pt x="449" y="1720"/>
                    </a:cubicBezTo>
                    <a:cubicBezTo>
                      <a:pt x="1409" y="82"/>
                      <a:pt x="3500" y="-483"/>
                      <a:pt x="5166" y="449"/>
                    </a:cubicBezTo>
                    <a:lnTo>
                      <a:pt x="16719" y="7115"/>
                    </a:lnTo>
                    <a:cubicBezTo>
                      <a:pt x="18356" y="8075"/>
                      <a:pt x="18922" y="10165"/>
                      <a:pt x="17989" y="11832"/>
                    </a:cubicBezTo>
                    <a:cubicBezTo>
                      <a:pt x="17340" y="12933"/>
                      <a:pt x="16182" y="13555"/>
                      <a:pt x="14995" y="13555"/>
                    </a:cubicBezTo>
                    <a:close/>
                  </a:path>
                </a:pathLst>
              </a:custGeom>
              <a:solidFill>
                <a:srgbClr val="17A3A3"/>
              </a:solidFill>
              <a:ln w="2824" cap="flat">
                <a:noFill/>
                <a:prstDash val="solid"/>
                <a:miter/>
              </a:ln>
            </p:spPr>
            <p:txBody>
              <a:bodyPr rtlCol="1" anchor="ctr"/>
              <a:lstStyle/>
              <a:p>
                <a:endParaRPr lang="ar-SA"/>
              </a:p>
            </p:txBody>
          </p:sp>
          <p:sp>
            <p:nvSpPr>
              <p:cNvPr id="7818" name="شكل حر: شكل 8720">
                <a:extLst>
                  <a:ext uri="{FF2B5EF4-FFF2-40B4-BE49-F238E27FC236}">
                    <a16:creationId xmlns:a16="http://schemas.microsoft.com/office/drawing/2014/main" id="{9016FA52-03D1-F9B6-51BE-FA5CE0C85F5B}"/>
                  </a:ext>
                </a:extLst>
              </p:cNvPr>
              <p:cNvSpPr/>
              <p:nvPr/>
            </p:nvSpPr>
            <p:spPr>
              <a:xfrm>
                <a:off x="9984864" y="929304"/>
                <a:ext cx="6891" cy="21099"/>
              </a:xfrm>
              <a:custGeom>
                <a:avLst/>
                <a:gdLst>
                  <a:gd name="connsiteX0" fmla="*/ 3446 w 6891"/>
                  <a:gd name="connsiteY0" fmla="*/ 0 h 21099"/>
                  <a:gd name="connsiteX1" fmla="*/ 3446 w 6891"/>
                  <a:gd name="connsiteY1" fmla="*/ 0 h 21099"/>
                  <a:gd name="connsiteX2" fmla="*/ 6892 w 6891"/>
                  <a:gd name="connsiteY2" fmla="*/ 3446 h 21099"/>
                  <a:gd name="connsiteX3" fmla="*/ 6892 w 6891"/>
                  <a:gd name="connsiteY3" fmla="*/ 17653 h 21099"/>
                  <a:gd name="connsiteX4" fmla="*/ 3446 w 6891"/>
                  <a:gd name="connsiteY4" fmla="*/ 21099 h 21099"/>
                  <a:gd name="connsiteX5" fmla="*/ 3446 w 6891"/>
                  <a:gd name="connsiteY5" fmla="*/ 21099 h 21099"/>
                  <a:gd name="connsiteX6" fmla="*/ 0 w 6891"/>
                  <a:gd name="connsiteY6" fmla="*/ 17653 h 21099"/>
                  <a:gd name="connsiteX7" fmla="*/ 0 w 6891"/>
                  <a:gd name="connsiteY7" fmla="*/ 3446 h 21099"/>
                  <a:gd name="connsiteX8" fmla="*/ 3446 w 6891"/>
                  <a:gd name="connsiteY8" fmla="*/ 0 h 21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91" h="21099">
                    <a:moveTo>
                      <a:pt x="3446" y="0"/>
                    </a:moveTo>
                    <a:lnTo>
                      <a:pt x="3446" y="0"/>
                    </a:lnTo>
                    <a:cubicBezTo>
                      <a:pt x="5338" y="0"/>
                      <a:pt x="6892" y="1553"/>
                      <a:pt x="6892" y="3446"/>
                    </a:cubicBezTo>
                    <a:lnTo>
                      <a:pt x="6892" y="17653"/>
                    </a:lnTo>
                    <a:cubicBezTo>
                      <a:pt x="6892" y="19546"/>
                      <a:pt x="5338" y="21099"/>
                      <a:pt x="3446" y="21099"/>
                    </a:cubicBezTo>
                    <a:lnTo>
                      <a:pt x="3446" y="21099"/>
                    </a:lnTo>
                    <a:cubicBezTo>
                      <a:pt x="1554" y="21099"/>
                      <a:pt x="0" y="19546"/>
                      <a:pt x="0" y="17653"/>
                    </a:cubicBezTo>
                    <a:lnTo>
                      <a:pt x="0" y="3446"/>
                    </a:lnTo>
                    <a:cubicBezTo>
                      <a:pt x="0" y="1553"/>
                      <a:pt x="1554" y="0"/>
                      <a:pt x="3446" y="0"/>
                    </a:cubicBezTo>
                    <a:close/>
                  </a:path>
                </a:pathLst>
              </a:custGeom>
              <a:solidFill>
                <a:srgbClr val="17A3A3"/>
              </a:solidFill>
              <a:ln w="2824" cap="flat">
                <a:noFill/>
                <a:prstDash val="solid"/>
                <a:miter/>
              </a:ln>
            </p:spPr>
            <p:txBody>
              <a:bodyPr rtlCol="1" anchor="ctr"/>
              <a:lstStyle/>
              <a:p>
                <a:endParaRPr lang="ar-SA"/>
              </a:p>
            </p:txBody>
          </p:sp>
        </p:grpSp>
      </p:grpSp>
      <p:grpSp>
        <p:nvGrpSpPr>
          <p:cNvPr id="7823" name="رسم 8014">
            <a:extLst>
              <a:ext uri="{FF2B5EF4-FFF2-40B4-BE49-F238E27FC236}">
                <a16:creationId xmlns:a16="http://schemas.microsoft.com/office/drawing/2014/main" id="{BFE9A027-7B9F-613A-0D32-6B5B711563F7}"/>
              </a:ext>
            </a:extLst>
          </p:cNvPr>
          <p:cNvGrpSpPr/>
          <p:nvPr/>
        </p:nvGrpSpPr>
        <p:grpSpPr>
          <a:xfrm>
            <a:off x="8139328" y="1832399"/>
            <a:ext cx="232972" cy="224675"/>
            <a:chOff x="8810366" y="509436"/>
            <a:chExt cx="278471" cy="285051"/>
          </a:xfrm>
        </p:grpSpPr>
        <p:grpSp>
          <p:nvGrpSpPr>
            <p:cNvPr id="7824" name="رسم 8014">
              <a:extLst>
                <a:ext uri="{FF2B5EF4-FFF2-40B4-BE49-F238E27FC236}">
                  <a16:creationId xmlns:a16="http://schemas.microsoft.com/office/drawing/2014/main" id="{F9C61684-1529-6D28-4D5C-5F17D0544ED7}"/>
                </a:ext>
              </a:extLst>
            </p:cNvPr>
            <p:cNvGrpSpPr/>
            <p:nvPr/>
          </p:nvGrpSpPr>
          <p:grpSpPr>
            <a:xfrm>
              <a:off x="8907748" y="509436"/>
              <a:ext cx="181089" cy="285051"/>
              <a:chOff x="8907748" y="509436"/>
              <a:chExt cx="181089" cy="285051"/>
            </a:xfrm>
          </p:grpSpPr>
          <p:sp>
            <p:nvSpPr>
              <p:cNvPr id="7829" name="شكل حر: شكل 8723">
                <a:extLst>
                  <a:ext uri="{FF2B5EF4-FFF2-40B4-BE49-F238E27FC236}">
                    <a16:creationId xmlns:a16="http://schemas.microsoft.com/office/drawing/2014/main" id="{8491DE57-CF4A-8964-D78C-A704EE786117}"/>
                  </a:ext>
                </a:extLst>
              </p:cNvPr>
              <p:cNvSpPr/>
              <p:nvPr/>
            </p:nvSpPr>
            <p:spPr>
              <a:xfrm>
                <a:off x="8932813" y="536949"/>
                <a:ext cx="156024" cy="193792"/>
              </a:xfrm>
              <a:custGeom>
                <a:avLst/>
                <a:gdLst>
                  <a:gd name="connsiteX0" fmla="*/ 10669 w 156024"/>
                  <a:gd name="connsiteY0" fmla="*/ 193760 h 193792"/>
                  <a:gd name="connsiteX1" fmla="*/ 7279 w 156024"/>
                  <a:gd name="connsiteY1" fmla="*/ 190992 h 193792"/>
                  <a:gd name="connsiteX2" fmla="*/ 30214 w 156024"/>
                  <a:gd name="connsiteY2" fmla="*/ 20164 h 193792"/>
                  <a:gd name="connsiteX3" fmla="*/ 105658 w 156024"/>
                  <a:gd name="connsiteY3" fmla="*/ 2426 h 193792"/>
                  <a:gd name="connsiteX4" fmla="*/ 108454 w 156024"/>
                  <a:gd name="connsiteY4" fmla="*/ 5815 h 193792"/>
                  <a:gd name="connsiteX5" fmla="*/ 108454 w 156024"/>
                  <a:gd name="connsiteY5" fmla="*/ 17141 h 193792"/>
                  <a:gd name="connsiteX6" fmla="*/ 136304 w 156024"/>
                  <a:gd name="connsiteY6" fmla="*/ 52646 h 193792"/>
                  <a:gd name="connsiteX7" fmla="*/ 155991 w 156024"/>
                  <a:gd name="connsiteY7" fmla="*/ 78604 h 193792"/>
                  <a:gd name="connsiteX8" fmla="*/ 148987 w 156024"/>
                  <a:gd name="connsiteY8" fmla="*/ 94901 h 193792"/>
                  <a:gd name="connsiteX9" fmla="*/ 129751 w 156024"/>
                  <a:gd name="connsiteY9" fmla="*/ 105804 h 193792"/>
                  <a:gd name="connsiteX10" fmla="*/ 111081 w 156024"/>
                  <a:gd name="connsiteY10" fmla="*/ 94223 h 193792"/>
                  <a:gd name="connsiteX11" fmla="*/ 106194 w 156024"/>
                  <a:gd name="connsiteY11" fmla="*/ 89450 h 193792"/>
                  <a:gd name="connsiteX12" fmla="*/ 78345 w 156024"/>
                  <a:gd name="connsiteY12" fmla="*/ 83151 h 193792"/>
                  <a:gd name="connsiteX13" fmla="*/ 87044 w 156024"/>
                  <a:gd name="connsiteY13" fmla="*/ 96285 h 193792"/>
                  <a:gd name="connsiteX14" fmla="*/ 110629 w 156024"/>
                  <a:gd name="connsiteY14" fmla="*/ 192998 h 193792"/>
                  <a:gd name="connsiteX15" fmla="*/ 105771 w 156024"/>
                  <a:gd name="connsiteY15" fmla="*/ 192546 h 193792"/>
                  <a:gd name="connsiteX16" fmla="*/ 106223 w 156024"/>
                  <a:gd name="connsiteY16" fmla="*/ 187688 h 193792"/>
                  <a:gd name="connsiteX17" fmla="*/ 81395 w 156024"/>
                  <a:gd name="connsiteY17" fmla="*/ 100211 h 193792"/>
                  <a:gd name="connsiteX18" fmla="*/ 71876 w 156024"/>
                  <a:gd name="connsiteY18" fmla="*/ 79394 h 193792"/>
                  <a:gd name="connsiteX19" fmla="*/ 109668 w 156024"/>
                  <a:gd name="connsiteY19" fmla="*/ 83462 h 193792"/>
                  <a:gd name="connsiteX20" fmla="*/ 116193 w 156024"/>
                  <a:gd name="connsiteY20" fmla="*/ 89591 h 193792"/>
                  <a:gd name="connsiteX21" fmla="*/ 129751 w 156024"/>
                  <a:gd name="connsiteY21" fmla="*/ 98884 h 193792"/>
                  <a:gd name="connsiteX22" fmla="*/ 129808 w 156024"/>
                  <a:gd name="connsiteY22" fmla="*/ 98884 h 193792"/>
                  <a:gd name="connsiteX23" fmla="*/ 143874 w 156024"/>
                  <a:gd name="connsiteY23" fmla="*/ 90241 h 193792"/>
                  <a:gd name="connsiteX24" fmla="*/ 149099 w 156024"/>
                  <a:gd name="connsiteY24" fmla="*/ 78999 h 193792"/>
                  <a:gd name="connsiteX25" fmla="*/ 131813 w 156024"/>
                  <a:gd name="connsiteY25" fmla="*/ 57843 h 193792"/>
                  <a:gd name="connsiteX26" fmla="*/ 101647 w 156024"/>
                  <a:gd name="connsiteY26" fmla="*/ 18441 h 193792"/>
                  <a:gd name="connsiteX27" fmla="*/ 101534 w 156024"/>
                  <a:gd name="connsiteY27" fmla="*/ 17565 h 193792"/>
                  <a:gd name="connsiteX28" fmla="*/ 101534 w 156024"/>
                  <a:gd name="connsiteY28" fmla="*/ 8640 h 193792"/>
                  <a:gd name="connsiteX29" fmla="*/ 35072 w 156024"/>
                  <a:gd name="connsiteY29" fmla="*/ 25022 h 193792"/>
                  <a:gd name="connsiteX30" fmla="*/ 14030 w 156024"/>
                  <a:gd name="connsiteY30" fmla="*/ 189665 h 193792"/>
                  <a:gd name="connsiteX31" fmla="*/ 11318 w 156024"/>
                  <a:gd name="connsiteY31" fmla="*/ 193704 h 193792"/>
                  <a:gd name="connsiteX32" fmla="*/ 10640 w 156024"/>
                  <a:gd name="connsiteY32" fmla="*/ 193760 h 193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6024" h="193792">
                    <a:moveTo>
                      <a:pt x="10669" y="193760"/>
                    </a:moveTo>
                    <a:cubicBezTo>
                      <a:pt x="9058" y="193760"/>
                      <a:pt x="7618" y="192631"/>
                      <a:pt x="7279" y="190992"/>
                    </a:cubicBezTo>
                    <a:cubicBezTo>
                      <a:pt x="1545" y="162041"/>
                      <a:pt x="-13736" y="64170"/>
                      <a:pt x="30214" y="20164"/>
                    </a:cubicBezTo>
                    <a:cubicBezTo>
                      <a:pt x="48234" y="2115"/>
                      <a:pt x="73599" y="-3873"/>
                      <a:pt x="105658" y="2426"/>
                    </a:cubicBezTo>
                    <a:cubicBezTo>
                      <a:pt x="107268" y="2736"/>
                      <a:pt x="108454" y="4149"/>
                      <a:pt x="108454" y="5815"/>
                    </a:cubicBezTo>
                    <a:lnTo>
                      <a:pt x="108454" y="17141"/>
                    </a:lnTo>
                    <a:cubicBezTo>
                      <a:pt x="112719" y="32535"/>
                      <a:pt x="125260" y="43212"/>
                      <a:pt x="136304" y="52646"/>
                    </a:cubicBezTo>
                    <a:cubicBezTo>
                      <a:pt x="146529" y="61374"/>
                      <a:pt x="155370" y="68915"/>
                      <a:pt x="155991" y="78604"/>
                    </a:cubicBezTo>
                    <a:cubicBezTo>
                      <a:pt x="156330" y="84027"/>
                      <a:pt x="154042" y="89337"/>
                      <a:pt x="148987" y="94901"/>
                    </a:cubicBezTo>
                    <a:cubicBezTo>
                      <a:pt x="142292" y="102273"/>
                      <a:pt x="135993" y="105747"/>
                      <a:pt x="129751" y="105804"/>
                    </a:cubicBezTo>
                    <a:cubicBezTo>
                      <a:pt x="121362" y="105747"/>
                      <a:pt x="115402" y="99082"/>
                      <a:pt x="111081" y="94223"/>
                    </a:cubicBezTo>
                    <a:cubicBezTo>
                      <a:pt x="109245" y="92161"/>
                      <a:pt x="107493" y="90184"/>
                      <a:pt x="106194" y="89450"/>
                    </a:cubicBezTo>
                    <a:cubicBezTo>
                      <a:pt x="98003" y="84648"/>
                      <a:pt x="82948" y="81795"/>
                      <a:pt x="78345" y="83151"/>
                    </a:cubicBezTo>
                    <a:cubicBezTo>
                      <a:pt x="79757" y="85863"/>
                      <a:pt x="83598" y="91342"/>
                      <a:pt x="87044" y="96285"/>
                    </a:cubicBezTo>
                    <a:cubicBezTo>
                      <a:pt x="105008" y="122045"/>
                      <a:pt x="138423" y="170006"/>
                      <a:pt x="110629" y="192998"/>
                    </a:cubicBezTo>
                    <a:cubicBezTo>
                      <a:pt x="109160" y="194212"/>
                      <a:pt x="106985" y="194015"/>
                      <a:pt x="105771" y="192546"/>
                    </a:cubicBezTo>
                    <a:cubicBezTo>
                      <a:pt x="104556" y="191077"/>
                      <a:pt x="104754" y="188902"/>
                      <a:pt x="106223" y="187688"/>
                    </a:cubicBezTo>
                    <a:cubicBezTo>
                      <a:pt x="129130" y="168735"/>
                      <a:pt x="98060" y="124164"/>
                      <a:pt x="81395" y="100211"/>
                    </a:cubicBezTo>
                    <a:cubicBezTo>
                      <a:pt x="72018" y="86738"/>
                      <a:pt x="69193" y="82671"/>
                      <a:pt x="71876" y="79394"/>
                    </a:cubicBezTo>
                    <a:cubicBezTo>
                      <a:pt x="78485" y="71373"/>
                      <a:pt x="102550" y="79281"/>
                      <a:pt x="109668" y="83462"/>
                    </a:cubicBezTo>
                    <a:cubicBezTo>
                      <a:pt x="111900" y="84761"/>
                      <a:pt x="113877" y="87021"/>
                      <a:pt x="116193" y="89591"/>
                    </a:cubicBezTo>
                    <a:cubicBezTo>
                      <a:pt x="120063" y="93941"/>
                      <a:pt x="124441" y="98856"/>
                      <a:pt x="129751" y="98884"/>
                    </a:cubicBezTo>
                    <a:lnTo>
                      <a:pt x="129808" y="98884"/>
                    </a:lnTo>
                    <a:cubicBezTo>
                      <a:pt x="133931" y="98884"/>
                      <a:pt x="138648" y="95975"/>
                      <a:pt x="143874" y="90241"/>
                    </a:cubicBezTo>
                    <a:cubicBezTo>
                      <a:pt x="147603" y="86145"/>
                      <a:pt x="149297" y="82445"/>
                      <a:pt x="149099" y="78999"/>
                    </a:cubicBezTo>
                    <a:cubicBezTo>
                      <a:pt x="148676" y="72220"/>
                      <a:pt x="140851" y="65554"/>
                      <a:pt x="131813" y="57843"/>
                    </a:cubicBezTo>
                    <a:cubicBezTo>
                      <a:pt x="120458" y="48155"/>
                      <a:pt x="106364" y="36122"/>
                      <a:pt x="101647" y="18441"/>
                    </a:cubicBezTo>
                    <a:cubicBezTo>
                      <a:pt x="101562" y="18158"/>
                      <a:pt x="101534" y="17848"/>
                      <a:pt x="101534" y="17565"/>
                    </a:cubicBezTo>
                    <a:lnTo>
                      <a:pt x="101534" y="8640"/>
                    </a:lnTo>
                    <a:cubicBezTo>
                      <a:pt x="73204" y="3697"/>
                      <a:pt x="50862" y="9204"/>
                      <a:pt x="35072" y="25022"/>
                    </a:cubicBezTo>
                    <a:cubicBezTo>
                      <a:pt x="2082" y="58097"/>
                      <a:pt x="2562" y="131762"/>
                      <a:pt x="14030" y="189665"/>
                    </a:cubicBezTo>
                    <a:cubicBezTo>
                      <a:pt x="14396" y="191529"/>
                      <a:pt x="13182" y="193337"/>
                      <a:pt x="11318" y="193704"/>
                    </a:cubicBezTo>
                    <a:cubicBezTo>
                      <a:pt x="11092" y="193760"/>
                      <a:pt x="10866" y="193760"/>
                      <a:pt x="10640" y="193760"/>
                    </a:cubicBezTo>
                    <a:close/>
                  </a:path>
                </a:pathLst>
              </a:custGeom>
              <a:solidFill>
                <a:srgbClr val="01355A"/>
              </a:solidFill>
              <a:ln w="2824" cap="flat">
                <a:noFill/>
                <a:prstDash val="solid"/>
                <a:miter/>
              </a:ln>
            </p:spPr>
            <p:txBody>
              <a:bodyPr rtlCol="1" anchor="ctr"/>
              <a:lstStyle/>
              <a:p>
                <a:endParaRPr lang="ar-SA"/>
              </a:p>
            </p:txBody>
          </p:sp>
          <p:sp>
            <p:nvSpPr>
              <p:cNvPr id="7830" name="شكل حر: شكل 8724">
                <a:extLst>
                  <a:ext uri="{FF2B5EF4-FFF2-40B4-BE49-F238E27FC236}">
                    <a16:creationId xmlns:a16="http://schemas.microsoft.com/office/drawing/2014/main" id="{79EBAEE7-DB70-EA52-EBC2-72B481ECA23A}"/>
                  </a:ext>
                </a:extLst>
              </p:cNvPr>
              <p:cNvSpPr/>
              <p:nvPr/>
            </p:nvSpPr>
            <p:spPr>
              <a:xfrm>
                <a:off x="8907748" y="509436"/>
                <a:ext cx="138782" cy="113065"/>
              </a:xfrm>
              <a:custGeom>
                <a:avLst/>
                <a:gdLst>
                  <a:gd name="connsiteX0" fmla="*/ 3449 w 138782"/>
                  <a:gd name="connsiteY0" fmla="*/ 113065 h 113065"/>
                  <a:gd name="connsiteX1" fmla="*/ 2969 w 138782"/>
                  <a:gd name="connsiteY1" fmla="*/ 113037 h 113065"/>
                  <a:gd name="connsiteX2" fmla="*/ 32 w 138782"/>
                  <a:gd name="connsiteY2" fmla="*/ 109139 h 113065"/>
                  <a:gd name="connsiteX3" fmla="*/ 35847 w 138782"/>
                  <a:gd name="connsiteY3" fmla="*/ 28216 h 113065"/>
                  <a:gd name="connsiteX4" fmla="*/ 136006 w 138782"/>
                  <a:gd name="connsiteY4" fmla="*/ 2908 h 113065"/>
                  <a:gd name="connsiteX5" fmla="*/ 138717 w 138782"/>
                  <a:gd name="connsiteY5" fmla="*/ 6947 h 113065"/>
                  <a:gd name="connsiteX6" fmla="*/ 134678 w 138782"/>
                  <a:gd name="connsiteY6" fmla="*/ 9658 h 113065"/>
                  <a:gd name="connsiteX7" fmla="*/ 40705 w 138782"/>
                  <a:gd name="connsiteY7" fmla="*/ 33074 h 113065"/>
                  <a:gd name="connsiteX8" fmla="*/ 6839 w 138782"/>
                  <a:gd name="connsiteY8" fmla="*/ 110071 h 113065"/>
                  <a:gd name="connsiteX9" fmla="*/ 3421 w 138782"/>
                  <a:gd name="connsiteY9" fmla="*/ 113037 h 113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8782" h="113065">
                    <a:moveTo>
                      <a:pt x="3449" y="113065"/>
                    </a:moveTo>
                    <a:cubicBezTo>
                      <a:pt x="3280" y="113065"/>
                      <a:pt x="3139" y="113065"/>
                      <a:pt x="2969" y="113037"/>
                    </a:cubicBezTo>
                    <a:cubicBezTo>
                      <a:pt x="1077" y="112783"/>
                      <a:pt x="-223" y="111031"/>
                      <a:pt x="32" y="109139"/>
                    </a:cubicBezTo>
                    <a:cubicBezTo>
                      <a:pt x="4946" y="74341"/>
                      <a:pt x="16979" y="47112"/>
                      <a:pt x="35847" y="28216"/>
                    </a:cubicBezTo>
                    <a:cubicBezTo>
                      <a:pt x="52964" y="11071"/>
                      <a:pt x="84203" y="-7232"/>
                      <a:pt x="136006" y="2908"/>
                    </a:cubicBezTo>
                    <a:cubicBezTo>
                      <a:pt x="137870" y="3275"/>
                      <a:pt x="139084" y="5083"/>
                      <a:pt x="138717" y="6947"/>
                    </a:cubicBezTo>
                    <a:cubicBezTo>
                      <a:pt x="138350" y="8811"/>
                      <a:pt x="136542" y="10026"/>
                      <a:pt x="134678" y="9658"/>
                    </a:cubicBezTo>
                    <a:cubicBezTo>
                      <a:pt x="85842" y="111"/>
                      <a:pt x="56636" y="17115"/>
                      <a:pt x="40705" y="33074"/>
                    </a:cubicBezTo>
                    <a:cubicBezTo>
                      <a:pt x="22939" y="50897"/>
                      <a:pt x="11528" y="76798"/>
                      <a:pt x="6839" y="110071"/>
                    </a:cubicBezTo>
                    <a:cubicBezTo>
                      <a:pt x="6585" y="111794"/>
                      <a:pt x="5116" y="113037"/>
                      <a:pt x="3421" y="113037"/>
                    </a:cubicBezTo>
                    <a:close/>
                  </a:path>
                </a:pathLst>
              </a:custGeom>
              <a:solidFill>
                <a:srgbClr val="17A3A3"/>
              </a:solidFill>
              <a:ln w="2824" cap="flat">
                <a:noFill/>
                <a:prstDash val="solid"/>
                <a:miter/>
              </a:ln>
            </p:spPr>
            <p:txBody>
              <a:bodyPr rtlCol="1" anchor="ctr"/>
              <a:lstStyle/>
              <a:p>
                <a:endParaRPr lang="ar-SA"/>
              </a:p>
            </p:txBody>
          </p:sp>
          <p:sp>
            <p:nvSpPr>
              <p:cNvPr id="7831" name="شكل حر: شكل 8725">
                <a:extLst>
                  <a:ext uri="{FF2B5EF4-FFF2-40B4-BE49-F238E27FC236}">
                    <a16:creationId xmlns:a16="http://schemas.microsoft.com/office/drawing/2014/main" id="{166169C5-0967-3FF2-BFD5-876147FBF302}"/>
                  </a:ext>
                </a:extLst>
              </p:cNvPr>
              <p:cNvSpPr/>
              <p:nvPr/>
            </p:nvSpPr>
            <p:spPr>
              <a:xfrm>
                <a:off x="8916903" y="749352"/>
                <a:ext cx="151000" cy="45136"/>
              </a:xfrm>
              <a:custGeom>
                <a:avLst/>
                <a:gdLst>
                  <a:gd name="connsiteX0" fmla="*/ 135918 w 151000"/>
                  <a:gd name="connsiteY0" fmla="*/ 45136 h 45136"/>
                  <a:gd name="connsiteX1" fmla="*/ 15083 w 151000"/>
                  <a:gd name="connsiteY1" fmla="*/ 45136 h 45136"/>
                  <a:gd name="connsiteX2" fmla="*/ 0 w 151000"/>
                  <a:gd name="connsiteY2" fmla="*/ 30053 h 45136"/>
                  <a:gd name="connsiteX3" fmla="*/ 0 w 151000"/>
                  <a:gd name="connsiteY3" fmla="*/ 15083 h 45136"/>
                  <a:gd name="connsiteX4" fmla="*/ 15083 w 151000"/>
                  <a:gd name="connsiteY4" fmla="*/ 0 h 45136"/>
                  <a:gd name="connsiteX5" fmla="*/ 135918 w 151000"/>
                  <a:gd name="connsiteY5" fmla="*/ 0 h 45136"/>
                  <a:gd name="connsiteX6" fmla="*/ 151000 w 151000"/>
                  <a:gd name="connsiteY6" fmla="*/ 15083 h 45136"/>
                  <a:gd name="connsiteX7" fmla="*/ 151000 w 151000"/>
                  <a:gd name="connsiteY7" fmla="*/ 30053 h 45136"/>
                  <a:gd name="connsiteX8" fmla="*/ 135918 w 151000"/>
                  <a:gd name="connsiteY8" fmla="*/ 45136 h 45136"/>
                  <a:gd name="connsiteX9" fmla="*/ 15083 w 151000"/>
                  <a:gd name="connsiteY9" fmla="*/ 6892 h 45136"/>
                  <a:gd name="connsiteX10" fmla="*/ 6892 w 151000"/>
                  <a:gd name="connsiteY10" fmla="*/ 15083 h 45136"/>
                  <a:gd name="connsiteX11" fmla="*/ 6892 w 151000"/>
                  <a:gd name="connsiteY11" fmla="*/ 30053 h 45136"/>
                  <a:gd name="connsiteX12" fmla="*/ 15083 w 151000"/>
                  <a:gd name="connsiteY12" fmla="*/ 38244 h 45136"/>
                  <a:gd name="connsiteX13" fmla="*/ 135918 w 151000"/>
                  <a:gd name="connsiteY13" fmla="*/ 38244 h 45136"/>
                  <a:gd name="connsiteX14" fmla="*/ 144108 w 151000"/>
                  <a:gd name="connsiteY14" fmla="*/ 30053 h 45136"/>
                  <a:gd name="connsiteX15" fmla="*/ 144108 w 151000"/>
                  <a:gd name="connsiteY15" fmla="*/ 15083 h 45136"/>
                  <a:gd name="connsiteX16" fmla="*/ 135918 w 151000"/>
                  <a:gd name="connsiteY16" fmla="*/ 6892 h 45136"/>
                  <a:gd name="connsiteX17" fmla="*/ 15083 w 151000"/>
                  <a:gd name="connsiteY17" fmla="*/ 6892 h 45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1000" h="45136">
                    <a:moveTo>
                      <a:pt x="135918" y="45136"/>
                    </a:moveTo>
                    <a:lnTo>
                      <a:pt x="15083" y="45136"/>
                    </a:lnTo>
                    <a:cubicBezTo>
                      <a:pt x="6779" y="45136"/>
                      <a:pt x="0" y="38386"/>
                      <a:pt x="0" y="30053"/>
                    </a:cubicBezTo>
                    <a:lnTo>
                      <a:pt x="0" y="15083"/>
                    </a:lnTo>
                    <a:cubicBezTo>
                      <a:pt x="0" y="6779"/>
                      <a:pt x="6751" y="0"/>
                      <a:pt x="15083" y="0"/>
                    </a:cubicBezTo>
                    <a:lnTo>
                      <a:pt x="135918" y="0"/>
                    </a:lnTo>
                    <a:cubicBezTo>
                      <a:pt x="144222" y="0"/>
                      <a:pt x="151000" y="6751"/>
                      <a:pt x="151000" y="15083"/>
                    </a:cubicBezTo>
                    <a:lnTo>
                      <a:pt x="151000" y="30053"/>
                    </a:lnTo>
                    <a:cubicBezTo>
                      <a:pt x="151000" y="38357"/>
                      <a:pt x="144250" y="45136"/>
                      <a:pt x="135918" y="45136"/>
                    </a:cubicBezTo>
                    <a:close/>
                    <a:moveTo>
                      <a:pt x="15083" y="6892"/>
                    </a:moveTo>
                    <a:cubicBezTo>
                      <a:pt x="10564" y="6892"/>
                      <a:pt x="6892" y="10564"/>
                      <a:pt x="6892" y="15083"/>
                    </a:cubicBezTo>
                    <a:lnTo>
                      <a:pt x="6892" y="30053"/>
                    </a:lnTo>
                    <a:cubicBezTo>
                      <a:pt x="6892" y="34573"/>
                      <a:pt x="10564" y="38244"/>
                      <a:pt x="15083" y="38244"/>
                    </a:cubicBezTo>
                    <a:lnTo>
                      <a:pt x="135918" y="38244"/>
                    </a:lnTo>
                    <a:cubicBezTo>
                      <a:pt x="140436" y="38244"/>
                      <a:pt x="144108" y="34573"/>
                      <a:pt x="144108" y="30053"/>
                    </a:cubicBezTo>
                    <a:lnTo>
                      <a:pt x="144108" y="15083"/>
                    </a:lnTo>
                    <a:cubicBezTo>
                      <a:pt x="144108" y="10564"/>
                      <a:pt x="140436" y="6892"/>
                      <a:pt x="135918" y="6892"/>
                    </a:cubicBezTo>
                    <a:lnTo>
                      <a:pt x="15083" y="6892"/>
                    </a:lnTo>
                    <a:close/>
                  </a:path>
                </a:pathLst>
              </a:custGeom>
              <a:solidFill>
                <a:srgbClr val="01355A"/>
              </a:solidFill>
              <a:ln w="2824" cap="flat">
                <a:noFill/>
                <a:prstDash val="solid"/>
                <a:miter/>
              </a:ln>
            </p:spPr>
            <p:txBody>
              <a:bodyPr rtlCol="1" anchor="ctr"/>
              <a:lstStyle/>
              <a:p>
                <a:endParaRPr lang="ar-SA"/>
              </a:p>
            </p:txBody>
          </p:sp>
        </p:grpSp>
        <p:grpSp>
          <p:nvGrpSpPr>
            <p:cNvPr id="7825" name="رسم 8014">
              <a:extLst>
                <a:ext uri="{FF2B5EF4-FFF2-40B4-BE49-F238E27FC236}">
                  <a16:creationId xmlns:a16="http://schemas.microsoft.com/office/drawing/2014/main" id="{FCD51845-B2DE-2A22-C389-84410531E5B8}"/>
                </a:ext>
              </a:extLst>
            </p:cNvPr>
            <p:cNvGrpSpPr/>
            <p:nvPr/>
          </p:nvGrpSpPr>
          <p:grpSpPr>
            <a:xfrm>
              <a:off x="8810366" y="580760"/>
              <a:ext cx="62835" cy="134753"/>
              <a:chOff x="8810366" y="580760"/>
              <a:chExt cx="62835" cy="134753"/>
            </a:xfrm>
            <a:solidFill>
              <a:srgbClr val="17A3A3"/>
            </a:solidFill>
          </p:grpSpPr>
          <p:sp>
            <p:nvSpPr>
              <p:cNvPr id="7826" name="شكل حر: شكل 8727">
                <a:extLst>
                  <a:ext uri="{FF2B5EF4-FFF2-40B4-BE49-F238E27FC236}">
                    <a16:creationId xmlns:a16="http://schemas.microsoft.com/office/drawing/2014/main" id="{2D609DD1-F3E7-7439-7419-A3F074CAA9B5}"/>
                  </a:ext>
                </a:extLst>
              </p:cNvPr>
              <p:cNvSpPr/>
              <p:nvPr/>
            </p:nvSpPr>
            <p:spPr>
              <a:xfrm>
                <a:off x="8810366" y="580760"/>
                <a:ext cx="62835" cy="29567"/>
              </a:xfrm>
              <a:custGeom>
                <a:avLst/>
                <a:gdLst>
                  <a:gd name="connsiteX0" fmla="*/ 3440 w 62835"/>
                  <a:gd name="connsiteY0" fmla="*/ 29568 h 29567"/>
                  <a:gd name="connsiteX1" fmla="*/ 249 w 62835"/>
                  <a:gd name="connsiteY1" fmla="*/ 27421 h 29567"/>
                  <a:gd name="connsiteX2" fmla="*/ 2141 w 62835"/>
                  <a:gd name="connsiteY2" fmla="*/ 22930 h 29567"/>
                  <a:gd name="connsiteX3" fmla="*/ 58096 w 62835"/>
                  <a:gd name="connsiteY3" fmla="*/ 249 h 29567"/>
                  <a:gd name="connsiteX4" fmla="*/ 62586 w 62835"/>
                  <a:gd name="connsiteY4" fmla="*/ 2141 h 29567"/>
                  <a:gd name="connsiteX5" fmla="*/ 60694 w 62835"/>
                  <a:gd name="connsiteY5" fmla="*/ 6632 h 29567"/>
                  <a:gd name="connsiteX6" fmla="*/ 4740 w 62835"/>
                  <a:gd name="connsiteY6" fmla="*/ 29314 h 29567"/>
                  <a:gd name="connsiteX7" fmla="*/ 3440 w 62835"/>
                  <a:gd name="connsiteY7" fmla="*/ 29568 h 29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835" h="29567">
                    <a:moveTo>
                      <a:pt x="3440" y="29568"/>
                    </a:moveTo>
                    <a:cubicBezTo>
                      <a:pt x="2085" y="29568"/>
                      <a:pt x="786" y="28749"/>
                      <a:pt x="249" y="27421"/>
                    </a:cubicBezTo>
                    <a:cubicBezTo>
                      <a:pt x="-457" y="25670"/>
                      <a:pt x="390" y="23636"/>
                      <a:pt x="2141" y="22930"/>
                    </a:cubicBezTo>
                    <a:lnTo>
                      <a:pt x="58096" y="249"/>
                    </a:lnTo>
                    <a:cubicBezTo>
                      <a:pt x="59847" y="-457"/>
                      <a:pt x="61852" y="390"/>
                      <a:pt x="62586" y="2141"/>
                    </a:cubicBezTo>
                    <a:cubicBezTo>
                      <a:pt x="63292" y="3893"/>
                      <a:pt x="62446" y="5926"/>
                      <a:pt x="60694" y="6632"/>
                    </a:cubicBezTo>
                    <a:lnTo>
                      <a:pt x="4740" y="29314"/>
                    </a:lnTo>
                    <a:cubicBezTo>
                      <a:pt x="4316" y="29483"/>
                      <a:pt x="3893" y="29568"/>
                      <a:pt x="3440" y="29568"/>
                    </a:cubicBezTo>
                    <a:close/>
                  </a:path>
                </a:pathLst>
              </a:custGeom>
              <a:solidFill>
                <a:srgbClr val="17A3A3"/>
              </a:solidFill>
              <a:ln w="2824" cap="flat">
                <a:noFill/>
                <a:prstDash val="solid"/>
                <a:miter/>
              </a:ln>
            </p:spPr>
            <p:txBody>
              <a:bodyPr rtlCol="1" anchor="ctr"/>
              <a:lstStyle/>
              <a:p>
                <a:endParaRPr lang="ar-SA"/>
              </a:p>
            </p:txBody>
          </p:sp>
          <p:sp>
            <p:nvSpPr>
              <p:cNvPr id="7827" name="شكل حر: شكل 8728">
                <a:extLst>
                  <a:ext uri="{FF2B5EF4-FFF2-40B4-BE49-F238E27FC236}">
                    <a16:creationId xmlns:a16="http://schemas.microsoft.com/office/drawing/2014/main" id="{C491A25B-6FBF-BE84-8C51-02D00EA4F1E3}"/>
                  </a:ext>
                </a:extLst>
              </p:cNvPr>
              <p:cNvSpPr/>
              <p:nvPr/>
            </p:nvSpPr>
            <p:spPr>
              <a:xfrm>
                <a:off x="8810366" y="633522"/>
                <a:ext cx="62411" cy="29370"/>
              </a:xfrm>
              <a:custGeom>
                <a:avLst/>
                <a:gdLst>
                  <a:gd name="connsiteX0" fmla="*/ 3440 w 62411"/>
                  <a:gd name="connsiteY0" fmla="*/ 29370 h 29370"/>
                  <a:gd name="connsiteX1" fmla="*/ 249 w 62411"/>
                  <a:gd name="connsiteY1" fmla="*/ 27223 h 29370"/>
                  <a:gd name="connsiteX2" fmla="*/ 2141 w 62411"/>
                  <a:gd name="connsiteY2" fmla="*/ 22732 h 29370"/>
                  <a:gd name="connsiteX3" fmla="*/ 57672 w 62411"/>
                  <a:gd name="connsiteY3" fmla="*/ 249 h 29370"/>
                  <a:gd name="connsiteX4" fmla="*/ 62163 w 62411"/>
                  <a:gd name="connsiteY4" fmla="*/ 2141 h 29370"/>
                  <a:gd name="connsiteX5" fmla="*/ 60271 w 62411"/>
                  <a:gd name="connsiteY5" fmla="*/ 6632 h 29370"/>
                  <a:gd name="connsiteX6" fmla="*/ 4740 w 62411"/>
                  <a:gd name="connsiteY6" fmla="*/ 29116 h 29370"/>
                  <a:gd name="connsiteX7" fmla="*/ 3440 w 62411"/>
                  <a:gd name="connsiteY7" fmla="*/ 29370 h 29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411" h="29370">
                    <a:moveTo>
                      <a:pt x="3440" y="29370"/>
                    </a:moveTo>
                    <a:cubicBezTo>
                      <a:pt x="2085" y="29370"/>
                      <a:pt x="786" y="28551"/>
                      <a:pt x="249" y="27223"/>
                    </a:cubicBezTo>
                    <a:cubicBezTo>
                      <a:pt x="-457" y="25472"/>
                      <a:pt x="390" y="23438"/>
                      <a:pt x="2141" y="22732"/>
                    </a:cubicBezTo>
                    <a:lnTo>
                      <a:pt x="57672" y="249"/>
                    </a:lnTo>
                    <a:cubicBezTo>
                      <a:pt x="59423" y="-457"/>
                      <a:pt x="61428" y="390"/>
                      <a:pt x="62163" y="2141"/>
                    </a:cubicBezTo>
                    <a:cubicBezTo>
                      <a:pt x="62869" y="3893"/>
                      <a:pt x="62022" y="5926"/>
                      <a:pt x="60271" y="6632"/>
                    </a:cubicBezTo>
                    <a:lnTo>
                      <a:pt x="4740" y="29116"/>
                    </a:lnTo>
                    <a:cubicBezTo>
                      <a:pt x="4316" y="29285"/>
                      <a:pt x="3893" y="29370"/>
                      <a:pt x="3440" y="29370"/>
                    </a:cubicBezTo>
                    <a:close/>
                  </a:path>
                </a:pathLst>
              </a:custGeom>
              <a:solidFill>
                <a:srgbClr val="17A3A3"/>
              </a:solidFill>
              <a:ln w="2824" cap="flat">
                <a:noFill/>
                <a:prstDash val="solid"/>
                <a:miter/>
              </a:ln>
            </p:spPr>
            <p:txBody>
              <a:bodyPr rtlCol="1" anchor="ctr"/>
              <a:lstStyle/>
              <a:p>
                <a:endParaRPr lang="ar-SA"/>
              </a:p>
            </p:txBody>
          </p:sp>
          <p:sp>
            <p:nvSpPr>
              <p:cNvPr id="7828" name="شكل حر: شكل 8729">
                <a:extLst>
                  <a:ext uri="{FF2B5EF4-FFF2-40B4-BE49-F238E27FC236}">
                    <a16:creationId xmlns:a16="http://schemas.microsoft.com/office/drawing/2014/main" id="{85E98CBC-ECDF-68B4-3D79-79FB214E046F}"/>
                  </a:ext>
                </a:extLst>
              </p:cNvPr>
              <p:cNvSpPr/>
              <p:nvPr/>
            </p:nvSpPr>
            <p:spPr>
              <a:xfrm>
                <a:off x="8810366" y="686313"/>
                <a:ext cx="61960" cy="29200"/>
              </a:xfrm>
              <a:custGeom>
                <a:avLst/>
                <a:gdLst>
                  <a:gd name="connsiteX0" fmla="*/ 3440 w 61960"/>
                  <a:gd name="connsiteY0" fmla="*/ 29201 h 29200"/>
                  <a:gd name="connsiteX1" fmla="*/ 249 w 61960"/>
                  <a:gd name="connsiteY1" fmla="*/ 27054 h 29200"/>
                  <a:gd name="connsiteX2" fmla="*/ 2141 w 61960"/>
                  <a:gd name="connsiteY2" fmla="*/ 22563 h 29200"/>
                  <a:gd name="connsiteX3" fmla="*/ 57220 w 61960"/>
                  <a:gd name="connsiteY3" fmla="*/ 249 h 29200"/>
                  <a:gd name="connsiteX4" fmla="*/ 61711 w 61960"/>
                  <a:gd name="connsiteY4" fmla="*/ 2141 h 29200"/>
                  <a:gd name="connsiteX5" fmla="*/ 59818 w 61960"/>
                  <a:gd name="connsiteY5" fmla="*/ 6632 h 29200"/>
                  <a:gd name="connsiteX6" fmla="*/ 4740 w 61960"/>
                  <a:gd name="connsiteY6" fmla="*/ 28946 h 29200"/>
                  <a:gd name="connsiteX7" fmla="*/ 3440 w 61960"/>
                  <a:gd name="connsiteY7" fmla="*/ 29201 h 2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960" h="29200">
                    <a:moveTo>
                      <a:pt x="3440" y="29201"/>
                    </a:moveTo>
                    <a:cubicBezTo>
                      <a:pt x="2085" y="29201"/>
                      <a:pt x="786" y="28381"/>
                      <a:pt x="249" y="27054"/>
                    </a:cubicBezTo>
                    <a:cubicBezTo>
                      <a:pt x="-457" y="25303"/>
                      <a:pt x="390" y="23269"/>
                      <a:pt x="2141" y="22563"/>
                    </a:cubicBezTo>
                    <a:lnTo>
                      <a:pt x="57220" y="249"/>
                    </a:lnTo>
                    <a:cubicBezTo>
                      <a:pt x="58999" y="-457"/>
                      <a:pt x="61005" y="390"/>
                      <a:pt x="61711" y="2141"/>
                    </a:cubicBezTo>
                    <a:cubicBezTo>
                      <a:pt x="62417" y="3893"/>
                      <a:pt x="61570" y="5926"/>
                      <a:pt x="59818" y="6632"/>
                    </a:cubicBezTo>
                    <a:lnTo>
                      <a:pt x="4740" y="28946"/>
                    </a:lnTo>
                    <a:cubicBezTo>
                      <a:pt x="4316" y="29116"/>
                      <a:pt x="3865" y="29201"/>
                      <a:pt x="3440" y="29201"/>
                    </a:cubicBezTo>
                    <a:close/>
                  </a:path>
                </a:pathLst>
              </a:custGeom>
              <a:solidFill>
                <a:srgbClr val="17A3A3"/>
              </a:solidFill>
              <a:ln w="2824" cap="flat">
                <a:noFill/>
                <a:prstDash val="solid"/>
                <a:miter/>
              </a:ln>
            </p:spPr>
            <p:txBody>
              <a:bodyPr rtlCol="1" anchor="ctr"/>
              <a:lstStyle/>
              <a:p>
                <a:endParaRPr lang="ar-SA"/>
              </a:p>
            </p:txBody>
          </p:sp>
        </p:grpSp>
      </p:grpSp>
      <p:grpSp>
        <p:nvGrpSpPr>
          <p:cNvPr id="7832" name="رسم 8014">
            <a:extLst>
              <a:ext uri="{FF2B5EF4-FFF2-40B4-BE49-F238E27FC236}">
                <a16:creationId xmlns:a16="http://schemas.microsoft.com/office/drawing/2014/main" id="{EE8990CF-176D-D236-8C47-E4620FBDB95A}"/>
              </a:ext>
            </a:extLst>
          </p:cNvPr>
          <p:cNvGrpSpPr/>
          <p:nvPr/>
        </p:nvGrpSpPr>
        <p:grpSpPr>
          <a:xfrm>
            <a:off x="9941782" y="2182571"/>
            <a:ext cx="217069" cy="241239"/>
            <a:chOff x="10964840" y="953708"/>
            <a:chExt cx="259463" cy="306067"/>
          </a:xfrm>
        </p:grpSpPr>
        <p:grpSp>
          <p:nvGrpSpPr>
            <p:cNvPr id="7833" name="رسم 8014">
              <a:extLst>
                <a:ext uri="{FF2B5EF4-FFF2-40B4-BE49-F238E27FC236}">
                  <a16:creationId xmlns:a16="http://schemas.microsoft.com/office/drawing/2014/main" id="{F0C37DDC-0AA3-6537-977F-52770C01F31D}"/>
                </a:ext>
              </a:extLst>
            </p:cNvPr>
            <p:cNvGrpSpPr/>
            <p:nvPr/>
          </p:nvGrpSpPr>
          <p:grpSpPr>
            <a:xfrm>
              <a:off x="10964840" y="953708"/>
              <a:ext cx="259463" cy="225540"/>
              <a:chOff x="10964840" y="953708"/>
              <a:chExt cx="259463" cy="225540"/>
            </a:xfrm>
            <a:solidFill>
              <a:srgbClr val="01355A"/>
            </a:solidFill>
          </p:grpSpPr>
          <p:sp>
            <p:nvSpPr>
              <p:cNvPr id="7839" name="شكل حر: شكل 8732">
                <a:extLst>
                  <a:ext uri="{FF2B5EF4-FFF2-40B4-BE49-F238E27FC236}">
                    <a16:creationId xmlns:a16="http://schemas.microsoft.com/office/drawing/2014/main" id="{D9E6D453-8B06-24EE-A6B6-F25B1A424EA6}"/>
                  </a:ext>
                </a:extLst>
              </p:cNvPr>
              <p:cNvSpPr/>
              <p:nvPr/>
            </p:nvSpPr>
            <p:spPr>
              <a:xfrm>
                <a:off x="10964840" y="953708"/>
                <a:ext cx="259463" cy="225540"/>
              </a:xfrm>
              <a:custGeom>
                <a:avLst/>
                <a:gdLst>
                  <a:gd name="connsiteX0" fmla="*/ 256017 w 259463"/>
                  <a:gd name="connsiteY0" fmla="*/ 225540 h 225540"/>
                  <a:gd name="connsiteX1" fmla="*/ 252571 w 259463"/>
                  <a:gd name="connsiteY1" fmla="*/ 222094 h 225540"/>
                  <a:gd name="connsiteX2" fmla="*/ 252571 w 259463"/>
                  <a:gd name="connsiteY2" fmla="*/ 6892 h 225540"/>
                  <a:gd name="connsiteX3" fmla="*/ 6892 w 259463"/>
                  <a:gd name="connsiteY3" fmla="*/ 6892 h 225540"/>
                  <a:gd name="connsiteX4" fmla="*/ 6892 w 259463"/>
                  <a:gd name="connsiteY4" fmla="*/ 218648 h 225540"/>
                  <a:gd name="connsiteX5" fmla="*/ 98294 w 259463"/>
                  <a:gd name="connsiteY5" fmla="*/ 218648 h 225540"/>
                  <a:gd name="connsiteX6" fmla="*/ 101740 w 259463"/>
                  <a:gd name="connsiteY6" fmla="*/ 222094 h 225540"/>
                  <a:gd name="connsiteX7" fmla="*/ 98294 w 259463"/>
                  <a:gd name="connsiteY7" fmla="*/ 225540 h 225540"/>
                  <a:gd name="connsiteX8" fmla="*/ 3446 w 259463"/>
                  <a:gd name="connsiteY8" fmla="*/ 225540 h 225540"/>
                  <a:gd name="connsiteX9" fmla="*/ 0 w 259463"/>
                  <a:gd name="connsiteY9" fmla="*/ 222094 h 225540"/>
                  <a:gd name="connsiteX10" fmla="*/ 0 w 259463"/>
                  <a:gd name="connsiteY10" fmla="*/ 3446 h 225540"/>
                  <a:gd name="connsiteX11" fmla="*/ 3446 w 259463"/>
                  <a:gd name="connsiteY11" fmla="*/ 0 h 225540"/>
                  <a:gd name="connsiteX12" fmla="*/ 256017 w 259463"/>
                  <a:gd name="connsiteY12" fmla="*/ 0 h 225540"/>
                  <a:gd name="connsiteX13" fmla="*/ 259463 w 259463"/>
                  <a:gd name="connsiteY13" fmla="*/ 3446 h 225540"/>
                  <a:gd name="connsiteX14" fmla="*/ 259463 w 259463"/>
                  <a:gd name="connsiteY14" fmla="*/ 222094 h 225540"/>
                  <a:gd name="connsiteX15" fmla="*/ 256017 w 259463"/>
                  <a:gd name="connsiteY15" fmla="*/ 225540 h 225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9463" h="225540">
                    <a:moveTo>
                      <a:pt x="256017" y="225540"/>
                    </a:moveTo>
                    <a:cubicBezTo>
                      <a:pt x="254124" y="225540"/>
                      <a:pt x="252571" y="223987"/>
                      <a:pt x="252571" y="222094"/>
                    </a:cubicBezTo>
                    <a:lnTo>
                      <a:pt x="252571" y="6892"/>
                    </a:lnTo>
                    <a:lnTo>
                      <a:pt x="6892" y="6892"/>
                    </a:lnTo>
                    <a:lnTo>
                      <a:pt x="6892" y="218648"/>
                    </a:lnTo>
                    <a:lnTo>
                      <a:pt x="98294" y="218648"/>
                    </a:lnTo>
                    <a:cubicBezTo>
                      <a:pt x="100187" y="218648"/>
                      <a:pt x="101740" y="220202"/>
                      <a:pt x="101740" y="222094"/>
                    </a:cubicBezTo>
                    <a:cubicBezTo>
                      <a:pt x="101740" y="223987"/>
                      <a:pt x="100187" y="225540"/>
                      <a:pt x="98294" y="225540"/>
                    </a:cubicBezTo>
                    <a:lnTo>
                      <a:pt x="3446" y="225540"/>
                    </a:lnTo>
                    <a:cubicBezTo>
                      <a:pt x="1554" y="225540"/>
                      <a:pt x="0" y="223987"/>
                      <a:pt x="0" y="222094"/>
                    </a:cubicBezTo>
                    <a:lnTo>
                      <a:pt x="0" y="3446"/>
                    </a:lnTo>
                    <a:cubicBezTo>
                      <a:pt x="0" y="1554"/>
                      <a:pt x="1554" y="0"/>
                      <a:pt x="3446" y="0"/>
                    </a:cubicBezTo>
                    <a:lnTo>
                      <a:pt x="256017" y="0"/>
                    </a:lnTo>
                    <a:cubicBezTo>
                      <a:pt x="257910" y="0"/>
                      <a:pt x="259463" y="1554"/>
                      <a:pt x="259463" y="3446"/>
                    </a:cubicBezTo>
                    <a:lnTo>
                      <a:pt x="259463" y="222094"/>
                    </a:lnTo>
                    <a:cubicBezTo>
                      <a:pt x="259463" y="223987"/>
                      <a:pt x="257910" y="225540"/>
                      <a:pt x="256017" y="225540"/>
                    </a:cubicBezTo>
                    <a:close/>
                  </a:path>
                </a:pathLst>
              </a:custGeom>
              <a:solidFill>
                <a:srgbClr val="01355A"/>
              </a:solidFill>
              <a:ln w="2824" cap="flat">
                <a:noFill/>
                <a:prstDash val="solid"/>
                <a:miter/>
              </a:ln>
            </p:spPr>
            <p:txBody>
              <a:bodyPr rtlCol="1" anchor="ctr"/>
              <a:lstStyle/>
              <a:p>
                <a:endParaRPr lang="ar-SA"/>
              </a:p>
            </p:txBody>
          </p:sp>
          <p:grpSp>
            <p:nvGrpSpPr>
              <p:cNvPr id="7840" name="رسم 8014">
                <a:extLst>
                  <a:ext uri="{FF2B5EF4-FFF2-40B4-BE49-F238E27FC236}">
                    <a16:creationId xmlns:a16="http://schemas.microsoft.com/office/drawing/2014/main" id="{F699020F-2EAA-5AF5-7EA3-77E27C82865F}"/>
                  </a:ext>
                </a:extLst>
              </p:cNvPr>
              <p:cNvGrpSpPr/>
              <p:nvPr/>
            </p:nvGrpSpPr>
            <p:grpSpPr>
              <a:xfrm>
                <a:off x="10998622" y="989523"/>
                <a:ext cx="191927" cy="153909"/>
                <a:chOff x="10998622" y="989523"/>
                <a:chExt cx="191927" cy="153909"/>
              </a:xfrm>
              <a:solidFill>
                <a:srgbClr val="01355A"/>
              </a:solidFill>
            </p:grpSpPr>
            <p:sp>
              <p:nvSpPr>
                <p:cNvPr id="7841" name="شكل حر: شكل 8734">
                  <a:extLst>
                    <a:ext uri="{FF2B5EF4-FFF2-40B4-BE49-F238E27FC236}">
                      <a16:creationId xmlns:a16="http://schemas.microsoft.com/office/drawing/2014/main" id="{9F352208-DA5F-B128-CCB4-53DDB8B2601E}"/>
                    </a:ext>
                  </a:extLst>
                </p:cNvPr>
                <p:cNvSpPr/>
                <p:nvPr/>
              </p:nvSpPr>
              <p:spPr>
                <a:xfrm>
                  <a:off x="10998622" y="1026270"/>
                  <a:ext cx="76319" cy="6891"/>
                </a:xfrm>
                <a:custGeom>
                  <a:avLst/>
                  <a:gdLst>
                    <a:gd name="connsiteX0" fmla="*/ 72873 w 76319"/>
                    <a:gd name="connsiteY0" fmla="*/ 6892 h 6891"/>
                    <a:gd name="connsiteX1" fmla="*/ 3446 w 76319"/>
                    <a:gd name="connsiteY1" fmla="*/ 6892 h 6891"/>
                    <a:gd name="connsiteX2" fmla="*/ 0 w 76319"/>
                    <a:gd name="connsiteY2" fmla="*/ 3446 h 6891"/>
                    <a:gd name="connsiteX3" fmla="*/ 3446 w 76319"/>
                    <a:gd name="connsiteY3" fmla="*/ 0 h 6891"/>
                    <a:gd name="connsiteX4" fmla="*/ 72873 w 76319"/>
                    <a:gd name="connsiteY4" fmla="*/ 0 h 6891"/>
                    <a:gd name="connsiteX5" fmla="*/ 76319 w 76319"/>
                    <a:gd name="connsiteY5" fmla="*/ 3446 h 6891"/>
                    <a:gd name="connsiteX6" fmla="*/ 72873 w 76319"/>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19" h="6891">
                      <a:moveTo>
                        <a:pt x="72873" y="6892"/>
                      </a:moveTo>
                      <a:lnTo>
                        <a:pt x="3446" y="6892"/>
                      </a:lnTo>
                      <a:cubicBezTo>
                        <a:pt x="1554" y="6892"/>
                        <a:pt x="0" y="5338"/>
                        <a:pt x="0" y="3446"/>
                      </a:cubicBezTo>
                      <a:cubicBezTo>
                        <a:pt x="0" y="1554"/>
                        <a:pt x="1554" y="0"/>
                        <a:pt x="3446" y="0"/>
                      </a:cubicBezTo>
                      <a:lnTo>
                        <a:pt x="72873" y="0"/>
                      </a:lnTo>
                      <a:cubicBezTo>
                        <a:pt x="74766" y="0"/>
                        <a:pt x="76319" y="1554"/>
                        <a:pt x="76319" y="3446"/>
                      </a:cubicBezTo>
                      <a:cubicBezTo>
                        <a:pt x="76319" y="5338"/>
                        <a:pt x="74766" y="6892"/>
                        <a:pt x="72873" y="6892"/>
                      </a:cubicBezTo>
                      <a:close/>
                    </a:path>
                  </a:pathLst>
                </a:custGeom>
                <a:solidFill>
                  <a:srgbClr val="01355A"/>
                </a:solidFill>
                <a:ln w="2824" cap="flat">
                  <a:noFill/>
                  <a:prstDash val="solid"/>
                  <a:miter/>
                </a:ln>
              </p:spPr>
              <p:txBody>
                <a:bodyPr rtlCol="1" anchor="ctr"/>
                <a:lstStyle/>
                <a:p>
                  <a:endParaRPr lang="ar-SA"/>
                </a:p>
              </p:txBody>
            </p:sp>
            <p:sp>
              <p:nvSpPr>
                <p:cNvPr id="7842" name="شكل حر: شكل 8735">
                  <a:extLst>
                    <a:ext uri="{FF2B5EF4-FFF2-40B4-BE49-F238E27FC236}">
                      <a16:creationId xmlns:a16="http://schemas.microsoft.com/office/drawing/2014/main" id="{A0ED0BA0-C6DC-10C4-665C-8FABCBD87D52}"/>
                    </a:ext>
                  </a:extLst>
                </p:cNvPr>
                <p:cNvSpPr/>
                <p:nvPr/>
              </p:nvSpPr>
              <p:spPr>
                <a:xfrm>
                  <a:off x="10998622" y="1063018"/>
                  <a:ext cx="76319" cy="6891"/>
                </a:xfrm>
                <a:custGeom>
                  <a:avLst/>
                  <a:gdLst>
                    <a:gd name="connsiteX0" fmla="*/ 72873 w 76319"/>
                    <a:gd name="connsiteY0" fmla="*/ 6892 h 6891"/>
                    <a:gd name="connsiteX1" fmla="*/ 3446 w 76319"/>
                    <a:gd name="connsiteY1" fmla="*/ 6892 h 6891"/>
                    <a:gd name="connsiteX2" fmla="*/ 0 w 76319"/>
                    <a:gd name="connsiteY2" fmla="*/ 3446 h 6891"/>
                    <a:gd name="connsiteX3" fmla="*/ 3446 w 76319"/>
                    <a:gd name="connsiteY3" fmla="*/ 0 h 6891"/>
                    <a:gd name="connsiteX4" fmla="*/ 72873 w 76319"/>
                    <a:gd name="connsiteY4" fmla="*/ 0 h 6891"/>
                    <a:gd name="connsiteX5" fmla="*/ 76319 w 76319"/>
                    <a:gd name="connsiteY5" fmla="*/ 3446 h 6891"/>
                    <a:gd name="connsiteX6" fmla="*/ 72873 w 76319"/>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19" h="6891">
                      <a:moveTo>
                        <a:pt x="72873" y="6892"/>
                      </a:moveTo>
                      <a:lnTo>
                        <a:pt x="3446" y="6892"/>
                      </a:lnTo>
                      <a:cubicBezTo>
                        <a:pt x="1554" y="6892"/>
                        <a:pt x="0" y="5338"/>
                        <a:pt x="0" y="3446"/>
                      </a:cubicBezTo>
                      <a:cubicBezTo>
                        <a:pt x="0" y="1553"/>
                        <a:pt x="1554" y="0"/>
                        <a:pt x="3446" y="0"/>
                      </a:cubicBezTo>
                      <a:lnTo>
                        <a:pt x="72873" y="0"/>
                      </a:lnTo>
                      <a:cubicBezTo>
                        <a:pt x="74766" y="0"/>
                        <a:pt x="76319" y="1553"/>
                        <a:pt x="76319" y="3446"/>
                      </a:cubicBezTo>
                      <a:cubicBezTo>
                        <a:pt x="76319" y="5338"/>
                        <a:pt x="74766" y="6892"/>
                        <a:pt x="72873" y="6892"/>
                      </a:cubicBezTo>
                      <a:close/>
                    </a:path>
                  </a:pathLst>
                </a:custGeom>
                <a:solidFill>
                  <a:srgbClr val="01355A"/>
                </a:solidFill>
                <a:ln w="2824" cap="flat">
                  <a:noFill/>
                  <a:prstDash val="solid"/>
                  <a:miter/>
                </a:ln>
              </p:spPr>
              <p:txBody>
                <a:bodyPr rtlCol="1" anchor="ctr"/>
                <a:lstStyle/>
                <a:p>
                  <a:endParaRPr lang="ar-SA"/>
                </a:p>
              </p:txBody>
            </p:sp>
            <p:sp>
              <p:nvSpPr>
                <p:cNvPr id="7843" name="شكل حر: شكل 8736">
                  <a:extLst>
                    <a:ext uri="{FF2B5EF4-FFF2-40B4-BE49-F238E27FC236}">
                      <a16:creationId xmlns:a16="http://schemas.microsoft.com/office/drawing/2014/main" id="{9137FF56-0E90-8309-F343-3E343F7CCC71}"/>
                    </a:ext>
                  </a:extLst>
                </p:cNvPr>
                <p:cNvSpPr/>
                <p:nvPr/>
              </p:nvSpPr>
              <p:spPr>
                <a:xfrm>
                  <a:off x="10998650" y="1099765"/>
                  <a:ext cx="58750" cy="6891"/>
                </a:xfrm>
                <a:custGeom>
                  <a:avLst/>
                  <a:gdLst>
                    <a:gd name="connsiteX0" fmla="*/ 55305 w 58750"/>
                    <a:gd name="connsiteY0" fmla="*/ 6892 h 6891"/>
                    <a:gd name="connsiteX1" fmla="*/ 3446 w 58750"/>
                    <a:gd name="connsiteY1" fmla="*/ 6892 h 6891"/>
                    <a:gd name="connsiteX2" fmla="*/ 0 w 58750"/>
                    <a:gd name="connsiteY2" fmla="*/ 3446 h 6891"/>
                    <a:gd name="connsiteX3" fmla="*/ 3446 w 58750"/>
                    <a:gd name="connsiteY3" fmla="*/ 0 h 6891"/>
                    <a:gd name="connsiteX4" fmla="*/ 55305 w 58750"/>
                    <a:gd name="connsiteY4" fmla="*/ 0 h 6891"/>
                    <a:gd name="connsiteX5" fmla="*/ 58751 w 58750"/>
                    <a:gd name="connsiteY5" fmla="*/ 3446 h 6891"/>
                    <a:gd name="connsiteX6" fmla="*/ 55305 w 58750"/>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750" h="6891">
                      <a:moveTo>
                        <a:pt x="55305" y="6892"/>
                      </a:moveTo>
                      <a:lnTo>
                        <a:pt x="3446" y="6892"/>
                      </a:lnTo>
                      <a:cubicBezTo>
                        <a:pt x="1554" y="6892"/>
                        <a:pt x="0" y="5338"/>
                        <a:pt x="0" y="3446"/>
                      </a:cubicBezTo>
                      <a:cubicBezTo>
                        <a:pt x="0" y="1554"/>
                        <a:pt x="1554" y="0"/>
                        <a:pt x="3446" y="0"/>
                      </a:cubicBezTo>
                      <a:lnTo>
                        <a:pt x="55305" y="0"/>
                      </a:lnTo>
                      <a:cubicBezTo>
                        <a:pt x="57197" y="0"/>
                        <a:pt x="58751" y="1554"/>
                        <a:pt x="58751" y="3446"/>
                      </a:cubicBezTo>
                      <a:cubicBezTo>
                        <a:pt x="58751" y="5338"/>
                        <a:pt x="57197" y="6892"/>
                        <a:pt x="55305" y="6892"/>
                      </a:cubicBezTo>
                      <a:close/>
                    </a:path>
                  </a:pathLst>
                </a:custGeom>
                <a:solidFill>
                  <a:srgbClr val="01355A"/>
                </a:solidFill>
                <a:ln w="2824" cap="flat">
                  <a:noFill/>
                  <a:prstDash val="solid"/>
                  <a:miter/>
                </a:ln>
              </p:spPr>
              <p:txBody>
                <a:bodyPr rtlCol="1" anchor="ctr"/>
                <a:lstStyle/>
                <a:p>
                  <a:endParaRPr lang="ar-SA"/>
                </a:p>
              </p:txBody>
            </p:sp>
            <p:sp>
              <p:nvSpPr>
                <p:cNvPr id="7844" name="شكل حر: شكل 8737">
                  <a:extLst>
                    <a:ext uri="{FF2B5EF4-FFF2-40B4-BE49-F238E27FC236}">
                      <a16:creationId xmlns:a16="http://schemas.microsoft.com/office/drawing/2014/main" id="{7781223E-B2BB-AAAF-6392-DA43E276DC48}"/>
                    </a:ext>
                  </a:extLst>
                </p:cNvPr>
                <p:cNvSpPr/>
                <p:nvPr/>
              </p:nvSpPr>
              <p:spPr>
                <a:xfrm>
                  <a:off x="10998622" y="1136541"/>
                  <a:ext cx="57083" cy="6891"/>
                </a:xfrm>
                <a:custGeom>
                  <a:avLst/>
                  <a:gdLst>
                    <a:gd name="connsiteX0" fmla="*/ 53638 w 57083"/>
                    <a:gd name="connsiteY0" fmla="*/ 6892 h 6891"/>
                    <a:gd name="connsiteX1" fmla="*/ 3446 w 57083"/>
                    <a:gd name="connsiteY1" fmla="*/ 6892 h 6891"/>
                    <a:gd name="connsiteX2" fmla="*/ 0 w 57083"/>
                    <a:gd name="connsiteY2" fmla="*/ 3446 h 6891"/>
                    <a:gd name="connsiteX3" fmla="*/ 3446 w 57083"/>
                    <a:gd name="connsiteY3" fmla="*/ 0 h 6891"/>
                    <a:gd name="connsiteX4" fmla="*/ 53638 w 57083"/>
                    <a:gd name="connsiteY4" fmla="*/ 0 h 6891"/>
                    <a:gd name="connsiteX5" fmla="*/ 57084 w 57083"/>
                    <a:gd name="connsiteY5" fmla="*/ 3446 h 6891"/>
                    <a:gd name="connsiteX6" fmla="*/ 53638 w 57083"/>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83" h="6891">
                      <a:moveTo>
                        <a:pt x="53638" y="6892"/>
                      </a:moveTo>
                      <a:lnTo>
                        <a:pt x="3446" y="6892"/>
                      </a:lnTo>
                      <a:cubicBezTo>
                        <a:pt x="1554" y="6892"/>
                        <a:pt x="0" y="5338"/>
                        <a:pt x="0" y="3446"/>
                      </a:cubicBezTo>
                      <a:cubicBezTo>
                        <a:pt x="0" y="1553"/>
                        <a:pt x="1554" y="0"/>
                        <a:pt x="3446" y="0"/>
                      </a:cubicBezTo>
                      <a:lnTo>
                        <a:pt x="53638" y="0"/>
                      </a:lnTo>
                      <a:cubicBezTo>
                        <a:pt x="55530" y="0"/>
                        <a:pt x="57084" y="1553"/>
                        <a:pt x="57084" y="3446"/>
                      </a:cubicBezTo>
                      <a:cubicBezTo>
                        <a:pt x="57084" y="5338"/>
                        <a:pt x="55530" y="6892"/>
                        <a:pt x="53638" y="6892"/>
                      </a:cubicBezTo>
                      <a:close/>
                    </a:path>
                  </a:pathLst>
                </a:custGeom>
                <a:solidFill>
                  <a:srgbClr val="01355A"/>
                </a:solidFill>
                <a:ln w="2824" cap="flat">
                  <a:noFill/>
                  <a:prstDash val="solid"/>
                  <a:miter/>
                </a:ln>
              </p:spPr>
              <p:txBody>
                <a:bodyPr rtlCol="1" anchor="ctr"/>
                <a:lstStyle/>
                <a:p>
                  <a:endParaRPr lang="ar-SA"/>
                </a:p>
              </p:txBody>
            </p:sp>
            <p:sp>
              <p:nvSpPr>
                <p:cNvPr id="7845" name="شكل حر: شكل 8738">
                  <a:extLst>
                    <a:ext uri="{FF2B5EF4-FFF2-40B4-BE49-F238E27FC236}">
                      <a16:creationId xmlns:a16="http://schemas.microsoft.com/office/drawing/2014/main" id="{6D522760-4F94-0555-BFB6-F9D7FFB91DF5}"/>
                    </a:ext>
                  </a:extLst>
                </p:cNvPr>
                <p:cNvSpPr/>
                <p:nvPr/>
              </p:nvSpPr>
              <p:spPr>
                <a:xfrm>
                  <a:off x="11114230" y="1026270"/>
                  <a:ext cx="76319" cy="6891"/>
                </a:xfrm>
                <a:custGeom>
                  <a:avLst/>
                  <a:gdLst>
                    <a:gd name="connsiteX0" fmla="*/ 72873 w 76319"/>
                    <a:gd name="connsiteY0" fmla="*/ 6892 h 6891"/>
                    <a:gd name="connsiteX1" fmla="*/ 3447 w 76319"/>
                    <a:gd name="connsiteY1" fmla="*/ 6892 h 6891"/>
                    <a:gd name="connsiteX2" fmla="*/ 0 w 76319"/>
                    <a:gd name="connsiteY2" fmla="*/ 3446 h 6891"/>
                    <a:gd name="connsiteX3" fmla="*/ 3447 w 76319"/>
                    <a:gd name="connsiteY3" fmla="*/ 0 h 6891"/>
                    <a:gd name="connsiteX4" fmla="*/ 72873 w 76319"/>
                    <a:gd name="connsiteY4" fmla="*/ 0 h 6891"/>
                    <a:gd name="connsiteX5" fmla="*/ 76319 w 76319"/>
                    <a:gd name="connsiteY5" fmla="*/ 3446 h 6891"/>
                    <a:gd name="connsiteX6" fmla="*/ 72873 w 76319"/>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319" h="6891">
                      <a:moveTo>
                        <a:pt x="72873" y="6892"/>
                      </a:moveTo>
                      <a:lnTo>
                        <a:pt x="3447" y="6892"/>
                      </a:lnTo>
                      <a:cubicBezTo>
                        <a:pt x="1554" y="6892"/>
                        <a:pt x="0" y="5338"/>
                        <a:pt x="0" y="3446"/>
                      </a:cubicBezTo>
                      <a:cubicBezTo>
                        <a:pt x="0" y="1554"/>
                        <a:pt x="1554" y="0"/>
                        <a:pt x="3447" y="0"/>
                      </a:cubicBezTo>
                      <a:lnTo>
                        <a:pt x="72873" y="0"/>
                      </a:lnTo>
                      <a:cubicBezTo>
                        <a:pt x="74766" y="0"/>
                        <a:pt x="76319" y="1554"/>
                        <a:pt x="76319" y="3446"/>
                      </a:cubicBezTo>
                      <a:cubicBezTo>
                        <a:pt x="76319" y="5338"/>
                        <a:pt x="74766" y="6892"/>
                        <a:pt x="72873" y="6892"/>
                      </a:cubicBezTo>
                      <a:close/>
                    </a:path>
                  </a:pathLst>
                </a:custGeom>
                <a:solidFill>
                  <a:srgbClr val="01355A"/>
                </a:solidFill>
                <a:ln w="2824" cap="flat">
                  <a:noFill/>
                  <a:prstDash val="solid"/>
                  <a:miter/>
                </a:ln>
              </p:spPr>
              <p:txBody>
                <a:bodyPr rtlCol="1" anchor="ctr"/>
                <a:lstStyle/>
                <a:p>
                  <a:endParaRPr lang="ar-SA"/>
                </a:p>
              </p:txBody>
            </p:sp>
            <p:sp>
              <p:nvSpPr>
                <p:cNvPr id="7846" name="شكل حر: شكل 8739">
                  <a:extLst>
                    <a:ext uri="{FF2B5EF4-FFF2-40B4-BE49-F238E27FC236}">
                      <a16:creationId xmlns:a16="http://schemas.microsoft.com/office/drawing/2014/main" id="{9E2A7A98-046C-54F3-661F-8ED2DC532C58}"/>
                    </a:ext>
                  </a:extLst>
                </p:cNvPr>
                <p:cNvSpPr/>
                <p:nvPr/>
              </p:nvSpPr>
              <p:spPr>
                <a:xfrm>
                  <a:off x="11114230" y="1063018"/>
                  <a:ext cx="34996" cy="6891"/>
                </a:xfrm>
                <a:custGeom>
                  <a:avLst/>
                  <a:gdLst>
                    <a:gd name="connsiteX0" fmla="*/ 31551 w 34996"/>
                    <a:gd name="connsiteY0" fmla="*/ 6892 h 6891"/>
                    <a:gd name="connsiteX1" fmla="*/ 3447 w 34996"/>
                    <a:gd name="connsiteY1" fmla="*/ 6892 h 6891"/>
                    <a:gd name="connsiteX2" fmla="*/ 0 w 34996"/>
                    <a:gd name="connsiteY2" fmla="*/ 3446 h 6891"/>
                    <a:gd name="connsiteX3" fmla="*/ 3447 w 34996"/>
                    <a:gd name="connsiteY3" fmla="*/ 0 h 6891"/>
                    <a:gd name="connsiteX4" fmla="*/ 31551 w 34996"/>
                    <a:gd name="connsiteY4" fmla="*/ 0 h 6891"/>
                    <a:gd name="connsiteX5" fmla="*/ 34997 w 34996"/>
                    <a:gd name="connsiteY5" fmla="*/ 3446 h 6891"/>
                    <a:gd name="connsiteX6" fmla="*/ 31551 w 34996"/>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996" h="6891">
                      <a:moveTo>
                        <a:pt x="31551" y="6892"/>
                      </a:moveTo>
                      <a:lnTo>
                        <a:pt x="3447" y="6892"/>
                      </a:lnTo>
                      <a:cubicBezTo>
                        <a:pt x="1554" y="6892"/>
                        <a:pt x="0" y="5338"/>
                        <a:pt x="0" y="3446"/>
                      </a:cubicBezTo>
                      <a:cubicBezTo>
                        <a:pt x="0" y="1553"/>
                        <a:pt x="1554" y="0"/>
                        <a:pt x="3447" y="0"/>
                      </a:cubicBezTo>
                      <a:lnTo>
                        <a:pt x="31551" y="0"/>
                      </a:lnTo>
                      <a:cubicBezTo>
                        <a:pt x="33443" y="0"/>
                        <a:pt x="34997" y="1553"/>
                        <a:pt x="34997" y="3446"/>
                      </a:cubicBezTo>
                      <a:cubicBezTo>
                        <a:pt x="34997" y="5338"/>
                        <a:pt x="33443" y="6892"/>
                        <a:pt x="31551" y="6892"/>
                      </a:cubicBezTo>
                      <a:close/>
                    </a:path>
                  </a:pathLst>
                </a:custGeom>
                <a:solidFill>
                  <a:srgbClr val="01355A"/>
                </a:solidFill>
                <a:ln w="2824" cap="flat">
                  <a:noFill/>
                  <a:prstDash val="solid"/>
                  <a:miter/>
                </a:ln>
              </p:spPr>
              <p:txBody>
                <a:bodyPr rtlCol="1" anchor="ctr"/>
                <a:lstStyle/>
                <a:p>
                  <a:endParaRPr lang="ar-SA"/>
                </a:p>
              </p:txBody>
            </p:sp>
            <p:sp>
              <p:nvSpPr>
                <p:cNvPr id="7847" name="شكل حر: شكل 8740">
                  <a:extLst>
                    <a:ext uri="{FF2B5EF4-FFF2-40B4-BE49-F238E27FC236}">
                      <a16:creationId xmlns:a16="http://schemas.microsoft.com/office/drawing/2014/main" id="{CEB4D16E-D74A-18E1-A9CD-25EF10670DDD}"/>
                    </a:ext>
                  </a:extLst>
                </p:cNvPr>
                <p:cNvSpPr/>
                <p:nvPr/>
              </p:nvSpPr>
              <p:spPr>
                <a:xfrm>
                  <a:off x="11035398" y="989523"/>
                  <a:ext cx="121992" cy="6891"/>
                </a:xfrm>
                <a:custGeom>
                  <a:avLst/>
                  <a:gdLst>
                    <a:gd name="connsiteX0" fmla="*/ 118546 w 121992"/>
                    <a:gd name="connsiteY0" fmla="*/ 6892 h 6891"/>
                    <a:gd name="connsiteX1" fmla="*/ 3446 w 121992"/>
                    <a:gd name="connsiteY1" fmla="*/ 6892 h 6891"/>
                    <a:gd name="connsiteX2" fmla="*/ 0 w 121992"/>
                    <a:gd name="connsiteY2" fmla="*/ 3446 h 6891"/>
                    <a:gd name="connsiteX3" fmla="*/ 3446 w 121992"/>
                    <a:gd name="connsiteY3" fmla="*/ 0 h 6891"/>
                    <a:gd name="connsiteX4" fmla="*/ 118546 w 121992"/>
                    <a:gd name="connsiteY4" fmla="*/ 0 h 6891"/>
                    <a:gd name="connsiteX5" fmla="*/ 121992 w 121992"/>
                    <a:gd name="connsiteY5" fmla="*/ 3446 h 6891"/>
                    <a:gd name="connsiteX6" fmla="*/ 118546 w 121992"/>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92" h="6891">
                      <a:moveTo>
                        <a:pt x="118546" y="6892"/>
                      </a:moveTo>
                      <a:lnTo>
                        <a:pt x="3446" y="6892"/>
                      </a:lnTo>
                      <a:cubicBezTo>
                        <a:pt x="1554" y="6892"/>
                        <a:pt x="0" y="5338"/>
                        <a:pt x="0" y="3446"/>
                      </a:cubicBezTo>
                      <a:cubicBezTo>
                        <a:pt x="0" y="1554"/>
                        <a:pt x="1554" y="0"/>
                        <a:pt x="3446" y="0"/>
                      </a:cubicBezTo>
                      <a:lnTo>
                        <a:pt x="118546" y="0"/>
                      </a:lnTo>
                      <a:cubicBezTo>
                        <a:pt x="120438" y="0"/>
                        <a:pt x="121992" y="1554"/>
                        <a:pt x="121992" y="3446"/>
                      </a:cubicBezTo>
                      <a:cubicBezTo>
                        <a:pt x="121992" y="5338"/>
                        <a:pt x="120438" y="6892"/>
                        <a:pt x="118546" y="6892"/>
                      </a:cubicBezTo>
                      <a:close/>
                    </a:path>
                  </a:pathLst>
                </a:custGeom>
                <a:solidFill>
                  <a:srgbClr val="01355A"/>
                </a:solidFill>
                <a:ln w="2824" cap="flat">
                  <a:noFill/>
                  <a:prstDash val="solid"/>
                  <a:miter/>
                </a:ln>
              </p:spPr>
              <p:txBody>
                <a:bodyPr rtlCol="1" anchor="ctr"/>
                <a:lstStyle/>
                <a:p>
                  <a:endParaRPr lang="ar-SA"/>
                </a:p>
              </p:txBody>
            </p:sp>
          </p:grpSp>
        </p:grpSp>
        <p:grpSp>
          <p:nvGrpSpPr>
            <p:cNvPr id="7834" name="رسم 8014">
              <a:extLst>
                <a:ext uri="{FF2B5EF4-FFF2-40B4-BE49-F238E27FC236}">
                  <a16:creationId xmlns:a16="http://schemas.microsoft.com/office/drawing/2014/main" id="{B7094DB1-534C-E2C1-44A5-CAB04DF687C0}"/>
                </a:ext>
              </a:extLst>
            </p:cNvPr>
            <p:cNvGrpSpPr/>
            <p:nvPr/>
          </p:nvGrpSpPr>
          <p:grpSpPr>
            <a:xfrm>
              <a:off x="11080075" y="1090578"/>
              <a:ext cx="123372" cy="169197"/>
              <a:chOff x="11080075" y="1090578"/>
              <a:chExt cx="123372" cy="169197"/>
            </a:xfrm>
            <a:solidFill>
              <a:srgbClr val="17A3A3"/>
            </a:solidFill>
          </p:grpSpPr>
          <p:sp>
            <p:nvSpPr>
              <p:cNvPr id="7835" name="شكل حر: شكل 8742">
                <a:extLst>
                  <a:ext uri="{FF2B5EF4-FFF2-40B4-BE49-F238E27FC236}">
                    <a16:creationId xmlns:a16="http://schemas.microsoft.com/office/drawing/2014/main" id="{E3588F5F-0BE4-F21F-66BA-908DCFB70FBD}"/>
                  </a:ext>
                </a:extLst>
              </p:cNvPr>
              <p:cNvSpPr/>
              <p:nvPr/>
            </p:nvSpPr>
            <p:spPr>
              <a:xfrm>
                <a:off x="11087030" y="1188255"/>
                <a:ext cx="65215" cy="71520"/>
              </a:xfrm>
              <a:custGeom>
                <a:avLst/>
                <a:gdLst>
                  <a:gd name="connsiteX0" fmla="*/ 54881 w 65215"/>
                  <a:gd name="connsiteY0" fmla="*/ 71492 h 71520"/>
                  <a:gd name="connsiteX1" fmla="*/ 52621 w 65215"/>
                  <a:gd name="connsiteY1" fmla="*/ 70645 h 71520"/>
                  <a:gd name="connsiteX2" fmla="*/ 31380 w 65215"/>
                  <a:gd name="connsiteY2" fmla="*/ 52342 h 71520"/>
                  <a:gd name="connsiteX3" fmla="*/ 4378 w 65215"/>
                  <a:gd name="connsiteY3" fmla="*/ 59996 h 71520"/>
                  <a:gd name="connsiteX4" fmla="*/ 960 w 65215"/>
                  <a:gd name="connsiteY4" fmla="*/ 59064 h 71520"/>
                  <a:gd name="connsiteX5" fmla="*/ 170 w 65215"/>
                  <a:gd name="connsiteY5" fmla="*/ 55618 h 71520"/>
                  <a:gd name="connsiteX6" fmla="*/ 17399 w 65215"/>
                  <a:gd name="connsiteY6" fmla="*/ 2375 h 71520"/>
                  <a:gd name="connsiteX7" fmla="*/ 21749 w 65215"/>
                  <a:gd name="connsiteY7" fmla="*/ 172 h 71520"/>
                  <a:gd name="connsiteX8" fmla="*/ 23952 w 65215"/>
                  <a:gd name="connsiteY8" fmla="*/ 4522 h 71520"/>
                  <a:gd name="connsiteX9" fmla="*/ 8700 w 65215"/>
                  <a:gd name="connsiteY9" fmla="*/ 51635 h 71520"/>
                  <a:gd name="connsiteX10" fmla="*/ 31268 w 65215"/>
                  <a:gd name="connsiteY10" fmla="*/ 45224 h 71520"/>
                  <a:gd name="connsiteX11" fmla="*/ 34459 w 65215"/>
                  <a:gd name="connsiteY11" fmla="*/ 45930 h 71520"/>
                  <a:gd name="connsiteX12" fmla="*/ 52226 w 65215"/>
                  <a:gd name="connsiteY12" fmla="*/ 61239 h 71520"/>
                  <a:gd name="connsiteX13" fmla="*/ 58355 w 65215"/>
                  <a:gd name="connsiteY13" fmla="*/ 11442 h 71520"/>
                  <a:gd name="connsiteX14" fmla="*/ 62196 w 65215"/>
                  <a:gd name="connsiteY14" fmla="*/ 8448 h 71520"/>
                  <a:gd name="connsiteX15" fmla="*/ 65191 w 65215"/>
                  <a:gd name="connsiteY15" fmla="*/ 12290 h 71520"/>
                  <a:gd name="connsiteX16" fmla="*/ 58270 w 65215"/>
                  <a:gd name="connsiteY16" fmla="*/ 68498 h 71520"/>
                  <a:gd name="connsiteX17" fmla="*/ 56095 w 65215"/>
                  <a:gd name="connsiteY17" fmla="*/ 71294 h 71520"/>
                  <a:gd name="connsiteX18" fmla="*/ 54852 w 65215"/>
                  <a:gd name="connsiteY18" fmla="*/ 71520 h 7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5215" h="71520">
                    <a:moveTo>
                      <a:pt x="54881" y="71492"/>
                    </a:moveTo>
                    <a:cubicBezTo>
                      <a:pt x="54061" y="71492"/>
                      <a:pt x="53270" y="71210"/>
                      <a:pt x="52621" y="70645"/>
                    </a:cubicBezTo>
                    <a:lnTo>
                      <a:pt x="31380" y="52342"/>
                    </a:lnTo>
                    <a:lnTo>
                      <a:pt x="4378" y="59996"/>
                    </a:lnTo>
                    <a:cubicBezTo>
                      <a:pt x="3163" y="60335"/>
                      <a:pt x="1836" y="59996"/>
                      <a:pt x="960" y="59064"/>
                    </a:cubicBezTo>
                    <a:cubicBezTo>
                      <a:pt x="85" y="58160"/>
                      <a:pt x="-226" y="56833"/>
                      <a:pt x="170" y="55618"/>
                    </a:cubicBezTo>
                    <a:lnTo>
                      <a:pt x="17399" y="2375"/>
                    </a:lnTo>
                    <a:cubicBezTo>
                      <a:pt x="17992" y="568"/>
                      <a:pt x="19913" y="-421"/>
                      <a:pt x="21749" y="172"/>
                    </a:cubicBezTo>
                    <a:cubicBezTo>
                      <a:pt x="23557" y="765"/>
                      <a:pt x="24545" y="2686"/>
                      <a:pt x="23952" y="4522"/>
                    </a:cubicBezTo>
                    <a:lnTo>
                      <a:pt x="8700" y="51635"/>
                    </a:lnTo>
                    <a:lnTo>
                      <a:pt x="31268" y="45224"/>
                    </a:lnTo>
                    <a:cubicBezTo>
                      <a:pt x="32397" y="44913"/>
                      <a:pt x="33583" y="45167"/>
                      <a:pt x="34459" y="45930"/>
                    </a:cubicBezTo>
                    <a:lnTo>
                      <a:pt x="52226" y="61239"/>
                    </a:lnTo>
                    <a:lnTo>
                      <a:pt x="58355" y="11442"/>
                    </a:lnTo>
                    <a:cubicBezTo>
                      <a:pt x="58581" y="9550"/>
                      <a:pt x="60360" y="8250"/>
                      <a:pt x="62196" y="8448"/>
                    </a:cubicBezTo>
                    <a:cubicBezTo>
                      <a:pt x="64089" y="8674"/>
                      <a:pt x="65416" y="10397"/>
                      <a:pt x="65191" y="12290"/>
                    </a:cubicBezTo>
                    <a:lnTo>
                      <a:pt x="58270" y="68498"/>
                    </a:lnTo>
                    <a:cubicBezTo>
                      <a:pt x="58101" y="69769"/>
                      <a:pt x="57282" y="70842"/>
                      <a:pt x="56095" y="71294"/>
                    </a:cubicBezTo>
                    <a:cubicBezTo>
                      <a:pt x="55700" y="71436"/>
                      <a:pt x="55276" y="71520"/>
                      <a:pt x="54852" y="71520"/>
                    </a:cubicBezTo>
                    <a:close/>
                  </a:path>
                </a:pathLst>
              </a:custGeom>
              <a:solidFill>
                <a:srgbClr val="17A3A3"/>
              </a:solidFill>
              <a:ln w="2824" cap="flat">
                <a:noFill/>
                <a:prstDash val="solid"/>
                <a:miter/>
              </a:ln>
            </p:spPr>
            <p:txBody>
              <a:bodyPr rtlCol="1" anchor="ctr"/>
              <a:lstStyle/>
              <a:p>
                <a:endParaRPr lang="ar-SA"/>
              </a:p>
            </p:txBody>
          </p:sp>
          <p:sp>
            <p:nvSpPr>
              <p:cNvPr id="7836" name="شكل حر: شكل 8743">
                <a:extLst>
                  <a:ext uri="{FF2B5EF4-FFF2-40B4-BE49-F238E27FC236}">
                    <a16:creationId xmlns:a16="http://schemas.microsoft.com/office/drawing/2014/main" id="{AE187607-CF1B-4860-FE3C-F0490CF04951}"/>
                  </a:ext>
                </a:extLst>
              </p:cNvPr>
              <p:cNvSpPr/>
              <p:nvPr/>
            </p:nvSpPr>
            <p:spPr>
              <a:xfrm>
                <a:off x="11165410" y="1184108"/>
                <a:ext cx="38037" cy="62250"/>
              </a:xfrm>
              <a:custGeom>
                <a:avLst/>
                <a:gdLst>
                  <a:gd name="connsiteX0" fmla="*/ 3447 w 38037"/>
                  <a:gd name="connsiteY0" fmla="*/ 62222 h 62250"/>
                  <a:gd name="connsiteX1" fmla="*/ 1950 w 38037"/>
                  <a:gd name="connsiteY1" fmla="*/ 61883 h 62250"/>
                  <a:gd name="connsiteX2" fmla="*/ 340 w 38037"/>
                  <a:gd name="connsiteY2" fmla="*/ 57279 h 62250"/>
                  <a:gd name="connsiteX3" fmla="*/ 8419 w 38037"/>
                  <a:gd name="connsiteY3" fmla="*/ 40445 h 62250"/>
                  <a:gd name="connsiteX4" fmla="*/ 11921 w 38037"/>
                  <a:gd name="connsiteY4" fmla="*/ 38524 h 62250"/>
                  <a:gd name="connsiteX5" fmla="*/ 27711 w 38037"/>
                  <a:gd name="connsiteY5" fmla="*/ 40360 h 62250"/>
                  <a:gd name="connsiteX6" fmla="*/ 4973 w 38037"/>
                  <a:gd name="connsiteY6" fmla="*/ 5336 h 62250"/>
                  <a:gd name="connsiteX7" fmla="*/ 5989 w 38037"/>
                  <a:gd name="connsiteY7" fmla="*/ 563 h 62250"/>
                  <a:gd name="connsiteX8" fmla="*/ 10763 w 38037"/>
                  <a:gd name="connsiteY8" fmla="*/ 1579 h 62250"/>
                  <a:gd name="connsiteX9" fmla="*/ 37483 w 38037"/>
                  <a:gd name="connsiteY9" fmla="*/ 42733 h 62250"/>
                  <a:gd name="connsiteX10" fmla="*/ 37512 w 38037"/>
                  <a:gd name="connsiteY10" fmla="*/ 46433 h 62250"/>
                  <a:gd name="connsiteX11" fmla="*/ 34179 w 38037"/>
                  <a:gd name="connsiteY11" fmla="*/ 48043 h 62250"/>
                  <a:gd name="connsiteX12" fmla="*/ 13560 w 38037"/>
                  <a:gd name="connsiteY12" fmla="*/ 45671 h 62250"/>
                  <a:gd name="connsiteX13" fmla="*/ 6526 w 38037"/>
                  <a:gd name="connsiteY13" fmla="*/ 60302 h 62250"/>
                  <a:gd name="connsiteX14" fmla="*/ 3419 w 38037"/>
                  <a:gd name="connsiteY14" fmla="*/ 62251 h 62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037" h="62250">
                    <a:moveTo>
                      <a:pt x="3447" y="62222"/>
                    </a:moveTo>
                    <a:cubicBezTo>
                      <a:pt x="2939" y="62222"/>
                      <a:pt x="2430" y="62109"/>
                      <a:pt x="1950" y="61883"/>
                    </a:cubicBezTo>
                    <a:cubicBezTo>
                      <a:pt x="228" y="61064"/>
                      <a:pt x="-478" y="59002"/>
                      <a:pt x="340" y="57279"/>
                    </a:cubicBezTo>
                    <a:lnTo>
                      <a:pt x="8419" y="40445"/>
                    </a:lnTo>
                    <a:cubicBezTo>
                      <a:pt x="9040" y="39118"/>
                      <a:pt x="10481" y="38355"/>
                      <a:pt x="11921" y="38524"/>
                    </a:cubicBezTo>
                    <a:lnTo>
                      <a:pt x="27711" y="40360"/>
                    </a:lnTo>
                    <a:lnTo>
                      <a:pt x="4973" y="5336"/>
                    </a:lnTo>
                    <a:cubicBezTo>
                      <a:pt x="3927" y="3754"/>
                      <a:pt x="4380" y="1608"/>
                      <a:pt x="5989" y="563"/>
                    </a:cubicBezTo>
                    <a:cubicBezTo>
                      <a:pt x="7571" y="-483"/>
                      <a:pt x="9718" y="-31"/>
                      <a:pt x="10763" y="1579"/>
                    </a:cubicBezTo>
                    <a:lnTo>
                      <a:pt x="37483" y="42733"/>
                    </a:lnTo>
                    <a:cubicBezTo>
                      <a:pt x="38218" y="43863"/>
                      <a:pt x="38218" y="45303"/>
                      <a:pt x="37512" y="46433"/>
                    </a:cubicBezTo>
                    <a:cubicBezTo>
                      <a:pt x="36805" y="47563"/>
                      <a:pt x="35535" y="48184"/>
                      <a:pt x="34179" y="48043"/>
                    </a:cubicBezTo>
                    <a:lnTo>
                      <a:pt x="13560" y="45671"/>
                    </a:lnTo>
                    <a:lnTo>
                      <a:pt x="6526" y="60302"/>
                    </a:lnTo>
                    <a:cubicBezTo>
                      <a:pt x="5933" y="61545"/>
                      <a:pt x="4690" y="62251"/>
                      <a:pt x="3419" y="62251"/>
                    </a:cubicBezTo>
                    <a:close/>
                  </a:path>
                </a:pathLst>
              </a:custGeom>
              <a:solidFill>
                <a:srgbClr val="17A3A3"/>
              </a:solidFill>
              <a:ln w="2824" cap="flat">
                <a:noFill/>
                <a:prstDash val="solid"/>
                <a:miter/>
              </a:ln>
            </p:spPr>
            <p:txBody>
              <a:bodyPr rtlCol="1" anchor="ctr"/>
              <a:lstStyle/>
              <a:p>
                <a:endParaRPr lang="ar-SA"/>
              </a:p>
            </p:txBody>
          </p:sp>
          <p:sp>
            <p:nvSpPr>
              <p:cNvPr id="7837" name="شكل حر: شكل 8744">
                <a:extLst>
                  <a:ext uri="{FF2B5EF4-FFF2-40B4-BE49-F238E27FC236}">
                    <a16:creationId xmlns:a16="http://schemas.microsoft.com/office/drawing/2014/main" id="{D33F65FA-3ECC-0FA3-EAD0-8D92A950A89E}"/>
                  </a:ext>
                </a:extLst>
              </p:cNvPr>
              <p:cNvSpPr/>
              <p:nvPr/>
            </p:nvSpPr>
            <p:spPr>
              <a:xfrm>
                <a:off x="11113440" y="1124000"/>
                <a:ext cx="51801" cy="51802"/>
              </a:xfrm>
              <a:custGeom>
                <a:avLst/>
                <a:gdLst>
                  <a:gd name="connsiteX0" fmla="*/ 25901 w 51801"/>
                  <a:gd name="connsiteY0" fmla="*/ 51802 h 51802"/>
                  <a:gd name="connsiteX1" fmla="*/ 0 w 51801"/>
                  <a:gd name="connsiteY1" fmla="*/ 25901 h 51802"/>
                  <a:gd name="connsiteX2" fmla="*/ 25901 w 51801"/>
                  <a:gd name="connsiteY2" fmla="*/ 0 h 51802"/>
                  <a:gd name="connsiteX3" fmla="*/ 51802 w 51801"/>
                  <a:gd name="connsiteY3" fmla="*/ 25901 h 51802"/>
                  <a:gd name="connsiteX4" fmla="*/ 25901 w 51801"/>
                  <a:gd name="connsiteY4" fmla="*/ 51802 h 51802"/>
                  <a:gd name="connsiteX5" fmla="*/ 25901 w 51801"/>
                  <a:gd name="connsiteY5" fmla="*/ 6892 h 51802"/>
                  <a:gd name="connsiteX6" fmla="*/ 6892 w 51801"/>
                  <a:gd name="connsiteY6" fmla="*/ 25901 h 51802"/>
                  <a:gd name="connsiteX7" fmla="*/ 25901 w 51801"/>
                  <a:gd name="connsiteY7" fmla="*/ 44910 h 51802"/>
                  <a:gd name="connsiteX8" fmla="*/ 44910 w 51801"/>
                  <a:gd name="connsiteY8" fmla="*/ 25901 h 51802"/>
                  <a:gd name="connsiteX9" fmla="*/ 25901 w 51801"/>
                  <a:gd name="connsiteY9" fmla="*/ 6892 h 51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801" h="51802">
                    <a:moveTo>
                      <a:pt x="25901" y="51802"/>
                    </a:moveTo>
                    <a:cubicBezTo>
                      <a:pt x="11609" y="51802"/>
                      <a:pt x="0" y="40193"/>
                      <a:pt x="0" y="25901"/>
                    </a:cubicBezTo>
                    <a:cubicBezTo>
                      <a:pt x="0" y="11609"/>
                      <a:pt x="11609" y="0"/>
                      <a:pt x="25901" y="0"/>
                    </a:cubicBezTo>
                    <a:cubicBezTo>
                      <a:pt x="40193" y="0"/>
                      <a:pt x="51802" y="11609"/>
                      <a:pt x="51802" y="25901"/>
                    </a:cubicBezTo>
                    <a:cubicBezTo>
                      <a:pt x="51802" y="40193"/>
                      <a:pt x="40193" y="51802"/>
                      <a:pt x="25901" y="51802"/>
                    </a:cubicBezTo>
                    <a:close/>
                    <a:moveTo>
                      <a:pt x="25901" y="6892"/>
                    </a:moveTo>
                    <a:cubicBezTo>
                      <a:pt x="15422" y="6892"/>
                      <a:pt x="6892" y="15422"/>
                      <a:pt x="6892" y="25901"/>
                    </a:cubicBezTo>
                    <a:cubicBezTo>
                      <a:pt x="6892" y="36380"/>
                      <a:pt x="15422" y="44910"/>
                      <a:pt x="25901" y="44910"/>
                    </a:cubicBezTo>
                    <a:cubicBezTo>
                      <a:pt x="36380" y="44910"/>
                      <a:pt x="44910" y="36380"/>
                      <a:pt x="44910" y="25901"/>
                    </a:cubicBezTo>
                    <a:cubicBezTo>
                      <a:pt x="44910" y="15422"/>
                      <a:pt x="36380" y="6892"/>
                      <a:pt x="25901" y="6892"/>
                    </a:cubicBezTo>
                    <a:close/>
                  </a:path>
                </a:pathLst>
              </a:custGeom>
              <a:solidFill>
                <a:srgbClr val="17A3A3"/>
              </a:solidFill>
              <a:ln w="2824" cap="flat">
                <a:noFill/>
                <a:prstDash val="solid"/>
                <a:miter/>
              </a:ln>
            </p:spPr>
            <p:txBody>
              <a:bodyPr rtlCol="1" anchor="ctr"/>
              <a:lstStyle/>
              <a:p>
                <a:endParaRPr lang="ar-SA"/>
              </a:p>
            </p:txBody>
          </p:sp>
          <p:sp>
            <p:nvSpPr>
              <p:cNvPr id="7838" name="شكل حر: شكل 8745">
                <a:extLst>
                  <a:ext uri="{FF2B5EF4-FFF2-40B4-BE49-F238E27FC236}">
                    <a16:creationId xmlns:a16="http://schemas.microsoft.com/office/drawing/2014/main" id="{B9882054-5A3B-69F2-09AF-29677AE69210}"/>
                  </a:ext>
                </a:extLst>
              </p:cNvPr>
              <p:cNvSpPr/>
              <p:nvPr/>
            </p:nvSpPr>
            <p:spPr>
              <a:xfrm>
                <a:off x="11080075" y="1090578"/>
                <a:ext cx="118617" cy="118609"/>
              </a:xfrm>
              <a:custGeom>
                <a:avLst/>
                <a:gdLst>
                  <a:gd name="connsiteX0" fmla="*/ 59266 w 118617"/>
                  <a:gd name="connsiteY0" fmla="*/ 118610 h 118609"/>
                  <a:gd name="connsiteX1" fmla="*/ 57515 w 118617"/>
                  <a:gd name="connsiteY1" fmla="*/ 118130 h 118609"/>
                  <a:gd name="connsiteX2" fmla="*/ 45425 w 118617"/>
                  <a:gd name="connsiteY2" fmla="*/ 110955 h 118609"/>
                  <a:gd name="connsiteX3" fmla="*/ 31388 w 118617"/>
                  <a:gd name="connsiteY3" fmla="*/ 111125 h 118609"/>
                  <a:gd name="connsiteX4" fmla="*/ 31359 w 118617"/>
                  <a:gd name="connsiteY4" fmla="*/ 111125 h 118609"/>
                  <a:gd name="connsiteX5" fmla="*/ 28366 w 118617"/>
                  <a:gd name="connsiteY5" fmla="*/ 109374 h 118609"/>
                  <a:gd name="connsiteX6" fmla="*/ 21502 w 118617"/>
                  <a:gd name="connsiteY6" fmla="*/ 97115 h 118609"/>
                  <a:gd name="connsiteX7" fmla="*/ 9244 w 118617"/>
                  <a:gd name="connsiteY7" fmla="*/ 90251 h 118609"/>
                  <a:gd name="connsiteX8" fmla="*/ 7492 w 118617"/>
                  <a:gd name="connsiteY8" fmla="*/ 87201 h 118609"/>
                  <a:gd name="connsiteX9" fmla="*/ 7662 w 118617"/>
                  <a:gd name="connsiteY9" fmla="*/ 73163 h 118609"/>
                  <a:gd name="connsiteX10" fmla="*/ 487 w 118617"/>
                  <a:gd name="connsiteY10" fmla="*/ 61074 h 118609"/>
                  <a:gd name="connsiteX11" fmla="*/ 487 w 118617"/>
                  <a:gd name="connsiteY11" fmla="*/ 57543 h 118609"/>
                  <a:gd name="connsiteX12" fmla="*/ 7662 w 118617"/>
                  <a:gd name="connsiteY12" fmla="*/ 45454 h 118609"/>
                  <a:gd name="connsiteX13" fmla="*/ 7492 w 118617"/>
                  <a:gd name="connsiteY13" fmla="*/ 31416 h 118609"/>
                  <a:gd name="connsiteX14" fmla="*/ 9244 w 118617"/>
                  <a:gd name="connsiteY14" fmla="*/ 28366 h 118609"/>
                  <a:gd name="connsiteX15" fmla="*/ 21502 w 118617"/>
                  <a:gd name="connsiteY15" fmla="*/ 21502 h 118609"/>
                  <a:gd name="connsiteX16" fmla="*/ 28366 w 118617"/>
                  <a:gd name="connsiteY16" fmla="*/ 9243 h 118609"/>
                  <a:gd name="connsiteX17" fmla="*/ 31359 w 118617"/>
                  <a:gd name="connsiteY17" fmla="*/ 7492 h 118609"/>
                  <a:gd name="connsiteX18" fmla="*/ 31416 w 118617"/>
                  <a:gd name="connsiteY18" fmla="*/ 7492 h 118609"/>
                  <a:gd name="connsiteX19" fmla="*/ 45454 w 118617"/>
                  <a:gd name="connsiteY19" fmla="*/ 7662 h 118609"/>
                  <a:gd name="connsiteX20" fmla="*/ 57543 w 118617"/>
                  <a:gd name="connsiteY20" fmla="*/ 487 h 118609"/>
                  <a:gd name="connsiteX21" fmla="*/ 61074 w 118617"/>
                  <a:gd name="connsiteY21" fmla="*/ 487 h 118609"/>
                  <a:gd name="connsiteX22" fmla="*/ 73163 w 118617"/>
                  <a:gd name="connsiteY22" fmla="*/ 7662 h 118609"/>
                  <a:gd name="connsiteX23" fmla="*/ 87201 w 118617"/>
                  <a:gd name="connsiteY23" fmla="*/ 7492 h 118609"/>
                  <a:gd name="connsiteX24" fmla="*/ 90251 w 118617"/>
                  <a:gd name="connsiteY24" fmla="*/ 9243 h 118609"/>
                  <a:gd name="connsiteX25" fmla="*/ 97115 w 118617"/>
                  <a:gd name="connsiteY25" fmla="*/ 21502 h 118609"/>
                  <a:gd name="connsiteX26" fmla="*/ 109374 w 118617"/>
                  <a:gd name="connsiteY26" fmla="*/ 28366 h 118609"/>
                  <a:gd name="connsiteX27" fmla="*/ 111124 w 118617"/>
                  <a:gd name="connsiteY27" fmla="*/ 31416 h 118609"/>
                  <a:gd name="connsiteX28" fmla="*/ 110956 w 118617"/>
                  <a:gd name="connsiteY28" fmla="*/ 45454 h 118609"/>
                  <a:gd name="connsiteX29" fmla="*/ 118129 w 118617"/>
                  <a:gd name="connsiteY29" fmla="*/ 57543 h 118609"/>
                  <a:gd name="connsiteX30" fmla="*/ 118129 w 118617"/>
                  <a:gd name="connsiteY30" fmla="*/ 61074 h 118609"/>
                  <a:gd name="connsiteX31" fmla="*/ 110956 w 118617"/>
                  <a:gd name="connsiteY31" fmla="*/ 73163 h 118609"/>
                  <a:gd name="connsiteX32" fmla="*/ 111124 w 118617"/>
                  <a:gd name="connsiteY32" fmla="*/ 87201 h 118609"/>
                  <a:gd name="connsiteX33" fmla="*/ 109374 w 118617"/>
                  <a:gd name="connsiteY33" fmla="*/ 90251 h 118609"/>
                  <a:gd name="connsiteX34" fmla="*/ 97115 w 118617"/>
                  <a:gd name="connsiteY34" fmla="*/ 97115 h 118609"/>
                  <a:gd name="connsiteX35" fmla="*/ 90251 w 118617"/>
                  <a:gd name="connsiteY35" fmla="*/ 109374 h 118609"/>
                  <a:gd name="connsiteX36" fmla="*/ 87201 w 118617"/>
                  <a:gd name="connsiteY36" fmla="*/ 111125 h 118609"/>
                  <a:gd name="connsiteX37" fmla="*/ 73163 w 118617"/>
                  <a:gd name="connsiteY37" fmla="*/ 110955 h 118609"/>
                  <a:gd name="connsiteX38" fmla="*/ 61074 w 118617"/>
                  <a:gd name="connsiteY38" fmla="*/ 118130 h 118609"/>
                  <a:gd name="connsiteX39" fmla="*/ 59323 w 118617"/>
                  <a:gd name="connsiteY39" fmla="*/ 118610 h 118609"/>
                  <a:gd name="connsiteX40" fmla="*/ 46358 w 118617"/>
                  <a:gd name="connsiteY40" fmla="*/ 104063 h 118609"/>
                  <a:gd name="connsiteX41" fmla="*/ 48109 w 118617"/>
                  <a:gd name="connsiteY41" fmla="*/ 104544 h 118609"/>
                  <a:gd name="connsiteX42" fmla="*/ 59266 w 118617"/>
                  <a:gd name="connsiteY42" fmla="*/ 111153 h 118609"/>
                  <a:gd name="connsiteX43" fmla="*/ 70423 w 118617"/>
                  <a:gd name="connsiteY43" fmla="*/ 104544 h 118609"/>
                  <a:gd name="connsiteX44" fmla="*/ 72230 w 118617"/>
                  <a:gd name="connsiteY44" fmla="*/ 104063 h 118609"/>
                  <a:gd name="connsiteX45" fmla="*/ 85195 w 118617"/>
                  <a:gd name="connsiteY45" fmla="*/ 104205 h 118609"/>
                  <a:gd name="connsiteX46" fmla="*/ 91551 w 118617"/>
                  <a:gd name="connsiteY46" fmla="*/ 92906 h 118609"/>
                  <a:gd name="connsiteX47" fmla="*/ 92878 w 118617"/>
                  <a:gd name="connsiteY47" fmla="*/ 91579 h 118609"/>
                  <a:gd name="connsiteX48" fmla="*/ 104176 w 118617"/>
                  <a:gd name="connsiteY48" fmla="*/ 85224 h 118609"/>
                  <a:gd name="connsiteX49" fmla="*/ 104035 w 118617"/>
                  <a:gd name="connsiteY49" fmla="*/ 72259 h 118609"/>
                  <a:gd name="connsiteX50" fmla="*/ 104515 w 118617"/>
                  <a:gd name="connsiteY50" fmla="*/ 70451 h 118609"/>
                  <a:gd name="connsiteX51" fmla="*/ 111124 w 118617"/>
                  <a:gd name="connsiteY51" fmla="*/ 59294 h 118609"/>
                  <a:gd name="connsiteX52" fmla="*/ 104515 w 118617"/>
                  <a:gd name="connsiteY52" fmla="*/ 48137 h 118609"/>
                  <a:gd name="connsiteX53" fmla="*/ 104035 w 118617"/>
                  <a:gd name="connsiteY53" fmla="*/ 46330 h 118609"/>
                  <a:gd name="connsiteX54" fmla="*/ 104176 w 118617"/>
                  <a:gd name="connsiteY54" fmla="*/ 33365 h 118609"/>
                  <a:gd name="connsiteX55" fmla="*/ 92878 w 118617"/>
                  <a:gd name="connsiteY55" fmla="*/ 27010 h 118609"/>
                  <a:gd name="connsiteX56" fmla="*/ 91551 w 118617"/>
                  <a:gd name="connsiteY56" fmla="*/ 25682 h 118609"/>
                  <a:gd name="connsiteX57" fmla="*/ 85195 w 118617"/>
                  <a:gd name="connsiteY57" fmla="*/ 14384 h 118609"/>
                  <a:gd name="connsiteX58" fmla="*/ 72230 w 118617"/>
                  <a:gd name="connsiteY58" fmla="*/ 14554 h 118609"/>
                  <a:gd name="connsiteX59" fmla="*/ 72175 w 118617"/>
                  <a:gd name="connsiteY59" fmla="*/ 14554 h 118609"/>
                  <a:gd name="connsiteX60" fmla="*/ 70423 w 118617"/>
                  <a:gd name="connsiteY60" fmla="*/ 14073 h 118609"/>
                  <a:gd name="connsiteX61" fmla="*/ 59266 w 118617"/>
                  <a:gd name="connsiteY61" fmla="*/ 7464 h 118609"/>
                  <a:gd name="connsiteX62" fmla="*/ 48109 w 118617"/>
                  <a:gd name="connsiteY62" fmla="*/ 14073 h 118609"/>
                  <a:gd name="connsiteX63" fmla="*/ 46358 w 118617"/>
                  <a:gd name="connsiteY63" fmla="*/ 14554 h 118609"/>
                  <a:gd name="connsiteX64" fmla="*/ 46301 w 118617"/>
                  <a:gd name="connsiteY64" fmla="*/ 14554 h 118609"/>
                  <a:gd name="connsiteX65" fmla="*/ 33337 w 118617"/>
                  <a:gd name="connsiteY65" fmla="*/ 14384 h 118609"/>
                  <a:gd name="connsiteX66" fmla="*/ 26982 w 118617"/>
                  <a:gd name="connsiteY66" fmla="*/ 25682 h 118609"/>
                  <a:gd name="connsiteX67" fmla="*/ 25654 w 118617"/>
                  <a:gd name="connsiteY67" fmla="*/ 27010 h 118609"/>
                  <a:gd name="connsiteX68" fmla="*/ 14355 w 118617"/>
                  <a:gd name="connsiteY68" fmla="*/ 33365 h 118609"/>
                  <a:gd name="connsiteX69" fmla="*/ 14525 w 118617"/>
                  <a:gd name="connsiteY69" fmla="*/ 46330 h 118609"/>
                  <a:gd name="connsiteX70" fmla="*/ 14045 w 118617"/>
                  <a:gd name="connsiteY70" fmla="*/ 48137 h 118609"/>
                  <a:gd name="connsiteX71" fmla="*/ 7435 w 118617"/>
                  <a:gd name="connsiteY71" fmla="*/ 59294 h 118609"/>
                  <a:gd name="connsiteX72" fmla="*/ 14045 w 118617"/>
                  <a:gd name="connsiteY72" fmla="*/ 70451 h 118609"/>
                  <a:gd name="connsiteX73" fmla="*/ 14525 w 118617"/>
                  <a:gd name="connsiteY73" fmla="*/ 72259 h 118609"/>
                  <a:gd name="connsiteX74" fmla="*/ 14355 w 118617"/>
                  <a:gd name="connsiteY74" fmla="*/ 85224 h 118609"/>
                  <a:gd name="connsiteX75" fmla="*/ 25654 w 118617"/>
                  <a:gd name="connsiteY75" fmla="*/ 91579 h 118609"/>
                  <a:gd name="connsiteX76" fmla="*/ 26982 w 118617"/>
                  <a:gd name="connsiteY76" fmla="*/ 92906 h 118609"/>
                  <a:gd name="connsiteX77" fmla="*/ 33337 w 118617"/>
                  <a:gd name="connsiteY77" fmla="*/ 104205 h 118609"/>
                  <a:gd name="connsiteX78" fmla="*/ 46301 w 118617"/>
                  <a:gd name="connsiteY78" fmla="*/ 104063 h 118609"/>
                  <a:gd name="connsiteX79" fmla="*/ 46330 w 118617"/>
                  <a:gd name="connsiteY79" fmla="*/ 104063 h 118609"/>
                  <a:gd name="connsiteX80" fmla="*/ 23988 w 118617"/>
                  <a:gd name="connsiteY80" fmla="*/ 24072 h 118609"/>
                  <a:gd name="connsiteX81" fmla="*/ 23988 w 118617"/>
                  <a:gd name="connsiteY81" fmla="*/ 24072 h 118609"/>
                  <a:gd name="connsiteX82" fmla="*/ 23988 w 118617"/>
                  <a:gd name="connsiteY82" fmla="*/ 24072 h 118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18617" h="118609">
                    <a:moveTo>
                      <a:pt x="59266" y="118610"/>
                    </a:moveTo>
                    <a:cubicBezTo>
                      <a:pt x="58645" y="118610"/>
                      <a:pt x="58052" y="118440"/>
                      <a:pt x="57515" y="118130"/>
                    </a:cubicBezTo>
                    <a:lnTo>
                      <a:pt x="45425" y="110955"/>
                    </a:lnTo>
                    <a:lnTo>
                      <a:pt x="31388" y="111125"/>
                    </a:lnTo>
                    <a:lnTo>
                      <a:pt x="31359" y="111125"/>
                    </a:lnTo>
                    <a:cubicBezTo>
                      <a:pt x="30117" y="111125"/>
                      <a:pt x="28959" y="110447"/>
                      <a:pt x="28366" y="109374"/>
                    </a:cubicBezTo>
                    <a:lnTo>
                      <a:pt x="21502" y="97115"/>
                    </a:lnTo>
                    <a:lnTo>
                      <a:pt x="9244" y="90251"/>
                    </a:lnTo>
                    <a:cubicBezTo>
                      <a:pt x="8142" y="89630"/>
                      <a:pt x="7464" y="88472"/>
                      <a:pt x="7492" y="87201"/>
                    </a:cubicBezTo>
                    <a:lnTo>
                      <a:pt x="7662" y="73163"/>
                    </a:lnTo>
                    <a:lnTo>
                      <a:pt x="487" y="61074"/>
                    </a:lnTo>
                    <a:cubicBezTo>
                      <a:pt x="-162" y="60000"/>
                      <a:pt x="-162" y="58645"/>
                      <a:pt x="487" y="57543"/>
                    </a:cubicBezTo>
                    <a:lnTo>
                      <a:pt x="7662" y="45454"/>
                    </a:lnTo>
                    <a:lnTo>
                      <a:pt x="7492" y="31416"/>
                    </a:lnTo>
                    <a:cubicBezTo>
                      <a:pt x="7492" y="30145"/>
                      <a:pt x="8142" y="28987"/>
                      <a:pt x="9244" y="28366"/>
                    </a:cubicBezTo>
                    <a:lnTo>
                      <a:pt x="21502" y="21502"/>
                    </a:lnTo>
                    <a:lnTo>
                      <a:pt x="28366" y="9243"/>
                    </a:lnTo>
                    <a:cubicBezTo>
                      <a:pt x="28987" y="8170"/>
                      <a:pt x="30117" y="7492"/>
                      <a:pt x="31359" y="7492"/>
                    </a:cubicBezTo>
                    <a:lnTo>
                      <a:pt x="31416" y="7492"/>
                    </a:lnTo>
                    <a:lnTo>
                      <a:pt x="45454" y="7662"/>
                    </a:lnTo>
                    <a:lnTo>
                      <a:pt x="57543" y="487"/>
                    </a:lnTo>
                    <a:cubicBezTo>
                      <a:pt x="58617" y="-162"/>
                      <a:pt x="59972" y="-162"/>
                      <a:pt x="61074" y="487"/>
                    </a:cubicBezTo>
                    <a:lnTo>
                      <a:pt x="73163" y="7662"/>
                    </a:lnTo>
                    <a:lnTo>
                      <a:pt x="87201" y="7492"/>
                    </a:lnTo>
                    <a:cubicBezTo>
                      <a:pt x="88556" y="7492"/>
                      <a:pt x="89630" y="8142"/>
                      <a:pt x="90251" y="9243"/>
                    </a:cubicBezTo>
                    <a:lnTo>
                      <a:pt x="97115" y="21502"/>
                    </a:lnTo>
                    <a:lnTo>
                      <a:pt x="109374" y="28366"/>
                    </a:lnTo>
                    <a:cubicBezTo>
                      <a:pt x="110475" y="28987"/>
                      <a:pt x="111153" y="30145"/>
                      <a:pt x="111124" y="31416"/>
                    </a:cubicBezTo>
                    <a:lnTo>
                      <a:pt x="110956" y="45454"/>
                    </a:lnTo>
                    <a:lnTo>
                      <a:pt x="118129" y="57543"/>
                    </a:lnTo>
                    <a:cubicBezTo>
                      <a:pt x="118780" y="58616"/>
                      <a:pt x="118780" y="59972"/>
                      <a:pt x="118129" y="61074"/>
                    </a:cubicBezTo>
                    <a:lnTo>
                      <a:pt x="110956" y="73163"/>
                    </a:lnTo>
                    <a:lnTo>
                      <a:pt x="111124" y="87201"/>
                    </a:lnTo>
                    <a:cubicBezTo>
                      <a:pt x="111124" y="88472"/>
                      <a:pt x="110475" y="89630"/>
                      <a:pt x="109374" y="90251"/>
                    </a:cubicBezTo>
                    <a:lnTo>
                      <a:pt x="97115" y="97115"/>
                    </a:lnTo>
                    <a:lnTo>
                      <a:pt x="90251" y="109374"/>
                    </a:lnTo>
                    <a:cubicBezTo>
                      <a:pt x="89630" y="110475"/>
                      <a:pt x="88556" y="111210"/>
                      <a:pt x="87201" y="111125"/>
                    </a:cubicBezTo>
                    <a:lnTo>
                      <a:pt x="73163" y="110955"/>
                    </a:lnTo>
                    <a:lnTo>
                      <a:pt x="61074" y="118130"/>
                    </a:lnTo>
                    <a:cubicBezTo>
                      <a:pt x="60537" y="118440"/>
                      <a:pt x="59916" y="118610"/>
                      <a:pt x="59323" y="118610"/>
                    </a:cubicBezTo>
                    <a:close/>
                    <a:moveTo>
                      <a:pt x="46358" y="104063"/>
                    </a:moveTo>
                    <a:cubicBezTo>
                      <a:pt x="46979" y="104063"/>
                      <a:pt x="47572" y="104233"/>
                      <a:pt x="48109" y="104544"/>
                    </a:cubicBezTo>
                    <a:lnTo>
                      <a:pt x="59266" y="111153"/>
                    </a:lnTo>
                    <a:lnTo>
                      <a:pt x="70423" y="104544"/>
                    </a:lnTo>
                    <a:cubicBezTo>
                      <a:pt x="70960" y="104233"/>
                      <a:pt x="71553" y="104063"/>
                      <a:pt x="72230" y="104063"/>
                    </a:cubicBezTo>
                    <a:lnTo>
                      <a:pt x="85195" y="104205"/>
                    </a:lnTo>
                    <a:lnTo>
                      <a:pt x="91551" y="92906"/>
                    </a:lnTo>
                    <a:cubicBezTo>
                      <a:pt x="91862" y="92341"/>
                      <a:pt x="92313" y="91890"/>
                      <a:pt x="92878" y="91579"/>
                    </a:cubicBezTo>
                    <a:lnTo>
                      <a:pt x="104176" y="85224"/>
                    </a:lnTo>
                    <a:lnTo>
                      <a:pt x="104035" y="72259"/>
                    </a:lnTo>
                    <a:cubicBezTo>
                      <a:pt x="104035" y="71638"/>
                      <a:pt x="104204" y="71016"/>
                      <a:pt x="104515" y="70451"/>
                    </a:cubicBezTo>
                    <a:lnTo>
                      <a:pt x="111124" y="59294"/>
                    </a:lnTo>
                    <a:lnTo>
                      <a:pt x="104515" y="48137"/>
                    </a:lnTo>
                    <a:cubicBezTo>
                      <a:pt x="104204" y="47601"/>
                      <a:pt x="104035" y="46979"/>
                      <a:pt x="104035" y="46330"/>
                    </a:cubicBezTo>
                    <a:lnTo>
                      <a:pt x="104176" y="33365"/>
                    </a:lnTo>
                    <a:lnTo>
                      <a:pt x="92878" y="27010"/>
                    </a:lnTo>
                    <a:cubicBezTo>
                      <a:pt x="92313" y="26699"/>
                      <a:pt x="91862" y="26247"/>
                      <a:pt x="91551" y="25682"/>
                    </a:cubicBezTo>
                    <a:lnTo>
                      <a:pt x="85195" y="14384"/>
                    </a:lnTo>
                    <a:lnTo>
                      <a:pt x="72230" y="14554"/>
                    </a:lnTo>
                    <a:lnTo>
                      <a:pt x="72175" y="14554"/>
                    </a:lnTo>
                    <a:cubicBezTo>
                      <a:pt x="71553" y="14554"/>
                      <a:pt x="70960" y="14384"/>
                      <a:pt x="70423" y="14073"/>
                    </a:cubicBezTo>
                    <a:lnTo>
                      <a:pt x="59266" y="7464"/>
                    </a:lnTo>
                    <a:lnTo>
                      <a:pt x="48109" y="14073"/>
                    </a:lnTo>
                    <a:cubicBezTo>
                      <a:pt x="47572" y="14384"/>
                      <a:pt x="46979" y="14554"/>
                      <a:pt x="46358" y="14554"/>
                    </a:cubicBezTo>
                    <a:lnTo>
                      <a:pt x="46301" y="14554"/>
                    </a:lnTo>
                    <a:lnTo>
                      <a:pt x="33337" y="14384"/>
                    </a:lnTo>
                    <a:lnTo>
                      <a:pt x="26982" y="25682"/>
                    </a:lnTo>
                    <a:cubicBezTo>
                      <a:pt x="26671" y="26247"/>
                      <a:pt x="26219" y="26699"/>
                      <a:pt x="25654" y="27010"/>
                    </a:cubicBezTo>
                    <a:lnTo>
                      <a:pt x="14355" y="33365"/>
                    </a:lnTo>
                    <a:lnTo>
                      <a:pt x="14525" y="46330"/>
                    </a:lnTo>
                    <a:cubicBezTo>
                      <a:pt x="14525" y="46951"/>
                      <a:pt x="14355" y="47572"/>
                      <a:pt x="14045" y="48137"/>
                    </a:cubicBezTo>
                    <a:lnTo>
                      <a:pt x="7435" y="59294"/>
                    </a:lnTo>
                    <a:lnTo>
                      <a:pt x="14045" y="70451"/>
                    </a:lnTo>
                    <a:cubicBezTo>
                      <a:pt x="14355" y="70988"/>
                      <a:pt x="14525" y="71609"/>
                      <a:pt x="14525" y="72259"/>
                    </a:cubicBezTo>
                    <a:lnTo>
                      <a:pt x="14355" y="85224"/>
                    </a:lnTo>
                    <a:lnTo>
                      <a:pt x="25654" y="91579"/>
                    </a:lnTo>
                    <a:cubicBezTo>
                      <a:pt x="26219" y="91890"/>
                      <a:pt x="26671" y="92341"/>
                      <a:pt x="26982" y="92906"/>
                    </a:cubicBezTo>
                    <a:lnTo>
                      <a:pt x="33337" y="104205"/>
                    </a:lnTo>
                    <a:lnTo>
                      <a:pt x="46301" y="104063"/>
                    </a:lnTo>
                    <a:lnTo>
                      <a:pt x="46330" y="104063"/>
                    </a:lnTo>
                    <a:close/>
                    <a:moveTo>
                      <a:pt x="23988" y="24072"/>
                    </a:moveTo>
                    <a:lnTo>
                      <a:pt x="23988" y="24072"/>
                    </a:lnTo>
                    <a:lnTo>
                      <a:pt x="23988" y="24072"/>
                    </a:lnTo>
                    <a:close/>
                  </a:path>
                </a:pathLst>
              </a:custGeom>
              <a:solidFill>
                <a:srgbClr val="17A3A3"/>
              </a:solidFill>
              <a:ln w="2824" cap="flat">
                <a:noFill/>
                <a:prstDash val="solid"/>
                <a:miter/>
              </a:ln>
            </p:spPr>
            <p:txBody>
              <a:bodyPr rtlCol="1" anchor="ctr"/>
              <a:lstStyle/>
              <a:p>
                <a:endParaRPr lang="ar-SA"/>
              </a:p>
            </p:txBody>
          </p:sp>
        </p:grpSp>
      </p:grpSp>
      <p:grpSp>
        <p:nvGrpSpPr>
          <p:cNvPr id="7848" name="رسم 8014">
            <a:extLst>
              <a:ext uri="{FF2B5EF4-FFF2-40B4-BE49-F238E27FC236}">
                <a16:creationId xmlns:a16="http://schemas.microsoft.com/office/drawing/2014/main" id="{B2341497-150C-9470-67BA-599D78D251D2}"/>
              </a:ext>
            </a:extLst>
          </p:cNvPr>
          <p:cNvGrpSpPr/>
          <p:nvPr/>
        </p:nvGrpSpPr>
        <p:grpSpPr>
          <a:xfrm>
            <a:off x="5938053" y="1846201"/>
            <a:ext cx="226663" cy="215170"/>
            <a:chOff x="6179182" y="526947"/>
            <a:chExt cx="270930" cy="272992"/>
          </a:xfrm>
        </p:grpSpPr>
        <p:sp>
          <p:nvSpPr>
            <p:cNvPr id="7849" name="شكل حر: شكل 8747">
              <a:extLst>
                <a:ext uri="{FF2B5EF4-FFF2-40B4-BE49-F238E27FC236}">
                  <a16:creationId xmlns:a16="http://schemas.microsoft.com/office/drawing/2014/main" id="{CFA535F5-C68E-C71F-7B71-034727CE2692}"/>
                </a:ext>
              </a:extLst>
            </p:cNvPr>
            <p:cNvSpPr/>
            <p:nvPr/>
          </p:nvSpPr>
          <p:spPr>
            <a:xfrm>
              <a:off x="6179182" y="562903"/>
              <a:ext cx="270930" cy="130042"/>
            </a:xfrm>
            <a:custGeom>
              <a:avLst/>
              <a:gdLst>
                <a:gd name="connsiteX0" fmla="*/ 135437 w 270930"/>
                <a:gd name="connsiteY0" fmla="*/ 130042 h 130042"/>
                <a:gd name="connsiteX1" fmla="*/ 73241 w 270930"/>
                <a:gd name="connsiteY1" fmla="*/ 115919 h 130042"/>
                <a:gd name="connsiteX2" fmla="*/ 55813 w 270930"/>
                <a:gd name="connsiteY2" fmla="*/ 105836 h 130042"/>
                <a:gd name="connsiteX3" fmla="*/ 0 w 270930"/>
                <a:gd name="connsiteY3" fmla="*/ 3446 h 130042"/>
                <a:gd name="connsiteX4" fmla="*/ 3446 w 270930"/>
                <a:gd name="connsiteY4" fmla="*/ 0 h 130042"/>
                <a:gd name="connsiteX5" fmla="*/ 25026 w 270930"/>
                <a:gd name="connsiteY5" fmla="*/ 0 h 130042"/>
                <a:gd name="connsiteX6" fmla="*/ 28472 w 270930"/>
                <a:gd name="connsiteY6" fmla="*/ 3446 h 130042"/>
                <a:gd name="connsiteX7" fmla="*/ 25026 w 270930"/>
                <a:gd name="connsiteY7" fmla="*/ 6892 h 130042"/>
                <a:gd name="connsiteX8" fmla="*/ 6949 w 270930"/>
                <a:gd name="connsiteY8" fmla="*/ 6892 h 130042"/>
                <a:gd name="connsiteX9" fmla="*/ 59711 w 270930"/>
                <a:gd name="connsiteY9" fmla="*/ 100158 h 130042"/>
                <a:gd name="connsiteX10" fmla="*/ 76263 w 270930"/>
                <a:gd name="connsiteY10" fmla="*/ 109734 h 130042"/>
                <a:gd name="connsiteX11" fmla="*/ 135466 w 270930"/>
                <a:gd name="connsiteY11" fmla="*/ 123150 h 130042"/>
                <a:gd name="connsiteX12" fmla="*/ 194668 w 270930"/>
                <a:gd name="connsiteY12" fmla="*/ 109734 h 130042"/>
                <a:gd name="connsiteX13" fmla="*/ 211163 w 270930"/>
                <a:gd name="connsiteY13" fmla="*/ 100187 h 130042"/>
                <a:gd name="connsiteX14" fmla="*/ 263982 w 270930"/>
                <a:gd name="connsiteY14" fmla="*/ 6892 h 130042"/>
                <a:gd name="connsiteX15" fmla="*/ 245905 w 270930"/>
                <a:gd name="connsiteY15" fmla="*/ 6892 h 130042"/>
                <a:gd name="connsiteX16" fmla="*/ 242459 w 270930"/>
                <a:gd name="connsiteY16" fmla="*/ 3446 h 130042"/>
                <a:gd name="connsiteX17" fmla="*/ 245905 w 270930"/>
                <a:gd name="connsiteY17" fmla="*/ 0 h 130042"/>
                <a:gd name="connsiteX18" fmla="*/ 267485 w 270930"/>
                <a:gd name="connsiteY18" fmla="*/ 0 h 130042"/>
                <a:gd name="connsiteX19" fmla="*/ 270931 w 270930"/>
                <a:gd name="connsiteY19" fmla="*/ 3446 h 130042"/>
                <a:gd name="connsiteX20" fmla="*/ 215033 w 270930"/>
                <a:gd name="connsiteY20" fmla="*/ 105864 h 130042"/>
                <a:gd name="connsiteX21" fmla="*/ 197662 w 270930"/>
                <a:gd name="connsiteY21" fmla="*/ 115919 h 130042"/>
                <a:gd name="connsiteX22" fmla="*/ 135466 w 270930"/>
                <a:gd name="connsiteY22" fmla="*/ 130042 h 130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70930" h="130042">
                  <a:moveTo>
                    <a:pt x="135437" y="130042"/>
                  </a:moveTo>
                  <a:cubicBezTo>
                    <a:pt x="113801" y="130042"/>
                    <a:pt x="92306" y="125156"/>
                    <a:pt x="73241" y="115919"/>
                  </a:cubicBezTo>
                  <a:cubicBezTo>
                    <a:pt x="67111" y="112954"/>
                    <a:pt x="61265" y="109564"/>
                    <a:pt x="55813" y="105836"/>
                  </a:cubicBezTo>
                  <a:cubicBezTo>
                    <a:pt x="20873" y="82110"/>
                    <a:pt x="0" y="43837"/>
                    <a:pt x="0" y="3446"/>
                  </a:cubicBezTo>
                  <a:cubicBezTo>
                    <a:pt x="0" y="1554"/>
                    <a:pt x="1554" y="0"/>
                    <a:pt x="3446" y="0"/>
                  </a:cubicBezTo>
                  <a:lnTo>
                    <a:pt x="25026" y="0"/>
                  </a:lnTo>
                  <a:cubicBezTo>
                    <a:pt x="26918" y="0"/>
                    <a:pt x="28472" y="1554"/>
                    <a:pt x="28472" y="3446"/>
                  </a:cubicBezTo>
                  <a:cubicBezTo>
                    <a:pt x="28472" y="5338"/>
                    <a:pt x="26918" y="6892"/>
                    <a:pt x="25026" y="6892"/>
                  </a:cubicBezTo>
                  <a:lnTo>
                    <a:pt x="6949" y="6892"/>
                  </a:lnTo>
                  <a:cubicBezTo>
                    <a:pt x="8106" y="43724"/>
                    <a:pt x="27624" y="78381"/>
                    <a:pt x="59711" y="100158"/>
                  </a:cubicBezTo>
                  <a:cubicBezTo>
                    <a:pt x="64880" y="103689"/>
                    <a:pt x="70444" y="106909"/>
                    <a:pt x="76263" y="109734"/>
                  </a:cubicBezTo>
                  <a:cubicBezTo>
                    <a:pt x="94396" y="118518"/>
                    <a:pt x="114846" y="123150"/>
                    <a:pt x="135466" y="123150"/>
                  </a:cubicBezTo>
                  <a:cubicBezTo>
                    <a:pt x="156084" y="123150"/>
                    <a:pt x="176534" y="118518"/>
                    <a:pt x="194668" y="109734"/>
                  </a:cubicBezTo>
                  <a:cubicBezTo>
                    <a:pt x="200515" y="106909"/>
                    <a:pt x="206079" y="103689"/>
                    <a:pt x="211163" y="100187"/>
                  </a:cubicBezTo>
                  <a:cubicBezTo>
                    <a:pt x="243278" y="78409"/>
                    <a:pt x="262853" y="43724"/>
                    <a:pt x="263982" y="6892"/>
                  </a:cubicBezTo>
                  <a:lnTo>
                    <a:pt x="245905" y="6892"/>
                  </a:lnTo>
                  <a:cubicBezTo>
                    <a:pt x="244013" y="6892"/>
                    <a:pt x="242459" y="5338"/>
                    <a:pt x="242459" y="3446"/>
                  </a:cubicBezTo>
                  <a:cubicBezTo>
                    <a:pt x="242459" y="1554"/>
                    <a:pt x="244013" y="0"/>
                    <a:pt x="245905" y="0"/>
                  </a:cubicBezTo>
                  <a:lnTo>
                    <a:pt x="267485" y="0"/>
                  </a:lnTo>
                  <a:cubicBezTo>
                    <a:pt x="269377" y="0"/>
                    <a:pt x="270931" y="1554"/>
                    <a:pt x="270931" y="3446"/>
                  </a:cubicBezTo>
                  <a:cubicBezTo>
                    <a:pt x="270931" y="43837"/>
                    <a:pt x="250029" y="82138"/>
                    <a:pt x="215033" y="105864"/>
                  </a:cubicBezTo>
                  <a:cubicBezTo>
                    <a:pt x="209666" y="109536"/>
                    <a:pt x="203819" y="112925"/>
                    <a:pt x="197662" y="115919"/>
                  </a:cubicBezTo>
                  <a:cubicBezTo>
                    <a:pt x="178596" y="125156"/>
                    <a:pt x="157101" y="130042"/>
                    <a:pt x="135466" y="130042"/>
                  </a:cubicBezTo>
                  <a:close/>
                </a:path>
              </a:pathLst>
            </a:custGeom>
            <a:solidFill>
              <a:srgbClr val="17A3A3"/>
            </a:solidFill>
            <a:ln w="2824" cap="flat">
              <a:noFill/>
              <a:prstDash val="solid"/>
              <a:miter/>
            </a:ln>
          </p:spPr>
          <p:txBody>
            <a:bodyPr rtlCol="1" anchor="ctr"/>
            <a:lstStyle/>
            <a:p>
              <a:endParaRPr lang="ar-SA"/>
            </a:p>
          </p:txBody>
        </p:sp>
        <p:sp>
          <p:nvSpPr>
            <p:cNvPr id="7850" name="شكل حر: شكل 8748">
              <a:extLst>
                <a:ext uri="{FF2B5EF4-FFF2-40B4-BE49-F238E27FC236}">
                  <a16:creationId xmlns:a16="http://schemas.microsoft.com/office/drawing/2014/main" id="{467B7DF4-218B-5941-630F-25F2FFC4AF20}"/>
                </a:ext>
              </a:extLst>
            </p:cNvPr>
            <p:cNvSpPr/>
            <p:nvPr/>
          </p:nvSpPr>
          <p:spPr>
            <a:xfrm>
              <a:off x="6224573" y="526947"/>
              <a:ext cx="180093" cy="165970"/>
            </a:xfrm>
            <a:custGeom>
              <a:avLst/>
              <a:gdLst>
                <a:gd name="connsiteX0" fmla="*/ 90047 w 180093"/>
                <a:gd name="connsiteY0" fmla="*/ 165970 h 165970"/>
                <a:gd name="connsiteX1" fmla="*/ 0 w 180093"/>
                <a:gd name="connsiteY1" fmla="*/ 3446 h 165970"/>
                <a:gd name="connsiteX2" fmla="*/ 3446 w 180093"/>
                <a:gd name="connsiteY2" fmla="*/ 0 h 165970"/>
                <a:gd name="connsiteX3" fmla="*/ 176647 w 180093"/>
                <a:gd name="connsiteY3" fmla="*/ 0 h 165970"/>
                <a:gd name="connsiteX4" fmla="*/ 180093 w 180093"/>
                <a:gd name="connsiteY4" fmla="*/ 3446 h 165970"/>
                <a:gd name="connsiteX5" fmla="*/ 90047 w 180093"/>
                <a:gd name="connsiteY5" fmla="*/ 165970 h 165970"/>
                <a:gd name="connsiteX6" fmla="*/ 6920 w 180093"/>
                <a:gd name="connsiteY6" fmla="*/ 6892 h 165970"/>
                <a:gd name="connsiteX7" fmla="*/ 90047 w 180093"/>
                <a:gd name="connsiteY7" fmla="*/ 159079 h 165970"/>
                <a:gd name="connsiteX8" fmla="*/ 173173 w 180093"/>
                <a:gd name="connsiteY8" fmla="*/ 6892 h 165970"/>
                <a:gd name="connsiteX9" fmla="*/ 6920 w 180093"/>
                <a:gd name="connsiteY9" fmla="*/ 6892 h 165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93" h="165970">
                  <a:moveTo>
                    <a:pt x="90047" y="165970"/>
                  </a:moveTo>
                  <a:cubicBezTo>
                    <a:pt x="40391" y="165970"/>
                    <a:pt x="0" y="93069"/>
                    <a:pt x="0" y="3446"/>
                  </a:cubicBezTo>
                  <a:cubicBezTo>
                    <a:pt x="0" y="1554"/>
                    <a:pt x="1553" y="0"/>
                    <a:pt x="3446" y="0"/>
                  </a:cubicBezTo>
                  <a:lnTo>
                    <a:pt x="176647" y="0"/>
                  </a:lnTo>
                  <a:cubicBezTo>
                    <a:pt x="178540" y="0"/>
                    <a:pt x="180093" y="1554"/>
                    <a:pt x="180093" y="3446"/>
                  </a:cubicBezTo>
                  <a:cubicBezTo>
                    <a:pt x="180093" y="93069"/>
                    <a:pt x="139702" y="165970"/>
                    <a:pt x="90047" y="165970"/>
                  </a:cubicBezTo>
                  <a:close/>
                  <a:moveTo>
                    <a:pt x="6920" y="6892"/>
                  </a:moveTo>
                  <a:cubicBezTo>
                    <a:pt x="7909" y="91120"/>
                    <a:pt x="44826" y="159079"/>
                    <a:pt x="90047" y="159079"/>
                  </a:cubicBezTo>
                  <a:cubicBezTo>
                    <a:pt x="135268" y="159079"/>
                    <a:pt x="172184" y="91120"/>
                    <a:pt x="173173" y="6892"/>
                  </a:cubicBezTo>
                  <a:lnTo>
                    <a:pt x="6920" y="6892"/>
                  </a:lnTo>
                  <a:close/>
                </a:path>
              </a:pathLst>
            </a:custGeom>
            <a:solidFill>
              <a:srgbClr val="01355A"/>
            </a:solidFill>
            <a:ln w="2824" cap="flat">
              <a:noFill/>
              <a:prstDash val="solid"/>
              <a:miter/>
            </a:ln>
          </p:spPr>
          <p:txBody>
            <a:bodyPr rtlCol="1" anchor="ctr"/>
            <a:lstStyle/>
            <a:p>
              <a:endParaRPr lang="ar-SA"/>
            </a:p>
          </p:txBody>
        </p:sp>
        <p:sp>
          <p:nvSpPr>
            <p:cNvPr id="7851" name="شكل حر: شكل 8749">
              <a:extLst>
                <a:ext uri="{FF2B5EF4-FFF2-40B4-BE49-F238E27FC236}">
                  <a16:creationId xmlns:a16="http://schemas.microsoft.com/office/drawing/2014/main" id="{06B825E8-1AFB-5C3A-B6A9-6F53FD8D97E7}"/>
                </a:ext>
              </a:extLst>
            </p:cNvPr>
            <p:cNvSpPr/>
            <p:nvPr/>
          </p:nvSpPr>
          <p:spPr>
            <a:xfrm>
              <a:off x="6295074" y="686025"/>
              <a:ext cx="39035" cy="81601"/>
            </a:xfrm>
            <a:custGeom>
              <a:avLst/>
              <a:gdLst>
                <a:gd name="connsiteX0" fmla="*/ 35617 w 39035"/>
                <a:gd name="connsiteY0" fmla="*/ 81601 h 81601"/>
                <a:gd name="connsiteX1" fmla="*/ 32172 w 39035"/>
                <a:gd name="connsiteY1" fmla="*/ 78155 h 81601"/>
                <a:gd name="connsiteX2" fmla="*/ 32172 w 39035"/>
                <a:gd name="connsiteY2" fmla="*/ 6892 h 81601"/>
                <a:gd name="connsiteX3" fmla="*/ 6892 w 39035"/>
                <a:gd name="connsiteY3" fmla="*/ 6892 h 81601"/>
                <a:gd name="connsiteX4" fmla="*/ 6892 w 39035"/>
                <a:gd name="connsiteY4" fmla="*/ 78155 h 81601"/>
                <a:gd name="connsiteX5" fmla="*/ 3446 w 39035"/>
                <a:gd name="connsiteY5" fmla="*/ 81601 h 81601"/>
                <a:gd name="connsiteX6" fmla="*/ 0 w 39035"/>
                <a:gd name="connsiteY6" fmla="*/ 78155 h 81601"/>
                <a:gd name="connsiteX7" fmla="*/ 0 w 39035"/>
                <a:gd name="connsiteY7" fmla="*/ 3446 h 81601"/>
                <a:gd name="connsiteX8" fmla="*/ 3446 w 39035"/>
                <a:gd name="connsiteY8" fmla="*/ 0 h 81601"/>
                <a:gd name="connsiteX9" fmla="*/ 35589 w 39035"/>
                <a:gd name="connsiteY9" fmla="*/ 0 h 81601"/>
                <a:gd name="connsiteX10" fmla="*/ 39035 w 39035"/>
                <a:gd name="connsiteY10" fmla="*/ 3446 h 81601"/>
                <a:gd name="connsiteX11" fmla="*/ 39035 w 39035"/>
                <a:gd name="connsiteY11" fmla="*/ 78155 h 81601"/>
                <a:gd name="connsiteX12" fmla="*/ 35589 w 39035"/>
                <a:gd name="connsiteY12" fmla="*/ 81601 h 81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035" h="81601">
                  <a:moveTo>
                    <a:pt x="35617" y="81601"/>
                  </a:moveTo>
                  <a:cubicBezTo>
                    <a:pt x="33725" y="81601"/>
                    <a:pt x="32172" y="80048"/>
                    <a:pt x="32172" y="78155"/>
                  </a:cubicBezTo>
                  <a:lnTo>
                    <a:pt x="32172" y="6892"/>
                  </a:lnTo>
                  <a:lnTo>
                    <a:pt x="6892" y="6892"/>
                  </a:lnTo>
                  <a:lnTo>
                    <a:pt x="6892" y="78155"/>
                  </a:lnTo>
                  <a:cubicBezTo>
                    <a:pt x="6892" y="80048"/>
                    <a:pt x="5338" y="81601"/>
                    <a:pt x="3446" y="81601"/>
                  </a:cubicBezTo>
                  <a:cubicBezTo>
                    <a:pt x="1554" y="81601"/>
                    <a:pt x="0" y="80048"/>
                    <a:pt x="0" y="78155"/>
                  </a:cubicBezTo>
                  <a:lnTo>
                    <a:pt x="0" y="3446"/>
                  </a:lnTo>
                  <a:cubicBezTo>
                    <a:pt x="0" y="1553"/>
                    <a:pt x="1554" y="0"/>
                    <a:pt x="3446" y="0"/>
                  </a:cubicBezTo>
                  <a:lnTo>
                    <a:pt x="35589" y="0"/>
                  </a:lnTo>
                  <a:cubicBezTo>
                    <a:pt x="37482" y="0"/>
                    <a:pt x="39035" y="1553"/>
                    <a:pt x="39035" y="3446"/>
                  </a:cubicBezTo>
                  <a:lnTo>
                    <a:pt x="39035" y="78155"/>
                  </a:lnTo>
                  <a:cubicBezTo>
                    <a:pt x="39035" y="80048"/>
                    <a:pt x="37482" y="81601"/>
                    <a:pt x="35589" y="81601"/>
                  </a:cubicBezTo>
                  <a:close/>
                </a:path>
              </a:pathLst>
            </a:custGeom>
            <a:solidFill>
              <a:srgbClr val="01355A"/>
            </a:solidFill>
            <a:ln w="2824" cap="flat">
              <a:noFill/>
              <a:prstDash val="solid"/>
              <a:miter/>
            </a:ln>
          </p:spPr>
          <p:txBody>
            <a:bodyPr rtlCol="1" anchor="ctr"/>
            <a:lstStyle/>
            <a:p>
              <a:endParaRPr lang="ar-SA"/>
            </a:p>
          </p:txBody>
        </p:sp>
        <p:sp>
          <p:nvSpPr>
            <p:cNvPr id="7852" name="شكل حر: شكل 8750">
              <a:extLst>
                <a:ext uri="{FF2B5EF4-FFF2-40B4-BE49-F238E27FC236}">
                  <a16:creationId xmlns:a16="http://schemas.microsoft.com/office/drawing/2014/main" id="{B0B487AE-FCB2-1C44-7684-772400128C25}"/>
                </a:ext>
              </a:extLst>
            </p:cNvPr>
            <p:cNvSpPr/>
            <p:nvPr/>
          </p:nvSpPr>
          <p:spPr>
            <a:xfrm>
              <a:off x="6238667" y="760142"/>
              <a:ext cx="151904" cy="39797"/>
            </a:xfrm>
            <a:custGeom>
              <a:avLst/>
              <a:gdLst>
                <a:gd name="connsiteX0" fmla="*/ 75952 w 151904"/>
                <a:gd name="connsiteY0" fmla="*/ 39798 h 39797"/>
                <a:gd name="connsiteX1" fmla="*/ 24291 w 151904"/>
                <a:gd name="connsiteY1" fmla="*/ 37397 h 39797"/>
                <a:gd name="connsiteX2" fmla="*/ 0 w 151904"/>
                <a:gd name="connsiteY2" fmla="*/ 28245 h 39797"/>
                <a:gd name="connsiteX3" fmla="*/ 75952 w 151904"/>
                <a:gd name="connsiteY3" fmla="*/ 0 h 39797"/>
                <a:gd name="connsiteX4" fmla="*/ 151904 w 151904"/>
                <a:gd name="connsiteY4" fmla="*/ 28245 h 39797"/>
                <a:gd name="connsiteX5" fmla="*/ 127613 w 151904"/>
                <a:gd name="connsiteY5" fmla="*/ 37397 h 39797"/>
                <a:gd name="connsiteX6" fmla="*/ 75952 w 151904"/>
                <a:gd name="connsiteY6" fmla="*/ 39798 h 39797"/>
                <a:gd name="connsiteX7" fmla="*/ 7005 w 151904"/>
                <a:gd name="connsiteY7" fmla="*/ 27116 h 39797"/>
                <a:gd name="connsiteX8" fmla="*/ 75952 w 151904"/>
                <a:gd name="connsiteY8" fmla="*/ 32906 h 39797"/>
                <a:gd name="connsiteX9" fmla="*/ 144899 w 151904"/>
                <a:gd name="connsiteY9" fmla="*/ 27116 h 39797"/>
                <a:gd name="connsiteX10" fmla="*/ 75952 w 151904"/>
                <a:gd name="connsiteY10" fmla="*/ 6892 h 39797"/>
                <a:gd name="connsiteX11" fmla="*/ 7005 w 151904"/>
                <a:gd name="connsiteY11" fmla="*/ 27116 h 39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1904" h="39797">
                  <a:moveTo>
                    <a:pt x="75952" y="39798"/>
                  </a:moveTo>
                  <a:cubicBezTo>
                    <a:pt x="56463" y="39798"/>
                    <a:pt x="38131" y="38951"/>
                    <a:pt x="24291" y="37397"/>
                  </a:cubicBezTo>
                  <a:cubicBezTo>
                    <a:pt x="3983" y="35109"/>
                    <a:pt x="0" y="32313"/>
                    <a:pt x="0" y="28245"/>
                  </a:cubicBezTo>
                  <a:cubicBezTo>
                    <a:pt x="0" y="9886"/>
                    <a:pt x="39120" y="0"/>
                    <a:pt x="75952" y="0"/>
                  </a:cubicBezTo>
                  <a:cubicBezTo>
                    <a:pt x="112784" y="0"/>
                    <a:pt x="151904" y="9914"/>
                    <a:pt x="151904" y="28245"/>
                  </a:cubicBezTo>
                  <a:cubicBezTo>
                    <a:pt x="151904" y="32341"/>
                    <a:pt x="147922" y="35137"/>
                    <a:pt x="127613" y="37397"/>
                  </a:cubicBezTo>
                  <a:cubicBezTo>
                    <a:pt x="113801" y="38951"/>
                    <a:pt x="95442" y="39798"/>
                    <a:pt x="75952" y="39798"/>
                  </a:cubicBezTo>
                  <a:close/>
                  <a:moveTo>
                    <a:pt x="7005" y="27116"/>
                  </a:moveTo>
                  <a:cubicBezTo>
                    <a:pt x="12287" y="29686"/>
                    <a:pt x="37623" y="32906"/>
                    <a:pt x="75952" y="32906"/>
                  </a:cubicBezTo>
                  <a:cubicBezTo>
                    <a:pt x="114281" y="32906"/>
                    <a:pt x="139589" y="29658"/>
                    <a:pt x="144899" y="27116"/>
                  </a:cubicBezTo>
                  <a:cubicBezTo>
                    <a:pt x="142894" y="17314"/>
                    <a:pt x="115157" y="6892"/>
                    <a:pt x="75952" y="6892"/>
                  </a:cubicBezTo>
                  <a:cubicBezTo>
                    <a:pt x="36747" y="6892"/>
                    <a:pt x="9010" y="17343"/>
                    <a:pt x="7005" y="27116"/>
                  </a:cubicBezTo>
                  <a:close/>
                </a:path>
              </a:pathLst>
            </a:custGeom>
            <a:solidFill>
              <a:srgbClr val="01355A"/>
            </a:solidFill>
            <a:ln w="2824" cap="flat">
              <a:noFill/>
              <a:prstDash val="solid"/>
              <a:miter/>
            </a:ln>
          </p:spPr>
          <p:txBody>
            <a:bodyPr rtlCol="1" anchor="ctr"/>
            <a:lstStyle/>
            <a:p>
              <a:endParaRPr lang="ar-SA"/>
            </a:p>
          </p:txBody>
        </p:sp>
        <p:sp>
          <p:nvSpPr>
            <p:cNvPr id="7853" name="شكل حر: شكل 8751">
              <a:extLst>
                <a:ext uri="{FF2B5EF4-FFF2-40B4-BE49-F238E27FC236}">
                  <a16:creationId xmlns:a16="http://schemas.microsoft.com/office/drawing/2014/main" id="{9DCDAE41-E4D7-CE8D-8374-F956E759BF14}"/>
                </a:ext>
              </a:extLst>
            </p:cNvPr>
            <p:cNvSpPr/>
            <p:nvPr/>
          </p:nvSpPr>
          <p:spPr>
            <a:xfrm>
              <a:off x="6271976" y="553413"/>
              <a:ext cx="87773" cy="83866"/>
            </a:xfrm>
            <a:custGeom>
              <a:avLst/>
              <a:gdLst>
                <a:gd name="connsiteX0" fmla="*/ 68940 w 87773"/>
                <a:gd name="connsiteY0" fmla="*/ 83861 h 83866"/>
                <a:gd name="connsiteX1" fmla="*/ 67330 w 87773"/>
                <a:gd name="connsiteY1" fmla="*/ 83465 h 83866"/>
                <a:gd name="connsiteX2" fmla="*/ 43915 w 87773"/>
                <a:gd name="connsiteY2" fmla="*/ 71150 h 83866"/>
                <a:gd name="connsiteX3" fmla="*/ 20500 w 87773"/>
                <a:gd name="connsiteY3" fmla="*/ 83465 h 83866"/>
                <a:gd name="connsiteX4" fmla="*/ 16884 w 87773"/>
                <a:gd name="connsiteY4" fmla="*/ 83211 h 83866"/>
                <a:gd name="connsiteX5" fmla="*/ 15500 w 87773"/>
                <a:gd name="connsiteY5" fmla="*/ 79850 h 83866"/>
                <a:gd name="connsiteX6" fmla="*/ 19963 w 87773"/>
                <a:gd name="connsiteY6" fmla="*/ 53779 h 83866"/>
                <a:gd name="connsiteX7" fmla="*/ 1038 w 87773"/>
                <a:gd name="connsiteY7" fmla="*/ 35335 h 83866"/>
                <a:gd name="connsiteX8" fmla="*/ 163 w 87773"/>
                <a:gd name="connsiteY8" fmla="*/ 31804 h 83866"/>
                <a:gd name="connsiteX9" fmla="*/ 2931 w 87773"/>
                <a:gd name="connsiteY9" fmla="*/ 29460 h 83866"/>
                <a:gd name="connsiteX10" fmla="*/ 29114 w 87773"/>
                <a:gd name="connsiteY10" fmla="*/ 25647 h 83866"/>
                <a:gd name="connsiteX11" fmla="*/ 40808 w 87773"/>
                <a:gd name="connsiteY11" fmla="*/ 1921 h 83866"/>
                <a:gd name="connsiteX12" fmla="*/ 43887 w 87773"/>
                <a:gd name="connsiteY12" fmla="*/ 0 h 83866"/>
                <a:gd name="connsiteX13" fmla="*/ 43887 w 87773"/>
                <a:gd name="connsiteY13" fmla="*/ 0 h 83866"/>
                <a:gd name="connsiteX14" fmla="*/ 46966 w 87773"/>
                <a:gd name="connsiteY14" fmla="*/ 1921 h 83866"/>
                <a:gd name="connsiteX15" fmla="*/ 58659 w 87773"/>
                <a:gd name="connsiteY15" fmla="*/ 25647 h 83866"/>
                <a:gd name="connsiteX16" fmla="*/ 84842 w 87773"/>
                <a:gd name="connsiteY16" fmla="*/ 29460 h 83866"/>
                <a:gd name="connsiteX17" fmla="*/ 87610 w 87773"/>
                <a:gd name="connsiteY17" fmla="*/ 31804 h 83866"/>
                <a:gd name="connsiteX18" fmla="*/ 86735 w 87773"/>
                <a:gd name="connsiteY18" fmla="*/ 35335 h 83866"/>
                <a:gd name="connsiteX19" fmla="*/ 67811 w 87773"/>
                <a:gd name="connsiteY19" fmla="*/ 53779 h 83866"/>
                <a:gd name="connsiteX20" fmla="*/ 72273 w 87773"/>
                <a:gd name="connsiteY20" fmla="*/ 79850 h 83866"/>
                <a:gd name="connsiteX21" fmla="*/ 70889 w 87773"/>
                <a:gd name="connsiteY21" fmla="*/ 83211 h 83866"/>
                <a:gd name="connsiteX22" fmla="*/ 68856 w 87773"/>
                <a:gd name="connsiteY22" fmla="*/ 83861 h 83866"/>
                <a:gd name="connsiteX23" fmla="*/ 10868 w 87773"/>
                <a:gd name="connsiteY23" fmla="*/ 35250 h 83866"/>
                <a:gd name="connsiteX24" fmla="*/ 26092 w 87773"/>
                <a:gd name="connsiteY24" fmla="*/ 50107 h 83866"/>
                <a:gd name="connsiteX25" fmla="*/ 27081 w 87773"/>
                <a:gd name="connsiteY25" fmla="*/ 53158 h 83866"/>
                <a:gd name="connsiteX26" fmla="*/ 23493 w 87773"/>
                <a:gd name="connsiteY26" fmla="*/ 74116 h 83866"/>
                <a:gd name="connsiteX27" fmla="*/ 42333 w 87773"/>
                <a:gd name="connsiteY27" fmla="*/ 64202 h 83866"/>
                <a:gd name="connsiteX28" fmla="*/ 45553 w 87773"/>
                <a:gd name="connsiteY28" fmla="*/ 64202 h 83866"/>
                <a:gd name="connsiteX29" fmla="*/ 64393 w 87773"/>
                <a:gd name="connsiteY29" fmla="*/ 74116 h 83866"/>
                <a:gd name="connsiteX30" fmla="*/ 60806 w 87773"/>
                <a:gd name="connsiteY30" fmla="*/ 53158 h 83866"/>
                <a:gd name="connsiteX31" fmla="*/ 61794 w 87773"/>
                <a:gd name="connsiteY31" fmla="*/ 50107 h 83866"/>
                <a:gd name="connsiteX32" fmla="*/ 77018 w 87773"/>
                <a:gd name="connsiteY32" fmla="*/ 35250 h 83866"/>
                <a:gd name="connsiteX33" fmla="*/ 55976 w 87773"/>
                <a:gd name="connsiteY33" fmla="*/ 32200 h 83866"/>
                <a:gd name="connsiteX34" fmla="*/ 53377 w 87773"/>
                <a:gd name="connsiteY34" fmla="*/ 30307 h 83866"/>
                <a:gd name="connsiteX35" fmla="*/ 43971 w 87773"/>
                <a:gd name="connsiteY35" fmla="*/ 11242 h 83866"/>
                <a:gd name="connsiteX36" fmla="*/ 34566 w 87773"/>
                <a:gd name="connsiteY36" fmla="*/ 30307 h 83866"/>
                <a:gd name="connsiteX37" fmla="*/ 31967 w 87773"/>
                <a:gd name="connsiteY37" fmla="*/ 32200 h 83866"/>
                <a:gd name="connsiteX38" fmla="*/ 10924 w 87773"/>
                <a:gd name="connsiteY38" fmla="*/ 35250 h 8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87773" h="83866">
                  <a:moveTo>
                    <a:pt x="68940" y="83861"/>
                  </a:moveTo>
                  <a:cubicBezTo>
                    <a:pt x="68404" y="83861"/>
                    <a:pt x="67839" y="83720"/>
                    <a:pt x="67330" y="83465"/>
                  </a:cubicBezTo>
                  <a:lnTo>
                    <a:pt x="43915" y="71150"/>
                  </a:lnTo>
                  <a:lnTo>
                    <a:pt x="20500" y="83465"/>
                  </a:lnTo>
                  <a:cubicBezTo>
                    <a:pt x="19341" y="84087"/>
                    <a:pt x="17929" y="83974"/>
                    <a:pt x="16884" y="83211"/>
                  </a:cubicBezTo>
                  <a:cubicBezTo>
                    <a:pt x="15811" y="82449"/>
                    <a:pt x="15302" y="81121"/>
                    <a:pt x="15500" y="79850"/>
                  </a:cubicBezTo>
                  <a:lnTo>
                    <a:pt x="19963" y="53779"/>
                  </a:lnTo>
                  <a:lnTo>
                    <a:pt x="1038" y="35335"/>
                  </a:lnTo>
                  <a:cubicBezTo>
                    <a:pt x="106" y="34431"/>
                    <a:pt x="-233" y="33047"/>
                    <a:pt x="163" y="31804"/>
                  </a:cubicBezTo>
                  <a:cubicBezTo>
                    <a:pt x="558" y="30562"/>
                    <a:pt x="1660" y="29658"/>
                    <a:pt x="2931" y="29460"/>
                  </a:cubicBezTo>
                  <a:lnTo>
                    <a:pt x="29114" y="25647"/>
                  </a:lnTo>
                  <a:lnTo>
                    <a:pt x="40808" y="1921"/>
                  </a:lnTo>
                  <a:cubicBezTo>
                    <a:pt x="41373" y="734"/>
                    <a:pt x="42587" y="0"/>
                    <a:pt x="43887" y="0"/>
                  </a:cubicBezTo>
                  <a:lnTo>
                    <a:pt x="43887" y="0"/>
                  </a:lnTo>
                  <a:cubicBezTo>
                    <a:pt x="45186" y="0"/>
                    <a:pt x="46400" y="734"/>
                    <a:pt x="46966" y="1921"/>
                  </a:cubicBezTo>
                  <a:lnTo>
                    <a:pt x="58659" y="25647"/>
                  </a:lnTo>
                  <a:lnTo>
                    <a:pt x="84842" y="29460"/>
                  </a:lnTo>
                  <a:cubicBezTo>
                    <a:pt x="86142" y="29658"/>
                    <a:pt x="87215" y="30562"/>
                    <a:pt x="87610" y="31804"/>
                  </a:cubicBezTo>
                  <a:cubicBezTo>
                    <a:pt x="88006" y="33047"/>
                    <a:pt x="87667" y="34431"/>
                    <a:pt x="86735" y="35335"/>
                  </a:cubicBezTo>
                  <a:lnTo>
                    <a:pt x="67811" y="53779"/>
                  </a:lnTo>
                  <a:lnTo>
                    <a:pt x="72273" y="79850"/>
                  </a:lnTo>
                  <a:cubicBezTo>
                    <a:pt x="72499" y="81149"/>
                    <a:pt x="71963" y="82449"/>
                    <a:pt x="70889" y="83211"/>
                  </a:cubicBezTo>
                  <a:cubicBezTo>
                    <a:pt x="70296" y="83635"/>
                    <a:pt x="69590" y="83861"/>
                    <a:pt x="68856" y="83861"/>
                  </a:cubicBezTo>
                  <a:close/>
                  <a:moveTo>
                    <a:pt x="10868" y="35250"/>
                  </a:moveTo>
                  <a:lnTo>
                    <a:pt x="26092" y="50107"/>
                  </a:lnTo>
                  <a:cubicBezTo>
                    <a:pt x="26911" y="50898"/>
                    <a:pt x="27278" y="52028"/>
                    <a:pt x="27081" y="53158"/>
                  </a:cubicBezTo>
                  <a:lnTo>
                    <a:pt x="23493" y="74116"/>
                  </a:lnTo>
                  <a:lnTo>
                    <a:pt x="42333" y="64202"/>
                  </a:lnTo>
                  <a:cubicBezTo>
                    <a:pt x="43350" y="63665"/>
                    <a:pt x="44536" y="63665"/>
                    <a:pt x="45553" y="64202"/>
                  </a:cubicBezTo>
                  <a:lnTo>
                    <a:pt x="64393" y="74116"/>
                  </a:lnTo>
                  <a:lnTo>
                    <a:pt x="60806" y="53158"/>
                  </a:lnTo>
                  <a:cubicBezTo>
                    <a:pt x="60608" y="52028"/>
                    <a:pt x="60975" y="50898"/>
                    <a:pt x="61794" y="50107"/>
                  </a:cubicBezTo>
                  <a:lnTo>
                    <a:pt x="77018" y="35250"/>
                  </a:lnTo>
                  <a:lnTo>
                    <a:pt x="55976" y="32200"/>
                  </a:lnTo>
                  <a:cubicBezTo>
                    <a:pt x="54846" y="32030"/>
                    <a:pt x="53886" y="31324"/>
                    <a:pt x="53377" y="30307"/>
                  </a:cubicBezTo>
                  <a:lnTo>
                    <a:pt x="43971" y="11242"/>
                  </a:lnTo>
                  <a:lnTo>
                    <a:pt x="34566" y="30307"/>
                  </a:lnTo>
                  <a:cubicBezTo>
                    <a:pt x="34057" y="31324"/>
                    <a:pt x="33097" y="32030"/>
                    <a:pt x="31967" y="32200"/>
                  </a:cubicBezTo>
                  <a:lnTo>
                    <a:pt x="10924" y="35250"/>
                  </a:lnTo>
                  <a:close/>
                </a:path>
              </a:pathLst>
            </a:custGeom>
            <a:solidFill>
              <a:srgbClr val="17A3A3"/>
            </a:solidFill>
            <a:ln w="2824" cap="flat">
              <a:noFill/>
              <a:prstDash val="solid"/>
              <a:miter/>
            </a:ln>
          </p:spPr>
          <p:txBody>
            <a:bodyPr rtlCol="1" anchor="ctr"/>
            <a:lstStyle/>
            <a:p>
              <a:endParaRPr lang="ar-SA"/>
            </a:p>
          </p:txBody>
        </p:sp>
      </p:grpSp>
      <p:grpSp>
        <p:nvGrpSpPr>
          <p:cNvPr id="7854" name="رسم 8014">
            <a:extLst>
              <a:ext uri="{FF2B5EF4-FFF2-40B4-BE49-F238E27FC236}">
                <a16:creationId xmlns:a16="http://schemas.microsoft.com/office/drawing/2014/main" id="{7E1A5A8E-9131-91B8-1073-0CF5D6E32C6F}"/>
              </a:ext>
            </a:extLst>
          </p:cNvPr>
          <p:cNvGrpSpPr/>
          <p:nvPr/>
        </p:nvGrpSpPr>
        <p:grpSpPr>
          <a:xfrm>
            <a:off x="8614877" y="1518309"/>
            <a:ext cx="236378" cy="225216"/>
            <a:chOff x="9378790" y="110941"/>
            <a:chExt cx="282543" cy="285738"/>
          </a:xfrm>
        </p:grpSpPr>
        <p:sp>
          <p:nvSpPr>
            <p:cNvPr id="7855" name="شكل حر: شكل 8753">
              <a:extLst>
                <a:ext uri="{FF2B5EF4-FFF2-40B4-BE49-F238E27FC236}">
                  <a16:creationId xmlns:a16="http://schemas.microsoft.com/office/drawing/2014/main" id="{582ACCAF-45E5-2AC3-D700-FE731EC6750A}"/>
                </a:ext>
              </a:extLst>
            </p:cNvPr>
            <p:cNvSpPr/>
            <p:nvPr/>
          </p:nvSpPr>
          <p:spPr>
            <a:xfrm>
              <a:off x="9378790" y="300805"/>
              <a:ext cx="96732" cy="95874"/>
            </a:xfrm>
            <a:custGeom>
              <a:avLst/>
              <a:gdLst>
                <a:gd name="connsiteX0" fmla="*/ 64891 w 96732"/>
                <a:gd name="connsiteY0" fmla="*/ 95874 h 95874"/>
                <a:gd name="connsiteX1" fmla="*/ 64721 w 96732"/>
                <a:gd name="connsiteY1" fmla="*/ 95874 h 95874"/>
                <a:gd name="connsiteX2" fmla="*/ 61784 w 96732"/>
                <a:gd name="connsiteY2" fmla="*/ 93897 h 95874"/>
                <a:gd name="connsiteX3" fmla="*/ 44271 w 96732"/>
                <a:gd name="connsiteY3" fmla="*/ 56980 h 95874"/>
                <a:gd name="connsiteX4" fmla="*/ 3542 w 96732"/>
                <a:gd name="connsiteY4" fmla="*/ 58138 h 95874"/>
                <a:gd name="connsiteX5" fmla="*/ 463 w 96732"/>
                <a:gd name="connsiteY5" fmla="*/ 56415 h 95874"/>
                <a:gd name="connsiteX6" fmla="*/ 491 w 96732"/>
                <a:gd name="connsiteY6" fmla="*/ 52885 h 95874"/>
                <a:gd name="connsiteX7" fmla="*/ 31787 w 96732"/>
                <a:gd name="connsiteY7" fmla="*/ 1647 h 95874"/>
                <a:gd name="connsiteX8" fmla="*/ 36532 w 96732"/>
                <a:gd name="connsiteY8" fmla="*/ 517 h 95874"/>
                <a:gd name="connsiteX9" fmla="*/ 37662 w 96732"/>
                <a:gd name="connsiteY9" fmla="*/ 5263 h 95874"/>
                <a:gd name="connsiteX10" fmla="*/ 9671 w 96732"/>
                <a:gd name="connsiteY10" fmla="*/ 51077 h 95874"/>
                <a:gd name="connsiteX11" fmla="*/ 46305 w 96732"/>
                <a:gd name="connsiteY11" fmla="*/ 50032 h 95874"/>
                <a:gd name="connsiteX12" fmla="*/ 49525 w 96732"/>
                <a:gd name="connsiteY12" fmla="*/ 52009 h 95874"/>
                <a:gd name="connsiteX13" fmla="*/ 65286 w 96732"/>
                <a:gd name="connsiteY13" fmla="*/ 85197 h 95874"/>
                <a:gd name="connsiteX14" fmla="*/ 90340 w 96732"/>
                <a:gd name="connsiteY14" fmla="*/ 44213 h 95874"/>
                <a:gd name="connsiteX15" fmla="*/ 95085 w 96732"/>
                <a:gd name="connsiteY15" fmla="*/ 43083 h 95874"/>
                <a:gd name="connsiteX16" fmla="*/ 96215 w 96732"/>
                <a:gd name="connsiteY16" fmla="*/ 47829 h 95874"/>
                <a:gd name="connsiteX17" fmla="*/ 67857 w 96732"/>
                <a:gd name="connsiteY17" fmla="*/ 94236 h 95874"/>
                <a:gd name="connsiteX18" fmla="*/ 64919 w 96732"/>
                <a:gd name="connsiteY18" fmla="*/ 95874 h 95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6732" h="95874">
                  <a:moveTo>
                    <a:pt x="64891" y="95874"/>
                  </a:moveTo>
                  <a:cubicBezTo>
                    <a:pt x="64891" y="95874"/>
                    <a:pt x="64778" y="95874"/>
                    <a:pt x="64721" y="95874"/>
                  </a:cubicBezTo>
                  <a:cubicBezTo>
                    <a:pt x="63450" y="95818"/>
                    <a:pt x="62321" y="95055"/>
                    <a:pt x="61784" y="93897"/>
                  </a:cubicBezTo>
                  <a:lnTo>
                    <a:pt x="44271" y="56980"/>
                  </a:lnTo>
                  <a:lnTo>
                    <a:pt x="3542" y="58138"/>
                  </a:lnTo>
                  <a:cubicBezTo>
                    <a:pt x="2299" y="58195"/>
                    <a:pt x="1112" y="57517"/>
                    <a:pt x="463" y="56415"/>
                  </a:cubicBezTo>
                  <a:cubicBezTo>
                    <a:pt x="-159" y="55314"/>
                    <a:pt x="-159" y="53958"/>
                    <a:pt x="491" y="52885"/>
                  </a:cubicBezTo>
                  <a:lnTo>
                    <a:pt x="31787" y="1647"/>
                  </a:lnTo>
                  <a:cubicBezTo>
                    <a:pt x="32776" y="37"/>
                    <a:pt x="34894" y="-499"/>
                    <a:pt x="36532" y="517"/>
                  </a:cubicBezTo>
                  <a:cubicBezTo>
                    <a:pt x="38142" y="1506"/>
                    <a:pt x="38679" y="3624"/>
                    <a:pt x="37662" y="5263"/>
                  </a:cubicBezTo>
                  <a:lnTo>
                    <a:pt x="9671" y="51077"/>
                  </a:lnTo>
                  <a:lnTo>
                    <a:pt x="46305" y="50032"/>
                  </a:lnTo>
                  <a:cubicBezTo>
                    <a:pt x="47717" y="49947"/>
                    <a:pt x="48932" y="50766"/>
                    <a:pt x="49525" y="52009"/>
                  </a:cubicBezTo>
                  <a:lnTo>
                    <a:pt x="65286" y="85197"/>
                  </a:lnTo>
                  <a:lnTo>
                    <a:pt x="90340" y="44213"/>
                  </a:lnTo>
                  <a:cubicBezTo>
                    <a:pt x="91329" y="42603"/>
                    <a:pt x="93447" y="42067"/>
                    <a:pt x="95085" y="43083"/>
                  </a:cubicBezTo>
                  <a:cubicBezTo>
                    <a:pt x="96695" y="44072"/>
                    <a:pt x="97232" y="46190"/>
                    <a:pt x="96215" y="47829"/>
                  </a:cubicBezTo>
                  <a:lnTo>
                    <a:pt x="67857" y="94236"/>
                  </a:lnTo>
                  <a:cubicBezTo>
                    <a:pt x="67235" y="95253"/>
                    <a:pt x="66105" y="95874"/>
                    <a:pt x="64919" y="95874"/>
                  </a:cubicBezTo>
                  <a:close/>
                </a:path>
              </a:pathLst>
            </a:custGeom>
            <a:solidFill>
              <a:srgbClr val="01355A"/>
            </a:solidFill>
            <a:ln w="2824" cap="flat">
              <a:noFill/>
              <a:prstDash val="solid"/>
              <a:miter/>
            </a:ln>
          </p:spPr>
          <p:txBody>
            <a:bodyPr rtlCol="1" anchor="ctr"/>
            <a:lstStyle/>
            <a:p>
              <a:endParaRPr lang="ar-SA"/>
            </a:p>
          </p:txBody>
        </p:sp>
        <p:sp>
          <p:nvSpPr>
            <p:cNvPr id="7856" name="شكل حر: شكل 8754">
              <a:extLst>
                <a:ext uri="{FF2B5EF4-FFF2-40B4-BE49-F238E27FC236}">
                  <a16:creationId xmlns:a16="http://schemas.microsoft.com/office/drawing/2014/main" id="{1968E125-9799-1EEE-29FC-69C75FFADD93}"/>
                </a:ext>
              </a:extLst>
            </p:cNvPr>
            <p:cNvSpPr/>
            <p:nvPr/>
          </p:nvSpPr>
          <p:spPr>
            <a:xfrm>
              <a:off x="9564603" y="300789"/>
              <a:ext cx="96730" cy="95889"/>
            </a:xfrm>
            <a:custGeom>
              <a:avLst/>
              <a:gdLst>
                <a:gd name="connsiteX0" fmla="*/ 31801 w 96730"/>
                <a:gd name="connsiteY0" fmla="*/ 95890 h 95889"/>
                <a:gd name="connsiteX1" fmla="*/ 28863 w 96730"/>
                <a:gd name="connsiteY1" fmla="*/ 94252 h 95889"/>
                <a:gd name="connsiteX2" fmla="*/ 505 w 96730"/>
                <a:gd name="connsiteY2" fmla="*/ 47844 h 95889"/>
                <a:gd name="connsiteX3" fmla="*/ 1635 w 96730"/>
                <a:gd name="connsiteY3" fmla="*/ 43099 h 95889"/>
                <a:gd name="connsiteX4" fmla="*/ 6380 w 96730"/>
                <a:gd name="connsiteY4" fmla="*/ 44229 h 95889"/>
                <a:gd name="connsiteX5" fmla="*/ 31433 w 96730"/>
                <a:gd name="connsiteY5" fmla="*/ 85185 h 95889"/>
                <a:gd name="connsiteX6" fmla="*/ 47166 w 96730"/>
                <a:gd name="connsiteY6" fmla="*/ 51996 h 95889"/>
                <a:gd name="connsiteX7" fmla="*/ 50387 w 96730"/>
                <a:gd name="connsiteY7" fmla="*/ 50019 h 95889"/>
                <a:gd name="connsiteX8" fmla="*/ 87049 w 96730"/>
                <a:gd name="connsiteY8" fmla="*/ 51064 h 95889"/>
                <a:gd name="connsiteX9" fmla="*/ 59029 w 96730"/>
                <a:gd name="connsiteY9" fmla="*/ 5250 h 95889"/>
                <a:gd name="connsiteX10" fmla="*/ 60159 w 96730"/>
                <a:gd name="connsiteY10" fmla="*/ 505 h 95889"/>
                <a:gd name="connsiteX11" fmla="*/ 64904 w 96730"/>
                <a:gd name="connsiteY11" fmla="*/ 1635 h 95889"/>
                <a:gd name="connsiteX12" fmla="*/ 96229 w 96730"/>
                <a:gd name="connsiteY12" fmla="*/ 52872 h 95889"/>
                <a:gd name="connsiteX13" fmla="*/ 96257 w 96730"/>
                <a:gd name="connsiteY13" fmla="*/ 56403 h 95889"/>
                <a:gd name="connsiteX14" fmla="*/ 93178 w 96730"/>
                <a:gd name="connsiteY14" fmla="*/ 58126 h 95889"/>
                <a:gd name="connsiteX15" fmla="*/ 52420 w 96730"/>
                <a:gd name="connsiteY15" fmla="*/ 56968 h 95889"/>
                <a:gd name="connsiteX16" fmla="*/ 34936 w 96730"/>
                <a:gd name="connsiteY16" fmla="*/ 93884 h 95889"/>
                <a:gd name="connsiteX17" fmla="*/ 31999 w 96730"/>
                <a:gd name="connsiteY17" fmla="*/ 95862 h 95889"/>
                <a:gd name="connsiteX18" fmla="*/ 31801 w 96730"/>
                <a:gd name="connsiteY18" fmla="*/ 95862 h 95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6730" h="95889">
                  <a:moveTo>
                    <a:pt x="31801" y="95890"/>
                  </a:moveTo>
                  <a:cubicBezTo>
                    <a:pt x="30615" y="95890"/>
                    <a:pt x="29485" y="95268"/>
                    <a:pt x="28863" y="94252"/>
                  </a:cubicBezTo>
                  <a:lnTo>
                    <a:pt x="505" y="47844"/>
                  </a:lnTo>
                  <a:cubicBezTo>
                    <a:pt x="-484" y="46234"/>
                    <a:pt x="25" y="44088"/>
                    <a:pt x="1635" y="43099"/>
                  </a:cubicBezTo>
                  <a:cubicBezTo>
                    <a:pt x="3273" y="42110"/>
                    <a:pt x="5391" y="42619"/>
                    <a:pt x="6380" y="44229"/>
                  </a:cubicBezTo>
                  <a:lnTo>
                    <a:pt x="31433" y="85185"/>
                  </a:lnTo>
                  <a:lnTo>
                    <a:pt x="47166" y="51996"/>
                  </a:lnTo>
                  <a:cubicBezTo>
                    <a:pt x="47759" y="50754"/>
                    <a:pt x="49003" y="49963"/>
                    <a:pt x="50387" y="50019"/>
                  </a:cubicBezTo>
                  <a:lnTo>
                    <a:pt x="87049" y="51064"/>
                  </a:lnTo>
                  <a:lnTo>
                    <a:pt x="59029" y="5250"/>
                  </a:lnTo>
                  <a:cubicBezTo>
                    <a:pt x="58041" y="3640"/>
                    <a:pt x="58549" y="1493"/>
                    <a:pt x="60159" y="505"/>
                  </a:cubicBezTo>
                  <a:cubicBezTo>
                    <a:pt x="61769" y="-484"/>
                    <a:pt x="63916" y="25"/>
                    <a:pt x="64904" y="1635"/>
                  </a:cubicBezTo>
                  <a:lnTo>
                    <a:pt x="96229" y="52872"/>
                  </a:lnTo>
                  <a:cubicBezTo>
                    <a:pt x="96879" y="53945"/>
                    <a:pt x="96907" y="55301"/>
                    <a:pt x="96257" y="56403"/>
                  </a:cubicBezTo>
                  <a:cubicBezTo>
                    <a:pt x="95635" y="57504"/>
                    <a:pt x="94449" y="58182"/>
                    <a:pt x="93178" y="58126"/>
                  </a:cubicBezTo>
                  <a:lnTo>
                    <a:pt x="52420" y="56968"/>
                  </a:lnTo>
                  <a:lnTo>
                    <a:pt x="34936" y="93884"/>
                  </a:lnTo>
                  <a:cubicBezTo>
                    <a:pt x="34399" y="95014"/>
                    <a:pt x="33270" y="95777"/>
                    <a:pt x="31999" y="95862"/>
                  </a:cubicBezTo>
                  <a:cubicBezTo>
                    <a:pt x="31942" y="95862"/>
                    <a:pt x="31886" y="95862"/>
                    <a:pt x="31801" y="95862"/>
                  </a:cubicBezTo>
                  <a:close/>
                </a:path>
              </a:pathLst>
            </a:custGeom>
            <a:solidFill>
              <a:srgbClr val="01355A"/>
            </a:solidFill>
            <a:ln w="2824" cap="flat">
              <a:noFill/>
              <a:prstDash val="solid"/>
              <a:miter/>
            </a:ln>
          </p:spPr>
          <p:txBody>
            <a:bodyPr rtlCol="1" anchor="ctr"/>
            <a:lstStyle/>
            <a:p>
              <a:endParaRPr lang="ar-SA"/>
            </a:p>
          </p:txBody>
        </p:sp>
        <p:grpSp>
          <p:nvGrpSpPr>
            <p:cNvPr id="7857" name="رسم 8014">
              <a:extLst>
                <a:ext uri="{FF2B5EF4-FFF2-40B4-BE49-F238E27FC236}">
                  <a16:creationId xmlns:a16="http://schemas.microsoft.com/office/drawing/2014/main" id="{3E1D60A6-E209-68A8-0F89-C016F65D37BB}"/>
                </a:ext>
              </a:extLst>
            </p:cNvPr>
            <p:cNvGrpSpPr/>
            <p:nvPr/>
          </p:nvGrpSpPr>
          <p:grpSpPr>
            <a:xfrm>
              <a:off x="9406107" y="110941"/>
              <a:ext cx="227841" cy="227863"/>
              <a:chOff x="9406107" y="110941"/>
              <a:chExt cx="227841" cy="227863"/>
            </a:xfrm>
          </p:grpSpPr>
          <p:sp>
            <p:nvSpPr>
              <p:cNvPr id="7859" name="شكل حر: شكل 8756">
                <a:extLst>
                  <a:ext uri="{FF2B5EF4-FFF2-40B4-BE49-F238E27FC236}">
                    <a16:creationId xmlns:a16="http://schemas.microsoft.com/office/drawing/2014/main" id="{84A7F9CD-2F73-2284-7351-6FDC2004569C}"/>
                  </a:ext>
                </a:extLst>
              </p:cNvPr>
              <p:cNvSpPr/>
              <p:nvPr/>
            </p:nvSpPr>
            <p:spPr>
              <a:xfrm>
                <a:off x="9406107" y="110941"/>
                <a:ext cx="227841" cy="227863"/>
              </a:xfrm>
              <a:custGeom>
                <a:avLst/>
                <a:gdLst>
                  <a:gd name="connsiteX0" fmla="*/ 113921 w 227841"/>
                  <a:gd name="connsiteY0" fmla="*/ 227863 h 227863"/>
                  <a:gd name="connsiteX1" fmla="*/ 112170 w 227841"/>
                  <a:gd name="connsiteY1" fmla="*/ 227383 h 227863"/>
                  <a:gd name="connsiteX2" fmla="*/ 87455 w 227841"/>
                  <a:gd name="connsiteY2" fmla="*/ 212724 h 227863"/>
                  <a:gd name="connsiteX3" fmla="*/ 58729 w 227841"/>
                  <a:gd name="connsiteY3" fmla="*/ 213063 h 227863"/>
                  <a:gd name="connsiteX4" fmla="*/ 55679 w 227841"/>
                  <a:gd name="connsiteY4" fmla="*/ 211311 h 227863"/>
                  <a:gd name="connsiteX5" fmla="*/ 41612 w 227841"/>
                  <a:gd name="connsiteY5" fmla="*/ 186258 h 227863"/>
                  <a:gd name="connsiteX6" fmla="*/ 16559 w 227841"/>
                  <a:gd name="connsiteY6" fmla="*/ 172191 h 227863"/>
                  <a:gd name="connsiteX7" fmla="*/ 14807 w 227841"/>
                  <a:gd name="connsiteY7" fmla="*/ 169141 h 227863"/>
                  <a:gd name="connsiteX8" fmla="*/ 15146 w 227841"/>
                  <a:gd name="connsiteY8" fmla="*/ 140415 h 227863"/>
                  <a:gd name="connsiteX9" fmla="*/ 487 w 227841"/>
                  <a:gd name="connsiteY9" fmla="*/ 115700 h 227863"/>
                  <a:gd name="connsiteX10" fmla="*/ 487 w 227841"/>
                  <a:gd name="connsiteY10" fmla="*/ 112170 h 227863"/>
                  <a:gd name="connsiteX11" fmla="*/ 15146 w 227841"/>
                  <a:gd name="connsiteY11" fmla="*/ 87455 h 227863"/>
                  <a:gd name="connsiteX12" fmla="*/ 14807 w 227841"/>
                  <a:gd name="connsiteY12" fmla="*/ 58729 h 227863"/>
                  <a:gd name="connsiteX13" fmla="*/ 16559 w 227841"/>
                  <a:gd name="connsiteY13" fmla="*/ 55679 h 227863"/>
                  <a:gd name="connsiteX14" fmla="*/ 41612 w 227841"/>
                  <a:gd name="connsiteY14" fmla="*/ 41613 h 227863"/>
                  <a:gd name="connsiteX15" fmla="*/ 55679 w 227841"/>
                  <a:gd name="connsiteY15" fmla="*/ 16559 h 227863"/>
                  <a:gd name="connsiteX16" fmla="*/ 58672 w 227841"/>
                  <a:gd name="connsiteY16" fmla="*/ 14808 h 227863"/>
                  <a:gd name="connsiteX17" fmla="*/ 58701 w 227841"/>
                  <a:gd name="connsiteY17" fmla="*/ 14808 h 227863"/>
                  <a:gd name="connsiteX18" fmla="*/ 87427 w 227841"/>
                  <a:gd name="connsiteY18" fmla="*/ 15147 h 227863"/>
                  <a:gd name="connsiteX19" fmla="*/ 112142 w 227841"/>
                  <a:gd name="connsiteY19" fmla="*/ 487 h 227863"/>
                  <a:gd name="connsiteX20" fmla="*/ 115672 w 227841"/>
                  <a:gd name="connsiteY20" fmla="*/ 487 h 227863"/>
                  <a:gd name="connsiteX21" fmla="*/ 140387 w 227841"/>
                  <a:gd name="connsiteY21" fmla="*/ 15147 h 227863"/>
                  <a:gd name="connsiteX22" fmla="*/ 169113 w 227841"/>
                  <a:gd name="connsiteY22" fmla="*/ 14808 h 227863"/>
                  <a:gd name="connsiteX23" fmla="*/ 172163 w 227841"/>
                  <a:gd name="connsiteY23" fmla="*/ 16559 h 227863"/>
                  <a:gd name="connsiteX24" fmla="*/ 186229 w 227841"/>
                  <a:gd name="connsiteY24" fmla="*/ 41613 h 227863"/>
                  <a:gd name="connsiteX25" fmla="*/ 211283 w 227841"/>
                  <a:gd name="connsiteY25" fmla="*/ 55679 h 227863"/>
                  <a:gd name="connsiteX26" fmla="*/ 213034 w 227841"/>
                  <a:gd name="connsiteY26" fmla="*/ 58729 h 227863"/>
                  <a:gd name="connsiteX27" fmla="*/ 212695 w 227841"/>
                  <a:gd name="connsiteY27" fmla="*/ 87455 h 227863"/>
                  <a:gd name="connsiteX28" fmla="*/ 227354 w 227841"/>
                  <a:gd name="connsiteY28" fmla="*/ 112170 h 227863"/>
                  <a:gd name="connsiteX29" fmla="*/ 227354 w 227841"/>
                  <a:gd name="connsiteY29" fmla="*/ 115700 h 227863"/>
                  <a:gd name="connsiteX30" fmla="*/ 212695 w 227841"/>
                  <a:gd name="connsiteY30" fmla="*/ 140415 h 227863"/>
                  <a:gd name="connsiteX31" fmla="*/ 213034 w 227841"/>
                  <a:gd name="connsiteY31" fmla="*/ 169141 h 227863"/>
                  <a:gd name="connsiteX32" fmla="*/ 211283 w 227841"/>
                  <a:gd name="connsiteY32" fmla="*/ 172191 h 227863"/>
                  <a:gd name="connsiteX33" fmla="*/ 186229 w 227841"/>
                  <a:gd name="connsiteY33" fmla="*/ 186258 h 227863"/>
                  <a:gd name="connsiteX34" fmla="*/ 172163 w 227841"/>
                  <a:gd name="connsiteY34" fmla="*/ 211311 h 227863"/>
                  <a:gd name="connsiteX35" fmla="*/ 169113 w 227841"/>
                  <a:gd name="connsiteY35" fmla="*/ 213063 h 227863"/>
                  <a:gd name="connsiteX36" fmla="*/ 140387 w 227841"/>
                  <a:gd name="connsiteY36" fmla="*/ 212724 h 227863"/>
                  <a:gd name="connsiteX37" fmla="*/ 115672 w 227841"/>
                  <a:gd name="connsiteY37" fmla="*/ 227383 h 227863"/>
                  <a:gd name="connsiteX38" fmla="*/ 113921 w 227841"/>
                  <a:gd name="connsiteY38" fmla="*/ 227863 h 227863"/>
                  <a:gd name="connsiteX39" fmla="*/ 88387 w 227841"/>
                  <a:gd name="connsiteY39" fmla="*/ 205804 h 227863"/>
                  <a:gd name="connsiteX40" fmla="*/ 90138 w 227841"/>
                  <a:gd name="connsiteY40" fmla="*/ 206284 h 227863"/>
                  <a:gd name="connsiteX41" fmla="*/ 113921 w 227841"/>
                  <a:gd name="connsiteY41" fmla="*/ 220406 h 227863"/>
                  <a:gd name="connsiteX42" fmla="*/ 137703 w 227841"/>
                  <a:gd name="connsiteY42" fmla="*/ 206284 h 227863"/>
                  <a:gd name="connsiteX43" fmla="*/ 139511 w 227841"/>
                  <a:gd name="connsiteY43" fmla="*/ 205804 h 227863"/>
                  <a:gd name="connsiteX44" fmla="*/ 167164 w 227841"/>
                  <a:gd name="connsiteY44" fmla="*/ 206143 h 227863"/>
                  <a:gd name="connsiteX45" fmla="*/ 180693 w 227841"/>
                  <a:gd name="connsiteY45" fmla="*/ 182021 h 227863"/>
                  <a:gd name="connsiteX46" fmla="*/ 182021 w 227841"/>
                  <a:gd name="connsiteY46" fmla="*/ 180693 h 227863"/>
                  <a:gd name="connsiteX47" fmla="*/ 206142 w 227841"/>
                  <a:gd name="connsiteY47" fmla="*/ 167164 h 227863"/>
                  <a:gd name="connsiteX48" fmla="*/ 205803 w 227841"/>
                  <a:gd name="connsiteY48" fmla="*/ 139511 h 227863"/>
                  <a:gd name="connsiteX49" fmla="*/ 206283 w 227841"/>
                  <a:gd name="connsiteY49" fmla="*/ 137704 h 227863"/>
                  <a:gd name="connsiteX50" fmla="*/ 220406 w 227841"/>
                  <a:gd name="connsiteY50" fmla="*/ 113921 h 227863"/>
                  <a:gd name="connsiteX51" fmla="*/ 206283 w 227841"/>
                  <a:gd name="connsiteY51" fmla="*/ 90138 h 227863"/>
                  <a:gd name="connsiteX52" fmla="*/ 205803 w 227841"/>
                  <a:gd name="connsiteY52" fmla="*/ 88331 h 227863"/>
                  <a:gd name="connsiteX53" fmla="*/ 206142 w 227841"/>
                  <a:gd name="connsiteY53" fmla="*/ 60678 h 227863"/>
                  <a:gd name="connsiteX54" fmla="*/ 182021 w 227841"/>
                  <a:gd name="connsiteY54" fmla="*/ 47149 h 227863"/>
                  <a:gd name="connsiteX55" fmla="*/ 180693 w 227841"/>
                  <a:gd name="connsiteY55" fmla="*/ 45821 h 227863"/>
                  <a:gd name="connsiteX56" fmla="*/ 167164 w 227841"/>
                  <a:gd name="connsiteY56" fmla="*/ 21700 h 227863"/>
                  <a:gd name="connsiteX57" fmla="*/ 139511 w 227841"/>
                  <a:gd name="connsiteY57" fmla="*/ 22039 h 227863"/>
                  <a:gd name="connsiteX58" fmla="*/ 137703 w 227841"/>
                  <a:gd name="connsiteY58" fmla="*/ 21558 h 227863"/>
                  <a:gd name="connsiteX59" fmla="*/ 113921 w 227841"/>
                  <a:gd name="connsiteY59" fmla="*/ 7436 h 227863"/>
                  <a:gd name="connsiteX60" fmla="*/ 90138 w 227841"/>
                  <a:gd name="connsiteY60" fmla="*/ 21558 h 227863"/>
                  <a:gd name="connsiteX61" fmla="*/ 88330 w 227841"/>
                  <a:gd name="connsiteY61" fmla="*/ 22039 h 227863"/>
                  <a:gd name="connsiteX62" fmla="*/ 60678 w 227841"/>
                  <a:gd name="connsiteY62" fmla="*/ 21700 h 227863"/>
                  <a:gd name="connsiteX63" fmla="*/ 47149 w 227841"/>
                  <a:gd name="connsiteY63" fmla="*/ 45821 h 227863"/>
                  <a:gd name="connsiteX64" fmla="*/ 45821 w 227841"/>
                  <a:gd name="connsiteY64" fmla="*/ 47149 h 227863"/>
                  <a:gd name="connsiteX65" fmla="*/ 21700 w 227841"/>
                  <a:gd name="connsiteY65" fmla="*/ 60678 h 227863"/>
                  <a:gd name="connsiteX66" fmla="*/ 22038 w 227841"/>
                  <a:gd name="connsiteY66" fmla="*/ 88331 h 227863"/>
                  <a:gd name="connsiteX67" fmla="*/ 21558 w 227841"/>
                  <a:gd name="connsiteY67" fmla="*/ 90138 h 227863"/>
                  <a:gd name="connsiteX68" fmla="*/ 7435 w 227841"/>
                  <a:gd name="connsiteY68" fmla="*/ 113921 h 227863"/>
                  <a:gd name="connsiteX69" fmla="*/ 21558 w 227841"/>
                  <a:gd name="connsiteY69" fmla="*/ 137704 h 227863"/>
                  <a:gd name="connsiteX70" fmla="*/ 22038 w 227841"/>
                  <a:gd name="connsiteY70" fmla="*/ 139511 h 227863"/>
                  <a:gd name="connsiteX71" fmla="*/ 21700 w 227841"/>
                  <a:gd name="connsiteY71" fmla="*/ 167164 h 227863"/>
                  <a:gd name="connsiteX72" fmla="*/ 45821 w 227841"/>
                  <a:gd name="connsiteY72" fmla="*/ 180693 h 227863"/>
                  <a:gd name="connsiteX73" fmla="*/ 47149 w 227841"/>
                  <a:gd name="connsiteY73" fmla="*/ 182021 h 227863"/>
                  <a:gd name="connsiteX74" fmla="*/ 60678 w 227841"/>
                  <a:gd name="connsiteY74" fmla="*/ 206143 h 227863"/>
                  <a:gd name="connsiteX75" fmla="*/ 88330 w 227841"/>
                  <a:gd name="connsiteY75" fmla="*/ 205804 h 227863"/>
                  <a:gd name="connsiteX76" fmla="*/ 88358 w 227841"/>
                  <a:gd name="connsiteY76" fmla="*/ 205804 h 227863"/>
                  <a:gd name="connsiteX77" fmla="*/ 44155 w 227841"/>
                  <a:gd name="connsiteY77" fmla="*/ 44155 h 227863"/>
                  <a:gd name="connsiteX78" fmla="*/ 44155 w 227841"/>
                  <a:gd name="connsiteY78" fmla="*/ 44155 h 227863"/>
                  <a:gd name="connsiteX79" fmla="*/ 44155 w 227841"/>
                  <a:gd name="connsiteY79" fmla="*/ 44155 h 227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27841" h="227863">
                    <a:moveTo>
                      <a:pt x="113921" y="227863"/>
                    </a:moveTo>
                    <a:cubicBezTo>
                      <a:pt x="113299" y="227863"/>
                      <a:pt x="112706" y="227694"/>
                      <a:pt x="112170" y="227383"/>
                    </a:cubicBezTo>
                    <a:lnTo>
                      <a:pt x="87455" y="212724"/>
                    </a:lnTo>
                    <a:lnTo>
                      <a:pt x="58729" y="213063"/>
                    </a:lnTo>
                    <a:cubicBezTo>
                      <a:pt x="57458" y="212978"/>
                      <a:pt x="56300" y="212413"/>
                      <a:pt x="55679" y="211311"/>
                    </a:cubicBezTo>
                    <a:lnTo>
                      <a:pt x="41612" y="186258"/>
                    </a:lnTo>
                    <a:lnTo>
                      <a:pt x="16559" y="172191"/>
                    </a:lnTo>
                    <a:cubicBezTo>
                      <a:pt x="15457" y="171570"/>
                      <a:pt x="14779" y="170412"/>
                      <a:pt x="14807" y="169141"/>
                    </a:cubicBezTo>
                    <a:lnTo>
                      <a:pt x="15146" y="140415"/>
                    </a:lnTo>
                    <a:lnTo>
                      <a:pt x="487" y="115700"/>
                    </a:lnTo>
                    <a:cubicBezTo>
                      <a:pt x="-162" y="114627"/>
                      <a:pt x="-162" y="113271"/>
                      <a:pt x="487" y="112170"/>
                    </a:cubicBezTo>
                    <a:lnTo>
                      <a:pt x="15146" y="87455"/>
                    </a:lnTo>
                    <a:lnTo>
                      <a:pt x="14807" y="58729"/>
                    </a:lnTo>
                    <a:cubicBezTo>
                      <a:pt x="14807" y="57458"/>
                      <a:pt x="15457" y="56300"/>
                      <a:pt x="16559" y="55679"/>
                    </a:cubicBezTo>
                    <a:lnTo>
                      <a:pt x="41612" y="41613"/>
                    </a:lnTo>
                    <a:lnTo>
                      <a:pt x="55679" y="16559"/>
                    </a:lnTo>
                    <a:cubicBezTo>
                      <a:pt x="56300" y="15486"/>
                      <a:pt x="57430" y="14808"/>
                      <a:pt x="58672" y="14808"/>
                    </a:cubicBezTo>
                    <a:lnTo>
                      <a:pt x="58701" y="14808"/>
                    </a:lnTo>
                    <a:lnTo>
                      <a:pt x="87427" y="15147"/>
                    </a:lnTo>
                    <a:lnTo>
                      <a:pt x="112142" y="487"/>
                    </a:lnTo>
                    <a:cubicBezTo>
                      <a:pt x="113215" y="-162"/>
                      <a:pt x="114570" y="-162"/>
                      <a:pt x="115672" y="487"/>
                    </a:cubicBezTo>
                    <a:lnTo>
                      <a:pt x="140387" y="15147"/>
                    </a:lnTo>
                    <a:lnTo>
                      <a:pt x="169113" y="14808"/>
                    </a:lnTo>
                    <a:cubicBezTo>
                      <a:pt x="170383" y="14808"/>
                      <a:pt x="171541" y="15457"/>
                      <a:pt x="172163" y="16559"/>
                    </a:cubicBezTo>
                    <a:lnTo>
                      <a:pt x="186229" y="41613"/>
                    </a:lnTo>
                    <a:lnTo>
                      <a:pt x="211283" y="55679"/>
                    </a:lnTo>
                    <a:cubicBezTo>
                      <a:pt x="212385" y="56300"/>
                      <a:pt x="213063" y="57458"/>
                      <a:pt x="213034" y="58729"/>
                    </a:cubicBezTo>
                    <a:lnTo>
                      <a:pt x="212695" y="87455"/>
                    </a:lnTo>
                    <a:lnTo>
                      <a:pt x="227354" y="112170"/>
                    </a:lnTo>
                    <a:cubicBezTo>
                      <a:pt x="228004" y="113243"/>
                      <a:pt x="228004" y="114599"/>
                      <a:pt x="227354" y="115700"/>
                    </a:cubicBezTo>
                    <a:lnTo>
                      <a:pt x="212695" y="140415"/>
                    </a:lnTo>
                    <a:lnTo>
                      <a:pt x="213034" y="169141"/>
                    </a:lnTo>
                    <a:cubicBezTo>
                      <a:pt x="213034" y="170412"/>
                      <a:pt x="212385" y="171570"/>
                      <a:pt x="211283" y="172191"/>
                    </a:cubicBezTo>
                    <a:lnTo>
                      <a:pt x="186229" y="186258"/>
                    </a:lnTo>
                    <a:lnTo>
                      <a:pt x="172163" y="211311"/>
                    </a:lnTo>
                    <a:cubicBezTo>
                      <a:pt x="171541" y="212413"/>
                      <a:pt x="170383" y="213091"/>
                      <a:pt x="169113" y="213063"/>
                    </a:cubicBezTo>
                    <a:lnTo>
                      <a:pt x="140387" y="212724"/>
                    </a:lnTo>
                    <a:lnTo>
                      <a:pt x="115672" y="227383"/>
                    </a:lnTo>
                    <a:cubicBezTo>
                      <a:pt x="115135" y="227694"/>
                      <a:pt x="114514" y="227863"/>
                      <a:pt x="113921" y="227863"/>
                    </a:cubicBezTo>
                    <a:close/>
                    <a:moveTo>
                      <a:pt x="88387" y="205804"/>
                    </a:moveTo>
                    <a:cubicBezTo>
                      <a:pt x="89008" y="205804"/>
                      <a:pt x="89601" y="205973"/>
                      <a:pt x="90138" y="206284"/>
                    </a:cubicBezTo>
                    <a:lnTo>
                      <a:pt x="113921" y="220406"/>
                    </a:lnTo>
                    <a:lnTo>
                      <a:pt x="137703" y="206284"/>
                    </a:lnTo>
                    <a:cubicBezTo>
                      <a:pt x="138240" y="205973"/>
                      <a:pt x="138890" y="205804"/>
                      <a:pt x="139511" y="205804"/>
                    </a:cubicBezTo>
                    <a:lnTo>
                      <a:pt x="167164" y="206143"/>
                    </a:lnTo>
                    <a:lnTo>
                      <a:pt x="180693" y="182021"/>
                    </a:lnTo>
                    <a:cubicBezTo>
                      <a:pt x="181004" y="181456"/>
                      <a:pt x="181455" y="181004"/>
                      <a:pt x="182021" y="180693"/>
                    </a:cubicBezTo>
                    <a:lnTo>
                      <a:pt x="206142" y="167164"/>
                    </a:lnTo>
                    <a:lnTo>
                      <a:pt x="205803" y="139511"/>
                    </a:lnTo>
                    <a:cubicBezTo>
                      <a:pt x="205803" y="138890"/>
                      <a:pt x="205973" y="138269"/>
                      <a:pt x="206283" y="137704"/>
                    </a:cubicBezTo>
                    <a:lnTo>
                      <a:pt x="220406" y="113921"/>
                    </a:lnTo>
                    <a:lnTo>
                      <a:pt x="206283" y="90138"/>
                    </a:lnTo>
                    <a:cubicBezTo>
                      <a:pt x="205973" y="89602"/>
                      <a:pt x="205803" y="88980"/>
                      <a:pt x="205803" y="88331"/>
                    </a:cubicBezTo>
                    <a:lnTo>
                      <a:pt x="206142" y="60678"/>
                    </a:lnTo>
                    <a:lnTo>
                      <a:pt x="182021" y="47149"/>
                    </a:lnTo>
                    <a:cubicBezTo>
                      <a:pt x="181455" y="46838"/>
                      <a:pt x="181004" y="46386"/>
                      <a:pt x="180693" y="45821"/>
                    </a:cubicBezTo>
                    <a:lnTo>
                      <a:pt x="167164" y="21700"/>
                    </a:lnTo>
                    <a:lnTo>
                      <a:pt x="139511" y="22039"/>
                    </a:lnTo>
                    <a:cubicBezTo>
                      <a:pt x="138890" y="22039"/>
                      <a:pt x="138269" y="21869"/>
                      <a:pt x="137703" y="21558"/>
                    </a:cubicBezTo>
                    <a:lnTo>
                      <a:pt x="113921" y="7436"/>
                    </a:lnTo>
                    <a:lnTo>
                      <a:pt x="90138" y="21558"/>
                    </a:lnTo>
                    <a:cubicBezTo>
                      <a:pt x="89601" y="21869"/>
                      <a:pt x="88980" y="22039"/>
                      <a:pt x="88330" y="22039"/>
                    </a:cubicBezTo>
                    <a:lnTo>
                      <a:pt x="60678" y="21700"/>
                    </a:lnTo>
                    <a:lnTo>
                      <a:pt x="47149" y="45821"/>
                    </a:lnTo>
                    <a:cubicBezTo>
                      <a:pt x="46838" y="46386"/>
                      <a:pt x="46386" y="46838"/>
                      <a:pt x="45821" y="47149"/>
                    </a:cubicBezTo>
                    <a:lnTo>
                      <a:pt x="21700" y="60678"/>
                    </a:lnTo>
                    <a:lnTo>
                      <a:pt x="22038" y="88331"/>
                    </a:lnTo>
                    <a:cubicBezTo>
                      <a:pt x="22038" y="88952"/>
                      <a:pt x="21869" y="89573"/>
                      <a:pt x="21558" y="90138"/>
                    </a:cubicBezTo>
                    <a:lnTo>
                      <a:pt x="7435" y="113921"/>
                    </a:lnTo>
                    <a:lnTo>
                      <a:pt x="21558" y="137704"/>
                    </a:lnTo>
                    <a:cubicBezTo>
                      <a:pt x="21869" y="138240"/>
                      <a:pt x="22038" y="138862"/>
                      <a:pt x="22038" y="139511"/>
                    </a:cubicBezTo>
                    <a:lnTo>
                      <a:pt x="21700" y="167164"/>
                    </a:lnTo>
                    <a:lnTo>
                      <a:pt x="45821" y="180693"/>
                    </a:lnTo>
                    <a:cubicBezTo>
                      <a:pt x="46386" y="181004"/>
                      <a:pt x="46838" y="181456"/>
                      <a:pt x="47149" y="182021"/>
                    </a:cubicBezTo>
                    <a:lnTo>
                      <a:pt x="60678" y="206143"/>
                    </a:lnTo>
                    <a:lnTo>
                      <a:pt x="88330" y="205804"/>
                    </a:lnTo>
                    <a:lnTo>
                      <a:pt x="88358" y="205804"/>
                    </a:lnTo>
                    <a:close/>
                    <a:moveTo>
                      <a:pt x="44155" y="44155"/>
                    </a:moveTo>
                    <a:lnTo>
                      <a:pt x="44155" y="44155"/>
                    </a:lnTo>
                    <a:lnTo>
                      <a:pt x="44155" y="44155"/>
                    </a:lnTo>
                    <a:close/>
                  </a:path>
                </a:pathLst>
              </a:custGeom>
              <a:solidFill>
                <a:srgbClr val="01355A"/>
              </a:solidFill>
              <a:ln w="2824" cap="flat">
                <a:noFill/>
                <a:prstDash val="solid"/>
                <a:miter/>
              </a:ln>
            </p:spPr>
            <p:txBody>
              <a:bodyPr rtlCol="1" anchor="ctr"/>
              <a:lstStyle/>
              <a:p>
                <a:endParaRPr lang="ar-SA"/>
              </a:p>
            </p:txBody>
          </p:sp>
          <p:sp>
            <p:nvSpPr>
              <p:cNvPr id="7860" name="شكل حر: شكل 8757">
                <a:extLst>
                  <a:ext uri="{FF2B5EF4-FFF2-40B4-BE49-F238E27FC236}">
                    <a16:creationId xmlns:a16="http://schemas.microsoft.com/office/drawing/2014/main" id="{472D90FB-7683-219E-16F9-09830C9D5D9C}"/>
                  </a:ext>
                </a:extLst>
              </p:cNvPr>
              <p:cNvSpPr/>
              <p:nvPr/>
            </p:nvSpPr>
            <p:spPr>
              <a:xfrm>
                <a:off x="9451816" y="156649"/>
                <a:ext cx="136425" cy="136425"/>
              </a:xfrm>
              <a:custGeom>
                <a:avLst/>
                <a:gdLst>
                  <a:gd name="connsiteX0" fmla="*/ 68213 w 136425"/>
                  <a:gd name="connsiteY0" fmla="*/ 136426 h 136425"/>
                  <a:gd name="connsiteX1" fmla="*/ 0 w 136425"/>
                  <a:gd name="connsiteY1" fmla="*/ 68213 h 136425"/>
                  <a:gd name="connsiteX2" fmla="*/ 68213 w 136425"/>
                  <a:gd name="connsiteY2" fmla="*/ 0 h 136425"/>
                  <a:gd name="connsiteX3" fmla="*/ 136425 w 136425"/>
                  <a:gd name="connsiteY3" fmla="*/ 68213 h 136425"/>
                  <a:gd name="connsiteX4" fmla="*/ 68213 w 136425"/>
                  <a:gd name="connsiteY4" fmla="*/ 136426 h 136425"/>
                  <a:gd name="connsiteX5" fmla="*/ 68213 w 136425"/>
                  <a:gd name="connsiteY5" fmla="*/ 6892 h 136425"/>
                  <a:gd name="connsiteX6" fmla="*/ 6892 w 136425"/>
                  <a:gd name="connsiteY6" fmla="*/ 68213 h 136425"/>
                  <a:gd name="connsiteX7" fmla="*/ 68213 w 136425"/>
                  <a:gd name="connsiteY7" fmla="*/ 129534 h 136425"/>
                  <a:gd name="connsiteX8" fmla="*/ 129533 w 136425"/>
                  <a:gd name="connsiteY8" fmla="*/ 68213 h 136425"/>
                  <a:gd name="connsiteX9" fmla="*/ 68213 w 136425"/>
                  <a:gd name="connsiteY9" fmla="*/ 6892 h 136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6425" h="136425">
                    <a:moveTo>
                      <a:pt x="68213" y="136426"/>
                    </a:moveTo>
                    <a:cubicBezTo>
                      <a:pt x="30589" y="136426"/>
                      <a:pt x="0" y="105836"/>
                      <a:pt x="0" y="68213"/>
                    </a:cubicBezTo>
                    <a:cubicBezTo>
                      <a:pt x="0" y="30590"/>
                      <a:pt x="30589" y="0"/>
                      <a:pt x="68213" y="0"/>
                    </a:cubicBezTo>
                    <a:cubicBezTo>
                      <a:pt x="105836" y="0"/>
                      <a:pt x="136425" y="30590"/>
                      <a:pt x="136425" y="68213"/>
                    </a:cubicBezTo>
                    <a:cubicBezTo>
                      <a:pt x="136425" y="105836"/>
                      <a:pt x="105836" y="136426"/>
                      <a:pt x="68213" y="136426"/>
                    </a:cubicBezTo>
                    <a:close/>
                    <a:moveTo>
                      <a:pt x="68213" y="6892"/>
                    </a:moveTo>
                    <a:cubicBezTo>
                      <a:pt x="34403" y="6892"/>
                      <a:pt x="6892" y="34403"/>
                      <a:pt x="6892" y="68213"/>
                    </a:cubicBezTo>
                    <a:cubicBezTo>
                      <a:pt x="6892" y="102023"/>
                      <a:pt x="34403" y="129534"/>
                      <a:pt x="68213" y="129534"/>
                    </a:cubicBezTo>
                    <a:cubicBezTo>
                      <a:pt x="102022" y="129534"/>
                      <a:pt x="129533" y="102023"/>
                      <a:pt x="129533" y="68213"/>
                    </a:cubicBezTo>
                    <a:cubicBezTo>
                      <a:pt x="129533" y="34403"/>
                      <a:pt x="102022" y="6892"/>
                      <a:pt x="68213" y="6892"/>
                    </a:cubicBezTo>
                    <a:close/>
                  </a:path>
                </a:pathLst>
              </a:custGeom>
              <a:solidFill>
                <a:srgbClr val="17A3A3"/>
              </a:solidFill>
              <a:ln w="2824" cap="flat">
                <a:noFill/>
                <a:prstDash val="solid"/>
                <a:miter/>
              </a:ln>
            </p:spPr>
            <p:txBody>
              <a:bodyPr rtlCol="1" anchor="ctr"/>
              <a:lstStyle/>
              <a:p>
                <a:endParaRPr lang="ar-SA"/>
              </a:p>
            </p:txBody>
          </p:sp>
        </p:grpSp>
        <p:sp>
          <p:nvSpPr>
            <p:cNvPr id="7858" name="شكل حر: شكل 8758">
              <a:extLst>
                <a:ext uri="{FF2B5EF4-FFF2-40B4-BE49-F238E27FC236}">
                  <a16:creationId xmlns:a16="http://schemas.microsoft.com/office/drawing/2014/main" id="{B2794E04-3513-4865-929E-32E2F1C94530}"/>
                </a:ext>
              </a:extLst>
            </p:cNvPr>
            <p:cNvSpPr/>
            <p:nvPr/>
          </p:nvSpPr>
          <p:spPr>
            <a:xfrm>
              <a:off x="9490907" y="206559"/>
              <a:ext cx="58241" cy="40334"/>
            </a:xfrm>
            <a:custGeom>
              <a:avLst/>
              <a:gdLst>
                <a:gd name="connsiteX0" fmla="*/ 21353 w 58241"/>
                <a:gd name="connsiteY0" fmla="*/ 40335 h 40334"/>
                <a:gd name="connsiteX1" fmla="*/ 18924 w 58241"/>
                <a:gd name="connsiteY1" fmla="*/ 39318 h 40334"/>
                <a:gd name="connsiteX2" fmla="*/ 1017 w 58241"/>
                <a:gd name="connsiteY2" fmla="*/ 21410 h 40334"/>
                <a:gd name="connsiteX3" fmla="*/ 1017 w 58241"/>
                <a:gd name="connsiteY3" fmla="*/ 16552 h 40334"/>
                <a:gd name="connsiteX4" fmla="*/ 5875 w 58241"/>
                <a:gd name="connsiteY4" fmla="*/ 16552 h 40334"/>
                <a:gd name="connsiteX5" fmla="*/ 21353 w 58241"/>
                <a:gd name="connsiteY5" fmla="*/ 32030 h 40334"/>
                <a:gd name="connsiteX6" fmla="*/ 52367 w 58241"/>
                <a:gd name="connsiteY6" fmla="*/ 1017 h 40334"/>
                <a:gd name="connsiteX7" fmla="*/ 57225 w 58241"/>
                <a:gd name="connsiteY7" fmla="*/ 1017 h 40334"/>
                <a:gd name="connsiteX8" fmla="*/ 57225 w 58241"/>
                <a:gd name="connsiteY8" fmla="*/ 5875 h 40334"/>
                <a:gd name="connsiteX9" fmla="*/ 23783 w 58241"/>
                <a:gd name="connsiteY9" fmla="*/ 39318 h 40334"/>
                <a:gd name="connsiteX10" fmla="*/ 21353 w 58241"/>
                <a:gd name="connsiteY10" fmla="*/ 40335 h 40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241" h="40334">
                  <a:moveTo>
                    <a:pt x="21353" y="40335"/>
                  </a:moveTo>
                  <a:cubicBezTo>
                    <a:pt x="20478" y="40335"/>
                    <a:pt x="19603" y="39996"/>
                    <a:pt x="18924" y="39318"/>
                  </a:cubicBezTo>
                  <a:lnTo>
                    <a:pt x="1017" y="21410"/>
                  </a:lnTo>
                  <a:cubicBezTo>
                    <a:pt x="-339" y="20054"/>
                    <a:pt x="-339" y="17879"/>
                    <a:pt x="1017" y="16552"/>
                  </a:cubicBezTo>
                  <a:cubicBezTo>
                    <a:pt x="2373" y="15196"/>
                    <a:pt x="4547" y="15196"/>
                    <a:pt x="5875" y="16552"/>
                  </a:cubicBezTo>
                  <a:lnTo>
                    <a:pt x="21353" y="32030"/>
                  </a:lnTo>
                  <a:lnTo>
                    <a:pt x="52367" y="1017"/>
                  </a:lnTo>
                  <a:cubicBezTo>
                    <a:pt x="53723" y="-339"/>
                    <a:pt x="55898" y="-339"/>
                    <a:pt x="57225" y="1017"/>
                  </a:cubicBezTo>
                  <a:cubicBezTo>
                    <a:pt x="58581" y="2373"/>
                    <a:pt x="58581" y="4548"/>
                    <a:pt x="57225" y="5875"/>
                  </a:cubicBezTo>
                  <a:lnTo>
                    <a:pt x="23783" y="39318"/>
                  </a:lnTo>
                  <a:cubicBezTo>
                    <a:pt x="23105" y="39996"/>
                    <a:pt x="22229" y="40335"/>
                    <a:pt x="21353" y="40335"/>
                  </a:cubicBezTo>
                  <a:close/>
                </a:path>
              </a:pathLst>
            </a:custGeom>
            <a:solidFill>
              <a:srgbClr val="17A3A3"/>
            </a:solidFill>
            <a:ln w="2824" cap="flat">
              <a:noFill/>
              <a:prstDash val="solid"/>
              <a:miter/>
            </a:ln>
          </p:spPr>
          <p:txBody>
            <a:bodyPr rtlCol="1" anchor="ctr"/>
            <a:lstStyle/>
            <a:p>
              <a:endParaRPr lang="ar-SA"/>
            </a:p>
          </p:txBody>
        </p:sp>
      </p:grpSp>
      <p:grpSp>
        <p:nvGrpSpPr>
          <p:cNvPr id="7861" name="رسم 8014">
            <a:extLst>
              <a:ext uri="{FF2B5EF4-FFF2-40B4-BE49-F238E27FC236}">
                <a16:creationId xmlns:a16="http://schemas.microsoft.com/office/drawing/2014/main" id="{9B5AA374-C876-4FC0-B760-E7BA3F327AF9}"/>
              </a:ext>
            </a:extLst>
          </p:cNvPr>
          <p:cNvGrpSpPr/>
          <p:nvPr/>
        </p:nvGrpSpPr>
        <p:grpSpPr>
          <a:xfrm>
            <a:off x="3339980" y="1805104"/>
            <a:ext cx="229522" cy="222962"/>
            <a:chOff x="3073706" y="474806"/>
            <a:chExt cx="274348" cy="282878"/>
          </a:xfrm>
        </p:grpSpPr>
        <p:sp>
          <p:nvSpPr>
            <p:cNvPr id="7862" name="شكل حر: شكل 8760">
              <a:extLst>
                <a:ext uri="{FF2B5EF4-FFF2-40B4-BE49-F238E27FC236}">
                  <a16:creationId xmlns:a16="http://schemas.microsoft.com/office/drawing/2014/main" id="{4F9F8C99-BDB4-7FF3-8B21-836C936F558B}"/>
                </a:ext>
              </a:extLst>
            </p:cNvPr>
            <p:cNvSpPr/>
            <p:nvPr/>
          </p:nvSpPr>
          <p:spPr>
            <a:xfrm>
              <a:off x="3082434" y="667835"/>
              <a:ext cx="256948" cy="89848"/>
            </a:xfrm>
            <a:custGeom>
              <a:avLst/>
              <a:gdLst>
                <a:gd name="connsiteX0" fmla="*/ 231867 w 256948"/>
                <a:gd name="connsiteY0" fmla="*/ 89849 h 89848"/>
                <a:gd name="connsiteX1" fmla="*/ 25082 w 256948"/>
                <a:gd name="connsiteY1" fmla="*/ 89849 h 89848"/>
                <a:gd name="connsiteX2" fmla="*/ 0 w 256948"/>
                <a:gd name="connsiteY2" fmla="*/ 64767 h 89848"/>
                <a:gd name="connsiteX3" fmla="*/ 0 w 256948"/>
                <a:gd name="connsiteY3" fmla="*/ 3474 h 89848"/>
                <a:gd name="connsiteX4" fmla="*/ 3446 w 256948"/>
                <a:gd name="connsiteY4" fmla="*/ 28 h 89848"/>
                <a:gd name="connsiteX5" fmla="*/ 6892 w 256948"/>
                <a:gd name="connsiteY5" fmla="*/ 3474 h 89848"/>
                <a:gd name="connsiteX6" fmla="*/ 6892 w 256948"/>
                <a:gd name="connsiteY6" fmla="*/ 64767 h 89848"/>
                <a:gd name="connsiteX7" fmla="*/ 25082 w 256948"/>
                <a:gd name="connsiteY7" fmla="*/ 82957 h 89848"/>
                <a:gd name="connsiteX8" fmla="*/ 231867 w 256948"/>
                <a:gd name="connsiteY8" fmla="*/ 82957 h 89848"/>
                <a:gd name="connsiteX9" fmla="*/ 250057 w 256948"/>
                <a:gd name="connsiteY9" fmla="*/ 64767 h 89848"/>
                <a:gd name="connsiteX10" fmla="*/ 250057 w 256948"/>
                <a:gd name="connsiteY10" fmla="*/ 3446 h 89848"/>
                <a:gd name="connsiteX11" fmla="*/ 253503 w 256948"/>
                <a:gd name="connsiteY11" fmla="*/ 0 h 89848"/>
                <a:gd name="connsiteX12" fmla="*/ 256949 w 256948"/>
                <a:gd name="connsiteY12" fmla="*/ 3446 h 89848"/>
                <a:gd name="connsiteX13" fmla="*/ 256949 w 256948"/>
                <a:gd name="connsiteY13" fmla="*/ 64767 h 89848"/>
                <a:gd name="connsiteX14" fmla="*/ 231867 w 256948"/>
                <a:gd name="connsiteY14" fmla="*/ 89849 h 89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6948" h="89848">
                  <a:moveTo>
                    <a:pt x="231867" y="89849"/>
                  </a:moveTo>
                  <a:lnTo>
                    <a:pt x="25082" y="89849"/>
                  </a:lnTo>
                  <a:cubicBezTo>
                    <a:pt x="11242" y="89849"/>
                    <a:pt x="0" y="78607"/>
                    <a:pt x="0" y="64767"/>
                  </a:cubicBezTo>
                  <a:lnTo>
                    <a:pt x="0" y="3474"/>
                  </a:lnTo>
                  <a:cubicBezTo>
                    <a:pt x="0" y="1582"/>
                    <a:pt x="1553" y="28"/>
                    <a:pt x="3446" y="28"/>
                  </a:cubicBezTo>
                  <a:cubicBezTo>
                    <a:pt x="5338" y="28"/>
                    <a:pt x="6892" y="1582"/>
                    <a:pt x="6892" y="3474"/>
                  </a:cubicBezTo>
                  <a:lnTo>
                    <a:pt x="6892" y="64767"/>
                  </a:lnTo>
                  <a:cubicBezTo>
                    <a:pt x="6892" y="74794"/>
                    <a:pt x="15055" y="82957"/>
                    <a:pt x="25082" y="82957"/>
                  </a:cubicBezTo>
                  <a:lnTo>
                    <a:pt x="231867" y="82957"/>
                  </a:lnTo>
                  <a:cubicBezTo>
                    <a:pt x="241894" y="82957"/>
                    <a:pt x="250057" y="74794"/>
                    <a:pt x="250057" y="64767"/>
                  </a:cubicBezTo>
                  <a:lnTo>
                    <a:pt x="250057" y="3446"/>
                  </a:lnTo>
                  <a:cubicBezTo>
                    <a:pt x="250057" y="1554"/>
                    <a:pt x="251611" y="0"/>
                    <a:pt x="253503" y="0"/>
                  </a:cubicBezTo>
                  <a:cubicBezTo>
                    <a:pt x="255395" y="0"/>
                    <a:pt x="256949" y="1554"/>
                    <a:pt x="256949" y="3446"/>
                  </a:cubicBezTo>
                  <a:lnTo>
                    <a:pt x="256949" y="64767"/>
                  </a:lnTo>
                  <a:cubicBezTo>
                    <a:pt x="256949" y="78607"/>
                    <a:pt x="245707" y="89849"/>
                    <a:pt x="231867" y="89849"/>
                  </a:cubicBezTo>
                  <a:close/>
                </a:path>
              </a:pathLst>
            </a:custGeom>
            <a:solidFill>
              <a:srgbClr val="01355A"/>
            </a:solidFill>
            <a:ln w="2824" cap="flat">
              <a:noFill/>
              <a:prstDash val="solid"/>
              <a:miter/>
            </a:ln>
          </p:spPr>
          <p:txBody>
            <a:bodyPr rtlCol="1" anchor="ctr"/>
            <a:lstStyle/>
            <a:p>
              <a:endParaRPr lang="ar-SA"/>
            </a:p>
          </p:txBody>
        </p:sp>
        <p:sp>
          <p:nvSpPr>
            <p:cNvPr id="7863" name="شكل حر: شكل 8761">
              <a:extLst>
                <a:ext uri="{FF2B5EF4-FFF2-40B4-BE49-F238E27FC236}">
                  <a16:creationId xmlns:a16="http://schemas.microsoft.com/office/drawing/2014/main" id="{6F2593C5-83B8-4BC6-C081-E89CB00FF7BF}"/>
                </a:ext>
              </a:extLst>
            </p:cNvPr>
            <p:cNvSpPr/>
            <p:nvPr/>
          </p:nvSpPr>
          <p:spPr>
            <a:xfrm>
              <a:off x="3157341" y="474806"/>
              <a:ext cx="100215" cy="40108"/>
            </a:xfrm>
            <a:custGeom>
              <a:avLst/>
              <a:gdLst>
                <a:gd name="connsiteX0" fmla="*/ 3446 w 100215"/>
                <a:gd name="connsiteY0" fmla="*/ 40109 h 40108"/>
                <a:gd name="connsiteX1" fmla="*/ 0 w 100215"/>
                <a:gd name="connsiteY1" fmla="*/ 36663 h 40108"/>
                <a:gd name="connsiteX2" fmla="*/ 36663 w 100215"/>
                <a:gd name="connsiteY2" fmla="*/ 0 h 40108"/>
                <a:gd name="connsiteX3" fmla="*/ 63552 w 100215"/>
                <a:gd name="connsiteY3" fmla="*/ 0 h 40108"/>
                <a:gd name="connsiteX4" fmla="*/ 100215 w 100215"/>
                <a:gd name="connsiteY4" fmla="*/ 36663 h 40108"/>
                <a:gd name="connsiteX5" fmla="*/ 96769 w 100215"/>
                <a:gd name="connsiteY5" fmla="*/ 40109 h 40108"/>
                <a:gd name="connsiteX6" fmla="*/ 93323 w 100215"/>
                <a:gd name="connsiteY6" fmla="*/ 36663 h 40108"/>
                <a:gd name="connsiteX7" fmla="*/ 63552 w 100215"/>
                <a:gd name="connsiteY7" fmla="*/ 6892 h 40108"/>
                <a:gd name="connsiteX8" fmla="*/ 36663 w 100215"/>
                <a:gd name="connsiteY8" fmla="*/ 6892 h 40108"/>
                <a:gd name="connsiteX9" fmla="*/ 6892 w 100215"/>
                <a:gd name="connsiteY9" fmla="*/ 36663 h 40108"/>
                <a:gd name="connsiteX10" fmla="*/ 3446 w 100215"/>
                <a:gd name="connsiteY10" fmla="*/ 40109 h 40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0215" h="40108">
                  <a:moveTo>
                    <a:pt x="3446" y="40109"/>
                  </a:moveTo>
                  <a:cubicBezTo>
                    <a:pt x="1554" y="40109"/>
                    <a:pt x="0" y="38555"/>
                    <a:pt x="0" y="36663"/>
                  </a:cubicBezTo>
                  <a:cubicBezTo>
                    <a:pt x="0" y="16439"/>
                    <a:pt x="16439" y="0"/>
                    <a:pt x="36663" y="0"/>
                  </a:cubicBezTo>
                  <a:lnTo>
                    <a:pt x="63552" y="0"/>
                  </a:lnTo>
                  <a:cubicBezTo>
                    <a:pt x="83776" y="0"/>
                    <a:pt x="100215" y="16439"/>
                    <a:pt x="100215" y="36663"/>
                  </a:cubicBezTo>
                  <a:cubicBezTo>
                    <a:pt x="100215" y="38555"/>
                    <a:pt x="98662" y="40109"/>
                    <a:pt x="96769" y="40109"/>
                  </a:cubicBezTo>
                  <a:cubicBezTo>
                    <a:pt x="94877" y="40109"/>
                    <a:pt x="93323" y="38555"/>
                    <a:pt x="93323" y="36663"/>
                  </a:cubicBezTo>
                  <a:cubicBezTo>
                    <a:pt x="93323" y="20252"/>
                    <a:pt x="79963" y="6892"/>
                    <a:pt x="63552" y="6892"/>
                  </a:cubicBezTo>
                  <a:lnTo>
                    <a:pt x="36663" y="6892"/>
                  </a:lnTo>
                  <a:cubicBezTo>
                    <a:pt x="20252" y="6892"/>
                    <a:pt x="6892" y="20252"/>
                    <a:pt x="6892" y="36663"/>
                  </a:cubicBezTo>
                  <a:cubicBezTo>
                    <a:pt x="6892" y="38555"/>
                    <a:pt x="5338" y="40109"/>
                    <a:pt x="3446" y="40109"/>
                  </a:cubicBezTo>
                  <a:close/>
                </a:path>
              </a:pathLst>
            </a:custGeom>
            <a:solidFill>
              <a:srgbClr val="17A3A3"/>
            </a:solidFill>
            <a:ln w="2824" cap="flat">
              <a:noFill/>
              <a:prstDash val="solid"/>
              <a:miter/>
            </a:ln>
          </p:spPr>
          <p:txBody>
            <a:bodyPr rtlCol="1" anchor="ctr"/>
            <a:lstStyle/>
            <a:p>
              <a:endParaRPr lang="ar-SA"/>
            </a:p>
          </p:txBody>
        </p:sp>
        <p:sp>
          <p:nvSpPr>
            <p:cNvPr id="7864" name="شكل حر: شكل 8762">
              <a:extLst>
                <a:ext uri="{FF2B5EF4-FFF2-40B4-BE49-F238E27FC236}">
                  <a16:creationId xmlns:a16="http://schemas.microsoft.com/office/drawing/2014/main" id="{94BF1334-F162-C96C-7FF1-23CCEA9E1C9C}"/>
                </a:ext>
              </a:extLst>
            </p:cNvPr>
            <p:cNvSpPr/>
            <p:nvPr/>
          </p:nvSpPr>
          <p:spPr>
            <a:xfrm>
              <a:off x="3073706" y="539657"/>
              <a:ext cx="274348" cy="128177"/>
            </a:xfrm>
            <a:custGeom>
              <a:avLst/>
              <a:gdLst>
                <a:gd name="connsiteX0" fmla="*/ 152893 w 274348"/>
                <a:gd name="connsiteY0" fmla="*/ 128178 h 128177"/>
                <a:gd name="connsiteX1" fmla="*/ 149532 w 274348"/>
                <a:gd name="connsiteY1" fmla="*/ 125523 h 128177"/>
                <a:gd name="connsiteX2" fmla="*/ 152102 w 274348"/>
                <a:gd name="connsiteY2" fmla="*/ 121371 h 128177"/>
                <a:gd name="connsiteX3" fmla="*/ 253927 w 274348"/>
                <a:gd name="connsiteY3" fmla="*/ 97532 h 128177"/>
                <a:gd name="connsiteX4" fmla="*/ 267456 w 274348"/>
                <a:gd name="connsiteY4" fmla="*/ 80019 h 128177"/>
                <a:gd name="connsiteX5" fmla="*/ 267456 w 274348"/>
                <a:gd name="connsiteY5" fmla="*/ 19546 h 128177"/>
                <a:gd name="connsiteX6" fmla="*/ 254802 w 274348"/>
                <a:gd name="connsiteY6" fmla="*/ 6892 h 128177"/>
                <a:gd name="connsiteX7" fmla="*/ 19546 w 274348"/>
                <a:gd name="connsiteY7" fmla="*/ 6892 h 128177"/>
                <a:gd name="connsiteX8" fmla="*/ 6892 w 274348"/>
                <a:gd name="connsiteY8" fmla="*/ 19546 h 128177"/>
                <a:gd name="connsiteX9" fmla="*/ 6892 w 274348"/>
                <a:gd name="connsiteY9" fmla="*/ 80019 h 128177"/>
                <a:gd name="connsiteX10" fmla="*/ 20506 w 274348"/>
                <a:gd name="connsiteY10" fmla="*/ 97532 h 128177"/>
                <a:gd name="connsiteX11" fmla="*/ 122275 w 274348"/>
                <a:gd name="connsiteY11" fmla="*/ 121343 h 128177"/>
                <a:gd name="connsiteX12" fmla="*/ 124845 w 274348"/>
                <a:gd name="connsiteY12" fmla="*/ 125495 h 128177"/>
                <a:gd name="connsiteX13" fmla="*/ 120693 w 274348"/>
                <a:gd name="connsiteY13" fmla="*/ 128065 h 128177"/>
                <a:gd name="connsiteX14" fmla="*/ 18868 w 274348"/>
                <a:gd name="connsiteY14" fmla="*/ 104226 h 128177"/>
                <a:gd name="connsiteX15" fmla="*/ 0 w 274348"/>
                <a:gd name="connsiteY15" fmla="*/ 80019 h 128177"/>
                <a:gd name="connsiteX16" fmla="*/ 0 w 274348"/>
                <a:gd name="connsiteY16" fmla="*/ 19546 h 128177"/>
                <a:gd name="connsiteX17" fmla="*/ 19546 w 274348"/>
                <a:gd name="connsiteY17" fmla="*/ 0 h 128177"/>
                <a:gd name="connsiteX18" fmla="*/ 254802 w 274348"/>
                <a:gd name="connsiteY18" fmla="*/ 0 h 128177"/>
                <a:gd name="connsiteX19" fmla="*/ 274348 w 274348"/>
                <a:gd name="connsiteY19" fmla="*/ 19546 h 128177"/>
                <a:gd name="connsiteX20" fmla="*/ 274348 w 274348"/>
                <a:gd name="connsiteY20" fmla="*/ 80019 h 128177"/>
                <a:gd name="connsiteX21" fmla="*/ 255565 w 274348"/>
                <a:gd name="connsiteY21" fmla="*/ 104226 h 128177"/>
                <a:gd name="connsiteX22" fmla="*/ 153684 w 274348"/>
                <a:gd name="connsiteY22" fmla="*/ 128065 h 128177"/>
                <a:gd name="connsiteX23" fmla="*/ 152893 w 274348"/>
                <a:gd name="connsiteY23" fmla="*/ 128150 h 128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4348" h="128177">
                  <a:moveTo>
                    <a:pt x="152893" y="128178"/>
                  </a:moveTo>
                  <a:cubicBezTo>
                    <a:pt x="151339" y="128178"/>
                    <a:pt x="149927" y="127105"/>
                    <a:pt x="149532" y="125523"/>
                  </a:cubicBezTo>
                  <a:cubicBezTo>
                    <a:pt x="149108" y="123659"/>
                    <a:pt x="150238" y="121823"/>
                    <a:pt x="152102" y="121371"/>
                  </a:cubicBezTo>
                  <a:lnTo>
                    <a:pt x="253927" y="97532"/>
                  </a:lnTo>
                  <a:cubicBezTo>
                    <a:pt x="261864" y="95498"/>
                    <a:pt x="267456" y="88295"/>
                    <a:pt x="267456" y="80019"/>
                  </a:cubicBezTo>
                  <a:lnTo>
                    <a:pt x="267456" y="19546"/>
                  </a:lnTo>
                  <a:cubicBezTo>
                    <a:pt x="267456" y="12569"/>
                    <a:pt x="261779" y="6892"/>
                    <a:pt x="254802" y="6892"/>
                  </a:cubicBezTo>
                  <a:lnTo>
                    <a:pt x="19546" y="6892"/>
                  </a:lnTo>
                  <a:cubicBezTo>
                    <a:pt x="12569" y="6892"/>
                    <a:pt x="6892" y="12569"/>
                    <a:pt x="6892" y="19546"/>
                  </a:cubicBezTo>
                  <a:lnTo>
                    <a:pt x="6892" y="80019"/>
                  </a:lnTo>
                  <a:cubicBezTo>
                    <a:pt x="6892" y="88295"/>
                    <a:pt x="12484" y="95498"/>
                    <a:pt x="20506" y="97532"/>
                  </a:cubicBezTo>
                  <a:lnTo>
                    <a:pt x="122275" y="121343"/>
                  </a:lnTo>
                  <a:cubicBezTo>
                    <a:pt x="124139" y="121766"/>
                    <a:pt x="125269" y="123630"/>
                    <a:pt x="124845" y="125495"/>
                  </a:cubicBezTo>
                  <a:cubicBezTo>
                    <a:pt x="124421" y="127359"/>
                    <a:pt x="122557" y="128489"/>
                    <a:pt x="120693" y="128065"/>
                  </a:cubicBezTo>
                  <a:lnTo>
                    <a:pt x="18868" y="104226"/>
                  </a:lnTo>
                  <a:cubicBezTo>
                    <a:pt x="7739" y="101401"/>
                    <a:pt x="0" y="91431"/>
                    <a:pt x="0" y="80019"/>
                  </a:cubicBezTo>
                  <a:lnTo>
                    <a:pt x="0" y="19546"/>
                  </a:lnTo>
                  <a:cubicBezTo>
                    <a:pt x="0" y="8756"/>
                    <a:pt x="8756" y="0"/>
                    <a:pt x="19546" y="0"/>
                  </a:cubicBezTo>
                  <a:lnTo>
                    <a:pt x="254802" y="0"/>
                  </a:lnTo>
                  <a:cubicBezTo>
                    <a:pt x="265592" y="0"/>
                    <a:pt x="274348" y="8756"/>
                    <a:pt x="274348" y="19546"/>
                  </a:cubicBezTo>
                  <a:lnTo>
                    <a:pt x="274348" y="80019"/>
                  </a:lnTo>
                  <a:cubicBezTo>
                    <a:pt x="274348" y="91431"/>
                    <a:pt x="266609" y="101401"/>
                    <a:pt x="255565" y="104226"/>
                  </a:cubicBezTo>
                  <a:lnTo>
                    <a:pt x="153684" y="128065"/>
                  </a:lnTo>
                  <a:cubicBezTo>
                    <a:pt x="153429" y="128121"/>
                    <a:pt x="153147" y="128150"/>
                    <a:pt x="152893" y="128150"/>
                  </a:cubicBezTo>
                  <a:close/>
                </a:path>
              </a:pathLst>
            </a:custGeom>
            <a:solidFill>
              <a:srgbClr val="01355A"/>
            </a:solidFill>
            <a:ln w="2824" cap="flat">
              <a:noFill/>
              <a:prstDash val="solid"/>
              <a:miter/>
            </a:ln>
          </p:spPr>
          <p:txBody>
            <a:bodyPr rtlCol="1" anchor="ctr"/>
            <a:lstStyle/>
            <a:p>
              <a:endParaRPr lang="ar-SA"/>
            </a:p>
          </p:txBody>
        </p:sp>
        <p:sp>
          <p:nvSpPr>
            <p:cNvPr id="7865" name="شكل حر: شكل 8763">
              <a:extLst>
                <a:ext uri="{FF2B5EF4-FFF2-40B4-BE49-F238E27FC236}">
                  <a16:creationId xmlns:a16="http://schemas.microsoft.com/office/drawing/2014/main" id="{D08DD3B3-B9BE-6572-6B8C-2D00B4D14207}"/>
                </a:ext>
              </a:extLst>
            </p:cNvPr>
            <p:cNvSpPr/>
            <p:nvPr/>
          </p:nvSpPr>
          <p:spPr>
            <a:xfrm>
              <a:off x="3191744" y="636144"/>
              <a:ext cx="38328" cy="63834"/>
            </a:xfrm>
            <a:custGeom>
              <a:avLst/>
              <a:gdLst>
                <a:gd name="connsiteX0" fmla="*/ 23472 w 38328"/>
                <a:gd name="connsiteY0" fmla="*/ 63835 h 63834"/>
                <a:gd name="connsiteX1" fmla="*/ 14857 w 38328"/>
                <a:gd name="connsiteY1" fmla="*/ 63835 h 63834"/>
                <a:gd name="connsiteX2" fmla="*/ 0 w 38328"/>
                <a:gd name="connsiteY2" fmla="*/ 48978 h 63834"/>
                <a:gd name="connsiteX3" fmla="*/ 0 w 38328"/>
                <a:gd name="connsiteY3" fmla="*/ 14857 h 63834"/>
                <a:gd name="connsiteX4" fmla="*/ 14857 w 38328"/>
                <a:gd name="connsiteY4" fmla="*/ 0 h 63834"/>
                <a:gd name="connsiteX5" fmla="*/ 23472 w 38328"/>
                <a:gd name="connsiteY5" fmla="*/ 0 h 63834"/>
                <a:gd name="connsiteX6" fmla="*/ 38329 w 38328"/>
                <a:gd name="connsiteY6" fmla="*/ 14857 h 63834"/>
                <a:gd name="connsiteX7" fmla="*/ 38329 w 38328"/>
                <a:gd name="connsiteY7" fmla="*/ 48978 h 63834"/>
                <a:gd name="connsiteX8" fmla="*/ 23472 w 38328"/>
                <a:gd name="connsiteY8" fmla="*/ 63835 h 63834"/>
                <a:gd name="connsiteX9" fmla="*/ 14857 w 38328"/>
                <a:gd name="connsiteY9" fmla="*/ 6892 h 63834"/>
                <a:gd name="connsiteX10" fmla="*/ 6892 w 38328"/>
                <a:gd name="connsiteY10" fmla="*/ 14857 h 63834"/>
                <a:gd name="connsiteX11" fmla="*/ 6892 w 38328"/>
                <a:gd name="connsiteY11" fmla="*/ 48978 h 63834"/>
                <a:gd name="connsiteX12" fmla="*/ 14857 w 38328"/>
                <a:gd name="connsiteY12" fmla="*/ 56943 h 63834"/>
                <a:gd name="connsiteX13" fmla="*/ 23472 w 38328"/>
                <a:gd name="connsiteY13" fmla="*/ 56943 h 63834"/>
                <a:gd name="connsiteX14" fmla="*/ 31437 w 38328"/>
                <a:gd name="connsiteY14" fmla="*/ 48978 h 63834"/>
                <a:gd name="connsiteX15" fmla="*/ 31437 w 38328"/>
                <a:gd name="connsiteY15" fmla="*/ 14857 h 63834"/>
                <a:gd name="connsiteX16" fmla="*/ 23472 w 38328"/>
                <a:gd name="connsiteY16" fmla="*/ 6892 h 63834"/>
                <a:gd name="connsiteX17" fmla="*/ 14857 w 38328"/>
                <a:gd name="connsiteY17" fmla="*/ 6892 h 63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8328" h="63834">
                  <a:moveTo>
                    <a:pt x="23472" y="63835"/>
                  </a:moveTo>
                  <a:lnTo>
                    <a:pt x="14857" y="63835"/>
                  </a:lnTo>
                  <a:cubicBezTo>
                    <a:pt x="6666" y="63835"/>
                    <a:pt x="0" y="57169"/>
                    <a:pt x="0" y="48978"/>
                  </a:cubicBezTo>
                  <a:lnTo>
                    <a:pt x="0" y="14857"/>
                  </a:lnTo>
                  <a:cubicBezTo>
                    <a:pt x="0" y="6666"/>
                    <a:pt x="6666" y="0"/>
                    <a:pt x="14857" y="0"/>
                  </a:cubicBezTo>
                  <a:lnTo>
                    <a:pt x="23472" y="0"/>
                  </a:lnTo>
                  <a:cubicBezTo>
                    <a:pt x="31663" y="0"/>
                    <a:pt x="38329" y="6666"/>
                    <a:pt x="38329" y="14857"/>
                  </a:cubicBezTo>
                  <a:lnTo>
                    <a:pt x="38329" y="48978"/>
                  </a:lnTo>
                  <a:cubicBezTo>
                    <a:pt x="38329" y="57169"/>
                    <a:pt x="31663" y="63835"/>
                    <a:pt x="23472" y="63835"/>
                  </a:cubicBezTo>
                  <a:close/>
                  <a:moveTo>
                    <a:pt x="14857" y="6892"/>
                  </a:moveTo>
                  <a:cubicBezTo>
                    <a:pt x="10479" y="6892"/>
                    <a:pt x="6892" y="10451"/>
                    <a:pt x="6892" y="14857"/>
                  </a:cubicBezTo>
                  <a:lnTo>
                    <a:pt x="6892" y="48978"/>
                  </a:lnTo>
                  <a:cubicBezTo>
                    <a:pt x="6892" y="53356"/>
                    <a:pt x="10451" y="56943"/>
                    <a:pt x="14857" y="56943"/>
                  </a:cubicBezTo>
                  <a:lnTo>
                    <a:pt x="23472" y="56943"/>
                  </a:lnTo>
                  <a:cubicBezTo>
                    <a:pt x="27850" y="56943"/>
                    <a:pt x="31437" y="53384"/>
                    <a:pt x="31437" y="48978"/>
                  </a:cubicBezTo>
                  <a:lnTo>
                    <a:pt x="31437" y="14857"/>
                  </a:lnTo>
                  <a:cubicBezTo>
                    <a:pt x="31437" y="10479"/>
                    <a:pt x="27878" y="6892"/>
                    <a:pt x="23472" y="6892"/>
                  </a:cubicBezTo>
                  <a:lnTo>
                    <a:pt x="14857" y="6892"/>
                  </a:lnTo>
                  <a:close/>
                </a:path>
              </a:pathLst>
            </a:custGeom>
            <a:solidFill>
              <a:srgbClr val="17A3A3"/>
            </a:solidFill>
            <a:ln w="2824" cap="flat">
              <a:noFill/>
              <a:prstDash val="solid"/>
              <a:miter/>
            </a:ln>
          </p:spPr>
          <p:txBody>
            <a:bodyPr rtlCol="1" anchor="ctr"/>
            <a:lstStyle/>
            <a:p>
              <a:endParaRPr lang="ar-SA"/>
            </a:p>
          </p:txBody>
        </p:sp>
      </p:grpSp>
      <p:grpSp>
        <p:nvGrpSpPr>
          <p:cNvPr id="7866" name="رسم 8014">
            <a:extLst>
              <a:ext uri="{FF2B5EF4-FFF2-40B4-BE49-F238E27FC236}">
                <a16:creationId xmlns:a16="http://schemas.microsoft.com/office/drawing/2014/main" id="{704F4823-888B-0387-921A-4FA50A280E3F}"/>
              </a:ext>
            </a:extLst>
          </p:cNvPr>
          <p:cNvGrpSpPr/>
          <p:nvPr/>
        </p:nvGrpSpPr>
        <p:grpSpPr>
          <a:xfrm>
            <a:off x="5976452" y="1511079"/>
            <a:ext cx="200693" cy="202235"/>
            <a:chOff x="6225081" y="101768"/>
            <a:chExt cx="239888" cy="256581"/>
          </a:xfrm>
        </p:grpSpPr>
        <p:sp>
          <p:nvSpPr>
            <p:cNvPr id="7867" name="شكل حر: شكل 8765">
              <a:extLst>
                <a:ext uri="{FF2B5EF4-FFF2-40B4-BE49-F238E27FC236}">
                  <a16:creationId xmlns:a16="http://schemas.microsoft.com/office/drawing/2014/main" id="{0C92FE36-121A-8B64-53F7-0C92B69E5131}"/>
                </a:ext>
              </a:extLst>
            </p:cNvPr>
            <p:cNvSpPr/>
            <p:nvPr/>
          </p:nvSpPr>
          <p:spPr>
            <a:xfrm>
              <a:off x="6251039" y="101768"/>
              <a:ext cx="213931" cy="231951"/>
            </a:xfrm>
            <a:custGeom>
              <a:avLst/>
              <a:gdLst>
                <a:gd name="connsiteX0" fmla="*/ 210485 w 213931"/>
                <a:gd name="connsiteY0" fmla="*/ 231952 h 231951"/>
                <a:gd name="connsiteX1" fmla="*/ 207039 w 213931"/>
                <a:gd name="connsiteY1" fmla="*/ 228506 h 231951"/>
                <a:gd name="connsiteX2" fmla="*/ 207039 w 213931"/>
                <a:gd name="connsiteY2" fmla="*/ 6892 h 231951"/>
                <a:gd name="connsiteX3" fmla="*/ 3446 w 213931"/>
                <a:gd name="connsiteY3" fmla="*/ 6892 h 231951"/>
                <a:gd name="connsiteX4" fmla="*/ 0 w 213931"/>
                <a:gd name="connsiteY4" fmla="*/ 3446 h 231951"/>
                <a:gd name="connsiteX5" fmla="*/ 3446 w 213931"/>
                <a:gd name="connsiteY5" fmla="*/ 0 h 231951"/>
                <a:gd name="connsiteX6" fmla="*/ 210485 w 213931"/>
                <a:gd name="connsiteY6" fmla="*/ 0 h 231951"/>
                <a:gd name="connsiteX7" fmla="*/ 213931 w 213931"/>
                <a:gd name="connsiteY7" fmla="*/ 3446 h 231951"/>
                <a:gd name="connsiteX8" fmla="*/ 213931 w 213931"/>
                <a:gd name="connsiteY8" fmla="*/ 228506 h 231951"/>
                <a:gd name="connsiteX9" fmla="*/ 210485 w 213931"/>
                <a:gd name="connsiteY9" fmla="*/ 231952 h 231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3931" h="231951">
                  <a:moveTo>
                    <a:pt x="210485" y="231952"/>
                  </a:moveTo>
                  <a:cubicBezTo>
                    <a:pt x="208593" y="231952"/>
                    <a:pt x="207039" y="230398"/>
                    <a:pt x="207039" y="228506"/>
                  </a:cubicBezTo>
                  <a:lnTo>
                    <a:pt x="207039" y="6892"/>
                  </a:lnTo>
                  <a:lnTo>
                    <a:pt x="3446" y="6892"/>
                  </a:lnTo>
                  <a:cubicBezTo>
                    <a:pt x="1553" y="6892"/>
                    <a:pt x="0" y="5338"/>
                    <a:pt x="0" y="3446"/>
                  </a:cubicBezTo>
                  <a:cubicBezTo>
                    <a:pt x="0" y="1554"/>
                    <a:pt x="1553" y="0"/>
                    <a:pt x="3446" y="0"/>
                  </a:cubicBezTo>
                  <a:lnTo>
                    <a:pt x="210485" y="0"/>
                  </a:lnTo>
                  <a:cubicBezTo>
                    <a:pt x="212378" y="0"/>
                    <a:pt x="213931" y="1554"/>
                    <a:pt x="213931" y="3446"/>
                  </a:cubicBezTo>
                  <a:lnTo>
                    <a:pt x="213931" y="228506"/>
                  </a:lnTo>
                  <a:cubicBezTo>
                    <a:pt x="213931" y="230398"/>
                    <a:pt x="212378" y="231952"/>
                    <a:pt x="210485" y="231952"/>
                  </a:cubicBezTo>
                  <a:close/>
                </a:path>
              </a:pathLst>
            </a:custGeom>
            <a:solidFill>
              <a:srgbClr val="01355A"/>
            </a:solidFill>
            <a:ln w="2824" cap="flat">
              <a:noFill/>
              <a:prstDash val="solid"/>
              <a:miter/>
            </a:ln>
          </p:spPr>
          <p:txBody>
            <a:bodyPr rtlCol="1" anchor="ctr"/>
            <a:lstStyle/>
            <a:p>
              <a:endParaRPr lang="ar-SA"/>
            </a:p>
          </p:txBody>
        </p:sp>
        <p:sp>
          <p:nvSpPr>
            <p:cNvPr id="7868" name="شكل حر: شكل 8766">
              <a:extLst>
                <a:ext uri="{FF2B5EF4-FFF2-40B4-BE49-F238E27FC236}">
                  <a16:creationId xmlns:a16="http://schemas.microsoft.com/office/drawing/2014/main" id="{5DF99648-862F-F846-7277-243ABE5D54A8}"/>
                </a:ext>
              </a:extLst>
            </p:cNvPr>
            <p:cNvSpPr/>
            <p:nvPr/>
          </p:nvSpPr>
          <p:spPr>
            <a:xfrm>
              <a:off x="6225081" y="126398"/>
              <a:ext cx="213931" cy="231951"/>
            </a:xfrm>
            <a:custGeom>
              <a:avLst/>
              <a:gdLst>
                <a:gd name="connsiteX0" fmla="*/ 210485 w 213931"/>
                <a:gd name="connsiteY0" fmla="*/ 231952 h 231951"/>
                <a:gd name="connsiteX1" fmla="*/ 3446 w 213931"/>
                <a:gd name="connsiteY1" fmla="*/ 231952 h 231951"/>
                <a:gd name="connsiteX2" fmla="*/ 0 w 213931"/>
                <a:gd name="connsiteY2" fmla="*/ 228506 h 231951"/>
                <a:gd name="connsiteX3" fmla="*/ 0 w 213931"/>
                <a:gd name="connsiteY3" fmla="*/ 3446 h 231951"/>
                <a:gd name="connsiteX4" fmla="*/ 3446 w 213931"/>
                <a:gd name="connsiteY4" fmla="*/ 0 h 231951"/>
                <a:gd name="connsiteX5" fmla="*/ 210485 w 213931"/>
                <a:gd name="connsiteY5" fmla="*/ 0 h 231951"/>
                <a:gd name="connsiteX6" fmla="*/ 213931 w 213931"/>
                <a:gd name="connsiteY6" fmla="*/ 3446 h 231951"/>
                <a:gd name="connsiteX7" fmla="*/ 213931 w 213931"/>
                <a:gd name="connsiteY7" fmla="*/ 228506 h 231951"/>
                <a:gd name="connsiteX8" fmla="*/ 210485 w 213931"/>
                <a:gd name="connsiteY8" fmla="*/ 231952 h 231951"/>
                <a:gd name="connsiteX9" fmla="*/ 6892 w 213931"/>
                <a:gd name="connsiteY9" fmla="*/ 225060 h 231951"/>
                <a:gd name="connsiteX10" fmla="*/ 207039 w 213931"/>
                <a:gd name="connsiteY10" fmla="*/ 225060 h 231951"/>
                <a:gd name="connsiteX11" fmla="*/ 207039 w 213931"/>
                <a:gd name="connsiteY11" fmla="*/ 6864 h 231951"/>
                <a:gd name="connsiteX12" fmla="*/ 6892 w 213931"/>
                <a:gd name="connsiteY12" fmla="*/ 6864 h 231951"/>
                <a:gd name="connsiteX13" fmla="*/ 6892 w 213931"/>
                <a:gd name="connsiteY13" fmla="*/ 225032 h 231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3931" h="231951">
                  <a:moveTo>
                    <a:pt x="210485" y="231952"/>
                  </a:moveTo>
                  <a:lnTo>
                    <a:pt x="3446" y="231952"/>
                  </a:lnTo>
                  <a:cubicBezTo>
                    <a:pt x="1554" y="231952"/>
                    <a:pt x="0" y="230398"/>
                    <a:pt x="0" y="228506"/>
                  </a:cubicBezTo>
                  <a:lnTo>
                    <a:pt x="0" y="3446"/>
                  </a:lnTo>
                  <a:cubicBezTo>
                    <a:pt x="0" y="1553"/>
                    <a:pt x="1554" y="0"/>
                    <a:pt x="3446" y="0"/>
                  </a:cubicBezTo>
                  <a:lnTo>
                    <a:pt x="210485" y="0"/>
                  </a:lnTo>
                  <a:cubicBezTo>
                    <a:pt x="212378" y="0"/>
                    <a:pt x="213931" y="1553"/>
                    <a:pt x="213931" y="3446"/>
                  </a:cubicBezTo>
                  <a:lnTo>
                    <a:pt x="213931" y="228506"/>
                  </a:lnTo>
                  <a:cubicBezTo>
                    <a:pt x="213931" y="230398"/>
                    <a:pt x="212378" y="231952"/>
                    <a:pt x="210485" y="231952"/>
                  </a:cubicBezTo>
                  <a:close/>
                  <a:moveTo>
                    <a:pt x="6892" y="225060"/>
                  </a:moveTo>
                  <a:lnTo>
                    <a:pt x="207039" y="225060"/>
                  </a:lnTo>
                  <a:lnTo>
                    <a:pt x="207039" y="6864"/>
                  </a:lnTo>
                  <a:lnTo>
                    <a:pt x="6892" y="6864"/>
                  </a:lnTo>
                  <a:lnTo>
                    <a:pt x="6892" y="225032"/>
                  </a:lnTo>
                  <a:close/>
                </a:path>
              </a:pathLst>
            </a:custGeom>
            <a:solidFill>
              <a:srgbClr val="01355A"/>
            </a:solidFill>
            <a:ln w="2824" cap="flat">
              <a:noFill/>
              <a:prstDash val="solid"/>
              <a:miter/>
            </a:ln>
          </p:spPr>
          <p:txBody>
            <a:bodyPr rtlCol="1" anchor="ctr"/>
            <a:lstStyle/>
            <a:p>
              <a:endParaRPr lang="ar-SA"/>
            </a:p>
          </p:txBody>
        </p:sp>
        <p:grpSp>
          <p:nvGrpSpPr>
            <p:cNvPr id="7869" name="رسم 8014">
              <a:extLst>
                <a:ext uri="{FF2B5EF4-FFF2-40B4-BE49-F238E27FC236}">
                  <a16:creationId xmlns:a16="http://schemas.microsoft.com/office/drawing/2014/main" id="{7AD7CB03-8D8E-DB6B-E736-6103B24733A4}"/>
                </a:ext>
              </a:extLst>
            </p:cNvPr>
            <p:cNvGrpSpPr/>
            <p:nvPr/>
          </p:nvGrpSpPr>
          <p:grpSpPr>
            <a:xfrm>
              <a:off x="6259569" y="166987"/>
              <a:ext cx="144983" cy="150746"/>
              <a:chOff x="6259569" y="166987"/>
              <a:chExt cx="144983" cy="150746"/>
            </a:xfrm>
            <a:solidFill>
              <a:srgbClr val="17A3A3"/>
            </a:solidFill>
          </p:grpSpPr>
          <p:sp>
            <p:nvSpPr>
              <p:cNvPr id="7870" name="شكل حر: شكل 8768">
                <a:extLst>
                  <a:ext uri="{FF2B5EF4-FFF2-40B4-BE49-F238E27FC236}">
                    <a16:creationId xmlns:a16="http://schemas.microsoft.com/office/drawing/2014/main" id="{B0331786-8035-0885-918A-330AF16638F3}"/>
                  </a:ext>
                </a:extLst>
              </p:cNvPr>
              <p:cNvSpPr/>
              <p:nvPr/>
            </p:nvSpPr>
            <p:spPr>
              <a:xfrm>
                <a:off x="6259569" y="176477"/>
                <a:ext cx="65444" cy="6891"/>
              </a:xfrm>
              <a:custGeom>
                <a:avLst/>
                <a:gdLst>
                  <a:gd name="connsiteX0" fmla="*/ 61999 w 65444"/>
                  <a:gd name="connsiteY0" fmla="*/ 6892 h 6891"/>
                  <a:gd name="connsiteX1" fmla="*/ 3446 w 65444"/>
                  <a:gd name="connsiteY1" fmla="*/ 6892 h 6891"/>
                  <a:gd name="connsiteX2" fmla="*/ 0 w 65444"/>
                  <a:gd name="connsiteY2" fmla="*/ 3446 h 6891"/>
                  <a:gd name="connsiteX3" fmla="*/ 3446 w 65444"/>
                  <a:gd name="connsiteY3" fmla="*/ 0 h 6891"/>
                  <a:gd name="connsiteX4" fmla="*/ 61999 w 65444"/>
                  <a:gd name="connsiteY4" fmla="*/ 0 h 6891"/>
                  <a:gd name="connsiteX5" fmla="*/ 65445 w 65444"/>
                  <a:gd name="connsiteY5" fmla="*/ 3446 h 6891"/>
                  <a:gd name="connsiteX6" fmla="*/ 61999 w 65444"/>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444" h="6891">
                    <a:moveTo>
                      <a:pt x="61999" y="6892"/>
                    </a:moveTo>
                    <a:lnTo>
                      <a:pt x="3446" y="6892"/>
                    </a:lnTo>
                    <a:cubicBezTo>
                      <a:pt x="1553" y="6892"/>
                      <a:pt x="0" y="5338"/>
                      <a:pt x="0" y="3446"/>
                    </a:cubicBezTo>
                    <a:cubicBezTo>
                      <a:pt x="0" y="1553"/>
                      <a:pt x="1553" y="0"/>
                      <a:pt x="3446" y="0"/>
                    </a:cubicBezTo>
                    <a:lnTo>
                      <a:pt x="61999" y="0"/>
                    </a:lnTo>
                    <a:cubicBezTo>
                      <a:pt x="63891" y="0"/>
                      <a:pt x="65445" y="1553"/>
                      <a:pt x="65445" y="3446"/>
                    </a:cubicBezTo>
                    <a:cubicBezTo>
                      <a:pt x="65445" y="5338"/>
                      <a:pt x="63891" y="6892"/>
                      <a:pt x="61999" y="6892"/>
                    </a:cubicBezTo>
                    <a:close/>
                  </a:path>
                </a:pathLst>
              </a:custGeom>
              <a:solidFill>
                <a:srgbClr val="17A3A3"/>
              </a:solidFill>
              <a:ln w="2824" cap="flat">
                <a:noFill/>
                <a:prstDash val="solid"/>
                <a:miter/>
              </a:ln>
            </p:spPr>
            <p:txBody>
              <a:bodyPr rtlCol="1" anchor="ctr"/>
              <a:lstStyle/>
              <a:p>
                <a:endParaRPr lang="ar-SA"/>
              </a:p>
            </p:txBody>
          </p:sp>
          <p:sp>
            <p:nvSpPr>
              <p:cNvPr id="7871" name="شكل حر: شكل 8769">
                <a:extLst>
                  <a:ext uri="{FF2B5EF4-FFF2-40B4-BE49-F238E27FC236}">
                    <a16:creationId xmlns:a16="http://schemas.microsoft.com/office/drawing/2014/main" id="{F1DFB9A5-77C9-D7E7-867D-116E0FBC776D}"/>
                  </a:ext>
                </a:extLst>
              </p:cNvPr>
              <p:cNvSpPr/>
              <p:nvPr/>
            </p:nvSpPr>
            <p:spPr>
              <a:xfrm>
                <a:off x="6259569" y="210061"/>
                <a:ext cx="65444" cy="6891"/>
              </a:xfrm>
              <a:custGeom>
                <a:avLst/>
                <a:gdLst>
                  <a:gd name="connsiteX0" fmla="*/ 61999 w 65444"/>
                  <a:gd name="connsiteY0" fmla="*/ 6892 h 6891"/>
                  <a:gd name="connsiteX1" fmla="*/ 3446 w 65444"/>
                  <a:gd name="connsiteY1" fmla="*/ 6892 h 6891"/>
                  <a:gd name="connsiteX2" fmla="*/ 0 w 65444"/>
                  <a:gd name="connsiteY2" fmla="*/ 3446 h 6891"/>
                  <a:gd name="connsiteX3" fmla="*/ 3446 w 65444"/>
                  <a:gd name="connsiteY3" fmla="*/ 0 h 6891"/>
                  <a:gd name="connsiteX4" fmla="*/ 61999 w 65444"/>
                  <a:gd name="connsiteY4" fmla="*/ 0 h 6891"/>
                  <a:gd name="connsiteX5" fmla="*/ 65445 w 65444"/>
                  <a:gd name="connsiteY5" fmla="*/ 3446 h 6891"/>
                  <a:gd name="connsiteX6" fmla="*/ 61999 w 65444"/>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444" h="6891">
                    <a:moveTo>
                      <a:pt x="61999" y="6892"/>
                    </a:moveTo>
                    <a:lnTo>
                      <a:pt x="3446" y="6892"/>
                    </a:lnTo>
                    <a:cubicBezTo>
                      <a:pt x="1553" y="6892"/>
                      <a:pt x="0" y="5338"/>
                      <a:pt x="0" y="3446"/>
                    </a:cubicBezTo>
                    <a:cubicBezTo>
                      <a:pt x="0" y="1553"/>
                      <a:pt x="1553" y="0"/>
                      <a:pt x="3446" y="0"/>
                    </a:cubicBezTo>
                    <a:lnTo>
                      <a:pt x="61999" y="0"/>
                    </a:lnTo>
                    <a:cubicBezTo>
                      <a:pt x="63891" y="0"/>
                      <a:pt x="65445" y="1553"/>
                      <a:pt x="65445" y="3446"/>
                    </a:cubicBezTo>
                    <a:cubicBezTo>
                      <a:pt x="65445" y="5338"/>
                      <a:pt x="63891" y="6892"/>
                      <a:pt x="61999" y="6892"/>
                    </a:cubicBezTo>
                    <a:close/>
                  </a:path>
                </a:pathLst>
              </a:custGeom>
              <a:solidFill>
                <a:srgbClr val="17A3A3"/>
              </a:solidFill>
              <a:ln w="2824" cap="flat">
                <a:noFill/>
                <a:prstDash val="solid"/>
                <a:miter/>
              </a:ln>
            </p:spPr>
            <p:txBody>
              <a:bodyPr rtlCol="1" anchor="ctr"/>
              <a:lstStyle/>
              <a:p>
                <a:endParaRPr lang="ar-SA"/>
              </a:p>
            </p:txBody>
          </p:sp>
          <p:sp>
            <p:nvSpPr>
              <p:cNvPr id="7872" name="شكل حر: شكل 8770">
                <a:extLst>
                  <a:ext uri="{FF2B5EF4-FFF2-40B4-BE49-F238E27FC236}">
                    <a16:creationId xmlns:a16="http://schemas.microsoft.com/office/drawing/2014/main" id="{0A961A3D-7F22-8EAE-19DC-E2A394B4F8E7}"/>
                  </a:ext>
                </a:extLst>
              </p:cNvPr>
              <p:cNvSpPr/>
              <p:nvPr/>
            </p:nvSpPr>
            <p:spPr>
              <a:xfrm>
                <a:off x="6259569" y="243645"/>
                <a:ext cx="144983" cy="6891"/>
              </a:xfrm>
              <a:custGeom>
                <a:avLst/>
                <a:gdLst>
                  <a:gd name="connsiteX0" fmla="*/ 141538 w 144983"/>
                  <a:gd name="connsiteY0" fmla="*/ 6892 h 6891"/>
                  <a:gd name="connsiteX1" fmla="*/ 3446 w 144983"/>
                  <a:gd name="connsiteY1" fmla="*/ 6892 h 6891"/>
                  <a:gd name="connsiteX2" fmla="*/ 0 w 144983"/>
                  <a:gd name="connsiteY2" fmla="*/ 3446 h 6891"/>
                  <a:gd name="connsiteX3" fmla="*/ 3446 w 144983"/>
                  <a:gd name="connsiteY3" fmla="*/ 0 h 6891"/>
                  <a:gd name="connsiteX4" fmla="*/ 141538 w 144983"/>
                  <a:gd name="connsiteY4" fmla="*/ 0 h 6891"/>
                  <a:gd name="connsiteX5" fmla="*/ 144984 w 144983"/>
                  <a:gd name="connsiteY5" fmla="*/ 3446 h 6891"/>
                  <a:gd name="connsiteX6" fmla="*/ 141538 w 144983"/>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983" h="6891">
                    <a:moveTo>
                      <a:pt x="141538" y="6892"/>
                    </a:moveTo>
                    <a:lnTo>
                      <a:pt x="3446" y="6892"/>
                    </a:lnTo>
                    <a:cubicBezTo>
                      <a:pt x="1553" y="6892"/>
                      <a:pt x="0" y="5338"/>
                      <a:pt x="0" y="3446"/>
                    </a:cubicBezTo>
                    <a:cubicBezTo>
                      <a:pt x="0" y="1553"/>
                      <a:pt x="1553" y="0"/>
                      <a:pt x="3446" y="0"/>
                    </a:cubicBezTo>
                    <a:lnTo>
                      <a:pt x="141538" y="0"/>
                    </a:lnTo>
                    <a:cubicBezTo>
                      <a:pt x="143430" y="0"/>
                      <a:pt x="144984" y="1553"/>
                      <a:pt x="144984" y="3446"/>
                    </a:cubicBezTo>
                    <a:cubicBezTo>
                      <a:pt x="144984" y="5338"/>
                      <a:pt x="143430" y="6892"/>
                      <a:pt x="141538" y="6892"/>
                    </a:cubicBezTo>
                    <a:close/>
                  </a:path>
                </a:pathLst>
              </a:custGeom>
              <a:solidFill>
                <a:srgbClr val="17A3A3"/>
              </a:solidFill>
              <a:ln w="2824" cap="flat">
                <a:noFill/>
                <a:prstDash val="solid"/>
                <a:miter/>
              </a:ln>
            </p:spPr>
            <p:txBody>
              <a:bodyPr rtlCol="1" anchor="ctr"/>
              <a:lstStyle/>
              <a:p>
                <a:endParaRPr lang="ar-SA"/>
              </a:p>
            </p:txBody>
          </p:sp>
          <p:sp>
            <p:nvSpPr>
              <p:cNvPr id="7873" name="شكل حر: شكل 8771">
                <a:extLst>
                  <a:ext uri="{FF2B5EF4-FFF2-40B4-BE49-F238E27FC236}">
                    <a16:creationId xmlns:a16="http://schemas.microsoft.com/office/drawing/2014/main" id="{1E613AFC-B613-0D69-7AFC-EE3CAA2F8414}"/>
                  </a:ext>
                </a:extLst>
              </p:cNvPr>
              <p:cNvSpPr/>
              <p:nvPr/>
            </p:nvSpPr>
            <p:spPr>
              <a:xfrm>
                <a:off x="6259569" y="277229"/>
                <a:ext cx="144983" cy="6891"/>
              </a:xfrm>
              <a:custGeom>
                <a:avLst/>
                <a:gdLst>
                  <a:gd name="connsiteX0" fmla="*/ 141538 w 144983"/>
                  <a:gd name="connsiteY0" fmla="*/ 6892 h 6891"/>
                  <a:gd name="connsiteX1" fmla="*/ 3446 w 144983"/>
                  <a:gd name="connsiteY1" fmla="*/ 6892 h 6891"/>
                  <a:gd name="connsiteX2" fmla="*/ 0 w 144983"/>
                  <a:gd name="connsiteY2" fmla="*/ 3446 h 6891"/>
                  <a:gd name="connsiteX3" fmla="*/ 3446 w 144983"/>
                  <a:gd name="connsiteY3" fmla="*/ 0 h 6891"/>
                  <a:gd name="connsiteX4" fmla="*/ 141538 w 144983"/>
                  <a:gd name="connsiteY4" fmla="*/ 0 h 6891"/>
                  <a:gd name="connsiteX5" fmla="*/ 144984 w 144983"/>
                  <a:gd name="connsiteY5" fmla="*/ 3446 h 6891"/>
                  <a:gd name="connsiteX6" fmla="*/ 141538 w 144983"/>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983" h="6891">
                    <a:moveTo>
                      <a:pt x="141538" y="6892"/>
                    </a:moveTo>
                    <a:lnTo>
                      <a:pt x="3446" y="6892"/>
                    </a:lnTo>
                    <a:cubicBezTo>
                      <a:pt x="1553" y="6892"/>
                      <a:pt x="0" y="5338"/>
                      <a:pt x="0" y="3446"/>
                    </a:cubicBezTo>
                    <a:cubicBezTo>
                      <a:pt x="0" y="1553"/>
                      <a:pt x="1553" y="0"/>
                      <a:pt x="3446" y="0"/>
                    </a:cubicBezTo>
                    <a:lnTo>
                      <a:pt x="141538" y="0"/>
                    </a:lnTo>
                    <a:cubicBezTo>
                      <a:pt x="143430" y="0"/>
                      <a:pt x="144984" y="1553"/>
                      <a:pt x="144984" y="3446"/>
                    </a:cubicBezTo>
                    <a:cubicBezTo>
                      <a:pt x="144984" y="5338"/>
                      <a:pt x="143430" y="6892"/>
                      <a:pt x="141538" y="6892"/>
                    </a:cubicBezTo>
                    <a:close/>
                  </a:path>
                </a:pathLst>
              </a:custGeom>
              <a:solidFill>
                <a:srgbClr val="17A3A3"/>
              </a:solidFill>
              <a:ln w="2824" cap="flat">
                <a:noFill/>
                <a:prstDash val="solid"/>
                <a:miter/>
              </a:ln>
            </p:spPr>
            <p:txBody>
              <a:bodyPr rtlCol="1" anchor="ctr"/>
              <a:lstStyle/>
              <a:p>
                <a:endParaRPr lang="ar-SA"/>
              </a:p>
            </p:txBody>
          </p:sp>
          <p:sp>
            <p:nvSpPr>
              <p:cNvPr id="7874" name="شكل حر: شكل 8772">
                <a:extLst>
                  <a:ext uri="{FF2B5EF4-FFF2-40B4-BE49-F238E27FC236}">
                    <a16:creationId xmlns:a16="http://schemas.microsoft.com/office/drawing/2014/main" id="{9090EB24-93E8-877E-8330-2E7907B8BDF1}"/>
                  </a:ext>
                </a:extLst>
              </p:cNvPr>
              <p:cNvSpPr/>
              <p:nvPr/>
            </p:nvSpPr>
            <p:spPr>
              <a:xfrm>
                <a:off x="6259569" y="310841"/>
                <a:ext cx="122020" cy="6891"/>
              </a:xfrm>
              <a:custGeom>
                <a:avLst/>
                <a:gdLst>
                  <a:gd name="connsiteX0" fmla="*/ 118574 w 122020"/>
                  <a:gd name="connsiteY0" fmla="*/ 6892 h 6891"/>
                  <a:gd name="connsiteX1" fmla="*/ 3446 w 122020"/>
                  <a:gd name="connsiteY1" fmla="*/ 6892 h 6891"/>
                  <a:gd name="connsiteX2" fmla="*/ 0 w 122020"/>
                  <a:gd name="connsiteY2" fmla="*/ 3446 h 6891"/>
                  <a:gd name="connsiteX3" fmla="*/ 3446 w 122020"/>
                  <a:gd name="connsiteY3" fmla="*/ 0 h 6891"/>
                  <a:gd name="connsiteX4" fmla="*/ 118574 w 122020"/>
                  <a:gd name="connsiteY4" fmla="*/ 0 h 6891"/>
                  <a:gd name="connsiteX5" fmla="*/ 122020 w 122020"/>
                  <a:gd name="connsiteY5" fmla="*/ 3446 h 6891"/>
                  <a:gd name="connsiteX6" fmla="*/ 118574 w 122020"/>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020" h="6891">
                    <a:moveTo>
                      <a:pt x="118574" y="6892"/>
                    </a:moveTo>
                    <a:lnTo>
                      <a:pt x="3446" y="6892"/>
                    </a:lnTo>
                    <a:cubicBezTo>
                      <a:pt x="1553" y="6892"/>
                      <a:pt x="0" y="5338"/>
                      <a:pt x="0" y="3446"/>
                    </a:cubicBezTo>
                    <a:cubicBezTo>
                      <a:pt x="0" y="1553"/>
                      <a:pt x="1553" y="0"/>
                      <a:pt x="3446" y="0"/>
                    </a:cubicBezTo>
                    <a:lnTo>
                      <a:pt x="118574" y="0"/>
                    </a:lnTo>
                    <a:cubicBezTo>
                      <a:pt x="120467" y="0"/>
                      <a:pt x="122020" y="1553"/>
                      <a:pt x="122020" y="3446"/>
                    </a:cubicBezTo>
                    <a:cubicBezTo>
                      <a:pt x="122020" y="5338"/>
                      <a:pt x="120467" y="6892"/>
                      <a:pt x="118574" y="6892"/>
                    </a:cubicBezTo>
                    <a:close/>
                  </a:path>
                </a:pathLst>
              </a:custGeom>
              <a:solidFill>
                <a:srgbClr val="17A3A3"/>
              </a:solidFill>
              <a:ln w="2824" cap="flat">
                <a:noFill/>
                <a:prstDash val="solid"/>
                <a:miter/>
              </a:ln>
            </p:spPr>
            <p:txBody>
              <a:bodyPr rtlCol="1" anchor="ctr"/>
              <a:lstStyle/>
              <a:p>
                <a:endParaRPr lang="ar-SA"/>
              </a:p>
            </p:txBody>
          </p:sp>
          <p:sp>
            <p:nvSpPr>
              <p:cNvPr id="7875" name="شكل حر: شكل 8773">
                <a:extLst>
                  <a:ext uri="{FF2B5EF4-FFF2-40B4-BE49-F238E27FC236}">
                    <a16:creationId xmlns:a16="http://schemas.microsoft.com/office/drawing/2014/main" id="{F815A5EA-0238-E0DC-262A-418EB6E6773B}"/>
                  </a:ext>
                </a:extLst>
              </p:cNvPr>
              <p:cNvSpPr/>
              <p:nvPr/>
            </p:nvSpPr>
            <p:spPr>
              <a:xfrm>
                <a:off x="6354022" y="166987"/>
                <a:ext cx="50531" cy="50531"/>
              </a:xfrm>
              <a:custGeom>
                <a:avLst/>
                <a:gdLst>
                  <a:gd name="connsiteX0" fmla="*/ 47085 w 50531"/>
                  <a:gd name="connsiteY0" fmla="*/ 50531 h 50531"/>
                  <a:gd name="connsiteX1" fmla="*/ 3446 w 50531"/>
                  <a:gd name="connsiteY1" fmla="*/ 50531 h 50531"/>
                  <a:gd name="connsiteX2" fmla="*/ 0 w 50531"/>
                  <a:gd name="connsiteY2" fmla="*/ 47085 h 50531"/>
                  <a:gd name="connsiteX3" fmla="*/ 0 w 50531"/>
                  <a:gd name="connsiteY3" fmla="*/ 3446 h 50531"/>
                  <a:gd name="connsiteX4" fmla="*/ 3446 w 50531"/>
                  <a:gd name="connsiteY4" fmla="*/ 0 h 50531"/>
                  <a:gd name="connsiteX5" fmla="*/ 47085 w 50531"/>
                  <a:gd name="connsiteY5" fmla="*/ 0 h 50531"/>
                  <a:gd name="connsiteX6" fmla="*/ 50531 w 50531"/>
                  <a:gd name="connsiteY6" fmla="*/ 3446 h 50531"/>
                  <a:gd name="connsiteX7" fmla="*/ 50531 w 50531"/>
                  <a:gd name="connsiteY7" fmla="*/ 47085 h 50531"/>
                  <a:gd name="connsiteX8" fmla="*/ 47085 w 50531"/>
                  <a:gd name="connsiteY8" fmla="*/ 50531 h 50531"/>
                  <a:gd name="connsiteX9" fmla="*/ 6892 w 50531"/>
                  <a:gd name="connsiteY9" fmla="*/ 43639 h 50531"/>
                  <a:gd name="connsiteX10" fmla="*/ 43639 w 50531"/>
                  <a:gd name="connsiteY10" fmla="*/ 43639 h 50531"/>
                  <a:gd name="connsiteX11" fmla="*/ 43639 w 50531"/>
                  <a:gd name="connsiteY11" fmla="*/ 6892 h 50531"/>
                  <a:gd name="connsiteX12" fmla="*/ 6892 w 50531"/>
                  <a:gd name="connsiteY12" fmla="*/ 6892 h 50531"/>
                  <a:gd name="connsiteX13" fmla="*/ 6892 w 50531"/>
                  <a:gd name="connsiteY13" fmla="*/ 43639 h 50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531" h="50531">
                    <a:moveTo>
                      <a:pt x="47085" y="50531"/>
                    </a:moveTo>
                    <a:lnTo>
                      <a:pt x="3446" y="50531"/>
                    </a:lnTo>
                    <a:cubicBezTo>
                      <a:pt x="1554" y="50531"/>
                      <a:pt x="0" y="48978"/>
                      <a:pt x="0" y="47085"/>
                    </a:cubicBezTo>
                    <a:lnTo>
                      <a:pt x="0" y="3446"/>
                    </a:lnTo>
                    <a:cubicBezTo>
                      <a:pt x="0" y="1553"/>
                      <a:pt x="1554" y="0"/>
                      <a:pt x="3446" y="0"/>
                    </a:cubicBezTo>
                    <a:lnTo>
                      <a:pt x="47085" y="0"/>
                    </a:lnTo>
                    <a:cubicBezTo>
                      <a:pt x="48978" y="0"/>
                      <a:pt x="50531" y="1553"/>
                      <a:pt x="50531" y="3446"/>
                    </a:cubicBezTo>
                    <a:lnTo>
                      <a:pt x="50531" y="47085"/>
                    </a:lnTo>
                    <a:cubicBezTo>
                      <a:pt x="50531" y="48978"/>
                      <a:pt x="48978" y="50531"/>
                      <a:pt x="47085" y="50531"/>
                    </a:cubicBezTo>
                    <a:close/>
                    <a:moveTo>
                      <a:pt x="6892" y="43639"/>
                    </a:moveTo>
                    <a:lnTo>
                      <a:pt x="43639" y="43639"/>
                    </a:lnTo>
                    <a:lnTo>
                      <a:pt x="43639" y="6892"/>
                    </a:lnTo>
                    <a:lnTo>
                      <a:pt x="6892" y="6892"/>
                    </a:lnTo>
                    <a:lnTo>
                      <a:pt x="6892" y="43639"/>
                    </a:lnTo>
                    <a:close/>
                  </a:path>
                </a:pathLst>
              </a:custGeom>
              <a:solidFill>
                <a:srgbClr val="17A3A3"/>
              </a:solidFill>
              <a:ln w="2824" cap="flat">
                <a:noFill/>
                <a:prstDash val="solid"/>
                <a:miter/>
              </a:ln>
            </p:spPr>
            <p:txBody>
              <a:bodyPr rtlCol="1" anchor="ctr"/>
              <a:lstStyle/>
              <a:p>
                <a:endParaRPr lang="ar-SA"/>
              </a:p>
            </p:txBody>
          </p:sp>
        </p:grpSp>
      </p:grpSp>
      <p:grpSp>
        <p:nvGrpSpPr>
          <p:cNvPr id="7876" name="رسم 8014">
            <a:extLst>
              <a:ext uri="{FF2B5EF4-FFF2-40B4-BE49-F238E27FC236}">
                <a16:creationId xmlns:a16="http://schemas.microsoft.com/office/drawing/2014/main" id="{3121108F-85DA-3021-4A3E-C1EFE38558CD}"/>
              </a:ext>
            </a:extLst>
          </p:cNvPr>
          <p:cNvGrpSpPr/>
          <p:nvPr/>
        </p:nvGrpSpPr>
        <p:grpSpPr>
          <a:xfrm>
            <a:off x="4190195" y="1794574"/>
            <a:ext cx="282701" cy="262167"/>
            <a:chOff x="4089968" y="461446"/>
            <a:chExt cx="337912" cy="332618"/>
          </a:xfrm>
        </p:grpSpPr>
        <p:grpSp>
          <p:nvGrpSpPr>
            <p:cNvPr id="7877" name="رسم 8014">
              <a:extLst>
                <a:ext uri="{FF2B5EF4-FFF2-40B4-BE49-F238E27FC236}">
                  <a16:creationId xmlns:a16="http://schemas.microsoft.com/office/drawing/2014/main" id="{137BB888-2986-DFC5-B26B-89016444D8DC}"/>
                </a:ext>
              </a:extLst>
            </p:cNvPr>
            <p:cNvGrpSpPr/>
            <p:nvPr/>
          </p:nvGrpSpPr>
          <p:grpSpPr>
            <a:xfrm>
              <a:off x="4089968" y="567120"/>
              <a:ext cx="337912" cy="226944"/>
              <a:chOff x="4089968" y="567120"/>
              <a:chExt cx="337912" cy="226944"/>
            </a:xfrm>
            <a:solidFill>
              <a:srgbClr val="01355A"/>
            </a:solidFill>
          </p:grpSpPr>
          <p:sp>
            <p:nvSpPr>
              <p:cNvPr id="7881" name="شكل حر: شكل 8776">
                <a:extLst>
                  <a:ext uri="{FF2B5EF4-FFF2-40B4-BE49-F238E27FC236}">
                    <a16:creationId xmlns:a16="http://schemas.microsoft.com/office/drawing/2014/main" id="{1B5045F9-1AD7-6C4F-FD50-315C0EC27C47}"/>
                  </a:ext>
                </a:extLst>
              </p:cNvPr>
              <p:cNvSpPr/>
              <p:nvPr/>
            </p:nvSpPr>
            <p:spPr>
              <a:xfrm>
                <a:off x="4337771" y="567120"/>
                <a:ext cx="90109" cy="114810"/>
              </a:xfrm>
              <a:custGeom>
                <a:avLst/>
                <a:gdLst>
                  <a:gd name="connsiteX0" fmla="*/ 51242 w 90109"/>
                  <a:gd name="connsiteY0" fmla="*/ 114810 h 114810"/>
                  <a:gd name="connsiteX1" fmla="*/ 35199 w 90109"/>
                  <a:gd name="connsiteY1" fmla="*/ 104783 h 114810"/>
                  <a:gd name="connsiteX2" fmla="*/ 1784 w 90109"/>
                  <a:gd name="connsiteY2" fmla="*/ 35779 h 114810"/>
                  <a:gd name="connsiteX3" fmla="*/ 1784 w 90109"/>
                  <a:gd name="connsiteY3" fmla="*/ 35779 h 114810"/>
                  <a:gd name="connsiteX4" fmla="*/ 10032 w 90109"/>
                  <a:gd name="connsiteY4" fmla="*/ 11997 h 114810"/>
                  <a:gd name="connsiteX5" fmla="*/ 31131 w 90109"/>
                  <a:gd name="connsiteY5" fmla="*/ 1772 h 114810"/>
                  <a:gd name="connsiteX6" fmla="*/ 54914 w 90109"/>
                  <a:gd name="connsiteY6" fmla="*/ 10020 h 114810"/>
                  <a:gd name="connsiteX7" fmla="*/ 88328 w 90109"/>
                  <a:gd name="connsiteY7" fmla="*/ 79023 h 114810"/>
                  <a:gd name="connsiteX8" fmla="*/ 89119 w 90109"/>
                  <a:gd name="connsiteY8" fmla="*/ 92609 h 114810"/>
                  <a:gd name="connsiteX9" fmla="*/ 80081 w 90109"/>
                  <a:gd name="connsiteY9" fmla="*/ 102778 h 114810"/>
                  <a:gd name="connsiteX10" fmla="*/ 58981 w 90109"/>
                  <a:gd name="connsiteY10" fmla="*/ 113003 h 114810"/>
                  <a:gd name="connsiteX11" fmla="*/ 51242 w 90109"/>
                  <a:gd name="connsiteY11" fmla="*/ 114782 h 114810"/>
                  <a:gd name="connsiteX12" fmla="*/ 38871 w 90109"/>
                  <a:gd name="connsiteY12" fmla="*/ 6884 h 114810"/>
                  <a:gd name="connsiteX13" fmla="*/ 34125 w 90109"/>
                  <a:gd name="connsiteY13" fmla="*/ 7986 h 114810"/>
                  <a:gd name="connsiteX14" fmla="*/ 13026 w 90109"/>
                  <a:gd name="connsiteY14" fmla="*/ 18211 h 114810"/>
                  <a:gd name="connsiteX15" fmla="*/ 7970 w 90109"/>
                  <a:gd name="connsiteY15" fmla="*/ 32785 h 114810"/>
                  <a:gd name="connsiteX16" fmla="*/ 7970 w 90109"/>
                  <a:gd name="connsiteY16" fmla="*/ 32785 h 114810"/>
                  <a:gd name="connsiteX17" fmla="*/ 41385 w 90109"/>
                  <a:gd name="connsiteY17" fmla="*/ 101789 h 114810"/>
                  <a:gd name="connsiteX18" fmla="*/ 55959 w 90109"/>
                  <a:gd name="connsiteY18" fmla="*/ 106845 h 114810"/>
                  <a:gd name="connsiteX19" fmla="*/ 77059 w 90109"/>
                  <a:gd name="connsiteY19" fmla="*/ 96620 h 114810"/>
                  <a:gd name="connsiteX20" fmla="*/ 82595 w 90109"/>
                  <a:gd name="connsiteY20" fmla="*/ 90378 h 114810"/>
                  <a:gd name="connsiteX21" fmla="*/ 82114 w 90109"/>
                  <a:gd name="connsiteY21" fmla="*/ 82046 h 114810"/>
                  <a:gd name="connsiteX22" fmla="*/ 48700 w 90109"/>
                  <a:gd name="connsiteY22" fmla="*/ 13042 h 114810"/>
                  <a:gd name="connsiteX23" fmla="*/ 38871 w 90109"/>
                  <a:gd name="connsiteY23" fmla="*/ 6884 h 114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0109" h="114810">
                    <a:moveTo>
                      <a:pt x="51242" y="114810"/>
                    </a:moveTo>
                    <a:cubicBezTo>
                      <a:pt x="44632" y="114810"/>
                      <a:pt x="38277" y="111110"/>
                      <a:pt x="35199" y="104783"/>
                    </a:cubicBezTo>
                    <a:lnTo>
                      <a:pt x="1784" y="35779"/>
                    </a:lnTo>
                    <a:lnTo>
                      <a:pt x="1784" y="35779"/>
                    </a:lnTo>
                    <a:cubicBezTo>
                      <a:pt x="-2509" y="26939"/>
                      <a:pt x="1219" y="16290"/>
                      <a:pt x="10032" y="11997"/>
                    </a:cubicBezTo>
                    <a:lnTo>
                      <a:pt x="31131" y="1772"/>
                    </a:lnTo>
                    <a:cubicBezTo>
                      <a:pt x="39972" y="-2493"/>
                      <a:pt x="50621" y="1207"/>
                      <a:pt x="54914" y="10020"/>
                    </a:cubicBezTo>
                    <a:lnTo>
                      <a:pt x="88328" y="79023"/>
                    </a:lnTo>
                    <a:cubicBezTo>
                      <a:pt x="90390" y="83288"/>
                      <a:pt x="90673" y="88118"/>
                      <a:pt x="89119" y="92609"/>
                    </a:cubicBezTo>
                    <a:cubicBezTo>
                      <a:pt x="87566" y="97100"/>
                      <a:pt x="84346" y="100716"/>
                      <a:pt x="80081" y="102778"/>
                    </a:cubicBezTo>
                    <a:lnTo>
                      <a:pt x="58981" y="113003"/>
                    </a:lnTo>
                    <a:cubicBezTo>
                      <a:pt x="56496" y="114217"/>
                      <a:pt x="53841" y="114782"/>
                      <a:pt x="51242" y="114782"/>
                    </a:cubicBezTo>
                    <a:close/>
                    <a:moveTo>
                      <a:pt x="38871" y="6884"/>
                    </a:moveTo>
                    <a:cubicBezTo>
                      <a:pt x="37289" y="6884"/>
                      <a:pt x="35651" y="7223"/>
                      <a:pt x="34125" y="7986"/>
                    </a:cubicBezTo>
                    <a:lnTo>
                      <a:pt x="13026" y="18211"/>
                    </a:lnTo>
                    <a:cubicBezTo>
                      <a:pt x="7603" y="20838"/>
                      <a:pt x="5343" y="27362"/>
                      <a:pt x="7970" y="32785"/>
                    </a:cubicBezTo>
                    <a:lnTo>
                      <a:pt x="7970" y="32785"/>
                    </a:lnTo>
                    <a:cubicBezTo>
                      <a:pt x="7970" y="32785"/>
                      <a:pt x="41385" y="101789"/>
                      <a:pt x="41385" y="101789"/>
                    </a:cubicBezTo>
                    <a:cubicBezTo>
                      <a:pt x="44011" y="107212"/>
                      <a:pt x="50536" y="109472"/>
                      <a:pt x="55959" y="106845"/>
                    </a:cubicBezTo>
                    <a:lnTo>
                      <a:pt x="77059" y="96620"/>
                    </a:lnTo>
                    <a:cubicBezTo>
                      <a:pt x="79657" y="95349"/>
                      <a:pt x="81634" y="93146"/>
                      <a:pt x="82595" y="90378"/>
                    </a:cubicBezTo>
                    <a:cubicBezTo>
                      <a:pt x="83555" y="87610"/>
                      <a:pt x="83386" y="84644"/>
                      <a:pt x="82114" y="82046"/>
                    </a:cubicBezTo>
                    <a:lnTo>
                      <a:pt x="48700" y="13042"/>
                    </a:lnTo>
                    <a:cubicBezTo>
                      <a:pt x="46807" y="9144"/>
                      <a:pt x="42910" y="6884"/>
                      <a:pt x="38871" y="6884"/>
                    </a:cubicBezTo>
                    <a:close/>
                  </a:path>
                </a:pathLst>
              </a:custGeom>
              <a:solidFill>
                <a:srgbClr val="01355A"/>
              </a:solidFill>
              <a:ln w="2824" cap="flat">
                <a:noFill/>
                <a:prstDash val="solid"/>
                <a:miter/>
              </a:ln>
            </p:spPr>
            <p:txBody>
              <a:bodyPr rtlCol="1" anchor="ctr"/>
              <a:lstStyle/>
              <a:p>
                <a:endParaRPr lang="ar-SA"/>
              </a:p>
            </p:txBody>
          </p:sp>
          <p:sp>
            <p:nvSpPr>
              <p:cNvPr id="7882" name="شكل حر: شكل 8777">
                <a:extLst>
                  <a:ext uri="{FF2B5EF4-FFF2-40B4-BE49-F238E27FC236}">
                    <a16:creationId xmlns:a16="http://schemas.microsoft.com/office/drawing/2014/main" id="{2A664A52-81F5-1BCE-F96E-8C4D44861AA8}"/>
                  </a:ext>
                </a:extLst>
              </p:cNvPr>
              <p:cNvSpPr/>
              <p:nvPr/>
            </p:nvSpPr>
            <p:spPr>
              <a:xfrm>
                <a:off x="4089968" y="567523"/>
                <a:ext cx="93993" cy="113813"/>
              </a:xfrm>
              <a:custGeom>
                <a:avLst/>
                <a:gdLst>
                  <a:gd name="connsiteX0" fmla="*/ 38142 w 93993"/>
                  <a:gd name="connsiteY0" fmla="*/ 113814 h 113813"/>
                  <a:gd name="connsiteX1" fmla="*/ 29329 w 93993"/>
                  <a:gd name="connsiteY1" fmla="*/ 111470 h 113813"/>
                  <a:gd name="connsiteX2" fmla="*/ 8964 w 93993"/>
                  <a:gd name="connsiteY2" fmla="*/ 99832 h 113813"/>
                  <a:gd name="connsiteX3" fmla="*/ 2355 w 93993"/>
                  <a:gd name="connsiteY3" fmla="*/ 75541 h 113813"/>
                  <a:gd name="connsiteX4" fmla="*/ 40401 w 93993"/>
                  <a:gd name="connsiteY4" fmla="*/ 8967 h 113813"/>
                  <a:gd name="connsiteX5" fmla="*/ 51163 w 93993"/>
                  <a:gd name="connsiteY5" fmla="*/ 634 h 113813"/>
                  <a:gd name="connsiteX6" fmla="*/ 64664 w 93993"/>
                  <a:gd name="connsiteY6" fmla="*/ 2329 h 113813"/>
                  <a:gd name="connsiteX7" fmla="*/ 85029 w 93993"/>
                  <a:gd name="connsiteY7" fmla="*/ 13966 h 113813"/>
                  <a:gd name="connsiteX8" fmla="*/ 91639 w 93993"/>
                  <a:gd name="connsiteY8" fmla="*/ 38257 h 113813"/>
                  <a:gd name="connsiteX9" fmla="*/ 91639 w 93993"/>
                  <a:gd name="connsiteY9" fmla="*/ 38257 h 113813"/>
                  <a:gd name="connsiteX10" fmla="*/ 53592 w 93993"/>
                  <a:gd name="connsiteY10" fmla="*/ 104832 h 113813"/>
                  <a:gd name="connsiteX11" fmla="*/ 38114 w 93993"/>
                  <a:gd name="connsiteY11" fmla="*/ 113786 h 113813"/>
                  <a:gd name="connsiteX12" fmla="*/ 55908 w 93993"/>
                  <a:gd name="connsiteY12" fmla="*/ 6905 h 113813"/>
                  <a:gd name="connsiteX13" fmla="*/ 52999 w 93993"/>
                  <a:gd name="connsiteY13" fmla="*/ 7300 h 113813"/>
                  <a:gd name="connsiteX14" fmla="*/ 46389 w 93993"/>
                  <a:gd name="connsiteY14" fmla="*/ 12384 h 113813"/>
                  <a:gd name="connsiteX15" fmla="*/ 8343 w 93993"/>
                  <a:gd name="connsiteY15" fmla="*/ 78959 h 113813"/>
                  <a:gd name="connsiteX16" fmla="*/ 12410 w 93993"/>
                  <a:gd name="connsiteY16" fmla="*/ 93844 h 113813"/>
                  <a:gd name="connsiteX17" fmla="*/ 32775 w 93993"/>
                  <a:gd name="connsiteY17" fmla="*/ 105481 h 113813"/>
                  <a:gd name="connsiteX18" fmla="*/ 47661 w 93993"/>
                  <a:gd name="connsiteY18" fmla="*/ 101414 h 113813"/>
                  <a:gd name="connsiteX19" fmla="*/ 85707 w 93993"/>
                  <a:gd name="connsiteY19" fmla="*/ 34840 h 113813"/>
                  <a:gd name="connsiteX20" fmla="*/ 81640 w 93993"/>
                  <a:gd name="connsiteY20" fmla="*/ 19954 h 113813"/>
                  <a:gd name="connsiteX21" fmla="*/ 61275 w 93993"/>
                  <a:gd name="connsiteY21" fmla="*/ 8317 h 113813"/>
                  <a:gd name="connsiteX22" fmla="*/ 55908 w 93993"/>
                  <a:gd name="connsiteY22" fmla="*/ 6877 h 113813"/>
                  <a:gd name="connsiteX23" fmla="*/ 88673 w 93993"/>
                  <a:gd name="connsiteY23" fmla="*/ 36563 h 113813"/>
                  <a:gd name="connsiteX24" fmla="*/ 88673 w 93993"/>
                  <a:gd name="connsiteY24" fmla="*/ 36563 h 113813"/>
                  <a:gd name="connsiteX25" fmla="*/ 88673 w 93993"/>
                  <a:gd name="connsiteY25" fmla="*/ 36563 h 113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3993" h="113813">
                    <a:moveTo>
                      <a:pt x="38142" y="113814"/>
                    </a:moveTo>
                    <a:cubicBezTo>
                      <a:pt x="35148" y="113814"/>
                      <a:pt x="32126" y="113051"/>
                      <a:pt x="29329" y="111470"/>
                    </a:cubicBezTo>
                    <a:lnTo>
                      <a:pt x="8964" y="99832"/>
                    </a:lnTo>
                    <a:cubicBezTo>
                      <a:pt x="434" y="94974"/>
                      <a:pt x="-2532" y="84071"/>
                      <a:pt x="2355" y="75541"/>
                    </a:cubicBezTo>
                    <a:lnTo>
                      <a:pt x="40401" y="8967"/>
                    </a:lnTo>
                    <a:cubicBezTo>
                      <a:pt x="42746" y="4843"/>
                      <a:pt x="46587" y="1905"/>
                      <a:pt x="51163" y="634"/>
                    </a:cubicBezTo>
                    <a:cubicBezTo>
                      <a:pt x="55767" y="-608"/>
                      <a:pt x="60569" y="-15"/>
                      <a:pt x="64664" y="2329"/>
                    </a:cubicBezTo>
                    <a:lnTo>
                      <a:pt x="85029" y="13966"/>
                    </a:lnTo>
                    <a:cubicBezTo>
                      <a:pt x="93559" y="18824"/>
                      <a:pt x="96525" y="29727"/>
                      <a:pt x="91639" y="38257"/>
                    </a:cubicBezTo>
                    <a:lnTo>
                      <a:pt x="91639" y="38257"/>
                    </a:lnTo>
                    <a:lnTo>
                      <a:pt x="53592" y="104832"/>
                    </a:lnTo>
                    <a:cubicBezTo>
                      <a:pt x="50315" y="110566"/>
                      <a:pt x="44299" y="113786"/>
                      <a:pt x="38114" y="113786"/>
                    </a:cubicBezTo>
                    <a:close/>
                    <a:moveTo>
                      <a:pt x="55908" y="6905"/>
                    </a:moveTo>
                    <a:cubicBezTo>
                      <a:pt x="54948" y="6905"/>
                      <a:pt x="53959" y="7046"/>
                      <a:pt x="52999" y="7300"/>
                    </a:cubicBezTo>
                    <a:cubicBezTo>
                      <a:pt x="50174" y="8063"/>
                      <a:pt x="47830" y="9871"/>
                      <a:pt x="46389" y="12384"/>
                    </a:cubicBezTo>
                    <a:lnTo>
                      <a:pt x="8343" y="78959"/>
                    </a:lnTo>
                    <a:cubicBezTo>
                      <a:pt x="5349" y="84184"/>
                      <a:pt x="7185" y="90850"/>
                      <a:pt x="12410" y="93844"/>
                    </a:cubicBezTo>
                    <a:lnTo>
                      <a:pt x="32775" y="105481"/>
                    </a:lnTo>
                    <a:cubicBezTo>
                      <a:pt x="38001" y="108475"/>
                      <a:pt x="44666" y="106640"/>
                      <a:pt x="47661" y="101414"/>
                    </a:cubicBezTo>
                    <a:lnTo>
                      <a:pt x="85707" y="34840"/>
                    </a:lnTo>
                    <a:cubicBezTo>
                      <a:pt x="88701" y="29614"/>
                      <a:pt x="86865" y="22948"/>
                      <a:pt x="81640" y="19954"/>
                    </a:cubicBezTo>
                    <a:lnTo>
                      <a:pt x="61275" y="8317"/>
                    </a:lnTo>
                    <a:cubicBezTo>
                      <a:pt x="59608" y="7357"/>
                      <a:pt x="57772" y="6877"/>
                      <a:pt x="55908" y="6877"/>
                    </a:cubicBezTo>
                    <a:close/>
                    <a:moveTo>
                      <a:pt x="88673" y="36563"/>
                    </a:moveTo>
                    <a:lnTo>
                      <a:pt x="88673" y="36563"/>
                    </a:lnTo>
                    <a:lnTo>
                      <a:pt x="88673" y="36563"/>
                    </a:lnTo>
                    <a:close/>
                  </a:path>
                </a:pathLst>
              </a:custGeom>
              <a:solidFill>
                <a:srgbClr val="01355A"/>
              </a:solidFill>
              <a:ln w="2824" cap="flat">
                <a:noFill/>
                <a:prstDash val="solid"/>
                <a:miter/>
              </a:ln>
            </p:spPr>
            <p:txBody>
              <a:bodyPr rtlCol="1" anchor="ctr"/>
              <a:lstStyle/>
              <a:p>
                <a:endParaRPr lang="ar-SA"/>
              </a:p>
            </p:txBody>
          </p:sp>
          <p:sp>
            <p:nvSpPr>
              <p:cNvPr id="7883" name="شكل حر: شكل 8778">
                <a:extLst>
                  <a:ext uri="{FF2B5EF4-FFF2-40B4-BE49-F238E27FC236}">
                    <a16:creationId xmlns:a16="http://schemas.microsoft.com/office/drawing/2014/main" id="{B51E13BE-955B-B92F-236F-FBA5DEA35C92}"/>
                  </a:ext>
                </a:extLst>
              </p:cNvPr>
              <p:cNvSpPr/>
              <p:nvPr/>
            </p:nvSpPr>
            <p:spPr>
              <a:xfrm>
                <a:off x="4137936" y="602018"/>
                <a:ext cx="96998" cy="82708"/>
              </a:xfrm>
              <a:custGeom>
                <a:avLst/>
                <a:gdLst>
                  <a:gd name="connsiteX0" fmla="*/ 16414 w 96998"/>
                  <a:gd name="connsiteY0" fmla="*/ 82709 h 82708"/>
                  <a:gd name="connsiteX1" fmla="*/ 14069 w 96998"/>
                  <a:gd name="connsiteY1" fmla="*/ 81805 h 82708"/>
                  <a:gd name="connsiteX2" fmla="*/ 1105 w 96998"/>
                  <a:gd name="connsiteY2" fmla="*/ 69829 h 82708"/>
                  <a:gd name="connsiteX3" fmla="*/ 455 w 96998"/>
                  <a:gd name="connsiteY3" fmla="*/ 65592 h 82708"/>
                  <a:gd name="connsiteX4" fmla="*/ 36976 w 96998"/>
                  <a:gd name="connsiteY4" fmla="*/ 1729 h 82708"/>
                  <a:gd name="connsiteX5" fmla="*/ 41665 w 96998"/>
                  <a:gd name="connsiteY5" fmla="*/ 429 h 82708"/>
                  <a:gd name="connsiteX6" fmla="*/ 64911 w 96998"/>
                  <a:gd name="connsiteY6" fmla="*/ 13592 h 82708"/>
                  <a:gd name="connsiteX7" fmla="*/ 93496 w 96998"/>
                  <a:gd name="connsiteY7" fmla="*/ 13083 h 82708"/>
                  <a:gd name="connsiteX8" fmla="*/ 93552 w 96998"/>
                  <a:gd name="connsiteY8" fmla="*/ 13083 h 82708"/>
                  <a:gd name="connsiteX9" fmla="*/ 96998 w 96998"/>
                  <a:gd name="connsiteY9" fmla="*/ 16473 h 82708"/>
                  <a:gd name="connsiteX10" fmla="*/ 93609 w 96998"/>
                  <a:gd name="connsiteY10" fmla="*/ 19975 h 82708"/>
                  <a:gd name="connsiteX11" fmla="*/ 64092 w 96998"/>
                  <a:gd name="connsiteY11" fmla="*/ 20512 h 82708"/>
                  <a:gd name="connsiteX12" fmla="*/ 62341 w 96998"/>
                  <a:gd name="connsiteY12" fmla="*/ 20060 h 82708"/>
                  <a:gd name="connsiteX13" fmla="*/ 41270 w 96998"/>
                  <a:gd name="connsiteY13" fmla="*/ 8140 h 82708"/>
                  <a:gd name="connsiteX14" fmla="*/ 7827 w 96998"/>
                  <a:gd name="connsiteY14" fmla="*/ 66637 h 82708"/>
                  <a:gd name="connsiteX15" fmla="*/ 18787 w 96998"/>
                  <a:gd name="connsiteY15" fmla="*/ 76749 h 82708"/>
                  <a:gd name="connsiteX16" fmla="*/ 18984 w 96998"/>
                  <a:gd name="connsiteY16" fmla="*/ 81607 h 82708"/>
                  <a:gd name="connsiteX17" fmla="*/ 16442 w 96998"/>
                  <a:gd name="connsiteY17" fmla="*/ 82709 h 82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6998" h="82708">
                    <a:moveTo>
                      <a:pt x="16414" y="82709"/>
                    </a:moveTo>
                    <a:cubicBezTo>
                      <a:pt x="15567" y="82709"/>
                      <a:pt x="14747" y="82398"/>
                      <a:pt x="14069" y="81805"/>
                    </a:cubicBezTo>
                    <a:lnTo>
                      <a:pt x="1105" y="69829"/>
                    </a:lnTo>
                    <a:cubicBezTo>
                      <a:pt x="-82" y="68727"/>
                      <a:pt x="-336" y="66976"/>
                      <a:pt x="455" y="65592"/>
                    </a:cubicBezTo>
                    <a:lnTo>
                      <a:pt x="36976" y="1729"/>
                    </a:lnTo>
                    <a:cubicBezTo>
                      <a:pt x="37908" y="91"/>
                      <a:pt x="40027" y="-474"/>
                      <a:pt x="41665" y="429"/>
                    </a:cubicBezTo>
                    <a:lnTo>
                      <a:pt x="64911" y="13592"/>
                    </a:lnTo>
                    <a:lnTo>
                      <a:pt x="93496" y="13083"/>
                    </a:lnTo>
                    <a:cubicBezTo>
                      <a:pt x="93496" y="13083"/>
                      <a:pt x="93552" y="13083"/>
                      <a:pt x="93552" y="13083"/>
                    </a:cubicBezTo>
                    <a:cubicBezTo>
                      <a:pt x="95417" y="13083"/>
                      <a:pt x="96970" y="14580"/>
                      <a:pt x="96998" y="16473"/>
                    </a:cubicBezTo>
                    <a:cubicBezTo>
                      <a:pt x="97026" y="18365"/>
                      <a:pt x="95529" y="19947"/>
                      <a:pt x="93609" y="19975"/>
                    </a:cubicBezTo>
                    <a:lnTo>
                      <a:pt x="64092" y="20512"/>
                    </a:lnTo>
                    <a:cubicBezTo>
                      <a:pt x="63471" y="20512"/>
                      <a:pt x="62878" y="20371"/>
                      <a:pt x="62341" y="20060"/>
                    </a:cubicBezTo>
                    <a:lnTo>
                      <a:pt x="41270" y="8140"/>
                    </a:lnTo>
                    <a:lnTo>
                      <a:pt x="7827" y="66637"/>
                    </a:lnTo>
                    <a:lnTo>
                      <a:pt x="18787" y="76749"/>
                    </a:lnTo>
                    <a:cubicBezTo>
                      <a:pt x="20171" y="78048"/>
                      <a:pt x="20283" y="80223"/>
                      <a:pt x="18984" y="81607"/>
                    </a:cubicBezTo>
                    <a:cubicBezTo>
                      <a:pt x="18306" y="82341"/>
                      <a:pt x="17374" y="82709"/>
                      <a:pt x="16442" y="82709"/>
                    </a:cubicBezTo>
                    <a:close/>
                  </a:path>
                </a:pathLst>
              </a:custGeom>
              <a:solidFill>
                <a:srgbClr val="01355A"/>
              </a:solidFill>
              <a:ln w="2824" cap="flat">
                <a:noFill/>
                <a:prstDash val="solid"/>
                <a:miter/>
              </a:ln>
            </p:spPr>
            <p:txBody>
              <a:bodyPr rtlCol="1" anchor="ctr"/>
              <a:lstStyle/>
              <a:p>
                <a:endParaRPr lang="ar-SA"/>
              </a:p>
            </p:txBody>
          </p:sp>
          <p:sp>
            <p:nvSpPr>
              <p:cNvPr id="7884" name="شكل حر: شكل 8779">
                <a:extLst>
                  <a:ext uri="{FF2B5EF4-FFF2-40B4-BE49-F238E27FC236}">
                    <a16:creationId xmlns:a16="http://schemas.microsoft.com/office/drawing/2014/main" id="{82300227-2852-0DD0-4B6E-C79CE35373FA}"/>
                  </a:ext>
                </a:extLst>
              </p:cNvPr>
              <p:cNvSpPr/>
              <p:nvPr/>
            </p:nvSpPr>
            <p:spPr>
              <a:xfrm>
                <a:off x="4247101" y="643595"/>
                <a:ext cx="127989" cy="150469"/>
              </a:xfrm>
              <a:custGeom>
                <a:avLst/>
                <a:gdLst>
                  <a:gd name="connsiteX0" fmla="*/ 31727 w 127989"/>
                  <a:gd name="connsiteY0" fmla="*/ 150441 h 150469"/>
                  <a:gd name="connsiteX1" fmla="*/ 18988 w 127989"/>
                  <a:gd name="connsiteY1" fmla="*/ 145442 h 150469"/>
                  <a:gd name="connsiteX2" fmla="*/ 1109 w 127989"/>
                  <a:gd name="connsiteY2" fmla="*/ 128946 h 150469"/>
                  <a:gd name="connsiteX3" fmla="*/ 911 w 127989"/>
                  <a:gd name="connsiteY3" fmla="*/ 124088 h 150469"/>
                  <a:gd name="connsiteX4" fmla="*/ 5769 w 127989"/>
                  <a:gd name="connsiteY4" fmla="*/ 123890 h 150469"/>
                  <a:gd name="connsiteX5" fmla="*/ 23677 w 127989"/>
                  <a:gd name="connsiteY5" fmla="*/ 140414 h 150469"/>
                  <a:gd name="connsiteX6" fmla="*/ 32235 w 127989"/>
                  <a:gd name="connsiteY6" fmla="*/ 143578 h 150469"/>
                  <a:gd name="connsiteX7" fmla="*/ 40539 w 127989"/>
                  <a:gd name="connsiteY7" fmla="*/ 139764 h 150469"/>
                  <a:gd name="connsiteX8" fmla="*/ 41613 w 127989"/>
                  <a:gd name="connsiteY8" fmla="*/ 138606 h 150469"/>
                  <a:gd name="connsiteX9" fmla="*/ 41019 w 127989"/>
                  <a:gd name="connsiteY9" fmla="*/ 121800 h 150469"/>
                  <a:gd name="connsiteX10" fmla="*/ 27490 w 127989"/>
                  <a:gd name="connsiteY10" fmla="*/ 109259 h 150469"/>
                  <a:gd name="connsiteX11" fmla="*/ 26388 w 127989"/>
                  <a:gd name="connsiteY11" fmla="*/ 106830 h 150469"/>
                  <a:gd name="connsiteX12" fmla="*/ 28394 w 127989"/>
                  <a:gd name="connsiteY12" fmla="*/ 103554 h 150469"/>
                  <a:gd name="connsiteX13" fmla="*/ 32150 w 127989"/>
                  <a:gd name="connsiteY13" fmla="*/ 104119 h 150469"/>
                  <a:gd name="connsiteX14" fmla="*/ 49126 w 127989"/>
                  <a:gd name="connsiteY14" fmla="*/ 119851 h 150469"/>
                  <a:gd name="connsiteX15" fmla="*/ 57684 w 127989"/>
                  <a:gd name="connsiteY15" fmla="*/ 123015 h 150469"/>
                  <a:gd name="connsiteX16" fmla="*/ 65932 w 127989"/>
                  <a:gd name="connsiteY16" fmla="*/ 119230 h 150469"/>
                  <a:gd name="connsiteX17" fmla="*/ 67090 w 127989"/>
                  <a:gd name="connsiteY17" fmla="*/ 118015 h 150469"/>
                  <a:gd name="connsiteX18" fmla="*/ 66440 w 127989"/>
                  <a:gd name="connsiteY18" fmla="*/ 101238 h 150469"/>
                  <a:gd name="connsiteX19" fmla="*/ 52882 w 127989"/>
                  <a:gd name="connsiteY19" fmla="*/ 88697 h 150469"/>
                  <a:gd name="connsiteX20" fmla="*/ 51922 w 127989"/>
                  <a:gd name="connsiteY20" fmla="*/ 85194 h 150469"/>
                  <a:gd name="connsiteX21" fmla="*/ 54323 w 127989"/>
                  <a:gd name="connsiteY21" fmla="*/ 82821 h 150469"/>
                  <a:gd name="connsiteX22" fmla="*/ 57600 w 127989"/>
                  <a:gd name="connsiteY22" fmla="*/ 83584 h 150469"/>
                  <a:gd name="connsiteX23" fmla="*/ 74575 w 127989"/>
                  <a:gd name="connsiteY23" fmla="*/ 99317 h 150469"/>
                  <a:gd name="connsiteX24" fmla="*/ 91438 w 127989"/>
                  <a:gd name="connsiteY24" fmla="*/ 98667 h 150469"/>
                  <a:gd name="connsiteX25" fmla="*/ 92539 w 127989"/>
                  <a:gd name="connsiteY25" fmla="*/ 97481 h 150469"/>
                  <a:gd name="connsiteX26" fmla="*/ 91946 w 127989"/>
                  <a:gd name="connsiteY26" fmla="*/ 80703 h 150469"/>
                  <a:gd name="connsiteX27" fmla="*/ 78416 w 127989"/>
                  <a:gd name="connsiteY27" fmla="*/ 68162 h 150469"/>
                  <a:gd name="connsiteX28" fmla="*/ 77315 w 127989"/>
                  <a:gd name="connsiteY28" fmla="*/ 65733 h 150469"/>
                  <a:gd name="connsiteX29" fmla="*/ 79320 w 127989"/>
                  <a:gd name="connsiteY29" fmla="*/ 62457 h 150469"/>
                  <a:gd name="connsiteX30" fmla="*/ 83077 w 127989"/>
                  <a:gd name="connsiteY30" fmla="*/ 63021 h 150469"/>
                  <a:gd name="connsiteX31" fmla="*/ 100052 w 127989"/>
                  <a:gd name="connsiteY31" fmla="*/ 78754 h 150469"/>
                  <a:gd name="connsiteX32" fmla="*/ 108611 w 127989"/>
                  <a:gd name="connsiteY32" fmla="*/ 81918 h 150469"/>
                  <a:gd name="connsiteX33" fmla="*/ 116887 w 127989"/>
                  <a:gd name="connsiteY33" fmla="*/ 78105 h 150469"/>
                  <a:gd name="connsiteX34" fmla="*/ 118016 w 127989"/>
                  <a:gd name="connsiteY34" fmla="*/ 76890 h 150469"/>
                  <a:gd name="connsiteX35" fmla="*/ 117367 w 127989"/>
                  <a:gd name="connsiteY35" fmla="*/ 60112 h 150469"/>
                  <a:gd name="connsiteX36" fmla="*/ 58701 w 127989"/>
                  <a:gd name="connsiteY36" fmla="*/ 5966 h 150469"/>
                  <a:gd name="connsiteX37" fmla="*/ 58503 w 127989"/>
                  <a:gd name="connsiteY37" fmla="*/ 1107 h 150469"/>
                  <a:gd name="connsiteX38" fmla="*/ 63361 w 127989"/>
                  <a:gd name="connsiteY38" fmla="*/ 910 h 150469"/>
                  <a:gd name="connsiteX39" fmla="*/ 122027 w 127989"/>
                  <a:gd name="connsiteY39" fmla="*/ 55056 h 150469"/>
                  <a:gd name="connsiteX40" fmla="*/ 123016 w 127989"/>
                  <a:gd name="connsiteY40" fmla="*/ 81579 h 150469"/>
                  <a:gd name="connsiteX41" fmla="*/ 121886 w 127989"/>
                  <a:gd name="connsiteY41" fmla="*/ 82793 h 150469"/>
                  <a:gd name="connsiteX42" fmla="*/ 108837 w 127989"/>
                  <a:gd name="connsiteY42" fmla="*/ 88781 h 150469"/>
                  <a:gd name="connsiteX43" fmla="*/ 102481 w 127989"/>
                  <a:gd name="connsiteY43" fmla="*/ 87962 h 150469"/>
                  <a:gd name="connsiteX44" fmla="*/ 97567 w 127989"/>
                  <a:gd name="connsiteY44" fmla="*/ 102170 h 150469"/>
                  <a:gd name="connsiteX45" fmla="*/ 96465 w 127989"/>
                  <a:gd name="connsiteY45" fmla="*/ 103356 h 150469"/>
                  <a:gd name="connsiteX46" fmla="*/ 77032 w 127989"/>
                  <a:gd name="connsiteY46" fmla="*/ 108525 h 150469"/>
                  <a:gd name="connsiteX47" fmla="*/ 72117 w 127989"/>
                  <a:gd name="connsiteY47" fmla="*/ 122732 h 150469"/>
                  <a:gd name="connsiteX48" fmla="*/ 70960 w 127989"/>
                  <a:gd name="connsiteY48" fmla="*/ 123947 h 150469"/>
                  <a:gd name="connsiteX49" fmla="*/ 57939 w 127989"/>
                  <a:gd name="connsiteY49" fmla="*/ 129907 h 150469"/>
                  <a:gd name="connsiteX50" fmla="*/ 51583 w 127989"/>
                  <a:gd name="connsiteY50" fmla="*/ 129059 h 150469"/>
                  <a:gd name="connsiteX51" fmla="*/ 46640 w 127989"/>
                  <a:gd name="connsiteY51" fmla="*/ 143267 h 150469"/>
                  <a:gd name="connsiteX52" fmla="*/ 45539 w 127989"/>
                  <a:gd name="connsiteY52" fmla="*/ 144453 h 150469"/>
                  <a:gd name="connsiteX53" fmla="*/ 32461 w 127989"/>
                  <a:gd name="connsiteY53" fmla="*/ 150469 h 150469"/>
                  <a:gd name="connsiteX54" fmla="*/ 31698 w 127989"/>
                  <a:gd name="connsiteY54" fmla="*/ 150469 h 150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27989" h="150469">
                    <a:moveTo>
                      <a:pt x="31727" y="150441"/>
                    </a:moveTo>
                    <a:cubicBezTo>
                      <a:pt x="26981" y="150441"/>
                      <a:pt x="22462" y="148690"/>
                      <a:pt x="18988" y="145442"/>
                    </a:cubicBezTo>
                    <a:lnTo>
                      <a:pt x="1109" y="128946"/>
                    </a:lnTo>
                    <a:cubicBezTo>
                      <a:pt x="-276" y="127647"/>
                      <a:pt x="-388" y="125472"/>
                      <a:pt x="911" y="124088"/>
                    </a:cubicBezTo>
                    <a:cubicBezTo>
                      <a:pt x="2210" y="122676"/>
                      <a:pt x="4385" y="122619"/>
                      <a:pt x="5769" y="123890"/>
                    </a:cubicBezTo>
                    <a:lnTo>
                      <a:pt x="23677" y="140414"/>
                    </a:lnTo>
                    <a:cubicBezTo>
                      <a:pt x="25993" y="142589"/>
                      <a:pt x="29015" y="143691"/>
                      <a:pt x="32235" y="143578"/>
                    </a:cubicBezTo>
                    <a:cubicBezTo>
                      <a:pt x="35427" y="143436"/>
                      <a:pt x="38364" y="142109"/>
                      <a:pt x="40539" y="139764"/>
                    </a:cubicBezTo>
                    <a:lnTo>
                      <a:pt x="41613" y="138606"/>
                    </a:lnTo>
                    <a:cubicBezTo>
                      <a:pt x="46047" y="133805"/>
                      <a:pt x="45793" y="126263"/>
                      <a:pt x="41019" y="121800"/>
                    </a:cubicBezTo>
                    <a:lnTo>
                      <a:pt x="27490" y="109259"/>
                    </a:lnTo>
                    <a:cubicBezTo>
                      <a:pt x="26812" y="108638"/>
                      <a:pt x="26416" y="107762"/>
                      <a:pt x="26388" y="106830"/>
                    </a:cubicBezTo>
                    <a:cubicBezTo>
                      <a:pt x="26332" y="105446"/>
                      <a:pt x="27151" y="104119"/>
                      <a:pt x="28394" y="103554"/>
                    </a:cubicBezTo>
                    <a:cubicBezTo>
                      <a:pt x="29665" y="102989"/>
                      <a:pt x="31133" y="103187"/>
                      <a:pt x="32150" y="104119"/>
                    </a:cubicBezTo>
                    <a:lnTo>
                      <a:pt x="49126" y="119851"/>
                    </a:lnTo>
                    <a:cubicBezTo>
                      <a:pt x="51442" y="122026"/>
                      <a:pt x="54521" y="123156"/>
                      <a:pt x="57684" y="123015"/>
                    </a:cubicBezTo>
                    <a:cubicBezTo>
                      <a:pt x="60876" y="122902"/>
                      <a:pt x="63813" y="121546"/>
                      <a:pt x="65932" y="119230"/>
                    </a:cubicBezTo>
                    <a:lnTo>
                      <a:pt x="67090" y="118015"/>
                    </a:lnTo>
                    <a:cubicBezTo>
                      <a:pt x="71496" y="113242"/>
                      <a:pt x="71214" y="105700"/>
                      <a:pt x="66440" y="101238"/>
                    </a:cubicBezTo>
                    <a:lnTo>
                      <a:pt x="52882" y="88697"/>
                    </a:lnTo>
                    <a:cubicBezTo>
                      <a:pt x="51922" y="87821"/>
                      <a:pt x="51555" y="86465"/>
                      <a:pt x="51922" y="85194"/>
                    </a:cubicBezTo>
                    <a:cubicBezTo>
                      <a:pt x="52261" y="84036"/>
                      <a:pt x="53165" y="83132"/>
                      <a:pt x="54323" y="82821"/>
                    </a:cubicBezTo>
                    <a:cubicBezTo>
                      <a:pt x="55481" y="82511"/>
                      <a:pt x="56724" y="82765"/>
                      <a:pt x="57600" y="83584"/>
                    </a:cubicBezTo>
                    <a:lnTo>
                      <a:pt x="74575" y="99317"/>
                    </a:lnTo>
                    <a:cubicBezTo>
                      <a:pt x="79405" y="103780"/>
                      <a:pt x="86975" y="103469"/>
                      <a:pt x="91438" y="98667"/>
                    </a:cubicBezTo>
                    <a:lnTo>
                      <a:pt x="92539" y="97481"/>
                    </a:lnTo>
                    <a:cubicBezTo>
                      <a:pt x="96974" y="92679"/>
                      <a:pt x="96691" y="85166"/>
                      <a:pt x="91946" y="80703"/>
                    </a:cubicBezTo>
                    <a:lnTo>
                      <a:pt x="78416" y="68162"/>
                    </a:lnTo>
                    <a:cubicBezTo>
                      <a:pt x="77738" y="67541"/>
                      <a:pt x="77343" y="66665"/>
                      <a:pt x="77315" y="65733"/>
                    </a:cubicBezTo>
                    <a:cubicBezTo>
                      <a:pt x="77258" y="64349"/>
                      <a:pt x="78078" y="63021"/>
                      <a:pt x="79320" y="62457"/>
                    </a:cubicBezTo>
                    <a:cubicBezTo>
                      <a:pt x="80591" y="61892"/>
                      <a:pt x="82060" y="62089"/>
                      <a:pt x="83077" y="63021"/>
                    </a:cubicBezTo>
                    <a:lnTo>
                      <a:pt x="100052" y="78754"/>
                    </a:lnTo>
                    <a:cubicBezTo>
                      <a:pt x="102369" y="80901"/>
                      <a:pt x="105447" y="82059"/>
                      <a:pt x="108611" y="81918"/>
                    </a:cubicBezTo>
                    <a:cubicBezTo>
                      <a:pt x="111802" y="81805"/>
                      <a:pt x="114740" y="80449"/>
                      <a:pt x="116887" y="78105"/>
                    </a:cubicBezTo>
                    <a:lnTo>
                      <a:pt x="118016" y="76890"/>
                    </a:lnTo>
                    <a:cubicBezTo>
                      <a:pt x="122423" y="72116"/>
                      <a:pt x="122140" y="64575"/>
                      <a:pt x="117367" y="60112"/>
                    </a:cubicBezTo>
                    <a:lnTo>
                      <a:pt x="58701" y="5966"/>
                    </a:lnTo>
                    <a:cubicBezTo>
                      <a:pt x="57317" y="4666"/>
                      <a:pt x="57204" y="2491"/>
                      <a:pt x="58503" y="1107"/>
                    </a:cubicBezTo>
                    <a:cubicBezTo>
                      <a:pt x="59802" y="-305"/>
                      <a:pt x="61977" y="-361"/>
                      <a:pt x="63361" y="910"/>
                    </a:cubicBezTo>
                    <a:lnTo>
                      <a:pt x="122027" y="55056"/>
                    </a:lnTo>
                    <a:cubicBezTo>
                      <a:pt x="129569" y="62089"/>
                      <a:pt x="130021" y="74009"/>
                      <a:pt x="123016" y="81579"/>
                    </a:cubicBezTo>
                    <a:lnTo>
                      <a:pt x="121886" y="82793"/>
                    </a:lnTo>
                    <a:cubicBezTo>
                      <a:pt x="118525" y="86437"/>
                      <a:pt x="113893" y="88584"/>
                      <a:pt x="108837" y="88781"/>
                    </a:cubicBezTo>
                    <a:cubicBezTo>
                      <a:pt x="106634" y="88866"/>
                      <a:pt x="104515" y="88584"/>
                      <a:pt x="102481" y="87962"/>
                    </a:cubicBezTo>
                    <a:cubicBezTo>
                      <a:pt x="102877" y="92990"/>
                      <a:pt x="101239" y="98187"/>
                      <a:pt x="97567" y="102170"/>
                    </a:cubicBezTo>
                    <a:lnTo>
                      <a:pt x="96465" y="103356"/>
                    </a:lnTo>
                    <a:cubicBezTo>
                      <a:pt x="91381" y="108836"/>
                      <a:pt x="83727" y="110615"/>
                      <a:pt x="77032" y="108525"/>
                    </a:cubicBezTo>
                    <a:cubicBezTo>
                      <a:pt x="77428" y="113553"/>
                      <a:pt x="75790" y="118750"/>
                      <a:pt x="72117" y="122732"/>
                    </a:cubicBezTo>
                    <a:lnTo>
                      <a:pt x="70960" y="123947"/>
                    </a:lnTo>
                    <a:cubicBezTo>
                      <a:pt x="67598" y="127591"/>
                      <a:pt x="62966" y="129709"/>
                      <a:pt x="57939" y="129907"/>
                    </a:cubicBezTo>
                    <a:cubicBezTo>
                      <a:pt x="55735" y="129991"/>
                      <a:pt x="53589" y="129709"/>
                      <a:pt x="51583" y="129059"/>
                    </a:cubicBezTo>
                    <a:cubicBezTo>
                      <a:pt x="51950" y="134087"/>
                      <a:pt x="50340" y="139284"/>
                      <a:pt x="46640" y="143267"/>
                    </a:cubicBezTo>
                    <a:lnTo>
                      <a:pt x="45539" y="144453"/>
                    </a:lnTo>
                    <a:cubicBezTo>
                      <a:pt x="42121" y="148125"/>
                      <a:pt x="37488" y="150272"/>
                      <a:pt x="32461" y="150469"/>
                    </a:cubicBezTo>
                    <a:cubicBezTo>
                      <a:pt x="32207" y="150469"/>
                      <a:pt x="31952" y="150469"/>
                      <a:pt x="31698" y="150469"/>
                    </a:cubicBezTo>
                    <a:close/>
                  </a:path>
                </a:pathLst>
              </a:custGeom>
              <a:solidFill>
                <a:srgbClr val="01355A"/>
              </a:solidFill>
              <a:ln w="2824" cap="flat">
                <a:noFill/>
                <a:prstDash val="solid"/>
                <a:miter/>
              </a:ln>
            </p:spPr>
            <p:txBody>
              <a:bodyPr rtlCol="1" anchor="ctr"/>
              <a:lstStyle/>
              <a:p>
                <a:endParaRPr lang="ar-SA"/>
              </a:p>
            </p:txBody>
          </p:sp>
          <p:grpSp>
            <p:nvGrpSpPr>
              <p:cNvPr id="7885" name="رسم 8014">
                <a:extLst>
                  <a:ext uri="{FF2B5EF4-FFF2-40B4-BE49-F238E27FC236}">
                    <a16:creationId xmlns:a16="http://schemas.microsoft.com/office/drawing/2014/main" id="{5A914FC1-FD10-BDBC-EFD8-EFCFF6D1E38D}"/>
                  </a:ext>
                </a:extLst>
              </p:cNvPr>
              <p:cNvGrpSpPr/>
              <p:nvPr/>
            </p:nvGrpSpPr>
            <p:grpSpPr>
              <a:xfrm>
                <a:off x="4145251" y="670893"/>
                <a:ext cx="114946" cy="109076"/>
                <a:chOff x="4145251" y="670893"/>
                <a:chExt cx="114946" cy="109076"/>
              </a:xfrm>
              <a:solidFill>
                <a:srgbClr val="01355A"/>
              </a:solidFill>
            </p:grpSpPr>
            <p:sp>
              <p:nvSpPr>
                <p:cNvPr id="7887" name="شكل حر: شكل 8781">
                  <a:extLst>
                    <a:ext uri="{FF2B5EF4-FFF2-40B4-BE49-F238E27FC236}">
                      <a16:creationId xmlns:a16="http://schemas.microsoft.com/office/drawing/2014/main" id="{846771FB-7B66-C0DB-6EAA-BB04DC33181C}"/>
                    </a:ext>
                  </a:extLst>
                </p:cNvPr>
                <p:cNvSpPr/>
                <p:nvPr/>
              </p:nvSpPr>
              <p:spPr>
                <a:xfrm>
                  <a:off x="4162408" y="687332"/>
                  <a:ext cx="57459" cy="54647"/>
                </a:xfrm>
                <a:custGeom>
                  <a:avLst/>
                  <a:gdLst>
                    <a:gd name="connsiteX0" fmla="*/ 18916 w 57459"/>
                    <a:gd name="connsiteY0" fmla="*/ 54648 h 54647"/>
                    <a:gd name="connsiteX1" fmla="*/ 17023 w 57459"/>
                    <a:gd name="connsiteY1" fmla="*/ 54563 h 54647"/>
                    <a:gd name="connsiteX2" fmla="*/ 4906 w 57459"/>
                    <a:gd name="connsiteY2" fmla="*/ 47982 h 54647"/>
                    <a:gd name="connsiteX3" fmla="*/ 3917 w 57459"/>
                    <a:gd name="connsiteY3" fmla="*/ 46711 h 54647"/>
                    <a:gd name="connsiteX4" fmla="*/ 6431 w 57459"/>
                    <a:gd name="connsiteY4" fmla="*/ 21064 h 54647"/>
                    <a:gd name="connsiteX5" fmla="*/ 6657 w 57459"/>
                    <a:gd name="connsiteY5" fmla="*/ 20866 h 54647"/>
                    <a:gd name="connsiteX6" fmla="*/ 26627 w 57459"/>
                    <a:gd name="connsiteY6" fmla="*/ 4342 h 54647"/>
                    <a:gd name="connsiteX7" fmla="*/ 40495 w 57459"/>
                    <a:gd name="connsiteY7" fmla="*/ 106 h 54647"/>
                    <a:gd name="connsiteX8" fmla="*/ 52584 w 57459"/>
                    <a:gd name="connsiteY8" fmla="*/ 6687 h 54647"/>
                    <a:gd name="connsiteX9" fmla="*/ 53545 w 57459"/>
                    <a:gd name="connsiteY9" fmla="*/ 7873 h 54647"/>
                    <a:gd name="connsiteX10" fmla="*/ 53545 w 57459"/>
                    <a:gd name="connsiteY10" fmla="*/ 7873 h 54647"/>
                    <a:gd name="connsiteX11" fmla="*/ 51313 w 57459"/>
                    <a:gd name="connsiteY11" fmla="*/ 33322 h 54647"/>
                    <a:gd name="connsiteX12" fmla="*/ 51087 w 57459"/>
                    <a:gd name="connsiteY12" fmla="*/ 33520 h 54647"/>
                    <a:gd name="connsiteX13" fmla="*/ 30863 w 57459"/>
                    <a:gd name="connsiteY13" fmla="*/ 50241 h 54647"/>
                    <a:gd name="connsiteX14" fmla="*/ 18916 w 57459"/>
                    <a:gd name="connsiteY14" fmla="*/ 54591 h 54647"/>
                    <a:gd name="connsiteX15" fmla="*/ 38546 w 57459"/>
                    <a:gd name="connsiteY15" fmla="*/ 6913 h 54647"/>
                    <a:gd name="connsiteX16" fmla="*/ 30977 w 57459"/>
                    <a:gd name="connsiteY16" fmla="*/ 9681 h 54647"/>
                    <a:gd name="connsiteX17" fmla="*/ 11007 w 57459"/>
                    <a:gd name="connsiteY17" fmla="*/ 26204 h 54647"/>
                    <a:gd name="connsiteX18" fmla="*/ 9312 w 57459"/>
                    <a:gd name="connsiteY18" fmla="*/ 42445 h 54647"/>
                    <a:gd name="connsiteX19" fmla="*/ 10301 w 57459"/>
                    <a:gd name="connsiteY19" fmla="*/ 43688 h 54647"/>
                    <a:gd name="connsiteX20" fmla="*/ 17729 w 57459"/>
                    <a:gd name="connsiteY20" fmla="*/ 47671 h 54647"/>
                    <a:gd name="connsiteX21" fmla="*/ 26486 w 57459"/>
                    <a:gd name="connsiteY21" fmla="*/ 44959 h 54647"/>
                    <a:gd name="connsiteX22" fmla="*/ 46709 w 57459"/>
                    <a:gd name="connsiteY22" fmla="*/ 28238 h 54647"/>
                    <a:gd name="connsiteX23" fmla="*/ 48178 w 57459"/>
                    <a:gd name="connsiteY23" fmla="*/ 12195 h 54647"/>
                    <a:gd name="connsiteX24" fmla="*/ 47218 w 57459"/>
                    <a:gd name="connsiteY24" fmla="*/ 11008 h 54647"/>
                    <a:gd name="connsiteX25" fmla="*/ 39789 w 57459"/>
                    <a:gd name="connsiteY25" fmla="*/ 6969 h 54647"/>
                    <a:gd name="connsiteX26" fmla="*/ 38574 w 57459"/>
                    <a:gd name="connsiteY26" fmla="*/ 6913 h 54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7459" h="54647">
                      <a:moveTo>
                        <a:pt x="18916" y="54648"/>
                      </a:moveTo>
                      <a:cubicBezTo>
                        <a:pt x="18294" y="54648"/>
                        <a:pt x="17645" y="54619"/>
                        <a:pt x="17023" y="54563"/>
                      </a:cubicBezTo>
                      <a:cubicBezTo>
                        <a:pt x="12193" y="54083"/>
                        <a:pt x="7900" y="51738"/>
                        <a:pt x="4906" y="47982"/>
                      </a:cubicBezTo>
                      <a:lnTo>
                        <a:pt x="3917" y="46711"/>
                      </a:lnTo>
                      <a:cubicBezTo>
                        <a:pt x="-2155" y="39056"/>
                        <a:pt x="-1054" y="27786"/>
                        <a:pt x="6431" y="21064"/>
                      </a:cubicBezTo>
                      <a:cubicBezTo>
                        <a:pt x="6459" y="21035"/>
                        <a:pt x="6629" y="20922"/>
                        <a:pt x="6657" y="20866"/>
                      </a:cubicBezTo>
                      <a:lnTo>
                        <a:pt x="26627" y="4342"/>
                      </a:lnTo>
                      <a:cubicBezTo>
                        <a:pt x="30553" y="1094"/>
                        <a:pt x="35496" y="-431"/>
                        <a:pt x="40495" y="106"/>
                      </a:cubicBezTo>
                      <a:cubicBezTo>
                        <a:pt x="45325" y="614"/>
                        <a:pt x="49619" y="2958"/>
                        <a:pt x="52584" y="6687"/>
                      </a:cubicBezTo>
                      <a:lnTo>
                        <a:pt x="53545" y="7873"/>
                      </a:lnTo>
                      <a:cubicBezTo>
                        <a:pt x="53545" y="7873"/>
                        <a:pt x="53545" y="7873"/>
                        <a:pt x="53545" y="7873"/>
                      </a:cubicBezTo>
                      <a:cubicBezTo>
                        <a:pt x="59533" y="15443"/>
                        <a:pt x="58544" y="26600"/>
                        <a:pt x="51313" y="33322"/>
                      </a:cubicBezTo>
                      <a:cubicBezTo>
                        <a:pt x="51257" y="33379"/>
                        <a:pt x="51144" y="33463"/>
                        <a:pt x="51087" y="33520"/>
                      </a:cubicBezTo>
                      <a:lnTo>
                        <a:pt x="30863" y="50241"/>
                      </a:lnTo>
                      <a:cubicBezTo>
                        <a:pt x="27418" y="53094"/>
                        <a:pt x="23237" y="54591"/>
                        <a:pt x="18916" y="54591"/>
                      </a:cubicBezTo>
                      <a:close/>
                      <a:moveTo>
                        <a:pt x="38546" y="6913"/>
                      </a:moveTo>
                      <a:cubicBezTo>
                        <a:pt x="35806" y="6913"/>
                        <a:pt x="33180" y="7873"/>
                        <a:pt x="30977" y="9681"/>
                      </a:cubicBezTo>
                      <a:lnTo>
                        <a:pt x="11007" y="26204"/>
                      </a:lnTo>
                      <a:cubicBezTo>
                        <a:pt x="6290" y="30441"/>
                        <a:pt x="5527" y="37700"/>
                        <a:pt x="9312" y="42445"/>
                      </a:cubicBezTo>
                      <a:lnTo>
                        <a:pt x="10301" y="43688"/>
                      </a:lnTo>
                      <a:cubicBezTo>
                        <a:pt x="12108" y="45948"/>
                        <a:pt x="14764" y="47388"/>
                        <a:pt x="17729" y="47671"/>
                      </a:cubicBezTo>
                      <a:cubicBezTo>
                        <a:pt x="20864" y="47982"/>
                        <a:pt x="24000" y="47021"/>
                        <a:pt x="26486" y="44959"/>
                      </a:cubicBezTo>
                      <a:lnTo>
                        <a:pt x="46709" y="28238"/>
                      </a:lnTo>
                      <a:cubicBezTo>
                        <a:pt x="51257" y="24029"/>
                        <a:pt x="51934" y="16968"/>
                        <a:pt x="48178" y="12195"/>
                      </a:cubicBezTo>
                      <a:lnTo>
                        <a:pt x="47218" y="11008"/>
                      </a:lnTo>
                      <a:cubicBezTo>
                        <a:pt x="45382" y="8720"/>
                        <a:pt x="42755" y="7280"/>
                        <a:pt x="39789" y="6969"/>
                      </a:cubicBezTo>
                      <a:cubicBezTo>
                        <a:pt x="39394" y="6913"/>
                        <a:pt x="38970" y="6913"/>
                        <a:pt x="38574" y="6913"/>
                      </a:cubicBezTo>
                      <a:close/>
                    </a:path>
                  </a:pathLst>
                </a:custGeom>
                <a:solidFill>
                  <a:srgbClr val="01355A"/>
                </a:solidFill>
                <a:ln w="2824" cap="flat">
                  <a:noFill/>
                  <a:prstDash val="solid"/>
                  <a:miter/>
                </a:ln>
              </p:spPr>
              <p:txBody>
                <a:bodyPr rtlCol="1" anchor="ctr"/>
                <a:lstStyle/>
                <a:p>
                  <a:endParaRPr lang="ar-SA"/>
                </a:p>
              </p:txBody>
            </p:sp>
            <p:sp>
              <p:nvSpPr>
                <p:cNvPr id="7888" name="شكل حر: شكل 8782">
                  <a:extLst>
                    <a:ext uri="{FF2B5EF4-FFF2-40B4-BE49-F238E27FC236}">
                      <a16:creationId xmlns:a16="http://schemas.microsoft.com/office/drawing/2014/main" id="{B3E6901A-D74E-0CB7-F5F2-7CDF822B8BFD}"/>
                    </a:ext>
                  </a:extLst>
                </p:cNvPr>
                <p:cNvSpPr/>
                <p:nvPr/>
              </p:nvSpPr>
              <p:spPr>
                <a:xfrm>
                  <a:off x="4185575" y="708865"/>
                  <a:ext cx="57425" cy="54581"/>
                </a:xfrm>
                <a:custGeom>
                  <a:avLst/>
                  <a:gdLst>
                    <a:gd name="connsiteX0" fmla="*/ 18910 w 57425"/>
                    <a:gd name="connsiteY0" fmla="*/ 54581 h 54581"/>
                    <a:gd name="connsiteX1" fmla="*/ 16990 w 57425"/>
                    <a:gd name="connsiteY1" fmla="*/ 54468 h 54581"/>
                    <a:gd name="connsiteX2" fmla="*/ 4900 w 57425"/>
                    <a:gd name="connsiteY2" fmla="*/ 47887 h 54581"/>
                    <a:gd name="connsiteX3" fmla="*/ 3940 w 57425"/>
                    <a:gd name="connsiteY3" fmla="*/ 46701 h 54581"/>
                    <a:gd name="connsiteX4" fmla="*/ 6256 w 57425"/>
                    <a:gd name="connsiteY4" fmla="*/ 21167 h 54581"/>
                    <a:gd name="connsiteX5" fmla="*/ 6539 w 57425"/>
                    <a:gd name="connsiteY5" fmla="*/ 20941 h 54581"/>
                    <a:gd name="connsiteX6" fmla="*/ 26593 w 57425"/>
                    <a:gd name="connsiteY6" fmla="*/ 4361 h 54581"/>
                    <a:gd name="connsiteX7" fmla="*/ 40461 w 57425"/>
                    <a:gd name="connsiteY7" fmla="*/ 96 h 54581"/>
                    <a:gd name="connsiteX8" fmla="*/ 52551 w 57425"/>
                    <a:gd name="connsiteY8" fmla="*/ 6677 h 54581"/>
                    <a:gd name="connsiteX9" fmla="*/ 53511 w 57425"/>
                    <a:gd name="connsiteY9" fmla="*/ 7863 h 54581"/>
                    <a:gd name="connsiteX10" fmla="*/ 53511 w 57425"/>
                    <a:gd name="connsiteY10" fmla="*/ 7863 h 54581"/>
                    <a:gd name="connsiteX11" fmla="*/ 51280 w 57425"/>
                    <a:gd name="connsiteY11" fmla="*/ 33313 h 54581"/>
                    <a:gd name="connsiteX12" fmla="*/ 51053 w 57425"/>
                    <a:gd name="connsiteY12" fmla="*/ 33510 h 54581"/>
                    <a:gd name="connsiteX13" fmla="*/ 30830 w 57425"/>
                    <a:gd name="connsiteY13" fmla="*/ 50232 h 54581"/>
                    <a:gd name="connsiteX14" fmla="*/ 18882 w 57425"/>
                    <a:gd name="connsiteY14" fmla="*/ 54581 h 54581"/>
                    <a:gd name="connsiteX15" fmla="*/ 38541 w 57425"/>
                    <a:gd name="connsiteY15" fmla="*/ 6847 h 54581"/>
                    <a:gd name="connsiteX16" fmla="*/ 30971 w 57425"/>
                    <a:gd name="connsiteY16" fmla="*/ 9615 h 54581"/>
                    <a:gd name="connsiteX17" fmla="*/ 10917 w 57425"/>
                    <a:gd name="connsiteY17" fmla="*/ 26195 h 54581"/>
                    <a:gd name="connsiteX18" fmla="*/ 9307 w 57425"/>
                    <a:gd name="connsiteY18" fmla="*/ 42379 h 54581"/>
                    <a:gd name="connsiteX19" fmla="*/ 10267 w 57425"/>
                    <a:gd name="connsiteY19" fmla="*/ 43566 h 54581"/>
                    <a:gd name="connsiteX20" fmla="*/ 17696 w 57425"/>
                    <a:gd name="connsiteY20" fmla="*/ 47605 h 54581"/>
                    <a:gd name="connsiteX21" fmla="*/ 26452 w 57425"/>
                    <a:gd name="connsiteY21" fmla="*/ 44893 h 54581"/>
                    <a:gd name="connsiteX22" fmla="*/ 46676 w 57425"/>
                    <a:gd name="connsiteY22" fmla="*/ 28172 h 54581"/>
                    <a:gd name="connsiteX23" fmla="*/ 48144 w 57425"/>
                    <a:gd name="connsiteY23" fmla="*/ 12128 h 54581"/>
                    <a:gd name="connsiteX24" fmla="*/ 47184 w 57425"/>
                    <a:gd name="connsiteY24" fmla="*/ 10914 h 54581"/>
                    <a:gd name="connsiteX25" fmla="*/ 39755 w 57425"/>
                    <a:gd name="connsiteY25" fmla="*/ 6875 h 54581"/>
                    <a:gd name="connsiteX26" fmla="*/ 38541 w 57425"/>
                    <a:gd name="connsiteY26" fmla="*/ 6818 h 54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7425" h="54581">
                      <a:moveTo>
                        <a:pt x="18910" y="54581"/>
                      </a:moveTo>
                      <a:cubicBezTo>
                        <a:pt x="18261" y="54581"/>
                        <a:pt x="17639" y="54553"/>
                        <a:pt x="16990" y="54468"/>
                      </a:cubicBezTo>
                      <a:cubicBezTo>
                        <a:pt x="12188" y="53960"/>
                        <a:pt x="7866" y="51616"/>
                        <a:pt x="4900" y="47887"/>
                      </a:cubicBezTo>
                      <a:lnTo>
                        <a:pt x="3940" y="46701"/>
                      </a:lnTo>
                      <a:cubicBezTo>
                        <a:pt x="-2104" y="39075"/>
                        <a:pt x="-1088" y="27861"/>
                        <a:pt x="6256" y="21167"/>
                      </a:cubicBezTo>
                      <a:cubicBezTo>
                        <a:pt x="6284" y="21139"/>
                        <a:pt x="6482" y="20969"/>
                        <a:pt x="6539" y="20941"/>
                      </a:cubicBezTo>
                      <a:lnTo>
                        <a:pt x="26593" y="4361"/>
                      </a:lnTo>
                      <a:cubicBezTo>
                        <a:pt x="30519" y="1113"/>
                        <a:pt x="35462" y="-412"/>
                        <a:pt x="40461" y="96"/>
                      </a:cubicBezTo>
                      <a:cubicBezTo>
                        <a:pt x="45292" y="604"/>
                        <a:pt x="49585" y="2920"/>
                        <a:pt x="52551" y="6677"/>
                      </a:cubicBezTo>
                      <a:lnTo>
                        <a:pt x="53511" y="7863"/>
                      </a:lnTo>
                      <a:cubicBezTo>
                        <a:pt x="53511" y="7863"/>
                        <a:pt x="53511" y="7863"/>
                        <a:pt x="53511" y="7863"/>
                      </a:cubicBezTo>
                      <a:cubicBezTo>
                        <a:pt x="59499" y="15433"/>
                        <a:pt x="58510" y="26590"/>
                        <a:pt x="51280" y="33313"/>
                      </a:cubicBezTo>
                      <a:cubicBezTo>
                        <a:pt x="51195" y="33369"/>
                        <a:pt x="51138" y="33454"/>
                        <a:pt x="51053" y="33510"/>
                      </a:cubicBezTo>
                      <a:lnTo>
                        <a:pt x="30830" y="50232"/>
                      </a:lnTo>
                      <a:cubicBezTo>
                        <a:pt x="27384" y="53084"/>
                        <a:pt x="23203" y="54581"/>
                        <a:pt x="18882" y="54581"/>
                      </a:cubicBezTo>
                      <a:close/>
                      <a:moveTo>
                        <a:pt x="38541" y="6847"/>
                      </a:moveTo>
                      <a:cubicBezTo>
                        <a:pt x="35801" y="6847"/>
                        <a:pt x="33174" y="7807"/>
                        <a:pt x="30971" y="9615"/>
                      </a:cubicBezTo>
                      <a:lnTo>
                        <a:pt x="10917" y="26195"/>
                      </a:lnTo>
                      <a:cubicBezTo>
                        <a:pt x="6200" y="30488"/>
                        <a:pt x="5522" y="37578"/>
                        <a:pt x="9307" y="42379"/>
                      </a:cubicBezTo>
                      <a:lnTo>
                        <a:pt x="10267" y="43566"/>
                      </a:lnTo>
                      <a:cubicBezTo>
                        <a:pt x="12103" y="45882"/>
                        <a:pt x="14730" y="47294"/>
                        <a:pt x="17696" y="47605"/>
                      </a:cubicBezTo>
                      <a:cubicBezTo>
                        <a:pt x="20831" y="47915"/>
                        <a:pt x="23966" y="46955"/>
                        <a:pt x="26452" y="44893"/>
                      </a:cubicBezTo>
                      <a:lnTo>
                        <a:pt x="46676" y="28172"/>
                      </a:lnTo>
                      <a:cubicBezTo>
                        <a:pt x="51223" y="23963"/>
                        <a:pt x="51901" y="16902"/>
                        <a:pt x="48144" y="12128"/>
                      </a:cubicBezTo>
                      <a:lnTo>
                        <a:pt x="47184" y="10914"/>
                      </a:lnTo>
                      <a:cubicBezTo>
                        <a:pt x="45348" y="8626"/>
                        <a:pt x="42721" y="7186"/>
                        <a:pt x="39755" y="6875"/>
                      </a:cubicBezTo>
                      <a:cubicBezTo>
                        <a:pt x="39360" y="6847"/>
                        <a:pt x="38936" y="6818"/>
                        <a:pt x="38541" y="6818"/>
                      </a:cubicBezTo>
                      <a:close/>
                    </a:path>
                  </a:pathLst>
                </a:custGeom>
                <a:solidFill>
                  <a:srgbClr val="01355A"/>
                </a:solidFill>
                <a:ln w="2824" cap="flat">
                  <a:noFill/>
                  <a:prstDash val="solid"/>
                  <a:miter/>
                </a:ln>
              </p:spPr>
              <p:txBody>
                <a:bodyPr rtlCol="1" anchor="ctr"/>
                <a:lstStyle/>
                <a:p>
                  <a:endParaRPr lang="ar-SA"/>
                </a:p>
              </p:txBody>
            </p:sp>
            <p:sp>
              <p:nvSpPr>
                <p:cNvPr id="7889" name="شكل حر: شكل 8783">
                  <a:extLst>
                    <a:ext uri="{FF2B5EF4-FFF2-40B4-BE49-F238E27FC236}">
                      <a16:creationId xmlns:a16="http://schemas.microsoft.com/office/drawing/2014/main" id="{AD2AF47B-D809-CA27-A4C1-42C66ACE491D}"/>
                    </a:ext>
                  </a:extLst>
                </p:cNvPr>
                <p:cNvSpPr/>
                <p:nvPr/>
              </p:nvSpPr>
              <p:spPr>
                <a:xfrm>
                  <a:off x="4214623" y="735218"/>
                  <a:ext cx="45575" cy="44752"/>
                </a:xfrm>
                <a:custGeom>
                  <a:avLst/>
                  <a:gdLst>
                    <a:gd name="connsiteX0" fmla="*/ 18927 w 45575"/>
                    <a:gd name="connsiteY0" fmla="*/ 44752 h 44752"/>
                    <a:gd name="connsiteX1" fmla="*/ 17006 w 45575"/>
                    <a:gd name="connsiteY1" fmla="*/ 44667 h 44752"/>
                    <a:gd name="connsiteX2" fmla="*/ 4889 w 45575"/>
                    <a:gd name="connsiteY2" fmla="*/ 38086 h 44752"/>
                    <a:gd name="connsiteX3" fmla="*/ 3929 w 45575"/>
                    <a:gd name="connsiteY3" fmla="*/ 36900 h 44752"/>
                    <a:gd name="connsiteX4" fmla="*/ 6104 w 45575"/>
                    <a:gd name="connsiteY4" fmla="*/ 11507 h 44752"/>
                    <a:gd name="connsiteX5" fmla="*/ 14747 w 45575"/>
                    <a:gd name="connsiteY5" fmla="*/ 4361 h 44752"/>
                    <a:gd name="connsiteX6" fmla="*/ 28615 w 45575"/>
                    <a:gd name="connsiteY6" fmla="*/ 96 h 44752"/>
                    <a:gd name="connsiteX7" fmla="*/ 40704 w 45575"/>
                    <a:gd name="connsiteY7" fmla="*/ 6677 h 44752"/>
                    <a:gd name="connsiteX8" fmla="*/ 41665 w 45575"/>
                    <a:gd name="connsiteY8" fmla="*/ 7892 h 44752"/>
                    <a:gd name="connsiteX9" fmla="*/ 41665 w 45575"/>
                    <a:gd name="connsiteY9" fmla="*/ 7892 h 44752"/>
                    <a:gd name="connsiteX10" fmla="*/ 39546 w 45575"/>
                    <a:gd name="connsiteY10" fmla="*/ 33200 h 44752"/>
                    <a:gd name="connsiteX11" fmla="*/ 30818 w 45575"/>
                    <a:gd name="connsiteY11" fmla="*/ 40402 h 44752"/>
                    <a:gd name="connsiteX12" fmla="*/ 18899 w 45575"/>
                    <a:gd name="connsiteY12" fmla="*/ 44752 h 44752"/>
                    <a:gd name="connsiteX13" fmla="*/ 26695 w 45575"/>
                    <a:gd name="connsiteY13" fmla="*/ 6875 h 44752"/>
                    <a:gd name="connsiteX14" fmla="*/ 19125 w 45575"/>
                    <a:gd name="connsiteY14" fmla="*/ 9643 h 44752"/>
                    <a:gd name="connsiteX15" fmla="*/ 10651 w 45575"/>
                    <a:gd name="connsiteY15" fmla="*/ 16676 h 44752"/>
                    <a:gd name="connsiteX16" fmla="*/ 9324 w 45575"/>
                    <a:gd name="connsiteY16" fmla="*/ 32578 h 44752"/>
                    <a:gd name="connsiteX17" fmla="*/ 10284 w 45575"/>
                    <a:gd name="connsiteY17" fmla="*/ 33793 h 44752"/>
                    <a:gd name="connsiteX18" fmla="*/ 17712 w 45575"/>
                    <a:gd name="connsiteY18" fmla="*/ 37832 h 44752"/>
                    <a:gd name="connsiteX19" fmla="*/ 26440 w 45575"/>
                    <a:gd name="connsiteY19" fmla="*/ 35120 h 44752"/>
                    <a:gd name="connsiteX20" fmla="*/ 34999 w 45575"/>
                    <a:gd name="connsiteY20" fmla="*/ 28059 h 44752"/>
                    <a:gd name="connsiteX21" fmla="*/ 36270 w 45575"/>
                    <a:gd name="connsiteY21" fmla="*/ 12213 h 44752"/>
                    <a:gd name="connsiteX22" fmla="*/ 35310 w 45575"/>
                    <a:gd name="connsiteY22" fmla="*/ 10999 h 44752"/>
                    <a:gd name="connsiteX23" fmla="*/ 27881 w 45575"/>
                    <a:gd name="connsiteY23" fmla="*/ 6960 h 44752"/>
                    <a:gd name="connsiteX24" fmla="*/ 26666 w 45575"/>
                    <a:gd name="connsiteY24" fmla="*/ 6903 h 44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575" h="44752">
                      <a:moveTo>
                        <a:pt x="18927" y="44752"/>
                      </a:moveTo>
                      <a:cubicBezTo>
                        <a:pt x="18306" y="44752"/>
                        <a:pt x="17656" y="44724"/>
                        <a:pt x="17006" y="44667"/>
                      </a:cubicBezTo>
                      <a:cubicBezTo>
                        <a:pt x="12176" y="44159"/>
                        <a:pt x="7883" y="41843"/>
                        <a:pt x="4889" y="38086"/>
                      </a:cubicBezTo>
                      <a:lnTo>
                        <a:pt x="3929" y="36900"/>
                      </a:lnTo>
                      <a:cubicBezTo>
                        <a:pt x="-2059" y="29387"/>
                        <a:pt x="-1099" y="18230"/>
                        <a:pt x="6104" y="11507"/>
                      </a:cubicBezTo>
                      <a:lnTo>
                        <a:pt x="14747" y="4361"/>
                      </a:lnTo>
                      <a:cubicBezTo>
                        <a:pt x="18701" y="1113"/>
                        <a:pt x="23616" y="-412"/>
                        <a:pt x="28615" y="96"/>
                      </a:cubicBezTo>
                      <a:cubicBezTo>
                        <a:pt x="33445" y="604"/>
                        <a:pt x="37739" y="2949"/>
                        <a:pt x="40704" y="6677"/>
                      </a:cubicBezTo>
                      <a:lnTo>
                        <a:pt x="41665" y="7892"/>
                      </a:lnTo>
                      <a:cubicBezTo>
                        <a:pt x="41665" y="7892"/>
                        <a:pt x="41665" y="7892"/>
                        <a:pt x="41665" y="7892"/>
                      </a:cubicBezTo>
                      <a:cubicBezTo>
                        <a:pt x="47596" y="15377"/>
                        <a:pt x="46692" y="26477"/>
                        <a:pt x="39546" y="33200"/>
                      </a:cubicBezTo>
                      <a:lnTo>
                        <a:pt x="30818" y="40402"/>
                      </a:lnTo>
                      <a:cubicBezTo>
                        <a:pt x="27401" y="43255"/>
                        <a:pt x="23220" y="44752"/>
                        <a:pt x="18899" y="44752"/>
                      </a:cubicBezTo>
                      <a:close/>
                      <a:moveTo>
                        <a:pt x="26695" y="6875"/>
                      </a:moveTo>
                      <a:cubicBezTo>
                        <a:pt x="23955" y="6875"/>
                        <a:pt x="21328" y="7835"/>
                        <a:pt x="19125" y="9643"/>
                      </a:cubicBezTo>
                      <a:lnTo>
                        <a:pt x="10651" y="16676"/>
                      </a:lnTo>
                      <a:cubicBezTo>
                        <a:pt x="6217" y="20828"/>
                        <a:pt x="5567" y="27861"/>
                        <a:pt x="9324" y="32578"/>
                      </a:cubicBezTo>
                      <a:lnTo>
                        <a:pt x="10284" y="33793"/>
                      </a:lnTo>
                      <a:cubicBezTo>
                        <a:pt x="12120" y="36081"/>
                        <a:pt x="14747" y="37521"/>
                        <a:pt x="17712" y="37832"/>
                      </a:cubicBezTo>
                      <a:cubicBezTo>
                        <a:pt x="20848" y="38143"/>
                        <a:pt x="23955" y="37182"/>
                        <a:pt x="26440" y="35120"/>
                      </a:cubicBezTo>
                      <a:lnTo>
                        <a:pt x="34999" y="28059"/>
                      </a:lnTo>
                      <a:cubicBezTo>
                        <a:pt x="39377" y="23935"/>
                        <a:pt x="39998" y="16902"/>
                        <a:pt x="36270" y="12213"/>
                      </a:cubicBezTo>
                      <a:lnTo>
                        <a:pt x="35310" y="10999"/>
                      </a:lnTo>
                      <a:cubicBezTo>
                        <a:pt x="33474" y="8711"/>
                        <a:pt x="30847" y="7270"/>
                        <a:pt x="27881" y="6960"/>
                      </a:cubicBezTo>
                      <a:cubicBezTo>
                        <a:pt x="27486" y="6903"/>
                        <a:pt x="27062" y="6903"/>
                        <a:pt x="26666" y="6903"/>
                      </a:cubicBezTo>
                      <a:close/>
                    </a:path>
                  </a:pathLst>
                </a:custGeom>
                <a:solidFill>
                  <a:srgbClr val="01355A"/>
                </a:solidFill>
                <a:ln w="2824" cap="flat">
                  <a:noFill/>
                  <a:prstDash val="solid"/>
                  <a:miter/>
                </a:ln>
              </p:spPr>
              <p:txBody>
                <a:bodyPr rtlCol="1" anchor="ctr"/>
                <a:lstStyle/>
                <a:p>
                  <a:endParaRPr lang="ar-SA"/>
                </a:p>
              </p:txBody>
            </p:sp>
            <p:sp>
              <p:nvSpPr>
                <p:cNvPr id="7890" name="شكل حر: شكل 8784">
                  <a:extLst>
                    <a:ext uri="{FF2B5EF4-FFF2-40B4-BE49-F238E27FC236}">
                      <a16:creationId xmlns:a16="http://schemas.microsoft.com/office/drawing/2014/main" id="{9D3533B5-AED5-D9DF-DBBD-57AAC3242F35}"/>
                    </a:ext>
                  </a:extLst>
                </p:cNvPr>
                <p:cNvSpPr/>
                <p:nvPr/>
              </p:nvSpPr>
              <p:spPr>
                <a:xfrm>
                  <a:off x="4145251" y="670893"/>
                  <a:ext cx="45573" cy="44789"/>
                </a:xfrm>
                <a:custGeom>
                  <a:avLst/>
                  <a:gdLst>
                    <a:gd name="connsiteX0" fmla="*/ 18871 w 45573"/>
                    <a:gd name="connsiteY0" fmla="*/ 44733 h 44789"/>
                    <a:gd name="connsiteX1" fmla="*/ 16979 w 45573"/>
                    <a:gd name="connsiteY1" fmla="*/ 44649 h 44789"/>
                    <a:gd name="connsiteX2" fmla="*/ 4890 w 45573"/>
                    <a:gd name="connsiteY2" fmla="*/ 38096 h 44789"/>
                    <a:gd name="connsiteX3" fmla="*/ 3901 w 45573"/>
                    <a:gd name="connsiteY3" fmla="*/ 36825 h 44789"/>
                    <a:gd name="connsiteX4" fmla="*/ 6019 w 45573"/>
                    <a:gd name="connsiteY4" fmla="*/ 11545 h 44789"/>
                    <a:gd name="connsiteX5" fmla="*/ 14747 w 45573"/>
                    <a:gd name="connsiteY5" fmla="*/ 4342 h 44789"/>
                    <a:gd name="connsiteX6" fmla="*/ 28588 w 45573"/>
                    <a:gd name="connsiteY6" fmla="*/ 106 h 44789"/>
                    <a:gd name="connsiteX7" fmla="*/ 40705 w 45573"/>
                    <a:gd name="connsiteY7" fmla="*/ 6658 h 44789"/>
                    <a:gd name="connsiteX8" fmla="*/ 41665 w 45573"/>
                    <a:gd name="connsiteY8" fmla="*/ 7873 h 44789"/>
                    <a:gd name="connsiteX9" fmla="*/ 41665 w 45573"/>
                    <a:gd name="connsiteY9" fmla="*/ 7873 h 44789"/>
                    <a:gd name="connsiteX10" fmla="*/ 39660 w 45573"/>
                    <a:gd name="connsiteY10" fmla="*/ 33096 h 44789"/>
                    <a:gd name="connsiteX11" fmla="*/ 39490 w 45573"/>
                    <a:gd name="connsiteY11" fmla="*/ 33266 h 44789"/>
                    <a:gd name="connsiteX12" fmla="*/ 30876 w 45573"/>
                    <a:gd name="connsiteY12" fmla="*/ 40412 h 44789"/>
                    <a:gd name="connsiteX13" fmla="*/ 18928 w 45573"/>
                    <a:gd name="connsiteY13" fmla="*/ 44790 h 44789"/>
                    <a:gd name="connsiteX14" fmla="*/ 26667 w 45573"/>
                    <a:gd name="connsiteY14" fmla="*/ 6856 h 44789"/>
                    <a:gd name="connsiteX15" fmla="*/ 19125 w 45573"/>
                    <a:gd name="connsiteY15" fmla="*/ 9624 h 44789"/>
                    <a:gd name="connsiteX16" fmla="*/ 10567 w 45573"/>
                    <a:gd name="connsiteY16" fmla="*/ 16686 h 44789"/>
                    <a:gd name="connsiteX17" fmla="*/ 9296 w 45573"/>
                    <a:gd name="connsiteY17" fmla="*/ 32531 h 44789"/>
                    <a:gd name="connsiteX18" fmla="*/ 10285 w 45573"/>
                    <a:gd name="connsiteY18" fmla="*/ 33802 h 44789"/>
                    <a:gd name="connsiteX19" fmla="*/ 17685 w 45573"/>
                    <a:gd name="connsiteY19" fmla="*/ 37785 h 44789"/>
                    <a:gd name="connsiteX20" fmla="*/ 26441 w 45573"/>
                    <a:gd name="connsiteY20" fmla="*/ 35073 h 44789"/>
                    <a:gd name="connsiteX21" fmla="*/ 34971 w 45573"/>
                    <a:gd name="connsiteY21" fmla="*/ 28012 h 44789"/>
                    <a:gd name="connsiteX22" fmla="*/ 36270 w 45573"/>
                    <a:gd name="connsiteY22" fmla="*/ 12138 h 44789"/>
                    <a:gd name="connsiteX23" fmla="*/ 35310 w 45573"/>
                    <a:gd name="connsiteY23" fmla="*/ 10924 h 44789"/>
                    <a:gd name="connsiteX24" fmla="*/ 27881 w 45573"/>
                    <a:gd name="connsiteY24" fmla="*/ 6913 h 44789"/>
                    <a:gd name="connsiteX25" fmla="*/ 26695 w 45573"/>
                    <a:gd name="connsiteY25" fmla="*/ 6856 h 44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5573" h="44789">
                      <a:moveTo>
                        <a:pt x="18871" y="44733"/>
                      </a:moveTo>
                      <a:cubicBezTo>
                        <a:pt x="18250" y="44733"/>
                        <a:pt x="17600" y="44705"/>
                        <a:pt x="16979" y="44649"/>
                      </a:cubicBezTo>
                      <a:cubicBezTo>
                        <a:pt x="12177" y="44168"/>
                        <a:pt x="7855" y="41824"/>
                        <a:pt x="4890" y="38096"/>
                      </a:cubicBezTo>
                      <a:lnTo>
                        <a:pt x="3901" y="36825"/>
                      </a:lnTo>
                      <a:cubicBezTo>
                        <a:pt x="-2030" y="29368"/>
                        <a:pt x="-1098" y="18267"/>
                        <a:pt x="6019" y="11545"/>
                      </a:cubicBezTo>
                      <a:lnTo>
                        <a:pt x="14747" y="4342"/>
                      </a:lnTo>
                      <a:cubicBezTo>
                        <a:pt x="18673" y="1094"/>
                        <a:pt x="23560" y="-431"/>
                        <a:pt x="28588" y="106"/>
                      </a:cubicBezTo>
                      <a:cubicBezTo>
                        <a:pt x="33389" y="586"/>
                        <a:pt x="37711" y="2930"/>
                        <a:pt x="40705" y="6658"/>
                      </a:cubicBezTo>
                      <a:lnTo>
                        <a:pt x="41665" y="7873"/>
                      </a:lnTo>
                      <a:cubicBezTo>
                        <a:pt x="41665" y="7873"/>
                        <a:pt x="41665" y="7873"/>
                        <a:pt x="41665" y="7873"/>
                      </a:cubicBezTo>
                      <a:cubicBezTo>
                        <a:pt x="47568" y="15302"/>
                        <a:pt x="46693" y="26374"/>
                        <a:pt x="39660" y="33096"/>
                      </a:cubicBezTo>
                      <a:cubicBezTo>
                        <a:pt x="39603" y="33153"/>
                        <a:pt x="39547" y="33209"/>
                        <a:pt x="39490" y="33266"/>
                      </a:cubicBezTo>
                      <a:lnTo>
                        <a:pt x="30876" y="40412"/>
                      </a:lnTo>
                      <a:cubicBezTo>
                        <a:pt x="27429" y="43265"/>
                        <a:pt x="23249" y="44790"/>
                        <a:pt x="18928" y="44790"/>
                      </a:cubicBezTo>
                      <a:close/>
                      <a:moveTo>
                        <a:pt x="26667" y="6856"/>
                      </a:moveTo>
                      <a:cubicBezTo>
                        <a:pt x="23927" y="6856"/>
                        <a:pt x="21300" y="7817"/>
                        <a:pt x="19125" y="9624"/>
                      </a:cubicBezTo>
                      <a:lnTo>
                        <a:pt x="10567" y="16686"/>
                      </a:lnTo>
                      <a:cubicBezTo>
                        <a:pt x="6189" y="20809"/>
                        <a:pt x="5567" y="27843"/>
                        <a:pt x="9296" y="32531"/>
                      </a:cubicBezTo>
                      <a:lnTo>
                        <a:pt x="10285" y="33802"/>
                      </a:lnTo>
                      <a:cubicBezTo>
                        <a:pt x="12092" y="36062"/>
                        <a:pt x="14719" y="37474"/>
                        <a:pt x="17685" y="37785"/>
                      </a:cubicBezTo>
                      <a:cubicBezTo>
                        <a:pt x="20820" y="38096"/>
                        <a:pt x="23955" y="37135"/>
                        <a:pt x="26441" y="35073"/>
                      </a:cubicBezTo>
                      <a:lnTo>
                        <a:pt x="34971" y="28012"/>
                      </a:lnTo>
                      <a:cubicBezTo>
                        <a:pt x="39378" y="23719"/>
                        <a:pt x="39942" y="16770"/>
                        <a:pt x="36270" y="12138"/>
                      </a:cubicBezTo>
                      <a:lnTo>
                        <a:pt x="35310" y="10924"/>
                      </a:lnTo>
                      <a:cubicBezTo>
                        <a:pt x="33474" y="8636"/>
                        <a:pt x="30847" y="7223"/>
                        <a:pt x="27881" y="6913"/>
                      </a:cubicBezTo>
                      <a:cubicBezTo>
                        <a:pt x="27486" y="6884"/>
                        <a:pt x="27090" y="6856"/>
                        <a:pt x="26695" y="6856"/>
                      </a:cubicBezTo>
                      <a:close/>
                    </a:path>
                  </a:pathLst>
                </a:custGeom>
                <a:solidFill>
                  <a:srgbClr val="01355A"/>
                </a:solidFill>
                <a:ln w="2824" cap="flat">
                  <a:noFill/>
                  <a:prstDash val="solid"/>
                  <a:miter/>
                </a:ln>
              </p:spPr>
              <p:txBody>
                <a:bodyPr rtlCol="1" anchor="ctr"/>
                <a:lstStyle/>
                <a:p>
                  <a:endParaRPr lang="ar-SA"/>
                </a:p>
              </p:txBody>
            </p:sp>
          </p:grpSp>
          <p:sp>
            <p:nvSpPr>
              <p:cNvPr id="7886" name="شكل حر: شكل 8785">
                <a:extLst>
                  <a:ext uri="{FF2B5EF4-FFF2-40B4-BE49-F238E27FC236}">
                    <a16:creationId xmlns:a16="http://schemas.microsoft.com/office/drawing/2014/main" id="{14593F60-B172-63AE-B869-0EF175BA2BBF}"/>
                  </a:ext>
                </a:extLst>
              </p:cNvPr>
              <p:cNvSpPr/>
              <p:nvPr/>
            </p:nvSpPr>
            <p:spPr>
              <a:xfrm>
                <a:off x="4195440" y="599254"/>
                <a:ext cx="183357" cy="91827"/>
              </a:xfrm>
              <a:custGeom>
                <a:avLst/>
                <a:gdLst>
                  <a:gd name="connsiteX0" fmla="*/ 156769 w 183357"/>
                  <a:gd name="connsiteY0" fmla="*/ 91828 h 91827"/>
                  <a:gd name="connsiteX1" fmla="*/ 154085 w 183357"/>
                  <a:gd name="connsiteY1" fmla="*/ 90528 h 91827"/>
                  <a:gd name="connsiteX2" fmla="*/ 154622 w 183357"/>
                  <a:gd name="connsiteY2" fmla="*/ 85698 h 91827"/>
                  <a:gd name="connsiteX3" fmla="*/ 175665 w 183357"/>
                  <a:gd name="connsiteY3" fmla="*/ 68779 h 91827"/>
                  <a:gd name="connsiteX4" fmla="*/ 146290 w 183357"/>
                  <a:gd name="connsiteY4" fmla="*/ 8108 h 91827"/>
                  <a:gd name="connsiteX5" fmla="*/ 124428 w 183357"/>
                  <a:gd name="connsiteY5" fmla="*/ 18587 h 91827"/>
                  <a:gd name="connsiteX6" fmla="*/ 122648 w 183357"/>
                  <a:gd name="connsiteY6" fmla="*/ 18926 h 91827"/>
                  <a:gd name="connsiteX7" fmla="*/ 49831 w 183357"/>
                  <a:gd name="connsiteY7" fmla="*/ 12599 h 91827"/>
                  <a:gd name="connsiteX8" fmla="*/ 11079 w 183357"/>
                  <a:gd name="connsiteY8" fmla="*/ 43810 h 91827"/>
                  <a:gd name="connsiteX9" fmla="*/ 9553 w 183357"/>
                  <a:gd name="connsiteY9" fmla="*/ 60532 h 91827"/>
                  <a:gd name="connsiteX10" fmla="*/ 10570 w 183357"/>
                  <a:gd name="connsiteY10" fmla="*/ 61803 h 91827"/>
                  <a:gd name="connsiteX11" fmla="*/ 27320 w 183357"/>
                  <a:gd name="connsiteY11" fmla="*/ 63639 h 91827"/>
                  <a:gd name="connsiteX12" fmla="*/ 56187 w 183357"/>
                  <a:gd name="connsiteY12" fmla="*/ 40336 h 91827"/>
                  <a:gd name="connsiteX13" fmla="*/ 58644 w 183357"/>
                  <a:gd name="connsiteY13" fmla="*/ 39573 h 91827"/>
                  <a:gd name="connsiteX14" fmla="*/ 113045 w 183357"/>
                  <a:gd name="connsiteY14" fmla="*/ 44290 h 91827"/>
                  <a:gd name="connsiteX15" fmla="*/ 116180 w 183357"/>
                  <a:gd name="connsiteY15" fmla="*/ 48019 h 91827"/>
                  <a:gd name="connsiteX16" fmla="*/ 112451 w 183357"/>
                  <a:gd name="connsiteY16" fmla="*/ 51154 h 91827"/>
                  <a:gd name="connsiteX17" fmla="*/ 59435 w 183357"/>
                  <a:gd name="connsiteY17" fmla="*/ 46550 h 91827"/>
                  <a:gd name="connsiteX18" fmla="*/ 31641 w 183357"/>
                  <a:gd name="connsiteY18" fmla="*/ 68977 h 91827"/>
                  <a:gd name="connsiteX19" fmla="*/ 17801 w 183357"/>
                  <a:gd name="connsiteY19" fmla="*/ 72988 h 91827"/>
                  <a:gd name="connsiteX20" fmla="*/ 5175 w 183357"/>
                  <a:gd name="connsiteY20" fmla="*/ 66068 h 91827"/>
                  <a:gd name="connsiteX21" fmla="*/ 4158 w 183357"/>
                  <a:gd name="connsiteY21" fmla="*/ 64797 h 91827"/>
                  <a:gd name="connsiteX22" fmla="*/ 6672 w 183357"/>
                  <a:gd name="connsiteY22" fmla="*/ 38444 h 91827"/>
                  <a:gd name="connsiteX23" fmla="*/ 46555 w 183357"/>
                  <a:gd name="connsiteY23" fmla="*/ 6300 h 91827"/>
                  <a:gd name="connsiteX24" fmla="*/ 49012 w 183357"/>
                  <a:gd name="connsiteY24" fmla="*/ 5538 h 91827"/>
                  <a:gd name="connsiteX25" fmla="*/ 122281 w 183357"/>
                  <a:gd name="connsiteY25" fmla="*/ 11893 h 91827"/>
                  <a:gd name="connsiteX26" fmla="*/ 146374 w 183357"/>
                  <a:gd name="connsiteY26" fmla="*/ 340 h 91827"/>
                  <a:gd name="connsiteX27" fmla="*/ 150950 w 183357"/>
                  <a:gd name="connsiteY27" fmla="*/ 1950 h 91827"/>
                  <a:gd name="connsiteX28" fmla="*/ 183009 w 183357"/>
                  <a:gd name="connsiteY28" fmla="*/ 68158 h 91827"/>
                  <a:gd name="connsiteX29" fmla="*/ 182076 w 183357"/>
                  <a:gd name="connsiteY29" fmla="*/ 72338 h 91827"/>
                  <a:gd name="connsiteX30" fmla="*/ 158887 w 183357"/>
                  <a:gd name="connsiteY30" fmla="*/ 90980 h 91827"/>
                  <a:gd name="connsiteX31" fmla="*/ 156740 w 183357"/>
                  <a:gd name="connsiteY31" fmla="*/ 91743 h 91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3357" h="91827">
                    <a:moveTo>
                      <a:pt x="156769" y="91828"/>
                    </a:moveTo>
                    <a:cubicBezTo>
                      <a:pt x="155752" y="91828"/>
                      <a:pt x="154763" y="91376"/>
                      <a:pt x="154085" y="90528"/>
                    </a:cubicBezTo>
                    <a:cubicBezTo>
                      <a:pt x="152899" y="89060"/>
                      <a:pt x="153125" y="86885"/>
                      <a:pt x="154622" y="85698"/>
                    </a:cubicBezTo>
                    <a:lnTo>
                      <a:pt x="175665" y="68779"/>
                    </a:lnTo>
                    <a:lnTo>
                      <a:pt x="146290" y="8108"/>
                    </a:lnTo>
                    <a:lnTo>
                      <a:pt x="124428" y="18587"/>
                    </a:lnTo>
                    <a:cubicBezTo>
                      <a:pt x="123863" y="18841"/>
                      <a:pt x="123241" y="18954"/>
                      <a:pt x="122648" y="18926"/>
                    </a:cubicBezTo>
                    <a:lnTo>
                      <a:pt x="49831" y="12599"/>
                    </a:lnTo>
                    <a:lnTo>
                      <a:pt x="11079" y="43810"/>
                    </a:lnTo>
                    <a:cubicBezTo>
                      <a:pt x="6277" y="47849"/>
                      <a:pt x="5542" y="55532"/>
                      <a:pt x="9553" y="60532"/>
                    </a:cubicBezTo>
                    <a:lnTo>
                      <a:pt x="10570" y="61803"/>
                    </a:lnTo>
                    <a:cubicBezTo>
                      <a:pt x="14694" y="66943"/>
                      <a:pt x="22207" y="67762"/>
                      <a:pt x="27320" y="63639"/>
                    </a:cubicBezTo>
                    <a:lnTo>
                      <a:pt x="56187" y="40336"/>
                    </a:lnTo>
                    <a:cubicBezTo>
                      <a:pt x="56893" y="39771"/>
                      <a:pt x="57768" y="39517"/>
                      <a:pt x="58644" y="39573"/>
                    </a:cubicBezTo>
                    <a:lnTo>
                      <a:pt x="113045" y="44290"/>
                    </a:lnTo>
                    <a:cubicBezTo>
                      <a:pt x="114937" y="44460"/>
                      <a:pt x="116349" y="46126"/>
                      <a:pt x="116180" y="48019"/>
                    </a:cubicBezTo>
                    <a:cubicBezTo>
                      <a:pt x="116010" y="49911"/>
                      <a:pt x="114316" y="51295"/>
                      <a:pt x="112451" y="51154"/>
                    </a:cubicBezTo>
                    <a:lnTo>
                      <a:pt x="59435" y="46550"/>
                    </a:lnTo>
                    <a:lnTo>
                      <a:pt x="31641" y="68977"/>
                    </a:lnTo>
                    <a:cubicBezTo>
                      <a:pt x="27715" y="72112"/>
                      <a:pt x="22800" y="73553"/>
                      <a:pt x="17801" y="72988"/>
                    </a:cubicBezTo>
                    <a:cubicBezTo>
                      <a:pt x="12802" y="72423"/>
                      <a:pt x="8310" y="69994"/>
                      <a:pt x="5175" y="66068"/>
                    </a:cubicBezTo>
                    <a:lnTo>
                      <a:pt x="4158" y="64797"/>
                    </a:lnTo>
                    <a:cubicBezTo>
                      <a:pt x="-2254" y="56803"/>
                      <a:pt x="-1124" y="44968"/>
                      <a:pt x="6672" y="38444"/>
                    </a:cubicBezTo>
                    <a:lnTo>
                      <a:pt x="46555" y="6300"/>
                    </a:lnTo>
                    <a:cubicBezTo>
                      <a:pt x="47233" y="5735"/>
                      <a:pt x="48137" y="5481"/>
                      <a:pt x="49012" y="5538"/>
                    </a:cubicBezTo>
                    <a:lnTo>
                      <a:pt x="122281" y="11893"/>
                    </a:lnTo>
                    <a:lnTo>
                      <a:pt x="146374" y="340"/>
                    </a:lnTo>
                    <a:cubicBezTo>
                      <a:pt x="148069" y="-479"/>
                      <a:pt x="150131" y="228"/>
                      <a:pt x="150950" y="1950"/>
                    </a:cubicBezTo>
                    <a:lnTo>
                      <a:pt x="183009" y="68158"/>
                    </a:lnTo>
                    <a:cubicBezTo>
                      <a:pt x="183715" y="69598"/>
                      <a:pt x="183319" y="71350"/>
                      <a:pt x="182076" y="72338"/>
                    </a:cubicBezTo>
                    <a:lnTo>
                      <a:pt x="158887" y="90980"/>
                    </a:lnTo>
                    <a:cubicBezTo>
                      <a:pt x="158266" y="91489"/>
                      <a:pt x="157503" y="91743"/>
                      <a:pt x="156740" y="91743"/>
                    </a:cubicBezTo>
                    <a:close/>
                  </a:path>
                </a:pathLst>
              </a:custGeom>
              <a:solidFill>
                <a:srgbClr val="01355A"/>
              </a:solidFill>
              <a:ln w="2824" cap="flat">
                <a:noFill/>
                <a:prstDash val="solid"/>
                <a:miter/>
              </a:ln>
            </p:spPr>
            <p:txBody>
              <a:bodyPr rtlCol="1" anchor="ctr"/>
              <a:lstStyle/>
              <a:p>
                <a:endParaRPr lang="ar-SA"/>
              </a:p>
            </p:txBody>
          </p:sp>
        </p:grpSp>
        <p:grpSp>
          <p:nvGrpSpPr>
            <p:cNvPr id="7878" name="رسم 8014">
              <a:extLst>
                <a:ext uri="{FF2B5EF4-FFF2-40B4-BE49-F238E27FC236}">
                  <a16:creationId xmlns:a16="http://schemas.microsoft.com/office/drawing/2014/main" id="{19CDBD82-D1A6-F465-E95F-120AB6B8216B}"/>
                </a:ext>
              </a:extLst>
            </p:cNvPr>
            <p:cNvGrpSpPr/>
            <p:nvPr/>
          </p:nvGrpSpPr>
          <p:grpSpPr>
            <a:xfrm>
              <a:off x="4209654" y="461446"/>
              <a:ext cx="98634" cy="98633"/>
              <a:chOff x="4209654" y="461446"/>
              <a:chExt cx="98634" cy="98633"/>
            </a:xfrm>
            <a:solidFill>
              <a:srgbClr val="17A3A3"/>
            </a:solidFill>
          </p:grpSpPr>
          <p:sp>
            <p:nvSpPr>
              <p:cNvPr id="7879" name="شكل حر: شكل 8787">
                <a:extLst>
                  <a:ext uri="{FF2B5EF4-FFF2-40B4-BE49-F238E27FC236}">
                    <a16:creationId xmlns:a16="http://schemas.microsoft.com/office/drawing/2014/main" id="{D229B46D-6802-F1FE-A78F-E12DFDC568E2}"/>
                  </a:ext>
                </a:extLst>
              </p:cNvPr>
              <p:cNvSpPr/>
              <p:nvPr/>
            </p:nvSpPr>
            <p:spPr>
              <a:xfrm>
                <a:off x="4209654" y="461446"/>
                <a:ext cx="98634" cy="98633"/>
              </a:xfrm>
              <a:custGeom>
                <a:avLst/>
                <a:gdLst>
                  <a:gd name="connsiteX0" fmla="*/ 49316 w 98634"/>
                  <a:gd name="connsiteY0" fmla="*/ 98605 h 98633"/>
                  <a:gd name="connsiteX1" fmla="*/ 46323 w 98634"/>
                  <a:gd name="connsiteY1" fmla="*/ 98520 h 98633"/>
                  <a:gd name="connsiteX2" fmla="*/ 0 w 98634"/>
                  <a:gd name="connsiteY2" fmla="*/ 49288 h 98633"/>
                  <a:gd name="connsiteX3" fmla="*/ 49316 w 98634"/>
                  <a:gd name="connsiteY3" fmla="*/ 0 h 98633"/>
                  <a:gd name="connsiteX4" fmla="*/ 68354 w 98634"/>
                  <a:gd name="connsiteY4" fmla="*/ 3813 h 98633"/>
                  <a:gd name="connsiteX5" fmla="*/ 70218 w 98634"/>
                  <a:gd name="connsiteY5" fmla="*/ 8304 h 98633"/>
                  <a:gd name="connsiteX6" fmla="*/ 65727 w 98634"/>
                  <a:gd name="connsiteY6" fmla="*/ 10168 h 98633"/>
                  <a:gd name="connsiteX7" fmla="*/ 49345 w 98634"/>
                  <a:gd name="connsiteY7" fmla="*/ 6892 h 98633"/>
                  <a:gd name="connsiteX8" fmla="*/ 6920 w 98634"/>
                  <a:gd name="connsiteY8" fmla="*/ 49288 h 98633"/>
                  <a:gd name="connsiteX9" fmla="*/ 46746 w 98634"/>
                  <a:gd name="connsiteY9" fmla="*/ 91657 h 98633"/>
                  <a:gd name="connsiteX10" fmla="*/ 49486 w 98634"/>
                  <a:gd name="connsiteY10" fmla="*/ 91741 h 98633"/>
                  <a:gd name="connsiteX11" fmla="*/ 50672 w 98634"/>
                  <a:gd name="connsiteY11" fmla="*/ 91741 h 98633"/>
                  <a:gd name="connsiteX12" fmla="*/ 91741 w 98634"/>
                  <a:gd name="connsiteY12" fmla="*/ 50757 h 98633"/>
                  <a:gd name="connsiteX13" fmla="*/ 95300 w 98634"/>
                  <a:gd name="connsiteY13" fmla="*/ 47424 h 98633"/>
                  <a:gd name="connsiteX14" fmla="*/ 98633 w 98634"/>
                  <a:gd name="connsiteY14" fmla="*/ 50983 h 98633"/>
                  <a:gd name="connsiteX15" fmla="*/ 50983 w 98634"/>
                  <a:gd name="connsiteY15" fmla="*/ 98633 h 98633"/>
                  <a:gd name="connsiteX16" fmla="*/ 49345 w 98634"/>
                  <a:gd name="connsiteY16" fmla="*/ 98633 h 98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8634" h="98633">
                    <a:moveTo>
                      <a:pt x="49316" y="98605"/>
                    </a:moveTo>
                    <a:cubicBezTo>
                      <a:pt x="48300" y="98605"/>
                      <a:pt x="47311" y="98605"/>
                      <a:pt x="46323" y="98520"/>
                    </a:cubicBezTo>
                    <a:cubicBezTo>
                      <a:pt x="20337" y="96967"/>
                      <a:pt x="0" y="75331"/>
                      <a:pt x="0" y="49288"/>
                    </a:cubicBezTo>
                    <a:cubicBezTo>
                      <a:pt x="0" y="23246"/>
                      <a:pt x="22116" y="0"/>
                      <a:pt x="49316" y="0"/>
                    </a:cubicBezTo>
                    <a:cubicBezTo>
                      <a:pt x="55869" y="0"/>
                      <a:pt x="62281" y="1271"/>
                      <a:pt x="68354" y="3813"/>
                    </a:cubicBezTo>
                    <a:cubicBezTo>
                      <a:pt x="70105" y="4548"/>
                      <a:pt x="70953" y="6553"/>
                      <a:pt x="70218" y="8304"/>
                    </a:cubicBezTo>
                    <a:cubicBezTo>
                      <a:pt x="69484" y="10055"/>
                      <a:pt x="67478" y="10903"/>
                      <a:pt x="65727" y="10168"/>
                    </a:cubicBezTo>
                    <a:cubicBezTo>
                      <a:pt x="60502" y="7993"/>
                      <a:pt x="54994" y="6892"/>
                      <a:pt x="49345" y="6892"/>
                    </a:cubicBezTo>
                    <a:cubicBezTo>
                      <a:pt x="25957" y="6892"/>
                      <a:pt x="6920" y="25901"/>
                      <a:pt x="6920" y="49288"/>
                    </a:cubicBezTo>
                    <a:cubicBezTo>
                      <a:pt x="6920" y="72676"/>
                      <a:pt x="24432" y="90301"/>
                      <a:pt x="46746" y="91657"/>
                    </a:cubicBezTo>
                    <a:cubicBezTo>
                      <a:pt x="47622" y="91713"/>
                      <a:pt x="48554" y="91713"/>
                      <a:pt x="49486" y="91741"/>
                    </a:cubicBezTo>
                    <a:cubicBezTo>
                      <a:pt x="49881" y="91741"/>
                      <a:pt x="50277" y="91741"/>
                      <a:pt x="50672" y="91741"/>
                    </a:cubicBezTo>
                    <a:cubicBezTo>
                      <a:pt x="72986" y="91007"/>
                      <a:pt x="91007" y="73015"/>
                      <a:pt x="91741" y="50757"/>
                    </a:cubicBezTo>
                    <a:cubicBezTo>
                      <a:pt x="91798" y="48865"/>
                      <a:pt x="93408" y="47396"/>
                      <a:pt x="95300" y="47424"/>
                    </a:cubicBezTo>
                    <a:cubicBezTo>
                      <a:pt x="97192" y="47481"/>
                      <a:pt x="98690" y="49091"/>
                      <a:pt x="98633" y="50983"/>
                    </a:cubicBezTo>
                    <a:cubicBezTo>
                      <a:pt x="97786" y="76856"/>
                      <a:pt x="76856" y="97786"/>
                      <a:pt x="50983" y="98633"/>
                    </a:cubicBezTo>
                    <a:cubicBezTo>
                      <a:pt x="50475" y="98633"/>
                      <a:pt x="49910" y="98633"/>
                      <a:pt x="49345" y="98633"/>
                    </a:cubicBezTo>
                    <a:close/>
                  </a:path>
                </a:pathLst>
              </a:custGeom>
              <a:solidFill>
                <a:srgbClr val="17A3A3"/>
              </a:solidFill>
              <a:ln w="2824" cap="flat">
                <a:noFill/>
                <a:prstDash val="solid"/>
                <a:miter/>
              </a:ln>
            </p:spPr>
            <p:txBody>
              <a:bodyPr rtlCol="1" anchor="ctr"/>
              <a:lstStyle/>
              <a:p>
                <a:endParaRPr lang="ar-SA"/>
              </a:p>
            </p:txBody>
          </p:sp>
          <p:sp>
            <p:nvSpPr>
              <p:cNvPr id="7880" name="شكل حر: شكل 8788">
                <a:extLst>
                  <a:ext uri="{FF2B5EF4-FFF2-40B4-BE49-F238E27FC236}">
                    <a16:creationId xmlns:a16="http://schemas.microsoft.com/office/drawing/2014/main" id="{264938A9-B8BE-B1EC-07DE-D61469EBA455}"/>
                  </a:ext>
                </a:extLst>
              </p:cNvPr>
              <p:cNvSpPr/>
              <p:nvPr/>
            </p:nvSpPr>
            <p:spPr>
              <a:xfrm>
                <a:off x="4233408" y="478421"/>
                <a:ext cx="70077" cy="48158"/>
              </a:xfrm>
              <a:custGeom>
                <a:avLst/>
                <a:gdLst>
                  <a:gd name="connsiteX0" fmla="*/ 25394 w 70077"/>
                  <a:gd name="connsiteY0" fmla="*/ 48159 h 48158"/>
                  <a:gd name="connsiteX1" fmla="*/ 23247 w 70077"/>
                  <a:gd name="connsiteY1" fmla="*/ 47424 h 48158"/>
                  <a:gd name="connsiteX2" fmla="*/ 1300 w 70077"/>
                  <a:gd name="connsiteY2" fmla="*/ 29968 h 48158"/>
                  <a:gd name="connsiteX3" fmla="*/ 735 w 70077"/>
                  <a:gd name="connsiteY3" fmla="*/ 25138 h 48158"/>
                  <a:gd name="connsiteX4" fmla="*/ 5565 w 70077"/>
                  <a:gd name="connsiteY4" fmla="*/ 24574 h 48158"/>
                  <a:gd name="connsiteX5" fmla="*/ 25111 w 70077"/>
                  <a:gd name="connsiteY5" fmla="*/ 40109 h 48158"/>
                  <a:gd name="connsiteX6" fmla="*/ 64203 w 70077"/>
                  <a:gd name="connsiteY6" fmla="*/ 1017 h 48158"/>
                  <a:gd name="connsiteX7" fmla="*/ 69061 w 70077"/>
                  <a:gd name="connsiteY7" fmla="*/ 1017 h 48158"/>
                  <a:gd name="connsiteX8" fmla="*/ 69061 w 70077"/>
                  <a:gd name="connsiteY8" fmla="*/ 5875 h 48158"/>
                  <a:gd name="connsiteX9" fmla="*/ 27794 w 70077"/>
                  <a:gd name="connsiteY9" fmla="*/ 47142 h 48158"/>
                  <a:gd name="connsiteX10" fmla="*/ 25365 w 70077"/>
                  <a:gd name="connsiteY10" fmla="*/ 48159 h 48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077" h="48158">
                    <a:moveTo>
                      <a:pt x="25394" y="48159"/>
                    </a:moveTo>
                    <a:cubicBezTo>
                      <a:pt x="24631" y="48159"/>
                      <a:pt x="23868" y="47904"/>
                      <a:pt x="23247" y="47424"/>
                    </a:cubicBezTo>
                    <a:lnTo>
                      <a:pt x="1300" y="29968"/>
                    </a:lnTo>
                    <a:cubicBezTo>
                      <a:pt x="-197" y="28782"/>
                      <a:pt x="-423" y="26607"/>
                      <a:pt x="735" y="25138"/>
                    </a:cubicBezTo>
                    <a:cubicBezTo>
                      <a:pt x="1922" y="23641"/>
                      <a:pt x="4096" y="23415"/>
                      <a:pt x="5565" y="24574"/>
                    </a:cubicBezTo>
                    <a:lnTo>
                      <a:pt x="25111" y="40109"/>
                    </a:lnTo>
                    <a:lnTo>
                      <a:pt x="64203" y="1017"/>
                    </a:lnTo>
                    <a:cubicBezTo>
                      <a:pt x="65559" y="-339"/>
                      <a:pt x="67734" y="-339"/>
                      <a:pt x="69061" y="1017"/>
                    </a:cubicBezTo>
                    <a:cubicBezTo>
                      <a:pt x="70417" y="2373"/>
                      <a:pt x="70417" y="4548"/>
                      <a:pt x="69061" y="5875"/>
                    </a:cubicBezTo>
                    <a:lnTo>
                      <a:pt x="27794" y="47142"/>
                    </a:lnTo>
                    <a:cubicBezTo>
                      <a:pt x="27117" y="47820"/>
                      <a:pt x="26241" y="48159"/>
                      <a:pt x="25365" y="48159"/>
                    </a:cubicBezTo>
                    <a:close/>
                  </a:path>
                </a:pathLst>
              </a:custGeom>
              <a:solidFill>
                <a:srgbClr val="17A3A3"/>
              </a:solidFill>
              <a:ln w="2824" cap="flat">
                <a:noFill/>
                <a:prstDash val="solid"/>
                <a:miter/>
              </a:ln>
            </p:spPr>
            <p:txBody>
              <a:bodyPr rtlCol="1" anchor="ctr"/>
              <a:lstStyle/>
              <a:p>
                <a:endParaRPr lang="ar-SA"/>
              </a:p>
            </p:txBody>
          </p:sp>
        </p:grpSp>
      </p:grpSp>
      <p:grpSp>
        <p:nvGrpSpPr>
          <p:cNvPr id="7891" name="رسم 8014">
            <a:extLst>
              <a:ext uri="{FF2B5EF4-FFF2-40B4-BE49-F238E27FC236}">
                <a16:creationId xmlns:a16="http://schemas.microsoft.com/office/drawing/2014/main" id="{A93328BD-8D2D-A2B6-F8CF-02AD4DF457A8}"/>
              </a:ext>
            </a:extLst>
          </p:cNvPr>
          <p:cNvGrpSpPr/>
          <p:nvPr/>
        </p:nvGrpSpPr>
        <p:grpSpPr>
          <a:xfrm>
            <a:off x="2423804" y="2144390"/>
            <a:ext cx="230964" cy="252928"/>
            <a:chOff x="1978601" y="905267"/>
            <a:chExt cx="276071" cy="320896"/>
          </a:xfrm>
        </p:grpSpPr>
        <p:grpSp>
          <p:nvGrpSpPr>
            <p:cNvPr id="7892" name="رسم 8014">
              <a:extLst>
                <a:ext uri="{FF2B5EF4-FFF2-40B4-BE49-F238E27FC236}">
                  <a16:creationId xmlns:a16="http://schemas.microsoft.com/office/drawing/2014/main" id="{A37BE736-8947-BC8D-BDBC-67BA0C329002}"/>
                </a:ext>
              </a:extLst>
            </p:cNvPr>
            <p:cNvGrpSpPr/>
            <p:nvPr/>
          </p:nvGrpSpPr>
          <p:grpSpPr>
            <a:xfrm>
              <a:off x="2032117" y="964180"/>
              <a:ext cx="169115" cy="261983"/>
              <a:chOff x="2032117" y="964180"/>
              <a:chExt cx="169115" cy="261983"/>
            </a:xfrm>
            <a:solidFill>
              <a:srgbClr val="01355A"/>
            </a:solidFill>
          </p:grpSpPr>
          <p:sp>
            <p:nvSpPr>
              <p:cNvPr id="7902" name="شكل حر: شكل 8791">
                <a:extLst>
                  <a:ext uri="{FF2B5EF4-FFF2-40B4-BE49-F238E27FC236}">
                    <a16:creationId xmlns:a16="http://schemas.microsoft.com/office/drawing/2014/main" id="{EAE83B02-DA0F-58D6-0372-CD1C50707809}"/>
                  </a:ext>
                </a:extLst>
              </p:cNvPr>
              <p:cNvSpPr/>
              <p:nvPr/>
            </p:nvSpPr>
            <p:spPr>
              <a:xfrm>
                <a:off x="2032117" y="964180"/>
                <a:ext cx="169115" cy="193968"/>
              </a:xfrm>
              <a:custGeom>
                <a:avLst/>
                <a:gdLst>
                  <a:gd name="connsiteX0" fmla="*/ 123668 w 169115"/>
                  <a:gd name="connsiteY0" fmla="*/ 193968 h 193968"/>
                  <a:gd name="connsiteX1" fmla="*/ 123414 w 169115"/>
                  <a:gd name="connsiteY1" fmla="*/ 193968 h 193968"/>
                  <a:gd name="connsiteX2" fmla="*/ 120251 w 169115"/>
                  <a:gd name="connsiteY2" fmla="*/ 190268 h 193968"/>
                  <a:gd name="connsiteX3" fmla="*/ 122200 w 169115"/>
                  <a:gd name="connsiteY3" fmla="*/ 164904 h 193968"/>
                  <a:gd name="connsiteX4" fmla="*/ 132763 w 169115"/>
                  <a:gd name="connsiteY4" fmla="*/ 145443 h 193968"/>
                  <a:gd name="connsiteX5" fmla="*/ 162195 w 169115"/>
                  <a:gd name="connsiteY5" fmla="*/ 84574 h 193968"/>
                  <a:gd name="connsiteX6" fmla="*/ 137678 w 169115"/>
                  <a:gd name="connsiteY6" fmla="*/ 27942 h 193968"/>
                  <a:gd name="connsiteX7" fmla="*/ 79492 w 169115"/>
                  <a:gd name="connsiteY7" fmla="*/ 7068 h 193968"/>
                  <a:gd name="connsiteX8" fmla="*/ 6930 w 169115"/>
                  <a:gd name="connsiteY8" fmla="*/ 82229 h 193968"/>
                  <a:gd name="connsiteX9" fmla="*/ 36220 w 169115"/>
                  <a:gd name="connsiteY9" fmla="*/ 145358 h 193968"/>
                  <a:gd name="connsiteX10" fmla="*/ 46925 w 169115"/>
                  <a:gd name="connsiteY10" fmla="*/ 165215 h 193968"/>
                  <a:gd name="connsiteX11" fmla="*/ 48592 w 169115"/>
                  <a:gd name="connsiteY11" fmla="*/ 187048 h 193968"/>
                  <a:gd name="connsiteX12" fmla="*/ 84548 w 169115"/>
                  <a:gd name="connsiteY12" fmla="*/ 187048 h 193968"/>
                  <a:gd name="connsiteX13" fmla="*/ 87994 w 169115"/>
                  <a:gd name="connsiteY13" fmla="*/ 190494 h 193968"/>
                  <a:gd name="connsiteX14" fmla="*/ 84548 w 169115"/>
                  <a:gd name="connsiteY14" fmla="*/ 193940 h 193968"/>
                  <a:gd name="connsiteX15" fmla="*/ 45400 w 169115"/>
                  <a:gd name="connsiteY15" fmla="*/ 193940 h 193968"/>
                  <a:gd name="connsiteX16" fmla="*/ 41954 w 169115"/>
                  <a:gd name="connsiteY16" fmla="*/ 190748 h 193968"/>
                  <a:gd name="connsiteX17" fmla="*/ 40034 w 169115"/>
                  <a:gd name="connsiteY17" fmla="*/ 165723 h 193968"/>
                  <a:gd name="connsiteX18" fmla="*/ 31927 w 169115"/>
                  <a:gd name="connsiteY18" fmla="*/ 150725 h 193968"/>
                  <a:gd name="connsiteX19" fmla="*/ 38 w 169115"/>
                  <a:gd name="connsiteY19" fmla="*/ 82003 h 193968"/>
                  <a:gd name="connsiteX20" fmla="*/ 79069 w 169115"/>
                  <a:gd name="connsiteY20" fmla="*/ 176 h 193968"/>
                  <a:gd name="connsiteX21" fmla="*/ 142423 w 169115"/>
                  <a:gd name="connsiteY21" fmla="*/ 22886 h 193968"/>
                  <a:gd name="connsiteX22" fmla="*/ 169115 w 169115"/>
                  <a:gd name="connsiteY22" fmla="*/ 84545 h 193968"/>
                  <a:gd name="connsiteX23" fmla="*/ 137085 w 169115"/>
                  <a:gd name="connsiteY23" fmla="*/ 150809 h 193968"/>
                  <a:gd name="connsiteX24" fmla="*/ 129091 w 169115"/>
                  <a:gd name="connsiteY24" fmla="*/ 165412 h 193968"/>
                  <a:gd name="connsiteX25" fmla="*/ 127143 w 169115"/>
                  <a:gd name="connsiteY25" fmla="*/ 190777 h 193968"/>
                  <a:gd name="connsiteX26" fmla="*/ 123725 w 169115"/>
                  <a:gd name="connsiteY26" fmla="*/ 193968 h 193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9115" h="193968">
                    <a:moveTo>
                      <a:pt x="123668" y="193968"/>
                    </a:moveTo>
                    <a:cubicBezTo>
                      <a:pt x="123668" y="193968"/>
                      <a:pt x="123499" y="193968"/>
                      <a:pt x="123414" y="193968"/>
                    </a:cubicBezTo>
                    <a:cubicBezTo>
                      <a:pt x="121522" y="193827"/>
                      <a:pt x="120109" y="192161"/>
                      <a:pt x="120251" y="190268"/>
                    </a:cubicBezTo>
                    <a:lnTo>
                      <a:pt x="122200" y="164904"/>
                    </a:lnTo>
                    <a:cubicBezTo>
                      <a:pt x="122765" y="157419"/>
                      <a:pt x="126634" y="150301"/>
                      <a:pt x="132763" y="145443"/>
                    </a:cubicBezTo>
                    <a:cubicBezTo>
                      <a:pt x="151462" y="130614"/>
                      <a:pt x="162195" y="108413"/>
                      <a:pt x="162195" y="84574"/>
                    </a:cubicBezTo>
                    <a:cubicBezTo>
                      <a:pt x="162195" y="62881"/>
                      <a:pt x="153496" y="42770"/>
                      <a:pt x="137678" y="27942"/>
                    </a:cubicBezTo>
                    <a:cubicBezTo>
                      <a:pt x="121889" y="13113"/>
                      <a:pt x="101213" y="5712"/>
                      <a:pt x="79492" y="7068"/>
                    </a:cubicBezTo>
                    <a:cubicBezTo>
                      <a:pt x="39949" y="9554"/>
                      <a:pt x="8088" y="42573"/>
                      <a:pt x="6930" y="82229"/>
                    </a:cubicBezTo>
                    <a:cubicBezTo>
                      <a:pt x="6196" y="106944"/>
                      <a:pt x="16872" y="129964"/>
                      <a:pt x="36220" y="145358"/>
                    </a:cubicBezTo>
                    <a:cubicBezTo>
                      <a:pt x="42434" y="150301"/>
                      <a:pt x="46332" y="157532"/>
                      <a:pt x="46925" y="165215"/>
                    </a:cubicBezTo>
                    <a:lnTo>
                      <a:pt x="48592" y="187048"/>
                    </a:lnTo>
                    <a:lnTo>
                      <a:pt x="84548" y="187048"/>
                    </a:lnTo>
                    <a:cubicBezTo>
                      <a:pt x="86441" y="187048"/>
                      <a:pt x="87994" y="188602"/>
                      <a:pt x="87994" y="190494"/>
                    </a:cubicBezTo>
                    <a:cubicBezTo>
                      <a:pt x="87994" y="192387"/>
                      <a:pt x="86441" y="193940"/>
                      <a:pt x="84548" y="193940"/>
                    </a:cubicBezTo>
                    <a:lnTo>
                      <a:pt x="45400" y="193940"/>
                    </a:lnTo>
                    <a:cubicBezTo>
                      <a:pt x="43592" y="193940"/>
                      <a:pt x="42095" y="192556"/>
                      <a:pt x="41954" y="190748"/>
                    </a:cubicBezTo>
                    <a:lnTo>
                      <a:pt x="40034" y="165723"/>
                    </a:lnTo>
                    <a:cubicBezTo>
                      <a:pt x="39582" y="159933"/>
                      <a:pt x="36644" y="154481"/>
                      <a:pt x="31927" y="150725"/>
                    </a:cubicBezTo>
                    <a:cubicBezTo>
                      <a:pt x="10856" y="133975"/>
                      <a:pt x="-753" y="108921"/>
                      <a:pt x="38" y="82003"/>
                    </a:cubicBezTo>
                    <a:cubicBezTo>
                      <a:pt x="1309" y="38844"/>
                      <a:pt x="36023" y="2888"/>
                      <a:pt x="79069" y="176"/>
                    </a:cubicBezTo>
                    <a:cubicBezTo>
                      <a:pt x="102710" y="-1321"/>
                      <a:pt x="125222" y="6757"/>
                      <a:pt x="142423" y="22886"/>
                    </a:cubicBezTo>
                    <a:cubicBezTo>
                      <a:pt x="159371" y="38816"/>
                      <a:pt x="169115" y="61271"/>
                      <a:pt x="169115" y="84545"/>
                    </a:cubicBezTo>
                    <a:cubicBezTo>
                      <a:pt x="169115" y="110503"/>
                      <a:pt x="157450" y="134653"/>
                      <a:pt x="137085" y="150809"/>
                    </a:cubicBezTo>
                    <a:cubicBezTo>
                      <a:pt x="132453" y="154481"/>
                      <a:pt x="129543" y="159820"/>
                      <a:pt x="129091" y="165412"/>
                    </a:cubicBezTo>
                    <a:lnTo>
                      <a:pt x="127143" y="190777"/>
                    </a:lnTo>
                    <a:cubicBezTo>
                      <a:pt x="127001" y="192584"/>
                      <a:pt x="125504" y="193968"/>
                      <a:pt x="123725" y="193968"/>
                    </a:cubicBezTo>
                    <a:close/>
                  </a:path>
                </a:pathLst>
              </a:custGeom>
              <a:solidFill>
                <a:srgbClr val="01355A"/>
              </a:solidFill>
              <a:ln w="2824" cap="flat">
                <a:noFill/>
                <a:prstDash val="solid"/>
                <a:miter/>
              </a:ln>
            </p:spPr>
            <p:txBody>
              <a:bodyPr rtlCol="1" anchor="ctr"/>
              <a:lstStyle/>
              <a:p>
                <a:endParaRPr lang="ar-SA"/>
              </a:p>
            </p:txBody>
          </p:sp>
          <p:sp>
            <p:nvSpPr>
              <p:cNvPr id="7903" name="شكل حر: شكل 8792">
                <a:extLst>
                  <a:ext uri="{FF2B5EF4-FFF2-40B4-BE49-F238E27FC236}">
                    <a16:creationId xmlns:a16="http://schemas.microsoft.com/office/drawing/2014/main" id="{DFFE7110-3BDA-E2CB-E9B6-ACC8A88C34C6}"/>
                  </a:ext>
                </a:extLst>
              </p:cNvPr>
              <p:cNvSpPr/>
              <p:nvPr/>
            </p:nvSpPr>
            <p:spPr>
              <a:xfrm>
                <a:off x="2080680" y="1196619"/>
                <a:ext cx="71912" cy="6891"/>
              </a:xfrm>
              <a:custGeom>
                <a:avLst/>
                <a:gdLst>
                  <a:gd name="connsiteX0" fmla="*/ 68467 w 71912"/>
                  <a:gd name="connsiteY0" fmla="*/ 6892 h 6891"/>
                  <a:gd name="connsiteX1" fmla="*/ 3446 w 71912"/>
                  <a:gd name="connsiteY1" fmla="*/ 6892 h 6891"/>
                  <a:gd name="connsiteX2" fmla="*/ 0 w 71912"/>
                  <a:gd name="connsiteY2" fmla="*/ 3446 h 6891"/>
                  <a:gd name="connsiteX3" fmla="*/ 3446 w 71912"/>
                  <a:gd name="connsiteY3" fmla="*/ 0 h 6891"/>
                  <a:gd name="connsiteX4" fmla="*/ 68467 w 71912"/>
                  <a:gd name="connsiteY4" fmla="*/ 0 h 6891"/>
                  <a:gd name="connsiteX5" fmla="*/ 71913 w 71912"/>
                  <a:gd name="connsiteY5" fmla="*/ 3446 h 6891"/>
                  <a:gd name="connsiteX6" fmla="*/ 68467 w 71912"/>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912" h="6891">
                    <a:moveTo>
                      <a:pt x="68467" y="6892"/>
                    </a:moveTo>
                    <a:lnTo>
                      <a:pt x="3446" y="6892"/>
                    </a:lnTo>
                    <a:cubicBezTo>
                      <a:pt x="1553" y="6892"/>
                      <a:pt x="0" y="5338"/>
                      <a:pt x="0" y="3446"/>
                    </a:cubicBezTo>
                    <a:cubicBezTo>
                      <a:pt x="0" y="1554"/>
                      <a:pt x="1553" y="0"/>
                      <a:pt x="3446" y="0"/>
                    </a:cubicBezTo>
                    <a:lnTo>
                      <a:pt x="68467" y="0"/>
                    </a:lnTo>
                    <a:cubicBezTo>
                      <a:pt x="70359" y="0"/>
                      <a:pt x="71913" y="1554"/>
                      <a:pt x="71913" y="3446"/>
                    </a:cubicBezTo>
                    <a:cubicBezTo>
                      <a:pt x="71913" y="5338"/>
                      <a:pt x="70359" y="6892"/>
                      <a:pt x="68467" y="6892"/>
                    </a:cubicBezTo>
                    <a:close/>
                  </a:path>
                </a:pathLst>
              </a:custGeom>
              <a:solidFill>
                <a:srgbClr val="01355A"/>
              </a:solidFill>
              <a:ln w="2824" cap="flat">
                <a:noFill/>
                <a:prstDash val="solid"/>
                <a:miter/>
              </a:ln>
            </p:spPr>
            <p:txBody>
              <a:bodyPr rtlCol="1" anchor="ctr"/>
              <a:lstStyle/>
              <a:p>
                <a:endParaRPr lang="ar-SA"/>
              </a:p>
            </p:txBody>
          </p:sp>
          <p:sp>
            <p:nvSpPr>
              <p:cNvPr id="7904" name="شكل حر: شكل 8793">
                <a:extLst>
                  <a:ext uri="{FF2B5EF4-FFF2-40B4-BE49-F238E27FC236}">
                    <a16:creationId xmlns:a16="http://schemas.microsoft.com/office/drawing/2014/main" id="{D9DE60F5-66B7-FAB3-671D-A7D571150855}"/>
                  </a:ext>
                </a:extLst>
              </p:cNvPr>
              <p:cNvSpPr/>
              <p:nvPr/>
            </p:nvSpPr>
            <p:spPr>
              <a:xfrm>
                <a:off x="2076500" y="1173909"/>
                <a:ext cx="80301" cy="6891"/>
              </a:xfrm>
              <a:custGeom>
                <a:avLst/>
                <a:gdLst>
                  <a:gd name="connsiteX0" fmla="*/ 76856 w 80301"/>
                  <a:gd name="connsiteY0" fmla="*/ 6892 h 6891"/>
                  <a:gd name="connsiteX1" fmla="*/ 3446 w 80301"/>
                  <a:gd name="connsiteY1" fmla="*/ 6892 h 6891"/>
                  <a:gd name="connsiteX2" fmla="*/ 0 w 80301"/>
                  <a:gd name="connsiteY2" fmla="*/ 3446 h 6891"/>
                  <a:gd name="connsiteX3" fmla="*/ 3446 w 80301"/>
                  <a:gd name="connsiteY3" fmla="*/ 0 h 6891"/>
                  <a:gd name="connsiteX4" fmla="*/ 76856 w 80301"/>
                  <a:gd name="connsiteY4" fmla="*/ 0 h 6891"/>
                  <a:gd name="connsiteX5" fmla="*/ 80302 w 80301"/>
                  <a:gd name="connsiteY5" fmla="*/ 3446 h 6891"/>
                  <a:gd name="connsiteX6" fmla="*/ 76856 w 80301"/>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301" h="6891">
                    <a:moveTo>
                      <a:pt x="76856" y="6892"/>
                    </a:moveTo>
                    <a:lnTo>
                      <a:pt x="3446" y="6892"/>
                    </a:lnTo>
                    <a:cubicBezTo>
                      <a:pt x="1553" y="6892"/>
                      <a:pt x="0" y="5338"/>
                      <a:pt x="0" y="3446"/>
                    </a:cubicBezTo>
                    <a:cubicBezTo>
                      <a:pt x="0" y="1554"/>
                      <a:pt x="1553" y="0"/>
                      <a:pt x="3446" y="0"/>
                    </a:cubicBezTo>
                    <a:lnTo>
                      <a:pt x="76856" y="0"/>
                    </a:lnTo>
                    <a:cubicBezTo>
                      <a:pt x="78748" y="0"/>
                      <a:pt x="80302" y="1554"/>
                      <a:pt x="80302" y="3446"/>
                    </a:cubicBezTo>
                    <a:cubicBezTo>
                      <a:pt x="80302" y="5338"/>
                      <a:pt x="78748" y="6892"/>
                      <a:pt x="76856" y="6892"/>
                    </a:cubicBezTo>
                    <a:close/>
                  </a:path>
                </a:pathLst>
              </a:custGeom>
              <a:solidFill>
                <a:srgbClr val="01355A"/>
              </a:solidFill>
              <a:ln w="2824" cap="flat">
                <a:noFill/>
                <a:prstDash val="solid"/>
                <a:miter/>
              </a:ln>
            </p:spPr>
            <p:txBody>
              <a:bodyPr rtlCol="1" anchor="ctr"/>
              <a:lstStyle/>
              <a:p>
                <a:endParaRPr lang="ar-SA"/>
              </a:p>
            </p:txBody>
          </p:sp>
          <p:sp>
            <p:nvSpPr>
              <p:cNvPr id="7905" name="شكل حر: شكل 8794">
                <a:extLst>
                  <a:ext uri="{FF2B5EF4-FFF2-40B4-BE49-F238E27FC236}">
                    <a16:creationId xmlns:a16="http://schemas.microsoft.com/office/drawing/2014/main" id="{8C187E70-E374-23BB-88D6-C5B459808894}"/>
                  </a:ext>
                </a:extLst>
              </p:cNvPr>
              <p:cNvSpPr/>
              <p:nvPr/>
            </p:nvSpPr>
            <p:spPr>
              <a:xfrm>
                <a:off x="2099125" y="1219272"/>
                <a:ext cx="34996" cy="6891"/>
              </a:xfrm>
              <a:custGeom>
                <a:avLst/>
                <a:gdLst>
                  <a:gd name="connsiteX0" fmla="*/ 31550 w 34996"/>
                  <a:gd name="connsiteY0" fmla="*/ 6892 h 6891"/>
                  <a:gd name="connsiteX1" fmla="*/ 3446 w 34996"/>
                  <a:gd name="connsiteY1" fmla="*/ 6892 h 6891"/>
                  <a:gd name="connsiteX2" fmla="*/ 0 w 34996"/>
                  <a:gd name="connsiteY2" fmla="*/ 3446 h 6891"/>
                  <a:gd name="connsiteX3" fmla="*/ 3446 w 34996"/>
                  <a:gd name="connsiteY3" fmla="*/ 0 h 6891"/>
                  <a:gd name="connsiteX4" fmla="*/ 31550 w 34996"/>
                  <a:gd name="connsiteY4" fmla="*/ 0 h 6891"/>
                  <a:gd name="connsiteX5" fmla="*/ 34996 w 34996"/>
                  <a:gd name="connsiteY5" fmla="*/ 3446 h 6891"/>
                  <a:gd name="connsiteX6" fmla="*/ 31550 w 34996"/>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996" h="6891">
                    <a:moveTo>
                      <a:pt x="31550" y="6892"/>
                    </a:moveTo>
                    <a:lnTo>
                      <a:pt x="3446" y="6892"/>
                    </a:lnTo>
                    <a:cubicBezTo>
                      <a:pt x="1553" y="6892"/>
                      <a:pt x="0" y="5338"/>
                      <a:pt x="0" y="3446"/>
                    </a:cubicBezTo>
                    <a:cubicBezTo>
                      <a:pt x="0" y="1553"/>
                      <a:pt x="1553" y="0"/>
                      <a:pt x="3446" y="0"/>
                    </a:cubicBezTo>
                    <a:lnTo>
                      <a:pt x="31550" y="0"/>
                    </a:lnTo>
                    <a:cubicBezTo>
                      <a:pt x="33443" y="0"/>
                      <a:pt x="34996" y="1553"/>
                      <a:pt x="34996" y="3446"/>
                    </a:cubicBezTo>
                    <a:cubicBezTo>
                      <a:pt x="34996" y="5338"/>
                      <a:pt x="33443" y="6892"/>
                      <a:pt x="31550" y="6892"/>
                    </a:cubicBezTo>
                    <a:close/>
                  </a:path>
                </a:pathLst>
              </a:custGeom>
              <a:solidFill>
                <a:srgbClr val="01355A"/>
              </a:solidFill>
              <a:ln w="2824" cap="flat">
                <a:noFill/>
                <a:prstDash val="solid"/>
                <a:miter/>
              </a:ln>
            </p:spPr>
            <p:txBody>
              <a:bodyPr rtlCol="1" anchor="ctr"/>
              <a:lstStyle/>
              <a:p>
                <a:endParaRPr lang="ar-SA"/>
              </a:p>
            </p:txBody>
          </p:sp>
        </p:grpSp>
        <p:grpSp>
          <p:nvGrpSpPr>
            <p:cNvPr id="7893" name="رسم 8014">
              <a:extLst>
                <a:ext uri="{FF2B5EF4-FFF2-40B4-BE49-F238E27FC236}">
                  <a16:creationId xmlns:a16="http://schemas.microsoft.com/office/drawing/2014/main" id="{E57C2DC5-9CEA-7E4C-EC19-651655C0D4CD}"/>
                </a:ext>
              </a:extLst>
            </p:cNvPr>
            <p:cNvGrpSpPr/>
            <p:nvPr/>
          </p:nvGrpSpPr>
          <p:grpSpPr>
            <a:xfrm>
              <a:off x="1978601" y="905267"/>
              <a:ext cx="276071" cy="126116"/>
              <a:chOff x="1978601" y="905267"/>
              <a:chExt cx="276071" cy="126116"/>
            </a:xfrm>
            <a:solidFill>
              <a:srgbClr val="17A3A3"/>
            </a:solidFill>
          </p:grpSpPr>
          <p:sp>
            <p:nvSpPr>
              <p:cNvPr id="7897" name="شكل حر: شكل 8796">
                <a:extLst>
                  <a:ext uri="{FF2B5EF4-FFF2-40B4-BE49-F238E27FC236}">
                    <a16:creationId xmlns:a16="http://schemas.microsoft.com/office/drawing/2014/main" id="{71FC4353-A758-72EC-7EE0-1FD57FD0F162}"/>
                  </a:ext>
                </a:extLst>
              </p:cNvPr>
              <p:cNvSpPr/>
              <p:nvPr/>
            </p:nvSpPr>
            <p:spPr>
              <a:xfrm>
                <a:off x="2113191" y="905267"/>
                <a:ext cx="6891" cy="38555"/>
              </a:xfrm>
              <a:custGeom>
                <a:avLst/>
                <a:gdLst>
                  <a:gd name="connsiteX0" fmla="*/ 3446 w 6891"/>
                  <a:gd name="connsiteY0" fmla="*/ 38555 h 38555"/>
                  <a:gd name="connsiteX1" fmla="*/ 0 w 6891"/>
                  <a:gd name="connsiteY1" fmla="*/ 35109 h 38555"/>
                  <a:gd name="connsiteX2" fmla="*/ 0 w 6891"/>
                  <a:gd name="connsiteY2" fmla="*/ 3446 h 38555"/>
                  <a:gd name="connsiteX3" fmla="*/ 3446 w 6891"/>
                  <a:gd name="connsiteY3" fmla="*/ 0 h 38555"/>
                  <a:gd name="connsiteX4" fmla="*/ 6892 w 6891"/>
                  <a:gd name="connsiteY4" fmla="*/ 3446 h 38555"/>
                  <a:gd name="connsiteX5" fmla="*/ 6892 w 6891"/>
                  <a:gd name="connsiteY5" fmla="*/ 35109 h 38555"/>
                  <a:gd name="connsiteX6" fmla="*/ 3446 w 6891"/>
                  <a:gd name="connsiteY6" fmla="*/ 38555 h 38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38555">
                    <a:moveTo>
                      <a:pt x="3446" y="38555"/>
                    </a:moveTo>
                    <a:cubicBezTo>
                      <a:pt x="1554" y="38555"/>
                      <a:pt x="0" y="37002"/>
                      <a:pt x="0" y="35109"/>
                    </a:cubicBezTo>
                    <a:lnTo>
                      <a:pt x="0" y="3446"/>
                    </a:lnTo>
                    <a:cubicBezTo>
                      <a:pt x="0" y="1553"/>
                      <a:pt x="1554" y="0"/>
                      <a:pt x="3446" y="0"/>
                    </a:cubicBezTo>
                    <a:cubicBezTo>
                      <a:pt x="5338" y="0"/>
                      <a:pt x="6892" y="1553"/>
                      <a:pt x="6892" y="3446"/>
                    </a:cubicBezTo>
                    <a:lnTo>
                      <a:pt x="6892" y="35109"/>
                    </a:lnTo>
                    <a:cubicBezTo>
                      <a:pt x="6892" y="37002"/>
                      <a:pt x="5338" y="38555"/>
                      <a:pt x="3446" y="38555"/>
                    </a:cubicBezTo>
                    <a:close/>
                  </a:path>
                </a:pathLst>
              </a:custGeom>
              <a:solidFill>
                <a:srgbClr val="17A3A3"/>
              </a:solidFill>
              <a:ln w="2824" cap="flat">
                <a:noFill/>
                <a:prstDash val="solid"/>
                <a:miter/>
              </a:ln>
            </p:spPr>
            <p:txBody>
              <a:bodyPr rtlCol="1" anchor="ctr"/>
              <a:lstStyle/>
              <a:p>
                <a:endParaRPr lang="ar-SA"/>
              </a:p>
            </p:txBody>
          </p:sp>
          <p:sp>
            <p:nvSpPr>
              <p:cNvPr id="7898" name="شكل حر: شكل 8797">
                <a:extLst>
                  <a:ext uri="{FF2B5EF4-FFF2-40B4-BE49-F238E27FC236}">
                    <a16:creationId xmlns:a16="http://schemas.microsoft.com/office/drawing/2014/main" id="{2D2BF019-6FAE-907C-0E0A-9A5A41DD2CB9}"/>
                  </a:ext>
                </a:extLst>
              </p:cNvPr>
              <p:cNvSpPr/>
              <p:nvPr/>
            </p:nvSpPr>
            <p:spPr>
              <a:xfrm>
                <a:off x="2181555" y="941347"/>
                <a:ext cx="27744" cy="28150"/>
              </a:xfrm>
              <a:custGeom>
                <a:avLst/>
                <a:gdLst>
                  <a:gd name="connsiteX0" fmla="*/ 3436 w 27744"/>
                  <a:gd name="connsiteY0" fmla="*/ 28150 h 28150"/>
                  <a:gd name="connsiteX1" fmla="*/ 1035 w 27744"/>
                  <a:gd name="connsiteY1" fmla="*/ 27162 h 28150"/>
                  <a:gd name="connsiteX2" fmla="*/ 978 w 27744"/>
                  <a:gd name="connsiteY2" fmla="*/ 22275 h 28150"/>
                  <a:gd name="connsiteX3" fmla="*/ 21852 w 27744"/>
                  <a:gd name="connsiteY3" fmla="*/ 1035 h 28150"/>
                  <a:gd name="connsiteX4" fmla="*/ 26710 w 27744"/>
                  <a:gd name="connsiteY4" fmla="*/ 978 h 28150"/>
                  <a:gd name="connsiteX5" fmla="*/ 26766 w 27744"/>
                  <a:gd name="connsiteY5" fmla="*/ 5865 h 28150"/>
                  <a:gd name="connsiteX6" fmla="*/ 5893 w 27744"/>
                  <a:gd name="connsiteY6" fmla="*/ 27105 h 28150"/>
                  <a:gd name="connsiteX7" fmla="*/ 3436 w 27744"/>
                  <a:gd name="connsiteY7" fmla="*/ 28122 h 2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44" h="28150">
                    <a:moveTo>
                      <a:pt x="3436" y="28150"/>
                    </a:moveTo>
                    <a:cubicBezTo>
                      <a:pt x="2560" y="28150"/>
                      <a:pt x="1684" y="27811"/>
                      <a:pt x="1035" y="27162"/>
                    </a:cubicBezTo>
                    <a:cubicBezTo>
                      <a:pt x="-321" y="25834"/>
                      <a:pt x="-349" y="23631"/>
                      <a:pt x="978" y="22275"/>
                    </a:cubicBezTo>
                    <a:lnTo>
                      <a:pt x="21852" y="1035"/>
                    </a:lnTo>
                    <a:cubicBezTo>
                      <a:pt x="23179" y="-321"/>
                      <a:pt x="25354" y="-349"/>
                      <a:pt x="26710" y="978"/>
                    </a:cubicBezTo>
                    <a:cubicBezTo>
                      <a:pt x="28066" y="2306"/>
                      <a:pt x="28094" y="4509"/>
                      <a:pt x="26766" y="5865"/>
                    </a:cubicBezTo>
                    <a:lnTo>
                      <a:pt x="5893" y="27105"/>
                    </a:lnTo>
                    <a:cubicBezTo>
                      <a:pt x="5215" y="27783"/>
                      <a:pt x="4339" y="28122"/>
                      <a:pt x="3436" y="28122"/>
                    </a:cubicBezTo>
                    <a:close/>
                  </a:path>
                </a:pathLst>
              </a:custGeom>
              <a:solidFill>
                <a:srgbClr val="17A3A3"/>
              </a:solidFill>
              <a:ln w="2824" cap="flat">
                <a:noFill/>
                <a:prstDash val="solid"/>
                <a:miter/>
              </a:ln>
            </p:spPr>
            <p:txBody>
              <a:bodyPr rtlCol="1" anchor="ctr"/>
              <a:lstStyle/>
              <a:p>
                <a:endParaRPr lang="ar-SA"/>
              </a:p>
            </p:txBody>
          </p:sp>
          <p:sp>
            <p:nvSpPr>
              <p:cNvPr id="7899" name="شكل حر: شكل 8798">
                <a:extLst>
                  <a:ext uri="{FF2B5EF4-FFF2-40B4-BE49-F238E27FC236}">
                    <a16:creationId xmlns:a16="http://schemas.microsoft.com/office/drawing/2014/main" id="{E48BC33F-2EC1-20CE-B6D9-DDDF08811BC0}"/>
                  </a:ext>
                </a:extLst>
              </p:cNvPr>
              <p:cNvSpPr/>
              <p:nvPr/>
            </p:nvSpPr>
            <p:spPr>
              <a:xfrm>
                <a:off x="2023963" y="941364"/>
                <a:ext cx="27765" cy="28160"/>
              </a:xfrm>
              <a:custGeom>
                <a:avLst/>
                <a:gdLst>
                  <a:gd name="connsiteX0" fmla="*/ 24319 w 27765"/>
                  <a:gd name="connsiteY0" fmla="*/ 28133 h 28160"/>
                  <a:gd name="connsiteX1" fmla="*/ 21862 w 27765"/>
                  <a:gd name="connsiteY1" fmla="*/ 27116 h 28160"/>
                  <a:gd name="connsiteX2" fmla="*/ 989 w 27765"/>
                  <a:gd name="connsiteY2" fmla="*/ 5875 h 28160"/>
                  <a:gd name="connsiteX3" fmla="*/ 1045 w 27765"/>
                  <a:gd name="connsiteY3" fmla="*/ 989 h 28160"/>
                  <a:gd name="connsiteX4" fmla="*/ 5903 w 27765"/>
                  <a:gd name="connsiteY4" fmla="*/ 1045 h 28160"/>
                  <a:gd name="connsiteX5" fmla="*/ 26777 w 27765"/>
                  <a:gd name="connsiteY5" fmla="*/ 22286 h 28160"/>
                  <a:gd name="connsiteX6" fmla="*/ 26720 w 27765"/>
                  <a:gd name="connsiteY6" fmla="*/ 27172 h 28160"/>
                  <a:gd name="connsiteX7" fmla="*/ 24319 w 27765"/>
                  <a:gd name="connsiteY7" fmla="*/ 28161 h 28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65" h="28160">
                    <a:moveTo>
                      <a:pt x="24319" y="28133"/>
                    </a:moveTo>
                    <a:cubicBezTo>
                      <a:pt x="23416" y="28133"/>
                      <a:pt x="22540" y="27794"/>
                      <a:pt x="21862" y="27116"/>
                    </a:cubicBezTo>
                    <a:lnTo>
                      <a:pt x="989" y="5875"/>
                    </a:lnTo>
                    <a:cubicBezTo>
                      <a:pt x="-339" y="4519"/>
                      <a:pt x="-339" y="2344"/>
                      <a:pt x="1045" y="989"/>
                    </a:cubicBezTo>
                    <a:cubicBezTo>
                      <a:pt x="2401" y="-339"/>
                      <a:pt x="4576" y="-339"/>
                      <a:pt x="5903" y="1045"/>
                    </a:cubicBezTo>
                    <a:lnTo>
                      <a:pt x="26777" y="22286"/>
                    </a:lnTo>
                    <a:cubicBezTo>
                      <a:pt x="28104" y="23642"/>
                      <a:pt x="28104" y="25817"/>
                      <a:pt x="26720" y="27172"/>
                    </a:cubicBezTo>
                    <a:cubicBezTo>
                      <a:pt x="26042" y="27822"/>
                      <a:pt x="25167" y="28161"/>
                      <a:pt x="24319" y="28161"/>
                    </a:cubicBezTo>
                    <a:close/>
                  </a:path>
                </a:pathLst>
              </a:custGeom>
              <a:solidFill>
                <a:srgbClr val="17A3A3"/>
              </a:solidFill>
              <a:ln w="2824" cap="flat">
                <a:noFill/>
                <a:prstDash val="solid"/>
                <a:miter/>
              </a:ln>
            </p:spPr>
            <p:txBody>
              <a:bodyPr rtlCol="1" anchor="ctr"/>
              <a:lstStyle/>
              <a:p>
                <a:endParaRPr lang="ar-SA"/>
              </a:p>
            </p:txBody>
          </p:sp>
          <p:sp>
            <p:nvSpPr>
              <p:cNvPr id="7900" name="شكل حر: شكل 8799">
                <a:extLst>
                  <a:ext uri="{FF2B5EF4-FFF2-40B4-BE49-F238E27FC236}">
                    <a16:creationId xmlns:a16="http://schemas.microsoft.com/office/drawing/2014/main" id="{89CD6FCC-708C-B515-17F4-906FDE4AE6F7}"/>
                  </a:ext>
                </a:extLst>
              </p:cNvPr>
              <p:cNvSpPr/>
              <p:nvPr/>
            </p:nvSpPr>
            <p:spPr>
              <a:xfrm>
                <a:off x="2217106" y="1024491"/>
                <a:ext cx="37566" cy="6891"/>
              </a:xfrm>
              <a:custGeom>
                <a:avLst/>
                <a:gdLst>
                  <a:gd name="connsiteX0" fmla="*/ 34120 w 37566"/>
                  <a:gd name="connsiteY0" fmla="*/ 6892 h 6891"/>
                  <a:gd name="connsiteX1" fmla="*/ 3446 w 37566"/>
                  <a:gd name="connsiteY1" fmla="*/ 6892 h 6891"/>
                  <a:gd name="connsiteX2" fmla="*/ 0 w 37566"/>
                  <a:gd name="connsiteY2" fmla="*/ 3446 h 6891"/>
                  <a:gd name="connsiteX3" fmla="*/ 3446 w 37566"/>
                  <a:gd name="connsiteY3" fmla="*/ 0 h 6891"/>
                  <a:gd name="connsiteX4" fmla="*/ 34120 w 37566"/>
                  <a:gd name="connsiteY4" fmla="*/ 0 h 6891"/>
                  <a:gd name="connsiteX5" fmla="*/ 37566 w 37566"/>
                  <a:gd name="connsiteY5" fmla="*/ 3446 h 6891"/>
                  <a:gd name="connsiteX6" fmla="*/ 34120 w 37566"/>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566" h="6891">
                    <a:moveTo>
                      <a:pt x="34120" y="6892"/>
                    </a:moveTo>
                    <a:lnTo>
                      <a:pt x="3446" y="6892"/>
                    </a:lnTo>
                    <a:cubicBezTo>
                      <a:pt x="1553" y="6892"/>
                      <a:pt x="0" y="5338"/>
                      <a:pt x="0" y="3446"/>
                    </a:cubicBezTo>
                    <a:cubicBezTo>
                      <a:pt x="0" y="1554"/>
                      <a:pt x="1553" y="0"/>
                      <a:pt x="3446" y="0"/>
                    </a:cubicBezTo>
                    <a:lnTo>
                      <a:pt x="34120" y="0"/>
                    </a:lnTo>
                    <a:cubicBezTo>
                      <a:pt x="36013" y="0"/>
                      <a:pt x="37566" y="1554"/>
                      <a:pt x="37566" y="3446"/>
                    </a:cubicBezTo>
                    <a:cubicBezTo>
                      <a:pt x="37566" y="5338"/>
                      <a:pt x="36013" y="6892"/>
                      <a:pt x="34120" y="6892"/>
                    </a:cubicBezTo>
                    <a:close/>
                  </a:path>
                </a:pathLst>
              </a:custGeom>
              <a:solidFill>
                <a:srgbClr val="17A3A3"/>
              </a:solidFill>
              <a:ln w="2824" cap="flat">
                <a:noFill/>
                <a:prstDash val="solid"/>
                <a:miter/>
              </a:ln>
            </p:spPr>
            <p:txBody>
              <a:bodyPr rtlCol="1" anchor="ctr"/>
              <a:lstStyle/>
              <a:p>
                <a:endParaRPr lang="ar-SA"/>
              </a:p>
            </p:txBody>
          </p:sp>
          <p:sp>
            <p:nvSpPr>
              <p:cNvPr id="7901" name="شكل حر: شكل 8800">
                <a:extLst>
                  <a:ext uri="{FF2B5EF4-FFF2-40B4-BE49-F238E27FC236}">
                    <a16:creationId xmlns:a16="http://schemas.microsoft.com/office/drawing/2014/main" id="{0C232936-B0C2-6959-E033-2F6469CECD28}"/>
                  </a:ext>
                </a:extLst>
              </p:cNvPr>
              <p:cNvSpPr/>
              <p:nvPr/>
            </p:nvSpPr>
            <p:spPr>
              <a:xfrm>
                <a:off x="1978601" y="1024491"/>
                <a:ext cx="37566" cy="6891"/>
              </a:xfrm>
              <a:custGeom>
                <a:avLst/>
                <a:gdLst>
                  <a:gd name="connsiteX0" fmla="*/ 34120 w 37566"/>
                  <a:gd name="connsiteY0" fmla="*/ 6892 h 6891"/>
                  <a:gd name="connsiteX1" fmla="*/ 3446 w 37566"/>
                  <a:gd name="connsiteY1" fmla="*/ 6892 h 6891"/>
                  <a:gd name="connsiteX2" fmla="*/ 0 w 37566"/>
                  <a:gd name="connsiteY2" fmla="*/ 3446 h 6891"/>
                  <a:gd name="connsiteX3" fmla="*/ 3446 w 37566"/>
                  <a:gd name="connsiteY3" fmla="*/ 0 h 6891"/>
                  <a:gd name="connsiteX4" fmla="*/ 34120 w 37566"/>
                  <a:gd name="connsiteY4" fmla="*/ 0 h 6891"/>
                  <a:gd name="connsiteX5" fmla="*/ 37566 w 37566"/>
                  <a:gd name="connsiteY5" fmla="*/ 3446 h 6891"/>
                  <a:gd name="connsiteX6" fmla="*/ 34120 w 37566"/>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566" h="6891">
                    <a:moveTo>
                      <a:pt x="34120" y="6892"/>
                    </a:moveTo>
                    <a:lnTo>
                      <a:pt x="3446" y="6892"/>
                    </a:lnTo>
                    <a:cubicBezTo>
                      <a:pt x="1553" y="6892"/>
                      <a:pt x="0" y="5338"/>
                      <a:pt x="0" y="3446"/>
                    </a:cubicBezTo>
                    <a:cubicBezTo>
                      <a:pt x="0" y="1554"/>
                      <a:pt x="1553" y="0"/>
                      <a:pt x="3446" y="0"/>
                    </a:cubicBezTo>
                    <a:lnTo>
                      <a:pt x="34120" y="0"/>
                    </a:lnTo>
                    <a:cubicBezTo>
                      <a:pt x="36013" y="0"/>
                      <a:pt x="37566" y="1554"/>
                      <a:pt x="37566" y="3446"/>
                    </a:cubicBezTo>
                    <a:cubicBezTo>
                      <a:pt x="37566" y="5338"/>
                      <a:pt x="36013" y="6892"/>
                      <a:pt x="34120" y="6892"/>
                    </a:cubicBezTo>
                    <a:close/>
                  </a:path>
                </a:pathLst>
              </a:custGeom>
              <a:solidFill>
                <a:srgbClr val="17A3A3"/>
              </a:solidFill>
              <a:ln w="2824" cap="flat">
                <a:noFill/>
                <a:prstDash val="solid"/>
                <a:miter/>
              </a:ln>
            </p:spPr>
            <p:txBody>
              <a:bodyPr rtlCol="1" anchor="ctr"/>
              <a:lstStyle/>
              <a:p>
                <a:endParaRPr lang="ar-SA"/>
              </a:p>
            </p:txBody>
          </p:sp>
        </p:grpSp>
        <p:sp>
          <p:nvSpPr>
            <p:cNvPr id="7894" name="شكل حر: شكل 8801">
              <a:extLst>
                <a:ext uri="{FF2B5EF4-FFF2-40B4-BE49-F238E27FC236}">
                  <a16:creationId xmlns:a16="http://schemas.microsoft.com/office/drawing/2014/main" id="{56CE069C-8757-41F8-4BD6-7AC71C0B60C4}"/>
                </a:ext>
              </a:extLst>
            </p:cNvPr>
            <p:cNvSpPr/>
            <p:nvPr/>
          </p:nvSpPr>
          <p:spPr>
            <a:xfrm>
              <a:off x="2113191" y="1093834"/>
              <a:ext cx="6891" cy="62817"/>
            </a:xfrm>
            <a:custGeom>
              <a:avLst/>
              <a:gdLst>
                <a:gd name="connsiteX0" fmla="*/ 3446 w 6891"/>
                <a:gd name="connsiteY0" fmla="*/ 62818 h 62817"/>
                <a:gd name="connsiteX1" fmla="*/ 0 w 6891"/>
                <a:gd name="connsiteY1" fmla="*/ 59372 h 62817"/>
                <a:gd name="connsiteX2" fmla="*/ 0 w 6891"/>
                <a:gd name="connsiteY2" fmla="*/ 3446 h 62817"/>
                <a:gd name="connsiteX3" fmla="*/ 3446 w 6891"/>
                <a:gd name="connsiteY3" fmla="*/ 0 h 62817"/>
                <a:gd name="connsiteX4" fmla="*/ 6892 w 6891"/>
                <a:gd name="connsiteY4" fmla="*/ 3446 h 62817"/>
                <a:gd name="connsiteX5" fmla="*/ 6892 w 6891"/>
                <a:gd name="connsiteY5" fmla="*/ 59372 h 62817"/>
                <a:gd name="connsiteX6" fmla="*/ 3446 w 6891"/>
                <a:gd name="connsiteY6" fmla="*/ 62818 h 62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62817">
                  <a:moveTo>
                    <a:pt x="3446" y="62818"/>
                  </a:moveTo>
                  <a:cubicBezTo>
                    <a:pt x="1554" y="62818"/>
                    <a:pt x="0" y="61264"/>
                    <a:pt x="0" y="59372"/>
                  </a:cubicBezTo>
                  <a:lnTo>
                    <a:pt x="0" y="3446"/>
                  </a:lnTo>
                  <a:cubicBezTo>
                    <a:pt x="0" y="1553"/>
                    <a:pt x="1554" y="0"/>
                    <a:pt x="3446" y="0"/>
                  </a:cubicBezTo>
                  <a:cubicBezTo>
                    <a:pt x="5338" y="0"/>
                    <a:pt x="6892" y="1553"/>
                    <a:pt x="6892" y="3446"/>
                  </a:cubicBezTo>
                  <a:lnTo>
                    <a:pt x="6892" y="59372"/>
                  </a:lnTo>
                  <a:cubicBezTo>
                    <a:pt x="6892" y="61264"/>
                    <a:pt x="5338" y="62818"/>
                    <a:pt x="3446" y="62818"/>
                  </a:cubicBezTo>
                  <a:close/>
                </a:path>
              </a:pathLst>
            </a:custGeom>
            <a:solidFill>
              <a:srgbClr val="17A3A3"/>
            </a:solidFill>
            <a:ln w="2824" cap="flat">
              <a:noFill/>
              <a:prstDash val="solid"/>
              <a:miter/>
            </a:ln>
          </p:spPr>
          <p:txBody>
            <a:bodyPr rtlCol="1" anchor="ctr"/>
            <a:lstStyle/>
            <a:p>
              <a:endParaRPr lang="ar-SA"/>
            </a:p>
          </p:txBody>
        </p:sp>
        <p:sp>
          <p:nvSpPr>
            <p:cNvPr id="7895" name="شكل حر: شكل 8802">
              <a:extLst>
                <a:ext uri="{FF2B5EF4-FFF2-40B4-BE49-F238E27FC236}">
                  <a16:creationId xmlns:a16="http://schemas.microsoft.com/office/drawing/2014/main" id="{264C23BB-26E2-B0B9-E252-CD500BFD261C}"/>
                </a:ext>
              </a:extLst>
            </p:cNvPr>
            <p:cNvSpPr/>
            <p:nvPr/>
          </p:nvSpPr>
          <p:spPr>
            <a:xfrm>
              <a:off x="2097108" y="1074955"/>
              <a:ext cx="22985" cy="25770"/>
            </a:xfrm>
            <a:custGeom>
              <a:avLst/>
              <a:gdLst>
                <a:gd name="connsiteX0" fmla="*/ 19529 w 22985"/>
                <a:gd name="connsiteY0" fmla="*/ 25771 h 25770"/>
                <a:gd name="connsiteX1" fmla="*/ 16902 w 22985"/>
                <a:gd name="connsiteY1" fmla="*/ 24556 h 25770"/>
                <a:gd name="connsiteX2" fmla="*/ 830 w 22985"/>
                <a:gd name="connsiteY2" fmla="*/ 5688 h 25770"/>
                <a:gd name="connsiteX3" fmla="*/ 1226 w 22985"/>
                <a:gd name="connsiteY3" fmla="*/ 830 h 25770"/>
                <a:gd name="connsiteX4" fmla="*/ 6084 w 22985"/>
                <a:gd name="connsiteY4" fmla="*/ 1226 h 25770"/>
                <a:gd name="connsiteX5" fmla="*/ 22155 w 22985"/>
                <a:gd name="connsiteY5" fmla="*/ 20094 h 25770"/>
                <a:gd name="connsiteX6" fmla="*/ 21760 w 22985"/>
                <a:gd name="connsiteY6" fmla="*/ 24952 h 25770"/>
                <a:gd name="connsiteX7" fmla="*/ 19529 w 22985"/>
                <a:gd name="connsiteY7" fmla="*/ 25771 h 25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85" h="25770">
                  <a:moveTo>
                    <a:pt x="19529" y="25771"/>
                  </a:moveTo>
                  <a:cubicBezTo>
                    <a:pt x="18568" y="25771"/>
                    <a:pt x="17580" y="25347"/>
                    <a:pt x="16902" y="24556"/>
                  </a:cubicBezTo>
                  <a:lnTo>
                    <a:pt x="830" y="5688"/>
                  </a:lnTo>
                  <a:cubicBezTo>
                    <a:pt x="-413" y="4248"/>
                    <a:pt x="-243" y="2073"/>
                    <a:pt x="1226" y="830"/>
                  </a:cubicBezTo>
                  <a:cubicBezTo>
                    <a:pt x="2666" y="-413"/>
                    <a:pt x="4841" y="-243"/>
                    <a:pt x="6084" y="1226"/>
                  </a:cubicBezTo>
                  <a:lnTo>
                    <a:pt x="22155" y="20094"/>
                  </a:lnTo>
                  <a:cubicBezTo>
                    <a:pt x="23398" y="21534"/>
                    <a:pt x="23229" y="23709"/>
                    <a:pt x="21760" y="24952"/>
                  </a:cubicBezTo>
                  <a:cubicBezTo>
                    <a:pt x="21110" y="25517"/>
                    <a:pt x="20319" y="25771"/>
                    <a:pt x="19529" y="25771"/>
                  </a:cubicBezTo>
                  <a:close/>
                </a:path>
              </a:pathLst>
            </a:custGeom>
            <a:solidFill>
              <a:srgbClr val="17A3A3"/>
            </a:solidFill>
            <a:ln w="2824" cap="flat">
              <a:noFill/>
              <a:prstDash val="solid"/>
              <a:miter/>
            </a:ln>
          </p:spPr>
          <p:txBody>
            <a:bodyPr rtlCol="1" anchor="ctr"/>
            <a:lstStyle/>
            <a:p>
              <a:endParaRPr lang="ar-SA"/>
            </a:p>
          </p:txBody>
        </p:sp>
        <p:sp>
          <p:nvSpPr>
            <p:cNvPr id="7896" name="شكل حر: شكل 8803">
              <a:extLst>
                <a:ext uri="{FF2B5EF4-FFF2-40B4-BE49-F238E27FC236}">
                  <a16:creationId xmlns:a16="http://schemas.microsoft.com/office/drawing/2014/main" id="{1B016E11-7F30-CBF1-9E79-720DF9EACA52}"/>
                </a:ext>
              </a:extLst>
            </p:cNvPr>
            <p:cNvSpPr/>
            <p:nvPr/>
          </p:nvSpPr>
          <p:spPr>
            <a:xfrm>
              <a:off x="2113201" y="1074976"/>
              <a:ext cx="22943" cy="25749"/>
            </a:xfrm>
            <a:custGeom>
              <a:avLst/>
              <a:gdLst>
                <a:gd name="connsiteX0" fmla="*/ 3436 w 22943"/>
                <a:gd name="connsiteY0" fmla="*/ 25750 h 25749"/>
                <a:gd name="connsiteX1" fmla="*/ 1205 w 22943"/>
                <a:gd name="connsiteY1" fmla="*/ 24931 h 25749"/>
                <a:gd name="connsiteX2" fmla="*/ 809 w 22943"/>
                <a:gd name="connsiteY2" fmla="*/ 20073 h 25749"/>
                <a:gd name="connsiteX3" fmla="*/ 16881 w 22943"/>
                <a:gd name="connsiteY3" fmla="*/ 1205 h 25749"/>
                <a:gd name="connsiteX4" fmla="*/ 21739 w 22943"/>
                <a:gd name="connsiteY4" fmla="*/ 809 h 25749"/>
                <a:gd name="connsiteX5" fmla="*/ 22134 w 22943"/>
                <a:gd name="connsiteY5" fmla="*/ 5667 h 25749"/>
                <a:gd name="connsiteX6" fmla="*/ 6063 w 22943"/>
                <a:gd name="connsiteY6" fmla="*/ 24535 h 25749"/>
                <a:gd name="connsiteX7" fmla="*/ 3436 w 22943"/>
                <a:gd name="connsiteY7" fmla="*/ 25750 h 25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43" h="25749">
                  <a:moveTo>
                    <a:pt x="3436" y="25750"/>
                  </a:moveTo>
                  <a:cubicBezTo>
                    <a:pt x="2645" y="25750"/>
                    <a:pt x="1854" y="25467"/>
                    <a:pt x="1205" y="24931"/>
                  </a:cubicBezTo>
                  <a:cubicBezTo>
                    <a:pt x="-236" y="23688"/>
                    <a:pt x="-405" y="21513"/>
                    <a:pt x="809" y="20073"/>
                  </a:cubicBezTo>
                  <a:lnTo>
                    <a:pt x="16881" y="1205"/>
                  </a:lnTo>
                  <a:cubicBezTo>
                    <a:pt x="18124" y="-236"/>
                    <a:pt x="20299" y="-405"/>
                    <a:pt x="21739" y="809"/>
                  </a:cubicBezTo>
                  <a:cubicBezTo>
                    <a:pt x="23180" y="2052"/>
                    <a:pt x="23349" y="4227"/>
                    <a:pt x="22134" y="5667"/>
                  </a:cubicBezTo>
                  <a:lnTo>
                    <a:pt x="6063" y="24535"/>
                  </a:lnTo>
                  <a:cubicBezTo>
                    <a:pt x="5385" y="25326"/>
                    <a:pt x="4425" y="25750"/>
                    <a:pt x="3436" y="25750"/>
                  </a:cubicBezTo>
                  <a:close/>
                </a:path>
              </a:pathLst>
            </a:custGeom>
            <a:solidFill>
              <a:srgbClr val="17A3A3"/>
            </a:solidFill>
            <a:ln w="2824" cap="flat">
              <a:noFill/>
              <a:prstDash val="solid"/>
              <a:miter/>
            </a:ln>
          </p:spPr>
          <p:txBody>
            <a:bodyPr rtlCol="1" anchor="ctr"/>
            <a:lstStyle/>
            <a:p>
              <a:endParaRPr lang="ar-SA"/>
            </a:p>
          </p:txBody>
        </p:sp>
      </p:grpSp>
      <p:grpSp>
        <p:nvGrpSpPr>
          <p:cNvPr id="7906" name="رسم 8014">
            <a:extLst>
              <a:ext uri="{FF2B5EF4-FFF2-40B4-BE49-F238E27FC236}">
                <a16:creationId xmlns:a16="http://schemas.microsoft.com/office/drawing/2014/main" id="{1FA11122-00E3-EF0F-436B-2CBC4EB00F61}"/>
              </a:ext>
            </a:extLst>
          </p:cNvPr>
          <p:cNvGrpSpPr/>
          <p:nvPr/>
        </p:nvGrpSpPr>
        <p:grpSpPr>
          <a:xfrm>
            <a:off x="7711990" y="1518158"/>
            <a:ext cx="211185" cy="211029"/>
            <a:chOff x="8299569" y="110750"/>
            <a:chExt cx="252430" cy="267738"/>
          </a:xfrm>
        </p:grpSpPr>
        <p:sp>
          <p:nvSpPr>
            <p:cNvPr id="7907" name="شكل حر: شكل 8805">
              <a:extLst>
                <a:ext uri="{FF2B5EF4-FFF2-40B4-BE49-F238E27FC236}">
                  <a16:creationId xmlns:a16="http://schemas.microsoft.com/office/drawing/2014/main" id="{08FFA2E8-A90E-F31C-983F-709443C9F208}"/>
                </a:ext>
              </a:extLst>
            </p:cNvPr>
            <p:cNvSpPr/>
            <p:nvPr/>
          </p:nvSpPr>
          <p:spPr>
            <a:xfrm>
              <a:off x="8299569" y="150209"/>
              <a:ext cx="252430" cy="228279"/>
            </a:xfrm>
            <a:custGeom>
              <a:avLst/>
              <a:gdLst>
                <a:gd name="connsiteX0" fmla="*/ 218451 w 252430"/>
                <a:gd name="connsiteY0" fmla="*/ 228280 h 228279"/>
                <a:gd name="connsiteX1" fmla="*/ 33979 w 252430"/>
                <a:gd name="connsiteY1" fmla="*/ 228280 h 228279"/>
                <a:gd name="connsiteX2" fmla="*/ 0 w 252430"/>
                <a:gd name="connsiteY2" fmla="*/ 194301 h 228279"/>
                <a:gd name="connsiteX3" fmla="*/ 0 w 252430"/>
                <a:gd name="connsiteY3" fmla="*/ 33979 h 228279"/>
                <a:gd name="connsiteX4" fmla="*/ 33979 w 252430"/>
                <a:gd name="connsiteY4" fmla="*/ 0 h 228279"/>
                <a:gd name="connsiteX5" fmla="*/ 63694 w 252430"/>
                <a:gd name="connsiteY5" fmla="*/ 0 h 228279"/>
                <a:gd name="connsiteX6" fmla="*/ 67140 w 252430"/>
                <a:gd name="connsiteY6" fmla="*/ 3446 h 228279"/>
                <a:gd name="connsiteX7" fmla="*/ 63694 w 252430"/>
                <a:gd name="connsiteY7" fmla="*/ 6892 h 228279"/>
                <a:gd name="connsiteX8" fmla="*/ 33979 w 252430"/>
                <a:gd name="connsiteY8" fmla="*/ 6892 h 228279"/>
                <a:gd name="connsiteX9" fmla="*/ 6892 w 252430"/>
                <a:gd name="connsiteY9" fmla="*/ 33979 h 228279"/>
                <a:gd name="connsiteX10" fmla="*/ 6892 w 252430"/>
                <a:gd name="connsiteY10" fmla="*/ 194301 h 228279"/>
                <a:gd name="connsiteX11" fmla="*/ 33979 w 252430"/>
                <a:gd name="connsiteY11" fmla="*/ 221388 h 228279"/>
                <a:gd name="connsiteX12" fmla="*/ 218451 w 252430"/>
                <a:gd name="connsiteY12" fmla="*/ 221388 h 228279"/>
                <a:gd name="connsiteX13" fmla="*/ 245538 w 252430"/>
                <a:gd name="connsiteY13" fmla="*/ 194301 h 228279"/>
                <a:gd name="connsiteX14" fmla="*/ 245538 w 252430"/>
                <a:gd name="connsiteY14" fmla="*/ 33979 h 228279"/>
                <a:gd name="connsiteX15" fmla="*/ 218451 w 252430"/>
                <a:gd name="connsiteY15" fmla="*/ 6892 h 228279"/>
                <a:gd name="connsiteX16" fmla="*/ 188736 w 252430"/>
                <a:gd name="connsiteY16" fmla="*/ 6892 h 228279"/>
                <a:gd name="connsiteX17" fmla="*/ 185291 w 252430"/>
                <a:gd name="connsiteY17" fmla="*/ 3446 h 228279"/>
                <a:gd name="connsiteX18" fmla="*/ 188736 w 252430"/>
                <a:gd name="connsiteY18" fmla="*/ 0 h 228279"/>
                <a:gd name="connsiteX19" fmla="*/ 218451 w 252430"/>
                <a:gd name="connsiteY19" fmla="*/ 0 h 228279"/>
                <a:gd name="connsiteX20" fmla="*/ 252430 w 252430"/>
                <a:gd name="connsiteY20" fmla="*/ 33979 h 228279"/>
                <a:gd name="connsiteX21" fmla="*/ 252430 w 252430"/>
                <a:gd name="connsiteY21" fmla="*/ 194301 h 228279"/>
                <a:gd name="connsiteX22" fmla="*/ 218451 w 252430"/>
                <a:gd name="connsiteY22" fmla="*/ 228280 h 228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52430" h="228279">
                  <a:moveTo>
                    <a:pt x="218451" y="228280"/>
                  </a:moveTo>
                  <a:lnTo>
                    <a:pt x="33979" y="228280"/>
                  </a:lnTo>
                  <a:cubicBezTo>
                    <a:pt x="15253" y="228280"/>
                    <a:pt x="0" y="213027"/>
                    <a:pt x="0" y="194301"/>
                  </a:cubicBezTo>
                  <a:lnTo>
                    <a:pt x="0" y="33979"/>
                  </a:lnTo>
                  <a:cubicBezTo>
                    <a:pt x="0" y="15253"/>
                    <a:pt x="15253" y="0"/>
                    <a:pt x="33979" y="0"/>
                  </a:cubicBezTo>
                  <a:lnTo>
                    <a:pt x="63694" y="0"/>
                  </a:lnTo>
                  <a:cubicBezTo>
                    <a:pt x="65587" y="0"/>
                    <a:pt x="67140" y="1553"/>
                    <a:pt x="67140" y="3446"/>
                  </a:cubicBezTo>
                  <a:cubicBezTo>
                    <a:pt x="67140" y="5338"/>
                    <a:pt x="65587" y="6892"/>
                    <a:pt x="63694" y="6892"/>
                  </a:cubicBezTo>
                  <a:lnTo>
                    <a:pt x="33979" y="6892"/>
                  </a:lnTo>
                  <a:cubicBezTo>
                    <a:pt x="19037" y="6892"/>
                    <a:pt x="6892" y="19037"/>
                    <a:pt x="6892" y="33979"/>
                  </a:cubicBezTo>
                  <a:lnTo>
                    <a:pt x="6892" y="194301"/>
                  </a:lnTo>
                  <a:cubicBezTo>
                    <a:pt x="6892" y="209242"/>
                    <a:pt x="19037" y="221388"/>
                    <a:pt x="33979" y="221388"/>
                  </a:cubicBezTo>
                  <a:lnTo>
                    <a:pt x="218451" y="221388"/>
                  </a:lnTo>
                  <a:cubicBezTo>
                    <a:pt x="233393" y="221388"/>
                    <a:pt x="245538" y="209242"/>
                    <a:pt x="245538" y="194301"/>
                  </a:cubicBezTo>
                  <a:lnTo>
                    <a:pt x="245538" y="33979"/>
                  </a:lnTo>
                  <a:cubicBezTo>
                    <a:pt x="245538" y="19037"/>
                    <a:pt x="233393" y="6892"/>
                    <a:pt x="218451" y="6892"/>
                  </a:cubicBezTo>
                  <a:lnTo>
                    <a:pt x="188736" y="6892"/>
                  </a:lnTo>
                  <a:cubicBezTo>
                    <a:pt x="186844" y="6892"/>
                    <a:pt x="185291" y="5338"/>
                    <a:pt x="185291" y="3446"/>
                  </a:cubicBezTo>
                  <a:cubicBezTo>
                    <a:pt x="185291" y="1553"/>
                    <a:pt x="186844" y="0"/>
                    <a:pt x="188736" y="0"/>
                  </a:cubicBezTo>
                  <a:lnTo>
                    <a:pt x="218451" y="0"/>
                  </a:lnTo>
                  <a:cubicBezTo>
                    <a:pt x="237178" y="0"/>
                    <a:pt x="252430" y="15253"/>
                    <a:pt x="252430" y="33979"/>
                  </a:cubicBezTo>
                  <a:lnTo>
                    <a:pt x="252430" y="194301"/>
                  </a:lnTo>
                  <a:cubicBezTo>
                    <a:pt x="252430" y="213027"/>
                    <a:pt x="237178" y="228280"/>
                    <a:pt x="218451" y="228280"/>
                  </a:cubicBezTo>
                  <a:close/>
                </a:path>
              </a:pathLst>
            </a:custGeom>
            <a:solidFill>
              <a:srgbClr val="01355A"/>
            </a:solidFill>
            <a:ln w="2824" cap="flat">
              <a:noFill/>
              <a:prstDash val="solid"/>
              <a:miter/>
            </a:ln>
          </p:spPr>
          <p:txBody>
            <a:bodyPr rtlCol="1" anchor="ctr"/>
            <a:lstStyle/>
            <a:p>
              <a:endParaRPr lang="ar-SA"/>
            </a:p>
          </p:txBody>
        </p:sp>
        <p:sp>
          <p:nvSpPr>
            <p:cNvPr id="7908" name="شكل حر: شكل 8806">
              <a:extLst>
                <a:ext uri="{FF2B5EF4-FFF2-40B4-BE49-F238E27FC236}">
                  <a16:creationId xmlns:a16="http://schemas.microsoft.com/office/drawing/2014/main" id="{E936F152-2731-6C19-F004-31AA3B6FED4B}"/>
                </a:ext>
              </a:extLst>
            </p:cNvPr>
            <p:cNvSpPr/>
            <p:nvPr/>
          </p:nvSpPr>
          <p:spPr>
            <a:xfrm>
              <a:off x="8385266" y="110750"/>
              <a:ext cx="81036" cy="61179"/>
            </a:xfrm>
            <a:custGeom>
              <a:avLst/>
              <a:gdLst>
                <a:gd name="connsiteX0" fmla="*/ 63270 w 81036"/>
                <a:gd name="connsiteY0" fmla="*/ 61180 h 61179"/>
                <a:gd name="connsiteX1" fmla="*/ 17767 w 81036"/>
                <a:gd name="connsiteY1" fmla="*/ 61180 h 61179"/>
                <a:gd name="connsiteX2" fmla="*/ 0 w 81036"/>
                <a:gd name="connsiteY2" fmla="*/ 43385 h 61179"/>
                <a:gd name="connsiteX3" fmla="*/ 0 w 81036"/>
                <a:gd name="connsiteY3" fmla="*/ 17766 h 61179"/>
                <a:gd name="connsiteX4" fmla="*/ 17767 w 81036"/>
                <a:gd name="connsiteY4" fmla="*/ 0 h 61179"/>
                <a:gd name="connsiteX5" fmla="*/ 63270 w 81036"/>
                <a:gd name="connsiteY5" fmla="*/ 0 h 61179"/>
                <a:gd name="connsiteX6" fmla="*/ 81036 w 81036"/>
                <a:gd name="connsiteY6" fmla="*/ 17766 h 61179"/>
                <a:gd name="connsiteX7" fmla="*/ 81036 w 81036"/>
                <a:gd name="connsiteY7" fmla="*/ 43385 h 61179"/>
                <a:gd name="connsiteX8" fmla="*/ 63270 w 81036"/>
                <a:gd name="connsiteY8" fmla="*/ 61180 h 61179"/>
                <a:gd name="connsiteX9" fmla="*/ 17767 w 81036"/>
                <a:gd name="connsiteY9" fmla="*/ 6892 h 61179"/>
                <a:gd name="connsiteX10" fmla="*/ 6863 w 81036"/>
                <a:gd name="connsiteY10" fmla="*/ 17795 h 61179"/>
                <a:gd name="connsiteX11" fmla="*/ 6863 w 81036"/>
                <a:gd name="connsiteY11" fmla="*/ 43413 h 61179"/>
                <a:gd name="connsiteX12" fmla="*/ 17767 w 81036"/>
                <a:gd name="connsiteY12" fmla="*/ 54316 h 61179"/>
                <a:gd name="connsiteX13" fmla="*/ 63270 w 81036"/>
                <a:gd name="connsiteY13" fmla="*/ 54316 h 61179"/>
                <a:gd name="connsiteX14" fmla="*/ 74173 w 81036"/>
                <a:gd name="connsiteY14" fmla="*/ 43413 h 61179"/>
                <a:gd name="connsiteX15" fmla="*/ 74173 w 81036"/>
                <a:gd name="connsiteY15" fmla="*/ 17795 h 61179"/>
                <a:gd name="connsiteX16" fmla="*/ 63270 w 81036"/>
                <a:gd name="connsiteY16" fmla="*/ 6892 h 61179"/>
                <a:gd name="connsiteX17" fmla="*/ 17767 w 81036"/>
                <a:gd name="connsiteY17" fmla="*/ 6892 h 61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1036" h="61179">
                  <a:moveTo>
                    <a:pt x="63270" y="61180"/>
                  </a:moveTo>
                  <a:lnTo>
                    <a:pt x="17767" y="61180"/>
                  </a:lnTo>
                  <a:cubicBezTo>
                    <a:pt x="7965" y="61180"/>
                    <a:pt x="0" y="53214"/>
                    <a:pt x="0" y="43385"/>
                  </a:cubicBezTo>
                  <a:lnTo>
                    <a:pt x="0" y="17766"/>
                  </a:lnTo>
                  <a:cubicBezTo>
                    <a:pt x="0" y="7965"/>
                    <a:pt x="7965" y="0"/>
                    <a:pt x="17767" y="0"/>
                  </a:cubicBezTo>
                  <a:lnTo>
                    <a:pt x="63270" y="0"/>
                  </a:lnTo>
                  <a:cubicBezTo>
                    <a:pt x="73071" y="0"/>
                    <a:pt x="81036" y="7965"/>
                    <a:pt x="81036" y="17766"/>
                  </a:cubicBezTo>
                  <a:lnTo>
                    <a:pt x="81036" y="43385"/>
                  </a:lnTo>
                  <a:cubicBezTo>
                    <a:pt x="81036" y="53186"/>
                    <a:pt x="73071" y="61180"/>
                    <a:pt x="63270" y="61180"/>
                  </a:cubicBezTo>
                  <a:close/>
                  <a:moveTo>
                    <a:pt x="17767" y="6892"/>
                  </a:moveTo>
                  <a:cubicBezTo>
                    <a:pt x="11750" y="6892"/>
                    <a:pt x="6863" y="11778"/>
                    <a:pt x="6863" y="17795"/>
                  </a:cubicBezTo>
                  <a:lnTo>
                    <a:pt x="6863" y="43413"/>
                  </a:lnTo>
                  <a:cubicBezTo>
                    <a:pt x="6863" y="49430"/>
                    <a:pt x="11750" y="54316"/>
                    <a:pt x="17767" y="54316"/>
                  </a:cubicBezTo>
                  <a:lnTo>
                    <a:pt x="63270" y="54316"/>
                  </a:lnTo>
                  <a:cubicBezTo>
                    <a:pt x="69286" y="54316"/>
                    <a:pt x="74173" y="49430"/>
                    <a:pt x="74173" y="43413"/>
                  </a:cubicBezTo>
                  <a:lnTo>
                    <a:pt x="74173" y="17795"/>
                  </a:lnTo>
                  <a:cubicBezTo>
                    <a:pt x="74173" y="11778"/>
                    <a:pt x="69286" y="6892"/>
                    <a:pt x="63270" y="6892"/>
                  </a:cubicBezTo>
                  <a:lnTo>
                    <a:pt x="17767" y="6892"/>
                  </a:lnTo>
                  <a:close/>
                </a:path>
              </a:pathLst>
            </a:custGeom>
            <a:solidFill>
              <a:srgbClr val="01355A"/>
            </a:solidFill>
            <a:ln w="2824" cap="flat">
              <a:noFill/>
              <a:prstDash val="solid"/>
              <a:miter/>
            </a:ln>
          </p:spPr>
          <p:txBody>
            <a:bodyPr rtlCol="1" anchor="ctr"/>
            <a:lstStyle/>
            <a:p>
              <a:endParaRPr lang="ar-SA"/>
            </a:p>
          </p:txBody>
        </p:sp>
        <p:sp>
          <p:nvSpPr>
            <p:cNvPr id="7909" name="شكل حر: شكل 8807">
              <a:extLst>
                <a:ext uri="{FF2B5EF4-FFF2-40B4-BE49-F238E27FC236}">
                  <a16:creationId xmlns:a16="http://schemas.microsoft.com/office/drawing/2014/main" id="{A459F9C0-1B5C-5238-B688-8EC0873C86BB}"/>
                </a:ext>
              </a:extLst>
            </p:cNvPr>
            <p:cNvSpPr/>
            <p:nvPr/>
          </p:nvSpPr>
          <p:spPr>
            <a:xfrm>
              <a:off x="8341648" y="205421"/>
              <a:ext cx="41648" cy="29355"/>
            </a:xfrm>
            <a:custGeom>
              <a:avLst/>
              <a:gdLst>
                <a:gd name="connsiteX0" fmla="*/ 13198 w 41648"/>
                <a:gd name="connsiteY0" fmla="*/ 29327 h 29355"/>
                <a:gd name="connsiteX1" fmla="*/ 10656 w 41648"/>
                <a:gd name="connsiteY1" fmla="*/ 28225 h 29355"/>
                <a:gd name="connsiteX2" fmla="*/ 911 w 41648"/>
                <a:gd name="connsiteY2" fmla="*/ 17633 h 29355"/>
                <a:gd name="connsiteX3" fmla="*/ 1108 w 41648"/>
                <a:gd name="connsiteY3" fmla="*/ 12775 h 29355"/>
                <a:gd name="connsiteX4" fmla="*/ 5967 w 41648"/>
                <a:gd name="connsiteY4" fmla="*/ 12973 h 29355"/>
                <a:gd name="connsiteX5" fmla="*/ 13424 w 41648"/>
                <a:gd name="connsiteY5" fmla="*/ 21079 h 29355"/>
                <a:gd name="connsiteX6" fmla="*/ 35907 w 41648"/>
                <a:gd name="connsiteY6" fmla="*/ 884 h 29355"/>
                <a:gd name="connsiteX7" fmla="*/ 40765 w 41648"/>
                <a:gd name="connsiteY7" fmla="*/ 1138 h 29355"/>
                <a:gd name="connsiteX8" fmla="*/ 40511 w 41648"/>
                <a:gd name="connsiteY8" fmla="*/ 5996 h 29355"/>
                <a:gd name="connsiteX9" fmla="*/ 15486 w 41648"/>
                <a:gd name="connsiteY9" fmla="*/ 28480 h 29355"/>
                <a:gd name="connsiteX10" fmla="*/ 13198 w 41648"/>
                <a:gd name="connsiteY10" fmla="*/ 29355 h 29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648" h="29355">
                  <a:moveTo>
                    <a:pt x="13198" y="29327"/>
                  </a:moveTo>
                  <a:cubicBezTo>
                    <a:pt x="12265" y="29327"/>
                    <a:pt x="11334" y="28960"/>
                    <a:pt x="10656" y="28225"/>
                  </a:cubicBezTo>
                  <a:lnTo>
                    <a:pt x="911" y="17633"/>
                  </a:lnTo>
                  <a:cubicBezTo>
                    <a:pt x="-389" y="16221"/>
                    <a:pt x="-276" y="14046"/>
                    <a:pt x="1108" y="12775"/>
                  </a:cubicBezTo>
                  <a:cubicBezTo>
                    <a:pt x="2521" y="11476"/>
                    <a:pt x="4696" y="11589"/>
                    <a:pt x="5967" y="12973"/>
                  </a:cubicBezTo>
                  <a:lnTo>
                    <a:pt x="13424" y="21079"/>
                  </a:lnTo>
                  <a:lnTo>
                    <a:pt x="35907" y="884"/>
                  </a:lnTo>
                  <a:cubicBezTo>
                    <a:pt x="37319" y="-387"/>
                    <a:pt x="39494" y="-274"/>
                    <a:pt x="40765" y="1138"/>
                  </a:cubicBezTo>
                  <a:cubicBezTo>
                    <a:pt x="42036" y="2550"/>
                    <a:pt x="41923" y="4725"/>
                    <a:pt x="40511" y="5996"/>
                  </a:cubicBezTo>
                  <a:lnTo>
                    <a:pt x="15486" y="28480"/>
                  </a:lnTo>
                  <a:cubicBezTo>
                    <a:pt x="14836" y="29073"/>
                    <a:pt x="14017" y="29355"/>
                    <a:pt x="13198" y="29355"/>
                  </a:cubicBezTo>
                  <a:close/>
                </a:path>
              </a:pathLst>
            </a:custGeom>
            <a:solidFill>
              <a:srgbClr val="17A3A3"/>
            </a:solidFill>
            <a:ln w="2824" cap="flat">
              <a:noFill/>
              <a:prstDash val="solid"/>
              <a:miter/>
            </a:ln>
          </p:spPr>
          <p:txBody>
            <a:bodyPr rtlCol="1" anchor="ctr"/>
            <a:lstStyle/>
            <a:p>
              <a:endParaRPr lang="ar-SA"/>
            </a:p>
          </p:txBody>
        </p:sp>
        <p:sp>
          <p:nvSpPr>
            <p:cNvPr id="7910" name="شكل حر: شكل 8808">
              <a:extLst>
                <a:ext uri="{FF2B5EF4-FFF2-40B4-BE49-F238E27FC236}">
                  <a16:creationId xmlns:a16="http://schemas.microsoft.com/office/drawing/2014/main" id="{A2F2FBC8-0637-2D22-57B3-BFE1C90F7D60}"/>
                </a:ext>
              </a:extLst>
            </p:cNvPr>
            <p:cNvSpPr/>
            <p:nvPr/>
          </p:nvSpPr>
          <p:spPr>
            <a:xfrm>
              <a:off x="8341648" y="252252"/>
              <a:ext cx="41648" cy="29355"/>
            </a:xfrm>
            <a:custGeom>
              <a:avLst/>
              <a:gdLst>
                <a:gd name="connsiteX0" fmla="*/ 13198 w 41648"/>
                <a:gd name="connsiteY0" fmla="*/ 29327 h 29355"/>
                <a:gd name="connsiteX1" fmla="*/ 10656 w 41648"/>
                <a:gd name="connsiteY1" fmla="*/ 28225 h 29355"/>
                <a:gd name="connsiteX2" fmla="*/ 911 w 41648"/>
                <a:gd name="connsiteY2" fmla="*/ 17633 h 29355"/>
                <a:gd name="connsiteX3" fmla="*/ 1108 w 41648"/>
                <a:gd name="connsiteY3" fmla="*/ 12775 h 29355"/>
                <a:gd name="connsiteX4" fmla="*/ 5967 w 41648"/>
                <a:gd name="connsiteY4" fmla="*/ 12973 h 29355"/>
                <a:gd name="connsiteX5" fmla="*/ 13424 w 41648"/>
                <a:gd name="connsiteY5" fmla="*/ 21079 h 29355"/>
                <a:gd name="connsiteX6" fmla="*/ 35907 w 41648"/>
                <a:gd name="connsiteY6" fmla="*/ 884 h 29355"/>
                <a:gd name="connsiteX7" fmla="*/ 40765 w 41648"/>
                <a:gd name="connsiteY7" fmla="*/ 1138 h 29355"/>
                <a:gd name="connsiteX8" fmla="*/ 40511 w 41648"/>
                <a:gd name="connsiteY8" fmla="*/ 5996 h 29355"/>
                <a:gd name="connsiteX9" fmla="*/ 15486 w 41648"/>
                <a:gd name="connsiteY9" fmla="*/ 28480 h 29355"/>
                <a:gd name="connsiteX10" fmla="*/ 13198 w 41648"/>
                <a:gd name="connsiteY10" fmla="*/ 29355 h 29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648" h="29355">
                  <a:moveTo>
                    <a:pt x="13198" y="29327"/>
                  </a:moveTo>
                  <a:cubicBezTo>
                    <a:pt x="12265" y="29327"/>
                    <a:pt x="11334" y="28960"/>
                    <a:pt x="10656" y="28225"/>
                  </a:cubicBezTo>
                  <a:lnTo>
                    <a:pt x="911" y="17633"/>
                  </a:lnTo>
                  <a:cubicBezTo>
                    <a:pt x="-389" y="16221"/>
                    <a:pt x="-276" y="14046"/>
                    <a:pt x="1108" y="12775"/>
                  </a:cubicBezTo>
                  <a:cubicBezTo>
                    <a:pt x="2521" y="11476"/>
                    <a:pt x="4696" y="11589"/>
                    <a:pt x="5967" y="12973"/>
                  </a:cubicBezTo>
                  <a:lnTo>
                    <a:pt x="13424" y="21079"/>
                  </a:lnTo>
                  <a:lnTo>
                    <a:pt x="35907" y="884"/>
                  </a:lnTo>
                  <a:cubicBezTo>
                    <a:pt x="37319" y="-387"/>
                    <a:pt x="39494" y="-274"/>
                    <a:pt x="40765" y="1138"/>
                  </a:cubicBezTo>
                  <a:cubicBezTo>
                    <a:pt x="42036" y="2550"/>
                    <a:pt x="41923" y="4725"/>
                    <a:pt x="40511" y="5996"/>
                  </a:cubicBezTo>
                  <a:lnTo>
                    <a:pt x="15486" y="28480"/>
                  </a:lnTo>
                  <a:cubicBezTo>
                    <a:pt x="14836" y="29073"/>
                    <a:pt x="14017" y="29355"/>
                    <a:pt x="13198" y="29355"/>
                  </a:cubicBezTo>
                  <a:close/>
                </a:path>
              </a:pathLst>
            </a:custGeom>
            <a:solidFill>
              <a:srgbClr val="17A3A3"/>
            </a:solidFill>
            <a:ln w="2824" cap="flat">
              <a:noFill/>
              <a:prstDash val="solid"/>
              <a:miter/>
            </a:ln>
          </p:spPr>
          <p:txBody>
            <a:bodyPr rtlCol="1" anchor="ctr"/>
            <a:lstStyle/>
            <a:p>
              <a:endParaRPr lang="ar-SA"/>
            </a:p>
          </p:txBody>
        </p:sp>
        <p:sp>
          <p:nvSpPr>
            <p:cNvPr id="7911" name="شكل حر: شكل 8809">
              <a:extLst>
                <a:ext uri="{FF2B5EF4-FFF2-40B4-BE49-F238E27FC236}">
                  <a16:creationId xmlns:a16="http://schemas.microsoft.com/office/drawing/2014/main" id="{2E00EC8F-DF56-8FA0-1B58-185EEA763D40}"/>
                </a:ext>
              </a:extLst>
            </p:cNvPr>
            <p:cNvSpPr/>
            <p:nvPr/>
          </p:nvSpPr>
          <p:spPr>
            <a:xfrm>
              <a:off x="8341648" y="299083"/>
              <a:ext cx="41648" cy="29355"/>
            </a:xfrm>
            <a:custGeom>
              <a:avLst/>
              <a:gdLst>
                <a:gd name="connsiteX0" fmla="*/ 13198 w 41648"/>
                <a:gd name="connsiteY0" fmla="*/ 29327 h 29355"/>
                <a:gd name="connsiteX1" fmla="*/ 10656 w 41648"/>
                <a:gd name="connsiteY1" fmla="*/ 28225 h 29355"/>
                <a:gd name="connsiteX2" fmla="*/ 911 w 41648"/>
                <a:gd name="connsiteY2" fmla="*/ 17633 h 29355"/>
                <a:gd name="connsiteX3" fmla="*/ 1108 w 41648"/>
                <a:gd name="connsiteY3" fmla="*/ 12775 h 29355"/>
                <a:gd name="connsiteX4" fmla="*/ 5967 w 41648"/>
                <a:gd name="connsiteY4" fmla="*/ 12973 h 29355"/>
                <a:gd name="connsiteX5" fmla="*/ 13424 w 41648"/>
                <a:gd name="connsiteY5" fmla="*/ 21079 h 29355"/>
                <a:gd name="connsiteX6" fmla="*/ 35907 w 41648"/>
                <a:gd name="connsiteY6" fmla="*/ 884 h 29355"/>
                <a:gd name="connsiteX7" fmla="*/ 40765 w 41648"/>
                <a:gd name="connsiteY7" fmla="*/ 1138 h 29355"/>
                <a:gd name="connsiteX8" fmla="*/ 40511 w 41648"/>
                <a:gd name="connsiteY8" fmla="*/ 5996 h 29355"/>
                <a:gd name="connsiteX9" fmla="*/ 15486 w 41648"/>
                <a:gd name="connsiteY9" fmla="*/ 28480 h 29355"/>
                <a:gd name="connsiteX10" fmla="*/ 13198 w 41648"/>
                <a:gd name="connsiteY10" fmla="*/ 29355 h 29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648" h="29355">
                  <a:moveTo>
                    <a:pt x="13198" y="29327"/>
                  </a:moveTo>
                  <a:cubicBezTo>
                    <a:pt x="12265" y="29327"/>
                    <a:pt x="11334" y="28960"/>
                    <a:pt x="10656" y="28225"/>
                  </a:cubicBezTo>
                  <a:lnTo>
                    <a:pt x="911" y="17633"/>
                  </a:lnTo>
                  <a:cubicBezTo>
                    <a:pt x="-389" y="16221"/>
                    <a:pt x="-276" y="14046"/>
                    <a:pt x="1108" y="12775"/>
                  </a:cubicBezTo>
                  <a:cubicBezTo>
                    <a:pt x="2521" y="11476"/>
                    <a:pt x="4696" y="11589"/>
                    <a:pt x="5967" y="12973"/>
                  </a:cubicBezTo>
                  <a:lnTo>
                    <a:pt x="13424" y="21079"/>
                  </a:lnTo>
                  <a:lnTo>
                    <a:pt x="35907" y="884"/>
                  </a:lnTo>
                  <a:cubicBezTo>
                    <a:pt x="37319" y="-387"/>
                    <a:pt x="39494" y="-274"/>
                    <a:pt x="40765" y="1138"/>
                  </a:cubicBezTo>
                  <a:cubicBezTo>
                    <a:pt x="42036" y="2550"/>
                    <a:pt x="41923" y="4725"/>
                    <a:pt x="40511" y="5996"/>
                  </a:cubicBezTo>
                  <a:lnTo>
                    <a:pt x="15486" y="28480"/>
                  </a:lnTo>
                  <a:cubicBezTo>
                    <a:pt x="14836" y="29073"/>
                    <a:pt x="14017" y="29355"/>
                    <a:pt x="13198" y="29355"/>
                  </a:cubicBezTo>
                  <a:close/>
                </a:path>
              </a:pathLst>
            </a:custGeom>
            <a:solidFill>
              <a:srgbClr val="17A3A3"/>
            </a:solidFill>
            <a:ln w="2824" cap="flat">
              <a:noFill/>
              <a:prstDash val="solid"/>
              <a:miter/>
            </a:ln>
          </p:spPr>
          <p:txBody>
            <a:bodyPr rtlCol="1" anchor="ctr"/>
            <a:lstStyle/>
            <a:p>
              <a:endParaRPr lang="ar-SA"/>
            </a:p>
          </p:txBody>
        </p:sp>
        <p:sp>
          <p:nvSpPr>
            <p:cNvPr id="7912" name="شكل حر: شكل 8810">
              <a:extLst>
                <a:ext uri="{FF2B5EF4-FFF2-40B4-BE49-F238E27FC236}">
                  <a16:creationId xmlns:a16="http://schemas.microsoft.com/office/drawing/2014/main" id="{D4A3111D-97EB-B235-E8EE-A1D2071B99BC}"/>
                </a:ext>
              </a:extLst>
            </p:cNvPr>
            <p:cNvSpPr/>
            <p:nvPr/>
          </p:nvSpPr>
          <p:spPr>
            <a:xfrm>
              <a:off x="8413710" y="225596"/>
              <a:ext cx="91515" cy="6891"/>
            </a:xfrm>
            <a:custGeom>
              <a:avLst/>
              <a:gdLst>
                <a:gd name="connsiteX0" fmla="*/ 88069 w 91515"/>
                <a:gd name="connsiteY0" fmla="*/ 6892 h 6891"/>
                <a:gd name="connsiteX1" fmla="*/ 3446 w 91515"/>
                <a:gd name="connsiteY1" fmla="*/ 6892 h 6891"/>
                <a:gd name="connsiteX2" fmla="*/ 0 w 91515"/>
                <a:gd name="connsiteY2" fmla="*/ 3446 h 6891"/>
                <a:gd name="connsiteX3" fmla="*/ 3446 w 91515"/>
                <a:gd name="connsiteY3" fmla="*/ 0 h 6891"/>
                <a:gd name="connsiteX4" fmla="*/ 88069 w 91515"/>
                <a:gd name="connsiteY4" fmla="*/ 0 h 6891"/>
                <a:gd name="connsiteX5" fmla="*/ 91515 w 91515"/>
                <a:gd name="connsiteY5" fmla="*/ 3446 h 6891"/>
                <a:gd name="connsiteX6" fmla="*/ 88069 w 91515"/>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515" h="6891">
                  <a:moveTo>
                    <a:pt x="88069" y="6892"/>
                  </a:moveTo>
                  <a:lnTo>
                    <a:pt x="3446" y="6892"/>
                  </a:lnTo>
                  <a:cubicBezTo>
                    <a:pt x="1554" y="6892"/>
                    <a:pt x="0" y="5338"/>
                    <a:pt x="0" y="3446"/>
                  </a:cubicBezTo>
                  <a:cubicBezTo>
                    <a:pt x="0" y="1553"/>
                    <a:pt x="1554" y="0"/>
                    <a:pt x="3446" y="0"/>
                  </a:cubicBezTo>
                  <a:lnTo>
                    <a:pt x="88069" y="0"/>
                  </a:lnTo>
                  <a:cubicBezTo>
                    <a:pt x="89961" y="0"/>
                    <a:pt x="91515" y="1553"/>
                    <a:pt x="91515" y="3446"/>
                  </a:cubicBezTo>
                  <a:cubicBezTo>
                    <a:pt x="91515" y="5338"/>
                    <a:pt x="89961" y="6892"/>
                    <a:pt x="88069" y="6892"/>
                  </a:cubicBezTo>
                  <a:close/>
                </a:path>
              </a:pathLst>
            </a:custGeom>
            <a:solidFill>
              <a:srgbClr val="17A3A3"/>
            </a:solidFill>
            <a:ln w="2824" cap="flat">
              <a:noFill/>
              <a:prstDash val="solid"/>
              <a:miter/>
            </a:ln>
          </p:spPr>
          <p:txBody>
            <a:bodyPr rtlCol="1" anchor="ctr"/>
            <a:lstStyle/>
            <a:p>
              <a:endParaRPr lang="ar-SA"/>
            </a:p>
          </p:txBody>
        </p:sp>
        <p:sp>
          <p:nvSpPr>
            <p:cNvPr id="7913" name="شكل حر: شكل 8811">
              <a:extLst>
                <a:ext uri="{FF2B5EF4-FFF2-40B4-BE49-F238E27FC236}">
                  <a16:creationId xmlns:a16="http://schemas.microsoft.com/office/drawing/2014/main" id="{25419BB6-C432-C0AF-25BC-06A605301423}"/>
                </a:ext>
              </a:extLst>
            </p:cNvPr>
            <p:cNvSpPr/>
            <p:nvPr/>
          </p:nvSpPr>
          <p:spPr>
            <a:xfrm>
              <a:off x="8413710" y="272427"/>
              <a:ext cx="91515" cy="6891"/>
            </a:xfrm>
            <a:custGeom>
              <a:avLst/>
              <a:gdLst>
                <a:gd name="connsiteX0" fmla="*/ 88069 w 91515"/>
                <a:gd name="connsiteY0" fmla="*/ 6892 h 6891"/>
                <a:gd name="connsiteX1" fmla="*/ 3446 w 91515"/>
                <a:gd name="connsiteY1" fmla="*/ 6892 h 6891"/>
                <a:gd name="connsiteX2" fmla="*/ 0 w 91515"/>
                <a:gd name="connsiteY2" fmla="*/ 3446 h 6891"/>
                <a:gd name="connsiteX3" fmla="*/ 3446 w 91515"/>
                <a:gd name="connsiteY3" fmla="*/ 0 h 6891"/>
                <a:gd name="connsiteX4" fmla="*/ 88069 w 91515"/>
                <a:gd name="connsiteY4" fmla="*/ 0 h 6891"/>
                <a:gd name="connsiteX5" fmla="*/ 91515 w 91515"/>
                <a:gd name="connsiteY5" fmla="*/ 3446 h 6891"/>
                <a:gd name="connsiteX6" fmla="*/ 88069 w 91515"/>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515" h="6891">
                  <a:moveTo>
                    <a:pt x="88069" y="6892"/>
                  </a:moveTo>
                  <a:lnTo>
                    <a:pt x="3446" y="6892"/>
                  </a:lnTo>
                  <a:cubicBezTo>
                    <a:pt x="1554" y="6892"/>
                    <a:pt x="0" y="5338"/>
                    <a:pt x="0" y="3446"/>
                  </a:cubicBezTo>
                  <a:cubicBezTo>
                    <a:pt x="0" y="1554"/>
                    <a:pt x="1554" y="0"/>
                    <a:pt x="3446" y="0"/>
                  </a:cubicBezTo>
                  <a:lnTo>
                    <a:pt x="88069" y="0"/>
                  </a:lnTo>
                  <a:cubicBezTo>
                    <a:pt x="89961" y="0"/>
                    <a:pt x="91515" y="1554"/>
                    <a:pt x="91515" y="3446"/>
                  </a:cubicBezTo>
                  <a:cubicBezTo>
                    <a:pt x="91515" y="5338"/>
                    <a:pt x="89961" y="6892"/>
                    <a:pt x="88069" y="6892"/>
                  </a:cubicBezTo>
                  <a:close/>
                </a:path>
              </a:pathLst>
            </a:custGeom>
            <a:solidFill>
              <a:srgbClr val="17A3A3"/>
            </a:solidFill>
            <a:ln w="2824" cap="flat">
              <a:noFill/>
              <a:prstDash val="solid"/>
              <a:miter/>
            </a:ln>
          </p:spPr>
          <p:txBody>
            <a:bodyPr rtlCol="1" anchor="ctr"/>
            <a:lstStyle/>
            <a:p>
              <a:endParaRPr lang="ar-SA"/>
            </a:p>
          </p:txBody>
        </p:sp>
        <p:sp>
          <p:nvSpPr>
            <p:cNvPr id="7914" name="شكل حر: شكل 8812">
              <a:extLst>
                <a:ext uri="{FF2B5EF4-FFF2-40B4-BE49-F238E27FC236}">
                  <a16:creationId xmlns:a16="http://schemas.microsoft.com/office/drawing/2014/main" id="{94A8731D-49D5-BCAD-CE10-C8104ED582F5}"/>
                </a:ext>
              </a:extLst>
            </p:cNvPr>
            <p:cNvSpPr/>
            <p:nvPr/>
          </p:nvSpPr>
          <p:spPr>
            <a:xfrm>
              <a:off x="8413710" y="319258"/>
              <a:ext cx="91515" cy="6891"/>
            </a:xfrm>
            <a:custGeom>
              <a:avLst/>
              <a:gdLst>
                <a:gd name="connsiteX0" fmla="*/ 88069 w 91515"/>
                <a:gd name="connsiteY0" fmla="*/ 6892 h 6891"/>
                <a:gd name="connsiteX1" fmla="*/ 3446 w 91515"/>
                <a:gd name="connsiteY1" fmla="*/ 6892 h 6891"/>
                <a:gd name="connsiteX2" fmla="*/ 0 w 91515"/>
                <a:gd name="connsiteY2" fmla="*/ 3446 h 6891"/>
                <a:gd name="connsiteX3" fmla="*/ 3446 w 91515"/>
                <a:gd name="connsiteY3" fmla="*/ 0 h 6891"/>
                <a:gd name="connsiteX4" fmla="*/ 88069 w 91515"/>
                <a:gd name="connsiteY4" fmla="*/ 0 h 6891"/>
                <a:gd name="connsiteX5" fmla="*/ 91515 w 91515"/>
                <a:gd name="connsiteY5" fmla="*/ 3446 h 6891"/>
                <a:gd name="connsiteX6" fmla="*/ 88069 w 91515"/>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515" h="6891">
                  <a:moveTo>
                    <a:pt x="88069" y="6892"/>
                  </a:moveTo>
                  <a:lnTo>
                    <a:pt x="3446" y="6892"/>
                  </a:lnTo>
                  <a:cubicBezTo>
                    <a:pt x="1554" y="6892"/>
                    <a:pt x="0" y="5338"/>
                    <a:pt x="0" y="3446"/>
                  </a:cubicBezTo>
                  <a:cubicBezTo>
                    <a:pt x="0" y="1554"/>
                    <a:pt x="1554" y="0"/>
                    <a:pt x="3446" y="0"/>
                  </a:cubicBezTo>
                  <a:lnTo>
                    <a:pt x="88069" y="0"/>
                  </a:lnTo>
                  <a:cubicBezTo>
                    <a:pt x="89961" y="0"/>
                    <a:pt x="91515" y="1554"/>
                    <a:pt x="91515" y="3446"/>
                  </a:cubicBezTo>
                  <a:cubicBezTo>
                    <a:pt x="91515" y="5338"/>
                    <a:pt x="89961" y="6892"/>
                    <a:pt x="88069" y="6892"/>
                  </a:cubicBezTo>
                  <a:close/>
                </a:path>
              </a:pathLst>
            </a:custGeom>
            <a:solidFill>
              <a:srgbClr val="17A3A3"/>
            </a:solidFill>
            <a:ln w="2824" cap="flat">
              <a:noFill/>
              <a:prstDash val="solid"/>
              <a:miter/>
            </a:ln>
          </p:spPr>
          <p:txBody>
            <a:bodyPr rtlCol="1" anchor="ctr"/>
            <a:lstStyle/>
            <a:p>
              <a:endParaRPr lang="ar-SA"/>
            </a:p>
          </p:txBody>
        </p:sp>
      </p:grpSp>
      <p:grpSp>
        <p:nvGrpSpPr>
          <p:cNvPr id="7915" name="رسم 8014">
            <a:extLst>
              <a:ext uri="{FF2B5EF4-FFF2-40B4-BE49-F238E27FC236}">
                <a16:creationId xmlns:a16="http://schemas.microsoft.com/office/drawing/2014/main" id="{885FCC71-3552-7F51-C603-9D92D49F4450}"/>
              </a:ext>
            </a:extLst>
          </p:cNvPr>
          <p:cNvGrpSpPr/>
          <p:nvPr/>
        </p:nvGrpSpPr>
        <p:grpSpPr>
          <a:xfrm>
            <a:off x="4237086" y="2509612"/>
            <a:ext cx="250754" cy="205686"/>
            <a:chOff x="4146017" y="1368634"/>
            <a:chExt cx="299726" cy="260959"/>
          </a:xfrm>
        </p:grpSpPr>
        <p:grpSp>
          <p:nvGrpSpPr>
            <p:cNvPr id="7916" name="رسم 8014">
              <a:extLst>
                <a:ext uri="{FF2B5EF4-FFF2-40B4-BE49-F238E27FC236}">
                  <a16:creationId xmlns:a16="http://schemas.microsoft.com/office/drawing/2014/main" id="{0D08E382-045A-A52A-C98D-8740EFE26608}"/>
                </a:ext>
              </a:extLst>
            </p:cNvPr>
            <p:cNvGrpSpPr/>
            <p:nvPr/>
          </p:nvGrpSpPr>
          <p:grpSpPr>
            <a:xfrm>
              <a:off x="4146017" y="1368634"/>
              <a:ext cx="219474" cy="260959"/>
              <a:chOff x="4146017" y="1368634"/>
              <a:chExt cx="219474" cy="260959"/>
            </a:xfrm>
            <a:solidFill>
              <a:srgbClr val="01355A"/>
            </a:solidFill>
          </p:grpSpPr>
          <p:sp>
            <p:nvSpPr>
              <p:cNvPr id="7926" name="شكل حر: شكل 8815">
                <a:extLst>
                  <a:ext uri="{FF2B5EF4-FFF2-40B4-BE49-F238E27FC236}">
                    <a16:creationId xmlns:a16="http://schemas.microsoft.com/office/drawing/2014/main" id="{2D7E2865-B6FD-84D8-B4D9-42DE0FD6D405}"/>
                  </a:ext>
                </a:extLst>
              </p:cNvPr>
              <p:cNvSpPr/>
              <p:nvPr/>
            </p:nvSpPr>
            <p:spPr>
              <a:xfrm>
                <a:off x="4146017" y="1368634"/>
                <a:ext cx="219467" cy="260959"/>
              </a:xfrm>
              <a:custGeom>
                <a:avLst/>
                <a:gdLst>
                  <a:gd name="connsiteX0" fmla="*/ 161423 w 219467"/>
                  <a:gd name="connsiteY0" fmla="*/ 260960 h 260959"/>
                  <a:gd name="connsiteX1" fmla="*/ 3446 w 219467"/>
                  <a:gd name="connsiteY1" fmla="*/ 260960 h 260959"/>
                  <a:gd name="connsiteX2" fmla="*/ 0 w 219467"/>
                  <a:gd name="connsiteY2" fmla="*/ 257514 h 260959"/>
                  <a:gd name="connsiteX3" fmla="*/ 0 w 219467"/>
                  <a:gd name="connsiteY3" fmla="*/ 3446 h 260959"/>
                  <a:gd name="connsiteX4" fmla="*/ 3446 w 219467"/>
                  <a:gd name="connsiteY4" fmla="*/ 0 h 260959"/>
                  <a:gd name="connsiteX5" fmla="*/ 216021 w 219467"/>
                  <a:gd name="connsiteY5" fmla="*/ 0 h 260959"/>
                  <a:gd name="connsiteX6" fmla="*/ 219467 w 219467"/>
                  <a:gd name="connsiteY6" fmla="*/ 3446 h 260959"/>
                  <a:gd name="connsiteX7" fmla="*/ 219467 w 219467"/>
                  <a:gd name="connsiteY7" fmla="*/ 39572 h 260959"/>
                  <a:gd name="connsiteX8" fmla="*/ 216021 w 219467"/>
                  <a:gd name="connsiteY8" fmla="*/ 43018 h 260959"/>
                  <a:gd name="connsiteX9" fmla="*/ 212575 w 219467"/>
                  <a:gd name="connsiteY9" fmla="*/ 39572 h 260959"/>
                  <a:gd name="connsiteX10" fmla="*/ 212575 w 219467"/>
                  <a:gd name="connsiteY10" fmla="*/ 6892 h 260959"/>
                  <a:gd name="connsiteX11" fmla="*/ 6892 w 219467"/>
                  <a:gd name="connsiteY11" fmla="*/ 6892 h 260959"/>
                  <a:gd name="connsiteX12" fmla="*/ 6892 w 219467"/>
                  <a:gd name="connsiteY12" fmla="*/ 254068 h 260959"/>
                  <a:gd name="connsiteX13" fmla="*/ 160011 w 219467"/>
                  <a:gd name="connsiteY13" fmla="*/ 254068 h 260959"/>
                  <a:gd name="connsiteX14" fmla="*/ 212575 w 219467"/>
                  <a:gd name="connsiteY14" fmla="*/ 201475 h 260959"/>
                  <a:gd name="connsiteX15" fmla="*/ 212575 w 219467"/>
                  <a:gd name="connsiteY15" fmla="*/ 141933 h 260959"/>
                  <a:gd name="connsiteX16" fmla="*/ 216021 w 219467"/>
                  <a:gd name="connsiteY16" fmla="*/ 138488 h 260959"/>
                  <a:gd name="connsiteX17" fmla="*/ 219467 w 219467"/>
                  <a:gd name="connsiteY17" fmla="*/ 141933 h 260959"/>
                  <a:gd name="connsiteX18" fmla="*/ 219467 w 219467"/>
                  <a:gd name="connsiteY18" fmla="*/ 202916 h 260959"/>
                  <a:gd name="connsiteX19" fmla="*/ 218450 w 219467"/>
                  <a:gd name="connsiteY19" fmla="*/ 205345 h 260959"/>
                  <a:gd name="connsiteX20" fmla="*/ 163852 w 219467"/>
                  <a:gd name="connsiteY20" fmla="*/ 259943 h 260959"/>
                  <a:gd name="connsiteX21" fmla="*/ 161423 w 219467"/>
                  <a:gd name="connsiteY21" fmla="*/ 260960 h 260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9467" h="260959">
                    <a:moveTo>
                      <a:pt x="161423" y="260960"/>
                    </a:moveTo>
                    <a:lnTo>
                      <a:pt x="3446" y="260960"/>
                    </a:lnTo>
                    <a:cubicBezTo>
                      <a:pt x="1554" y="260960"/>
                      <a:pt x="0" y="259406"/>
                      <a:pt x="0" y="257514"/>
                    </a:cubicBezTo>
                    <a:lnTo>
                      <a:pt x="0" y="3446"/>
                    </a:lnTo>
                    <a:cubicBezTo>
                      <a:pt x="0" y="1554"/>
                      <a:pt x="1554" y="0"/>
                      <a:pt x="3446" y="0"/>
                    </a:cubicBezTo>
                    <a:lnTo>
                      <a:pt x="216021" y="0"/>
                    </a:lnTo>
                    <a:cubicBezTo>
                      <a:pt x="217914" y="0"/>
                      <a:pt x="219467" y="1554"/>
                      <a:pt x="219467" y="3446"/>
                    </a:cubicBezTo>
                    <a:lnTo>
                      <a:pt x="219467" y="39572"/>
                    </a:lnTo>
                    <a:cubicBezTo>
                      <a:pt x="219467" y="41464"/>
                      <a:pt x="217914" y="43018"/>
                      <a:pt x="216021" y="43018"/>
                    </a:cubicBezTo>
                    <a:cubicBezTo>
                      <a:pt x="214129" y="43018"/>
                      <a:pt x="212575" y="41464"/>
                      <a:pt x="212575" y="39572"/>
                    </a:cubicBezTo>
                    <a:lnTo>
                      <a:pt x="212575" y="6892"/>
                    </a:lnTo>
                    <a:lnTo>
                      <a:pt x="6892" y="6892"/>
                    </a:lnTo>
                    <a:lnTo>
                      <a:pt x="6892" y="254068"/>
                    </a:lnTo>
                    <a:lnTo>
                      <a:pt x="160011" y="254068"/>
                    </a:lnTo>
                    <a:lnTo>
                      <a:pt x="212575" y="201475"/>
                    </a:lnTo>
                    <a:lnTo>
                      <a:pt x="212575" y="141933"/>
                    </a:lnTo>
                    <a:cubicBezTo>
                      <a:pt x="212575" y="140041"/>
                      <a:pt x="214129" y="138488"/>
                      <a:pt x="216021" y="138488"/>
                    </a:cubicBezTo>
                    <a:cubicBezTo>
                      <a:pt x="217914" y="138488"/>
                      <a:pt x="219467" y="140041"/>
                      <a:pt x="219467" y="141933"/>
                    </a:cubicBezTo>
                    <a:lnTo>
                      <a:pt x="219467" y="202916"/>
                    </a:lnTo>
                    <a:cubicBezTo>
                      <a:pt x="219467" y="203819"/>
                      <a:pt x="219100" y="204695"/>
                      <a:pt x="218450" y="205345"/>
                    </a:cubicBezTo>
                    <a:lnTo>
                      <a:pt x="163852" y="259943"/>
                    </a:lnTo>
                    <a:cubicBezTo>
                      <a:pt x="163202" y="260593"/>
                      <a:pt x="162327" y="260960"/>
                      <a:pt x="161423" y="260960"/>
                    </a:cubicBezTo>
                    <a:close/>
                  </a:path>
                </a:pathLst>
              </a:custGeom>
              <a:solidFill>
                <a:srgbClr val="01355A"/>
              </a:solidFill>
              <a:ln w="2824" cap="flat">
                <a:noFill/>
                <a:prstDash val="solid"/>
                <a:miter/>
              </a:ln>
            </p:spPr>
            <p:txBody>
              <a:bodyPr rtlCol="1" anchor="ctr"/>
              <a:lstStyle/>
              <a:p>
                <a:endParaRPr lang="ar-SA"/>
              </a:p>
            </p:txBody>
          </p:sp>
          <p:sp>
            <p:nvSpPr>
              <p:cNvPr id="7927" name="شكل حر: شكل 8816">
                <a:extLst>
                  <a:ext uri="{FF2B5EF4-FFF2-40B4-BE49-F238E27FC236}">
                    <a16:creationId xmlns:a16="http://schemas.microsoft.com/office/drawing/2014/main" id="{3A1B76D7-725E-A5E6-EEE1-3BD02F86FB99}"/>
                  </a:ext>
                </a:extLst>
              </p:cNvPr>
              <p:cNvSpPr/>
              <p:nvPr/>
            </p:nvSpPr>
            <p:spPr>
              <a:xfrm>
                <a:off x="4303994" y="1568103"/>
                <a:ext cx="61497" cy="61490"/>
              </a:xfrm>
              <a:custGeom>
                <a:avLst/>
                <a:gdLst>
                  <a:gd name="connsiteX0" fmla="*/ 3446 w 61497"/>
                  <a:gd name="connsiteY0" fmla="*/ 61490 h 61490"/>
                  <a:gd name="connsiteX1" fmla="*/ 2118 w 61497"/>
                  <a:gd name="connsiteY1" fmla="*/ 61236 h 61490"/>
                  <a:gd name="connsiteX2" fmla="*/ 0 w 61497"/>
                  <a:gd name="connsiteY2" fmla="*/ 58044 h 61490"/>
                  <a:gd name="connsiteX3" fmla="*/ 0 w 61497"/>
                  <a:gd name="connsiteY3" fmla="*/ 3446 h 61490"/>
                  <a:gd name="connsiteX4" fmla="*/ 3446 w 61497"/>
                  <a:gd name="connsiteY4" fmla="*/ 0 h 61490"/>
                  <a:gd name="connsiteX5" fmla="*/ 58044 w 61497"/>
                  <a:gd name="connsiteY5" fmla="*/ 0 h 61490"/>
                  <a:gd name="connsiteX6" fmla="*/ 61236 w 61497"/>
                  <a:gd name="connsiteY6" fmla="*/ 2118 h 61490"/>
                  <a:gd name="connsiteX7" fmla="*/ 60502 w 61497"/>
                  <a:gd name="connsiteY7" fmla="*/ 5875 h 61490"/>
                  <a:gd name="connsiteX8" fmla="*/ 5903 w 61497"/>
                  <a:gd name="connsiteY8" fmla="*/ 60474 h 61490"/>
                  <a:gd name="connsiteX9" fmla="*/ 3474 w 61497"/>
                  <a:gd name="connsiteY9" fmla="*/ 61490 h 61490"/>
                  <a:gd name="connsiteX10" fmla="*/ 6892 w 61497"/>
                  <a:gd name="connsiteY10" fmla="*/ 6892 h 61490"/>
                  <a:gd name="connsiteX11" fmla="*/ 6892 w 61497"/>
                  <a:gd name="connsiteY11" fmla="*/ 49740 h 61490"/>
                  <a:gd name="connsiteX12" fmla="*/ 49740 w 61497"/>
                  <a:gd name="connsiteY12" fmla="*/ 6892 h 61490"/>
                  <a:gd name="connsiteX13" fmla="*/ 6892 w 61497"/>
                  <a:gd name="connsiteY13" fmla="*/ 6892 h 61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1497" h="61490">
                    <a:moveTo>
                      <a:pt x="3446" y="61490"/>
                    </a:moveTo>
                    <a:cubicBezTo>
                      <a:pt x="2994" y="61490"/>
                      <a:pt x="2542" y="61406"/>
                      <a:pt x="2118" y="61236"/>
                    </a:cubicBezTo>
                    <a:cubicBezTo>
                      <a:pt x="819" y="60699"/>
                      <a:pt x="0" y="59457"/>
                      <a:pt x="0" y="58044"/>
                    </a:cubicBezTo>
                    <a:lnTo>
                      <a:pt x="0" y="3446"/>
                    </a:lnTo>
                    <a:cubicBezTo>
                      <a:pt x="0" y="1553"/>
                      <a:pt x="1553" y="0"/>
                      <a:pt x="3446" y="0"/>
                    </a:cubicBezTo>
                    <a:lnTo>
                      <a:pt x="58044" y="0"/>
                    </a:lnTo>
                    <a:cubicBezTo>
                      <a:pt x="59428" y="0"/>
                      <a:pt x="60699" y="847"/>
                      <a:pt x="61236" y="2118"/>
                    </a:cubicBezTo>
                    <a:cubicBezTo>
                      <a:pt x="61773" y="3418"/>
                      <a:pt x="61462" y="4887"/>
                      <a:pt x="60502" y="5875"/>
                    </a:cubicBezTo>
                    <a:lnTo>
                      <a:pt x="5903" y="60474"/>
                    </a:lnTo>
                    <a:cubicBezTo>
                      <a:pt x="5254" y="61123"/>
                      <a:pt x="4350" y="61490"/>
                      <a:pt x="3474" y="61490"/>
                    </a:cubicBezTo>
                    <a:close/>
                    <a:moveTo>
                      <a:pt x="6892" y="6892"/>
                    </a:moveTo>
                    <a:lnTo>
                      <a:pt x="6892" y="49740"/>
                    </a:lnTo>
                    <a:lnTo>
                      <a:pt x="49740" y="6892"/>
                    </a:lnTo>
                    <a:lnTo>
                      <a:pt x="6892" y="6892"/>
                    </a:lnTo>
                    <a:close/>
                  </a:path>
                </a:pathLst>
              </a:custGeom>
              <a:solidFill>
                <a:srgbClr val="01355A"/>
              </a:solidFill>
              <a:ln w="2824" cap="flat">
                <a:noFill/>
                <a:prstDash val="solid"/>
                <a:miter/>
              </a:ln>
            </p:spPr>
            <p:txBody>
              <a:bodyPr rtlCol="1" anchor="ctr"/>
              <a:lstStyle/>
              <a:p>
                <a:endParaRPr lang="ar-SA"/>
              </a:p>
            </p:txBody>
          </p:sp>
        </p:grpSp>
        <p:sp>
          <p:nvSpPr>
            <p:cNvPr id="7917" name="شكل حر: شكل 8817">
              <a:extLst>
                <a:ext uri="{FF2B5EF4-FFF2-40B4-BE49-F238E27FC236}">
                  <a16:creationId xmlns:a16="http://schemas.microsoft.com/office/drawing/2014/main" id="{A8D09187-3DCC-07DA-884D-E914BA333B0E}"/>
                </a:ext>
              </a:extLst>
            </p:cNvPr>
            <p:cNvSpPr/>
            <p:nvPr/>
          </p:nvSpPr>
          <p:spPr>
            <a:xfrm>
              <a:off x="4189233" y="1402528"/>
              <a:ext cx="34967" cy="34967"/>
            </a:xfrm>
            <a:custGeom>
              <a:avLst/>
              <a:gdLst>
                <a:gd name="connsiteX0" fmla="*/ 31522 w 34967"/>
                <a:gd name="connsiteY0" fmla="*/ 34968 h 34967"/>
                <a:gd name="connsiteX1" fmla="*/ 3446 w 34967"/>
                <a:gd name="connsiteY1" fmla="*/ 34968 h 34967"/>
                <a:gd name="connsiteX2" fmla="*/ 0 w 34967"/>
                <a:gd name="connsiteY2" fmla="*/ 31522 h 34967"/>
                <a:gd name="connsiteX3" fmla="*/ 0 w 34967"/>
                <a:gd name="connsiteY3" fmla="*/ 3446 h 34967"/>
                <a:gd name="connsiteX4" fmla="*/ 3446 w 34967"/>
                <a:gd name="connsiteY4" fmla="*/ 0 h 34967"/>
                <a:gd name="connsiteX5" fmla="*/ 31522 w 34967"/>
                <a:gd name="connsiteY5" fmla="*/ 0 h 34967"/>
                <a:gd name="connsiteX6" fmla="*/ 34968 w 34967"/>
                <a:gd name="connsiteY6" fmla="*/ 3446 h 34967"/>
                <a:gd name="connsiteX7" fmla="*/ 34968 w 34967"/>
                <a:gd name="connsiteY7" fmla="*/ 31522 h 34967"/>
                <a:gd name="connsiteX8" fmla="*/ 31522 w 34967"/>
                <a:gd name="connsiteY8" fmla="*/ 34968 h 34967"/>
                <a:gd name="connsiteX9" fmla="*/ 6892 w 34967"/>
                <a:gd name="connsiteY9" fmla="*/ 28076 h 34967"/>
                <a:gd name="connsiteX10" fmla="*/ 28076 w 34967"/>
                <a:gd name="connsiteY10" fmla="*/ 28076 h 34967"/>
                <a:gd name="connsiteX11" fmla="*/ 28076 w 34967"/>
                <a:gd name="connsiteY11" fmla="*/ 6892 h 34967"/>
                <a:gd name="connsiteX12" fmla="*/ 6892 w 34967"/>
                <a:gd name="connsiteY12" fmla="*/ 6892 h 34967"/>
                <a:gd name="connsiteX13" fmla="*/ 6892 w 34967"/>
                <a:gd name="connsiteY13" fmla="*/ 28076 h 3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967" h="34967">
                  <a:moveTo>
                    <a:pt x="31522" y="34968"/>
                  </a:moveTo>
                  <a:lnTo>
                    <a:pt x="3446" y="34968"/>
                  </a:lnTo>
                  <a:cubicBezTo>
                    <a:pt x="1553" y="34968"/>
                    <a:pt x="0" y="33414"/>
                    <a:pt x="0" y="31522"/>
                  </a:cubicBezTo>
                  <a:lnTo>
                    <a:pt x="0" y="3446"/>
                  </a:lnTo>
                  <a:cubicBezTo>
                    <a:pt x="0" y="1554"/>
                    <a:pt x="1553" y="0"/>
                    <a:pt x="3446" y="0"/>
                  </a:cubicBezTo>
                  <a:lnTo>
                    <a:pt x="31522" y="0"/>
                  </a:lnTo>
                  <a:cubicBezTo>
                    <a:pt x="33414" y="0"/>
                    <a:pt x="34968" y="1554"/>
                    <a:pt x="34968" y="3446"/>
                  </a:cubicBezTo>
                  <a:lnTo>
                    <a:pt x="34968" y="31522"/>
                  </a:lnTo>
                  <a:cubicBezTo>
                    <a:pt x="34968" y="33414"/>
                    <a:pt x="33414" y="34968"/>
                    <a:pt x="31522" y="34968"/>
                  </a:cubicBezTo>
                  <a:close/>
                  <a:moveTo>
                    <a:pt x="6892" y="28076"/>
                  </a:moveTo>
                  <a:lnTo>
                    <a:pt x="28076" y="28076"/>
                  </a:lnTo>
                  <a:lnTo>
                    <a:pt x="28076" y="6892"/>
                  </a:lnTo>
                  <a:lnTo>
                    <a:pt x="6892" y="6892"/>
                  </a:lnTo>
                  <a:lnTo>
                    <a:pt x="6892" y="28076"/>
                  </a:lnTo>
                  <a:close/>
                </a:path>
              </a:pathLst>
            </a:custGeom>
            <a:solidFill>
              <a:srgbClr val="17A3A3"/>
            </a:solidFill>
            <a:ln w="2824" cap="flat">
              <a:noFill/>
              <a:prstDash val="solid"/>
              <a:miter/>
            </a:ln>
          </p:spPr>
          <p:txBody>
            <a:bodyPr rtlCol="1" anchor="ctr"/>
            <a:lstStyle/>
            <a:p>
              <a:endParaRPr lang="ar-SA"/>
            </a:p>
          </p:txBody>
        </p:sp>
        <p:sp>
          <p:nvSpPr>
            <p:cNvPr id="7918" name="شكل حر: شكل 8818">
              <a:extLst>
                <a:ext uri="{FF2B5EF4-FFF2-40B4-BE49-F238E27FC236}">
                  <a16:creationId xmlns:a16="http://schemas.microsoft.com/office/drawing/2014/main" id="{EA944652-9885-D47F-4C69-7ACE46F4D91B}"/>
                </a:ext>
              </a:extLst>
            </p:cNvPr>
            <p:cNvSpPr/>
            <p:nvPr/>
          </p:nvSpPr>
          <p:spPr>
            <a:xfrm>
              <a:off x="4189233" y="1474950"/>
              <a:ext cx="34967" cy="34967"/>
            </a:xfrm>
            <a:custGeom>
              <a:avLst/>
              <a:gdLst>
                <a:gd name="connsiteX0" fmla="*/ 31522 w 34967"/>
                <a:gd name="connsiteY0" fmla="*/ 34968 h 34967"/>
                <a:gd name="connsiteX1" fmla="*/ 3446 w 34967"/>
                <a:gd name="connsiteY1" fmla="*/ 34968 h 34967"/>
                <a:gd name="connsiteX2" fmla="*/ 0 w 34967"/>
                <a:gd name="connsiteY2" fmla="*/ 31522 h 34967"/>
                <a:gd name="connsiteX3" fmla="*/ 0 w 34967"/>
                <a:gd name="connsiteY3" fmla="*/ 3446 h 34967"/>
                <a:gd name="connsiteX4" fmla="*/ 3446 w 34967"/>
                <a:gd name="connsiteY4" fmla="*/ 0 h 34967"/>
                <a:gd name="connsiteX5" fmla="*/ 31522 w 34967"/>
                <a:gd name="connsiteY5" fmla="*/ 0 h 34967"/>
                <a:gd name="connsiteX6" fmla="*/ 34968 w 34967"/>
                <a:gd name="connsiteY6" fmla="*/ 3446 h 34967"/>
                <a:gd name="connsiteX7" fmla="*/ 34968 w 34967"/>
                <a:gd name="connsiteY7" fmla="*/ 31522 h 34967"/>
                <a:gd name="connsiteX8" fmla="*/ 31522 w 34967"/>
                <a:gd name="connsiteY8" fmla="*/ 34968 h 34967"/>
                <a:gd name="connsiteX9" fmla="*/ 6892 w 34967"/>
                <a:gd name="connsiteY9" fmla="*/ 28076 h 34967"/>
                <a:gd name="connsiteX10" fmla="*/ 28076 w 34967"/>
                <a:gd name="connsiteY10" fmla="*/ 28076 h 34967"/>
                <a:gd name="connsiteX11" fmla="*/ 28076 w 34967"/>
                <a:gd name="connsiteY11" fmla="*/ 6892 h 34967"/>
                <a:gd name="connsiteX12" fmla="*/ 6892 w 34967"/>
                <a:gd name="connsiteY12" fmla="*/ 6892 h 34967"/>
                <a:gd name="connsiteX13" fmla="*/ 6892 w 34967"/>
                <a:gd name="connsiteY13" fmla="*/ 28076 h 3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967" h="34967">
                  <a:moveTo>
                    <a:pt x="31522" y="34968"/>
                  </a:moveTo>
                  <a:lnTo>
                    <a:pt x="3446" y="34968"/>
                  </a:lnTo>
                  <a:cubicBezTo>
                    <a:pt x="1553" y="34968"/>
                    <a:pt x="0" y="33414"/>
                    <a:pt x="0" y="31522"/>
                  </a:cubicBezTo>
                  <a:lnTo>
                    <a:pt x="0" y="3446"/>
                  </a:lnTo>
                  <a:cubicBezTo>
                    <a:pt x="0" y="1553"/>
                    <a:pt x="1553" y="0"/>
                    <a:pt x="3446" y="0"/>
                  </a:cubicBezTo>
                  <a:lnTo>
                    <a:pt x="31522" y="0"/>
                  </a:lnTo>
                  <a:cubicBezTo>
                    <a:pt x="33414" y="0"/>
                    <a:pt x="34968" y="1553"/>
                    <a:pt x="34968" y="3446"/>
                  </a:cubicBezTo>
                  <a:lnTo>
                    <a:pt x="34968" y="31522"/>
                  </a:lnTo>
                  <a:cubicBezTo>
                    <a:pt x="34968" y="33414"/>
                    <a:pt x="33414" y="34968"/>
                    <a:pt x="31522" y="34968"/>
                  </a:cubicBezTo>
                  <a:close/>
                  <a:moveTo>
                    <a:pt x="6892" y="28076"/>
                  </a:moveTo>
                  <a:lnTo>
                    <a:pt x="28076" y="28076"/>
                  </a:lnTo>
                  <a:lnTo>
                    <a:pt x="28076" y="6892"/>
                  </a:lnTo>
                  <a:lnTo>
                    <a:pt x="6892" y="6892"/>
                  </a:lnTo>
                  <a:lnTo>
                    <a:pt x="6892" y="28076"/>
                  </a:lnTo>
                  <a:close/>
                </a:path>
              </a:pathLst>
            </a:custGeom>
            <a:solidFill>
              <a:srgbClr val="17A3A3"/>
            </a:solidFill>
            <a:ln w="2824" cap="flat">
              <a:noFill/>
              <a:prstDash val="solid"/>
              <a:miter/>
            </a:ln>
          </p:spPr>
          <p:txBody>
            <a:bodyPr rtlCol="1" anchor="ctr"/>
            <a:lstStyle/>
            <a:p>
              <a:endParaRPr lang="ar-SA"/>
            </a:p>
          </p:txBody>
        </p:sp>
        <p:sp>
          <p:nvSpPr>
            <p:cNvPr id="7919" name="شكل حر: شكل 8819">
              <a:extLst>
                <a:ext uri="{FF2B5EF4-FFF2-40B4-BE49-F238E27FC236}">
                  <a16:creationId xmlns:a16="http://schemas.microsoft.com/office/drawing/2014/main" id="{99259430-6268-5821-2E61-80AB274EF5FC}"/>
                </a:ext>
              </a:extLst>
            </p:cNvPr>
            <p:cNvSpPr/>
            <p:nvPr/>
          </p:nvSpPr>
          <p:spPr>
            <a:xfrm>
              <a:off x="4189233" y="1547343"/>
              <a:ext cx="34967" cy="34967"/>
            </a:xfrm>
            <a:custGeom>
              <a:avLst/>
              <a:gdLst>
                <a:gd name="connsiteX0" fmla="*/ 31522 w 34967"/>
                <a:gd name="connsiteY0" fmla="*/ 34968 h 34967"/>
                <a:gd name="connsiteX1" fmla="*/ 3446 w 34967"/>
                <a:gd name="connsiteY1" fmla="*/ 34968 h 34967"/>
                <a:gd name="connsiteX2" fmla="*/ 0 w 34967"/>
                <a:gd name="connsiteY2" fmla="*/ 31522 h 34967"/>
                <a:gd name="connsiteX3" fmla="*/ 0 w 34967"/>
                <a:gd name="connsiteY3" fmla="*/ 3446 h 34967"/>
                <a:gd name="connsiteX4" fmla="*/ 3446 w 34967"/>
                <a:gd name="connsiteY4" fmla="*/ 0 h 34967"/>
                <a:gd name="connsiteX5" fmla="*/ 31522 w 34967"/>
                <a:gd name="connsiteY5" fmla="*/ 0 h 34967"/>
                <a:gd name="connsiteX6" fmla="*/ 34968 w 34967"/>
                <a:gd name="connsiteY6" fmla="*/ 3446 h 34967"/>
                <a:gd name="connsiteX7" fmla="*/ 34968 w 34967"/>
                <a:gd name="connsiteY7" fmla="*/ 31522 h 34967"/>
                <a:gd name="connsiteX8" fmla="*/ 31522 w 34967"/>
                <a:gd name="connsiteY8" fmla="*/ 34968 h 34967"/>
                <a:gd name="connsiteX9" fmla="*/ 6892 w 34967"/>
                <a:gd name="connsiteY9" fmla="*/ 28076 h 34967"/>
                <a:gd name="connsiteX10" fmla="*/ 28076 w 34967"/>
                <a:gd name="connsiteY10" fmla="*/ 28076 h 34967"/>
                <a:gd name="connsiteX11" fmla="*/ 28076 w 34967"/>
                <a:gd name="connsiteY11" fmla="*/ 6892 h 34967"/>
                <a:gd name="connsiteX12" fmla="*/ 6892 w 34967"/>
                <a:gd name="connsiteY12" fmla="*/ 6892 h 34967"/>
                <a:gd name="connsiteX13" fmla="*/ 6892 w 34967"/>
                <a:gd name="connsiteY13" fmla="*/ 28076 h 3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967" h="34967">
                  <a:moveTo>
                    <a:pt x="31522" y="34968"/>
                  </a:moveTo>
                  <a:lnTo>
                    <a:pt x="3446" y="34968"/>
                  </a:lnTo>
                  <a:cubicBezTo>
                    <a:pt x="1553" y="34968"/>
                    <a:pt x="0" y="33414"/>
                    <a:pt x="0" y="31522"/>
                  </a:cubicBezTo>
                  <a:lnTo>
                    <a:pt x="0" y="3446"/>
                  </a:lnTo>
                  <a:cubicBezTo>
                    <a:pt x="0" y="1553"/>
                    <a:pt x="1553" y="0"/>
                    <a:pt x="3446" y="0"/>
                  </a:cubicBezTo>
                  <a:lnTo>
                    <a:pt x="31522" y="0"/>
                  </a:lnTo>
                  <a:cubicBezTo>
                    <a:pt x="33414" y="0"/>
                    <a:pt x="34968" y="1553"/>
                    <a:pt x="34968" y="3446"/>
                  </a:cubicBezTo>
                  <a:lnTo>
                    <a:pt x="34968" y="31522"/>
                  </a:lnTo>
                  <a:cubicBezTo>
                    <a:pt x="34968" y="33414"/>
                    <a:pt x="33414" y="34968"/>
                    <a:pt x="31522" y="34968"/>
                  </a:cubicBezTo>
                  <a:close/>
                  <a:moveTo>
                    <a:pt x="6892" y="28076"/>
                  </a:moveTo>
                  <a:lnTo>
                    <a:pt x="28076" y="28076"/>
                  </a:lnTo>
                  <a:lnTo>
                    <a:pt x="28076" y="6892"/>
                  </a:lnTo>
                  <a:lnTo>
                    <a:pt x="6892" y="6892"/>
                  </a:lnTo>
                  <a:lnTo>
                    <a:pt x="6892" y="28076"/>
                  </a:lnTo>
                  <a:close/>
                </a:path>
              </a:pathLst>
            </a:custGeom>
            <a:solidFill>
              <a:srgbClr val="17A3A3"/>
            </a:solidFill>
            <a:ln w="2824" cap="flat">
              <a:noFill/>
              <a:prstDash val="solid"/>
              <a:miter/>
            </a:ln>
          </p:spPr>
          <p:txBody>
            <a:bodyPr rtlCol="1" anchor="ctr"/>
            <a:lstStyle/>
            <a:p>
              <a:endParaRPr lang="ar-SA"/>
            </a:p>
          </p:txBody>
        </p:sp>
        <p:grpSp>
          <p:nvGrpSpPr>
            <p:cNvPr id="7920" name="رسم 8014">
              <a:extLst>
                <a:ext uri="{FF2B5EF4-FFF2-40B4-BE49-F238E27FC236}">
                  <a16:creationId xmlns:a16="http://schemas.microsoft.com/office/drawing/2014/main" id="{31650B5F-9CAC-BACA-3E85-1B01F40F2F1C}"/>
                </a:ext>
              </a:extLst>
            </p:cNvPr>
            <p:cNvGrpSpPr/>
            <p:nvPr/>
          </p:nvGrpSpPr>
          <p:grpSpPr>
            <a:xfrm>
              <a:off x="4285962" y="1402543"/>
              <a:ext cx="159781" cy="99409"/>
              <a:chOff x="4285962" y="1402543"/>
              <a:chExt cx="159781" cy="99409"/>
            </a:xfrm>
            <a:solidFill>
              <a:srgbClr val="17A3A3"/>
            </a:solidFill>
          </p:grpSpPr>
          <p:sp>
            <p:nvSpPr>
              <p:cNvPr id="7923" name="شكل حر: شكل 8821">
                <a:extLst>
                  <a:ext uri="{FF2B5EF4-FFF2-40B4-BE49-F238E27FC236}">
                    <a16:creationId xmlns:a16="http://schemas.microsoft.com/office/drawing/2014/main" id="{2ED6E645-EF3B-004F-0E65-F2D047713F9C}"/>
                  </a:ext>
                </a:extLst>
              </p:cNvPr>
              <p:cNvSpPr/>
              <p:nvPr/>
            </p:nvSpPr>
            <p:spPr>
              <a:xfrm>
                <a:off x="4312285" y="1412542"/>
                <a:ext cx="114787" cy="85879"/>
              </a:xfrm>
              <a:custGeom>
                <a:avLst/>
                <a:gdLst>
                  <a:gd name="connsiteX0" fmla="*/ 19361 w 114787"/>
                  <a:gd name="connsiteY0" fmla="*/ 85880 h 85879"/>
                  <a:gd name="connsiteX1" fmla="*/ 18373 w 114787"/>
                  <a:gd name="connsiteY1" fmla="*/ 85738 h 85879"/>
                  <a:gd name="connsiteX2" fmla="*/ 16339 w 114787"/>
                  <a:gd name="connsiteY2" fmla="*/ 84072 h 85879"/>
                  <a:gd name="connsiteX3" fmla="*/ 409 w 114787"/>
                  <a:gd name="connsiteY3" fmla="*/ 54358 h 85879"/>
                  <a:gd name="connsiteX4" fmla="*/ 1821 w 114787"/>
                  <a:gd name="connsiteY4" fmla="*/ 49697 h 85879"/>
                  <a:gd name="connsiteX5" fmla="*/ 93788 w 114787"/>
                  <a:gd name="connsiteY5" fmla="*/ 409 h 85879"/>
                  <a:gd name="connsiteX6" fmla="*/ 98449 w 114787"/>
                  <a:gd name="connsiteY6" fmla="*/ 1821 h 85879"/>
                  <a:gd name="connsiteX7" fmla="*/ 114379 w 114787"/>
                  <a:gd name="connsiteY7" fmla="*/ 31535 h 85879"/>
                  <a:gd name="connsiteX8" fmla="*/ 112967 w 114787"/>
                  <a:gd name="connsiteY8" fmla="*/ 36196 h 85879"/>
                  <a:gd name="connsiteX9" fmla="*/ 21000 w 114787"/>
                  <a:gd name="connsiteY9" fmla="*/ 85484 h 85879"/>
                  <a:gd name="connsiteX10" fmla="*/ 19361 w 114787"/>
                  <a:gd name="connsiteY10" fmla="*/ 85880 h 85879"/>
                  <a:gd name="connsiteX11" fmla="*/ 8091 w 114787"/>
                  <a:gd name="connsiteY11" fmla="*/ 54132 h 85879"/>
                  <a:gd name="connsiteX12" fmla="*/ 20745 w 114787"/>
                  <a:gd name="connsiteY12" fmla="*/ 77773 h 85879"/>
                  <a:gd name="connsiteX13" fmla="*/ 106640 w 114787"/>
                  <a:gd name="connsiteY13" fmla="*/ 31733 h 85879"/>
                  <a:gd name="connsiteX14" fmla="*/ 93986 w 114787"/>
                  <a:gd name="connsiteY14" fmla="*/ 8091 h 85879"/>
                  <a:gd name="connsiteX15" fmla="*/ 8091 w 114787"/>
                  <a:gd name="connsiteY15" fmla="*/ 54132 h 85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4787" h="85879">
                    <a:moveTo>
                      <a:pt x="19361" y="85880"/>
                    </a:moveTo>
                    <a:cubicBezTo>
                      <a:pt x="19022" y="85880"/>
                      <a:pt x="18684" y="85823"/>
                      <a:pt x="18373" y="85738"/>
                    </a:cubicBezTo>
                    <a:cubicBezTo>
                      <a:pt x="17497" y="85484"/>
                      <a:pt x="16763" y="84863"/>
                      <a:pt x="16339" y="84072"/>
                    </a:cubicBezTo>
                    <a:lnTo>
                      <a:pt x="409" y="54358"/>
                    </a:lnTo>
                    <a:cubicBezTo>
                      <a:pt x="-495" y="52691"/>
                      <a:pt x="155" y="50601"/>
                      <a:pt x="1821" y="49697"/>
                    </a:cubicBezTo>
                    <a:lnTo>
                      <a:pt x="93788" y="409"/>
                    </a:lnTo>
                    <a:cubicBezTo>
                      <a:pt x="95455" y="-495"/>
                      <a:pt x="97545" y="155"/>
                      <a:pt x="98449" y="1821"/>
                    </a:cubicBezTo>
                    <a:lnTo>
                      <a:pt x="114379" y="31535"/>
                    </a:lnTo>
                    <a:cubicBezTo>
                      <a:pt x="115283" y="33202"/>
                      <a:pt x="114633" y="35292"/>
                      <a:pt x="112967" y="36196"/>
                    </a:cubicBezTo>
                    <a:lnTo>
                      <a:pt x="21000" y="85484"/>
                    </a:lnTo>
                    <a:cubicBezTo>
                      <a:pt x="20491" y="85767"/>
                      <a:pt x="19927" y="85880"/>
                      <a:pt x="19361" y="85880"/>
                    </a:cubicBezTo>
                    <a:close/>
                    <a:moveTo>
                      <a:pt x="8091" y="54132"/>
                    </a:moveTo>
                    <a:lnTo>
                      <a:pt x="20745" y="77773"/>
                    </a:lnTo>
                    <a:lnTo>
                      <a:pt x="106640" y="31733"/>
                    </a:lnTo>
                    <a:lnTo>
                      <a:pt x="93986" y="8091"/>
                    </a:lnTo>
                    <a:lnTo>
                      <a:pt x="8091" y="54132"/>
                    </a:lnTo>
                    <a:close/>
                  </a:path>
                </a:pathLst>
              </a:custGeom>
              <a:solidFill>
                <a:srgbClr val="17A3A3"/>
              </a:solidFill>
              <a:ln w="2824" cap="flat">
                <a:noFill/>
                <a:prstDash val="solid"/>
                <a:miter/>
              </a:ln>
            </p:spPr>
            <p:txBody>
              <a:bodyPr rtlCol="1" anchor="ctr"/>
              <a:lstStyle/>
              <a:p>
                <a:endParaRPr lang="ar-SA"/>
              </a:p>
            </p:txBody>
          </p:sp>
          <p:sp>
            <p:nvSpPr>
              <p:cNvPr id="7924" name="شكل حر: شكل 8822">
                <a:extLst>
                  <a:ext uri="{FF2B5EF4-FFF2-40B4-BE49-F238E27FC236}">
                    <a16:creationId xmlns:a16="http://schemas.microsoft.com/office/drawing/2014/main" id="{5B814D71-0E07-A28B-684E-4B8603746701}"/>
                  </a:ext>
                </a:extLst>
              </p:cNvPr>
              <p:cNvSpPr/>
              <p:nvPr/>
            </p:nvSpPr>
            <p:spPr>
              <a:xfrm>
                <a:off x="4404251" y="1402543"/>
                <a:ext cx="41492" cy="46590"/>
              </a:xfrm>
              <a:custGeom>
                <a:avLst/>
                <a:gdLst>
                  <a:gd name="connsiteX0" fmla="*/ 19391 w 41492"/>
                  <a:gd name="connsiteY0" fmla="*/ 46590 h 46590"/>
                  <a:gd name="connsiteX1" fmla="*/ 16340 w 41492"/>
                  <a:gd name="connsiteY1" fmla="*/ 44782 h 46590"/>
                  <a:gd name="connsiteX2" fmla="*/ 409 w 41492"/>
                  <a:gd name="connsiteY2" fmla="*/ 15068 h 46590"/>
                  <a:gd name="connsiteX3" fmla="*/ 155 w 41492"/>
                  <a:gd name="connsiteY3" fmla="*/ 12441 h 46590"/>
                  <a:gd name="connsiteX4" fmla="*/ 1822 w 41492"/>
                  <a:gd name="connsiteY4" fmla="*/ 10408 h 46590"/>
                  <a:gd name="connsiteX5" fmla="*/ 20492 w 41492"/>
                  <a:gd name="connsiteY5" fmla="*/ 409 h 46590"/>
                  <a:gd name="connsiteX6" fmla="*/ 25153 w 41492"/>
                  <a:gd name="connsiteY6" fmla="*/ 1821 h 46590"/>
                  <a:gd name="connsiteX7" fmla="*/ 41083 w 41492"/>
                  <a:gd name="connsiteY7" fmla="*/ 31535 h 46590"/>
                  <a:gd name="connsiteX8" fmla="*/ 41337 w 41492"/>
                  <a:gd name="connsiteY8" fmla="*/ 34162 h 46590"/>
                  <a:gd name="connsiteX9" fmla="*/ 39671 w 41492"/>
                  <a:gd name="connsiteY9" fmla="*/ 36196 h 46590"/>
                  <a:gd name="connsiteX10" fmla="*/ 21001 w 41492"/>
                  <a:gd name="connsiteY10" fmla="*/ 46195 h 46590"/>
                  <a:gd name="connsiteX11" fmla="*/ 19362 w 41492"/>
                  <a:gd name="connsiteY11" fmla="*/ 46590 h 46590"/>
                  <a:gd name="connsiteX12" fmla="*/ 8121 w 41492"/>
                  <a:gd name="connsiteY12" fmla="*/ 14842 h 46590"/>
                  <a:gd name="connsiteX13" fmla="*/ 20775 w 41492"/>
                  <a:gd name="connsiteY13" fmla="*/ 38484 h 46590"/>
                  <a:gd name="connsiteX14" fmla="*/ 33372 w 41492"/>
                  <a:gd name="connsiteY14" fmla="*/ 31733 h 46590"/>
                  <a:gd name="connsiteX15" fmla="*/ 20718 w 41492"/>
                  <a:gd name="connsiteY15" fmla="*/ 8092 h 46590"/>
                  <a:gd name="connsiteX16" fmla="*/ 8121 w 41492"/>
                  <a:gd name="connsiteY16" fmla="*/ 14842 h 465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492" h="46590">
                    <a:moveTo>
                      <a:pt x="19391" y="46590"/>
                    </a:moveTo>
                    <a:cubicBezTo>
                      <a:pt x="18148" y="46590"/>
                      <a:pt x="16962" y="45940"/>
                      <a:pt x="16340" y="44782"/>
                    </a:cubicBezTo>
                    <a:lnTo>
                      <a:pt x="409" y="15068"/>
                    </a:lnTo>
                    <a:cubicBezTo>
                      <a:pt x="-14" y="14249"/>
                      <a:pt x="-127" y="13317"/>
                      <a:pt x="155" y="12441"/>
                    </a:cubicBezTo>
                    <a:cubicBezTo>
                      <a:pt x="409" y="11566"/>
                      <a:pt x="1031" y="10831"/>
                      <a:pt x="1822" y="10408"/>
                    </a:cubicBezTo>
                    <a:lnTo>
                      <a:pt x="20492" y="409"/>
                    </a:lnTo>
                    <a:cubicBezTo>
                      <a:pt x="22159" y="-495"/>
                      <a:pt x="24249" y="154"/>
                      <a:pt x="25153" y="1821"/>
                    </a:cubicBezTo>
                    <a:lnTo>
                      <a:pt x="41083" y="31535"/>
                    </a:lnTo>
                    <a:cubicBezTo>
                      <a:pt x="41507" y="32354"/>
                      <a:pt x="41620" y="33286"/>
                      <a:pt x="41337" y="34162"/>
                    </a:cubicBezTo>
                    <a:cubicBezTo>
                      <a:pt x="41083" y="35038"/>
                      <a:pt x="40462" y="35772"/>
                      <a:pt x="39671" y="36196"/>
                    </a:cubicBezTo>
                    <a:lnTo>
                      <a:pt x="21001" y="46195"/>
                    </a:lnTo>
                    <a:cubicBezTo>
                      <a:pt x="20492" y="46477"/>
                      <a:pt x="19927" y="46590"/>
                      <a:pt x="19362" y="46590"/>
                    </a:cubicBezTo>
                    <a:close/>
                    <a:moveTo>
                      <a:pt x="8121" y="14842"/>
                    </a:moveTo>
                    <a:lnTo>
                      <a:pt x="20775" y="38484"/>
                    </a:lnTo>
                    <a:lnTo>
                      <a:pt x="33372" y="31733"/>
                    </a:lnTo>
                    <a:lnTo>
                      <a:pt x="20718" y="8092"/>
                    </a:lnTo>
                    <a:lnTo>
                      <a:pt x="8121" y="14842"/>
                    </a:lnTo>
                    <a:close/>
                  </a:path>
                </a:pathLst>
              </a:custGeom>
              <a:solidFill>
                <a:srgbClr val="17A3A3"/>
              </a:solidFill>
              <a:ln w="2824" cap="flat">
                <a:noFill/>
                <a:prstDash val="solid"/>
                <a:miter/>
              </a:ln>
            </p:spPr>
            <p:txBody>
              <a:bodyPr rtlCol="1" anchor="ctr"/>
              <a:lstStyle/>
              <a:p>
                <a:endParaRPr lang="ar-SA"/>
              </a:p>
            </p:txBody>
          </p:sp>
          <p:sp>
            <p:nvSpPr>
              <p:cNvPr id="7925" name="شكل حر: شكل 8823">
                <a:extLst>
                  <a:ext uri="{FF2B5EF4-FFF2-40B4-BE49-F238E27FC236}">
                    <a16:creationId xmlns:a16="http://schemas.microsoft.com/office/drawing/2014/main" id="{7F522AE1-76E8-46EB-96B4-4D1E65763D36}"/>
                  </a:ext>
                </a:extLst>
              </p:cNvPr>
              <p:cNvSpPr/>
              <p:nvPr/>
            </p:nvSpPr>
            <p:spPr>
              <a:xfrm>
                <a:off x="4285962" y="1461831"/>
                <a:ext cx="49143" cy="40121"/>
              </a:xfrm>
              <a:custGeom>
                <a:avLst/>
                <a:gdLst>
                  <a:gd name="connsiteX0" fmla="*/ 3457 w 49143"/>
                  <a:gd name="connsiteY0" fmla="*/ 40093 h 40121"/>
                  <a:gd name="connsiteX1" fmla="*/ 406 w 49143"/>
                  <a:gd name="connsiteY1" fmla="*/ 38285 h 40121"/>
                  <a:gd name="connsiteX2" fmla="*/ 745 w 49143"/>
                  <a:gd name="connsiteY2" fmla="*/ 34529 h 40121"/>
                  <a:gd name="connsiteX3" fmla="*/ 27070 w 49143"/>
                  <a:gd name="connsiteY3" fmla="*/ 1312 h 40121"/>
                  <a:gd name="connsiteX4" fmla="*/ 31900 w 49143"/>
                  <a:gd name="connsiteY4" fmla="*/ 747 h 40121"/>
                  <a:gd name="connsiteX5" fmla="*/ 32465 w 49143"/>
                  <a:gd name="connsiteY5" fmla="*/ 5577 h 40121"/>
                  <a:gd name="connsiteX6" fmla="*/ 11083 w 49143"/>
                  <a:gd name="connsiteY6" fmla="*/ 32580 h 40121"/>
                  <a:gd name="connsiteX7" fmla="*/ 45401 w 49143"/>
                  <a:gd name="connsiteY7" fmla="*/ 29727 h 40121"/>
                  <a:gd name="connsiteX8" fmla="*/ 49130 w 49143"/>
                  <a:gd name="connsiteY8" fmla="*/ 32862 h 40121"/>
                  <a:gd name="connsiteX9" fmla="*/ 45994 w 49143"/>
                  <a:gd name="connsiteY9" fmla="*/ 36591 h 40121"/>
                  <a:gd name="connsiteX10" fmla="*/ 3768 w 49143"/>
                  <a:gd name="connsiteY10" fmla="*/ 40121 h 40121"/>
                  <a:gd name="connsiteX11" fmla="*/ 3485 w 49143"/>
                  <a:gd name="connsiteY11" fmla="*/ 40121 h 40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143" h="40121">
                    <a:moveTo>
                      <a:pt x="3457" y="40093"/>
                    </a:moveTo>
                    <a:cubicBezTo>
                      <a:pt x="2186" y="40093"/>
                      <a:pt x="1028" y="39387"/>
                      <a:pt x="406" y="38285"/>
                    </a:cubicBezTo>
                    <a:cubicBezTo>
                      <a:pt x="-243" y="37071"/>
                      <a:pt x="-102" y="35602"/>
                      <a:pt x="745" y="34529"/>
                    </a:cubicBezTo>
                    <a:lnTo>
                      <a:pt x="27070" y="1312"/>
                    </a:lnTo>
                    <a:cubicBezTo>
                      <a:pt x="28257" y="-185"/>
                      <a:pt x="30403" y="-439"/>
                      <a:pt x="31900" y="747"/>
                    </a:cubicBezTo>
                    <a:cubicBezTo>
                      <a:pt x="33397" y="1933"/>
                      <a:pt x="33651" y="4108"/>
                      <a:pt x="32465" y="5577"/>
                    </a:cubicBezTo>
                    <a:lnTo>
                      <a:pt x="11083" y="32580"/>
                    </a:lnTo>
                    <a:lnTo>
                      <a:pt x="45401" y="29727"/>
                    </a:lnTo>
                    <a:cubicBezTo>
                      <a:pt x="47266" y="29586"/>
                      <a:pt x="48960" y="30970"/>
                      <a:pt x="49130" y="32862"/>
                    </a:cubicBezTo>
                    <a:cubicBezTo>
                      <a:pt x="49299" y="34755"/>
                      <a:pt x="47887" y="36421"/>
                      <a:pt x="45994" y="36591"/>
                    </a:cubicBezTo>
                    <a:lnTo>
                      <a:pt x="3768" y="40121"/>
                    </a:lnTo>
                    <a:cubicBezTo>
                      <a:pt x="3768" y="40121"/>
                      <a:pt x="3570" y="40121"/>
                      <a:pt x="3485" y="40121"/>
                    </a:cubicBezTo>
                    <a:close/>
                  </a:path>
                </a:pathLst>
              </a:custGeom>
              <a:solidFill>
                <a:srgbClr val="17A3A3"/>
              </a:solidFill>
              <a:ln w="2824" cap="flat">
                <a:noFill/>
                <a:prstDash val="solid"/>
                <a:miter/>
              </a:ln>
            </p:spPr>
            <p:txBody>
              <a:bodyPr rtlCol="1" anchor="ctr"/>
              <a:lstStyle/>
              <a:p>
                <a:endParaRPr lang="ar-SA"/>
              </a:p>
            </p:txBody>
          </p:sp>
        </p:grpSp>
        <p:sp>
          <p:nvSpPr>
            <p:cNvPr id="7921" name="شكل حر: شكل 8824">
              <a:extLst>
                <a:ext uri="{FF2B5EF4-FFF2-40B4-BE49-F238E27FC236}">
                  <a16:creationId xmlns:a16="http://schemas.microsoft.com/office/drawing/2014/main" id="{382609AF-B2F0-685F-4FB5-0CCCC4EF9C3C}"/>
                </a:ext>
              </a:extLst>
            </p:cNvPr>
            <p:cNvSpPr/>
            <p:nvPr/>
          </p:nvSpPr>
          <p:spPr>
            <a:xfrm>
              <a:off x="4240639" y="1422385"/>
              <a:ext cx="85951" cy="6891"/>
            </a:xfrm>
            <a:custGeom>
              <a:avLst/>
              <a:gdLst>
                <a:gd name="connsiteX0" fmla="*/ 82505 w 85951"/>
                <a:gd name="connsiteY0" fmla="*/ 6892 h 6891"/>
                <a:gd name="connsiteX1" fmla="*/ 3446 w 85951"/>
                <a:gd name="connsiteY1" fmla="*/ 6892 h 6891"/>
                <a:gd name="connsiteX2" fmla="*/ 0 w 85951"/>
                <a:gd name="connsiteY2" fmla="*/ 3446 h 6891"/>
                <a:gd name="connsiteX3" fmla="*/ 3446 w 85951"/>
                <a:gd name="connsiteY3" fmla="*/ 0 h 6891"/>
                <a:gd name="connsiteX4" fmla="*/ 82505 w 85951"/>
                <a:gd name="connsiteY4" fmla="*/ 0 h 6891"/>
                <a:gd name="connsiteX5" fmla="*/ 85951 w 85951"/>
                <a:gd name="connsiteY5" fmla="*/ 3446 h 6891"/>
                <a:gd name="connsiteX6" fmla="*/ 82505 w 85951"/>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951" h="6891">
                  <a:moveTo>
                    <a:pt x="82505" y="6892"/>
                  </a:moveTo>
                  <a:lnTo>
                    <a:pt x="3446" y="6892"/>
                  </a:lnTo>
                  <a:cubicBezTo>
                    <a:pt x="1554" y="6892"/>
                    <a:pt x="0" y="5338"/>
                    <a:pt x="0" y="3446"/>
                  </a:cubicBezTo>
                  <a:cubicBezTo>
                    <a:pt x="0" y="1554"/>
                    <a:pt x="1554" y="0"/>
                    <a:pt x="3446" y="0"/>
                  </a:cubicBezTo>
                  <a:lnTo>
                    <a:pt x="82505" y="0"/>
                  </a:lnTo>
                  <a:cubicBezTo>
                    <a:pt x="84397" y="0"/>
                    <a:pt x="85951" y="1554"/>
                    <a:pt x="85951" y="3446"/>
                  </a:cubicBezTo>
                  <a:cubicBezTo>
                    <a:pt x="85951" y="5338"/>
                    <a:pt x="84397" y="6892"/>
                    <a:pt x="82505" y="6892"/>
                  </a:cubicBezTo>
                  <a:close/>
                </a:path>
              </a:pathLst>
            </a:custGeom>
            <a:solidFill>
              <a:srgbClr val="17A3A3"/>
            </a:solidFill>
            <a:ln w="2824" cap="flat">
              <a:noFill/>
              <a:prstDash val="solid"/>
              <a:miter/>
            </a:ln>
          </p:spPr>
          <p:txBody>
            <a:bodyPr rtlCol="1" anchor="ctr"/>
            <a:lstStyle/>
            <a:p>
              <a:endParaRPr lang="ar-SA"/>
            </a:p>
          </p:txBody>
        </p:sp>
        <p:sp>
          <p:nvSpPr>
            <p:cNvPr id="7922" name="شكل حر: شكل 8825">
              <a:extLst>
                <a:ext uri="{FF2B5EF4-FFF2-40B4-BE49-F238E27FC236}">
                  <a16:creationId xmlns:a16="http://schemas.microsoft.com/office/drawing/2014/main" id="{FD3EE80A-CA28-6748-FC4D-F51102A35A85}"/>
                </a:ext>
              </a:extLst>
            </p:cNvPr>
            <p:cNvSpPr/>
            <p:nvPr/>
          </p:nvSpPr>
          <p:spPr>
            <a:xfrm>
              <a:off x="4240639" y="1495682"/>
              <a:ext cx="24375" cy="6891"/>
            </a:xfrm>
            <a:custGeom>
              <a:avLst/>
              <a:gdLst>
                <a:gd name="connsiteX0" fmla="*/ 20930 w 24375"/>
                <a:gd name="connsiteY0" fmla="*/ 6892 h 6891"/>
                <a:gd name="connsiteX1" fmla="*/ 3446 w 24375"/>
                <a:gd name="connsiteY1" fmla="*/ 6892 h 6891"/>
                <a:gd name="connsiteX2" fmla="*/ 0 w 24375"/>
                <a:gd name="connsiteY2" fmla="*/ 3446 h 6891"/>
                <a:gd name="connsiteX3" fmla="*/ 3446 w 24375"/>
                <a:gd name="connsiteY3" fmla="*/ 0 h 6891"/>
                <a:gd name="connsiteX4" fmla="*/ 20930 w 24375"/>
                <a:gd name="connsiteY4" fmla="*/ 0 h 6891"/>
                <a:gd name="connsiteX5" fmla="*/ 24376 w 24375"/>
                <a:gd name="connsiteY5" fmla="*/ 3446 h 6891"/>
                <a:gd name="connsiteX6" fmla="*/ 20930 w 24375"/>
                <a:gd name="connsiteY6" fmla="*/ 6892 h 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375" h="6891">
                  <a:moveTo>
                    <a:pt x="20930" y="6892"/>
                  </a:moveTo>
                  <a:lnTo>
                    <a:pt x="3446" y="6892"/>
                  </a:lnTo>
                  <a:cubicBezTo>
                    <a:pt x="1554" y="6892"/>
                    <a:pt x="0" y="5338"/>
                    <a:pt x="0" y="3446"/>
                  </a:cubicBezTo>
                  <a:cubicBezTo>
                    <a:pt x="0" y="1553"/>
                    <a:pt x="1554" y="0"/>
                    <a:pt x="3446" y="0"/>
                  </a:cubicBezTo>
                  <a:lnTo>
                    <a:pt x="20930" y="0"/>
                  </a:lnTo>
                  <a:cubicBezTo>
                    <a:pt x="22822" y="0"/>
                    <a:pt x="24376" y="1553"/>
                    <a:pt x="24376" y="3446"/>
                  </a:cubicBezTo>
                  <a:cubicBezTo>
                    <a:pt x="24376" y="5338"/>
                    <a:pt x="22822" y="6892"/>
                    <a:pt x="20930" y="6892"/>
                  </a:cubicBezTo>
                  <a:close/>
                </a:path>
              </a:pathLst>
            </a:custGeom>
            <a:solidFill>
              <a:srgbClr val="17A3A3"/>
            </a:solidFill>
            <a:ln w="2824" cap="flat">
              <a:noFill/>
              <a:prstDash val="solid"/>
              <a:miter/>
            </a:ln>
          </p:spPr>
          <p:txBody>
            <a:bodyPr rtlCol="1" anchor="ctr"/>
            <a:lstStyle/>
            <a:p>
              <a:endParaRPr lang="ar-SA"/>
            </a:p>
          </p:txBody>
        </p:sp>
      </p:grpSp>
      <p:grpSp>
        <p:nvGrpSpPr>
          <p:cNvPr id="7928" name="رسم 8014">
            <a:extLst>
              <a:ext uri="{FF2B5EF4-FFF2-40B4-BE49-F238E27FC236}">
                <a16:creationId xmlns:a16="http://schemas.microsoft.com/office/drawing/2014/main" id="{C76D0F30-97E8-660C-50F1-35745A738C2A}"/>
              </a:ext>
            </a:extLst>
          </p:cNvPr>
          <p:cNvGrpSpPr/>
          <p:nvPr/>
        </p:nvGrpSpPr>
        <p:grpSpPr>
          <a:xfrm>
            <a:off x="4648794" y="2489818"/>
            <a:ext cx="239854" cy="223565"/>
            <a:chOff x="4638131" y="1343521"/>
            <a:chExt cx="286698" cy="283643"/>
          </a:xfrm>
        </p:grpSpPr>
        <p:grpSp>
          <p:nvGrpSpPr>
            <p:cNvPr id="7929" name="رسم 8014">
              <a:extLst>
                <a:ext uri="{FF2B5EF4-FFF2-40B4-BE49-F238E27FC236}">
                  <a16:creationId xmlns:a16="http://schemas.microsoft.com/office/drawing/2014/main" id="{4F763090-ADE7-99E4-4F7A-6F90B1F09BC0}"/>
                </a:ext>
              </a:extLst>
            </p:cNvPr>
            <p:cNvGrpSpPr/>
            <p:nvPr/>
          </p:nvGrpSpPr>
          <p:grpSpPr>
            <a:xfrm>
              <a:off x="4638138" y="1463482"/>
              <a:ext cx="286691" cy="163682"/>
              <a:chOff x="4638138" y="1463482"/>
              <a:chExt cx="286691" cy="163682"/>
            </a:xfrm>
          </p:grpSpPr>
          <p:sp>
            <p:nvSpPr>
              <p:cNvPr id="7937" name="شكل حر: شكل 8828">
                <a:extLst>
                  <a:ext uri="{FF2B5EF4-FFF2-40B4-BE49-F238E27FC236}">
                    <a16:creationId xmlns:a16="http://schemas.microsoft.com/office/drawing/2014/main" id="{CA82428D-5E94-0DE4-A61D-AFCB9005CFF4}"/>
                  </a:ext>
                </a:extLst>
              </p:cNvPr>
              <p:cNvSpPr/>
              <p:nvPr/>
            </p:nvSpPr>
            <p:spPr>
              <a:xfrm>
                <a:off x="4860091" y="1581068"/>
                <a:ext cx="64738" cy="46068"/>
              </a:xfrm>
              <a:custGeom>
                <a:avLst/>
                <a:gdLst>
                  <a:gd name="connsiteX0" fmla="*/ 61293 w 64738"/>
                  <a:gd name="connsiteY0" fmla="*/ 46068 h 46068"/>
                  <a:gd name="connsiteX1" fmla="*/ 3446 w 64738"/>
                  <a:gd name="connsiteY1" fmla="*/ 46068 h 46068"/>
                  <a:gd name="connsiteX2" fmla="*/ 0 w 64738"/>
                  <a:gd name="connsiteY2" fmla="*/ 42622 h 46068"/>
                  <a:gd name="connsiteX3" fmla="*/ 3446 w 64738"/>
                  <a:gd name="connsiteY3" fmla="*/ 39176 h 46068"/>
                  <a:gd name="connsiteX4" fmla="*/ 57847 w 64738"/>
                  <a:gd name="connsiteY4" fmla="*/ 39176 h 46068"/>
                  <a:gd name="connsiteX5" fmla="*/ 57847 w 64738"/>
                  <a:gd name="connsiteY5" fmla="*/ 6892 h 46068"/>
                  <a:gd name="connsiteX6" fmla="*/ 23755 w 64738"/>
                  <a:gd name="connsiteY6" fmla="*/ 6892 h 46068"/>
                  <a:gd name="connsiteX7" fmla="*/ 20309 w 64738"/>
                  <a:gd name="connsiteY7" fmla="*/ 3446 h 46068"/>
                  <a:gd name="connsiteX8" fmla="*/ 23755 w 64738"/>
                  <a:gd name="connsiteY8" fmla="*/ 0 h 46068"/>
                  <a:gd name="connsiteX9" fmla="*/ 61293 w 64738"/>
                  <a:gd name="connsiteY9" fmla="*/ 0 h 46068"/>
                  <a:gd name="connsiteX10" fmla="*/ 64739 w 64738"/>
                  <a:gd name="connsiteY10" fmla="*/ 3446 h 46068"/>
                  <a:gd name="connsiteX11" fmla="*/ 64739 w 64738"/>
                  <a:gd name="connsiteY11" fmla="*/ 42622 h 46068"/>
                  <a:gd name="connsiteX12" fmla="*/ 61293 w 64738"/>
                  <a:gd name="connsiteY12" fmla="*/ 46068 h 46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738" h="46068">
                    <a:moveTo>
                      <a:pt x="61293" y="46068"/>
                    </a:moveTo>
                    <a:lnTo>
                      <a:pt x="3446" y="46068"/>
                    </a:lnTo>
                    <a:cubicBezTo>
                      <a:pt x="1554" y="46068"/>
                      <a:pt x="0" y="44515"/>
                      <a:pt x="0" y="42622"/>
                    </a:cubicBezTo>
                    <a:cubicBezTo>
                      <a:pt x="0" y="40730"/>
                      <a:pt x="1554" y="39176"/>
                      <a:pt x="3446" y="39176"/>
                    </a:cubicBezTo>
                    <a:lnTo>
                      <a:pt x="57847" y="39176"/>
                    </a:lnTo>
                    <a:lnTo>
                      <a:pt x="57847" y="6892"/>
                    </a:lnTo>
                    <a:lnTo>
                      <a:pt x="23755" y="6892"/>
                    </a:lnTo>
                    <a:cubicBezTo>
                      <a:pt x="21862" y="6892"/>
                      <a:pt x="20309" y="5338"/>
                      <a:pt x="20309" y="3446"/>
                    </a:cubicBezTo>
                    <a:cubicBezTo>
                      <a:pt x="20309" y="1553"/>
                      <a:pt x="21862" y="0"/>
                      <a:pt x="23755" y="0"/>
                    </a:cubicBezTo>
                    <a:lnTo>
                      <a:pt x="61293" y="0"/>
                    </a:lnTo>
                    <a:cubicBezTo>
                      <a:pt x="63185" y="0"/>
                      <a:pt x="64739" y="1553"/>
                      <a:pt x="64739" y="3446"/>
                    </a:cubicBezTo>
                    <a:lnTo>
                      <a:pt x="64739" y="42622"/>
                    </a:lnTo>
                    <a:cubicBezTo>
                      <a:pt x="64739" y="44515"/>
                      <a:pt x="63185" y="46068"/>
                      <a:pt x="61293" y="46068"/>
                    </a:cubicBezTo>
                    <a:close/>
                  </a:path>
                </a:pathLst>
              </a:custGeom>
              <a:solidFill>
                <a:srgbClr val="01355A"/>
              </a:solidFill>
              <a:ln w="2824" cap="flat">
                <a:noFill/>
                <a:prstDash val="solid"/>
                <a:miter/>
              </a:ln>
            </p:spPr>
            <p:txBody>
              <a:bodyPr rtlCol="1" anchor="ctr"/>
              <a:lstStyle/>
              <a:p>
                <a:endParaRPr lang="ar-SA"/>
              </a:p>
            </p:txBody>
          </p:sp>
          <p:sp>
            <p:nvSpPr>
              <p:cNvPr id="7938" name="شكل حر: شكل 8829">
                <a:extLst>
                  <a:ext uri="{FF2B5EF4-FFF2-40B4-BE49-F238E27FC236}">
                    <a16:creationId xmlns:a16="http://schemas.microsoft.com/office/drawing/2014/main" id="{61EA2F0B-2872-30D5-40A8-6FEEA7C84EBB}"/>
                  </a:ext>
                </a:extLst>
              </p:cNvPr>
              <p:cNvSpPr/>
              <p:nvPr/>
            </p:nvSpPr>
            <p:spPr>
              <a:xfrm>
                <a:off x="4638138" y="1581068"/>
                <a:ext cx="102587" cy="46068"/>
              </a:xfrm>
              <a:custGeom>
                <a:avLst/>
                <a:gdLst>
                  <a:gd name="connsiteX0" fmla="*/ 99142 w 102587"/>
                  <a:gd name="connsiteY0" fmla="*/ 46068 h 46068"/>
                  <a:gd name="connsiteX1" fmla="*/ 3446 w 102587"/>
                  <a:gd name="connsiteY1" fmla="*/ 46068 h 46068"/>
                  <a:gd name="connsiteX2" fmla="*/ 0 w 102587"/>
                  <a:gd name="connsiteY2" fmla="*/ 42622 h 46068"/>
                  <a:gd name="connsiteX3" fmla="*/ 0 w 102587"/>
                  <a:gd name="connsiteY3" fmla="*/ 3446 h 46068"/>
                  <a:gd name="connsiteX4" fmla="*/ 3446 w 102587"/>
                  <a:gd name="connsiteY4" fmla="*/ 0 h 46068"/>
                  <a:gd name="connsiteX5" fmla="*/ 78833 w 102587"/>
                  <a:gd name="connsiteY5" fmla="*/ 0 h 46068"/>
                  <a:gd name="connsiteX6" fmla="*/ 82279 w 102587"/>
                  <a:gd name="connsiteY6" fmla="*/ 3446 h 46068"/>
                  <a:gd name="connsiteX7" fmla="*/ 78833 w 102587"/>
                  <a:gd name="connsiteY7" fmla="*/ 6892 h 46068"/>
                  <a:gd name="connsiteX8" fmla="*/ 6892 w 102587"/>
                  <a:gd name="connsiteY8" fmla="*/ 6892 h 46068"/>
                  <a:gd name="connsiteX9" fmla="*/ 6892 w 102587"/>
                  <a:gd name="connsiteY9" fmla="*/ 39176 h 46068"/>
                  <a:gd name="connsiteX10" fmla="*/ 99142 w 102587"/>
                  <a:gd name="connsiteY10" fmla="*/ 39176 h 46068"/>
                  <a:gd name="connsiteX11" fmla="*/ 102588 w 102587"/>
                  <a:gd name="connsiteY11" fmla="*/ 42622 h 46068"/>
                  <a:gd name="connsiteX12" fmla="*/ 99142 w 102587"/>
                  <a:gd name="connsiteY12" fmla="*/ 46068 h 46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2587" h="46068">
                    <a:moveTo>
                      <a:pt x="99142" y="46068"/>
                    </a:moveTo>
                    <a:lnTo>
                      <a:pt x="3446" y="46068"/>
                    </a:lnTo>
                    <a:cubicBezTo>
                      <a:pt x="1554" y="46068"/>
                      <a:pt x="0" y="44515"/>
                      <a:pt x="0" y="42622"/>
                    </a:cubicBezTo>
                    <a:lnTo>
                      <a:pt x="0" y="3446"/>
                    </a:lnTo>
                    <a:cubicBezTo>
                      <a:pt x="0" y="1553"/>
                      <a:pt x="1554" y="0"/>
                      <a:pt x="3446" y="0"/>
                    </a:cubicBezTo>
                    <a:lnTo>
                      <a:pt x="78833" y="0"/>
                    </a:lnTo>
                    <a:cubicBezTo>
                      <a:pt x="80725" y="0"/>
                      <a:pt x="82279" y="1553"/>
                      <a:pt x="82279" y="3446"/>
                    </a:cubicBezTo>
                    <a:cubicBezTo>
                      <a:pt x="82279" y="5338"/>
                      <a:pt x="80725" y="6892"/>
                      <a:pt x="78833" y="6892"/>
                    </a:cubicBezTo>
                    <a:lnTo>
                      <a:pt x="6892" y="6892"/>
                    </a:lnTo>
                    <a:lnTo>
                      <a:pt x="6892" y="39176"/>
                    </a:lnTo>
                    <a:lnTo>
                      <a:pt x="99142" y="39176"/>
                    </a:lnTo>
                    <a:cubicBezTo>
                      <a:pt x="101034" y="39176"/>
                      <a:pt x="102588" y="40730"/>
                      <a:pt x="102588" y="42622"/>
                    </a:cubicBezTo>
                    <a:cubicBezTo>
                      <a:pt x="102588" y="44515"/>
                      <a:pt x="101034" y="46068"/>
                      <a:pt x="99142" y="46068"/>
                    </a:cubicBezTo>
                    <a:close/>
                  </a:path>
                </a:pathLst>
              </a:custGeom>
              <a:solidFill>
                <a:srgbClr val="01355A"/>
              </a:solidFill>
              <a:ln w="2824" cap="flat">
                <a:noFill/>
                <a:prstDash val="solid"/>
                <a:miter/>
              </a:ln>
            </p:spPr>
            <p:txBody>
              <a:bodyPr rtlCol="1" anchor="ctr"/>
              <a:lstStyle/>
              <a:p>
                <a:endParaRPr lang="ar-SA"/>
              </a:p>
            </p:txBody>
          </p:sp>
          <p:sp>
            <p:nvSpPr>
              <p:cNvPr id="7939" name="شكل حر: شكل 8830">
                <a:extLst>
                  <a:ext uri="{FF2B5EF4-FFF2-40B4-BE49-F238E27FC236}">
                    <a16:creationId xmlns:a16="http://schemas.microsoft.com/office/drawing/2014/main" id="{A3DE84B0-D90A-F739-E119-95AE6BF99973}"/>
                  </a:ext>
                </a:extLst>
              </p:cNvPr>
              <p:cNvSpPr/>
              <p:nvPr/>
            </p:nvSpPr>
            <p:spPr>
              <a:xfrm>
                <a:off x="4655735" y="1541863"/>
                <a:ext cx="65331" cy="46096"/>
              </a:xfrm>
              <a:custGeom>
                <a:avLst/>
                <a:gdLst>
                  <a:gd name="connsiteX0" fmla="*/ 61236 w 65331"/>
                  <a:gd name="connsiteY0" fmla="*/ 46097 h 46096"/>
                  <a:gd name="connsiteX1" fmla="*/ 3446 w 65331"/>
                  <a:gd name="connsiteY1" fmla="*/ 46097 h 46096"/>
                  <a:gd name="connsiteX2" fmla="*/ 0 w 65331"/>
                  <a:gd name="connsiteY2" fmla="*/ 42651 h 46096"/>
                  <a:gd name="connsiteX3" fmla="*/ 0 w 65331"/>
                  <a:gd name="connsiteY3" fmla="*/ 3446 h 46096"/>
                  <a:gd name="connsiteX4" fmla="*/ 3446 w 65331"/>
                  <a:gd name="connsiteY4" fmla="*/ 0 h 46096"/>
                  <a:gd name="connsiteX5" fmla="*/ 61886 w 65331"/>
                  <a:gd name="connsiteY5" fmla="*/ 0 h 46096"/>
                  <a:gd name="connsiteX6" fmla="*/ 65332 w 65331"/>
                  <a:gd name="connsiteY6" fmla="*/ 3446 h 46096"/>
                  <a:gd name="connsiteX7" fmla="*/ 61886 w 65331"/>
                  <a:gd name="connsiteY7" fmla="*/ 6892 h 46096"/>
                  <a:gd name="connsiteX8" fmla="*/ 6892 w 65331"/>
                  <a:gd name="connsiteY8" fmla="*/ 6892 h 46096"/>
                  <a:gd name="connsiteX9" fmla="*/ 6892 w 65331"/>
                  <a:gd name="connsiteY9" fmla="*/ 39205 h 46096"/>
                  <a:gd name="connsiteX10" fmla="*/ 61236 w 65331"/>
                  <a:gd name="connsiteY10" fmla="*/ 39205 h 46096"/>
                  <a:gd name="connsiteX11" fmla="*/ 64682 w 65331"/>
                  <a:gd name="connsiteY11" fmla="*/ 42651 h 46096"/>
                  <a:gd name="connsiteX12" fmla="*/ 61236 w 65331"/>
                  <a:gd name="connsiteY12" fmla="*/ 46097 h 46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5331" h="46096">
                    <a:moveTo>
                      <a:pt x="61236" y="46097"/>
                    </a:moveTo>
                    <a:lnTo>
                      <a:pt x="3446" y="46097"/>
                    </a:lnTo>
                    <a:cubicBezTo>
                      <a:pt x="1554" y="46097"/>
                      <a:pt x="0" y="44543"/>
                      <a:pt x="0" y="42651"/>
                    </a:cubicBezTo>
                    <a:lnTo>
                      <a:pt x="0" y="3446"/>
                    </a:lnTo>
                    <a:cubicBezTo>
                      <a:pt x="0" y="1553"/>
                      <a:pt x="1554" y="0"/>
                      <a:pt x="3446" y="0"/>
                    </a:cubicBezTo>
                    <a:lnTo>
                      <a:pt x="61886" y="0"/>
                    </a:lnTo>
                    <a:cubicBezTo>
                      <a:pt x="63778" y="0"/>
                      <a:pt x="65332" y="1553"/>
                      <a:pt x="65332" y="3446"/>
                    </a:cubicBezTo>
                    <a:cubicBezTo>
                      <a:pt x="65332" y="5338"/>
                      <a:pt x="63778" y="6892"/>
                      <a:pt x="61886" y="6892"/>
                    </a:cubicBezTo>
                    <a:lnTo>
                      <a:pt x="6892" y="6892"/>
                    </a:lnTo>
                    <a:lnTo>
                      <a:pt x="6892" y="39205"/>
                    </a:lnTo>
                    <a:lnTo>
                      <a:pt x="61236" y="39205"/>
                    </a:lnTo>
                    <a:cubicBezTo>
                      <a:pt x="63129" y="39205"/>
                      <a:pt x="64682" y="40758"/>
                      <a:pt x="64682" y="42651"/>
                    </a:cubicBezTo>
                    <a:cubicBezTo>
                      <a:pt x="64682" y="44543"/>
                      <a:pt x="63129" y="46097"/>
                      <a:pt x="61236" y="46097"/>
                    </a:cubicBezTo>
                    <a:close/>
                  </a:path>
                </a:pathLst>
              </a:custGeom>
              <a:solidFill>
                <a:srgbClr val="01355A"/>
              </a:solidFill>
              <a:ln w="2824" cap="flat">
                <a:noFill/>
                <a:prstDash val="solid"/>
                <a:miter/>
              </a:ln>
            </p:spPr>
            <p:txBody>
              <a:bodyPr rtlCol="1" anchor="ctr"/>
              <a:lstStyle/>
              <a:p>
                <a:endParaRPr lang="ar-SA"/>
              </a:p>
            </p:txBody>
          </p:sp>
          <p:sp>
            <p:nvSpPr>
              <p:cNvPr id="7940" name="شكل حر: شكل 8831">
                <a:extLst>
                  <a:ext uri="{FF2B5EF4-FFF2-40B4-BE49-F238E27FC236}">
                    <a16:creationId xmlns:a16="http://schemas.microsoft.com/office/drawing/2014/main" id="{0F22544C-6441-D078-3EC6-A7DADF3D5A92}"/>
                  </a:ext>
                </a:extLst>
              </p:cNvPr>
              <p:cNvSpPr/>
              <p:nvPr/>
            </p:nvSpPr>
            <p:spPr>
              <a:xfrm>
                <a:off x="4879750" y="1541863"/>
                <a:ext cx="26155" cy="46096"/>
              </a:xfrm>
              <a:custGeom>
                <a:avLst/>
                <a:gdLst>
                  <a:gd name="connsiteX0" fmla="*/ 22709 w 26155"/>
                  <a:gd name="connsiteY0" fmla="*/ 46097 h 46096"/>
                  <a:gd name="connsiteX1" fmla="*/ 4095 w 26155"/>
                  <a:gd name="connsiteY1" fmla="*/ 46097 h 46096"/>
                  <a:gd name="connsiteX2" fmla="*/ 650 w 26155"/>
                  <a:gd name="connsiteY2" fmla="*/ 42651 h 46096"/>
                  <a:gd name="connsiteX3" fmla="*/ 4095 w 26155"/>
                  <a:gd name="connsiteY3" fmla="*/ 39205 h 46096"/>
                  <a:gd name="connsiteX4" fmla="*/ 19263 w 26155"/>
                  <a:gd name="connsiteY4" fmla="*/ 39205 h 46096"/>
                  <a:gd name="connsiteX5" fmla="*/ 19263 w 26155"/>
                  <a:gd name="connsiteY5" fmla="*/ 6892 h 46096"/>
                  <a:gd name="connsiteX6" fmla="*/ 3446 w 26155"/>
                  <a:gd name="connsiteY6" fmla="*/ 6892 h 46096"/>
                  <a:gd name="connsiteX7" fmla="*/ 0 w 26155"/>
                  <a:gd name="connsiteY7" fmla="*/ 3446 h 46096"/>
                  <a:gd name="connsiteX8" fmla="*/ 3446 w 26155"/>
                  <a:gd name="connsiteY8" fmla="*/ 0 h 46096"/>
                  <a:gd name="connsiteX9" fmla="*/ 22709 w 26155"/>
                  <a:gd name="connsiteY9" fmla="*/ 0 h 46096"/>
                  <a:gd name="connsiteX10" fmla="*/ 26155 w 26155"/>
                  <a:gd name="connsiteY10" fmla="*/ 3446 h 46096"/>
                  <a:gd name="connsiteX11" fmla="*/ 26155 w 26155"/>
                  <a:gd name="connsiteY11" fmla="*/ 42651 h 46096"/>
                  <a:gd name="connsiteX12" fmla="*/ 22709 w 26155"/>
                  <a:gd name="connsiteY12" fmla="*/ 46097 h 46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155" h="46096">
                    <a:moveTo>
                      <a:pt x="22709" y="46097"/>
                    </a:moveTo>
                    <a:lnTo>
                      <a:pt x="4095" y="46097"/>
                    </a:lnTo>
                    <a:cubicBezTo>
                      <a:pt x="2203" y="46097"/>
                      <a:pt x="650" y="44543"/>
                      <a:pt x="650" y="42651"/>
                    </a:cubicBezTo>
                    <a:cubicBezTo>
                      <a:pt x="650" y="40758"/>
                      <a:pt x="2203" y="39205"/>
                      <a:pt x="4095" y="39205"/>
                    </a:cubicBezTo>
                    <a:lnTo>
                      <a:pt x="19263" y="39205"/>
                    </a:lnTo>
                    <a:lnTo>
                      <a:pt x="19263" y="6892"/>
                    </a:lnTo>
                    <a:lnTo>
                      <a:pt x="3446" y="6892"/>
                    </a:lnTo>
                    <a:cubicBezTo>
                      <a:pt x="1553" y="6892"/>
                      <a:pt x="0" y="5338"/>
                      <a:pt x="0" y="3446"/>
                    </a:cubicBezTo>
                    <a:cubicBezTo>
                      <a:pt x="0" y="1553"/>
                      <a:pt x="1553" y="0"/>
                      <a:pt x="3446" y="0"/>
                    </a:cubicBezTo>
                    <a:lnTo>
                      <a:pt x="22709" y="0"/>
                    </a:lnTo>
                    <a:cubicBezTo>
                      <a:pt x="24602" y="0"/>
                      <a:pt x="26155" y="1553"/>
                      <a:pt x="26155" y="3446"/>
                    </a:cubicBezTo>
                    <a:lnTo>
                      <a:pt x="26155" y="42651"/>
                    </a:lnTo>
                    <a:cubicBezTo>
                      <a:pt x="26155" y="44543"/>
                      <a:pt x="24602" y="46097"/>
                      <a:pt x="22709" y="46097"/>
                    </a:cubicBezTo>
                    <a:close/>
                  </a:path>
                </a:pathLst>
              </a:custGeom>
              <a:solidFill>
                <a:srgbClr val="01355A"/>
              </a:solidFill>
              <a:ln w="2824" cap="flat">
                <a:noFill/>
                <a:prstDash val="solid"/>
                <a:miter/>
              </a:ln>
            </p:spPr>
            <p:txBody>
              <a:bodyPr rtlCol="1" anchor="ctr"/>
              <a:lstStyle/>
              <a:p>
                <a:endParaRPr lang="ar-SA"/>
              </a:p>
            </p:txBody>
          </p:sp>
          <p:sp>
            <p:nvSpPr>
              <p:cNvPr id="7941" name="شكل حر: شكل 8832">
                <a:extLst>
                  <a:ext uri="{FF2B5EF4-FFF2-40B4-BE49-F238E27FC236}">
                    <a16:creationId xmlns:a16="http://schemas.microsoft.com/office/drawing/2014/main" id="{6D0AA403-C136-328D-0ED6-8035340938F6}"/>
                  </a:ext>
                </a:extLst>
              </p:cNvPr>
              <p:cNvSpPr/>
              <p:nvPr/>
            </p:nvSpPr>
            <p:spPr>
              <a:xfrm>
                <a:off x="4857521" y="1502658"/>
                <a:ext cx="67308" cy="46096"/>
              </a:xfrm>
              <a:custGeom>
                <a:avLst/>
                <a:gdLst>
                  <a:gd name="connsiteX0" fmla="*/ 63863 w 67308"/>
                  <a:gd name="connsiteY0" fmla="*/ 46097 h 46096"/>
                  <a:gd name="connsiteX1" fmla="*/ 25675 w 67308"/>
                  <a:gd name="connsiteY1" fmla="*/ 46097 h 46096"/>
                  <a:gd name="connsiteX2" fmla="*/ 22229 w 67308"/>
                  <a:gd name="connsiteY2" fmla="*/ 42651 h 46096"/>
                  <a:gd name="connsiteX3" fmla="*/ 25675 w 67308"/>
                  <a:gd name="connsiteY3" fmla="*/ 39205 h 46096"/>
                  <a:gd name="connsiteX4" fmla="*/ 60417 w 67308"/>
                  <a:gd name="connsiteY4" fmla="*/ 39205 h 46096"/>
                  <a:gd name="connsiteX5" fmla="*/ 60417 w 67308"/>
                  <a:gd name="connsiteY5" fmla="*/ 6892 h 46096"/>
                  <a:gd name="connsiteX6" fmla="*/ 3446 w 67308"/>
                  <a:gd name="connsiteY6" fmla="*/ 6892 h 46096"/>
                  <a:gd name="connsiteX7" fmla="*/ 0 w 67308"/>
                  <a:gd name="connsiteY7" fmla="*/ 3446 h 46096"/>
                  <a:gd name="connsiteX8" fmla="*/ 3446 w 67308"/>
                  <a:gd name="connsiteY8" fmla="*/ 0 h 46096"/>
                  <a:gd name="connsiteX9" fmla="*/ 63863 w 67308"/>
                  <a:gd name="connsiteY9" fmla="*/ 0 h 46096"/>
                  <a:gd name="connsiteX10" fmla="*/ 67309 w 67308"/>
                  <a:gd name="connsiteY10" fmla="*/ 3446 h 46096"/>
                  <a:gd name="connsiteX11" fmla="*/ 67309 w 67308"/>
                  <a:gd name="connsiteY11" fmla="*/ 42651 h 46096"/>
                  <a:gd name="connsiteX12" fmla="*/ 63863 w 67308"/>
                  <a:gd name="connsiteY12" fmla="*/ 46097 h 46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308" h="46096">
                    <a:moveTo>
                      <a:pt x="63863" y="46097"/>
                    </a:moveTo>
                    <a:lnTo>
                      <a:pt x="25675" y="46097"/>
                    </a:lnTo>
                    <a:cubicBezTo>
                      <a:pt x="23782" y="46097"/>
                      <a:pt x="22229" y="44543"/>
                      <a:pt x="22229" y="42651"/>
                    </a:cubicBezTo>
                    <a:cubicBezTo>
                      <a:pt x="22229" y="40758"/>
                      <a:pt x="23782" y="39205"/>
                      <a:pt x="25675" y="39205"/>
                    </a:cubicBezTo>
                    <a:lnTo>
                      <a:pt x="60417" y="39205"/>
                    </a:lnTo>
                    <a:lnTo>
                      <a:pt x="60417" y="6892"/>
                    </a:lnTo>
                    <a:lnTo>
                      <a:pt x="3446" y="6892"/>
                    </a:lnTo>
                    <a:cubicBezTo>
                      <a:pt x="1553" y="6892"/>
                      <a:pt x="0" y="5338"/>
                      <a:pt x="0" y="3446"/>
                    </a:cubicBezTo>
                    <a:cubicBezTo>
                      <a:pt x="0" y="1553"/>
                      <a:pt x="1553" y="0"/>
                      <a:pt x="3446" y="0"/>
                    </a:cubicBezTo>
                    <a:lnTo>
                      <a:pt x="63863" y="0"/>
                    </a:lnTo>
                    <a:cubicBezTo>
                      <a:pt x="65756" y="0"/>
                      <a:pt x="67309" y="1553"/>
                      <a:pt x="67309" y="3446"/>
                    </a:cubicBezTo>
                    <a:lnTo>
                      <a:pt x="67309" y="42651"/>
                    </a:lnTo>
                    <a:cubicBezTo>
                      <a:pt x="67309" y="44543"/>
                      <a:pt x="65756" y="46097"/>
                      <a:pt x="63863" y="46097"/>
                    </a:cubicBezTo>
                    <a:close/>
                  </a:path>
                </a:pathLst>
              </a:custGeom>
              <a:solidFill>
                <a:srgbClr val="01355A"/>
              </a:solidFill>
              <a:ln w="2824" cap="flat">
                <a:noFill/>
                <a:prstDash val="solid"/>
                <a:miter/>
              </a:ln>
            </p:spPr>
            <p:txBody>
              <a:bodyPr rtlCol="1" anchor="ctr"/>
              <a:lstStyle/>
              <a:p>
                <a:endParaRPr lang="ar-SA"/>
              </a:p>
            </p:txBody>
          </p:sp>
          <p:sp>
            <p:nvSpPr>
              <p:cNvPr id="7942" name="شكل حر: شكل 8833">
                <a:extLst>
                  <a:ext uri="{FF2B5EF4-FFF2-40B4-BE49-F238E27FC236}">
                    <a16:creationId xmlns:a16="http://schemas.microsoft.com/office/drawing/2014/main" id="{064A4615-C88F-5B83-CCD2-F32C682ED7E5}"/>
                  </a:ext>
                </a:extLst>
              </p:cNvPr>
              <p:cNvSpPr/>
              <p:nvPr/>
            </p:nvSpPr>
            <p:spPr>
              <a:xfrm>
                <a:off x="4794251" y="1463482"/>
                <a:ext cx="121794" cy="46068"/>
              </a:xfrm>
              <a:custGeom>
                <a:avLst/>
                <a:gdLst>
                  <a:gd name="connsiteX0" fmla="*/ 118349 w 121794"/>
                  <a:gd name="connsiteY0" fmla="*/ 46068 h 46068"/>
                  <a:gd name="connsiteX1" fmla="*/ 66688 w 121794"/>
                  <a:gd name="connsiteY1" fmla="*/ 46068 h 46068"/>
                  <a:gd name="connsiteX2" fmla="*/ 63242 w 121794"/>
                  <a:gd name="connsiteY2" fmla="*/ 42622 h 46068"/>
                  <a:gd name="connsiteX3" fmla="*/ 66688 w 121794"/>
                  <a:gd name="connsiteY3" fmla="*/ 39176 h 46068"/>
                  <a:gd name="connsiteX4" fmla="*/ 114903 w 121794"/>
                  <a:gd name="connsiteY4" fmla="*/ 39176 h 46068"/>
                  <a:gd name="connsiteX5" fmla="*/ 114903 w 121794"/>
                  <a:gd name="connsiteY5" fmla="*/ 6892 h 46068"/>
                  <a:gd name="connsiteX6" fmla="*/ 6892 w 121794"/>
                  <a:gd name="connsiteY6" fmla="*/ 6892 h 46068"/>
                  <a:gd name="connsiteX7" fmla="*/ 6892 w 121794"/>
                  <a:gd name="connsiteY7" fmla="*/ 17456 h 46068"/>
                  <a:gd name="connsiteX8" fmla="*/ 3446 w 121794"/>
                  <a:gd name="connsiteY8" fmla="*/ 20902 h 46068"/>
                  <a:gd name="connsiteX9" fmla="*/ 0 w 121794"/>
                  <a:gd name="connsiteY9" fmla="*/ 17456 h 46068"/>
                  <a:gd name="connsiteX10" fmla="*/ 0 w 121794"/>
                  <a:gd name="connsiteY10" fmla="*/ 3446 h 46068"/>
                  <a:gd name="connsiteX11" fmla="*/ 3446 w 121794"/>
                  <a:gd name="connsiteY11" fmla="*/ 0 h 46068"/>
                  <a:gd name="connsiteX12" fmla="*/ 118349 w 121794"/>
                  <a:gd name="connsiteY12" fmla="*/ 0 h 46068"/>
                  <a:gd name="connsiteX13" fmla="*/ 121794 w 121794"/>
                  <a:gd name="connsiteY13" fmla="*/ 3446 h 46068"/>
                  <a:gd name="connsiteX14" fmla="*/ 121794 w 121794"/>
                  <a:gd name="connsiteY14" fmla="*/ 42622 h 46068"/>
                  <a:gd name="connsiteX15" fmla="*/ 118349 w 121794"/>
                  <a:gd name="connsiteY15" fmla="*/ 46068 h 46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794" h="46068">
                    <a:moveTo>
                      <a:pt x="118349" y="46068"/>
                    </a:moveTo>
                    <a:lnTo>
                      <a:pt x="66688" y="46068"/>
                    </a:lnTo>
                    <a:cubicBezTo>
                      <a:pt x="64795" y="46068"/>
                      <a:pt x="63242" y="44515"/>
                      <a:pt x="63242" y="42622"/>
                    </a:cubicBezTo>
                    <a:cubicBezTo>
                      <a:pt x="63242" y="40730"/>
                      <a:pt x="64795" y="39176"/>
                      <a:pt x="66688" y="39176"/>
                    </a:cubicBezTo>
                    <a:lnTo>
                      <a:pt x="114903" y="39176"/>
                    </a:lnTo>
                    <a:lnTo>
                      <a:pt x="114903" y="6892"/>
                    </a:lnTo>
                    <a:lnTo>
                      <a:pt x="6892" y="6892"/>
                    </a:lnTo>
                    <a:lnTo>
                      <a:pt x="6892" y="17456"/>
                    </a:lnTo>
                    <a:cubicBezTo>
                      <a:pt x="6892" y="19348"/>
                      <a:pt x="5338" y="20902"/>
                      <a:pt x="3446" y="20902"/>
                    </a:cubicBezTo>
                    <a:cubicBezTo>
                      <a:pt x="1554" y="20902"/>
                      <a:pt x="0" y="19348"/>
                      <a:pt x="0" y="17456"/>
                    </a:cubicBezTo>
                    <a:lnTo>
                      <a:pt x="0" y="3446"/>
                    </a:lnTo>
                    <a:cubicBezTo>
                      <a:pt x="0" y="1553"/>
                      <a:pt x="1554" y="0"/>
                      <a:pt x="3446" y="0"/>
                    </a:cubicBezTo>
                    <a:lnTo>
                      <a:pt x="118349" y="0"/>
                    </a:lnTo>
                    <a:cubicBezTo>
                      <a:pt x="120241" y="0"/>
                      <a:pt x="121794" y="1553"/>
                      <a:pt x="121794" y="3446"/>
                    </a:cubicBezTo>
                    <a:lnTo>
                      <a:pt x="121794" y="42622"/>
                    </a:lnTo>
                    <a:cubicBezTo>
                      <a:pt x="121794" y="44515"/>
                      <a:pt x="120241" y="46068"/>
                      <a:pt x="118349" y="46068"/>
                    </a:cubicBezTo>
                    <a:close/>
                  </a:path>
                </a:pathLst>
              </a:custGeom>
              <a:solidFill>
                <a:srgbClr val="01355A"/>
              </a:solidFill>
              <a:ln w="2824" cap="flat">
                <a:noFill/>
                <a:prstDash val="solid"/>
                <a:miter/>
              </a:ln>
            </p:spPr>
            <p:txBody>
              <a:bodyPr rtlCol="1" anchor="ctr"/>
              <a:lstStyle/>
              <a:p>
                <a:endParaRPr lang="ar-SA"/>
              </a:p>
            </p:txBody>
          </p:sp>
          <p:grpSp>
            <p:nvGrpSpPr>
              <p:cNvPr id="7943" name="رسم 8014">
                <a:extLst>
                  <a:ext uri="{FF2B5EF4-FFF2-40B4-BE49-F238E27FC236}">
                    <a16:creationId xmlns:a16="http://schemas.microsoft.com/office/drawing/2014/main" id="{616DAB09-6284-519A-DAE4-6592E772B727}"/>
                  </a:ext>
                </a:extLst>
              </p:cNvPr>
              <p:cNvGrpSpPr/>
              <p:nvPr/>
            </p:nvGrpSpPr>
            <p:grpSpPr>
              <a:xfrm>
                <a:off x="4739511" y="1505370"/>
                <a:ext cx="121794" cy="121794"/>
                <a:chOff x="4739511" y="1505370"/>
                <a:chExt cx="121794" cy="121794"/>
              </a:xfrm>
              <a:solidFill>
                <a:srgbClr val="17A3A3"/>
              </a:solidFill>
            </p:grpSpPr>
            <p:sp>
              <p:nvSpPr>
                <p:cNvPr id="7944" name="شكل حر: شكل 8835">
                  <a:extLst>
                    <a:ext uri="{FF2B5EF4-FFF2-40B4-BE49-F238E27FC236}">
                      <a16:creationId xmlns:a16="http://schemas.microsoft.com/office/drawing/2014/main" id="{13899328-13B4-DEC4-73A2-BC9F954FF2DE}"/>
                    </a:ext>
                  </a:extLst>
                </p:cNvPr>
                <p:cNvSpPr/>
                <p:nvPr/>
              </p:nvSpPr>
              <p:spPr>
                <a:xfrm>
                  <a:off x="4739511" y="1505370"/>
                  <a:ext cx="121794" cy="121794"/>
                </a:xfrm>
                <a:custGeom>
                  <a:avLst/>
                  <a:gdLst>
                    <a:gd name="connsiteX0" fmla="*/ 60897 w 121794"/>
                    <a:gd name="connsiteY0" fmla="*/ 121794 h 121794"/>
                    <a:gd name="connsiteX1" fmla="*/ 0 w 121794"/>
                    <a:gd name="connsiteY1" fmla="*/ 60897 h 121794"/>
                    <a:gd name="connsiteX2" fmla="*/ 60897 w 121794"/>
                    <a:gd name="connsiteY2" fmla="*/ 0 h 121794"/>
                    <a:gd name="connsiteX3" fmla="*/ 121794 w 121794"/>
                    <a:gd name="connsiteY3" fmla="*/ 60897 h 121794"/>
                    <a:gd name="connsiteX4" fmla="*/ 60897 w 121794"/>
                    <a:gd name="connsiteY4" fmla="*/ 121794 h 121794"/>
                    <a:gd name="connsiteX5" fmla="*/ 60897 w 121794"/>
                    <a:gd name="connsiteY5" fmla="*/ 6892 h 121794"/>
                    <a:gd name="connsiteX6" fmla="*/ 6892 w 121794"/>
                    <a:gd name="connsiteY6" fmla="*/ 60897 h 121794"/>
                    <a:gd name="connsiteX7" fmla="*/ 60897 w 121794"/>
                    <a:gd name="connsiteY7" fmla="*/ 114903 h 121794"/>
                    <a:gd name="connsiteX8" fmla="*/ 114903 w 121794"/>
                    <a:gd name="connsiteY8" fmla="*/ 60897 h 121794"/>
                    <a:gd name="connsiteX9" fmla="*/ 60897 w 121794"/>
                    <a:gd name="connsiteY9" fmla="*/ 6892 h 12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794" h="121794">
                      <a:moveTo>
                        <a:pt x="60897" y="121794"/>
                      </a:moveTo>
                      <a:cubicBezTo>
                        <a:pt x="27313" y="121794"/>
                        <a:pt x="0" y="94481"/>
                        <a:pt x="0" y="60897"/>
                      </a:cubicBezTo>
                      <a:cubicBezTo>
                        <a:pt x="0" y="27313"/>
                        <a:pt x="27313" y="0"/>
                        <a:pt x="60897" y="0"/>
                      </a:cubicBezTo>
                      <a:cubicBezTo>
                        <a:pt x="94481" y="0"/>
                        <a:pt x="121794" y="27313"/>
                        <a:pt x="121794" y="60897"/>
                      </a:cubicBezTo>
                      <a:cubicBezTo>
                        <a:pt x="121794" y="94481"/>
                        <a:pt x="94481" y="121794"/>
                        <a:pt x="60897" y="121794"/>
                      </a:cubicBezTo>
                      <a:close/>
                      <a:moveTo>
                        <a:pt x="60897" y="6892"/>
                      </a:moveTo>
                      <a:cubicBezTo>
                        <a:pt x="31127" y="6892"/>
                        <a:pt x="6892" y="31126"/>
                        <a:pt x="6892" y="60897"/>
                      </a:cubicBezTo>
                      <a:cubicBezTo>
                        <a:pt x="6892" y="90668"/>
                        <a:pt x="31127" y="114903"/>
                        <a:pt x="60897" y="114903"/>
                      </a:cubicBezTo>
                      <a:cubicBezTo>
                        <a:pt x="90668" y="114903"/>
                        <a:pt x="114903" y="90668"/>
                        <a:pt x="114903" y="60897"/>
                      </a:cubicBezTo>
                      <a:cubicBezTo>
                        <a:pt x="114903" y="31126"/>
                        <a:pt x="90668" y="6892"/>
                        <a:pt x="60897" y="6892"/>
                      </a:cubicBezTo>
                      <a:close/>
                    </a:path>
                  </a:pathLst>
                </a:custGeom>
                <a:solidFill>
                  <a:srgbClr val="17A3A3"/>
                </a:solidFill>
                <a:ln w="2824" cap="flat">
                  <a:noFill/>
                  <a:prstDash val="solid"/>
                  <a:miter/>
                </a:ln>
              </p:spPr>
              <p:txBody>
                <a:bodyPr rtlCol="1" anchor="ctr"/>
                <a:lstStyle/>
                <a:p>
                  <a:endParaRPr lang="ar-SA"/>
                </a:p>
              </p:txBody>
            </p:sp>
            <p:sp>
              <p:nvSpPr>
                <p:cNvPr id="7945" name="شكل حر: شكل 8836">
                  <a:extLst>
                    <a:ext uri="{FF2B5EF4-FFF2-40B4-BE49-F238E27FC236}">
                      <a16:creationId xmlns:a16="http://schemas.microsoft.com/office/drawing/2014/main" id="{E569D842-887F-911B-754F-9861D82492D1}"/>
                    </a:ext>
                  </a:extLst>
                </p:cNvPr>
                <p:cNvSpPr/>
                <p:nvPr/>
              </p:nvSpPr>
              <p:spPr>
                <a:xfrm>
                  <a:off x="4783235" y="1533955"/>
                  <a:ext cx="34346" cy="61885"/>
                </a:xfrm>
                <a:custGeom>
                  <a:avLst/>
                  <a:gdLst>
                    <a:gd name="connsiteX0" fmla="*/ 17173 w 34346"/>
                    <a:gd name="connsiteY0" fmla="*/ 61886 h 61885"/>
                    <a:gd name="connsiteX1" fmla="*/ 2118 w 34346"/>
                    <a:gd name="connsiteY1" fmla="*/ 52989 h 61885"/>
                    <a:gd name="connsiteX2" fmla="*/ 3474 w 34346"/>
                    <a:gd name="connsiteY2" fmla="*/ 48300 h 61885"/>
                    <a:gd name="connsiteX3" fmla="*/ 8163 w 34346"/>
                    <a:gd name="connsiteY3" fmla="*/ 49655 h 61885"/>
                    <a:gd name="connsiteX4" fmla="*/ 17201 w 34346"/>
                    <a:gd name="connsiteY4" fmla="*/ 54994 h 61885"/>
                    <a:gd name="connsiteX5" fmla="*/ 27511 w 34346"/>
                    <a:gd name="connsiteY5" fmla="*/ 44684 h 61885"/>
                    <a:gd name="connsiteX6" fmla="*/ 17201 w 34346"/>
                    <a:gd name="connsiteY6" fmla="*/ 34375 h 61885"/>
                    <a:gd name="connsiteX7" fmla="*/ 0 w 34346"/>
                    <a:gd name="connsiteY7" fmla="*/ 17201 h 61885"/>
                    <a:gd name="connsiteX8" fmla="*/ 17201 w 34346"/>
                    <a:gd name="connsiteY8" fmla="*/ 0 h 61885"/>
                    <a:gd name="connsiteX9" fmla="*/ 32256 w 34346"/>
                    <a:gd name="connsiteY9" fmla="*/ 8897 h 61885"/>
                    <a:gd name="connsiteX10" fmla="*/ 30901 w 34346"/>
                    <a:gd name="connsiteY10" fmla="*/ 13586 h 61885"/>
                    <a:gd name="connsiteX11" fmla="*/ 26212 w 34346"/>
                    <a:gd name="connsiteY11" fmla="*/ 12230 h 61885"/>
                    <a:gd name="connsiteX12" fmla="*/ 17173 w 34346"/>
                    <a:gd name="connsiteY12" fmla="*/ 6892 h 61885"/>
                    <a:gd name="connsiteX13" fmla="*/ 6864 w 34346"/>
                    <a:gd name="connsiteY13" fmla="*/ 17201 h 61885"/>
                    <a:gd name="connsiteX14" fmla="*/ 17173 w 34346"/>
                    <a:gd name="connsiteY14" fmla="*/ 27511 h 61885"/>
                    <a:gd name="connsiteX15" fmla="*/ 34347 w 34346"/>
                    <a:gd name="connsiteY15" fmla="*/ 44712 h 61885"/>
                    <a:gd name="connsiteX16" fmla="*/ 17173 w 34346"/>
                    <a:gd name="connsiteY16" fmla="*/ 61886 h 61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346" h="61885">
                      <a:moveTo>
                        <a:pt x="17173" y="61886"/>
                      </a:moveTo>
                      <a:cubicBezTo>
                        <a:pt x="10903" y="61886"/>
                        <a:pt x="5141" y="58468"/>
                        <a:pt x="2118" y="52989"/>
                      </a:cubicBezTo>
                      <a:cubicBezTo>
                        <a:pt x="1215" y="51322"/>
                        <a:pt x="1808" y="49232"/>
                        <a:pt x="3474" y="48300"/>
                      </a:cubicBezTo>
                      <a:cubicBezTo>
                        <a:pt x="5141" y="47396"/>
                        <a:pt x="7231" y="47989"/>
                        <a:pt x="8163" y="49655"/>
                      </a:cubicBezTo>
                      <a:cubicBezTo>
                        <a:pt x="9971" y="52960"/>
                        <a:pt x="13445" y="54994"/>
                        <a:pt x="17201" y="54994"/>
                      </a:cubicBezTo>
                      <a:cubicBezTo>
                        <a:pt x="22879" y="54994"/>
                        <a:pt x="27511" y="50362"/>
                        <a:pt x="27511" y="44684"/>
                      </a:cubicBezTo>
                      <a:cubicBezTo>
                        <a:pt x="27511" y="39007"/>
                        <a:pt x="22879" y="34375"/>
                        <a:pt x="17201" y="34375"/>
                      </a:cubicBezTo>
                      <a:cubicBezTo>
                        <a:pt x="7711" y="34375"/>
                        <a:pt x="0" y="26664"/>
                        <a:pt x="0" y="17201"/>
                      </a:cubicBezTo>
                      <a:cubicBezTo>
                        <a:pt x="0" y="7739"/>
                        <a:pt x="7711" y="0"/>
                        <a:pt x="17201" y="0"/>
                      </a:cubicBezTo>
                      <a:cubicBezTo>
                        <a:pt x="23472" y="0"/>
                        <a:pt x="29234" y="3418"/>
                        <a:pt x="32256" y="8897"/>
                      </a:cubicBezTo>
                      <a:cubicBezTo>
                        <a:pt x="33160" y="10564"/>
                        <a:pt x="32567" y="12654"/>
                        <a:pt x="30901" y="13586"/>
                      </a:cubicBezTo>
                      <a:cubicBezTo>
                        <a:pt x="29234" y="14490"/>
                        <a:pt x="27144" y="13897"/>
                        <a:pt x="26212" y="12230"/>
                      </a:cubicBezTo>
                      <a:cubicBezTo>
                        <a:pt x="24404" y="8925"/>
                        <a:pt x="20930" y="6892"/>
                        <a:pt x="17173" y="6892"/>
                      </a:cubicBezTo>
                      <a:cubicBezTo>
                        <a:pt x="11496" y="6892"/>
                        <a:pt x="6864" y="11524"/>
                        <a:pt x="6864" y="17201"/>
                      </a:cubicBezTo>
                      <a:cubicBezTo>
                        <a:pt x="6864" y="22879"/>
                        <a:pt x="11496" y="27511"/>
                        <a:pt x="17173" y="27511"/>
                      </a:cubicBezTo>
                      <a:cubicBezTo>
                        <a:pt x="26636" y="27511"/>
                        <a:pt x="34347" y="35222"/>
                        <a:pt x="34347" y="44712"/>
                      </a:cubicBezTo>
                      <a:cubicBezTo>
                        <a:pt x="34347" y="54203"/>
                        <a:pt x="26636" y="61886"/>
                        <a:pt x="17173" y="61886"/>
                      </a:cubicBezTo>
                      <a:close/>
                    </a:path>
                  </a:pathLst>
                </a:custGeom>
                <a:solidFill>
                  <a:srgbClr val="17A3A3"/>
                </a:solidFill>
                <a:ln w="2824" cap="flat">
                  <a:noFill/>
                  <a:prstDash val="solid"/>
                  <a:miter/>
                </a:ln>
              </p:spPr>
              <p:txBody>
                <a:bodyPr rtlCol="1" anchor="ctr"/>
                <a:lstStyle/>
                <a:p>
                  <a:endParaRPr lang="ar-SA"/>
                </a:p>
              </p:txBody>
            </p:sp>
          </p:grpSp>
        </p:grpSp>
        <p:grpSp>
          <p:nvGrpSpPr>
            <p:cNvPr id="7930" name="رسم 8014">
              <a:extLst>
                <a:ext uri="{FF2B5EF4-FFF2-40B4-BE49-F238E27FC236}">
                  <a16:creationId xmlns:a16="http://schemas.microsoft.com/office/drawing/2014/main" id="{B7971EE5-9463-C645-4B5D-3B7C38B2AA81}"/>
                </a:ext>
              </a:extLst>
            </p:cNvPr>
            <p:cNvGrpSpPr/>
            <p:nvPr/>
          </p:nvGrpSpPr>
          <p:grpSpPr>
            <a:xfrm>
              <a:off x="4638131" y="1343521"/>
              <a:ext cx="256878" cy="132332"/>
              <a:chOff x="4638131" y="1343521"/>
              <a:chExt cx="256878" cy="132332"/>
            </a:xfrm>
            <a:solidFill>
              <a:srgbClr val="17A3A3"/>
            </a:solidFill>
          </p:grpSpPr>
          <p:sp>
            <p:nvSpPr>
              <p:cNvPr id="7931" name="شكل حر: شكل 8838">
                <a:extLst>
                  <a:ext uri="{FF2B5EF4-FFF2-40B4-BE49-F238E27FC236}">
                    <a16:creationId xmlns:a16="http://schemas.microsoft.com/office/drawing/2014/main" id="{A8FC278B-727F-98CE-39DC-D687F58D7B7D}"/>
                  </a:ext>
                </a:extLst>
              </p:cNvPr>
              <p:cNvSpPr/>
              <p:nvPr/>
            </p:nvSpPr>
            <p:spPr>
              <a:xfrm>
                <a:off x="4638131" y="1423644"/>
                <a:ext cx="18066" cy="18089"/>
              </a:xfrm>
              <a:custGeom>
                <a:avLst/>
                <a:gdLst>
                  <a:gd name="connsiteX0" fmla="*/ 9074 w 18066"/>
                  <a:gd name="connsiteY0" fmla="*/ 18089 h 18089"/>
                  <a:gd name="connsiteX1" fmla="*/ 6984 w 18066"/>
                  <a:gd name="connsiteY1" fmla="*/ 17835 h 18089"/>
                  <a:gd name="connsiteX2" fmla="*/ 1363 w 18066"/>
                  <a:gd name="connsiteY2" fmla="*/ 13796 h 18089"/>
                  <a:gd name="connsiteX3" fmla="*/ 233 w 18066"/>
                  <a:gd name="connsiteY3" fmla="*/ 6961 h 18089"/>
                  <a:gd name="connsiteX4" fmla="*/ 11080 w 18066"/>
                  <a:gd name="connsiteY4" fmla="*/ 238 h 18089"/>
                  <a:gd name="connsiteX5" fmla="*/ 17830 w 18066"/>
                  <a:gd name="connsiteY5" fmla="*/ 11085 h 18089"/>
                  <a:gd name="connsiteX6" fmla="*/ 17830 w 18066"/>
                  <a:gd name="connsiteY6" fmla="*/ 11085 h 18089"/>
                  <a:gd name="connsiteX7" fmla="*/ 13791 w 18066"/>
                  <a:gd name="connsiteY7" fmla="*/ 16705 h 18089"/>
                  <a:gd name="connsiteX8" fmla="*/ 9046 w 18066"/>
                  <a:gd name="connsiteY8" fmla="*/ 18061 h 18089"/>
                  <a:gd name="connsiteX9" fmla="*/ 9074 w 18066"/>
                  <a:gd name="connsiteY9" fmla="*/ 6904 h 18089"/>
                  <a:gd name="connsiteX10" fmla="*/ 6984 w 18066"/>
                  <a:gd name="connsiteY10" fmla="*/ 8571 h 18089"/>
                  <a:gd name="connsiteX11" fmla="*/ 7238 w 18066"/>
                  <a:gd name="connsiteY11" fmla="*/ 10181 h 18089"/>
                  <a:gd name="connsiteX12" fmla="*/ 8566 w 18066"/>
                  <a:gd name="connsiteY12" fmla="*/ 11141 h 18089"/>
                  <a:gd name="connsiteX13" fmla="*/ 10175 w 18066"/>
                  <a:gd name="connsiteY13" fmla="*/ 10887 h 18089"/>
                  <a:gd name="connsiteX14" fmla="*/ 11136 w 18066"/>
                  <a:gd name="connsiteY14" fmla="*/ 9559 h 18089"/>
                  <a:gd name="connsiteX15" fmla="*/ 9526 w 18066"/>
                  <a:gd name="connsiteY15" fmla="*/ 6989 h 18089"/>
                  <a:gd name="connsiteX16" fmla="*/ 9046 w 18066"/>
                  <a:gd name="connsiteY16" fmla="*/ 6933 h 18089"/>
                  <a:gd name="connsiteX17" fmla="*/ 14525 w 18066"/>
                  <a:gd name="connsiteY17" fmla="*/ 10322 h 18089"/>
                  <a:gd name="connsiteX18" fmla="*/ 14525 w 18066"/>
                  <a:gd name="connsiteY18" fmla="*/ 10322 h 18089"/>
                  <a:gd name="connsiteX19" fmla="*/ 14525 w 18066"/>
                  <a:gd name="connsiteY19" fmla="*/ 10322 h 18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066" h="18089">
                    <a:moveTo>
                      <a:pt x="9074" y="18089"/>
                    </a:moveTo>
                    <a:cubicBezTo>
                      <a:pt x="8368" y="18089"/>
                      <a:pt x="7690" y="18005"/>
                      <a:pt x="6984" y="17835"/>
                    </a:cubicBezTo>
                    <a:cubicBezTo>
                      <a:pt x="4639" y="17299"/>
                      <a:pt x="2634" y="15858"/>
                      <a:pt x="1363" y="13796"/>
                    </a:cubicBezTo>
                    <a:cubicBezTo>
                      <a:pt x="92" y="11734"/>
                      <a:pt x="-304" y="9333"/>
                      <a:pt x="233" y="6961"/>
                    </a:cubicBezTo>
                    <a:cubicBezTo>
                      <a:pt x="1363" y="2103"/>
                      <a:pt x="6221" y="-891"/>
                      <a:pt x="11080" y="238"/>
                    </a:cubicBezTo>
                    <a:cubicBezTo>
                      <a:pt x="15938" y="1368"/>
                      <a:pt x="18960" y="6255"/>
                      <a:pt x="17830" y="11085"/>
                    </a:cubicBezTo>
                    <a:lnTo>
                      <a:pt x="17830" y="11085"/>
                    </a:lnTo>
                    <a:cubicBezTo>
                      <a:pt x="17293" y="13429"/>
                      <a:pt x="15853" y="15434"/>
                      <a:pt x="13791" y="16705"/>
                    </a:cubicBezTo>
                    <a:cubicBezTo>
                      <a:pt x="12350" y="17609"/>
                      <a:pt x="10712" y="18061"/>
                      <a:pt x="9046" y="18061"/>
                    </a:cubicBezTo>
                    <a:close/>
                    <a:moveTo>
                      <a:pt x="9074" y="6904"/>
                    </a:moveTo>
                    <a:cubicBezTo>
                      <a:pt x="8114" y="6904"/>
                      <a:pt x="7210" y="7582"/>
                      <a:pt x="6984" y="8571"/>
                    </a:cubicBezTo>
                    <a:cubicBezTo>
                      <a:pt x="6843" y="9136"/>
                      <a:pt x="6955" y="9701"/>
                      <a:pt x="7238" y="10181"/>
                    </a:cubicBezTo>
                    <a:cubicBezTo>
                      <a:pt x="7549" y="10661"/>
                      <a:pt x="8000" y="11000"/>
                      <a:pt x="8566" y="11141"/>
                    </a:cubicBezTo>
                    <a:cubicBezTo>
                      <a:pt x="9102" y="11282"/>
                      <a:pt x="9696" y="11169"/>
                      <a:pt x="10175" y="10887"/>
                    </a:cubicBezTo>
                    <a:cubicBezTo>
                      <a:pt x="10656" y="10576"/>
                      <a:pt x="10995" y="10124"/>
                      <a:pt x="11136" y="9559"/>
                    </a:cubicBezTo>
                    <a:cubicBezTo>
                      <a:pt x="11390" y="8401"/>
                      <a:pt x="10684" y="7271"/>
                      <a:pt x="9526" y="6989"/>
                    </a:cubicBezTo>
                    <a:cubicBezTo>
                      <a:pt x="9357" y="6961"/>
                      <a:pt x="9187" y="6933"/>
                      <a:pt x="9046" y="6933"/>
                    </a:cubicBezTo>
                    <a:close/>
                    <a:moveTo>
                      <a:pt x="14525" y="10322"/>
                    </a:moveTo>
                    <a:lnTo>
                      <a:pt x="14525" y="10322"/>
                    </a:lnTo>
                    <a:lnTo>
                      <a:pt x="14525" y="10322"/>
                    </a:lnTo>
                    <a:close/>
                  </a:path>
                </a:pathLst>
              </a:custGeom>
              <a:solidFill>
                <a:srgbClr val="17A3A3"/>
              </a:solidFill>
              <a:ln w="2824" cap="flat">
                <a:noFill/>
                <a:prstDash val="solid"/>
                <a:miter/>
              </a:ln>
            </p:spPr>
            <p:txBody>
              <a:bodyPr rtlCol="1" anchor="ctr"/>
              <a:lstStyle/>
              <a:p>
                <a:endParaRPr lang="ar-SA"/>
              </a:p>
            </p:txBody>
          </p:sp>
          <p:sp>
            <p:nvSpPr>
              <p:cNvPr id="7932" name="شكل حر: شكل 8839">
                <a:extLst>
                  <a:ext uri="{FF2B5EF4-FFF2-40B4-BE49-F238E27FC236}">
                    <a16:creationId xmlns:a16="http://schemas.microsoft.com/office/drawing/2014/main" id="{13DF055E-8132-55F0-1ECB-D05E18894C49}"/>
                  </a:ext>
                </a:extLst>
              </p:cNvPr>
              <p:cNvSpPr/>
              <p:nvPr/>
            </p:nvSpPr>
            <p:spPr>
              <a:xfrm>
                <a:off x="4810795" y="1405402"/>
                <a:ext cx="18066" cy="18112"/>
              </a:xfrm>
              <a:custGeom>
                <a:avLst/>
                <a:gdLst>
                  <a:gd name="connsiteX0" fmla="*/ 9074 w 18066"/>
                  <a:gd name="connsiteY0" fmla="*/ 18113 h 18112"/>
                  <a:gd name="connsiteX1" fmla="*/ 6984 w 18066"/>
                  <a:gd name="connsiteY1" fmla="*/ 17858 h 18112"/>
                  <a:gd name="connsiteX2" fmla="*/ 1363 w 18066"/>
                  <a:gd name="connsiteY2" fmla="*/ 13819 h 18112"/>
                  <a:gd name="connsiteX3" fmla="*/ 233 w 18066"/>
                  <a:gd name="connsiteY3" fmla="*/ 6984 h 18112"/>
                  <a:gd name="connsiteX4" fmla="*/ 4272 w 18066"/>
                  <a:gd name="connsiteY4" fmla="*/ 1363 h 18112"/>
                  <a:gd name="connsiteX5" fmla="*/ 11080 w 18066"/>
                  <a:gd name="connsiteY5" fmla="*/ 233 h 18112"/>
                  <a:gd name="connsiteX6" fmla="*/ 17830 w 18066"/>
                  <a:gd name="connsiteY6" fmla="*/ 11079 h 18112"/>
                  <a:gd name="connsiteX7" fmla="*/ 17830 w 18066"/>
                  <a:gd name="connsiteY7" fmla="*/ 11079 h 18112"/>
                  <a:gd name="connsiteX8" fmla="*/ 13791 w 18066"/>
                  <a:gd name="connsiteY8" fmla="*/ 16700 h 18112"/>
                  <a:gd name="connsiteX9" fmla="*/ 9046 w 18066"/>
                  <a:gd name="connsiteY9" fmla="*/ 18056 h 18112"/>
                  <a:gd name="connsiteX10" fmla="*/ 9074 w 18066"/>
                  <a:gd name="connsiteY10" fmla="*/ 6927 h 18112"/>
                  <a:gd name="connsiteX11" fmla="*/ 7944 w 18066"/>
                  <a:gd name="connsiteY11" fmla="*/ 7238 h 18112"/>
                  <a:gd name="connsiteX12" fmla="*/ 6984 w 18066"/>
                  <a:gd name="connsiteY12" fmla="*/ 8566 h 18112"/>
                  <a:gd name="connsiteX13" fmla="*/ 7238 w 18066"/>
                  <a:gd name="connsiteY13" fmla="*/ 10176 h 18112"/>
                  <a:gd name="connsiteX14" fmla="*/ 8566 w 18066"/>
                  <a:gd name="connsiteY14" fmla="*/ 11136 h 18112"/>
                  <a:gd name="connsiteX15" fmla="*/ 10175 w 18066"/>
                  <a:gd name="connsiteY15" fmla="*/ 10882 h 18112"/>
                  <a:gd name="connsiteX16" fmla="*/ 11136 w 18066"/>
                  <a:gd name="connsiteY16" fmla="*/ 9554 h 18112"/>
                  <a:gd name="connsiteX17" fmla="*/ 9526 w 18066"/>
                  <a:gd name="connsiteY17" fmla="*/ 6984 h 18112"/>
                  <a:gd name="connsiteX18" fmla="*/ 9046 w 18066"/>
                  <a:gd name="connsiteY18" fmla="*/ 6927 h 18112"/>
                  <a:gd name="connsiteX19" fmla="*/ 14525 w 18066"/>
                  <a:gd name="connsiteY19" fmla="*/ 10345 h 18112"/>
                  <a:gd name="connsiteX20" fmla="*/ 14525 w 18066"/>
                  <a:gd name="connsiteY20" fmla="*/ 10345 h 18112"/>
                  <a:gd name="connsiteX21" fmla="*/ 14525 w 18066"/>
                  <a:gd name="connsiteY21" fmla="*/ 10345 h 18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066" h="18112">
                    <a:moveTo>
                      <a:pt x="9074" y="18113"/>
                    </a:moveTo>
                    <a:cubicBezTo>
                      <a:pt x="8368" y="18113"/>
                      <a:pt x="7690" y="18028"/>
                      <a:pt x="6984" y="17858"/>
                    </a:cubicBezTo>
                    <a:cubicBezTo>
                      <a:pt x="4639" y="17322"/>
                      <a:pt x="2634" y="15881"/>
                      <a:pt x="1363" y="13819"/>
                    </a:cubicBezTo>
                    <a:cubicBezTo>
                      <a:pt x="92" y="11757"/>
                      <a:pt x="-304" y="9356"/>
                      <a:pt x="233" y="6984"/>
                    </a:cubicBezTo>
                    <a:cubicBezTo>
                      <a:pt x="770" y="4639"/>
                      <a:pt x="2210" y="2634"/>
                      <a:pt x="4272" y="1363"/>
                    </a:cubicBezTo>
                    <a:cubicBezTo>
                      <a:pt x="6334" y="92"/>
                      <a:pt x="8735" y="-304"/>
                      <a:pt x="11080" y="233"/>
                    </a:cubicBezTo>
                    <a:cubicBezTo>
                      <a:pt x="15938" y="1363"/>
                      <a:pt x="18960" y="6249"/>
                      <a:pt x="17830" y="11079"/>
                    </a:cubicBezTo>
                    <a:lnTo>
                      <a:pt x="17830" y="11079"/>
                    </a:lnTo>
                    <a:cubicBezTo>
                      <a:pt x="17293" y="13424"/>
                      <a:pt x="15853" y="15429"/>
                      <a:pt x="13791" y="16700"/>
                    </a:cubicBezTo>
                    <a:cubicBezTo>
                      <a:pt x="12350" y="17604"/>
                      <a:pt x="10712" y="18056"/>
                      <a:pt x="9046" y="18056"/>
                    </a:cubicBezTo>
                    <a:close/>
                    <a:moveTo>
                      <a:pt x="9074" y="6927"/>
                    </a:moveTo>
                    <a:cubicBezTo>
                      <a:pt x="8679" y="6927"/>
                      <a:pt x="8283" y="7040"/>
                      <a:pt x="7944" y="7238"/>
                    </a:cubicBezTo>
                    <a:cubicBezTo>
                      <a:pt x="7464" y="7549"/>
                      <a:pt x="7125" y="8001"/>
                      <a:pt x="6984" y="8566"/>
                    </a:cubicBezTo>
                    <a:cubicBezTo>
                      <a:pt x="6843" y="9130"/>
                      <a:pt x="6955" y="9695"/>
                      <a:pt x="7238" y="10176"/>
                    </a:cubicBezTo>
                    <a:cubicBezTo>
                      <a:pt x="7549" y="10656"/>
                      <a:pt x="8000" y="10995"/>
                      <a:pt x="8566" y="11136"/>
                    </a:cubicBezTo>
                    <a:cubicBezTo>
                      <a:pt x="9130" y="11277"/>
                      <a:pt x="9696" y="11164"/>
                      <a:pt x="10175" y="10882"/>
                    </a:cubicBezTo>
                    <a:cubicBezTo>
                      <a:pt x="10656" y="10571"/>
                      <a:pt x="10995" y="10119"/>
                      <a:pt x="11136" y="9554"/>
                    </a:cubicBezTo>
                    <a:cubicBezTo>
                      <a:pt x="11390" y="8396"/>
                      <a:pt x="10684" y="7238"/>
                      <a:pt x="9526" y="6984"/>
                    </a:cubicBezTo>
                    <a:cubicBezTo>
                      <a:pt x="9357" y="6956"/>
                      <a:pt x="9187" y="6927"/>
                      <a:pt x="9046" y="6927"/>
                    </a:cubicBezTo>
                    <a:close/>
                    <a:moveTo>
                      <a:pt x="14525" y="10345"/>
                    </a:moveTo>
                    <a:lnTo>
                      <a:pt x="14525" y="10345"/>
                    </a:lnTo>
                    <a:lnTo>
                      <a:pt x="14525" y="10345"/>
                    </a:lnTo>
                    <a:close/>
                  </a:path>
                </a:pathLst>
              </a:custGeom>
              <a:solidFill>
                <a:srgbClr val="17A3A3"/>
              </a:solidFill>
              <a:ln w="2824" cap="flat">
                <a:noFill/>
                <a:prstDash val="solid"/>
                <a:miter/>
              </a:ln>
            </p:spPr>
            <p:txBody>
              <a:bodyPr rtlCol="1" anchor="ctr"/>
              <a:lstStyle/>
              <a:p>
                <a:endParaRPr lang="ar-SA"/>
              </a:p>
            </p:txBody>
          </p:sp>
          <p:sp>
            <p:nvSpPr>
              <p:cNvPr id="7933" name="شكل حر: شكل 8840">
                <a:extLst>
                  <a:ext uri="{FF2B5EF4-FFF2-40B4-BE49-F238E27FC236}">
                    <a16:creationId xmlns:a16="http://schemas.microsoft.com/office/drawing/2014/main" id="{CC8173B7-BEA8-BC70-2541-9C39AC8D3322}"/>
                  </a:ext>
                </a:extLst>
              </p:cNvPr>
              <p:cNvSpPr/>
              <p:nvPr/>
            </p:nvSpPr>
            <p:spPr>
              <a:xfrm>
                <a:off x="4749047" y="1368175"/>
                <a:ext cx="18080" cy="18055"/>
              </a:xfrm>
              <a:custGeom>
                <a:avLst/>
                <a:gdLst>
                  <a:gd name="connsiteX0" fmla="*/ 9049 w 18080"/>
                  <a:gd name="connsiteY0" fmla="*/ 18056 h 18055"/>
                  <a:gd name="connsiteX1" fmla="*/ 6987 w 18080"/>
                  <a:gd name="connsiteY1" fmla="*/ 17830 h 18055"/>
                  <a:gd name="connsiteX2" fmla="*/ 237 w 18080"/>
                  <a:gd name="connsiteY2" fmla="*/ 6984 h 18055"/>
                  <a:gd name="connsiteX3" fmla="*/ 4276 w 18080"/>
                  <a:gd name="connsiteY3" fmla="*/ 1363 h 18055"/>
                  <a:gd name="connsiteX4" fmla="*/ 11111 w 18080"/>
                  <a:gd name="connsiteY4" fmla="*/ 233 h 18055"/>
                  <a:gd name="connsiteX5" fmla="*/ 17834 w 18080"/>
                  <a:gd name="connsiteY5" fmla="*/ 11079 h 18055"/>
                  <a:gd name="connsiteX6" fmla="*/ 17834 w 18080"/>
                  <a:gd name="connsiteY6" fmla="*/ 11079 h 18055"/>
                  <a:gd name="connsiteX7" fmla="*/ 9049 w 18080"/>
                  <a:gd name="connsiteY7" fmla="*/ 18056 h 18055"/>
                  <a:gd name="connsiteX8" fmla="*/ 9049 w 18080"/>
                  <a:gd name="connsiteY8" fmla="*/ 6871 h 18055"/>
                  <a:gd name="connsiteX9" fmla="*/ 7920 w 18080"/>
                  <a:gd name="connsiteY9" fmla="*/ 7181 h 18055"/>
                  <a:gd name="connsiteX10" fmla="*/ 6959 w 18080"/>
                  <a:gd name="connsiteY10" fmla="*/ 8509 h 18055"/>
                  <a:gd name="connsiteX11" fmla="*/ 8569 w 18080"/>
                  <a:gd name="connsiteY11" fmla="*/ 11079 h 18055"/>
                  <a:gd name="connsiteX12" fmla="*/ 11139 w 18080"/>
                  <a:gd name="connsiteY12" fmla="*/ 9469 h 18055"/>
                  <a:gd name="connsiteX13" fmla="*/ 11139 w 18080"/>
                  <a:gd name="connsiteY13" fmla="*/ 9469 h 18055"/>
                  <a:gd name="connsiteX14" fmla="*/ 9530 w 18080"/>
                  <a:gd name="connsiteY14" fmla="*/ 6899 h 18055"/>
                  <a:gd name="connsiteX15" fmla="*/ 9049 w 18080"/>
                  <a:gd name="connsiteY15" fmla="*/ 6843 h 180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080" h="18055">
                    <a:moveTo>
                      <a:pt x="9049" y="18056"/>
                    </a:moveTo>
                    <a:cubicBezTo>
                      <a:pt x="8371" y="18056"/>
                      <a:pt x="7694" y="17971"/>
                      <a:pt x="6987" y="17830"/>
                    </a:cubicBezTo>
                    <a:cubicBezTo>
                      <a:pt x="2129" y="16700"/>
                      <a:pt x="-893" y="11814"/>
                      <a:pt x="237" y="6984"/>
                    </a:cubicBezTo>
                    <a:cubicBezTo>
                      <a:pt x="802" y="4639"/>
                      <a:pt x="2214" y="2634"/>
                      <a:pt x="4276" y="1363"/>
                    </a:cubicBezTo>
                    <a:cubicBezTo>
                      <a:pt x="6338" y="92"/>
                      <a:pt x="8739" y="-304"/>
                      <a:pt x="11111" y="233"/>
                    </a:cubicBezTo>
                    <a:cubicBezTo>
                      <a:pt x="15970" y="1363"/>
                      <a:pt x="18992" y="6249"/>
                      <a:pt x="17834" y="11079"/>
                    </a:cubicBezTo>
                    <a:lnTo>
                      <a:pt x="17834" y="11079"/>
                    </a:lnTo>
                    <a:cubicBezTo>
                      <a:pt x="16873" y="15231"/>
                      <a:pt x="13145" y="18056"/>
                      <a:pt x="9049" y="18056"/>
                    </a:cubicBezTo>
                    <a:close/>
                    <a:moveTo>
                      <a:pt x="9049" y="6871"/>
                    </a:moveTo>
                    <a:cubicBezTo>
                      <a:pt x="8654" y="6871"/>
                      <a:pt x="8259" y="6984"/>
                      <a:pt x="7920" y="7181"/>
                    </a:cubicBezTo>
                    <a:cubicBezTo>
                      <a:pt x="7439" y="7492"/>
                      <a:pt x="7100" y="7944"/>
                      <a:pt x="6959" y="8509"/>
                    </a:cubicBezTo>
                    <a:cubicBezTo>
                      <a:pt x="6705" y="9667"/>
                      <a:pt x="7411" y="10797"/>
                      <a:pt x="8569" y="11079"/>
                    </a:cubicBezTo>
                    <a:cubicBezTo>
                      <a:pt x="9727" y="11334"/>
                      <a:pt x="10885" y="10627"/>
                      <a:pt x="11139" y="9469"/>
                    </a:cubicBezTo>
                    <a:lnTo>
                      <a:pt x="11139" y="9469"/>
                    </a:lnTo>
                    <a:cubicBezTo>
                      <a:pt x="11422" y="8311"/>
                      <a:pt x="10688" y="7153"/>
                      <a:pt x="9530" y="6899"/>
                    </a:cubicBezTo>
                    <a:cubicBezTo>
                      <a:pt x="9360" y="6871"/>
                      <a:pt x="9191" y="6843"/>
                      <a:pt x="9049" y="6843"/>
                    </a:cubicBezTo>
                    <a:close/>
                  </a:path>
                </a:pathLst>
              </a:custGeom>
              <a:solidFill>
                <a:srgbClr val="17A3A3"/>
              </a:solidFill>
              <a:ln w="2824" cap="flat">
                <a:noFill/>
                <a:prstDash val="solid"/>
                <a:miter/>
              </a:ln>
            </p:spPr>
            <p:txBody>
              <a:bodyPr rtlCol="1" anchor="ctr"/>
              <a:lstStyle/>
              <a:p>
                <a:endParaRPr lang="ar-SA"/>
              </a:p>
            </p:txBody>
          </p:sp>
          <p:sp>
            <p:nvSpPr>
              <p:cNvPr id="7934" name="شكل حر: شكل 8841">
                <a:extLst>
                  <a:ext uri="{FF2B5EF4-FFF2-40B4-BE49-F238E27FC236}">
                    <a16:creationId xmlns:a16="http://schemas.microsoft.com/office/drawing/2014/main" id="{449FE09E-C1D6-6A64-5023-56A51E9ECABC}"/>
                  </a:ext>
                </a:extLst>
              </p:cNvPr>
              <p:cNvSpPr/>
              <p:nvPr/>
            </p:nvSpPr>
            <p:spPr>
              <a:xfrm>
                <a:off x="4876946" y="1343521"/>
                <a:ext cx="18063" cy="18079"/>
              </a:xfrm>
              <a:custGeom>
                <a:avLst/>
                <a:gdLst>
                  <a:gd name="connsiteX0" fmla="*/ 9074 w 18063"/>
                  <a:gd name="connsiteY0" fmla="*/ 18079 h 18079"/>
                  <a:gd name="connsiteX1" fmla="*/ 6984 w 18063"/>
                  <a:gd name="connsiteY1" fmla="*/ 17825 h 18079"/>
                  <a:gd name="connsiteX2" fmla="*/ 1363 w 18063"/>
                  <a:gd name="connsiteY2" fmla="*/ 13786 h 18079"/>
                  <a:gd name="connsiteX3" fmla="*/ 233 w 18063"/>
                  <a:gd name="connsiteY3" fmla="*/ 6979 h 18079"/>
                  <a:gd name="connsiteX4" fmla="*/ 11079 w 18063"/>
                  <a:gd name="connsiteY4" fmla="*/ 228 h 18079"/>
                  <a:gd name="connsiteX5" fmla="*/ 16700 w 18063"/>
                  <a:gd name="connsiteY5" fmla="*/ 4267 h 18079"/>
                  <a:gd name="connsiteX6" fmla="*/ 17830 w 18063"/>
                  <a:gd name="connsiteY6" fmla="*/ 11102 h 18079"/>
                  <a:gd name="connsiteX7" fmla="*/ 13791 w 18063"/>
                  <a:gd name="connsiteY7" fmla="*/ 16723 h 18079"/>
                  <a:gd name="connsiteX8" fmla="*/ 9046 w 18063"/>
                  <a:gd name="connsiteY8" fmla="*/ 18079 h 18079"/>
                  <a:gd name="connsiteX9" fmla="*/ 9074 w 18063"/>
                  <a:gd name="connsiteY9" fmla="*/ 6894 h 18079"/>
                  <a:gd name="connsiteX10" fmla="*/ 6984 w 18063"/>
                  <a:gd name="connsiteY10" fmla="*/ 8560 h 18079"/>
                  <a:gd name="connsiteX11" fmla="*/ 7238 w 18063"/>
                  <a:gd name="connsiteY11" fmla="*/ 10170 h 18079"/>
                  <a:gd name="connsiteX12" fmla="*/ 8565 w 18063"/>
                  <a:gd name="connsiteY12" fmla="*/ 11131 h 18079"/>
                  <a:gd name="connsiteX13" fmla="*/ 10176 w 18063"/>
                  <a:gd name="connsiteY13" fmla="*/ 10877 h 18079"/>
                  <a:gd name="connsiteX14" fmla="*/ 11136 w 18063"/>
                  <a:gd name="connsiteY14" fmla="*/ 9549 h 18079"/>
                  <a:gd name="connsiteX15" fmla="*/ 11136 w 18063"/>
                  <a:gd name="connsiteY15" fmla="*/ 9549 h 18079"/>
                  <a:gd name="connsiteX16" fmla="*/ 10882 w 18063"/>
                  <a:gd name="connsiteY16" fmla="*/ 7939 h 18079"/>
                  <a:gd name="connsiteX17" fmla="*/ 9554 w 18063"/>
                  <a:gd name="connsiteY17" fmla="*/ 6979 h 18079"/>
                  <a:gd name="connsiteX18" fmla="*/ 9074 w 18063"/>
                  <a:gd name="connsiteY18" fmla="*/ 6922 h 18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063" h="18079">
                    <a:moveTo>
                      <a:pt x="9074" y="18079"/>
                    </a:moveTo>
                    <a:cubicBezTo>
                      <a:pt x="8368" y="18079"/>
                      <a:pt x="7690" y="17994"/>
                      <a:pt x="6984" y="17825"/>
                    </a:cubicBezTo>
                    <a:cubicBezTo>
                      <a:pt x="4640" y="17288"/>
                      <a:pt x="2634" y="15848"/>
                      <a:pt x="1363" y="13786"/>
                    </a:cubicBezTo>
                    <a:cubicBezTo>
                      <a:pt x="92" y="11724"/>
                      <a:pt x="-303" y="9323"/>
                      <a:pt x="233" y="6979"/>
                    </a:cubicBezTo>
                    <a:cubicBezTo>
                      <a:pt x="1363" y="2120"/>
                      <a:pt x="6249" y="-874"/>
                      <a:pt x="11079" y="228"/>
                    </a:cubicBezTo>
                    <a:cubicBezTo>
                      <a:pt x="13424" y="793"/>
                      <a:pt x="15429" y="2205"/>
                      <a:pt x="16700" y="4267"/>
                    </a:cubicBezTo>
                    <a:cubicBezTo>
                      <a:pt x="17971" y="6329"/>
                      <a:pt x="18367" y="8730"/>
                      <a:pt x="17830" y="11102"/>
                    </a:cubicBezTo>
                    <a:cubicBezTo>
                      <a:pt x="17293" y="13447"/>
                      <a:pt x="15853" y="15452"/>
                      <a:pt x="13791" y="16723"/>
                    </a:cubicBezTo>
                    <a:cubicBezTo>
                      <a:pt x="12350" y="17627"/>
                      <a:pt x="10712" y="18079"/>
                      <a:pt x="9046" y="18079"/>
                    </a:cubicBezTo>
                    <a:close/>
                    <a:moveTo>
                      <a:pt x="9074" y="6894"/>
                    </a:moveTo>
                    <a:cubicBezTo>
                      <a:pt x="8114" y="6894"/>
                      <a:pt x="7210" y="7572"/>
                      <a:pt x="6984" y="8560"/>
                    </a:cubicBezTo>
                    <a:cubicBezTo>
                      <a:pt x="6842" y="9125"/>
                      <a:pt x="6955" y="9690"/>
                      <a:pt x="7238" y="10170"/>
                    </a:cubicBezTo>
                    <a:cubicBezTo>
                      <a:pt x="7549" y="10651"/>
                      <a:pt x="8001" y="10989"/>
                      <a:pt x="8565" y="11131"/>
                    </a:cubicBezTo>
                    <a:cubicBezTo>
                      <a:pt x="9130" y="11272"/>
                      <a:pt x="9695" y="11159"/>
                      <a:pt x="10176" y="10877"/>
                    </a:cubicBezTo>
                    <a:cubicBezTo>
                      <a:pt x="10656" y="10566"/>
                      <a:pt x="10995" y="10114"/>
                      <a:pt x="11136" y="9549"/>
                    </a:cubicBezTo>
                    <a:lnTo>
                      <a:pt x="11136" y="9549"/>
                    </a:lnTo>
                    <a:cubicBezTo>
                      <a:pt x="11277" y="8984"/>
                      <a:pt x="11164" y="8419"/>
                      <a:pt x="10882" y="7939"/>
                    </a:cubicBezTo>
                    <a:cubicBezTo>
                      <a:pt x="10571" y="7459"/>
                      <a:pt x="10119" y="7120"/>
                      <a:pt x="9554" y="6979"/>
                    </a:cubicBezTo>
                    <a:cubicBezTo>
                      <a:pt x="9385" y="6950"/>
                      <a:pt x="9215" y="6922"/>
                      <a:pt x="9074" y="6922"/>
                    </a:cubicBezTo>
                    <a:close/>
                  </a:path>
                </a:pathLst>
              </a:custGeom>
              <a:solidFill>
                <a:srgbClr val="17A3A3"/>
              </a:solidFill>
              <a:ln w="2824" cap="flat">
                <a:noFill/>
                <a:prstDash val="solid"/>
                <a:miter/>
              </a:ln>
            </p:spPr>
            <p:txBody>
              <a:bodyPr rtlCol="1" anchor="ctr"/>
              <a:lstStyle/>
              <a:p>
                <a:endParaRPr lang="ar-SA"/>
              </a:p>
            </p:txBody>
          </p:sp>
          <p:sp>
            <p:nvSpPr>
              <p:cNvPr id="7935" name="شكل حر: شكل 8842">
                <a:extLst>
                  <a:ext uri="{FF2B5EF4-FFF2-40B4-BE49-F238E27FC236}">
                    <a16:creationId xmlns:a16="http://schemas.microsoft.com/office/drawing/2014/main" id="{DD08B844-6DAC-E1CC-F2FC-73904FC01F22}"/>
                  </a:ext>
                </a:extLst>
              </p:cNvPr>
              <p:cNvSpPr/>
              <p:nvPr/>
            </p:nvSpPr>
            <p:spPr>
              <a:xfrm>
                <a:off x="4687927" y="1457769"/>
                <a:ext cx="18091" cy="18084"/>
              </a:xfrm>
              <a:custGeom>
                <a:avLst/>
                <a:gdLst>
                  <a:gd name="connsiteX0" fmla="*/ 9046 w 18091"/>
                  <a:gd name="connsiteY0" fmla="*/ 18084 h 18084"/>
                  <a:gd name="connsiteX1" fmla="*/ 6984 w 18091"/>
                  <a:gd name="connsiteY1" fmla="*/ 17858 h 18084"/>
                  <a:gd name="connsiteX2" fmla="*/ 1363 w 18091"/>
                  <a:gd name="connsiteY2" fmla="*/ 13819 h 18084"/>
                  <a:gd name="connsiteX3" fmla="*/ 233 w 18091"/>
                  <a:gd name="connsiteY3" fmla="*/ 6984 h 18084"/>
                  <a:gd name="connsiteX4" fmla="*/ 4272 w 18091"/>
                  <a:gd name="connsiteY4" fmla="*/ 1363 h 18084"/>
                  <a:gd name="connsiteX5" fmla="*/ 11108 w 18091"/>
                  <a:gd name="connsiteY5" fmla="*/ 233 h 18084"/>
                  <a:gd name="connsiteX6" fmla="*/ 16729 w 18091"/>
                  <a:gd name="connsiteY6" fmla="*/ 4272 h 18084"/>
                  <a:gd name="connsiteX7" fmla="*/ 17858 w 18091"/>
                  <a:gd name="connsiteY7" fmla="*/ 11079 h 18084"/>
                  <a:gd name="connsiteX8" fmla="*/ 17858 w 18091"/>
                  <a:gd name="connsiteY8" fmla="*/ 11079 h 18084"/>
                  <a:gd name="connsiteX9" fmla="*/ 13819 w 18091"/>
                  <a:gd name="connsiteY9" fmla="*/ 16700 h 18084"/>
                  <a:gd name="connsiteX10" fmla="*/ 9074 w 18091"/>
                  <a:gd name="connsiteY10" fmla="*/ 18056 h 18084"/>
                  <a:gd name="connsiteX11" fmla="*/ 9046 w 18091"/>
                  <a:gd name="connsiteY11" fmla="*/ 6899 h 18084"/>
                  <a:gd name="connsiteX12" fmla="*/ 7916 w 18091"/>
                  <a:gd name="connsiteY12" fmla="*/ 7210 h 18084"/>
                  <a:gd name="connsiteX13" fmla="*/ 6955 w 18091"/>
                  <a:gd name="connsiteY13" fmla="*/ 8537 h 18084"/>
                  <a:gd name="connsiteX14" fmla="*/ 7210 w 18091"/>
                  <a:gd name="connsiteY14" fmla="*/ 10147 h 18084"/>
                  <a:gd name="connsiteX15" fmla="*/ 8537 w 18091"/>
                  <a:gd name="connsiteY15" fmla="*/ 11108 h 18084"/>
                  <a:gd name="connsiteX16" fmla="*/ 10147 w 18091"/>
                  <a:gd name="connsiteY16" fmla="*/ 10853 h 18084"/>
                  <a:gd name="connsiteX17" fmla="*/ 11108 w 18091"/>
                  <a:gd name="connsiteY17" fmla="*/ 9526 h 18084"/>
                  <a:gd name="connsiteX18" fmla="*/ 11108 w 18091"/>
                  <a:gd name="connsiteY18" fmla="*/ 9526 h 18084"/>
                  <a:gd name="connsiteX19" fmla="*/ 10853 w 18091"/>
                  <a:gd name="connsiteY19" fmla="*/ 7916 h 18084"/>
                  <a:gd name="connsiteX20" fmla="*/ 9526 w 18091"/>
                  <a:gd name="connsiteY20" fmla="*/ 6956 h 18084"/>
                  <a:gd name="connsiteX21" fmla="*/ 9018 w 18091"/>
                  <a:gd name="connsiteY21" fmla="*/ 6899 h 18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091" h="18084">
                    <a:moveTo>
                      <a:pt x="9046" y="18084"/>
                    </a:moveTo>
                    <a:cubicBezTo>
                      <a:pt x="8368" y="18084"/>
                      <a:pt x="7662" y="17999"/>
                      <a:pt x="6984" y="17858"/>
                    </a:cubicBezTo>
                    <a:cubicBezTo>
                      <a:pt x="4639" y="17293"/>
                      <a:pt x="2634" y="15881"/>
                      <a:pt x="1363" y="13819"/>
                    </a:cubicBezTo>
                    <a:cubicBezTo>
                      <a:pt x="92" y="11757"/>
                      <a:pt x="-304" y="9356"/>
                      <a:pt x="233" y="6984"/>
                    </a:cubicBezTo>
                    <a:cubicBezTo>
                      <a:pt x="770" y="4639"/>
                      <a:pt x="2210" y="2634"/>
                      <a:pt x="4272" y="1363"/>
                    </a:cubicBezTo>
                    <a:cubicBezTo>
                      <a:pt x="6334" y="92"/>
                      <a:pt x="8735" y="-304"/>
                      <a:pt x="11108" y="233"/>
                    </a:cubicBezTo>
                    <a:cubicBezTo>
                      <a:pt x="13452" y="770"/>
                      <a:pt x="15457" y="2210"/>
                      <a:pt x="16729" y="4272"/>
                    </a:cubicBezTo>
                    <a:cubicBezTo>
                      <a:pt x="18000" y="6334"/>
                      <a:pt x="18395" y="8735"/>
                      <a:pt x="17858" y="11079"/>
                    </a:cubicBezTo>
                    <a:lnTo>
                      <a:pt x="17858" y="11079"/>
                    </a:lnTo>
                    <a:cubicBezTo>
                      <a:pt x="17322" y="13424"/>
                      <a:pt x="15881" y="15429"/>
                      <a:pt x="13819" y="16700"/>
                    </a:cubicBezTo>
                    <a:cubicBezTo>
                      <a:pt x="12379" y="17604"/>
                      <a:pt x="10741" y="18056"/>
                      <a:pt x="9074" y="18056"/>
                    </a:cubicBezTo>
                    <a:close/>
                    <a:moveTo>
                      <a:pt x="9046" y="6899"/>
                    </a:moveTo>
                    <a:cubicBezTo>
                      <a:pt x="8650" y="6899"/>
                      <a:pt x="8255" y="7012"/>
                      <a:pt x="7916" y="7210"/>
                    </a:cubicBezTo>
                    <a:cubicBezTo>
                      <a:pt x="7436" y="7520"/>
                      <a:pt x="7097" y="7972"/>
                      <a:pt x="6955" y="8537"/>
                    </a:cubicBezTo>
                    <a:cubicBezTo>
                      <a:pt x="6814" y="9102"/>
                      <a:pt x="6927" y="9667"/>
                      <a:pt x="7210" y="10147"/>
                    </a:cubicBezTo>
                    <a:cubicBezTo>
                      <a:pt x="7521" y="10627"/>
                      <a:pt x="7973" y="10966"/>
                      <a:pt x="8537" y="11108"/>
                    </a:cubicBezTo>
                    <a:cubicBezTo>
                      <a:pt x="9102" y="11221"/>
                      <a:pt x="9667" y="11136"/>
                      <a:pt x="10147" y="10853"/>
                    </a:cubicBezTo>
                    <a:cubicBezTo>
                      <a:pt x="10627" y="10543"/>
                      <a:pt x="10966" y="10091"/>
                      <a:pt x="11108" y="9526"/>
                    </a:cubicBezTo>
                    <a:cubicBezTo>
                      <a:pt x="11108" y="9526"/>
                      <a:pt x="11108" y="9526"/>
                      <a:pt x="11108" y="9526"/>
                    </a:cubicBezTo>
                    <a:cubicBezTo>
                      <a:pt x="11249" y="8961"/>
                      <a:pt x="11136" y="8396"/>
                      <a:pt x="10853" y="7916"/>
                    </a:cubicBezTo>
                    <a:cubicBezTo>
                      <a:pt x="10543" y="7436"/>
                      <a:pt x="10091" y="7097"/>
                      <a:pt x="9526" y="6956"/>
                    </a:cubicBezTo>
                    <a:cubicBezTo>
                      <a:pt x="9357" y="6927"/>
                      <a:pt x="9187" y="6899"/>
                      <a:pt x="9018" y="6899"/>
                    </a:cubicBezTo>
                    <a:close/>
                  </a:path>
                </a:pathLst>
              </a:custGeom>
              <a:solidFill>
                <a:srgbClr val="17A3A3"/>
              </a:solidFill>
              <a:ln w="2824" cap="flat">
                <a:noFill/>
                <a:prstDash val="solid"/>
                <a:miter/>
              </a:ln>
            </p:spPr>
            <p:txBody>
              <a:bodyPr rtlCol="1" anchor="ctr"/>
              <a:lstStyle/>
              <a:p>
                <a:endParaRPr lang="ar-SA"/>
              </a:p>
            </p:txBody>
          </p:sp>
          <p:sp>
            <p:nvSpPr>
              <p:cNvPr id="7936" name="شكل حر: شكل 8843">
                <a:extLst>
                  <a:ext uri="{FF2B5EF4-FFF2-40B4-BE49-F238E27FC236}">
                    <a16:creationId xmlns:a16="http://schemas.microsoft.com/office/drawing/2014/main" id="{36420538-2876-1EF0-3531-14D389B1BC5E}"/>
                  </a:ext>
                </a:extLst>
              </p:cNvPr>
              <p:cNvSpPr/>
              <p:nvPr/>
            </p:nvSpPr>
            <p:spPr>
              <a:xfrm>
                <a:off x="4643730" y="1349111"/>
                <a:ext cx="245712" cy="121516"/>
              </a:xfrm>
              <a:custGeom>
                <a:avLst/>
                <a:gdLst>
                  <a:gd name="connsiteX0" fmla="*/ 54684 w 245712"/>
                  <a:gd name="connsiteY0" fmla="*/ 121517 h 121516"/>
                  <a:gd name="connsiteX1" fmla="*/ 52763 w 245712"/>
                  <a:gd name="connsiteY1" fmla="*/ 120924 h 121516"/>
                  <a:gd name="connsiteX2" fmla="*/ 1526 w 245712"/>
                  <a:gd name="connsiteY2" fmla="*/ 86436 h 121516"/>
                  <a:gd name="connsiteX3" fmla="*/ 594 w 245712"/>
                  <a:gd name="connsiteY3" fmla="*/ 81663 h 121516"/>
                  <a:gd name="connsiteX4" fmla="*/ 5367 w 245712"/>
                  <a:gd name="connsiteY4" fmla="*/ 80730 h 121516"/>
                  <a:gd name="connsiteX5" fmla="*/ 53723 w 245712"/>
                  <a:gd name="connsiteY5" fmla="*/ 113269 h 121516"/>
                  <a:gd name="connsiteX6" fmla="*/ 111175 w 245712"/>
                  <a:gd name="connsiteY6" fmla="*/ 26075 h 121516"/>
                  <a:gd name="connsiteX7" fmla="*/ 115807 w 245712"/>
                  <a:gd name="connsiteY7" fmla="*/ 25002 h 121516"/>
                  <a:gd name="connsiteX8" fmla="*/ 176167 w 245712"/>
                  <a:gd name="connsiteY8" fmla="*/ 60817 h 121516"/>
                  <a:gd name="connsiteX9" fmla="*/ 239918 w 245712"/>
                  <a:gd name="connsiteY9" fmla="*/ 937 h 121516"/>
                  <a:gd name="connsiteX10" fmla="*/ 244776 w 245712"/>
                  <a:gd name="connsiteY10" fmla="*/ 1078 h 121516"/>
                  <a:gd name="connsiteX11" fmla="*/ 244634 w 245712"/>
                  <a:gd name="connsiteY11" fmla="*/ 5936 h 121516"/>
                  <a:gd name="connsiteX12" fmla="*/ 179020 w 245712"/>
                  <a:gd name="connsiteY12" fmla="*/ 67596 h 121516"/>
                  <a:gd name="connsiteX13" fmla="*/ 174897 w 245712"/>
                  <a:gd name="connsiteY13" fmla="*/ 68048 h 121516"/>
                  <a:gd name="connsiteX14" fmla="*/ 115129 w 245712"/>
                  <a:gd name="connsiteY14" fmla="*/ 32572 h 121516"/>
                  <a:gd name="connsiteX15" fmla="*/ 57565 w 245712"/>
                  <a:gd name="connsiteY15" fmla="*/ 119935 h 121516"/>
                  <a:gd name="connsiteX16" fmla="*/ 55362 w 245712"/>
                  <a:gd name="connsiteY16" fmla="*/ 121404 h 121516"/>
                  <a:gd name="connsiteX17" fmla="*/ 54684 w 245712"/>
                  <a:gd name="connsiteY17" fmla="*/ 121460 h 121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45712" h="121516">
                    <a:moveTo>
                      <a:pt x="54684" y="121517"/>
                    </a:moveTo>
                    <a:cubicBezTo>
                      <a:pt x="54006" y="121517"/>
                      <a:pt x="53328" y="121319"/>
                      <a:pt x="52763" y="120924"/>
                    </a:cubicBezTo>
                    <a:lnTo>
                      <a:pt x="1526" y="86436"/>
                    </a:lnTo>
                    <a:cubicBezTo>
                      <a:pt x="-56" y="85363"/>
                      <a:pt x="-479" y="83244"/>
                      <a:pt x="594" y="81663"/>
                    </a:cubicBezTo>
                    <a:cubicBezTo>
                      <a:pt x="1667" y="80081"/>
                      <a:pt x="3786" y="79657"/>
                      <a:pt x="5367" y="80730"/>
                    </a:cubicBezTo>
                    <a:lnTo>
                      <a:pt x="53723" y="113269"/>
                    </a:lnTo>
                    <a:lnTo>
                      <a:pt x="111175" y="26075"/>
                    </a:lnTo>
                    <a:cubicBezTo>
                      <a:pt x="112192" y="24550"/>
                      <a:pt x="114225" y="24070"/>
                      <a:pt x="115807" y="25002"/>
                    </a:cubicBezTo>
                    <a:lnTo>
                      <a:pt x="176167" y="60817"/>
                    </a:lnTo>
                    <a:lnTo>
                      <a:pt x="239918" y="937"/>
                    </a:lnTo>
                    <a:cubicBezTo>
                      <a:pt x="241302" y="-362"/>
                      <a:pt x="243477" y="-306"/>
                      <a:pt x="244776" y="1078"/>
                    </a:cubicBezTo>
                    <a:cubicBezTo>
                      <a:pt x="246075" y="2462"/>
                      <a:pt x="246018" y="4637"/>
                      <a:pt x="244634" y="5936"/>
                    </a:cubicBezTo>
                    <a:lnTo>
                      <a:pt x="179020" y="67596"/>
                    </a:lnTo>
                    <a:cubicBezTo>
                      <a:pt x="177890" y="68641"/>
                      <a:pt x="176224" y="68839"/>
                      <a:pt x="174897" y="68048"/>
                    </a:cubicBezTo>
                    <a:lnTo>
                      <a:pt x="115129" y="32572"/>
                    </a:lnTo>
                    <a:lnTo>
                      <a:pt x="57565" y="119935"/>
                    </a:lnTo>
                    <a:cubicBezTo>
                      <a:pt x="57057" y="120698"/>
                      <a:pt x="56266" y="121234"/>
                      <a:pt x="55362" y="121404"/>
                    </a:cubicBezTo>
                    <a:cubicBezTo>
                      <a:pt x="55136" y="121460"/>
                      <a:pt x="54910" y="121460"/>
                      <a:pt x="54684" y="121460"/>
                    </a:cubicBezTo>
                    <a:close/>
                  </a:path>
                </a:pathLst>
              </a:custGeom>
              <a:solidFill>
                <a:srgbClr val="17A3A3"/>
              </a:solidFill>
              <a:ln w="2824" cap="flat">
                <a:noFill/>
                <a:prstDash val="solid"/>
                <a:miter/>
              </a:ln>
            </p:spPr>
            <p:txBody>
              <a:bodyPr rtlCol="1" anchor="ctr"/>
              <a:lstStyle/>
              <a:p>
                <a:endParaRPr lang="ar-SA"/>
              </a:p>
            </p:txBody>
          </p:sp>
        </p:grpSp>
      </p:grpSp>
      <p:grpSp>
        <p:nvGrpSpPr>
          <p:cNvPr id="7946" name="رسم 8014">
            <a:extLst>
              <a:ext uri="{FF2B5EF4-FFF2-40B4-BE49-F238E27FC236}">
                <a16:creationId xmlns:a16="http://schemas.microsoft.com/office/drawing/2014/main" id="{E1630725-FC32-EF1B-09E7-605288FBC8D8}"/>
              </a:ext>
            </a:extLst>
          </p:cNvPr>
          <p:cNvGrpSpPr/>
          <p:nvPr/>
        </p:nvGrpSpPr>
        <p:grpSpPr>
          <a:xfrm>
            <a:off x="5464641" y="1495962"/>
            <a:ext cx="292673" cy="232468"/>
            <a:chOff x="5613313" y="82589"/>
            <a:chExt cx="349832" cy="294939"/>
          </a:xfrm>
        </p:grpSpPr>
        <p:grpSp>
          <p:nvGrpSpPr>
            <p:cNvPr id="7947" name="رسم 8014">
              <a:extLst>
                <a:ext uri="{FF2B5EF4-FFF2-40B4-BE49-F238E27FC236}">
                  <a16:creationId xmlns:a16="http://schemas.microsoft.com/office/drawing/2014/main" id="{D5C7216C-98B7-F770-54B0-AADAC8ED8427}"/>
                </a:ext>
              </a:extLst>
            </p:cNvPr>
            <p:cNvGrpSpPr/>
            <p:nvPr/>
          </p:nvGrpSpPr>
          <p:grpSpPr>
            <a:xfrm>
              <a:off x="5687994" y="82589"/>
              <a:ext cx="140916" cy="238589"/>
              <a:chOff x="5687994" y="82589"/>
              <a:chExt cx="140916" cy="238589"/>
            </a:xfrm>
            <a:solidFill>
              <a:srgbClr val="01355A"/>
            </a:solidFill>
          </p:grpSpPr>
          <p:sp>
            <p:nvSpPr>
              <p:cNvPr id="7955" name="شكل حر: شكل 8846">
                <a:extLst>
                  <a:ext uri="{FF2B5EF4-FFF2-40B4-BE49-F238E27FC236}">
                    <a16:creationId xmlns:a16="http://schemas.microsoft.com/office/drawing/2014/main" id="{A5543796-56D1-E288-70B4-81B34626A511}"/>
                  </a:ext>
                </a:extLst>
              </p:cNvPr>
              <p:cNvSpPr/>
              <p:nvPr/>
            </p:nvSpPr>
            <p:spPr>
              <a:xfrm>
                <a:off x="5759679" y="277945"/>
                <a:ext cx="25856" cy="8604"/>
              </a:xfrm>
              <a:custGeom>
                <a:avLst/>
                <a:gdLst>
                  <a:gd name="connsiteX0" fmla="*/ 3447 w 25856"/>
                  <a:gd name="connsiteY0" fmla="*/ 8604 h 8604"/>
                  <a:gd name="connsiteX1" fmla="*/ 2 w 25856"/>
                  <a:gd name="connsiteY1" fmla="*/ 5243 h 8604"/>
                  <a:gd name="connsiteX2" fmla="*/ 3363 w 25856"/>
                  <a:gd name="connsiteY2" fmla="*/ 1712 h 8604"/>
                  <a:gd name="connsiteX3" fmla="*/ 21892 w 25856"/>
                  <a:gd name="connsiteY3" fmla="*/ 46 h 8604"/>
                  <a:gd name="connsiteX4" fmla="*/ 25818 w 25856"/>
                  <a:gd name="connsiteY4" fmla="*/ 2927 h 8604"/>
                  <a:gd name="connsiteX5" fmla="*/ 22937 w 25856"/>
                  <a:gd name="connsiteY5" fmla="*/ 6853 h 8604"/>
                  <a:gd name="connsiteX6" fmla="*/ 3504 w 25856"/>
                  <a:gd name="connsiteY6" fmla="*/ 8604 h 8604"/>
                  <a:gd name="connsiteX7" fmla="*/ 3419 w 25856"/>
                  <a:gd name="connsiteY7" fmla="*/ 8604 h 8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56" h="8604">
                    <a:moveTo>
                      <a:pt x="3447" y="8604"/>
                    </a:moveTo>
                    <a:cubicBezTo>
                      <a:pt x="1583" y="8604"/>
                      <a:pt x="58" y="7107"/>
                      <a:pt x="2" y="5243"/>
                    </a:cubicBezTo>
                    <a:cubicBezTo>
                      <a:pt x="-55" y="3351"/>
                      <a:pt x="1442" y="1769"/>
                      <a:pt x="3363" y="1712"/>
                    </a:cubicBezTo>
                    <a:cubicBezTo>
                      <a:pt x="9690" y="1543"/>
                      <a:pt x="15904" y="978"/>
                      <a:pt x="21892" y="46"/>
                    </a:cubicBezTo>
                    <a:cubicBezTo>
                      <a:pt x="23784" y="-265"/>
                      <a:pt x="25535" y="1035"/>
                      <a:pt x="25818" y="2927"/>
                    </a:cubicBezTo>
                    <a:cubicBezTo>
                      <a:pt x="26100" y="4819"/>
                      <a:pt x="24829" y="6571"/>
                      <a:pt x="22937" y="6853"/>
                    </a:cubicBezTo>
                    <a:cubicBezTo>
                      <a:pt x="16666" y="7842"/>
                      <a:pt x="10142" y="8435"/>
                      <a:pt x="3504" y="8604"/>
                    </a:cubicBezTo>
                    <a:cubicBezTo>
                      <a:pt x="3476" y="8604"/>
                      <a:pt x="3447" y="8604"/>
                      <a:pt x="3419" y="8604"/>
                    </a:cubicBezTo>
                    <a:close/>
                  </a:path>
                </a:pathLst>
              </a:custGeom>
              <a:solidFill>
                <a:srgbClr val="01355A"/>
              </a:solidFill>
              <a:ln w="2824" cap="flat">
                <a:noFill/>
                <a:prstDash val="solid"/>
                <a:miter/>
              </a:ln>
            </p:spPr>
            <p:txBody>
              <a:bodyPr rtlCol="1" anchor="ctr"/>
              <a:lstStyle/>
              <a:p>
                <a:endParaRPr lang="ar-SA"/>
              </a:p>
            </p:txBody>
          </p:sp>
          <p:sp>
            <p:nvSpPr>
              <p:cNvPr id="7956" name="شكل حر: شكل 8847">
                <a:extLst>
                  <a:ext uri="{FF2B5EF4-FFF2-40B4-BE49-F238E27FC236}">
                    <a16:creationId xmlns:a16="http://schemas.microsoft.com/office/drawing/2014/main" id="{C4EC1485-40D0-858A-4C06-6CF906602947}"/>
                  </a:ext>
                </a:extLst>
              </p:cNvPr>
              <p:cNvSpPr/>
              <p:nvPr/>
            </p:nvSpPr>
            <p:spPr>
              <a:xfrm>
                <a:off x="5688022" y="216586"/>
                <a:ext cx="103189" cy="34628"/>
              </a:xfrm>
              <a:custGeom>
                <a:avLst/>
                <a:gdLst>
                  <a:gd name="connsiteX0" fmla="*/ 70444 w 103189"/>
                  <a:gd name="connsiteY0" fmla="*/ 34629 h 34628"/>
                  <a:gd name="connsiteX1" fmla="*/ 0 w 103189"/>
                  <a:gd name="connsiteY1" fmla="*/ 3446 h 34628"/>
                  <a:gd name="connsiteX2" fmla="*/ 3446 w 103189"/>
                  <a:gd name="connsiteY2" fmla="*/ 0 h 34628"/>
                  <a:gd name="connsiteX3" fmla="*/ 6892 w 103189"/>
                  <a:gd name="connsiteY3" fmla="*/ 3446 h 34628"/>
                  <a:gd name="connsiteX4" fmla="*/ 70444 w 103189"/>
                  <a:gd name="connsiteY4" fmla="*/ 27737 h 34628"/>
                  <a:gd name="connsiteX5" fmla="*/ 99085 w 103189"/>
                  <a:gd name="connsiteY5" fmla="*/ 25025 h 34628"/>
                  <a:gd name="connsiteX6" fmla="*/ 103124 w 103189"/>
                  <a:gd name="connsiteY6" fmla="*/ 27737 h 34628"/>
                  <a:gd name="connsiteX7" fmla="*/ 100412 w 103189"/>
                  <a:gd name="connsiteY7" fmla="*/ 31776 h 34628"/>
                  <a:gd name="connsiteX8" fmla="*/ 70416 w 103189"/>
                  <a:gd name="connsiteY8" fmla="*/ 34629 h 34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3189" h="34628">
                    <a:moveTo>
                      <a:pt x="70444" y="34629"/>
                    </a:moveTo>
                    <a:cubicBezTo>
                      <a:pt x="30929" y="34629"/>
                      <a:pt x="0" y="20930"/>
                      <a:pt x="0" y="3446"/>
                    </a:cubicBezTo>
                    <a:cubicBezTo>
                      <a:pt x="0" y="1554"/>
                      <a:pt x="1553" y="0"/>
                      <a:pt x="3446" y="0"/>
                    </a:cubicBezTo>
                    <a:cubicBezTo>
                      <a:pt x="5338" y="0"/>
                      <a:pt x="6892" y="1554"/>
                      <a:pt x="6892" y="3446"/>
                    </a:cubicBezTo>
                    <a:cubicBezTo>
                      <a:pt x="6892" y="14942"/>
                      <a:pt x="32991" y="27737"/>
                      <a:pt x="70444" y="27737"/>
                    </a:cubicBezTo>
                    <a:cubicBezTo>
                      <a:pt x="80443" y="27737"/>
                      <a:pt x="90074" y="26833"/>
                      <a:pt x="99085" y="25025"/>
                    </a:cubicBezTo>
                    <a:cubicBezTo>
                      <a:pt x="100949" y="24630"/>
                      <a:pt x="102757" y="25873"/>
                      <a:pt x="103124" y="27737"/>
                    </a:cubicBezTo>
                    <a:cubicBezTo>
                      <a:pt x="103491" y="29601"/>
                      <a:pt x="102277" y="31409"/>
                      <a:pt x="100412" y="31776"/>
                    </a:cubicBezTo>
                    <a:cubicBezTo>
                      <a:pt x="90950" y="33669"/>
                      <a:pt x="80866" y="34629"/>
                      <a:pt x="70416" y="34629"/>
                    </a:cubicBezTo>
                    <a:close/>
                  </a:path>
                </a:pathLst>
              </a:custGeom>
              <a:solidFill>
                <a:srgbClr val="01355A"/>
              </a:solidFill>
              <a:ln w="2824" cap="flat">
                <a:noFill/>
                <a:prstDash val="solid"/>
                <a:miter/>
              </a:ln>
            </p:spPr>
            <p:txBody>
              <a:bodyPr rtlCol="1" anchor="ctr"/>
              <a:lstStyle/>
              <a:p>
                <a:endParaRPr lang="ar-SA"/>
              </a:p>
            </p:txBody>
          </p:sp>
          <p:sp>
            <p:nvSpPr>
              <p:cNvPr id="7957" name="شكل حر: شكل 8848">
                <a:extLst>
                  <a:ext uri="{FF2B5EF4-FFF2-40B4-BE49-F238E27FC236}">
                    <a16:creationId xmlns:a16="http://schemas.microsoft.com/office/drawing/2014/main" id="{3A9144D7-2D9B-C7BC-5CDD-07D094A99889}"/>
                  </a:ext>
                </a:extLst>
              </p:cNvPr>
              <p:cNvSpPr/>
              <p:nvPr/>
            </p:nvSpPr>
            <p:spPr>
              <a:xfrm>
                <a:off x="5688022" y="181166"/>
                <a:ext cx="140888" cy="34628"/>
              </a:xfrm>
              <a:custGeom>
                <a:avLst/>
                <a:gdLst>
                  <a:gd name="connsiteX0" fmla="*/ 70444 w 140888"/>
                  <a:gd name="connsiteY0" fmla="*/ 34629 h 34628"/>
                  <a:gd name="connsiteX1" fmla="*/ 0 w 140888"/>
                  <a:gd name="connsiteY1" fmla="*/ 3446 h 34628"/>
                  <a:gd name="connsiteX2" fmla="*/ 3446 w 140888"/>
                  <a:gd name="connsiteY2" fmla="*/ 0 h 34628"/>
                  <a:gd name="connsiteX3" fmla="*/ 6892 w 140888"/>
                  <a:gd name="connsiteY3" fmla="*/ 3446 h 34628"/>
                  <a:gd name="connsiteX4" fmla="*/ 70444 w 140888"/>
                  <a:gd name="connsiteY4" fmla="*/ 27737 h 34628"/>
                  <a:gd name="connsiteX5" fmla="*/ 133996 w 140888"/>
                  <a:gd name="connsiteY5" fmla="*/ 3446 h 34628"/>
                  <a:gd name="connsiteX6" fmla="*/ 137442 w 140888"/>
                  <a:gd name="connsiteY6" fmla="*/ 0 h 34628"/>
                  <a:gd name="connsiteX7" fmla="*/ 140888 w 140888"/>
                  <a:gd name="connsiteY7" fmla="*/ 3446 h 34628"/>
                  <a:gd name="connsiteX8" fmla="*/ 70444 w 140888"/>
                  <a:gd name="connsiteY8" fmla="*/ 34629 h 34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888" h="34628">
                    <a:moveTo>
                      <a:pt x="70444" y="34629"/>
                    </a:moveTo>
                    <a:cubicBezTo>
                      <a:pt x="30929" y="34629"/>
                      <a:pt x="0" y="20930"/>
                      <a:pt x="0" y="3446"/>
                    </a:cubicBezTo>
                    <a:cubicBezTo>
                      <a:pt x="0" y="1554"/>
                      <a:pt x="1553" y="0"/>
                      <a:pt x="3446" y="0"/>
                    </a:cubicBezTo>
                    <a:cubicBezTo>
                      <a:pt x="5338" y="0"/>
                      <a:pt x="6892" y="1554"/>
                      <a:pt x="6892" y="3446"/>
                    </a:cubicBezTo>
                    <a:cubicBezTo>
                      <a:pt x="6892" y="14942"/>
                      <a:pt x="32991" y="27737"/>
                      <a:pt x="70444" y="27737"/>
                    </a:cubicBezTo>
                    <a:cubicBezTo>
                      <a:pt x="107898" y="27737"/>
                      <a:pt x="133996" y="14942"/>
                      <a:pt x="133996" y="3446"/>
                    </a:cubicBezTo>
                    <a:cubicBezTo>
                      <a:pt x="133996" y="1554"/>
                      <a:pt x="135550" y="0"/>
                      <a:pt x="137442" y="0"/>
                    </a:cubicBezTo>
                    <a:cubicBezTo>
                      <a:pt x="139335" y="0"/>
                      <a:pt x="140888" y="1554"/>
                      <a:pt x="140888" y="3446"/>
                    </a:cubicBezTo>
                    <a:cubicBezTo>
                      <a:pt x="140888" y="20930"/>
                      <a:pt x="109931" y="34629"/>
                      <a:pt x="70444" y="34629"/>
                    </a:cubicBezTo>
                    <a:close/>
                  </a:path>
                </a:pathLst>
              </a:custGeom>
              <a:solidFill>
                <a:srgbClr val="01355A"/>
              </a:solidFill>
              <a:ln w="2824" cap="flat">
                <a:noFill/>
                <a:prstDash val="solid"/>
                <a:miter/>
              </a:ln>
            </p:spPr>
            <p:txBody>
              <a:bodyPr rtlCol="1" anchor="ctr"/>
              <a:lstStyle/>
              <a:p>
                <a:endParaRPr lang="ar-SA"/>
              </a:p>
            </p:txBody>
          </p:sp>
          <p:sp>
            <p:nvSpPr>
              <p:cNvPr id="7958" name="شكل حر: شكل 8849">
                <a:extLst>
                  <a:ext uri="{FF2B5EF4-FFF2-40B4-BE49-F238E27FC236}">
                    <a16:creationId xmlns:a16="http://schemas.microsoft.com/office/drawing/2014/main" id="{E53C5ADA-87D9-2424-4BBC-16939E1366A4}"/>
                  </a:ext>
                </a:extLst>
              </p:cNvPr>
              <p:cNvSpPr/>
              <p:nvPr/>
            </p:nvSpPr>
            <p:spPr>
              <a:xfrm>
                <a:off x="5688022" y="145718"/>
                <a:ext cx="140888" cy="34628"/>
              </a:xfrm>
              <a:custGeom>
                <a:avLst/>
                <a:gdLst>
                  <a:gd name="connsiteX0" fmla="*/ 70444 w 140888"/>
                  <a:gd name="connsiteY0" fmla="*/ 34629 h 34628"/>
                  <a:gd name="connsiteX1" fmla="*/ 0 w 140888"/>
                  <a:gd name="connsiteY1" fmla="*/ 3446 h 34628"/>
                  <a:gd name="connsiteX2" fmla="*/ 3446 w 140888"/>
                  <a:gd name="connsiteY2" fmla="*/ 0 h 34628"/>
                  <a:gd name="connsiteX3" fmla="*/ 6892 w 140888"/>
                  <a:gd name="connsiteY3" fmla="*/ 3446 h 34628"/>
                  <a:gd name="connsiteX4" fmla="*/ 70444 w 140888"/>
                  <a:gd name="connsiteY4" fmla="*/ 27737 h 34628"/>
                  <a:gd name="connsiteX5" fmla="*/ 133996 w 140888"/>
                  <a:gd name="connsiteY5" fmla="*/ 3446 h 34628"/>
                  <a:gd name="connsiteX6" fmla="*/ 137442 w 140888"/>
                  <a:gd name="connsiteY6" fmla="*/ 0 h 34628"/>
                  <a:gd name="connsiteX7" fmla="*/ 140888 w 140888"/>
                  <a:gd name="connsiteY7" fmla="*/ 3446 h 34628"/>
                  <a:gd name="connsiteX8" fmla="*/ 70444 w 140888"/>
                  <a:gd name="connsiteY8" fmla="*/ 34629 h 34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888" h="34628">
                    <a:moveTo>
                      <a:pt x="70444" y="34629"/>
                    </a:moveTo>
                    <a:cubicBezTo>
                      <a:pt x="30929" y="34629"/>
                      <a:pt x="0" y="20930"/>
                      <a:pt x="0" y="3446"/>
                    </a:cubicBezTo>
                    <a:cubicBezTo>
                      <a:pt x="0" y="1553"/>
                      <a:pt x="1553" y="0"/>
                      <a:pt x="3446" y="0"/>
                    </a:cubicBezTo>
                    <a:cubicBezTo>
                      <a:pt x="5338" y="0"/>
                      <a:pt x="6892" y="1553"/>
                      <a:pt x="6892" y="3446"/>
                    </a:cubicBezTo>
                    <a:cubicBezTo>
                      <a:pt x="6892" y="14942"/>
                      <a:pt x="32991" y="27737"/>
                      <a:pt x="70444" y="27737"/>
                    </a:cubicBezTo>
                    <a:cubicBezTo>
                      <a:pt x="107898" y="27737"/>
                      <a:pt x="133996" y="14942"/>
                      <a:pt x="133996" y="3446"/>
                    </a:cubicBezTo>
                    <a:cubicBezTo>
                      <a:pt x="133996" y="1553"/>
                      <a:pt x="135550" y="0"/>
                      <a:pt x="137442" y="0"/>
                    </a:cubicBezTo>
                    <a:cubicBezTo>
                      <a:pt x="139335" y="0"/>
                      <a:pt x="140888" y="1553"/>
                      <a:pt x="140888" y="3446"/>
                    </a:cubicBezTo>
                    <a:cubicBezTo>
                      <a:pt x="140888" y="20930"/>
                      <a:pt x="109931" y="34629"/>
                      <a:pt x="70444" y="34629"/>
                    </a:cubicBezTo>
                    <a:close/>
                  </a:path>
                </a:pathLst>
              </a:custGeom>
              <a:solidFill>
                <a:srgbClr val="01355A"/>
              </a:solidFill>
              <a:ln w="2824" cap="flat">
                <a:noFill/>
                <a:prstDash val="solid"/>
                <a:miter/>
              </a:ln>
            </p:spPr>
            <p:txBody>
              <a:bodyPr rtlCol="1" anchor="ctr"/>
              <a:lstStyle/>
              <a:p>
                <a:endParaRPr lang="ar-SA"/>
              </a:p>
            </p:txBody>
          </p:sp>
          <p:sp>
            <p:nvSpPr>
              <p:cNvPr id="7959" name="شكل حر: شكل 8850">
                <a:extLst>
                  <a:ext uri="{FF2B5EF4-FFF2-40B4-BE49-F238E27FC236}">
                    <a16:creationId xmlns:a16="http://schemas.microsoft.com/office/drawing/2014/main" id="{07CDACD2-C026-CCE8-D45C-D24CBD958152}"/>
                  </a:ext>
                </a:extLst>
              </p:cNvPr>
              <p:cNvSpPr/>
              <p:nvPr/>
            </p:nvSpPr>
            <p:spPr>
              <a:xfrm>
                <a:off x="5688022" y="82589"/>
                <a:ext cx="140888" cy="62337"/>
              </a:xfrm>
              <a:custGeom>
                <a:avLst/>
                <a:gdLst>
                  <a:gd name="connsiteX0" fmla="*/ 70444 w 140888"/>
                  <a:gd name="connsiteY0" fmla="*/ 62338 h 62337"/>
                  <a:gd name="connsiteX1" fmla="*/ 0 w 140888"/>
                  <a:gd name="connsiteY1" fmla="*/ 31155 h 62337"/>
                  <a:gd name="connsiteX2" fmla="*/ 70444 w 140888"/>
                  <a:gd name="connsiteY2" fmla="*/ 0 h 62337"/>
                  <a:gd name="connsiteX3" fmla="*/ 140888 w 140888"/>
                  <a:gd name="connsiteY3" fmla="*/ 31155 h 62337"/>
                  <a:gd name="connsiteX4" fmla="*/ 70444 w 140888"/>
                  <a:gd name="connsiteY4" fmla="*/ 62338 h 62337"/>
                  <a:gd name="connsiteX5" fmla="*/ 70444 w 140888"/>
                  <a:gd name="connsiteY5" fmla="*/ 6892 h 62337"/>
                  <a:gd name="connsiteX6" fmla="*/ 6892 w 140888"/>
                  <a:gd name="connsiteY6" fmla="*/ 31183 h 62337"/>
                  <a:gd name="connsiteX7" fmla="*/ 70444 w 140888"/>
                  <a:gd name="connsiteY7" fmla="*/ 55474 h 62337"/>
                  <a:gd name="connsiteX8" fmla="*/ 133996 w 140888"/>
                  <a:gd name="connsiteY8" fmla="*/ 31183 h 62337"/>
                  <a:gd name="connsiteX9" fmla="*/ 70444 w 140888"/>
                  <a:gd name="connsiteY9" fmla="*/ 6892 h 62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8" h="62337">
                    <a:moveTo>
                      <a:pt x="70444" y="62338"/>
                    </a:moveTo>
                    <a:cubicBezTo>
                      <a:pt x="30929" y="62338"/>
                      <a:pt x="0" y="48639"/>
                      <a:pt x="0" y="31155"/>
                    </a:cubicBezTo>
                    <a:cubicBezTo>
                      <a:pt x="0" y="13671"/>
                      <a:pt x="30957" y="0"/>
                      <a:pt x="70444" y="0"/>
                    </a:cubicBezTo>
                    <a:cubicBezTo>
                      <a:pt x="109931" y="0"/>
                      <a:pt x="140888" y="13699"/>
                      <a:pt x="140888" y="31155"/>
                    </a:cubicBezTo>
                    <a:cubicBezTo>
                      <a:pt x="140888" y="48610"/>
                      <a:pt x="109931" y="62338"/>
                      <a:pt x="70444" y="62338"/>
                    </a:cubicBezTo>
                    <a:close/>
                    <a:moveTo>
                      <a:pt x="70444" y="6892"/>
                    </a:moveTo>
                    <a:cubicBezTo>
                      <a:pt x="32991" y="6892"/>
                      <a:pt x="6892" y="19687"/>
                      <a:pt x="6892" y="31183"/>
                    </a:cubicBezTo>
                    <a:cubicBezTo>
                      <a:pt x="6892" y="42679"/>
                      <a:pt x="32991" y="55474"/>
                      <a:pt x="70444" y="55474"/>
                    </a:cubicBezTo>
                    <a:cubicBezTo>
                      <a:pt x="107898" y="55474"/>
                      <a:pt x="133996" y="42679"/>
                      <a:pt x="133996" y="31183"/>
                    </a:cubicBezTo>
                    <a:cubicBezTo>
                      <a:pt x="133996" y="19687"/>
                      <a:pt x="107898" y="6892"/>
                      <a:pt x="70444" y="6892"/>
                    </a:cubicBezTo>
                    <a:close/>
                  </a:path>
                </a:pathLst>
              </a:custGeom>
              <a:solidFill>
                <a:srgbClr val="01355A"/>
              </a:solidFill>
              <a:ln w="2824" cap="flat">
                <a:noFill/>
                <a:prstDash val="solid"/>
                <a:miter/>
              </a:ln>
            </p:spPr>
            <p:txBody>
              <a:bodyPr rtlCol="1" anchor="ctr"/>
              <a:lstStyle/>
              <a:p>
                <a:endParaRPr lang="ar-SA"/>
              </a:p>
            </p:txBody>
          </p:sp>
          <p:sp>
            <p:nvSpPr>
              <p:cNvPr id="7960" name="شكل حر: شكل 8851">
                <a:extLst>
                  <a:ext uri="{FF2B5EF4-FFF2-40B4-BE49-F238E27FC236}">
                    <a16:creationId xmlns:a16="http://schemas.microsoft.com/office/drawing/2014/main" id="{823FBFB1-A6BD-F7AF-FFFC-260BF0E97BA1}"/>
                  </a:ext>
                </a:extLst>
              </p:cNvPr>
              <p:cNvSpPr/>
              <p:nvPr/>
            </p:nvSpPr>
            <p:spPr>
              <a:xfrm>
                <a:off x="5687994" y="110298"/>
                <a:ext cx="6891" cy="151847"/>
              </a:xfrm>
              <a:custGeom>
                <a:avLst/>
                <a:gdLst>
                  <a:gd name="connsiteX0" fmla="*/ 3446 w 6891"/>
                  <a:gd name="connsiteY0" fmla="*/ 151848 h 151847"/>
                  <a:gd name="connsiteX1" fmla="*/ 0 w 6891"/>
                  <a:gd name="connsiteY1" fmla="*/ 148402 h 151847"/>
                  <a:gd name="connsiteX2" fmla="*/ 0 w 6891"/>
                  <a:gd name="connsiteY2" fmla="*/ 3446 h 151847"/>
                  <a:gd name="connsiteX3" fmla="*/ 3446 w 6891"/>
                  <a:gd name="connsiteY3" fmla="*/ 0 h 151847"/>
                  <a:gd name="connsiteX4" fmla="*/ 6892 w 6891"/>
                  <a:gd name="connsiteY4" fmla="*/ 3446 h 151847"/>
                  <a:gd name="connsiteX5" fmla="*/ 6892 w 6891"/>
                  <a:gd name="connsiteY5" fmla="*/ 148402 h 151847"/>
                  <a:gd name="connsiteX6" fmla="*/ 3446 w 6891"/>
                  <a:gd name="connsiteY6" fmla="*/ 151848 h 151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151847">
                    <a:moveTo>
                      <a:pt x="3446" y="151848"/>
                    </a:moveTo>
                    <a:cubicBezTo>
                      <a:pt x="1553" y="151848"/>
                      <a:pt x="0" y="150294"/>
                      <a:pt x="0" y="148402"/>
                    </a:cubicBezTo>
                    <a:lnTo>
                      <a:pt x="0" y="3446"/>
                    </a:lnTo>
                    <a:cubicBezTo>
                      <a:pt x="0" y="1553"/>
                      <a:pt x="1553" y="0"/>
                      <a:pt x="3446" y="0"/>
                    </a:cubicBezTo>
                    <a:cubicBezTo>
                      <a:pt x="5338" y="0"/>
                      <a:pt x="6892" y="1553"/>
                      <a:pt x="6892" y="3446"/>
                    </a:cubicBezTo>
                    <a:lnTo>
                      <a:pt x="6892" y="148402"/>
                    </a:lnTo>
                    <a:cubicBezTo>
                      <a:pt x="6892" y="150294"/>
                      <a:pt x="5338" y="151848"/>
                      <a:pt x="3446" y="151848"/>
                    </a:cubicBezTo>
                    <a:close/>
                  </a:path>
                </a:pathLst>
              </a:custGeom>
              <a:solidFill>
                <a:srgbClr val="01355A"/>
              </a:solidFill>
              <a:ln w="2824" cap="flat">
                <a:noFill/>
                <a:prstDash val="solid"/>
                <a:miter/>
              </a:ln>
            </p:spPr>
            <p:txBody>
              <a:bodyPr rtlCol="1" anchor="ctr"/>
              <a:lstStyle/>
              <a:p>
                <a:endParaRPr lang="ar-SA"/>
              </a:p>
            </p:txBody>
          </p:sp>
          <p:sp>
            <p:nvSpPr>
              <p:cNvPr id="7961" name="شكل حر: شكل 8852">
                <a:extLst>
                  <a:ext uri="{FF2B5EF4-FFF2-40B4-BE49-F238E27FC236}">
                    <a16:creationId xmlns:a16="http://schemas.microsoft.com/office/drawing/2014/main" id="{617AAEFD-8B5D-334F-1B6C-77D3B456D573}"/>
                  </a:ext>
                </a:extLst>
              </p:cNvPr>
              <p:cNvSpPr/>
              <p:nvPr/>
            </p:nvSpPr>
            <p:spPr>
              <a:xfrm>
                <a:off x="5822018" y="110326"/>
                <a:ext cx="6891" cy="77731"/>
              </a:xfrm>
              <a:custGeom>
                <a:avLst/>
                <a:gdLst>
                  <a:gd name="connsiteX0" fmla="*/ 3446 w 6891"/>
                  <a:gd name="connsiteY0" fmla="*/ 77732 h 77731"/>
                  <a:gd name="connsiteX1" fmla="*/ 0 w 6891"/>
                  <a:gd name="connsiteY1" fmla="*/ 74286 h 77731"/>
                  <a:gd name="connsiteX2" fmla="*/ 0 w 6891"/>
                  <a:gd name="connsiteY2" fmla="*/ 3446 h 77731"/>
                  <a:gd name="connsiteX3" fmla="*/ 3446 w 6891"/>
                  <a:gd name="connsiteY3" fmla="*/ 0 h 77731"/>
                  <a:gd name="connsiteX4" fmla="*/ 6892 w 6891"/>
                  <a:gd name="connsiteY4" fmla="*/ 3446 h 77731"/>
                  <a:gd name="connsiteX5" fmla="*/ 6892 w 6891"/>
                  <a:gd name="connsiteY5" fmla="*/ 74286 h 77731"/>
                  <a:gd name="connsiteX6" fmla="*/ 3446 w 6891"/>
                  <a:gd name="connsiteY6" fmla="*/ 77732 h 77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77731">
                    <a:moveTo>
                      <a:pt x="3446" y="77732"/>
                    </a:moveTo>
                    <a:cubicBezTo>
                      <a:pt x="1554" y="77732"/>
                      <a:pt x="0" y="76178"/>
                      <a:pt x="0" y="74286"/>
                    </a:cubicBezTo>
                    <a:lnTo>
                      <a:pt x="0" y="3446"/>
                    </a:lnTo>
                    <a:cubicBezTo>
                      <a:pt x="0" y="1553"/>
                      <a:pt x="1554" y="0"/>
                      <a:pt x="3446" y="0"/>
                    </a:cubicBezTo>
                    <a:cubicBezTo>
                      <a:pt x="5338" y="0"/>
                      <a:pt x="6892" y="1553"/>
                      <a:pt x="6892" y="3446"/>
                    </a:cubicBezTo>
                    <a:lnTo>
                      <a:pt x="6892" y="74286"/>
                    </a:lnTo>
                    <a:cubicBezTo>
                      <a:pt x="6892" y="76178"/>
                      <a:pt x="5338" y="77732"/>
                      <a:pt x="3446" y="77732"/>
                    </a:cubicBezTo>
                    <a:close/>
                  </a:path>
                </a:pathLst>
              </a:custGeom>
              <a:solidFill>
                <a:srgbClr val="01355A"/>
              </a:solidFill>
              <a:ln w="2824" cap="flat">
                <a:noFill/>
                <a:prstDash val="solid"/>
                <a:miter/>
              </a:ln>
            </p:spPr>
            <p:txBody>
              <a:bodyPr rtlCol="1" anchor="ctr"/>
              <a:lstStyle/>
              <a:p>
                <a:endParaRPr lang="ar-SA"/>
              </a:p>
            </p:txBody>
          </p:sp>
          <p:sp>
            <p:nvSpPr>
              <p:cNvPr id="7962" name="شكل حر: شكل 8853">
                <a:extLst>
                  <a:ext uri="{FF2B5EF4-FFF2-40B4-BE49-F238E27FC236}">
                    <a16:creationId xmlns:a16="http://schemas.microsoft.com/office/drawing/2014/main" id="{3038BF9D-1099-6C30-6900-DE42977392A5}"/>
                  </a:ext>
                </a:extLst>
              </p:cNvPr>
              <p:cNvSpPr/>
              <p:nvPr/>
            </p:nvSpPr>
            <p:spPr>
              <a:xfrm>
                <a:off x="5771948" y="312083"/>
                <a:ext cx="20546" cy="9096"/>
              </a:xfrm>
              <a:custGeom>
                <a:avLst/>
                <a:gdLst>
                  <a:gd name="connsiteX0" fmla="*/ 3437 w 20546"/>
                  <a:gd name="connsiteY0" fmla="*/ 9096 h 9096"/>
                  <a:gd name="connsiteX1" fmla="*/ 19 w 20546"/>
                  <a:gd name="connsiteY1" fmla="*/ 6017 h 9096"/>
                  <a:gd name="connsiteX2" fmla="*/ 3070 w 20546"/>
                  <a:gd name="connsiteY2" fmla="*/ 2233 h 9096"/>
                  <a:gd name="connsiteX3" fmla="*/ 16373 w 20546"/>
                  <a:gd name="connsiteY3" fmla="*/ 86 h 9096"/>
                  <a:gd name="connsiteX4" fmla="*/ 20469 w 20546"/>
                  <a:gd name="connsiteY4" fmla="*/ 2713 h 9096"/>
                  <a:gd name="connsiteX5" fmla="*/ 17842 w 20546"/>
                  <a:gd name="connsiteY5" fmla="*/ 6808 h 9096"/>
                  <a:gd name="connsiteX6" fmla="*/ 3804 w 20546"/>
                  <a:gd name="connsiteY6" fmla="*/ 9068 h 9096"/>
                  <a:gd name="connsiteX7" fmla="*/ 3437 w 20546"/>
                  <a:gd name="connsiteY7" fmla="*/ 9068 h 9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546" h="9096">
                    <a:moveTo>
                      <a:pt x="3437" y="9096"/>
                    </a:moveTo>
                    <a:cubicBezTo>
                      <a:pt x="1714" y="9096"/>
                      <a:pt x="217" y="7797"/>
                      <a:pt x="19" y="6017"/>
                    </a:cubicBezTo>
                    <a:cubicBezTo>
                      <a:pt x="-179" y="4125"/>
                      <a:pt x="1177" y="2430"/>
                      <a:pt x="3070" y="2233"/>
                    </a:cubicBezTo>
                    <a:cubicBezTo>
                      <a:pt x="7674" y="1724"/>
                      <a:pt x="12165" y="1018"/>
                      <a:pt x="16373" y="86"/>
                    </a:cubicBezTo>
                    <a:cubicBezTo>
                      <a:pt x="18237" y="-338"/>
                      <a:pt x="20073" y="849"/>
                      <a:pt x="20469" y="2713"/>
                    </a:cubicBezTo>
                    <a:cubicBezTo>
                      <a:pt x="20864" y="4577"/>
                      <a:pt x="19706" y="6413"/>
                      <a:pt x="17842" y="6808"/>
                    </a:cubicBezTo>
                    <a:cubicBezTo>
                      <a:pt x="13379" y="7769"/>
                      <a:pt x="8662" y="8531"/>
                      <a:pt x="3804" y="9068"/>
                    </a:cubicBezTo>
                    <a:cubicBezTo>
                      <a:pt x="3691" y="9068"/>
                      <a:pt x="3550" y="9068"/>
                      <a:pt x="3437" y="9068"/>
                    </a:cubicBezTo>
                    <a:close/>
                  </a:path>
                </a:pathLst>
              </a:custGeom>
              <a:solidFill>
                <a:srgbClr val="01355A"/>
              </a:solidFill>
              <a:ln w="2824" cap="flat">
                <a:noFill/>
                <a:prstDash val="solid"/>
                <a:miter/>
              </a:ln>
            </p:spPr>
            <p:txBody>
              <a:bodyPr rtlCol="1" anchor="ctr"/>
              <a:lstStyle/>
              <a:p>
                <a:endParaRPr lang="ar-SA"/>
              </a:p>
            </p:txBody>
          </p:sp>
        </p:grpSp>
        <p:grpSp>
          <p:nvGrpSpPr>
            <p:cNvPr id="7948" name="رسم 8014">
              <a:extLst>
                <a:ext uri="{FF2B5EF4-FFF2-40B4-BE49-F238E27FC236}">
                  <a16:creationId xmlns:a16="http://schemas.microsoft.com/office/drawing/2014/main" id="{44181774-0E2D-5749-11D1-00619AFB5A3D}"/>
                </a:ext>
              </a:extLst>
            </p:cNvPr>
            <p:cNvGrpSpPr/>
            <p:nvPr/>
          </p:nvGrpSpPr>
          <p:grpSpPr>
            <a:xfrm>
              <a:off x="5613313" y="279714"/>
              <a:ext cx="140888" cy="97814"/>
              <a:chOff x="5613313" y="279714"/>
              <a:chExt cx="140888" cy="97814"/>
            </a:xfrm>
            <a:solidFill>
              <a:srgbClr val="17A3A3"/>
            </a:solidFill>
          </p:grpSpPr>
          <p:sp>
            <p:nvSpPr>
              <p:cNvPr id="7953" name="شكل حر: شكل 8855">
                <a:extLst>
                  <a:ext uri="{FF2B5EF4-FFF2-40B4-BE49-F238E27FC236}">
                    <a16:creationId xmlns:a16="http://schemas.microsoft.com/office/drawing/2014/main" id="{DE525429-3411-62B4-815B-B2CA936AB486}"/>
                  </a:ext>
                </a:extLst>
              </p:cNvPr>
              <p:cNvSpPr/>
              <p:nvPr/>
            </p:nvSpPr>
            <p:spPr>
              <a:xfrm>
                <a:off x="5613313" y="279714"/>
                <a:ext cx="140888" cy="62366"/>
              </a:xfrm>
              <a:custGeom>
                <a:avLst/>
                <a:gdLst>
                  <a:gd name="connsiteX0" fmla="*/ 70444 w 140888"/>
                  <a:gd name="connsiteY0" fmla="*/ 62366 h 62366"/>
                  <a:gd name="connsiteX1" fmla="*/ 0 w 140888"/>
                  <a:gd name="connsiteY1" fmla="*/ 31183 h 62366"/>
                  <a:gd name="connsiteX2" fmla="*/ 70444 w 140888"/>
                  <a:gd name="connsiteY2" fmla="*/ 0 h 62366"/>
                  <a:gd name="connsiteX3" fmla="*/ 140888 w 140888"/>
                  <a:gd name="connsiteY3" fmla="*/ 31183 h 62366"/>
                  <a:gd name="connsiteX4" fmla="*/ 70444 w 140888"/>
                  <a:gd name="connsiteY4" fmla="*/ 62366 h 62366"/>
                  <a:gd name="connsiteX5" fmla="*/ 70444 w 140888"/>
                  <a:gd name="connsiteY5" fmla="*/ 6920 h 62366"/>
                  <a:gd name="connsiteX6" fmla="*/ 6892 w 140888"/>
                  <a:gd name="connsiteY6" fmla="*/ 31211 h 62366"/>
                  <a:gd name="connsiteX7" fmla="*/ 70444 w 140888"/>
                  <a:gd name="connsiteY7" fmla="*/ 55502 h 62366"/>
                  <a:gd name="connsiteX8" fmla="*/ 133997 w 140888"/>
                  <a:gd name="connsiteY8" fmla="*/ 31211 h 62366"/>
                  <a:gd name="connsiteX9" fmla="*/ 70444 w 140888"/>
                  <a:gd name="connsiteY9" fmla="*/ 6920 h 62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0888" h="62366">
                    <a:moveTo>
                      <a:pt x="70444" y="62366"/>
                    </a:moveTo>
                    <a:cubicBezTo>
                      <a:pt x="30929" y="62366"/>
                      <a:pt x="0" y="48667"/>
                      <a:pt x="0" y="31183"/>
                    </a:cubicBezTo>
                    <a:cubicBezTo>
                      <a:pt x="0" y="13699"/>
                      <a:pt x="30957" y="0"/>
                      <a:pt x="70444" y="0"/>
                    </a:cubicBezTo>
                    <a:cubicBezTo>
                      <a:pt x="109931" y="0"/>
                      <a:pt x="140888" y="13699"/>
                      <a:pt x="140888" y="31183"/>
                    </a:cubicBezTo>
                    <a:cubicBezTo>
                      <a:pt x="140888" y="48667"/>
                      <a:pt x="109931" y="62366"/>
                      <a:pt x="70444" y="62366"/>
                    </a:cubicBezTo>
                    <a:close/>
                    <a:moveTo>
                      <a:pt x="70444" y="6920"/>
                    </a:moveTo>
                    <a:cubicBezTo>
                      <a:pt x="32991" y="6920"/>
                      <a:pt x="6892" y="19715"/>
                      <a:pt x="6892" y="31211"/>
                    </a:cubicBezTo>
                    <a:cubicBezTo>
                      <a:pt x="6892" y="42707"/>
                      <a:pt x="32991" y="55502"/>
                      <a:pt x="70444" y="55502"/>
                    </a:cubicBezTo>
                    <a:cubicBezTo>
                      <a:pt x="107898" y="55502"/>
                      <a:pt x="133997" y="42707"/>
                      <a:pt x="133997" y="31211"/>
                    </a:cubicBezTo>
                    <a:cubicBezTo>
                      <a:pt x="133997" y="19715"/>
                      <a:pt x="107898" y="6920"/>
                      <a:pt x="70444" y="6920"/>
                    </a:cubicBezTo>
                    <a:close/>
                  </a:path>
                </a:pathLst>
              </a:custGeom>
              <a:solidFill>
                <a:srgbClr val="17A3A3"/>
              </a:solidFill>
              <a:ln w="2824" cap="flat">
                <a:noFill/>
                <a:prstDash val="solid"/>
                <a:miter/>
              </a:ln>
            </p:spPr>
            <p:txBody>
              <a:bodyPr rtlCol="1" anchor="ctr"/>
              <a:lstStyle/>
              <a:p>
                <a:endParaRPr lang="ar-SA"/>
              </a:p>
            </p:txBody>
          </p:sp>
          <p:sp>
            <p:nvSpPr>
              <p:cNvPr id="7954" name="شكل حر: شكل 8856">
                <a:extLst>
                  <a:ext uri="{FF2B5EF4-FFF2-40B4-BE49-F238E27FC236}">
                    <a16:creationId xmlns:a16="http://schemas.microsoft.com/office/drawing/2014/main" id="{BD80C665-E5ED-A190-7A4A-C1F4A1CEA88C}"/>
                  </a:ext>
                </a:extLst>
              </p:cNvPr>
              <p:cNvSpPr/>
              <p:nvPr/>
            </p:nvSpPr>
            <p:spPr>
              <a:xfrm>
                <a:off x="5613313" y="307508"/>
                <a:ext cx="140888" cy="70020"/>
              </a:xfrm>
              <a:custGeom>
                <a:avLst/>
                <a:gdLst>
                  <a:gd name="connsiteX0" fmla="*/ 70444 w 140888"/>
                  <a:gd name="connsiteY0" fmla="*/ 70021 h 70020"/>
                  <a:gd name="connsiteX1" fmla="*/ 0 w 140888"/>
                  <a:gd name="connsiteY1" fmla="*/ 38866 h 70020"/>
                  <a:gd name="connsiteX2" fmla="*/ 0 w 140888"/>
                  <a:gd name="connsiteY2" fmla="*/ 3446 h 70020"/>
                  <a:gd name="connsiteX3" fmla="*/ 3446 w 140888"/>
                  <a:gd name="connsiteY3" fmla="*/ 0 h 70020"/>
                  <a:gd name="connsiteX4" fmla="*/ 6892 w 140888"/>
                  <a:gd name="connsiteY4" fmla="*/ 3446 h 70020"/>
                  <a:gd name="connsiteX5" fmla="*/ 6892 w 140888"/>
                  <a:gd name="connsiteY5" fmla="*/ 38866 h 70020"/>
                  <a:gd name="connsiteX6" fmla="*/ 70444 w 140888"/>
                  <a:gd name="connsiteY6" fmla="*/ 63157 h 70020"/>
                  <a:gd name="connsiteX7" fmla="*/ 133997 w 140888"/>
                  <a:gd name="connsiteY7" fmla="*/ 38866 h 70020"/>
                  <a:gd name="connsiteX8" fmla="*/ 133997 w 140888"/>
                  <a:gd name="connsiteY8" fmla="*/ 3446 h 70020"/>
                  <a:gd name="connsiteX9" fmla="*/ 137443 w 140888"/>
                  <a:gd name="connsiteY9" fmla="*/ 0 h 70020"/>
                  <a:gd name="connsiteX10" fmla="*/ 140888 w 140888"/>
                  <a:gd name="connsiteY10" fmla="*/ 3446 h 70020"/>
                  <a:gd name="connsiteX11" fmla="*/ 140888 w 140888"/>
                  <a:gd name="connsiteY11" fmla="*/ 38866 h 70020"/>
                  <a:gd name="connsiteX12" fmla="*/ 70444 w 140888"/>
                  <a:gd name="connsiteY12" fmla="*/ 70021 h 70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0888" h="70020">
                    <a:moveTo>
                      <a:pt x="70444" y="70021"/>
                    </a:moveTo>
                    <a:cubicBezTo>
                      <a:pt x="30929" y="70021"/>
                      <a:pt x="0" y="56321"/>
                      <a:pt x="0" y="38866"/>
                    </a:cubicBezTo>
                    <a:lnTo>
                      <a:pt x="0" y="3446"/>
                    </a:lnTo>
                    <a:cubicBezTo>
                      <a:pt x="0" y="1553"/>
                      <a:pt x="1554" y="0"/>
                      <a:pt x="3446" y="0"/>
                    </a:cubicBezTo>
                    <a:cubicBezTo>
                      <a:pt x="5338" y="0"/>
                      <a:pt x="6892" y="1553"/>
                      <a:pt x="6892" y="3446"/>
                    </a:cubicBezTo>
                    <a:lnTo>
                      <a:pt x="6892" y="38866"/>
                    </a:lnTo>
                    <a:cubicBezTo>
                      <a:pt x="6892" y="50362"/>
                      <a:pt x="32991" y="63157"/>
                      <a:pt x="70444" y="63157"/>
                    </a:cubicBezTo>
                    <a:cubicBezTo>
                      <a:pt x="107898" y="63157"/>
                      <a:pt x="133997" y="50362"/>
                      <a:pt x="133997" y="38866"/>
                    </a:cubicBezTo>
                    <a:lnTo>
                      <a:pt x="133997" y="3446"/>
                    </a:lnTo>
                    <a:cubicBezTo>
                      <a:pt x="133997" y="1553"/>
                      <a:pt x="135550" y="0"/>
                      <a:pt x="137443" y="0"/>
                    </a:cubicBezTo>
                    <a:cubicBezTo>
                      <a:pt x="139335" y="0"/>
                      <a:pt x="140888" y="1553"/>
                      <a:pt x="140888" y="3446"/>
                    </a:cubicBezTo>
                    <a:lnTo>
                      <a:pt x="140888" y="38866"/>
                    </a:lnTo>
                    <a:cubicBezTo>
                      <a:pt x="140888" y="56350"/>
                      <a:pt x="109931" y="70021"/>
                      <a:pt x="70444" y="70021"/>
                    </a:cubicBezTo>
                    <a:close/>
                  </a:path>
                </a:pathLst>
              </a:custGeom>
              <a:solidFill>
                <a:srgbClr val="17A3A3"/>
              </a:solidFill>
              <a:ln w="2824" cap="flat">
                <a:noFill/>
                <a:prstDash val="solid"/>
                <a:miter/>
              </a:ln>
            </p:spPr>
            <p:txBody>
              <a:bodyPr rtlCol="1" anchor="ctr"/>
              <a:lstStyle/>
              <a:p>
                <a:endParaRPr lang="ar-SA"/>
              </a:p>
            </p:txBody>
          </p:sp>
        </p:grpSp>
        <p:grpSp>
          <p:nvGrpSpPr>
            <p:cNvPr id="7949" name="رسم 8014">
              <a:extLst>
                <a:ext uri="{FF2B5EF4-FFF2-40B4-BE49-F238E27FC236}">
                  <a16:creationId xmlns:a16="http://schemas.microsoft.com/office/drawing/2014/main" id="{1885BECE-778D-5763-D6A5-FF0E9ADD9F08}"/>
                </a:ext>
              </a:extLst>
            </p:cNvPr>
            <p:cNvGrpSpPr/>
            <p:nvPr/>
          </p:nvGrpSpPr>
          <p:grpSpPr>
            <a:xfrm>
              <a:off x="5803251" y="198637"/>
              <a:ext cx="159895" cy="159882"/>
              <a:chOff x="5803251" y="198637"/>
              <a:chExt cx="159895" cy="159882"/>
            </a:xfrm>
            <a:solidFill>
              <a:srgbClr val="17A3A3"/>
            </a:solidFill>
          </p:grpSpPr>
          <p:sp>
            <p:nvSpPr>
              <p:cNvPr id="7950" name="شكل حر: شكل 8858">
                <a:extLst>
                  <a:ext uri="{FF2B5EF4-FFF2-40B4-BE49-F238E27FC236}">
                    <a16:creationId xmlns:a16="http://schemas.microsoft.com/office/drawing/2014/main" id="{9F2A08BC-8384-741E-D800-95CE05B15609}"/>
                  </a:ext>
                </a:extLst>
              </p:cNvPr>
              <p:cNvSpPr/>
              <p:nvPr/>
            </p:nvSpPr>
            <p:spPr>
              <a:xfrm>
                <a:off x="5803251" y="198637"/>
                <a:ext cx="159895" cy="159882"/>
              </a:xfrm>
              <a:custGeom>
                <a:avLst/>
                <a:gdLst>
                  <a:gd name="connsiteX0" fmla="*/ 79948 w 159895"/>
                  <a:gd name="connsiteY0" fmla="*/ 159882 h 159882"/>
                  <a:gd name="connsiteX1" fmla="*/ 2046 w 159895"/>
                  <a:gd name="connsiteY1" fmla="*/ 97883 h 159882"/>
                  <a:gd name="connsiteX2" fmla="*/ 62012 w 159895"/>
                  <a:gd name="connsiteY2" fmla="*/ 2046 h 159882"/>
                  <a:gd name="connsiteX3" fmla="*/ 157849 w 159895"/>
                  <a:gd name="connsiteY3" fmla="*/ 62012 h 159882"/>
                  <a:gd name="connsiteX4" fmla="*/ 157849 w 159895"/>
                  <a:gd name="connsiteY4" fmla="*/ 62012 h 159882"/>
                  <a:gd name="connsiteX5" fmla="*/ 97884 w 159895"/>
                  <a:gd name="connsiteY5" fmla="*/ 157848 h 159882"/>
                  <a:gd name="connsiteX6" fmla="*/ 79948 w 159895"/>
                  <a:gd name="connsiteY6" fmla="*/ 159882 h 159882"/>
                  <a:gd name="connsiteX7" fmla="*/ 79948 w 159895"/>
                  <a:gd name="connsiteY7" fmla="*/ 6876 h 159882"/>
                  <a:gd name="connsiteX8" fmla="*/ 63537 w 159895"/>
                  <a:gd name="connsiteY8" fmla="*/ 8741 h 159882"/>
                  <a:gd name="connsiteX9" fmla="*/ 8741 w 159895"/>
                  <a:gd name="connsiteY9" fmla="*/ 96330 h 159882"/>
                  <a:gd name="connsiteX10" fmla="*/ 96330 w 159895"/>
                  <a:gd name="connsiteY10" fmla="*/ 151126 h 159882"/>
                  <a:gd name="connsiteX11" fmla="*/ 151126 w 159895"/>
                  <a:gd name="connsiteY11" fmla="*/ 63537 h 159882"/>
                  <a:gd name="connsiteX12" fmla="*/ 151126 w 159895"/>
                  <a:gd name="connsiteY12" fmla="*/ 63537 h 159882"/>
                  <a:gd name="connsiteX13" fmla="*/ 79948 w 159895"/>
                  <a:gd name="connsiteY13" fmla="*/ 6876 h 159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9895" h="159882">
                    <a:moveTo>
                      <a:pt x="79948" y="159882"/>
                    </a:moveTo>
                    <a:cubicBezTo>
                      <a:pt x="43539" y="159882"/>
                      <a:pt x="10548" y="134828"/>
                      <a:pt x="2046" y="97883"/>
                    </a:cubicBezTo>
                    <a:cubicBezTo>
                      <a:pt x="-7839" y="54922"/>
                      <a:pt x="19050" y="11932"/>
                      <a:pt x="62012" y="2046"/>
                    </a:cubicBezTo>
                    <a:cubicBezTo>
                      <a:pt x="104973" y="-7839"/>
                      <a:pt x="147963" y="19050"/>
                      <a:pt x="157849" y="62012"/>
                    </a:cubicBezTo>
                    <a:lnTo>
                      <a:pt x="157849" y="62012"/>
                    </a:lnTo>
                    <a:cubicBezTo>
                      <a:pt x="167735" y="104973"/>
                      <a:pt x="140845" y="147963"/>
                      <a:pt x="97884" y="157848"/>
                    </a:cubicBezTo>
                    <a:cubicBezTo>
                      <a:pt x="91867" y="159233"/>
                      <a:pt x="85851" y="159882"/>
                      <a:pt x="79948" y="159882"/>
                    </a:cubicBezTo>
                    <a:close/>
                    <a:moveTo>
                      <a:pt x="79948" y="6876"/>
                    </a:moveTo>
                    <a:cubicBezTo>
                      <a:pt x="74524" y="6876"/>
                      <a:pt x="69045" y="7470"/>
                      <a:pt x="63537" y="8741"/>
                    </a:cubicBezTo>
                    <a:cubicBezTo>
                      <a:pt x="24276" y="17779"/>
                      <a:pt x="-298" y="57069"/>
                      <a:pt x="8741" y="96330"/>
                    </a:cubicBezTo>
                    <a:cubicBezTo>
                      <a:pt x="17779" y="135591"/>
                      <a:pt x="57069" y="160165"/>
                      <a:pt x="96330" y="151126"/>
                    </a:cubicBezTo>
                    <a:cubicBezTo>
                      <a:pt x="135591" y="142088"/>
                      <a:pt x="160165" y="102798"/>
                      <a:pt x="151126" y="63537"/>
                    </a:cubicBezTo>
                    <a:lnTo>
                      <a:pt x="151126" y="63537"/>
                    </a:lnTo>
                    <a:cubicBezTo>
                      <a:pt x="143359" y="29784"/>
                      <a:pt x="113193" y="6876"/>
                      <a:pt x="79948" y="6876"/>
                    </a:cubicBezTo>
                    <a:close/>
                  </a:path>
                </a:pathLst>
              </a:custGeom>
              <a:solidFill>
                <a:srgbClr val="17A3A3"/>
              </a:solidFill>
              <a:ln w="2824" cap="flat">
                <a:noFill/>
                <a:prstDash val="solid"/>
                <a:miter/>
              </a:ln>
            </p:spPr>
            <p:txBody>
              <a:bodyPr rtlCol="1" anchor="ctr"/>
              <a:lstStyle/>
              <a:p>
                <a:endParaRPr lang="ar-SA"/>
              </a:p>
            </p:txBody>
          </p:sp>
          <p:sp>
            <p:nvSpPr>
              <p:cNvPr id="7951" name="شكل حر: شكل 8859">
                <a:extLst>
                  <a:ext uri="{FF2B5EF4-FFF2-40B4-BE49-F238E27FC236}">
                    <a16:creationId xmlns:a16="http://schemas.microsoft.com/office/drawing/2014/main" id="{52712734-F249-A336-4F57-17A0ADBAA830}"/>
                  </a:ext>
                </a:extLst>
              </p:cNvPr>
              <p:cNvSpPr/>
              <p:nvPr/>
            </p:nvSpPr>
            <p:spPr>
              <a:xfrm>
                <a:off x="5833299" y="234495"/>
                <a:ext cx="81835" cy="94027"/>
              </a:xfrm>
              <a:custGeom>
                <a:avLst/>
                <a:gdLst>
                  <a:gd name="connsiteX0" fmla="*/ 49815 w 81835"/>
                  <a:gd name="connsiteY0" fmla="*/ 93999 h 94027"/>
                  <a:gd name="connsiteX1" fmla="*/ 23434 w 81835"/>
                  <a:gd name="connsiteY1" fmla="*/ 86373 h 94027"/>
                  <a:gd name="connsiteX2" fmla="*/ 1261 w 81835"/>
                  <a:gd name="connsiteY2" fmla="*/ 55274 h 94027"/>
                  <a:gd name="connsiteX3" fmla="*/ 25693 w 81835"/>
                  <a:gd name="connsiteY3" fmla="*/ 422 h 94027"/>
                  <a:gd name="connsiteX4" fmla="*/ 30382 w 81835"/>
                  <a:gd name="connsiteY4" fmla="*/ 1778 h 94027"/>
                  <a:gd name="connsiteX5" fmla="*/ 29026 w 81835"/>
                  <a:gd name="connsiteY5" fmla="*/ 6466 h 94027"/>
                  <a:gd name="connsiteX6" fmla="*/ 7955 w 81835"/>
                  <a:gd name="connsiteY6" fmla="*/ 53749 h 94027"/>
                  <a:gd name="connsiteX7" fmla="*/ 27049 w 81835"/>
                  <a:gd name="connsiteY7" fmla="*/ 80554 h 94027"/>
                  <a:gd name="connsiteX8" fmla="*/ 59531 w 81835"/>
                  <a:gd name="connsiteY8" fmla="*/ 86006 h 94027"/>
                  <a:gd name="connsiteX9" fmla="*/ 76281 w 81835"/>
                  <a:gd name="connsiteY9" fmla="*/ 78069 h 94027"/>
                  <a:gd name="connsiteX10" fmla="*/ 81111 w 81835"/>
                  <a:gd name="connsiteY10" fmla="*/ 78662 h 94027"/>
                  <a:gd name="connsiteX11" fmla="*/ 80518 w 81835"/>
                  <a:gd name="connsiteY11" fmla="*/ 83492 h 94027"/>
                  <a:gd name="connsiteX12" fmla="*/ 61085 w 81835"/>
                  <a:gd name="connsiteY12" fmla="*/ 92728 h 94027"/>
                  <a:gd name="connsiteX13" fmla="*/ 49786 w 81835"/>
                  <a:gd name="connsiteY13" fmla="*/ 94027 h 94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1835" h="94027">
                    <a:moveTo>
                      <a:pt x="49815" y="93999"/>
                    </a:moveTo>
                    <a:cubicBezTo>
                      <a:pt x="40550" y="93999"/>
                      <a:pt x="31483" y="91400"/>
                      <a:pt x="23434" y="86373"/>
                    </a:cubicBezTo>
                    <a:cubicBezTo>
                      <a:pt x="12135" y="79311"/>
                      <a:pt x="4255" y="68239"/>
                      <a:pt x="1261" y="55274"/>
                    </a:cubicBezTo>
                    <a:cubicBezTo>
                      <a:pt x="-3710" y="33695"/>
                      <a:pt x="6345" y="11127"/>
                      <a:pt x="25693" y="422"/>
                    </a:cubicBezTo>
                    <a:cubicBezTo>
                      <a:pt x="27360" y="-482"/>
                      <a:pt x="29450" y="111"/>
                      <a:pt x="30382" y="1778"/>
                    </a:cubicBezTo>
                    <a:cubicBezTo>
                      <a:pt x="31314" y="3444"/>
                      <a:pt x="30693" y="5534"/>
                      <a:pt x="29026" y="6466"/>
                    </a:cubicBezTo>
                    <a:cubicBezTo>
                      <a:pt x="12333" y="15703"/>
                      <a:pt x="3662" y="35135"/>
                      <a:pt x="7955" y="53749"/>
                    </a:cubicBezTo>
                    <a:cubicBezTo>
                      <a:pt x="10525" y="64963"/>
                      <a:pt x="17304" y="74481"/>
                      <a:pt x="27049" y="80554"/>
                    </a:cubicBezTo>
                    <a:cubicBezTo>
                      <a:pt x="36794" y="86655"/>
                      <a:pt x="48318" y="88576"/>
                      <a:pt x="59531" y="86006"/>
                    </a:cubicBezTo>
                    <a:cubicBezTo>
                      <a:pt x="65689" y="84593"/>
                      <a:pt x="71338" y="81910"/>
                      <a:pt x="76281" y="78069"/>
                    </a:cubicBezTo>
                    <a:cubicBezTo>
                      <a:pt x="77778" y="76911"/>
                      <a:pt x="79953" y="77165"/>
                      <a:pt x="81111" y="78662"/>
                    </a:cubicBezTo>
                    <a:cubicBezTo>
                      <a:pt x="82269" y="80159"/>
                      <a:pt x="82015" y="82334"/>
                      <a:pt x="80518" y="83492"/>
                    </a:cubicBezTo>
                    <a:cubicBezTo>
                      <a:pt x="74755" y="87954"/>
                      <a:pt x="68231" y="91061"/>
                      <a:pt x="61085" y="92728"/>
                    </a:cubicBezTo>
                    <a:cubicBezTo>
                      <a:pt x="57328" y="93604"/>
                      <a:pt x="53543" y="94027"/>
                      <a:pt x="49786" y="94027"/>
                    </a:cubicBezTo>
                    <a:close/>
                  </a:path>
                </a:pathLst>
              </a:custGeom>
              <a:solidFill>
                <a:srgbClr val="17A3A3"/>
              </a:solidFill>
              <a:ln w="2824" cap="flat">
                <a:noFill/>
                <a:prstDash val="solid"/>
                <a:miter/>
              </a:ln>
            </p:spPr>
            <p:txBody>
              <a:bodyPr rtlCol="1" anchor="ctr"/>
              <a:lstStyle/>
              <a:p>
                <a:endParaRPr lang="ar-SA"/>
              </a:p>
            </p:txBody>
          </p:sp>
          <p:sp>
            <p:nvSpPr>
              <p:cNvPr id="7952" name="شكل حر: شكل 8860">
                <a:extLst>
                  <a:ext uri="{FF2B5EF4-FFF2-40B4-BE49-F238E27FC236}">
                    <a16:creationId xmlns:a16="http://schemas.microsoft.com/office/drawing/2014/main" id="{A933F49F-B51C-D84C-AD6C-1AD7AFA2FD34}"/>
                  </a:ext>
                </a:extLst>
              </p:cNvPr>
              <p:cNvSpPr/>
              <p:nvPr/>
            </p:nvSpPr>
            <p:spPr>
              <a:xfrm>
                <a:off x="5914614" y="244358"/>
                <a:ext cx="18541" cy="44225"/>
              </a:xfrm>
              <a:custGeom>
                <a:avLst/>
                <a:gdLst>
                  <a:gd name="connsiteX0" fmla="*/ 14624 w 18541"/>
                  <a:gd name="connsiteY0" fmla="*/ 44197 h 44225"/>
                  <a:gd name="connsiteX1" fmla="*/ 14144 w 18541"/>
                  <a:gd name="connsiteY1" fmla="*/ 44169 h 44225"/>
                  <a:gd name="connsiteX2" fmla="*/ 11206 w 18541"/>
                  <a:gd name="connsiteY2" fmla="*/ 40271 h 44225"/>
                  <a:gd name="connsiteX3" fmla="*/ 10529 w 18541"/>
                  <a:gd name="connsiteY3" fmla="*/ 24538 h 44225"/>
                  <a:gd name="connsiteX4" fmla="*/ 869 w 18541"/>
                  <a:gd name="connsiteY4" fmla="*/ 5727 h 44225"/>
                  <a:gd name="connsiteX5" fmla="*/ 1179 w 18541"/>
                  <a:gd name="connsiteY5" fmla="*/ 869 h 44225"/>
                  <a:gd name="connsiteX6" fmla="*/ 6038 w 18541"/>
                  <a:gd name="connsiteY6" fmla="*/ 1179 h 44225"/>
                  <a:gd name="connsiteX7" fmla="*/ 17251 w 18541"/>
                  <a:gd name="connsiteY7" fmla="*/ 23013 h 44225"/>
                  <a:gd name="connsiteX8" fmla="*/ 18042 w 18541"/>
                  <a:gd name="connsiteY8" fmla="*/ 41260 h 44225"/>
                  <a:gd name="connsiteX9" fmla="*/ 14624 w 18541"/>
                  <a:gd name="connsiteY9" fmla="*/ 44225 h 44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41" h="44225">
                    <a:moveTo>
                      <a:pt x="14624" y="44197"/>
                    </a:moveTo>
                    <a:cubicBezTo>
                      <a:pt x="14455" y="44197"/>
                      <a:pt x="14285" y="44197"/>
                      <a:pt x="14144" y="44169"/>
                    </a:cubicBezTo>
                    <a:cubicBezTo>
                      <a:pt x="12252" y="43886"/>
                      <a:pt x="10952" y="42163"/>
                      <a:pt x="11206" y="40271"/>
                    </a:cubicBezTo>
                    <a:cubicBezTo>
                      <a:pt x="11941" y="35046"/>
                      <a:pt x="11715" y="29764"/>
                      <a:pt x="10529" y="24538"/>
                    </a:cubicBezTo>
                    <a:cubicBezTo>
                      <a:pt x="8918" y="17562"/>
                      <a:pt x="5586" y="11065"/>
                      <a:pt x="869" y="5727"/>
                    </a:cubicBezTo>
                    <a:cubicBezTo>
                      <a:pt x="-402" y="4314"/>
                      <a:pt x="-261" y="2111"/>
                      <a:pt x="1179" y="869"/>
                    </a:cubicBezTo>
                    <a:cubicBezTo>
                      <a:pt x="2620" y="-402"/>
                      <a:pt x="4795" y="-261"/>
                      <a:pt x="6038" y="1179"/>
                    </a:cubicBezTo>
                    <a:cubicBezTo>
                      <a:pt x="11517" y="7365"/>
                      <a:pt x="15387" y="14907"/>
                      <a:pt x="17251" y="23013"/>
                    </a:cubicBezTo>
                    <a:cubicBezTo>
                      <a:pt x="18635" y="29058"/>
                      <a:pt x="18917" y="35187"/>
                      <a:pt x="18042" y="41260"/>
                    </a:cubicBezTo>
                    <a:cubicBezTo>
                      <a:pt x="17788" y="42983"/>
                      <a:pt x="16319" y="44225"/>
                      <a:pt x="14624" y="44225"/>
                    </a:cubicBezTo>
                    <a:close/>
                  </a:path>
                </a:pathLst>
              </a:custGeom>
              <a:solidFill>
                <a:srgbClr val="17A3A3"/>
              </a:solidFill>
              <a:ln w="2824" cap="flat">
                <a:noFill/>
                <a:prstDash val="solid"/>
                <a:miter/>
              </a:ln>
            </p:spPr>
            <p:txBody>
              <a:bodyPr rtlCol="1" anchor="ctr"/>
              <a:lstStyle/>
              <a:p>
                <a:endParaRPr lang="ar-SA"/>
              </a:p>
            </p:txBody>
          </p:sp>
        </p:grpSp>
      </p:grpSp>
      <p:grpSp>
        <p:nvGrpSpPr>
          <p:cNvPr id="7963" name="رسم 8014">
            <a:extLst>
              <a:ext uri="{FF2B5EF4-FFF2-40B4-BE49-F238E27FC236}">
                <a16:creationId xmlns:a16="http://schemas.microsoft.com/office/drawing/2014/main" id="{C08F20A2-0461-6F48-84A0-13BDBAA04405}"/>
              </a:ext>
            </a:extLst>
          </p:cNvPr>
          <p:cNvGrpSpPr/>
          <p:nvPr/>
        </p:nvGrpSpPr>
        <p:grpSpPr>
          <a:xfrm>
            <a:off x="5072234" y="1814158"/>
            <a:ext cx="236800" cy="223348"/>
            <a:chOff x="5144269" y="486293"/>
            <a:chExt cx="283047" cy="283367"/>
          </a:xfrm>
        </p:grpSpPr>
        <p:grpSp>
          <p:nvGrpSpPr>
            <p:cNvPr id="7964" name="رسم 8014">
              <a:extLst>
                <a:ext uri="{FF2B5EF4-FFF2-40B4-BE49-F238E27FC236}">
                  <a16:creationId xmlns:a16="http://schemas.microsoft.com/office/drawing/2014/main" id="{094A4E06-6CDC-7FD1-86D5-C6373293E44A}"/>
                </a:ext>
              </a:extLst>
            </p:cNvPr>
            <p:cNvGrpSpPr/>
            <p:nvPr/>
          </p:nvGrpSpPr>
          <p:grpSpPr>
            <a:xfrm>
              <a:off x="5144269" y="518558"/>
              <a:ext cx="283047" cy="138515"/>
              <a:chOff x="5144269" y="518558"/>
              <a:chExt cx="283047" cy="138515"/>
            </a:xfrm>
            <a:solidFill>
              <a:srgbClr val="01355A"/>
            </a:solidFill>
          </p:grpSpPr>
          <p:sp>
            <p:nvSpPr>
              <p:cNvPr id="7972" name="شكل حر: شكل 8863">
                <a:extLst>
                  <a:ext uri="{FF2B5EF4-FFF2-40B4-BE49-F238E27FC236}">
                    <a16:creationId xmlns:a16="http://schemas.microsoft.com/office/drawing/2014/main" id="{3A526027-49AA-CD61-3BEB-F8663B9976C2}"/>
                  </a:ext>
                </a:extLst>
              </p:cNvPr>
              <p:cNvSpPr/>
              <p:nvPr/>
            </p:nvSpPr>
            <p:spPr>
              <a:xfrm>
                <a:off x="5385061" y="518558"/>
                <a:ext cx="42255" cy="138515"/>
              </a:xfrm>
              <a:custGeom>
                <a:avLst/>
                <a:gdLst>
                  <a:gd name="connsiteX0" fmla="*/ 38809 w 42255"/>
                  <a:gd name="connsiteY0" fmla="*/ 138516 h 138515"/>
                  <a:gd name="connsiteX1" fmla="*/ 3446 w 42255"/>
                  <a:gd name="connsiteY1" fmla="*/ 138516 h 138515"/>
                  <a:gd name="connsiteX2" fmla="*/ 0 w 42255"/>
                  <a:gd name="connsiteY2" fmla="*/ 135070 h 138515"/>
                  <a:gd name="connsiteX3" fmla="*/ 3446 w 42255"/>
                  <a:gd name="connsiteY3" fmla="*/ 131624 h 138515"/>
                  <a:gd name="connsiteX4" fmla="*/ 35363 w 42255"/>
                  <a:gd name="connsiteY4" fmla="*/ 131624 h 138515"/>
                  <a:gd name="connsiteX5" fmla="*/ 35363 w 42255"/>
                  <a:gd name="connsiteY5" fmla="*/ 6892 h 138515"/>
                  <a:gd name="connsiteX6" fmla="*/ 3446 w 42255"/>
                  <a:gd name="connsiteY6" fmla="*/ 6892 h 138515"/>
                  <a:gd name="connsiteX7" fmla="*/ 0 w 42255"/>
                  <a:gd name="connsiteY7" fmla="*/ 3446 h 138515"/>
                  <a:gd name="connsiteX8" fmla="*/ 3446 w 42255"/>
                  <a:gd name="connsiteY8" fmla="*/ 0 h 138515"/>
                  <a:gd name="connsiteX9" fmla="*/ 38809 w 42255"/>
                  <a:gd name="connsiteY9" fmla="*/ 0 h 138515"/>
                  <a:gd name="connsiteX10" fmla="*/ 42255 w 42255"/>
                  <a:gd name="connsiteY10" fmla="*/ 3446 h 138515"/>
                  <a:gd name="connsiteX11" fmla="*/ 42255 w 42255"/>
                  <a:gd name="connsiteY11" fmla="*/ 135070 h 138515"/>
                  <a:gd name="connsiteX12" fmla="*/ 38809 w 42255"/>
                  <a:gd name="connsiteY12" fmla="*/ 138516 h 138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255" h="138515">
                    <a:moveTo>
                      <a:pt x="38809" y="138516"/>
                    </a:moveTo>
                    <a:lnTo>
                      <a:pt x="3446" y="138516"/>
                    </a:lnTo>
                    <a:cubicBezTo>
                      <a:pt x="1553" y="138516"/>
                      <a:pt x="0" y="136962"/>
                      <a:pt x="0" y="135070"/>
                    </a:cubicBezTo>
                    <a:cubicBezTo>
                      <a:pt x="0" y="133177"/>
                      <a:pt x="1553" y="131624"/>
                      <a:pt x="3446" y="131624"/>
                    </a:cubicBezTo>
                    <a:lnTo>
                      <a:pt x="35363" y="131624"/>
                    </a:lnTo>
                    <a:lnTo>
                      <a:pt x="35363" y="6892"/>
                    </a:lnTo>
                    <a:lnTo>
                      <a:pt x="3446" y="6892"/>
                    </a:lnTo>
                    <a:cubicBezTo>
                      <a:pt x="1553" y="6892"/>
                      <a:pt x="0" y="5338"/>
                      <a:pt x="0" y="3446"/>
                    </a:cubicBezTo>
                    <a:cubicBezTo>
                      <a:pt x="0" y="1554"/>
                      <a:pt x="1553" y="0"/>
                      <a:pt x="3446" y="0"/>
                    </a:cubicBezTo>
                    <a:lnTo>
                      <a:pt x="38809" y="0"/>
                    </a:lnTo>
                    <a:cubicBezTo>
                      <a:pt x="40701" y="0"/>
                      <a:pt x="42255" y="1554"/>
                      <a:pt x="42255" y="3446"/>
                    </a:cubicBezTo>
                    <a:lnTo>
                      <a:pt x="42255" y="135070"/>
                    </a:lnTo>
                    <a:cubicBezTo>
                      <a:pt x="42255" y="136962"/>
                      <a:pt x="40701" y="138516"/>
                      <a:pt x="38809" y="138516"/>
                    </a:cubicBezTo>
                    <a:close/>
                  </a:path>
                </a:pathLst>
              </a:custGeom>
              <a:solidFill>
                <a:srgbClr val="01355A"/>
              </a:solidFill>
              <a:ln w="2824" cap="flat">
                <a:noFill/>
                <a:prstDash val="solid"/>
                <a:miter/>
              </a:ln>
            </p:spPr>
            <p:txBody>
              <a:bodyPr rtlCol="1" anchor="ctr"/>
              <a:lstStyle/>
              <a:p>
                <a:endParaRPr lang="ar-SA"/>
              </a:p>
            </p:txBody>
          </p:sp>
          <p:sp>
            <p:nvSpPr>
              <p:cNvPr id="7973" name="شكل حر: شكل 8864">
                <a:extLst>
                  <a:ext uri="{FF2B5EF4-FFF2-40B4-BE49-F238E27FC236}">
                    <a16:creationId xmlns:a16="http://schemas.microsoft.com/office/drawing/2014/main" id="{7E398D65-A30E-E470-8F96-164AE047A468}"/>
                  </a:ext>
                </a:extLst>
              </p:cNvPr>
              <p:cNvSpPr/>
              <p:nvPr/>
            </p:nvSpPr>
            <p:spPr>
              <a:xfrm>
                <a:off x="5144269" y="518558"/>
                <a:ext cx="42255" cy="138515"/>
              </a:xfrm>
              <a:custGeom>
                <a:avLst/>
                <a:gdLst>
                  <a:gd name="connsiteX0" fmla="*/ 38809 w 42255"/>
                  <a:gd name="connsiteY0" fmla="*/ 138516 h 138515"/>
                  <a:gd name="connsiteX1" fmla="*/ 3446 w 42255"/>
                  <a:gd name="connsiteY1" fmla="*/ 138516 h 138515"/>
                  <a:gd name="connsiteX2" fmla="*/ 0 w 42255"/>
                  <a:gd name="connsiteY2" fmla="*/ 135070 h 138515"/>
                  <a:gd name="connsiteX3" fmla="*/ 0 w 42255"/>
                  <a:gd name="connsiteY3" fmla="*/ 3446 h 138515"/>
                  <a:gd name="connsiteX4" fmla="*/ 3446 w 42255"/>
                  <a:gd name="connsiteY4" fmla="*/ 0 h 138515"/>
                  <a:gd name="connsiteX5" fmla="*/ 38696 w 42255"/>
                  <a:gd name="connsiteY5" fmla="*/ 0 h 138515"/>
                  <a:gd name="connsiteX6" fmla="*/ 42142 w 42255"/>
                  <a:gd name="connsiteY6" fmla="*/ 3446 h 138515"/>
                  <a:gd name="connsiteX7" fmla="*/ 38696 w 42255"/>
                  <a:gd name="connsiteY7" fmla="*/ 6892 h 138515"/>
                  <a:gd name="connsiteX8" fmla="*/ 6892 w 42255"/>
                  <a:gd name="connsiteY8" fmla="*/ 6892 h 138515"/>
                  <a:gd name="connsiteX9" fmla="*/ 6892 w 42255"/>
                  <a:gd name="connsiteY9" fmla="*/ 131624 h 138515"/>
                  <a:gd name="connsiteX10" fmla="*/ 38809 w 42255"/>
                  <a:gd name="connsiteY10" fmla="*/ 131624 h 138515"/>
                  <a:gd name="connsiteX11" fmla="*/ 42255 w 42255"/>
                  <a:gd name="connsiteY11" fmla="*/ 135070 h 138515"/>
                  <a:gd name="connsiteX12" fmla="*/ 38809 w 42255"/>
                  <a:gd name="connsiteY12" fmla="*/ 138516 h 138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2255" h="138515">
                    <a:moveTo>
                      <a:pt x="38809" y="138516"/>
                    </a:moveTo>
                    <a:lnTo>
                      <a:pt x="3446" y="138516"/>
                    </a:lnTo>
                    <a:cubicBezTo>
                      <a:pt x="1553" y="138516"/>
                      <a:pt x="0" y="136962"/>
                      <a:pt x="0" y="135070"/>
                    </a:cubicBezTo>
                    <a:lnTo>
                      <a:pt x="0" y="3446"/>
                    </a:lnTo>
                    <a:cubicBezTo>
                      <a:pt x="0" y="1554"/>
                      <a:pt x="1553" y="0"/>
                      <a:pt x="3446" y="0"/>
                    </a:cubicBezTo>
                    <a:lnTo>
                      <a:pt x="38696" y="0"/>
                    </a:lnTo>
                    <a:cubicBezTo>
                      <a:pt x="40589" y="0"/>
                      <a:pt x="42142" y="1554"/>
                      <a:pt x="42142" y="3446"/>
                    </a:cubicBezTo>
                    <a:cubicBezTo>
                      <a:pt x="42142" y="5338"/>
                      <a:pt x="40589" y="6892"/>
                      <a:pt x="38696" y="6892"/>
                    </a:cubicBezTo>
                    <a:lnTo>
                      <a:pt x="6892" y="6892"/>
                    </a:lnTo>
                    <a:lnTo>
                      <a:pt x="6892" y="131624"/>
                    </a:lnTo>
                    <a:lnTo>
                      <a:pt x="38809" y="131624"/>
                    </a:lnTo>
                    <a:cubicBezTo>
                      <a:pt x="40701" y="131624"/>
                      <a:pt x="42255" y="133177"/>
                      <a:pt x="42255" y="135070"/>
                    </a:cubicBezTo>
                    <a:cubicBezTo>
                      <a:pt x="42255" y="136962"/>
                      <a:pt x="40701" y="138516"/>
                      <a:pt x="38809" y="138516"/>
                    </a:cubicBezTo>
                    <a:close/>
                  </a:path>
                </a:pathLst>
              </a:custGeom>
              <a:solidFill>
                <a:srgbClr val="01355A"/>
              </a:solidFill>
              <a:ln w="2824" cap="flat">
                <a:noFill/>
                <a:prstDash val="solid"/>
                <a:miter/>
              </a:ln>
            </p:spPr>
            <p:txBody>
              <a:bodyPr rtlCol="1" anchor="ctr"/>
              <a:lstStyle/>
              <a:p>
                <a:endParaRPr lang="ar-SA"/>
              </a:p>
            </p:txBody>
          </p:sp>
        </p:grpSp>
        <p:grpSp>
          <p:nvGrpSpPr>
            <p:cNvPr id="7965" name="رسم 8014">
              <a:extLst>
                <a:ext uri="{FF2B5EF4-FFF2-40B4-BE49-F238E27FC236}">
                  <a16:creationId xmlns:a16="http://schemas.microsoft.com/office/drawing/2014/main" id="{133882AA-D87D-C5A9-68A9-48DF701AF4B7}"/>
                </a:ext>
              </a:extLst>
            </p:cNvPr>
            <p:cNvGrpSpPr/>
            <p:nvPr/>
          </p:nvGrpSpPr>
          <p:grpSpPr>
            <a:xfrm>
              <a:off x="5184191" y="486293"/>
              <a:ext cx="203173" cy="283367"/>
              <a:chOff x="5184191" y="486293"/>
              <a:chExt cx="203173" cy="283367"/>
            </a:xfrm>
            <a:solidFill>
              <a:srgbClr val="17A3A3"/>
            </a:solidFill>
          </p:grpSpPr>
          <p:sp>
            <p:nvSpPr>
              <p:cNvPr id="7966" name="شكل حر: شكل 8866">
                <a:extLst>
                  <a:ext uri="{FF2B5EF4-FFF2-40B4-BE49-F238E27FC236}">
                    <a16:creationId xmlns:a16="http://schemas.microsoft.com/office/drawing/2014/main" id="{4450CBCF-11F8-4EB0-200F-58914F3B12A1}"/>
                  </a:ext>
                </a:extLst>
              </p:cNvPr>
              <p:cNvSpPr/>
              <p:nvPr/>
            </p:nvSpPr>
            <p:spPr>
              <a:xfrm>
                <a:off x="5184191" y="486293"/>
                <a:ext cx="203173" cy="203121"/>
              </a:xfrm>
              <a:custGeom>
                <a:avLst/>
                <a:gdLst>
                  <a:gd name="connsiteX0" fmla="*/ 101672 w 203173"/>
                  <a:gd name="connsiteY0" fmla="*/ 203122 h 203121"/>
                  <a:gd name="connsiteX1" fmla="*/ 67410 w 203173"/>
                  <a:gd name="connsiteY1" fmla="*/ 197134 h 203121"/>
                  <a:gd name="connsiteX2" fmla="*/ 9817 w 203173"/>
                  <a:gd name="connsiteY2" fmla="*/ 144965 h 203121"/>
                  <a:gd name="connsiteX3" fmla="*/ 5976 w 203173"/>
                  <a:gd name="connsiteY3" fmla="*/ 67346 h 203121"/>
                  <a:gd name="connsiteX4" fmla="*/ 58145 w 203173"/>
                  <a:gd name="connsiteY4" fmla="*/ 9753 h 203121"/>
                  <a:gd name="connsiteX5" fmla="*/ 193356 w 203173"/>
                  <a:gd name="connsiteY5" fmla="*/ 58081 h 203121"/>
                  <a:gd name="connsiteX6" fmla="*/ 197198 w 203173"/>
                  <a:gd name="connsiteY6" fmla="*/ 135700 h 203121"/>
                  <a:gd name="connsiteX7" fmla="*/ 145028 w 203173"/>
                  <a:gd name="connsiteY7" fmla="*/ 193293 h 203121"/>
                  <a:gd name="connsiteX8" fmla="*/ 101643 w 203173"/>
                  <a:gd name="connsiteY8" fmla="*/ 203122 h 203121"/>
                  <a:gd name="connsiteX9" fmla="*/ 101446 w 203173"/>
                  <a:gd name="connsiteY9" fmla="*/ 6872 h 203121"/>
                  <a:gd name="connsiteX10" fmla="*/ 61111 w 203173"/>
                  <a:gd name="connsiteY10" fmla="*/ 15967 h 203121"/>
                  <a:gd name="connsiteX11" fmla="*/ 12472 w 203173"/>
                  <a:gd name="connsiteY11" fmla="*/ 69662 h 203121"/>
                  <a:gd name="connsiteX12" fmla="*/ 16060 w 203173"/>
                  <a:gd name="connsiteY12" fmla="*/ 142027 h 203121"/>
                  <a:gd name="connsiteX13" fmla="*/ 69754 w 203173"/>
                  <a:gd name="connsiteY13" fmla="*/ 190666 h 203121"/>
                  <a:gd name="connsiteX14" fmla="*/ 142119 w 203173"/>
                  <a:gd name="connsiteY14" fmla="*/ 187079 h 203121"/>
                  <a:gd name="connsiteX15" fmla="*/ 190758 w 203173"/>
                  <a:gd name="connsiteY15" fmla="*/ 133384 h 203121"/>
                  <a:gd name="connsiteX16" fmla="*/ 187170 w 203173"/>
                  <a:gd name="connsiteY16" fmla="*/ 61019 h 203121"/>
                  <a:gd name="connsiteX17" fmla="*/ 187170 w 203173"/>
                  <a:gd name="connsiteY17" fmla="*/ 61019 h 203121"/>
                  <a:gd name="connsiteX18" fmla="*/ 101474 w 203173"/>
                  <a:gd name="connsiteY18" fmla="*/ 6872 h 203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3173" h="203121">
                    <a:moveTo>
                      <a:pt x="101672" y="203122"/>
                    </a:moveTo>
                    <a:cubicBezTo>
                      <a:pt x="90147" y="203122"/>
                      <a:pt x="78595" y="201145"/>
                      <a:pt x="67410" y="197134"/>
                    </a:cubicBezTo>
                    <a:cubicBezTo>
                      <a:pt x="41876" y="188011"/>
                      <a:pt x="21426" y="169482"/>
                      <a:pt x="9817" y="144965"/>
                    </a:cubicBezTo>
                    <a:cubicBezTo>
                      <a:pt x="-1791" y="120447"/>
                      <a:pt x="-3147" y="92880"/>
                      <a:pt x="5976" y="67346"/>
                    </a:cubicBezTo>
                    <a:cubicBezTo>
                      <a:pt x="15099" y="41812"/>
                      <a:pt x="33628" y="21362"/>
                      <a:pt x="58145" y="9753"/>
                    </a:cubicBezTo>
                    <a:cubicBezTo>
                      <a:pt x="108761" y="-14199"/>
                      <a:pt x="169404" y="7494"/>
                      <a:pt x="193356" y="58081"/>
                    </a:cubicBezTo>
                    <a:cubicBezTo>
                      <a:pt x="204965" y="82599"/>
                      <a:pt x="206321" y="110166"/>
                      <a:pt x="197198" y="135700"/>
                    </a:cubicBezTo>
                    <a:cubicBezTo>
                      <a:pt x="188075" y="161234"/>
                      <a:pt x="169545" y="181684"/>
                      <a:pt x="145028" y="193293"/>
                    </a:cubicBezTo>
                    <a:cubicBezTo>
                      <a:pt x="131245" y="199817"/>
                      <a:pt x="116472" y="203122"/>
                      <a:pt x="101643" y="203122"/>
                    </a:cubicBezTo>
                    <a:close/>
                    <a:moveTo>
                      <a:pt x="101446" y="6872"/>
                    </a:moveTo>
                    <a:cubicBezTo>
                      <a:pt x="87888" y="6872"/>
                      <a:pt x="74132" y="9782"/>
                      <a:pt x="61111" y="15967"/>
                    </a:cubicBezTo>
                    <a:cubicBezTo>
                      <a:pt x="38260" y="26785"/>
                      <a:pt x="20974" y="45851"/>
                      <a:pt x="12472" y="69662"/>
                    </a:cubicBezTo>
                    <a:cubicBezTo>
                      <a:pt x="3970" y="93473"/>
                      <a:pt x="5242" y="119176"/>
                      <a:pt x="16060" y="142027"/>
                    </a:cubicBezTo>
                    <a:cubicBezTo>
                      <a:pt x="26877" y="164878"/>
                      <a:pt x="45943" y="182164"/>
                      <a:pt x="69754" y="190666"/>
                    </a:cubicBezTo>
                    <a:cubicBezTo>
                      <a:pt x="93565" y="199196"/>
                      <a:pt x="119269" y="197897"/>
                      <a:pt x="142119" y="187079"/>
                    </a:cubicBezTo>
                    <a:cubicBezTo>
                      <a:pt x="164970" y="176261"/>
                      <a:pt x="182256" y="157195"/>
                      <a:pt x="190758" y="133384"/>
                    </a:cubicBezTo>
                    <a:cubicBezTo>
                      <a:pt x="199260" y="109573"/>
                      <a:pt x="197989" y="83870"/>
                      <a:pt x="187170" y="61019"/>
                    </a:cubicBezTo>
                    <a:lnTo>
                      <a:pt x="187170" y="61019"/>
                    </a:lnTo>
                    <a:cubicBezTo>
                      <a:pt x="171014" y="26898"/>
                      <a:pt x="136950" y="6872"/>
                      <a:pt x="101474" y="6872"/>
                    </a:cubicBezTo>
                    <a:close/>
                  </a:path>
                </a:pathLst>
              </a:custGeom>
              <a:solidFill>
                <a:srgbClr val="17A3A3"/>
              </a:solidFill>
              <a:ln w="2824" cap="flat">
                <a:noFill/>
                <a:prstDash val="solid"/>
                <a:miter/>
              </a:ln>
            </p:spPr>
            <p:txBody>
              <a:bodyPr rtlCol="1" anchor="ctr"/>
              <a:lstStyle/>
              <a:p>
                <a:endParaRPr lang="ar-SA"/>
              </a:p>
            </p:txBody>
          </p:sp>
          <p:sp>
            <p:nvSpPr>
              <p:cNvPr id="7967" name="شكل حر: شكل 8867">
                <a:extLst>
                  <a:ext uri="{FF2B5EF4-FFF2-40B4-BE49-F238E27FC236}">
                    <a16:creationId xmlns:a16="http://schemas.microsoft.com/office/drawing/2014/main" id="{CDE9538F-0C9A-7FA7-22EB-0D821C57D436}"/>
                  </a:ext>
                </a:extLst>
              </p:cNvPr>
              <p:cNvSpPr/>
              <p:nvPr/>
            </p:nvSpPr>
            <p:spPr>
              <a:xfrm>
                <a:off x="5321999" y="687391"/>
                <a:ext cx="60792" cy="82269"/>
              </a:xfrm>
              <a:custGeom>
                <a:avLst/>
                <a:gdLst>
                  <a:gd name="connsiteX0" fmla="*/ 37330 w 60792"/>
                  <a:gd name="connsiteY0" fmla="*/ 82269 h 82269"/>
                  <a:gd name="connsiteX1" fmla="*/ 25439 w 60792"/>
                  <a:gd name="connsiteY1" fmla="*/ 74756 h 82269"/>
                  <a:gd name="connsiteX2" fmla="*/ 1261 w 60792"/>
                  <a:gd name="connsiteY2" fmla="*/ 23660 h 82269"/>
                  <a:gd name="connsiteX3" fmla="*/ 781 w 60792"/>
                  <a:gd name="connsiteY3" fmla="*/ 13633 h 82269"/>
                  <a:gd name="connsiteX4" fmla="*/ 7503 w 60792"/>
                  <a:gd name="connsiteY4" fmla="*/ 6176 h 82269"/>
                  <a:gd name="connsiteX5" fmla="*/ 17870 w 60792"/>
                  <a:gd name="connsiteY5" fmla="*/ 1261 h 82269"/>
                  <a:gd name="connsiteX6" fmla="*/ 27897 w 60792"/>
                  <a:gd name="connsiteY6" fmla="*/ 781 h 82269"/>
                  <a:gd name="connsiteX7" fmla="*/ 35353 w 60792"/>
                  <a:gd name="connsiteY7" fmla="*/ 7503 h 82269"/>
                  <a:gd name="connsiteX8" fmla="*/ 59532 w 60792"/>
                  <a:gd name="connsiteY8" fmla="*/ 58599 h 82269"/>
                  <a:gd name="connsiteX9" fmla="*/ 60012 w 60792"/>
                  <a:gd name="connsiteY9" fmla="*/ 68627 h 82269"/>
                  <a:gd name="connsiteX10" fmla="*/ 53289 w 60792"/>
                  <a:gd name="connsiteY10" fmla="*/ 76083 h 82269"/>
                  <a:gd name="connsiteX11" fmla="*/ 53289 w 60792"/>
                  <a:gd name="connsiteY11" fmla="*/ 76083 h 82269"/>
                  <a:gd name="connsiteX12" fmla="*/ 42923 w 60792"/>
                  <a:gd name="connsiteY12" fmla="*/ 80998 h 82269"/>
                  <a:gd name="connsiteX13" fmla="*/ 37330 w 60792"/>
                  <a:gd name="connsiteY13" fmla="*/ 82269 h 82269"/>
                  <a:gd name="connsiteX14" fmla="*/ 23462 w 60792"/>
                  <a:gd name="connsiteY14" fmla="*/ 6938 h 82269"/>
                  <a:gd name="connsiteX15" fmla="*/ 20835 w 60792"/>
                  <a:gd name="connsiteY15" fmla="*/ 7532 h 82269"/>
                  <a:gd name="connsiteX16" fmla="*/ 10469 w 60792"/>
                  <a:gd name="connsiteY16" fmla="*/ 12446 h 82269"/>
                  <a:gd name="connsiteX17" fmla="*/ 7278 w 60792"/>
                  <a:gd name="connsiteY17" fmla="*/ 15977 h 82269"/>
                  <a:gd name="connsiteX18" fmla="*/ 7503 w 60792"/>
                  <a:gd name="connsiteY18" fmla="*/ 20722 h 82269"/>
                  <a:gd name="connsiteX19" fmla="*/ 31681 w 60792"/>
                  <a:gd name="connsiteY19" fmla="*/ 71818 h 82269"/>
                  <a:gd name="connsiteX20" fmla="*/ 39986 w 60792"/>
                  <a:gd name="connsiteY20" fmla="*/ 74784 h 82269"/>
                  <a:gd name="connsiteX21" fmla="*/ 50352 w 60792"/>
                  <a:gd name="connsiteY21" fmla="*/ 69869 h 82269"/>
                  <a:gd name="connsiteX22" fmla="*/ 53544 w 60792"/>
                  <a:gd name="connsiteY22" fmla="*/ 66339 h 82269"/>
                  <a:gd name="connsiteX23" fmla="*/ 53317 w 60792"/>
                  <a:gd name="connsiteY23" fmla="*/ 61593 h 82269"/>
                  <a:gd name="connsiteX24" fmla="*/ 29139 w 60792"/>
                  <a:gd name="connsiteY24" fmla="*/ 10497 h 82269"/>
                  <a:gd name="connsiteX25" fmla="*/ 25609 w 60792"/>
                  <a:gd name="connsiteY25" fmla="*/ 7306 h 82269"/>
                  <a:gd name="connsiteX26" fmla="*/ 23490 w 60792"/>
                  <a:gd name="connsiteY26" fmla="*/ 6938 h 82269"/>
                  <a:gd name="connsiteX27" fmla="*/ 51792 w 60792"/>
                  <a:gd name="connsiteY27" fmla="*/ 72976 h 82269"/>
                  <a:gd name="connsiteX28" fmla="*/ 51792 w 60792"/>
                  <a:gd name="connsiteY28" fmla="*/ 72976 h 82269"/>
                  <a:gd name="connsiteX29" fmla="*/ 51792 w 60792"/>
                  <a:gd name="connsiteY29" fmla="*/ 72976 h 82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0792" h="82269">
                    <a:moveTo>
                      <a:pt x="37330" y="82269"/>
                    </a:moveTo>
                    <a:cubicBezTo>
                      <a:pt x="32416" y="82269"/>
                      <a:pt x="27699" y="79501"/>
                      <a:pt x="25439" y="74756"/>
                    </a:cubicBezTo>
                    <a:lnTo>
                      <a:pt x="1261" y="23660"/>
                    </a:lnTo>
                    <a:cubicBezTo>
                      <a:pt x="-236" y="20496"/>
                      <a:pt x="-406" y="16937"/>
                      <a:pt x="781" y="13633"/>
                    </a:cubicBezTo>
                    <a:cubicBezTo>
                      <a:pt x="1967" y="10328"/>
                      <a:pt x="4340" y="7673"/>
                      <a:pt x="7503" y="6176"/>
                    </a:cubicBezTo>
                    <a:lnTo>
                      <a:pt x="17870" y="1261"/>
                    </a:lnTo>
                    <a:cubicBezTo>
                      <a:pt x="21033" y="-236"/>
                      <a:pt x="24592" y="-405"/>
                      <a:pt x="27897" y="781"/>
                    </a:cubicBezTo>
                    <a:cubicBezTo>
                      <a:pt x="31201" y="1967"/>
                      <a:pt x="33856" y="4340"/>
                      <a:pt x="35353" y="7503"/>
                    </a:cubicBezTo>
                    <a:lnTo>
                      <a:pt x="59532" y="58599"/>
                    </a:lnTo>
                    <a:cubicBezTo>
                      <a:pt x="61028" y="61763"/>
                      <a:pt x="61198" y="65322"/>
                      <a:pt x="60012" y="68627"/>
                    </a:cubicBezTo>
                    <a:cubicBezTo>
                      <a:pt x="58826" y="71931"/>
                      <a:pt x="56453" y="74586"/>
                      <a:pt x="53289" y="76083"/>
                    </a:cubicBezTo>
                    <a:lnTo>
                      <a:pt x="53289" y="76083"/>
                    </a:lnTo>
                    <a:lnTo>
                      <a:pt x="42923" y="80998"/>
                    </a:lnTo>
                    <a:cubicBezTo>
                      <a:pt x="41116" y="81845"/>
                      <a:pt x="39223" y="82269"/>
                      <a:pt x="37330" y="82269"/>
                    </a:cubicBezTo>
                    <a:close/>
                    <a:moveTo>
                      <a:pt x="23462" y="6938"/>
                    </a:moveTo>
                    <a:cubicBezTo>
                      <a:pt x="22558" y="6938"/>
                      <a:pt x="21654" y="7136"/>
                      <a:pt x="20835" y="7532"/>
                    </a:cubicBezTo>
                    <a:lnTo>
                      <a:pt x="10469" y="12446"/>
                    </a:lnTo>
                    <a:cubicBezTo>
                      <a:pt x="8972" y="13152"/>
                      <a:pt x="7842" y="14423"/>
                      <a:pt x="7278" y="15977"/>
                    </a:cubicBezTo>
                    <a:cubicBezTo>
                      <a:pt x="6712" y="17559"/>
                      <a:pt x="6797" y="19253"/>
                      <a:pt x="7503" y="20722"/>
                    </a:cubicBezTo>
                    <a:lnTo>
                      <a:pt x="31681" y="71818"/>
                    </a:lnTo>
                    <a:cubicBezTo>
                      <a:pt x="33150" y="74925"/>
                      <a:pt x="36879" y="76253"/>
                      <a:pt x="39986" y="74784"/>
                    </a:cubicBezTo>
                    <a:lnTo>
                      <a:pt x="50352" y="69869"/>
                    </a:lnTo>
                    <a:cubicBezTo>
                      <a:pt x="51849" y="69163"/>
                      <a:pt x="52978" y="67892"/>
                      <a:pt x="53544" y="66339"/>
                    </a:cubicBezTo>
                    <a:cubicBezTo>
                      <a:pt x="54108" y="64757"/>
                      <a:pt x="54024" y="63062"/>
                      <a:pt x="53317" y="61593"/>
                    </a:cubicBezTo>
                    <a:lnTo>
                      <a:pt x="29139" y="10497"/>
                    </a:lnTo>
                    <a:cubicBezTo>
                      <a:pt x="28433" y="9000"/>
                      <a:pt x="27162" y="7870"/>
                      <a:pt x="25609" y="7306"/>
                    </a:cubicBezTo>
                    <a:cubicBezTo>
                      <a:pt x="24903" y="7051"/>
                      <a:pt x="24197" y="6938"/>
                      <a:pt x="23490" y="6938"/>
                    </a:cubicBezTo>
                    <a:close/>
                    <a:moveTo>
                      <a:pt x="51792" y="72976"/>
                    </a:moveTo>
                    <a:lnTo>
                      <a:pt x="51792" y="72976"/>
                    </a:lnTo>
                    <a:lnTo>
                      <a:pt x="51792" y="72976"/>
                    </a:lnTo>
                    <a:close/>
                  </a:path>
                </a:pathLst>
              </a:custGeom>
              <a:solidFill>
                <a:srgbClr val="17A3A3"/>
              </a:solidFill>
              <a:ln w="2824" cap="flat">
                <a:noFill/>
                <a:prstDash val="solid"/>
                <a:miter/>
              </a:ln>
            </p:spPr>
            <p:txBody>
              <a:bodyPr rtlCol="1" anchor="ctr"/>
              <a:lstStyle/>
              <a:p>
                <a:endParaRPr lang="ar-SA"/>
              </a:p>
            </p:txBody>
          </p:sp>
          <p:grpSp>
            <p:nvGrpSpPr>
              <p:cNvPr id="7968" name="رسم 8014">
                <a:extLst>
                  <a:ext uri="{FF2B5EF4-FFF2-40B4-BE49-F238E27FC236}">
                    <a16:creationId xmlns:a16="http://schemas.microsoft.com/office/drawing/2014/main" id="{04CA1B04-A7B5-C4B6-8878-A5557078DFA5}"/>
                  </a:ext>
                </a:extLst>
              </p:cNvPr>
              <p:cNvGrpSpPr/>
              <p:nvPr/>
            </p:nvGrpSpPr>
            <p:grpSpPr>
              <a:xfrm>
                <a:off x="5259482" y="533613"/>
                <a:ext cx="52593" cy="108434"/>
                <a:chOff x="5259482" y="533613"/>
                <a:chExt cx="52593" cy="108434"/>
              </a:xfrm>
              <a:solidFill>
                <a:srgbClr val="17A3A3"/>
              </a:solidFill>
            </p:grpSpPr>
            <p:sp>
              <p:nvSpPr>
                <p:cNvPr id="7969" name="شكل حر: شكل 8869">
                  <a:extLst>
                    <a:ext uri="{FF2B5EF4-FFF2-40B4-BE49-F238E27FC236}">
                      <a16:creationId xmlns:a16="http://schemas.microsoft.com/office/drawing/2014/main" id="{A404C9CE-019F-B533-E28A-00B694212D11}"/>
                    </a:ext>
                  </a:extLst>
                </p:cNvPr>
                <p:cNvSpPr/>
                <p:nvPr/>
              </p:nvSpPr>
              <p:spPr>
                <a:xfrm>
                  <a:off x="5259482" y="543640"/>
                  <a:ext cx="52593" cy="88351"/>
                </a:xfrm>
                <a:custGeom>
                  <a:avLst/>
                  <a:gdLst>
                    <a:gd name="connsiteX0" fmla="*/ 26297 w 52593"/>
                    <a:gd name="connsiteY0" fmla="*/ 88352 h 88351"/>
                    <a:gd name="connsiteX1" fmla="*/ 3333 w 52593"/>
                    <a:gd name="connsiteY1" fmla="*/ 76150 h 88351"/>
                    <a:gd name="connsiteX2" fmla="*/ 4463 w 52593"/>
                    <a:gd name="connsiteY2" fmla="*/ 71405 h 88351"/>
                    <a:gd name="connsiteX3" fmla="*/ 9208 w 52593"/>
                    <a:gd name="connsiteY3" fmla="*/ 72534 h 88351"/>
                    <a:gd name="connsiteX4" fmla="*/ 26297 w 52593"/>
                    <a:gd name="connsiteY4" fmla="*/ 81460 h 88351"/>
                    <a:gd name="connsiteX5" fmla="*/ 45701 w 52593"/>
                    <a:gd name="connsiteY5" fmla="*/ 64541 h 88351"/>
                    <a:gd name="connsiteX6" fmla="*/ 26297 w 52593"/>
                    <a:gd name="connsiteY6" fmla="*/ 47622 h 88351"/>
                    <a:gd name="connsiteX7" fmla="*/ 0 w 52593"/>
                    <a:gd name="connsiteY7" fmla="*/ 23811 h 88351"/>
                    <a:gd name="connsiteX8" fmla="*/ 26297 w 52593"/>
                    <a:gd name="connsiteY8" fmla="*/ 0 h 88351"/>
                    <a:gd name="connsiteX9" fmla="*/ 49260 w 52593"/>
                    <a:gd name="connsiteY9" fmla="*/ 12202 h 88351"/>
                    <a:gd name="connsiteX10" fmla="*/ 48130 w 52593"/>
                    <a:gd name="connsiteY10" fmla="*/ 16947 h 88351"/>
                    <a:gd name="connsiteX11" fmla="*/ 43385 w 52593"/>
                    <a:gd name="connsiteY11" fmla="*/ 15817 h 88351"/>
                    <a:gd name="connsiteX12" fmla="*/ 26297 w 52593"/>
                    <a:gd name="connsiteY12" fmla="*/ 6892 h 88351"/>
                    <a:gd name="connsiteX13" fmla="*/ 6892 w 52593"/>
                    <a:gd name="connsiteY13" fmla="*/ 23811 h 88351"/>
                    <a:gd name="connsiteX14" fmla="*/ 26297 w 52593"/>
                    <a:gd name="connsiteY14" fmla="*/ 40730 h 88351"/>
                    <a:gd name="connsiteX15" fmla="*/ 52593 w 52593"/>
                    <a:gd name="connsiteY15" fmla="*/ 64541 h 88351"/>
                    <a:gd name="connsiteX16" fmla="*/ 26297 w 52593"/>
                    <a:gd name="connsiteY16" fmla="*/ 88352 h 88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2593" h="88351">
                      <a:moveTo>
                        <a:pt x="26297" y="88352"/>
                      </a:moveTo>
                      <a:cubicBezTo>
                        <a:pt x="16778" y="88352"/>
                        <a:pt x="7994" y="83691"/>
                        <a:pt x="3333" y="76150"/>
                      </a:cubicBezTo>
                      <a:cubicBezTo>
                        <a:pt x="2345" y="74540"/>
                        <a:pt x="2825" y="72421"/>
                        <a:pt x="4463" y="71405"/>
                      </a:cubicBezTo>
                      <a:cubicBezTo>
                        <a:pt x="6073" y="70416"/>
                        <a:pt x="8191" y="70896"/>
                        <a:pt x="9208" y="72534"/>
                      </a:cubicBezTo>
                      <a:cubicBezTo>
                        <a:pt x="12598" y="78042"/>
                        <a:pt x="19151" y="81460"/>
                        <a:pt x="26297" y="81460"/>
                      </a:cubicBezTo>
                      <a:cubicBezTo>
                        <a:pt x="37001" y="81460"/>
                        <a:pt x="45701" y="73862"/>
                        <a:pt x="45701" y="64541"/>
                      </a:cubicBezTo>
                      <a:cubicBezTo>
                        <a:pt x="45701" y="55220"/>
                        <a:pt x="37001" y="47622"/>
                        <a:pt x="26297" y="47622"/>
                      </a:cubicBezTo>
                      <a:cubicBezTo>
                        <a:pt x="11807" y="47622"/>
                        <a:pt x="0" y="36945"/>
                        <a:pt x="0" y="23811"/>
                      </a:cubicBezTo>
                      <a:cubicBezTo>
                        <a:pt x="0" y="10677"/>
                        <a:pt x="11778" y="0"/>
                        <a:pt x="26297" y="0"/>
                      </a:cubicBezTo>
                      <a:cubicBezTo>
                        <a:pt x="35815" y="0"/>
                        <a:pt x="44600" y="4660"/>
                        <a:pt x="49260" y="12202"/>
                      </a:cubicBezTo>
                      <a:cubicBezTo>
                        <a:pt x="50249" y="13812"/>
                        <a:pt x="49769" y="15930"/>
                        <a:pt x="48130" y="16947"/>
                      </a:cubicBezTo>
                      <a:cubicBezTo>
                        <a:pt x="46521" y="17936"/>
                        <a:pt x="44374" y="17456"/>
                        <a:pt x="43385" y="15817"/>
                      </a:cubicBezTo>
                      <a:cubicBezTo>
                        <a:pt x="39996" y="10310"/>
                        <a:pt x="33443" y="6892"/>
                        <a:pt x="26297" y="6892"/>
                      </a:cubicBezTo>
                      <a:cubicBezTo>
                        <a:pt x="15592" y="6892"/>
                        <a:pt x="6892" y="14490"/>
                        <a:pt x="6892" y="23811"/>
                      </a:cubicBezTo>
                      <a:cubicBezTo>
                        <a:pt x="6892" y="33132"/>
                        <a:pt x="15592" y="40730"/>
                        <a:pt x="26297" y="40730"/>
                      </a:cubicBezTo>
                      <a:cubicBezTo>
                        <a:pt x="40787" y="40730"/>
                        <a:pt x="52593" y="51407"/>
                        <a:pt x="52593" y="64541"/>
                      </a:cubicBezTo>
                      <a:cubicBezTo>
                        <a:pt x="52593" y="77675"/>
                        <a:pt x="40815" y="88352"/>
                        <a:pt x="26297" y="88352"/>
                      </a:cubicBezTo>
                      <a:close/>
                    </a:path>
                  </a:pathLst>
                </a:custGeom>
                <a:solidFill>
                  <a:srgbClr val="17A3A3"/>
                </a:solidFill>
                <a:ln w="2824" cap="flat">
                  <a:noFill/>
                  <a:prstDash val="solid"/>
                  <a:miter/>
                </a:ln>
              </p:spPr>
              <p:txBody>
                <a:bodyPr rtlCol="1" anchor="ctr"/>
                <a:lstStyle/>
                <a:p>
                  <a:endParaRPr lang="ar-SA"/>
                </a:p>
              </p:txBody>
            </p:sp>
            <p:sp>
              <p:nvSpPr>
                <p:cNvPr id="7970" name="شكل حر: شكل 8870">
                  <a:extLst>
                    <a:ext uri="{FF2B5EF4-FFF2-40B4-BE49-F238E27FC236}">
                      <a16:creationId xmlns:a16="http://schemas.microsoft.com/office/drawing/2014/main" id="{FB4744FE-EA74-62C1-047D-FE8FA6A12CB0}"/>
                    </a:ext>
                  </a:extLst>
                </p:cNvPr>
                <p:cNvSpPr/>
                <p:nvPr/>
              </p:nvSpPr>
              <p:spPr>
                <a:xfrm>
                  <a:off x="5282332" y="533613"/>
                  <a:ext cx="6891" cy="16947"/>
                </a:xfrm>
                <a:custGeom>
                  <a:avLst/>
                  <a:gdLst>
                    <a:gd name="connsiteX0" fmla="*/ 3446 w 6891"/>
                    <a:gd name="connsiteY0" fmla="*/ 16947 h 16947"/>
                    <a:gd name="connsiteX1" fmla="*/ 0 w 6891"/>
                    <a:gd name="connsiteY1" fmla="*/ 13501 h 16947"/>
                    <a:gd name="connsiteX2" fmla="*/ 0 w 6891"/>
                    <a:gd name="connsiteY2" fmla="*/ 3446 h 16947"/>
                    <a:gd name="connsiteX3" fmla="*/ 3446 w 6891"/>
                    <a:gd name="connsiteY3" fmla="*/ 0 h 16947"/>
                    <a:gd name="connsiteX4" fmla="*/ 6892 w 6891"/>
                    <a:gd name="connsiteY4" fmla="*/ 3446 h 16947"/>
                    <a:gd name="connsiteX5" fmla="*/ 6892 w 6891"/>
                    <a:gd name="connsiteY5" fmla="*/ 13501 h 16947"/>
                    <a:gd name="connsiteX6" fmla="*/ 3446 w 6891"/>
                    <a:gd name="connsiteY6" fmla="*/ 16947 h 16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16947">
                      <a:moveTo>
                        <a:pt x="3446" y="16947"/>
                      </a:moveTo>
                      <a:cubicBezTo>
                        <a:pt x="1553" y="16947"/>
                        <a:pt x="0" y="15394"/>
                        <a:pt x="0" y="13501"/>
                      </a:cubicBezTo>
                      <a:lnTo>
                        <a:pt x="0" y="3446"/>
                      </a:lnTo>
                      <a:cubicBezTo>
                        <a:pt x="0" y="1554"/>
                        <a:pt x="1553" y="0"/>
                        <a:pt x="3446" y="0"/>
                      </a:cubicBezTo>
                      <a:cubicBezTo>
                        <a:pt x="5338" y="0"/>
                        <a:pt x="6892" y="1554"/>
                        <a:pt x="6892" y="3446"/>
                      </a:cubicBezTo>
                      <a:lnTo>
                        <a:pt x="6892" y="13501"/>
                      </a:lnTo>
                      <a:cubicBezTo>
                        <a:pt x="6892" y="15394"/>
                        <a:pt x="5338" y="16947"/>
                        <a:pt x="3446" y="16947"/>
                      </a:cubicBezTo>
                      <a:close/>
                    </a:path>
                  </a:pathLst>
                </a:custGeom>
                <a:solidFill>
                  <a:srgbClr val="17A3A3"/>
                </a:solidFill>
                <a:ln w="2824" cap="flat">
                  <a:noFill/>
                  <a:prstDash val="solid"/>
                  <a:miter/>
                </a:ln>
              </p:spPr>
              <p:txBody>
                <a:bodyPr rtlCol="1" anchor="ctr"/>
                <a:lstStyle/>
                <a:p>
                  <a:endParaRPr lang="ar-SA"/>
                </a:p>
              </p:txBody>
            </p:sp>
            <p:sp>
              <p:nvSpPr>
                <p:cNvPr id="7971" name="شكل حر: شكل 8871">
                  <a:extLst>
                    <a:ext uri="{FF2B5EF4-FFF2-40B4-BE49-F238E27FC236}">
                      <a16:creationId xmlns:a16="http://schemas.microsoft.com/office/drawing/2014/main" id="{CF0D0E35-9B89-BBD9-FB09-2AD6FE2DD284}"/>
                    </a:ext>
                  </a:extLst>
                </p:cNvPr>
                <p:cNvSpPr/>
                <p:nvPr/>
              </p:nvSpPr>
              <p:spPr>
                <a:xfrm>
                  <a:off x="5282332" y="625100"/>
                  <a:ext cx="6891" cy="16947"/>
                </a:xfrm>
                <a:custGeom>
                  <a:avLst/>
                  <a:gdLst>
                    <a:gd name="connsiteX0" fmla="*/ 3446 w 6891"/>
                    <a:gd name="connsiteY0" fmla="*/ 16947 h 16947"/>
                    <a:gd name="connsiteX1" fmla="*/ 0 w 6891"/>
                    <a:gd name="connsiteY1" fmla="*/ 13501 h 16947"/>
                    <a:gd name="connsiteX2" fmla="*/ 0 w 6891"/>
                    <a:gd name="connsiteY2" fmla="*/ 3446 h 16947"/>
                    <a:gd name="connsiteX3" fmla="*/ 3446 w 6891"/>
                    <a:gd name="connsiteY3" fmla="*/ 0 h 16947"/>
                    <a:gd name="connsiteX4" fmla="*/ 6892 w 6891"/>
                    <a:gd name="connsiteY4" fmla="*/ 3446 h 16947"/>
                    <a:gd name="connsiteX5" fmla="*/ 6892 w 6891"/>
                    <a:gd name="connsiteY5" fmla="*/ 13501 h 16947"/>
                    <a:gd name="connsiteX6" fmla="*/ 3446 w 6891"/>
                    <a:gd name="connsiteY6" fmla="*/ 16947 h 16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16947">
                      <a:moveTo>
                        <a:pt x="3446" y="16947"/>
                      </a:moveTo>
                      <a:cubicBezTo>
                        <a:pt x="1553" y="16947"/>
                        <a:pt x="0" y="15394"/>
                        <a:pt x="0" y="13501"/>
                      </a:cubicBezTo>
                      <a:lnTo>
                        <a:pt x="0" y="3446"/>
                      </a:lnTo>
                      <a:cubicBezTo>
                        <a:pt x="0" y="1554"/>
                        <a:pt x="1553" y="0"/>
                        <a:pt x="3446" y="0"/>
                      </a:cubicBezTo>
                      <a:cubicBezTo>
                        <a:pt x="5338" y="0"/>
                        <a:pt x="6892" y="1554"/>
                        <a:pt x="6892" y="3446"/>
                      </a:cubicBezTo>
                      <a:lnTo>
                        <a:pt x="6892" y="13501"/>
                      </a:lnTo>
                      <a:cubicBezTo>
                        <a:pt x="6892" y="15394"/>
                        <a:pt x="5338" y="16947"/>
                        <a:pt x="3446" y="16947"/>
                      </a:cubicBezTo>
                      <a:close/>
                    </a:path>
                  </a:pathLst>
                </a:custGeom>
                <a:solidFill>
                  <a:srgbClr val="17A3A3"/>
                </a:solidFill>
                <a:ln w="2824" cap="flat">
                  <a:noFill/>
                  <a:prstDash val="solid"/>
                  <a:miter/>
                </a:ln>
              </p:spPr>
              <p:txBody>
                <a:bodyPr rtlCol="1" anchor="ctr"/>
                <a:lstStyle/>
                <a:p>
                  <a:endParaRPr lang="ar-SA"/>
                </a:p>
              </p:txBody>
            </p:sp>
          </p:grpSp>
        </p:grpSp>
      </p:grpSp>
      <p:grpSp>
        <p:nvGrpSpPr>
          <p:cNvPr id="7974" name="رسم 8014">
            <a:extLst>
              <a:ext uri="{FF2B5EF4-FFF2-40B4-BE49-F238E27FC236}">
                <a16:creationId xmlns:a16="http://schemas.microsoft.com/office/drawing/2014/main" id="{30575942-1D6B-82DA-A16C-5584D2567115}"/>
              </a:ext>
            </a:extLst>
          </p:cNvPr>
          <p:cNvGrpSpPr/>
          <p:nvPr/>
        </p:nvGrpSpPr>
        <p:grpSpPr>
          <a:xfrm>
            <a:off x="1547516" y="2117763"/>
            <a:ext cx="262085" cy="213901"/>
            <a:chOff x="931174" y="871485"/>
            <a:chExt cx="313270" cy="271382"/>
          </a:xfrm>
        </p:grpSpPr>
        <p:grpSp>
          <p:nvGrpSpPr>
            <p:cNvPr id="7975" name="رسم 8014">
              <a:extLst>
                <a:ext uri="{FF2B5EF4-FFF2-40B4-BE49-F238E27FC236}">
                  <a16:creationId xmlns:a16="http://schemas.microsoft.com/office/drawing/2014/main" id="{DF1DEBE5-27BB-A85F-2D0B-B83A40D2A8DB}"/>
                </a:ext>
              </a:extLst>
            </p:cNvPr>
            <p:cNvGrpSpPr/>
            <p:nvPr/>
          </p:nvGrpSpPr>
          <p:grpSpPr>
            <a:xfrm>
              <a:off x="952443" y="871485"/>
              <a:ext cx="268727" cy="271382"/>
              <a:chOff x="952443" y="871485"/>
              <a:chExt cx="268727" cy="271382"/>
            </a:xfrm>
            <a:solidFill>
              <a:srgbClr val="01355A"/>
            </a:solidFill>
          </p:grpSpPr>
          <p:sp>
            <p:nvSpPr>
              <p:cNvPr id="7986" name="شكل حر: شكل 8874">
                <a:extLst>
                  <a:ext uri="{FF2B5EF4-FFF2-40B4-BE49-F238E27FC236}">
                    <a16:creationId xmlns:a16="http://schemas.microsoft.com/office/drawing/2014/main" id="{F3E64AE6-2EA0-882E-E5A2-FF01E817BE9C}"/>
                  </a:ext>
                </a:extLst>
              </p:cNvPr>
              <p:cNvSpPr/>
              <p:nvPr/>
            </p:nvSpPr>
            <p:spPr>
              <a:xfrm>
                <a:off x="958770" y="1101545"/>
                <a:ext cx="256045" cy="41323"/>
              </a:xfrm>
              <a:custGeom>
                <a:avLst/>
                <a:gdLst>
                  <a:gd name="connsiteX0" fmla="*/ 240397 w 256045"/>
                  <a:gd name="connsiteY0" fmla="*/ 41323 h 41323"/>
                  <a:gd name="connsiteX1" fmla="*/ 15648 w 256045"/>
                  <a:gd name="connsiteY1" fmla="*/ 41323 h 41323"/>
                  <a:gd name="connsiteX2" fmla="*/ 0 w 256045"/>
                  <a:gd name="connsiteY2" fmla="*/ 25675 h 41323"/>
                  <a:gd name="connsiteX3" fmla="*/ 0 w 256045"/>
                  <a:gd name="connsiteY3" fmla="*/ 15648 h 41323"/>
                  <a:gd name="connsiteX4" fmla="*/ 15648 w 256045"/>
                  <a:gd name="connsiteY4" fmla="*/ 0 h 41323"/>
                  <a:gd name="connsiteX5" fmla="*/ 240397 w 256045"/>
                  <a:gd name="connsiteY5" fmla="*/ 0 h 41323"/>
                  <a:gd name="connsiteX6" fmla="*/ 256045 w 256045"/>
                  <a:gd name="connsiteY6" fmla="*/ 15648 h 41323"/>
                  <a:gd name="connsiteX7" fmla="*/ 256045 w 256045"/>
                  <a:gd name="connsiteY7" fmla="*/ 25675 h 41323"/>
                  <a:gd name="connsiteX8" fmla="*/ 240397 w 256045"/>
                  <a:gd name="connsiteY8" fmla="*/ 41323 h 41323"/>
                  <a:gd name="connsiteX9" fmla="*/ 15648 w 256045"/>
                  <a:gd name="connsiteY9" fmla="*/ 6864 h 41323"/>
                  <a:gd name="connsiteX10" fmla="*/ 6864 w 256045"/>
                  <a:gd name="connsiteY10" fmla="*/ 15648 h 41323"/>
                  <a:gd name="connsiteX11" fmla="*/ 6864 w 256045"/>
                  <a:gd name="connsiteY11" fmla="*/ 25675 h 41323"/>
                  <a:gd name="connsiteX12" fmla="*/ 15648 w 256045"/>
                  <a:gd name="connsiteY12" fmla="*/ 34431 h 41323"/>
                  <a:gd name="connsiteX13" fmla="*/ 240397 w 256045"/>
                  <a:gd name="connsiteY13" fmla="*/ 34431 h 41323"/>
                  <a:gd name="connsiteX14" fmla="*/ 249182 w 256045"/>
                  <a:gd name="connsiteY14" fmla="*/ 25675 h 41323"/>
                  <a:gd name="connsiteX15" fmla="*/ 249182 w 256045"/>
                  <a:gd name="connsiteY15" fmla="*/ 15648 h 41323"/>
                  <a:gd name="connsiteX16" fmla="*/ 240397 w 256045"/>
                  <a:gd name="connsiteY16" fmla="*/ 6864 h 41323"/>
                  <a:gd name="connsiteX17" fmla="*/ 15648 w 256045"/>
                  <a:gd name="connsiteY17" fmla="*/ 6864 h 41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6045" h="41323">
                    <a:moveTo>
                      <a:pt x="240397" y="41323"/>
                    </a:moveTo>
                    <a:lnTo>
                      <a:pt x="15648" y="41323"/>
                    </a:lnTo>
                    <a:cubicBezTo>
                      <a:pt x="7005" y="41323"/>
                      <a:pt x="0" y="34290"/>
                      <a:pt x="0" y="25675"/>
                    </a:cubicBezTo>
                    <a:lnTo>
                      <a:pt x="0" y="15648"/>
                    </a:lnTo>
                    <a:cubicBezTo>
                      <a:pt x="0" y="7005"/>
                      <a:pt x="7033" y="0"/>
                      <a:pt x="15648" y="0"/>
                    </a:cubicBezTo>
                    <a:lnTo>
                      <a:pt x="240397" y="0"/>
                    </a:lnTo>
                    <a:cubicBezTo>
                      <a:pt x="249040" y="0"/>
                      <a:pt x="256045" y="7033"/>
                      <a:pt x="256045" y="15648"/>
                    </a:cubicBezTo>
                    <a:lnTo>
                      <a:pt x="256045" y="25675"/>
                    </a:lnTo>
                    <a:cubicBezTo>
                      <a:pt x="256045" y="34318"/>
                      <a:pt x="249012" y="41323"/>
                      <a:pt x="240397" y="41323"/>
                    </a:cubicBezTo>
                    <a:close/>
                    <a:moveTo>
                      <a:pt x="15648" y="6864"/>
                    </a:moveTo>
                    <a:cubicBezTo>
                      <a:pt x="10818" y="6864"/>
                      <a:pt x="6864" y="10790"/>
                      <a:pt x="6864" y="15648"/>
                    </a:cubicBezTo>
                    <a:lnTo>
                      <a:pt x="6864" y="25675"/>
                    </a:lnTo>
                    <a:cubicBezTo>
                      <a:pt x="6864" y="30505"/>
                      <a:pt x="10790" y="34431"/>
                      <a:pt x="15648" y="34431"/>
                    </a:cubicBezTo>
                    <a:lnTo>
                      <a:pt x="240397" y="34431"/>
                    </a:lnTo>
                    <a:cubicBezTo>
                      <a:pt x="245227" y="34431"/>
                      <a:pt x="249182" y="30505"/>
                      <a:pt x="249182" y="25675"/>
                    </a:cubicBezTo>
                    <a:lnTo>
                      <a:pt x="249182" y="15648"/>
                    </a:lnTo>
                    <a:cubicBezTo>
                      <a:pt x="249182" y="10818"/>
                      <a:pt x="245255" y="6864"/>
                      <a:pt x="240397" y="6864"/>
                    </a:cubicBezTo>
                    <a:lnTo>
                      <a:pt x="15648" y="6864"/>
                    </a:lnTo>
                    <a:close/>
                  </a:path>
                </a:pathLst>
              </a:custGeom>
              <a:solidFill>
                <a:srgbClr val="01355A"/>
              </a:solidFill>
              <a:ln w="2824" cap="flat">
                <a:noFill/>
                <a:prstDash val="solid"/>
                <a:miter/>
              </a:ln>
            </p:spPr>
            <p:txBody>
              <a:bodyPr rtlCol="1" anchor="ctr"/>
              <a:lstStyle/>
              <a:p>
                <a:endParaRPr lang="ar-SA"/>
              </a:p>
            </p:txBody>
          </p:sp>
          <p:grpSp>
            <p:nvGrpSpPr>
              <p:cNvPr id="7987" name="رسم 8014">
                <a:extLst>
                  <a:ext uri="{FF2B5EF4-FFF2-40B4-BE49-F238E27FC236}">
                    <a16:creationId xmlns:a16="http://schemas.microsoft.com/office/drawing/2014/main" id="{CD4754BE-F12B-4F9D-CCC6-F1EACC3F071A}"/>
                  </a:ext>
                </a:extLst>
              </p:cNvPr>
              <p:cNvGrpSpPr/>
              <p:nvPr/>
            </p:nvGrpSpPr>
            <p:grpSpPr>
              <a:xfrm>
                <a:off x="985010" y="946505"/>
                <a:ext cx="205146" cy="161931"/>
                <a:chOff x="985010" y="946505"/>
                <a:chExt cx="205146" cy="161931"/>
              </a:xfrm>
              <a:solidFill>
                <a:srgbClr val="01355A"/>
              </a:solidFill>
            </p:grpSpPr>
            <p:sp>
              <p:nvSpPr>
                <p:cNvPr id="7989" name="شكل حر: شكل 8876">
                  <a:extLst>
                    <a:ext uri="{FF2B5EF4-FFF2-40B4-BE49-F238E27FC236}">
                      <a16:creationId xmlns:a16="http://schemas.microsoft.com/office/drawing/2014/main" id="{4DF9FE2F-D367-12C6-6CF0-8ABDD8018269}"/>
                    </a:ext>
                  </a:extLst>
                </p:cNvPr>
                <p:cNvSpPr/>
                <p:nvPr/>
              </p:nvSpPr>
              <p:spPr>
                <a:xfrm>
                  <a:off x="985010" y="1091037"/>
                  <a:ext cx="40560" cy="17371"/>
                </a:xfrm>
                <a:custGeom>
                  <a:avLst/>
                  <a:gdLst>
                    <a:gd name="connsiteX0" fmla="*/ 37115 w 40560"/>
                    <a:gd name="connsiteY0" fmla="*/ 17371 h 17371"/>
                    <a:gd name="connsiteX1" fmla="*/ 3446 w 40560"/>
                    <a:gd name="connsiteY1" fmla="*/ 17371 h 17371"/>
                    <a:gd name="connsiteX2" fmla="*/ 0 w 40560"/>
                    <a:gd name="connsiteY2" fmla="*/ 13925 h 17371"/>
                    <a:gd name="connsiteX3" fmla="*/ 0 w 40560"/>
                    <a:gd name="connsiteY3" fmla="*/ 3446 h 17371"/>
                    <a:gd name="connsiteX4" fmla="*/ 3446 w 40560"/>
                    <a:gd name="connsiteY4" fmla="*/ 0 h 17371"/>
                    <a:gd name="connsiteX5" fmla="*/ 6892 w 40560"/>
                    <a:gd name="connsiteY5" fmla="*/ 3446 h 17371"/>
                    <a:gd name="connsiteX6" fmla="*/ 6892 w 40560"/>
                    <a:gd name="connsiteY6" fmla="*/ 10479 h 17371"/>
                    <a:gd name="connsiteX7" fmla="*/ 33669 w 40560"/>
                    <a:gd name="connsiteY7" fmla="*/ 10479 h 17371"/>
                    <a:gd name="connsiteX8" fmla="*/ 33669 w 40560"/>
                    <a:gd name="connsiteY8" fmla="*/ 5593 h 17371"/>
                    <a:gd name="connsiteX9" fmla="*/ 37115 w 40560"/>
                    <a:gd name="connsiteY9" fmla="*/ 2147 h 17371"/>
                    <a:gd name="connsiteX10" fmla="*/ 40560 w 40560"/>
                    <a:gd name="connsiteY10" fmla="*/ 5593 h 17371"/>
                    <a:gd name="connsiteX11" fmla="*/ 40560 w 40560"/>
                    <a:gd name="connsiteY11" fmla="*/ 13925 h 17371"/>
                    <a:gd name="connsiteX12" fmla="*/ 37115 w 40560"/>
                    <a:gd name="connsiteY12" fmla="*/ 17371 h 17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560" h="17371">
                      <a:moveTo>
                        <a:pt x="37115" y="17371"/>
                      </a:moveTo>
                      <a:lnTo>
                        <a:pt x="3446" y="17371"/>
                      </a:lnTo>
                      <a:cubicBezTo>
                        <a:pt x="1554" y="17371"/>
                        <a:pt x="0" y="15817"/>
                        <a:pt x="0" y="13925"/>
                      </a:cubicBezTo>
                      <a:lnTo>
                        <a:pt x="0" y="3446"/>
                      </a:lnTo>
                      <a:cubicBezTo>
                        <a:pt x="0" y="1554"/>
                        <a:pt x="1554" y="0"/>
                        <a:pt x="3446" y="0"/>
                      </a:cubicBezTo>
                      <a:cubicBezTo>
                        <a:pt x="5338" y="0"/>
                        <a:pt x="6892" y="1554"/>
                        <a:pt x="6892" y="3446"/>
                      </a:cubicBezTo>
                      <a:lnTo>
                        <a:pt x="6892" y="10479"/>
                      </a:lnTo>
                      <a:lnTo>
                        <a:pt x="33669" y="10479"/>
                      </a:lnTo>
                      <a:lnTo>
                        <a:pt x="33669" y="5593"/>
                      </a:lnTo>
                      <a:cubicBezTo>
                        <a:pt x="33669" y="3700"/>
                        <a:pt x="35222" y="2147"/>
                        <a:pt x="37115" y="2147"/>
                      </a:cubicBezTo>
                      <a:cubicBezTo>
                        <a:pt x="39007" y="2147"/>
                        <a:pt x="40560" y="3700"/>
                        <a:pt x="40560" y="5593"/>
                      </a:cubicBezTo>
                      <a:lnTo>
                        <a:pt x="40560" y="13925"/>
                      </a:lnTo>
                      <a:cubicBezTo>
                        <a:pt x="40560" y="15817"/>
                        <a:pt x="39007" y="17371"/>
                        <a:pt x="37115" y="17371"/>
                      </a:cubicBezTo>
                      <a:close/>
                    </a:path>
                  </a:pathLst>
                </a:custGeom>
                <a:solidFill>
                  <a:srgbClr val="01355A"/>
                </a:solidFill>
                <a:ln w="2824" cap="flat">
                  <a:noFill/>
                  <a:prstDash val="solid"/>
                  <a:miter/>
                </a:ln>
              </p:spPr>
              <p:txBody>
                <a:bodyPr rtlCol="1" anchor="ctr"/>
                <a:lstStyle/>
                <a:p>
                  <a:endParaRPr lang="ar-SA"/>
                </a:p>
              </p:txBody>
            </p:sp>
            <p:sp>
              <p:nvSpPr>
                <p:cNvPr id="7990" name="شكل حر: شكل 8877">
                  <a:extLst>
                    <a:ext uri="{FF2B5EF4-FFF2-40B4-BE49-F238E27FC236}">
                      <a16:creationId xmlns:a16="http://schemas.microsoft.com/office/drawing/2014/main" id="{BDCDC6D0-5F39-A6FA-CE5F-13814C8EF5EF}"/>
                    </a:ext>
                  </a:extLst>
                </p:cNvPr>
                <p:cNvSpPr/>
                <p:nvPr/>
              </p:nvSpPr>
              <p:spPr>
                <a:xfrm>
                  <a:off x="985010" y="946533"/>
                  <a:ext cx="40560" cy="81798"/>
                </a:xfrm>
                <a:custGeom>
                  <a:avLst/>
                  <a:gdLst>
                    <a:gd name="connsiteX0" fmla="*/ 3446 w 40560"/>
                    <a:gd name="connsiteY0" fmla="*/ 81771 h 81798"/>
                    <a:gd name="connsiteX1" fmla="*/ 0 w 40560"/>
                    <a:gd name="connsiteY1" fmla="*/ 78325 h 81798"/>
                    <a:gd name="connsiteX2" fmla="*/ 0 w 40560"/>
                    <a:gd name="connsiteY2" fmla="*/ 3446 h 81798"/>
                    <a:gd name="connsiteX3" fmla="*/ 3446 w 40560"/>
                    <a:gd name="connsiteY3" fmla="*/ 0 h 81798"/>
                    <a:gd name="connsiteX4" fmla="*/ 37115 w 40560"/>
                    <a:gd name="connsiteY4" fmla="*/ 0 h 81798"/>
                    <a:gd name="connsiteX5" fmla="*/ 40560 w 40560"/>
                    <a:gd name="connsiteY5" fmla="*/ 3446 h 81798"/>
                    <a:gd name="connsiteX6" fmla="*/ 40560 w 40560"/>
                    <a:gd name="connsiteY6" fmla="*/ 76489 h 81798"/>
                    <a:gd name="connsiteX7" fmla="*/ 37115 w 40560"/>
                    <a:gd name="connsiteY7" fmla="*/ 79935 h 81798"/>
                    <a:gd name="connsiteX8" fmla="*/ 33669 w 40560"/>
                    <a:gd name="connsiteY8" fmla="*/ 76489 h 81798"/>
                    <a:gd name="connsiteX9" fmla="*/ 33669 w 40560"/>
                    <a:gd name="connsiteY9" fmla="*/ 6892 h 81798"/>
                    <a:gd name="connsiteX10" fmla="*/ 6892 w 40560"/>
                    <a:gd name="connsiteY10" fmla="*/ 6892 h 81798"/>
                    <a:gd name="connsiteX11" fmla="*/ 6892 w 40560"/>
                    <a:gd name="connsiteY11" fmla="*/ 78353 h 81798"/>
                    <a:gd name="connsiteX12" fmla="*/ 3446 w 40560"/>
                    <a:gd name="connsiteY12" fmla="*/ 81799 h 81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560" h="81798">
                      <a:moveTo>
                        <a:pt x="3446" y="81771"/>
                      </a:moveTo>
                      <a:cubicBezTo>
                        <a:pt x="1554" y="81771"/>
                        <a:pt x="0" y="80217"/>
                        <a:pt x="0" y="78325"/>
                      </a:cubicBezTo>
                      <a:lnTo>
                        <a:pt x="0" y="3446"/>
                      </a:lnTo>
                      <a:cubicBezTo>
                        <a:pt x="0" y="1554"/>
                        <a:pt x="1554" y="0"/>
                        <a:pt x="3446" y="0"/>
                      </a:cubicBezTo>
                      <a:lnTo>
                        <a:pt x="37115" y="0"/>
                      </a:lnTo>
                      <a:cubicBezTo>
                        <a:pt x="39007" y="0"/>
                        <a:pt x="40560" y="1554"/>
                        <a:pt x="40560" y="3446"/>
                      </a:cubicBezTo>
                      <a:lnTo>
                        <a:pt x="40560" y="76489"/>
                      </a:lnTo>
                      <a:cubicBezTo>
                        <a:pt x="40560" y="78381"/>
                        <a:pt x="39007" y="79935"/>
                        <a:pt x="37115" y="79935"/>
                      </a:cubicBezTo>
                      <a:cubicBezTo>
                        <a:pt x="35222" y="79935"/>
                        <a:pt x="33669" y="78381"/>
                        <a:pt x="33669" y="76489"/>
                      </a:cubicBezTo>
                      <a:lnTo>
                        <a:pt x="33669" y="6892"/>
                      </a:lnTo>
                      <a:lnTo>
                        <a:pt x="6892" y="6892"/>
                      </a:lnTo>
                      <a:lnTo>
                        <a:pt x="6892" y="78353"/>
                      </a:lnTo>
                      <a:cubicBezTo>
                        <a:pt x="6892" y="80245"/>
                        <a:pt x="5338" y="81799"/>
                        <a:pt x="3446" y="81799"/>
                      </a:cubicBezTo>
                      <a:close/>
                    </a:path>
                  </a:pathLst>
                </a:custGeom>
                <a:solidFill>
                  <a:srgbClr val="01355A"/>
                </a:solidFill>
                <a:ln w="2824" cap="flat">
                  <a:noFill/>
                  <a:prstDash val="solid"/>
                  <a:miter/>
                </a:ln>
              </p:spPr>
              <p:txBody>
                <a:bodyPr rtlCol="1" anchor="ctr"/>
                <a:lstStyle/>
                <a:p>
                  <a:endParaRPr lang="ar-SA"/>
                </a:p>
              </p:txBody>
            </p:sp>
            <p:sp>
              <p:nvSpPr>
                <p:cNvPr id="7991" name="شكل حر: شكل 8878">
                  <a:extLst>
                    <a:ext uri="{FF2B5EF4-FFF2-40B4-BE49-F238E27FC236}">
                      <a16:creationId xmlns:a16="http://schemas.microsoft.com/office/drawing/2014/main" id="{3AAC002C-61A6-1107-C527-EA257FB6133C}"/>
                    </a:ext>
                  </a:extLst>
                </p:cNvPr>
                <p:cNvSpPr/>
                <p:nvPr/>
              </p:nvSpPr>
              <p:spPr>
                <a:xfrm>
                  <a:off x="1066527" y="946505"/>
                  <a:ext cx="40560" cy="26946"/>
                </a:xfrm>
                <a:custGeom>
                  <a:avLst/>
                  <a:gdLst>
                    <a:gd name="connsiteX0" fmla="*/ 37115 w 40560"/>
                    <a:gd name="connsiteY0" fmla="*/ 26946 h 26946"/>
                    <a:gd name="connsiteX1" fmla="*/ 33669 w 40560"/>
                    <a:gd name="connsiteY1" fmla="*/ 23500 h 26946"/>
                    <a:gd name="connsiteX2" fmla="*/ 33669 w 40560"/>
                    <a:gd name="connsiteY2" fmla="*/ 6892 h 26946"/>
                    <a:gd name="connsiteX3" fmla="*/ 6892 w 40560"/>
                    <a:gd name="connsiteY3" fmla="*/ 6892 h 26946"/>
                    <a:gd name="connsiteX4" fmla="*/ 6892 w 40560"/>
                    <a:gd name="connsiteY4" fmla="*/ 23500 h 26946"/>
                    <a:gd name="connsiteX5" fmla="*/ 3446 w 40560"/>
                    <a:gd name="connsiteY5" fmla="*/ 26946 h 26946"/>
                    <a:gd name="connsiteX6" fmla="*/ 0 w 40560"/>
                    <a:gd name="connsiteY6" fmla="*/ 23500 h 26946"/>
                    <a:gd name="connsiteX7" fmla="*/ 0 w 40560"/>
                    <a:gd name="connsiteY7" fmla="*/ 3446 h 26946"/>
                    <a:gd name="connsiteX8" fmla="*/ 3446 w 40560"/>
                    <a:gd name="connsiteY8" fmla="*/ 0 h 26946"/>
                    <a:gd name="connsiteX9" fmla="*/ 37115 w 40560"/>
                    <a:gd name="connsiteY9" fmla="*/ 0 h 26946"/>
                    <a:gd name="connsiteX10" fmla="*/ 40561 w 40560"/>
                    <a:gd name="connsiteY10" fmla="*/ 3446 h 26946"/>
                    <a:gd name="connsiteX11" fmla="*/ 40561 w 40560"/>
                    <a:gd name="connsiteY11" fmla="*/ 23500 h 26946"/>
                    <a:gd name="connsiteX12" fmla="*/ 37115 w 40560"/>
                    <a:gd name="connsiteY12" fmla="*/ 26946 h 26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560" h="26946">
                      <a:moveTo>
                        <a:pt x="37115" y="26946"/>
                      </a:moveTo>
                      <a:cubicBezTo>
                        <a:pt x="35222" y="26946"/>
                        <a:pt x="33669" y="25393"/>
                        <a:pt x="33669" y="23500"/>
                      </a:cubicBezTo>
                      <a:lnTo>
                        <a:pt x="33669" y="6892"/>
                      </a:lnTo>
                      <a:lnTo>
                        <a:pt x="6892" y="6892"/>
                      </a:lnTo>
                      <a:lnTo>
                        <a:pt x="6892" y="23500"/>
                      </a:lnTo>
                      <a:cubicBezTo>
                        <a:pt x="6892" y="25393"/>
                        <a:pt x="5338" y="26946"/>
                        <a:pt x="3446" y="26946"/>
                      </a:cubicBezTo>
                      <a:cubicBezTo>
                        <a:pt x="1553" y="26946"/>
                        <a:pt x="0" y="25393"/>
                        <a:pt x="0" y="23500"/>
                      </a:cubicBezTo>
                      <a:lnTo>
                        <a:pt x="0" y="3446"/>
                      </a:lnTo>
                      <a:cubicBezTo>
                        <a:pt x="0" y="1553"/>
                        <a:pt x="1553" y="0"/>
                        <a:pt x="3446" y="0"/>
                      </a:cubicBezTo>
                      <a:lnTo>
                        <a:pt x="37115" y="0"/>
                      </a:lnTo>
                      <a:cubicBezTo>
                        <a:pt x="39007" y="0"/>
                        <a:pt x="40561" y="1553"/>
                        <a:pt x="40561" y="3446"/>
                      </a:cubicBezTo>
                      <a:lnTo>
                        <a:pt x="40561" y="23500"/>
                      </a:lnTo>
                      <a:cubicBezTo>
                        <a:pt x="40561" y="25393"/>
                        <a:pt x="39007" y="26946"/>
                        <a:pt x="37115" y="26946"/>
                      </a:cubicBezTo>
                      <a:close/>
                    </a:path>
                  </a:pathLst>
                </a:custGeom>
                <a:solidFill>
                  <a:srgbClr val="01355A"/>
                </a:solidFill>
                <a:ln w="2824" cap="flat">
                  <a:noFill/>
                  <a:prstDash val="solid"/>
                  <a:miter/>
                </a:ln>
              </p:spPr>
              <p:txBody>
                <a:bodyPr rtlCol="1" anchor="ctr"/>
                <a:lstStyle/>
                <a:p>
                  <a:endParaRPr lang="ar-SA"/>
                </a:p>
              </p:txBody>
            </p:sp>
            <p:sp>
              <p:nvSpPr>
                <p:cNvPr id="7992" name="شكل حر: شكل 8879">
                  <a:extLst>
                    <a:ext uri="{FF2B5EF4-FFF2-40B4-BE49-F238E27FC236}">
                      <a16:creationId xmlns:a16="http://schemas.microsoft.com/office/drawing/2014/main" id="{1266A3A7-BA72-DF39-1E70-46E7D9D4356D}"/>
                    </a:ext>
                  </a:extLst>
                </p:cNvPr>
                <p:cNvSpPr/>
                <p:nvPr/>
              </p:nvSpPr>
              <p:spPr>
                <a:xfrm>
                  <a:off x="1066527" y="1029067"/>
                  <a:ext cx="40560" cy="79341"/>
                </a:xfrm>
                <a:custGeom>
                  <a:avLst/>
                  <a:gdLst>
                    <a:gd name="connsiteX0" fmla="*/ 37115 w 40560"/>
                    <a:gd name="connsiteY0" fmla="*/ 79342 h 79341"/>
                    <a:gd name="connsiteX1" fmla="*/ 3446 w 40560"/>
                    <a:gd name="connsiteY1" fmla="*/ 79342 h 79341"/>
                    <a:gd name="connsiteX2" fmla="*/ 0 w 40560"/>
                    <a:gd name="connsiteY2" fmla="*/ 75896 h 79341"/>
                    <a:gd name="connsiteX3" fmla="*/ 0 w 40560"/>
                    <a:gd name="connsiteY3" fmla="*/ 3446 h 79341"/>
                    <a:gd name="connsiteX4" fmla="*/ 3446 w 40560"/>
                    <a:gd name="connsiteY4" fmla="*/ 0 h 79341"/>
                    <a:gd name="connsiteX5" fmla="*/ 6892 w 40560"/>
                    <a:gd name="connsiteY5" fmla="*/ 3446 h 79341"/>
                    <a:gd name="connsiteX6" fmla="*/ 6892 w 40560"/>
                    <a:gd name="connsiteY6" fmla="*/ 72450 h 79341"/>
                    <a:gd name="connsiteX7" fmla="*/ 33669 w 40560"/>
                    <a:gd name="connsiteY7" fmla="*/ 72450 h 79341"/>
                    <a:gd name="connsiteX8" fmla="*/ 33669 w 40560"/>
                    <a:gd name="connsiteY8" fmla="*/ 16185 h 79341"/>
                    <a:gd name="connsiteX9" fmla="*/ 37115 w 40560"/>
                    <a:gd name="connsiteY9" fmla="*/ 12739 h 79341"/>
                    <a:gd name="connsiteX10" fmla="*/ 40561 w 40560"/>
                    <a:gd name="connsiteY10" fmla="*/ 16185 h 79341"/>
                    <a:gd name="connsiteX11" fmla="*/ 40561 w 40560"/>
                    <a:gd name="connsiteY11" fmla="*/ 75896 h 79341"/>
                    <a:gd name="connsiteX12" fmla="*/ 37115 w 40560"/>
                    <a:gd name="connsiteY12" fmla="*/ 79342 h 79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560" h="79341">
                      <a:moveTo>
                        <a:pt x="37115" y="79342"/>
                      </a:moveTo>
                      <a:lnTo>
                        <a:pt x="3446" y="79342"/>
                      </a:lnTo>
                      <a:cubicBezTo>
                        <a:pt x="1553" y="79342"/>
                        <a:pt x="0" y="77788"/>
                        <a:pt x="0" y="75896"/>
                      </a:cubicBezTo>
                      <a:lnTo>
                        <a:pt x="0" y="3446"/>
                      </a:lnTo>
                      <a:cubicBezTo>
                        <a:pt x="0" y="1554"/>
                        <a:pt x="1553" y="0"/>
                        <a:pt x="3446" y="0"/>
                      </a:cubicBezTo>
                      <a:cubicBezTo>
                        <a:pt x="5338" y="0"/>
                        <a:pt x="6892" y="1554"/>
                        <a:pt x="6892" y="3446"/>
                      </a:cubicBezTo>
                      <a:lnTo>
                        <a:pt x="6892" y="72450"/>
                      </a:lnTo>
                      <a:lnTo>
                        <a:pt x="33669" y="72450"/>
                      </a:lnTo>
                      <a:lnTo>
                        <a:pt x="33669" y="16185"/>
                      </a:lnTo>
                      <a:cubicBezTo>
                        <a:pt x="33669" y="14292"/>
                        <a:pt x="35222" y="12739"/>
                        <a:pt x="37115" y="12739"/>
                      </a:cubicBezTo>
                      <a:cubicBezTo>
                        <a:pt x="39007" y="12739"/>
                        <a:pt x="40561" y="14292"/>
                        <a:pt x="40561" y="16185"/>
                      </a:cubicBezTo>
                      <a:lnTo>
                        <a:pt x="40561" y="75896"/>
                      </a:lnTo>
                      <a:cubicBezTo>
                        <a:pt x="40561" y="77788"/>
                        <a:pt x="39007" y="79342"/>
                        <a:pt x="37115" y="79342"/>
                      </a:cubicBezTo>
                      <a:close/>
                    </a:path>
                  </a:pathLst>
                </a:custGeom>
                <a:solidFill>
                  <a:srgbClr val="01355A"/>
                </a:solidFill>
                <a:ln w="2824" cap="flat">
                  <a:noFill/>
                  <a:prstDash val="solid"/>
                  <a:miter/>
                </a:ln>
              </p:spPr>
              <p:txBody>
                <a:bodyPr rtlCol="1" anchor="ctr"/>
                <a:lstStyle/>
                <a:p>
                  <a:endParaRPr lang="ar-SA"/>
                </a:p>
              </p:txBody>
            </p:sp>
            <p:sp>
              <p:nvSpPr>
                <p:cNvPr id="7993" name="شكل حر: شكل 8880">
                  <a:extLst>
                    <a:ext uri="{FF2B5EF4-FFF2-40B4-BE49-F238E27FC236}">
                      <a16:creationId xmlns:a16="http://schemas.microsoft.com/office/drawing/2014/main" id="{00BEA7C5-5D70-6E68-3926-AB7E9C858F07}"/>
                    </a:ext>
                  </a:extLst>
                </p:cNvPr>
                <p:cNvSpPr/>
                <p:nvPr/>
              </p:nvSpPr>
              <p:spPr>
                <a:xfrm>
                  <a:off x="1149568" y="1056239"/>
                  <a:ext cx="40588" cy="52197"/>
                </a:xfrm>
                <a:custGeom>
                  <a:avLst/>
                  <a:gdLst>
                    <a:gd name="connsiteX0" fmla="*/ 37143 w 40588"/>
                    <a:gd name="connsiteY0" fmla="*/ 52169 h 52197"/>
                    <a:gd name="connsiteX1" fmla="*/ 3446 w 40588"/>
                    <a:gd name="connsiteY1" fmla="*/ 52169 h 52197"/>
                    <a:gd name="connsiteX2" fmla="*/ 0 w 40588"/>
                    <a:gd name="connsiteY2" fmla="*/ 48723 h 52197"/>
                    <a:gd name="connsiteX3" fmla="*/ 0 w 40588"/>
                    <a:gd name="connsiteY3" fmla="*/ 27426 h 52197"/>
                    <a:gd name="connsiteX4" fmla="*/ 3446 w 40588"/>
                    <a:gd name="connsiteY4" fmla="*/ 23980 h 52197"/>
                    <a:gd name="connsiteX5" fmla="*/ 6892 w 40588"/>
                    <a:gd name="connsiteY5" fmla="*/ 27426 h 52197"/>
                    <a:gd name="connsiteX6" fmla="*/ 6892 w 40588"/>
                    <a:gd name="connsiteY6" fmla="*/ 45306 h 52197"/>
                    <a:gd name="connsiteX7" fmla="*/ 33697 w 40588"/>
                    <a:gd name="connsiteY7" fmla="*/ 45306 h 52197"/>
                    <a:gd name="connsiteX8" fmla="*/ 33697 w 40588"/>
                    <a:gd name="connsiteY8" fmla="*/ 3446 h 52197"/>
                    <a:gd name="connsiteX9" fmla="*/ 37143 w 40588"/>
                    <a:gd name="connsiteY9" fmla="*/ 0 h 52197"/>
                    <a:gd name="connsiteX10" fmla="*/ 40589 w 40588"/>
                    <a:gd name="connsiteY10" fmla="*/ 3446 h 52197"/>
                    <a:gd name="connsiteX11" fmla="*/ 40589 w 40588"/>
                    <a:gd name="connsiteY11" fmla="*/ 48752 h 52197"/>
                    <a:gd name="connsiteX12" fmla="*/ 37143 w 40588"/>
                    <a:gd name="connsiteY12" fmla="*/ 52198 h 52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588" h="52197">
                      <a:moveTo>
                        <a:pt x="37143" y="52169"/>
                      </a:moveTo>
                      <a:lnTo>
                        <a:pt x="3446" y="52169"/>
                      </a:lnTo>
                      <a:cubicBezTo>
                        <a:pt x="1554" y="52169"/>
                        <a:pt x="0" y="50616"/>
                        <a:pt x="0" y="48723"/>
                      </a:cubicBezTo>
                      <a:lnTo>
                        <a:pt x="0" y="27426"/>
                      </a:lnTo>
                      <a:cubicBezTo>
                        <a:pt x="0" y="25534"/>
                        <a:pt x="1554" y="23980"/>
                        <a:pt x="3446" y="23980"/>
                      </a:cubicBezTo>
                      <a:cubicBezTo>
                        <a:pt x="5338" y="23980"/>
                        <a:pt x="6892" y="25534"/>
                        <a:pt x="6892" y="27426"/>
                      </a:cubicBezTo>
                      <a:lnTo>
                        <a:pt x="6892" y="45306"/>
                      </a:lnTo>
                      <a:lnTo>
                        <a:pt x="33697" y="45306"/>
                      </a:lnTo>
                      <a:lnTo>
                        <a:pt x="33697" y="3446"/>
                      </a:lnTo>
                      <a:cubicBezTo>
                        <a:pt x="33697" y="1553"/>
                        <a:pt x="35250" y="0"/>
                        <a:pt x="37143" y="0"/>
                      </a:cubicBezTo>
                      <a:cubicBezTo>
                        <a:pt x="39035" y="0"/>
                        <a:pt x="40589" y="1553"/>
                        <a:pt x="40589" y="3446"/>
                      </a:cubicBezTo>
                      <a:lnTo>
                        <a:pt x="40589" y="48752"/>
                      </a:lnTo>
                      <a:cubicBezTo>
                        <a:pt x="40589" y="50644"/>
                        <a:pt x="39035" y="52198"/>
                        <a:pt x="37143" y="52198"/>
                      </a:cubicBezTo>
                      <a:close/>
                    </a:path>
                  </a:pathLst>
                </a:custGeom>
                <a:solidFill>
                  <a:srgbClr val="01355A"/>
                </a:solidFill>
                <a:ln w="2824" cap="flat">
                  <a:noFill/>
                  <a:prstDash val="solid"/>
                  <a:miter/>
                </a:ln>
              </p:spPr>
              <p:txBody>
                <a:bodyPr rtlCol="1" anchor="ctr"/>
                <a:lstStyle/>
                <a:p>
                  <a:endParaRPr lang="ar-SA"/>
                </a:p>
              </p:txBody>
            </p:sp>
            <p:sp>
              <p:nvSpPr>
                <p:cNvPr id="7994" name="شكل حر: شكل 8881">
                  <a:extLst>
                    <a:ext uri="{FF2B5EF4-FFF2-40B4-BE49-F238E27FC236}">
                      <a16:creationId xmlns:a16="http://schemas.microsoft.com/office/drawing/2014/main" id="{BCB234AC-DCB4-A093-9A84-D8E700E1499F}"/>
                    </a:ext>
                  </a:extLst>
                </p:cNvPr>
                <p:cNvSpPr/>
                <p:nvPr/>
              </p:nvSpPr>
              <p:spPr>
                <a:xfrm>
                  <a:off x="1149568" y="946505"/>
                  <a:ext cx="40588" cy="75358"/>
                </a:xfrm>
                <a:custGeom>
                  <a:avLst/>
                  <a:gdLst>
                    <a:gd name="connsiteX0" fmla="*/ 3446 w 40588"/>
                    <a:gd name="connsiteY0" fmla="*/ 75359 h 75358"/>
                    <a:gd name="connsiteX1" fmla="*/ 0 w 40588"/>
                    <a:gd name="connsiteY1" fmla="*/ 71913 h 75358"/>
                    <a:gd name="connsiteX2" fmla="*/ 0 w 40588"/>
                    <a:gd name="connsiteY2" fmla="*/ 3446 h 75358"/>
                    <a:gd name="connsiteX3" fmla="*/ 3446 w 40588"/>
                    <a:gd name="connsiteY3" fmla="*/ 0 h 75358"/>
                    <a:gd name="connsiteX4" fmla="*/ 37143 w 40588"/>
                    <a:gd name="connsiteY4" fmla="*/ 0 h 75358"/>
                    <a:gd name="connsiteX5" fmla="*/ 40589 w 40588"/>
                    <a:gd name="connsiteY5" fmla="*/ 3446 h 75358"/>
                    <a:gd name="connsiteX6" fmla="*/ 40589 w 40588"/>
                    <a:gd name="connsiteY6" fmla="*/ 53497 h 75358"/>
                    <a:gd name="connsiteX7" fmla="*/ 37143 w 40588"/>
                    <a:gd name="connsiteY7" fmla="*/ 56943 h 75358"/>
                    <a:gd name="connsiteX8" fmla="*/ 33697 w 40588"/>
                    <a:gd name="connsiteY8" fmla="*/ 53497 h 75358"/>
                    <a:gd name="connsiteX9" fmla="*/ 33697 w 40588"/>
                    <a:gd name="connsiteY9" fmla="*/ 6892 h 75358"/>
                    <a:gd name="connsiteX10" fmla="*/ 6892 w 40588"/>
                    <a:gd name="connsiteY10" fmla="*/ 6892 h 75358"/>
                    <a:gd name="connsiteX11" fmla="*/ 6892 w 40588"/>
                    <a:gd name="connsiteY11" fmla="*/ 71913 h 75358"/>
                    <a:gd name="connsiteX12" fmla="*/ 3446 w 40588"/>
                    <a:gd name="connsiteY12" fmla="*/ 75359 h 75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588" h="75358">
                      <a:moveTo>
                        <a:pt x="3446" y="75359"/>
                      </a:moveTo>
                      <a:cubicBezTo>
                        <a:pt x="1554" y="75359"/>
                        <a:pt x="0" y="73805"/>
                        <a:pt x="0" y="71913"/>
                      </a:cubicBezTo>
                      <a:lnTo>
                        <a:pt x="0" y="3446"/>
                      </a:lnTo>
                      <a:cubicBezTo>
                        <a:pt x="0" y="1553"/>
                        <a:pt x="1554" y="0"/>
                        <a:pt x="3446" y="0"/>
                      </a:cubicBezTo>
                      <a:lnTo>
                        <a:pt x="37143" y="0"/>
                      </a:lnTo>
                      <a:cubicBezTo>
                        <a:pt x="39035" y="0"/>
                        <a:pt x="40589" y="1553"/>
                        <a:pt x="40589" y="3446"/>
                      </a:cubicBezTo>
                      <a:lnTo>
                        <a:pt x="40589" y="53497"/>
                      </a:lnTo>
                      <a:cubicBezTo>
                        <a:pt x="40589" y="55389"/>
                        <a:pt x="39035" y="56943"/>
                        <a:pt x="37143" y="56943"/>
                      </a:cubicBezTo>
                      <a:cubicBezTo>
                        <a:pt x="35250" y="56943"/>
                        <a:pt x="33697" y="55389"/>
                        <a:pt x="33697" y="53497"/>
                      </a:cubicBezTo>
                      <a:lnTo>
                        <a:pt x="33697" y="6892"/>
                      </a:lnTo>
                      <a:lnTo>
                        <a:pt x="6892" y="6892"/>
                      </a:lnTo>
                      <a:lnTo>
                        <a:pt x="6892" y="71913"/>
                      </a:lnTo>
                      <a:cubicBezTo>
                        <a:pt x="6892" y="73805"/>
                        <a:pt x="5338" y="75359"/>
                        <a:pt x="3446" y="75359"/>
                      </a:cubicBezTo>
                      <a:close/>
                    </a:path>
                  </a:pathLst>
                </a:custGeom>
                <a:solidFill>
                  <a:srgbClr val="01355A"/>
                </a:solidFill>
                <a:ln w="2824" cap="flat">
                  <a:noFill/>
                  <a:prstDash val="solid"/>
                  <a:miter/>
                </a:ln>
              </p:spPr>
              <p:txBody>
                <a:bodyPr rtlCol="1" anchor="ctr"/>
                <a:lstStyle/>
                <a:p>
                  <a:endParaRPr lang="ar-SA"/>
                </a:p>
              </p:txBody>
            </p:sp>
          </p:grpSp>
          <p:sp>
            <p:nvSpPr>
              <p:cNvPr id="7988" name="شكل حر: شكل 8882">
                <a:extLst>
                  <a:ext uri="{FF2B5EF4-FFF2-40B4-BE49-F238E27FC236}">
                    <a16:creationId xmlns:a16="http://schemas.microsoft.com/office/drawing/2014/main" id="{1D53AED9-8E30-A885-FCCB-B52F102A7393}"/>
                  </a:ext>
                </a:extLst>
              </p:cNvPr>
              <p:cNvSpPr/>
              <p:nvPr/>
            </p:nvSpPr>
            <p:spPr>
              <a:xfrm>
                <a:off x="952443" y="871485"/>
                <a:ext cx="268727" cy="81911"/>
              </a:xfrm>
              <a:custGeom>
                <a:avLst/>
                <a:gdLst>
                  <a:gd name="connsiteX0" fmla="*/ 265281 w 268727"/>
                  <a:gd name="connsiteY0" fmla="*/ 81912 h 81911"/>
                  <a:gd name="connsiteX1" fmla="*/ 3446 w 268727"/>
                  <a:gd name="connsiteY1" fmla="*/ 81912 h 81911"/>
                  <a:gd name="connsiteX2" fmla="*/ 0 w 268727"/>
                  <a:gd name="connsiteY2" fmla="*/ 78466 h 81911"/>
                  <a:gd name="connsiteX3" fmla="*/ 0 w 268727"/>
                  <a:gd name="connsiteY3" fmla="*/ 57790 h 81911"/>
                  <a:gd name="connsiteX4" fmla="*/ 2118 w 268727"/>
                  <a:gd name="connsiteY4" fmla="*/ 54598 h 81911"/>
                  <a:gd name="connsiteX5" fmla="*/ 133036 w 268727"/>
                  <a:gd name="connsiteY5" fmla="*/ 254 h 81911"/>
                  <a:gd name="connsiteX6" fmla="*/ 135691 w 268727"/>
                  <a:gd name="connsiteY6" fmla="*/ 254 h 81911"/>
                  <a:gd name="connsiteX7" fmla="*/ 266609 w 268727"/>
                  <a:gd name="connsiteY7" fmla="*/ 54598 h 81911"/>
                  <a:gd name="connsiteX8" fmla="*/ 268727 w 268727"/>
                  <a:gd name="connsiteY8" fmla="*/ 57790 h 81911"/>
                  <a:gd name="connsiteX9" fmla="*/ 268727 w 268727"/>
                  <a:gd name="connsiteY9" fmla="*/ 78466 h 81911"/>
                  <a:gd name="connsiteX10" fmla="*/ 265281 w 268727"/>
                  <a:gd name="connsiteY10" fmla="*/ 81912 h 81911"/>
                  <a:gd name="connsiteX11" fmla="*/ 6920 w 268727"/>
                  <a:gd name="connsiteY11" fmla="*/ 75020 h 81911"/>
                  <a:gd name="connsiteX12" fmla="*/ 261836 w 268727"/>
                  <a:gd name="connsiteY12" fmla="*/ 75020 h 81911"/>
                  <a:gd name="connsiteX13" fmla="*/ 261836 w 268727"/>
                  <a:gd name="connsiteY13" fmla="*/ 60106 h 81911"/>
                  <a:gd name="connsiteX14" fmla="*/ 134364 w 268727"/>
                  <a:gd name="connsiteY14" fmla="*/ 7174 h 81911"/>
                  <a:gd name="connsiteX15" fmla="*/ 6892 w 268727"/>
                  <a:gd name="connsiteY15" fmla="*/ 60106 h 81911"/>
                  <a:gd name="connsiteX16" fmla="*/ 6892 w 268727"/>
                  <a:gd name="connsiteY16" fmla="*/ 75020 h 81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68727" h="81911">
                    <a:moveTo>
                      <a:pt x="265281" y="81912"/>
                    </a:moveTo>
                    <a:lnTo>
                      <a:pt x="3446" y="81912"/>
                    </a:lnTo>
                    <a:cubicBezTo>
                      <a:pt x="1554" y="81912"/>
                      <a:pt x="0" y="80358"/>
                      <a:pt x="0" y="78466"/>
                    </a:cubicBezTo>
                    <a:lnTo>
                      <a:pt x="0" y="57790"/>
                    </a:lnTo>
                    <a:cubicBezTo>
                      <a:pt x="0" y="56406"/>
                      <a:pt x="847" y="55135"/>
                      <a:pt x="2118" y="54598"/>
                    </a:cubicBezTo>
                    <a:lnTo>
                      <a:pt x="133036" y="254"/>
                    </a:lnTo>
                    <a:cubicBezTo>
                      <a:pt x="133884" y="-85"/>
                      <a:pt x="134844" y="-85"/>
                      <a:pt x="135691" y="254"/>
                    </a:cubicBezTo>
                    <a:lnTo>
                      <a:pt x="266609" y="54598"/>
                    </a:lnTo>
                    <a:cubicBezTo>
                      <a:pt x="267908" y="55135"/>
                      <a:pt x="268727" y="56378"/>
                      <a:pt x="268727" y="57790"/>
                    </a:cubicBezTo>
                    <a:lnTo>
                      <a:pt x="268727" y="78466"/>
                    </a:lnTo>
                    <a:cubicBezTo>
                      <a:pt x="268727" y="80358"/>
                      <a:pt x="267174" y="81912"/>
                      <a:pt x="265281" y="81912"/>
                    </a:cubicBezTo>
                    <a:close/>
                    <a:moveTo>
                      <a:pt x="6920" y="75020"/>
                    </a:moveTo>
                    <a:lnTo>
                      <a:pt x="261836" y="75020"/>
                    </a:lnTo>
                    <a:lnTo>
                      <a:pt x="261836" y="60106"/>
                    </a:lnTo>
                    <a:lnTo>
                      <a:pt x="134364" y="7174"/>
                    </a:lnTo>
                    <a:lnTo>
                      <a:pt x="6892" y="60106"/>
                    </a:lnTo>
                    <a:lnTo>
                      <a:pt x="6892" y="75020"/>
                    </a:lnTo>
                    <a:close/>
                  </a:path>
                </a:pathLst>
              </a:custGeom>
              <a:solidFill>
                <a:srgbClr val="01355A"/>
              </a:solidFill>
              <a:ln w="2824" cap="flat">
                <a:noFill/>
                <a:prstDash val="solid"/>
                <a:miter/>
              </a:ln>
            </p:spPr>
            <p:txBody>
              <a:bodyPr rtlCol="1" anchor="ctr"/>
              <a:lstStyle/>
              <a:p>
                <a:endParaRPr lang="ar-SA"/>
              </a:p>
            </p:txBody>
          </p:sp>
        </p:grpSp>
        <p:grpSp>
          <p:nvGrpSpPr>
            <p:cNvPr id="7976" name="رسم 8014">
              <a:extLst>
                <a:ext uri="{FF2B5EF4-FFF2-40B4-BE49-F238E27FC236}">
                  <a16:creationId xmlns:a16="http://schemas.microsoft.com/office/drawing/2014/main" id="{816F5C56-EBDF-868A-EC71-EBA05A6DEA87}"/>
                </a:ext>
              </a:extLst>
            </p:cNvPr>
            <p:cNvGrpSpPr/>
            <p:nvPr/>
          </p:nvGrpSpPr>
          <p:grpSpPr>
            <a:xfrm>
              <a:off x="931174" y="981247"/>
              <a:ext cx="313270" cy="99141"/>
              <a:chOff x="931174" y="981247"/>
              <a:chExt cx="313270" cy="99141"/>
            </a:xfrm>
            <a:solidFill>
              <a:srgbClr val="17A3A3"/>
            </a:solidFill>
          </p:grpSpPr>
          <p:sp>
            <p:nvSpPr>
              <p:cNvPr id="7977" name="شكل حر: شكل 8884">
                <a:extLst>
                  <a:ext uri="{FF2B5EF4-FFF2-40B4-BE49-F238E27FC236}">
                    <a16:creationId xmlns:a16="http://schemas.microsoft.com/office/drawing/2014/main" id="{3313B873-2C80-E9CD-313B-A842E9DC58F2}"/>
                  </a:ext>
                </a:extLst>
              </p:cNvPr>
              <p:cNvSpPr/>
              <p:nvPr/>
            </p:nvSpPr>
            <p:spPr>
              <a:xfrm>
                <a:off x="1013845" y="1004489"/>
                <a:ext cx="65820" cy="55873"/>
              </a:xfrm>
              <a:custGeom>
                <a:avLst/>
                <a:gdLst>
                  <a:gd name="connsiteX0" fmla="*/ 3450 w 65820"/>
                  <a:gd name="connsiteY0" fmla="*/ 55874 h 55873"/>
                  <a:gd name="connsiteX1" fmla="*/ 795 w 65820"/>
                  <a:gd name="connsiteY1" fmla="*/ 54631 h 55873"/>
                  <a:gd name="connsiteX2" fmla="*/ 1247 w 65820"/>
                  <a:gd name="connsiteY2" fmla="*/ 49773 h 55873"/>
                  <a:gd name="connsiteX3" fmla="*/ 60167 w 65820"/>
                  <a:gd name="connsiteY3" fmla="*/ 795 h 55873"/>
                  <a:gd name="connsiteX4" fmla="*/ 65025 w 65820"/>
                  <a:gd name="connsiteY4" fmla="*/ 1247 h 55873"/>
                  <a:gd name="connsiteX5" fmla="*/ 64573 w 65820"/>
                  <a:gd name="connsiteY5" fmla="*/ 6105 h 55873"/>
                  <a:gd name="connsiteX6" fmla="*/ 5653 w 65820"/>
                  <a:gd name="connsiteY6" fmla="*/ 55083 h 55873"/>
                  <a:gd name="connsiteX7" fmla="*/ 3450 w 65820"/>
                  <a:gd name="connsiteY7" fmla="*/ 55874 h 55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820" h="55873">
                    <a:moveTo>
                      <a:pt x="3450" y="55874"/>
                    </a:moveTo>
                    <a:cubicBezTo>
                      <a:pt x="2461" y="55874"/>
                      <a:pt x="1473" y="55450"/>
                      <a:pt x="795" y="54631"/>
                    </a:cubicBezTo>
                    <a:cubicBezTo>
                      <a:pt x="-420" y="53162"/>
                      <a:pt x="-222" y="50987"/>
                      <a:pt x="1247" y="49773"/>
                    </a:cubicBezTo>
                    <a:lnTo>
                      <a:pt x="60167" y="795"/>
                    </a:lnTo>
                    <a:cubicBezTo>
                      <a:pt x="61636" y="-420"/>
                      <a:pt x="63811" y="-222"/>
                      <a:pt x="65025" y="1247"/>
                    </a:cubicBezTo>
                    <a:cubicBezTo>
                      <a:pt x="66240" y="2716"/>
                      <a:pt x="66042" y="4891"/>
                      <a:pt x="64573" y="6105"/>
                    </a:cubicBezTo>
                    <a:lnTo>
                      <a:pt x="5653" y="55083"/>
                    </a:lnTo>
                    <a:cubicBezTo>
                      <a:pt x="5004" y="55619"/>
                      <a:pt x="4241" y="55874"/>
                      <a:pt x="3450" y="55874"/>
                    </a:cubicBezTo>
                    <a:close/>
                  </a:path>
                </a:pathLst>
              </a:custGeom>
              <a:solidFill>
                <a:srgbClr val="17A3A3"/>
              </a:solidFill>
              <a:ln w="2824" cap="flat">
                <a:noFill/>
                <a:prstDash val="solid"/>
                <a:miter/>
              </a:ln>
            </p:spPr>
            <p:txBody>
              <a:bodyPr rtlCol="1" anchor="ctr"/>
              <a:lstStyle/>
              <a:p>
                <a:endParaRPr lang="ar-SA"/>
              </a:p>
            </p:txBody>
          </p:sp>
          <p:sp>
            <p:nvSpPr>
              <p:cNvPr id="7978" name="شكل حر: شكل 8885">
                <a:extLst>
                  <a:ext uri="{FF2B5EF4-FFF2-40B4-BE49-F238E27FC236}">
                    <a16:creationId xmlns:a16="http://schemas.microsoft.com/office/drawing/2014/main" id="{6880FFA2-FCC6-D46A-169C-85818296FD33}"/>
                  </a:ext>
                </a:extLst>
              </p:cNvPr>
              <p:cNvSpPr/>
              <p:nvPr/>
            </p:nvSpPr>
            <p:spPr>
              <a:xfrm>
                <a:off x="1159053" y="1001381"/>
                <a:ext cx="62913" cy="49604"/>
              </a:xfrm>
              <a:custGeom>
                <a:avLst/>
                <a:gdLst>
                  <a:gd name="connsiteX0" fmla="*/ 3451 w 62913"/>
                  <a:gd name="connsiteY0" fmla="*/ 49605 h 49604"/>
                  <a:gd name="connsiteX1" fmla="*/ 712 w 62913"/>
                  <a:gd name="connsiteY1" fmla="*/ 48249 h 49604"/>
                  <a:gd name="connsiteX2" fmla="*/ 1361 w 62913"/>
                  <a:gd name="connsiteY2" fmla="*/ 43419 h 49604"/>
                  <a:gd name="connsiteX3" fmla="*/ 57372 w 62913"/>
                  <a:gd name="connsiteY3" fmla="*/ 712 h 49604"/>
                  <a:gd name="connsiteX4" fmla="*/ 62202 w 62913"/>
                  <a:gd name="connsiteY4" fmla="*/ 1361 h 49604"/>
                  <a:gd name="connsiteX5" fmla="*/ 61552 w 62913"/>
                  <a:gd name="connsiteY5" fmla="*/ 6191 h 49604"/>
                  <a:gd name="connsiteX6" fmla="*/ 5542 w 62913"/>
                  <a:gd name="connsiteY6" fmla="*/ 48898 h 49604"/>
                  <a:gd name="connsiteX7" fmla="*/ 3451 w 62913"/>
                  <a:gd name="connsiteY7" fmla="*/ 49605 h 49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913" h="49604">
                    <a:moveTo>
                      <a:pt x="3451" y="49605"/>
                    </a:moveTo>
                    <a:cubicBezTo>
                      <a:pt x="2406" y="49605"/>
                      <a:pt x="1390" y="49124"/>
                      <a:pt x="712" y="48249"/>
                    </a:cubicBezTo>
                    <a:cubicBezTo>
                      <a:pt x="-446" y="46724"/>
                      <a:pt x="-164" y="44577"/>
                      <a:pt x="1361" y="43419"/>
                    </a:cubicBezTo>
                    <a:lnTo>
                      <a:pt x="57372" y="712"/>
                    </a:lnTo>
                    <a:cubicBezTo>
                      <a:pt x="58869" y="-446"/>
                      <a:pt x="61044" y="-164"/>
                      <a:pt x="62202" y="1361"/>
                    </a:cubicBezTo>
                    <a:cubicBezTo>
                      <a:pt x="63360" y="2887"/>
                      <a:pt x="63078" y="5033"/>
                      <a:pt x="61552" y="6191"/>
                    </a:cubicBezTo>
                    <a:lnTo>
                      <a:pt x="5542" y="48898"/>
                    </a:lnTo>
                    <a:cubicBezTo>
                      <a:pt x="4920" y="49379"/>
                      <a:pt x="4186" y="49605"/>
                      <a:pt x="3451" y="49605"/>
                    </a:cubicBezTo>
                    <a:close/>
                  </a:path>
                </a:pathLst>
              </a:custGeom>
              <a:solidFill>
                <a:srgbClr val="17A3A3"/>
              </a:solidFill>
              <a:ln w="2824" cap="flat">
                <a:noFill/>
                <a:prstDash val="solid"/>
                <a:miter/>
              </a:ln>
            </p:spPr>
            <p:txBody>
              <a:bodyPr rtlCol="1" anchor="ctr"/>
              <a:lstStyle/>
              <a:p>
                <a:endParaRPr lang="ar-SA"/>
              </a:p>
            </p:txBody>
          </p:sp>
          <p:sp>
            <p:nvSpPr>
              <p:cNvPr id="7979" name="شكل حر: شكل 8886">
                <a:extLst>
                  <a:ext uri="{FF2B5EF4-FFF2-40B4-BE49-F238E27FC236}">
                    <a16:creationId xmlns:a16="http://schemas.microsoft.com/office/drawing/2014/main" id="{4794B157-85D4-FAF7-2B7F-379B46490C38}"/>
                  </a:ext>
                </a:extLst>
              </p:cNvPr>
              <p:cNvSpPr/>
              <p:nvPr/>
            </p:nvSpPr>
            <p:spPr>
              <a:xfrm>
                <a:off x="1093233" y="1005581"/>
                <a:ext cx="51349" cy="45036"/>
              </a:xfrm>
              <a:custGeom>
                <a:avLst/>
                <a:gdLst>
                  <a:gd name="connsiteX0" fmla="*/ 47890 w 51349"/>
                  <a:gd name="connsiteY0" fmla="*/ 45037 h 45036"/>
                  <a:gd name="connsiteX1" fmla="*/ 45658 w 51349"/>
                  <a:gd name="connsiteY1" fmla="*/ 44218 h 45036"/>
                  <a:gd name="connsiteX2" fmla="*/ 1200 w 51349"/>
                  <a:gd name="connsiteY2" fmla="*/ 6058 h 45036"/>
                  <a:gd name="connsiteX3" fmla="*/ 833 w 51349"/>
                  <a:gd name="connsiteY3" fmla="*/ 1200 h 45036"/>
                  <a:gd name="connsiteX4" fmla="*/ 5691 w 51349"/>
                  <a:gd name="connsiteY4" fmla="*/ 833 h 45036"/>
                  <a:gd name="connsiteX5" fmla="*/ 50149 w 51349"/>
                  <a:gd name="connsiteY5" fmla="*/ 38992 h 45036"/>
                  <a:gd name="connsiteX6" fmla="*/ 50516 w 51349"/>
                  <a:gd name="connsiteY6" fmla="*/ 43851 h 45036"/>
                  <a:gd name="connsiteX7" fmla="*/ 47890 w 51349"/>
                  <a:gd name="connsiteY7" fmla="*/ 45037 h 45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349" h="45036">
                    <a:moveTo>
                      <a:pt x="47890" y="45037"/>
                    </a:moveTo>
                    <a:cubicBezTo>
                      <a:pt x="47099" y="45037"/>
                      <a:pt x="46308" y="44754"/>
                      <a:pt x="45658" y="44218"/>
                    </a:cubicBezTo>
                    <a:lnTo>
                      <a:pt x="1200" y="6058"/>
                    </a:lnTo>
                    <a:cubicBezTo>
                      <a:pt x="-241" y="4815"/>
                      <a:pt x="-410" y="2640"/>
                      <a:pt x="833" y="1200"/>
                    </a:cubicBezTo>
                    <a:cubicBezTo>
                      <a:pt x="2075" y="-241"/>
                      <a:pt x="4250" y="-410"/>
                      <a:pt x="5691" y="833"/>
                    </a:cubicBezTo>
                    <a:lnTo>
                      <a:pt x="50149" y="38992"/>
                    </a:lnTo>
                    <a:cubicBezTo>
                      <a:pt x="51590" y="40235"/>
                      <a:pt x="51759" y="42410"/>
                      <a:pt x="50516" y="43851"/>
                    </a:cubicBezTo>
                    <a:cubicBezTo>
                      <a:pt x="49839" y="44641"/>
                      <a:pt x="48878" y="45037"/>
                      <a:pt x="47890" y="45037"/>
                    </a:cubicBezTo>
                    <a:close/>
                  </a:path>
                </a:pathLst>
              </a:custGeom>
              <a:solidFill>
                <a:srgbClr val="17A3A3"/>
              </a:solidFill>
              <a:ln w="2824" cap="flat">
                <a:noFill/>
                <a:prstDash val="solid"/>
                <a:miter/>
              </a:ln>
            </p:spPr>
            <p:txBody>
              <a:bodyPr rtlCol="1" anchor="ctr"/>
              <a:lstStyle/>
              <a:p>
                <a:endParaRPr lang="ar-SA"/>
              </a:p>
            </p:txBody>
          </p:sp>
          <p:sp>
            <p:nvSpPr>
              <p:cNvPr id="7980" name="شكل حر: شكل 8887">
                <a:extLst>
                  <a:ext uri="{FF2B5EF4-FFF2-40B4-BE49-F238E27FC236}">
                    <a16:creationId xmlns:a16="http://schemas.microsoft.com/office/drawing/2014/main" id="{5154B8C9-C714-DA29-2BF3-68B3E0E7AD5C}"/>
                  </a:ext>
                </a:extLst>
              </p:cNvPr>
              <p:cNvSpPr/>
              <p:nvPr/>
            </p:nvSpPr>
            <p:spPr>
              <a:xfrm>
                <a:off x="954347" y="1029502"/>
                <a:ext cx="45989" cy="31284"/>
              </a:xfrm>
              <a:custGeom>
                <a:avLst/>
                <a:gdLst>
                  <a:gd name="connsiteX0" fmla="*/ 42526 w 45989"/>
                  <a:gd name="connsiteY0" fmla="*/ 31285 h 31284"/>
                  <a:gd name="connsiteX1" fmla="*/ 40719 w 45989"/>
                  <a:gd name="connsiteY1" fmla="*/ 30748 h 31284"/>
                  <a:gd name="connsiteX2" fmla="*/ 1627 w 45989"/>
                  <a:gd name="connsiteY2" fmla="*/ 6372 h 31284"/>
                  <a:gd name="connsiteX3" fmla="*/ 525 w 45989"/>
                  <a:gd name="connsiteY3" fmla="*/ 1627 h 31284"/>
                  <a:gd name="connsiteX4" fmla="*/ 5271 w 45989"/>
                  <a:gd name="connsiteY4" fmla="*/ 525 h 31284"/>
                  <a:gd name="connsiteX5" fmla="*/ 44362 w 45989"/>
                  <a:gd name="connsiteY5" fmla="*/ 24901 h 31284"/>
                  <a:gd name="connsiteX6" fmla="*/ 45464 w 45989"/>
                  <a:gd name="connsiteY6" fmla="*/ 29646 h 31284"/>
                  <a:gd name="connsiteX7" fmla="*/ 42526 w 45989"/>
                  <a:gd name="connsiteY7" fmla="*/ 31256 h 31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989" h="31284">
                    <a:moveTo>
                      <a:pt x="42526" y="31285"/>
                    </a:moveTo>
                    <a:cubicBezTo>
                      <a:pt x="41905" y="31285"/>
                      <a:pt x="41284" y="31115"/>
                      <a:pt x="40719" y="30748"/>
                    </a:cubicBezTo>
                    <a:lnTo>
                      <a:pt x="1627" y="6372"/>
                    </a:lnTo>
                    <a:cubicBezTo>
                      <a:pt x="17" y="5355"/>
                      <a:pt x="-492" y="3237"/>
                      <a:pt x="525" y="1627"/>
                    </a:cubicBezTo>
                    <a:cubicBezTo>
                      <a:pt x="1542" y="17"/>
                      <a:pt x="3661" y="-492"/>
                      <a:pt x="5271" y="525"/>
                    </a:cubicBezTo>
                    <a:lnTo>
                      <a:pt x="44362" y="24901"/>
                    </a:lnTo>
                    <a:cubicBezTo>
                      <a:pt x="45972" y="25918"/>
                      <a:pt x="46481" y="28036"/>
                      <a:pt x="45464" y="29646"/>
                    </a:cubicBezTo>
                    <a:cubicBezTo>
                      <a:pt x="44814" y="30691"/>
                      <a:pt x="43684" y="31256"/>
                      <a:pt x="42526" y="31256"/>
                    </a:cubicBezTo>
                    <a:close/>
                  </a:path>
                </a:pathLst>
              </a:custGeom>
              <a:solidFill>
                <a:srgbClr val="17A3A3"/>
              </a:solidFill>
              <a:ln w="2824" cap="flat">
                <a:noFill/>
                <a:prstDash val="solid"/>
                <a:miter/>
              </a:ln>
            </p:spPr>
            <p:txBody>
              <a:bodyPr rtlCol="1" anchor="ctr"/>
              <a:lstStyle/>
              <a:p>
                <a:endParaRPr lang="ar-SA"/>
              </a:p>
            </p:txBody>
          </p:sp>
          <p:sp>
            <p:nvSpPr>
              <p:cNvPr id="7981" name="شكل حر: شكل 8888">
                <a:extLst>
                  <a:ext uri="{FF2B5EF4-FFF2-40B4-BE49-F238E27FC236}">
                    <a16:creationId xmlns:a16="http://schemas.microsoft.com/office/drawing/2014/main" id="{92A3B5E0-2A28-1E1E-4B19-8E04F348C92B}"/>
                  </a:ext>
                </a:extLst>
              </p:cNvPr>
              <p:cNvSpPr/>
              <p:nvPr/>
            </p:nvSpPr>
            <p:spPr>
              <a:xfrm>
                <a:off x="931174" y="1010340"/>
                <a:ext cx="31973" cy="31973"/>
              </a:xfrm>
              <a:custGeom>
                <a:avLst/>
                <a:gdLst>
                  <a:gd name="connsiteX0" fmla="*/ 15987 w 31973"/>
                  <a:gd name="connsiteY0" fmla="*/ 31974 h 31973"/>
                  <a:gd name="connsiteX1" fmla="*/ 0 w 31973"/>
                  <a:gd name="connsiteY1" fmla="*/ 15987 h 31973"/>
                  <a:gd name="connsiteX2" fmla="*/ 15987 w 31973"/>
                  <a:gd name="connsiteY2" fmla="*/ 0 h 31973"/>
                  <a:gd name="connsiteX3" fmla="*/ 31974 w 31973"/>
                  <a:gd name="connsiteY3" fmla="*/ 15987 h 31973"/>
                  <a:gd name="connsiteX4" fmla="*/ 15987 w 31973"/>
                  <a:gd name="connsiteY4" fmla="*/ 31974 h 31973"/>
                  <a:gd name="connsiteX5" fmla="*/ 15987 w 31973"/>
                  <a:gd name="connsiteY5" fmla="*/ 6892 h 31973"/>
                  <a:gd name="connsiteX6" fmla="*/ 6892 w 31973"/>
                  <a:gd name="connsiteY6" fmla="*/ 15987 h 31973"/>
                  <a:gd name="connsiteX7" fmla="*/ 15987 w 31973"/>
                  <a:gd name="connsiteY7" fmla="*/ 25082 h 31973"/>
                  <a:gd name="connsiteX8" fmla="*/ 25082 w 31973"/>
                  <a:gd name="connsiteY8" fmla="*/ 15987 h 31973"/>
                  <a:gd name="connsiteX9" fmla="*/ 15987 w 31973"/>
                  <a:gd name="connsiteY9" fmla="*/ 6892 h 31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73" h="31973">
                    <a:moveTo>
                      <a:pt x="15987" y="31974"/>
                    </a:moveTo>
                    <a:cubicBezTo>
                      <a:pt x="7174" y="31974"/>
                      <a:pt x="0" y="24800"/>
                      <a:pt x="0" y="15987"/>
                    </a:cubicBezTo>
                    <a:cubicBezTo>
                      <a:pt x="0" y="7174"/>
                      <a:pt x="7174" y="0"/>
                      <a:pt x="15987" y="0"/>
                    </a:cubicBezTo>
                    <a:cubicBezTo>
                      <a:pt x="24800" y="0"/>
                      <a:pt x="31974" y="7174"/>
                      <a:pt x="31974" y="15987"/>
                    </a:cubicBezTo>
                    <a:cubicBezTo>
                      <a:pt x="31974" y="24800"/>
                      <a:pt x="24800" y="31974"/>
                      <a:pt x="15987" y="31974"/>
                    </a:cubicBezTo>
                    <a:close/>
                    <a:moveTo>
                      <a:pt x="15987" y="6892"/>
                    </a:moveTo>
                    <a:cubicBezTo>
                      <a:pt x="10987" y="6892"/>
                      <a:pt x="6892" y="10959"/>
                      <a:pt x="6892" y="15987"/>
                    </a:cubicBezTo>
                    <a:cubicBezTo>
                      <a:pt x="6892" y="21015"/>
                      <a:pt x="10959" y="25082"/>
                      <a:pt x="15987" y="25082"/>
                    </a:cubicBezTo>
                    <a:cubicBezTo>
                      <a:pt x="21015" y="25082"/>
                      <a:pt x="25082" y="21015"/>
                      <a:pt x="25082" y="15987"/>
                    </a:cubicBezTo>
                    <a:cubicBezTo>
                      <a:pt x="25082" y="10959"/>
                      <a:pt x="21015" y="6892"/>
                      <a:pt x="15987" y="6892"/>
                    </a:cubicBezTo>
                    <a:close/>
                  </a:path>
                </a:pathLst>
              </a:custGeom>
              <a:solidFill>
                <a:srgbClr val="17A3A3"/>
              </a:solidFill>
              <a:ln w="2824" cap="flat">
                <a:noFill/>
                <a:prstDash val="solid"/>
                <a:miter/>
              </a:ln>
            </p:spPr>
            <p:txBody>
              <a:bodyPr rtlCol="1" anchor="ctr"/>
              <a:lstStyle/>
              <a:p>
                <a:endParaRPr lang="ar-SA"/>
              </a:p>
            </p:txBody>
          </p:sp>
          <p:sp>
            <p:nvSpPr>
              <p:cNvPr id="7982" name="شكل حر: شكل 8889">
                <a:extLst>
                  <a:ext uri="{FF2B5EF4-FFF2-40B4-BE49-F238E27FC236}">
                    <a16:creationId xmlns:a16="http://schemas.microsoft.com/office/drawing/2014/main" id="{F75D6B49-042E-3634-0996-DB94BDAE30A8}"/>
                  </a:ext>
                </a:extLst>
              </p:cNvPr>
              <p:cNvSpPr/>
              <p:nvPr/>
            </p:nvSpPr>
            <p:spPr>
              <a:xfrm>
                <a:off x="991252" y="1048415"/>
                <a:ext cx="31973" cy="31973"/>
              </a:xfrm>
              <a:custGeom>
                <a:avLst/>
                <a:gdLst>
                  <a:gd name="connsiteX0" fmla="*/ 15987 w 31973"/>
                  <a:gd name="connsiteY0" fmla="*/ 31974 h 31973"/>
                  <a:gd name="connsiteX1" fmla="*/ 0 w 31973"/>
                  <a:gd name="connsiteY1" fmla="*/ 15987 h 31973"/>
                  <a:gd name="connsiteX2" fmla="*/ 15987 w 31973"/>
                  <a:gd name="connsiteY2" fmla="*/ 0 h 31973"/>
                  <a:gd name="connsiteX3" fmla="*/ 31974 w 31973"/>
                  <a:gd name="connsiteY3" fmla="*/ 15987 h 31973"/>
                  <a:gd name="connsiteX4" fmla="*/ 15987 w 31973"/>
                  <a:gd name="connsiteY4" fmla="*/ 31974 h 31973"/>
                  <a:gd name="connsiteX5" fmla="*/ 15987 w 31973"/>
                  <a:gd name="connsiteY5" fmla="*/ 6892 h 31973"/>
                  <a:gd name="connsiteX6" fmla="*/ 6892 w 31973"/>
                  <a:gd name="connsiteY6" fmla="*/ 15987 h 31973"/>
                  <a:gd name="connsiteX7" fmla="*/ 15987 w 31973"/>
                  <a:gd name="connsiteY7" fmla="*/ 25082 h 31973"/>
                  <a:gd name="connsiteX8" fmla="*/ 25082 w 31973"/>
                  <a:gd name="connsiteY8" fmla="*/ 15987 h 31973"/>
                  <a:gd name="connsiteX9" fmla="*/ 15987 w 31973"/>
                  <a:gd name="connsiteY9" fmla="*/ 6892 h 31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73" h="31973">
                    <a:moveTo>
                      <a:pt x="15987" y="31974"/>
                    </a:moveTo>
                    <a:cubicBezTo>
                      <a:pt x="7174" y="31974"/>
                      <a:pt x="0" y="24800"/>
                      <a:pt x="0" y="15987"/>
                    </a:cubicBezTo>
                    <a:cubicBezTo>
                      <a:pt x="0" y="7174"/>
                      <a:pt x="7174" y="0"/>
                      <a:pt x="15987" y="0"/>
                    </a:cubicBezTo>
                    <a:cubicBezTo>
                      <a:pt x="24800" y="0"/>
                      <a:pt x="31974" y="7174"/>
                      <a:pt x="31974" y="15987"/>
                    </a:cubicBezTo>
                    <a:cubicBezTo>
                      <a:pt x="31974" y="24800"/>
                      <a:pt x="24800" y="31974"/>
                      <a:pt x="15987" y="31974"/>
                    </a:cubicBezTo>
                    <a:close/>
                    <a:moveTo>
                      <a:pt x="15987" y="6892"/>
                    </a:moveTo>
                    <a:cubicBezTo>
                      <a:pt x="10987" y="6892"/>
                      <a:pt x="6892" y="10959"/>
                      <a:pt x="6892" y="15987"/>
                    </a:cubicBezTo>
                    <a:cubicBezTo>
                      <a:pt x="6892" y="21015"/>
                      <a:pt x="10959" y="25082"/>
                      <a:pt x="15987" y="25082"/>
                    </a:cubicBezTo>
                    <a:cubicBezTo>
                      <a:pt x="21015" y="25082"/>
                      <a:pt x="25082" y="21015"/>
                      <a:pt x="25082" y="15987"/>
                    </a:cubicBezTo>
                    <a:cubicBezTo>
                      <a:pt x="25082" y="10959"/>
                      <a:pt x="21015" y="6892"/>
                      <a:pt x="15987" y="6892"/>
                    </a:cubicBezTo>
                    <a:close/>
                  </a:path>
                </a:pathLst>
              </a:custGeom>
              <a:solidFill>
                <a:srgbClr val="17A3A3"/>
              </a:solidFill>
              <a:ln w="2824" cap="flat">
                <a:noFill/>
                <a:prstDash val="solid"/>
                <a:miter/>
              </a:ln>
            </p:spPr>
            <p:txBody>
              <a:bodyPr rtlCol="1" anchor="ctr"/>
              <a:lstStyle/>
              <a:p>
                <a:endParaRPr lang="ar-SA"/>
              </a:p>
            </p:txBody>
          </p:sp>
          <p:sp>
            <p:nvSpPr>
              <p:cNvPr id="7983" name="شكل حر: شكل 8890">
                <a:extLst>
                  <a:ext uri="{FF2B5EF4-FFF2-40B4-BE49-F238E27FC236}">
                    <a16:creationId xmlns:a16="http://schemas.microsoft.com/office/drawing/2014/main" id="{09F7359E-13B5-E53A-6CC0-A3CC7341B94C}"/>
                  </a:ext>
                </a:extLst>
              </p:cNvPr>
              <p:cNvSpPr/>
              <p:nvPr/>
            </p:nvSpPr>
            <p:spPr>
              <a:xfrm>
                <a:off x="1070820" y="985258"/>
                <a:ext cx="31973" cy="31973"/>
              </a:xfrm>
              <a:custGeom>
                <a:avLst/>
                <a:gdLst>
                  <a:gd name="connsiteX0" fmla="*/ 15987 w 31973"/>
                  <a:gd name="connsiteY0" fmla="*/ 31974 h 31973"/>
                  <a:gd name="connsiteX1" fmla="*/ 0 w 31973"/>
                  <a:gd name="connsiteY1" fmla="*/ 15987 h 31973"/>
                  <a:gd name="connsiteX2" fmla="*/ 15987 w 31973"/>
                  <a:gd name="connsiteY2" fmla="*/ 0 h 31973"/>
                  <a:gd name="connsiteX3" fmla="*/ 31974 w 31973"/>
                  <a:gd name="connsiteY3" fmla="*/ 15987 h 31973"/>
                  <a:gd name="connsiteX4" fmla="*/ 15987 w 31973"/>
                  <a:gd name="connsiteY4" fmla="*/ 31974 h 31973"/>
                  <a:gd name="connsiteX5" fmla="*/ 15987 w 31973"/>
                  <a:gd name="connsiteY5" fmla="*/ 6892 h 31973"/>
                  <a:gd name="connsiteX6" fmla="*/ 6892 w 31973"/>
                  <a:gd name="connsiteY6" fmla="*/ 15987 h 31973"/>
                  <a:gd name="connsiteX7" fmla="*/ 15987 w 31973"/>
                  <a:gd name="connsiteY7" fmla="*/ 25082 h 31973"/>
                  <a:gd name="connsiteX8" fmla="*/ 25082 w 31973"/>
                  <a:gd name="connsiteY8" fmla="*/ 15987 h 31973"/>
                  <a:gd name="connsiteX9" fmla="*/ 15987 w 31973"/>
                  <a:gd name="connsiteY9" fmla="*/ 6892 h 31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73" h="31973">
                    <a:moveTo>
                      <a:pt x="15987" y="31974"/>
                    </a:moveTo>
                    <a:cubicBezTo>
                      <a:pt x="7174" y="31974"/>
                      <a:pt x="0" y="24800"/>
                      <a:pt x="0" y="15987"/>
                    </a:cubicBezTo>
                    <a:cubicBezTo>
                      <a:pt x="0" y="7174"/>
                      <a:pt x="7174" y="0"/>
                      <a:pt x="15987" y="0"/>
                    </a:cubicBezTo>
                    <a:cubicBezTo>
                      <a:pt x="24800" y="0"/>
                      <a:pt x="31974" y="7174"/>
                      <a:pt x="31974" y="15987"/>
                    </a:cubicBezTo>
                    <a:cubicBezTo>
                      <a:pt x="31974" y="24800"/>
                      <a:pt x="24800" y="31974"/>
                      <a:pt x="15987" y="31974"/>
                    </a:cubicBezTo>
                    <a:close/>
                    <a:moveTo>
                      <a:pt x="15987" y="6892"/>
                    </a:moveTo>
                    <a:cubicBezTo>
                      <a:pt x="10987" y="6892"/>
                      <a:pt x="6892" y="10959"/>
                      <a:pt x="6892" y="15987"/>
                    </a:cubicBezTo>
                    <a:cubicBezTo>
                      <a:pt x="6892" y="21015"/>
                      <a:pt x="10959" y="25082"/>
                      <a:pt x="15987" y="25082"/>
                    </a:cubicBezTo>
                    <a:cubicBezTo>
                      <a:pt x="21015" y="25082"/>
                      <a:pt x="25082" y="21015"/>
                      <a:pt x="25082" y="15987"/>
                    </a:cubicBezTo>
                    <a:cubicBezTo>
                      <a:pt x="25082" y="10959"/>
                      <a:pt x="21015" y="6892"/>
                      <a:pt x="15987" y="6892"/>
                    </a:cubicBezTo>
                    <a:close/>
                  </a:path>
                </a:pathLst>
              </a:custGeom>
              <a:solidFill>
                <a:srgbClr val="17A3A3"/>
              </a:solidFill>
              <a:ln w="2824" cap="flat">
                <a:noFill/>
                <a:prstDash val="solid"/>
                <a:miter/>
              </a:ln>
            </p:spPr>
            <p:txBody>
              <a:bodyPr rtlCol="1" anchor="ctr"/>
              <a:lstStyle/>
              <a:p>
                <a:endParaRPr lang="ar-SA"/>
              </a:p>
            </p:txBody>
          </p:sp>
          <p:sp>
            <p:nvSpPr>
              <p:cNvPr id="7984" name="شكل حر: شكل 8891">
                <a:extLst>
                  <a:ext uri="{FF2B5EF4-FFF2-40B4-BE49-F238E27FC236}">
                    <a16:creationId xmlns:a16="http://schemas.microsoft.com/office/drawing/2014/main" id="{694072DB-AE2C-16FC-53A3-A494AEAF5A5B}"/>
                  </a:ext>
                </a:extLst>
              </p:cNvPr>
              <p:cNvSpPr/>
              <p:nvPr/>
            </p:nvSpPr>
            <p:spPr>
              <a:xfrm>
                <a:off x="1135700" y="1037879"/>
                <a:ext cx="31973" cy="31973"/>
              </a:xfrm>
              <a:custGeom>
                <a:avLst/>
                <a:gdLst>
                  <a:gd name="connsiteX0" fmla="*/ 15987 w 31973"/>
                  <a:gd name="connsiteY0" fmla="*/ 31974 h 31973"/>
                  <a:gd name="connsiteX1" fmla="*/ 0 w 31973"/>
                  <a:gd name="connsiteY1" fmla="*/ 15987 h 31973"/>
                  <a:gd name="connsiteX2" fmla="*/ 15987 w 31973"/>
                  <a:gd name="connsiteY2" fmla="*/ 0 h 31973"/>
                  <a:gd name="connsiteX3" fmla="*/ 31974 w 31973"/>
                  <a:gd name="connsiteY3" fmla="*/ 15987 h 31973"/>
                  <a:gd name="connsiteX4" fmla="*/ 15987 w 31973"/>
                  <a:gd name="connsiteY4" fmla="*/ 31974 h 31973"/>
                  <a:gd name="connsiteX5" fmla="*/ 15987 w 31973"/>
                  <a:gd name="connsiteY5" fmla="*/ 6892 h 31973"/>
                  <a:gd name="connsiteX6" fmla="*/ 6892 w 31973"/>
                  <a:gd name="connsiteY6" fmla="*/ 15987 h 31973"/>
                  <a:gd name="connsiteX7" fmla="*/ 15987 w 31973"/>
                  <a:gd name="connsiteY7" fmla="*/ 25082 h 31973"/>
                  <a:gd name="connsiteX8" fmla="*/ 25082 w 31973"/>
                  <a:gd name="connsiteY8" fmla="*/ 15987 h 31973"/>
                  <a:gd name="connsiteX9" fmla="*/ 15987 w 31973"/>
                  <a:gd name="connsiteY9" fmla="*/ 6892 h 31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73" h="31973">
                    <a:moveTo>
                      <a:pt x="15987" y="31974"/>
                    </a:moveTo>
                    <a:cubicBezTo>
                      <a:pt x="7174" y="31974"/>
                      <a:pt x="0" y="24800"/>
                      <a:pt x="0" y="15987"/>
                    </a:cubicBezTo>
                    <a:cubicBezTo>
                      <a:pt x="0" y="7174"/>
                      <a:pt x="7174" y="0"/>
                      <a:pt x="15987" y="0"/>
                    </a:cubicBezTo>
                    <a:cubicBezTo>
                      <a:pt x="24800" y="0"/>
                      <a:pt x="31974" y="7174"/>
                      <a:pt x="31974" y="15987"/>
                    </a:cubicBezTo>
                    <a:cubicBezTo>
                      <a:pt x="31974" y="24800"/>
                      <a:pt x="24800" y="31974"/>
                      <a:pt x="15987" y="31974"/>
                    </a:cubicBezTo>
                    <a:close/>
                    <a:moveTo>
                      <a:pt x="15987" y="6892"/>
                    </a:moveTo>
                    <a:cubicBezTo>
                      <a:pt x="10987" y="6892"/>
                      <a:pt x="6892" y="10959"/>
                      <a:pt x="6892" y="15987"/>
                    </a:cubicBezTo>
                    <a:cubicBezTo>
                      <a:pt x="6892" y="21015"/>
                      <a:pt x="10959" y="25082"/>
                      <a:pt x="15987" y="25082"/>
                    </a:cubicBezTo>
                    <a:cubicBezTo>
                      <a:pt x="21015" y="25082"/>
                      <a:pt x="25082" y="21015"/>
                      <a:pt x="25082" y="15987"/>
                    </a:cubicBezTo>
                    <a:cubicBezTo>
                      <a:pt x="25082" y="10959"/>
                      <a:pt x="21015" y="6892"/>
                      <a:pt x="15987" y="6892"/>
                    </a:cubicBezTo>
                    <a:close/>
                  </a:path>
                </a:pathLst>
              </a:custGeom>
              <a:solidFill>
                <a:srgbClr val="17A3A3"/>
              </a:solidFill>
              <a:ln w="2824" cap="flat">
                <a:noFill/>
                <a:prstDash val="solid"/>
                <a:miter/>
              </a:ln>
            </p:spPr>
            <p:txBody>
              <a:bodyPr rtlCol="1" anchor="ctr"/>
              <a:lstStyle/>
              <a:p>
                <a:endParaRPr lang="ar-SA"/>
              </a:p>
            </p:txBody>
          </p:sp>
          <p:sp>
            <p:nvSpPr>
              <p:cNvPr id="7985" name="شكل حر: شكل 8892">
                <a:extLst>
                  <a:ext uri="{FF2B5EF4-FFF2-40B4-BE49-F238E27FC236}">
                    <a16:creationId xmlns:a16="http://schemas.microsoft.com/office/drawing/2014/main" id="{FF6B54C8-C2F6-6AB3-0D31-B5A8C0BF9B00}"/>
                  </a:ext>
                </a:extLst>
              </p:cNvPr>
              <p:cNvSpPr/>
              <p:nvPr/>
            </p:nvSpPr>
            <p:spPr>
              <a:xfrm>
                <a:off x="1212471" y="981247"/>
                <a:ext cx="31973" cy="31973"/>
              </a:xfrm>
              <a:custGeom>
                <a:avLst/>
                <a:gdLst>
                  <a:gd name="connsiteX0" fmla="*/ 15987 w 31973"/>
                  <a:gd name="connsiteY0" fmla="*/ 31974 h 31973"/>
                  <a:gd name="connsiteX1" fmla="*/ 0 w 31973"/>
                  <a:gd name="connsiteY1" fmla="*/ 15987 h 31973"/>
                  <a:gd name="connsiteX2" fmla="*/ 15987 w 31973"/>
                  <a:gd name="connsiteY2" fmla="*/ 0 h 31973"/>
                  <a:gd name="connsiteX3" fmla="*/ 31974 w 31973"/>
                  <a:gd name="connsiteY3" fmla="*/ 15987 h 31973"/>
                  <a:gd name="connsiteX4" fmla="*/ 15987 w 31973"/>
                  <a:gd name="connsiteY4" fmla="*/ 31974 h 31973"/>
                  <a:gd name="connsiteX5" fmla="*/ 15987 w 31973"/>
                  <a:gd name="connsiteY5" fmla="*/ 6892 h 31973"/>
                  <a:gd name="connsiteX6" fmla="*/ 6892 w 31973"/>
                  <a:gd name="connsiteY6" fmla="*/ 15987 h 31973"/>
                  <a:gd name="connsiteX7" fmla="*/ 15987 w 31973"/>
                  <a:gd name="connsiteY7" fmla="*/ 25082 h 31973"/>
                  <a:gd name="connsiteX8" fmla="*/ 25082 w 31973"/>
                  <a:gd name="connsiteY8" fmla="*/ 15987 h 31973"/>
                  <a:gd name="connsiteX9" fmla="*/ 15987 w 31973"/>
                  <a:gd name="connsiteY9" fmla="*/ 6892 h 31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973" h="31973">
                    <a:moveTo>
                      <a:pt x="15987" y="31974"/>
                    </a:moveTo>
                    <a:cubicBezTo>
                      <a:pt x="7174" y="31974"/>
                      <a:pt x="0" y="24800"/>
                      <a:pt x="0" y="15987"/>
                    </a:cubicBezTo>
                    <a:cubicBezTo>
                      <a:pt x="0" y="7174"/>
                      <a:pt x="7174" y="0"/>
                      <a:pt x="15987" y="0"/>
                    </a:cubicBezTo>
                    <a:cubicBezTo>
                      <a:pt x="24800" y="0"/>
                      <a:pt x="31974" y="7174"/>
                      <a:pt x="31974" y="15987"/>
                    </a:cubicBezTo>
                    <a:cubicBezTo>
                      <a:pt x="31974" y="24800"/>
                      <a:pt x="24800" y="31974"/>
                      <a:pt x="15987" y="31974"/>
                    </a:cubicBezTo>
                    <a:close/>
                    <a:moveTo>
                      <a:pt x="15987" y="6892"/>
                    </a:moveTo>
                    <a:cubicBezTo>
                      <a:pt x="10987" y="6892"/>
                      <a:pt x="6892" y="10959"/>
                      <a:pt x="6892" y="15987"/>
                    </a:cubicBezTo>
                    <a:cubicBezTo>
                      <a:pt x="6892" y="21015"/>
                      <a:pt x="10959" y="25082"/>
                      <a:pt x="15987" y="25082"/>
                    </a:cubicBezTo>
                    <a:cubicBezTo>
                      <a:pt x="21015" y="25082"/>
                      <a:pt x="25082" y="21015"/>
                      <a:pt x="25082" y="15987"/>
                    </a:cubicBezTo>
                    <a:cubicBezTo>
                      <a:pt x="25082" y="10959"/>
                      <a:pt x="21015" y="6892"/>
                      <a:pt x="15987" y="6892"/>
                    </a:cubicBezTo>
                    <a:close/>
                  </a:path>
                </a:pathLst>
              </a:custGeom>
              <a:solidFill>
                <a:srgbClr val="17A3A3"/>
              </a:solidFill>
              <a:ln w="2824" cap="flat">
                <a:noFill/>
                <a:prstDash val="solid"/>
                <a:miter/>
              </a:ln>
            </p:spPr>
            <p:txBody>
              <a:bodyPr rtlCol="1" anchor="ctr"/>
              <a:lstStyle/>
              <a:p>
                <a:endParaRPr lang="ar-SA"/>
              </a:p>
            </p:txBody>
          </p:sp>
        </p:grpSp>
      </p:grpSp>
      <p:grpSp>
        <p:nvGrpSpPr>
          <p:cNvPr id="7995" name="رسم 8014">
            <a:extLst>
              <a:ext uri="{FF2B5EF4-FFF2-40B4-BE49-F238E27FC236}">
                <a16:creationId xmlns:a16="http://schemas.microsoft.com/office/drawing/2014/main" id="{7D2EDD9E-B5A2-F3CC-C762-ECA15C9CE573}"/>
              </a:ext>
            </a:extLst>
          </p:cNvPr>
          <p:cNvGrpSpPr/>
          <p:nvPr/>
        </p:nvGrpSpPr>
        <p:grpSpPr>
          <a:xfrm>
            <a:off x="8171791" y="1528778"/>
            <a:ext cx="216975" cy="204284"/>
            <a:chOff x="8849170" y="124223"/>
            <a:chExt cx="259350" cy="259180"/>
          </a:xfrm>
        </p:grpSpPr>
        <p:grpSp>
          <p:nvGrpSpPr>
            <p:cNvPr id="7996" name="رسم 8014">
              <a:extLst>
                <a:ext uri="{FF2B5EF4-FFF2-40B4-BE49-F238E27FC236}">
                  <a16:creationId xmlns:a16="http://schemas.microsoft.com/office/drawing/2014/main" id="{4F037A0D-FD33-9AB6-D026-B65A43C9AD9D}"/>
                </a:ext>
              </a:extLst>
            </p:cNvPr>
            <p:cNvGrpSpPr/>
            <p:nvPr/>
          </p:nvGrpSpPr>
          <p:grpSpPr>
            <a:xfrm>
              <a:off x="8871766" y="124223"/>
              <a:ext cx="236753" cy="212405"/>
              <a:chOff x="8871766" y="124223"/>
              <a:chExt cx="236753" cy="212405"/>
            </a:xfrm>
            <a:solidFill>
              <a:srgbClr val="17A3A3"/>
            </a:solidFill>
          </p:grpSpPr>
          <p:sp>
            <p:nvSpPr>
              <p:cNvPr id="8000" name="شكل حر: شكل 8895">
                <a:extLst>
                  <a:ext uri="{FF2B5EF4-FFF2-40B4-BE49-F238E27FC236}">
                    <a16:creationId xmlns:a16="http://schemas.microsoft.com/office/drawing/2014/main" id="{560A60F6-0A85-B671-724A-F16E05E35EE8}"/>
                  </a:ext>
                </a:extLst>
              </p:cNvPr>
              <p:cNvSpPr/>
              <p:nvPr/>
            </p:nvSpPr>
            <p:spPr>
              <a:xfrm>
                <a:off x="8871766" y="124223"/>
                <a:ext cx="236753" cy="212405"/>
              </a:xfrm>
              <a:custGeom>
                <a:avLst/>
                <a:gdLst>
                  <a:gd name="connsiteX0" fmla="*/ 202690 w 236753"/>
                  <a:gd name="connsiteY0" fmla="*/ 212406 h 212405"/>
                  <a:gd name="connsiteX1" fmla="*/ 200260 w 236753"/>
                  <a:gd name="connsiteY1" fmla="*/ 211389 h 212405"/>
                  <a:gd name="connsiteX2" fmla="*/ 172184 w 236753"/>
                  <a:gd name="connsiteY2" fmla="*/ 183313 h 212405"/>
                  <a:gd name="connsiteX3" fmla="*/ 117840 w 236753"/>
                  <a:gd name="connsiteY3" fmla="*/ 183313 h 212405"/>
                  <a:gd name="connsiteX4" fmla="*/ 114394 w 236753"/>
                  <a:gd name="connsiteY4" fmla="*/ 179867 h 212405"/>
                  <a:gd name="connsiteX5" fmla="*/ 117840 w 236753"/>
                  <a:gd name="connsiteY5" fmla="*/ 176421 h 212405"/>
                  <a:gd name="connsiteX6" fmla="*/ 173597 w 236753"/>
                  <a:gd name="connsiteY6" fmla="*/ 176421 h 212405"/>
                  <a:gd name="connsiteX7" fmla="*/ 176026 w 236753"/>
                  <a:gd name="connsiteY7" fmla="*/ 177438 h 212405"/>
                  <a:gd name="connsiteX8" fmla="*/ 199215 w 236753"/>
                  <a:gd name="connsiteY8" fmla="*/ 200628 h 212405"/>
                  <a:gd name="connsiteX9" fmla="*/ 199215 w 236753"/>
                  <a:gd name="connsiteY9" fmla="*/ 179867 h 212405"/>
                  <a:gd name="connsiteX10" fmla="*/ 202661 w 236753"/>
                  <a:gd name="connsiteY10" fmla="*/ 176421 h 212405"/>
                  <a:gd name="connsiteX11" fmla="*/ 207689 w 236753"/>
                  <a:gd name="connsiteY11" fmla="*/ 176421 h 212405"/>
                  <a:gd name="connsiteX12" fmla="*/ 229918 w 236753"/>
                  <a:gd name="connsiteY12" fmla="*/ 154192 h 212405"/>
                  <a:gd name="connsiteX13" fmla="*/ 229918 w 236753"/>
                  <a:gd name="connsiteY13" fmla="*/ 29093 h 212405"/>
                  <a:gd name="connsiteX14" fmla="*/ 207689 w 236753"/>
                  <a:gd name="connsiteY14" fmla="*/ 6864 h 212405"/>
                  <a:gd name="connsiteX15" fmla="*/ 29121 w 236753"/>
                  <a:gd name="connsiteY15" fmla="*/ 6864 h 212405"/>
                  <a:gd name="connsiteX16" fmla="*/ 6892 w 236753"/>
                  <a:gd name="connsiteY16" fmla="*/ 29093 h 212405"/>
                  <a:gd name="connsiteX17" fmla="*/ 6892 w 236753"/>
                  <a:gd name="connsiteY17" fmla="*/ 154192 h 212405"/>
                  <a:gd name="connsiteX18" fmla="*/ 20168 w 236753"/>
                  <a:gd name="connsiteY18" fmla="*/ 174501 h 212405"/>
                  <a:gd name="connsiteX19" fmla="*/ 21919 w 236753"/>
                  <a:gd name="connsiteY19" fmla="*/ 179048 h 212405"/>
                  <a:gd name="connsiteX20" fmla="*/ 17371 w 236753"/>
                  <a:gd name="connsiteY20" fmla="*/ 180799 h 212405"/>
                  <a:gd name="connsiteX21" fmla="*/ 0 w 236753"/>
                  <a:gd name="connsiteY21" fmla="*/ 154192 h 212405"/>
                  <a:gd name="connsiteX22" fmla="*/ 0 w 236753"/>
                  <a:gd name="connsiteY22" fmla="*/ 29093 h 212405"/>
                  <a:gd name="connsiteX23" fmla="*/ 29093 w 236753"/>
                  <a:gd name="connsiteY23" fmla="*/ 0 h 212405"/>
                  <a:gd name="connsiteX24" fmla="*/ 207661 w 236753"/>
                  <a:gd name="connsiteY24" fmla="*/ 0 h 212405"/>
                  <a:gd name="connsiteX25" fmla="*/ 236754 w 236753"/>
                  <a:gd name="connsiteY25" fmla="*/ 29093 h 212405"/>
                  <a:gd name="connsiteX26" fmla="*/ 236754 w 236753"/>
                  <a:gd name="connsiteY26" fmla="*/ 154192 h 212405"/>
                  <a:gd name="connsiteX27" fmla="*/ 207661 w 236753"/>
                  <a:gd name="connsiteY27" fmla="*/ 183285 h 212405"/>
                  <a:gd name="connsiteX28" fmla="*/ 206079 w 236753"/>
                  <a:gd name="connsiteY28" fmla="*/ 183285 h 212405"/>
                  <a:gd name="connsiteX29" fmla="*/ 206079 w 236753"/>
                  <a:gd name="connsiteY29" fmla="*/ 208932 h 212405"/>
                  <a:gd name="connsiteX30" fmla="*/ 203960 w 236753"/>
                  <a:gd name="connsiteY30" fmla="*/ 212123 h 212405"/>
                  <a:gd name="connsiteX31" fmla="*/ 202633 w 236753"/>
                  <a:gd name="connsiteY31" fmla="*/ 212378 h 212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36753" h="212405">
                    <a:moveTo>
                      <a:pt x="202690" y="212406"/>
                    </a:moveTo>
                    <a:cubicBezTo>
                      <a:pt x="201785" y="212406"/>
                      <a:pt x="200910" y="212067"/>
                      <a:pt x="200260" y="211389"/>
                    </a:cubicBezTo>
                    <a:lnTo>
                      <a:pt x="172184" y="183313"/>
                    </a:lnTo>
                    <a:lnTo>
                      <a:pt x="117840" y="183313"/>
                    </a:lnTo>
                    <a:cubicBezTo>
                      <a:pt x="115948" y="183313"/>
                      <a:pt x="114394" y="181760"/>
                      <a:pt x="114394" y="179867"/>
                    </a:cubicBezTo>
                    <a:cubicBezTo>
                      <a:pt x="114394" y="177975"/>
                      <a:pt x="115948" y="176421"/>
                      <a:pt x="117840" y="176421"/>
                    </a:cubicBezTo>
                    <a:lnTo>
                      <a:pt x="173597" y="176421"/>
                    </a:lnTo>
                    <a:cubicBezTo>
                      <a:pt x="174501" y="176421"/>
                      <a:pt x="175376" y="176788"/>
                      <a:pt x="176026" y="177438"/>
                    </a:cubicBezTo>
                    <a:lnTo>
                      <a:pt x="199215" y="200628"/>
                    </a:lnTo>
                    <a:lnTo>
                      <a:pt x="199215" y="179867"/>
                    </a:lnTo>
                    <a:cubicBezTo>
                      <a:pt x="199215" y="177975"/>
                      <a:pt x="200769" y="176421"/>
                      <a:pt x="202661" y="176421"/>
                    </a:cubicBezTo>
                    <a:lnTo>
                      <a:pt x="207689" y="176421"/>
                    </a:lnTo>
                    <a:cubicBezTo>
                      <a:pt x="219948" y="176421"/>
                      <a:pt x="229918" y="166451"/>
                      <a:pt x="229918" y="154192"/>
                    </a:cubicBezTo>
                    <a:lnTo>
                      <a:pt x="229918" y="29093"/>
                    </a:lnTo>
                    <a:cubicBezTo>
                      <a:pt x="229918" y="16834"/>
                      <a:pt x="219948" y="6864"/>
                      <a:pt x="207689" y="6864"/>
                    </a:cubicBezTo>
                    <a:lnTo>
                      <a:pt x="29121" y="6864"/>
                    </a:lnTo>
                    <a:cubicBezTo>
                      <a:pt x="16862" y="6864"/>
                      <a:pt x="6892" y="16834"/>
                      <a:pt x="6892" y="29093"/>
                    </a:cubicBezTo>
                    <a:lnTo>
                      <a:pt x="6892" y="154192"/>
                    </a:lnTo>
                    <a:cubicBezTo>
                      <a:pt x="6892" y="162976"/>
                      <a:pt x="12117" y="170942"/>
                      <a:pt x="20168" y="174501"/>
                    </a:cubicBezTo>
                    <a:cubicBezTo>
                      <a:pt x="21919" y="175263"/>
                      <a:pt x="22681" y="177297"/>
                      <a:pt x="21919" y="179048"/>
                    </a:cubicBezTo>
                    <a:cubicBezTo>
                      <a:pt x="21156" y="180799"/>
                      <a:pt x="19122" y="181562"/>
                      <a:pt x="17371" y="180799"/>
                    </a:cubicBezTo>
                    <a:cubicBezTo>
                      <a:pt x="6807" y="176139"/>
                      <a:pt x="0" y="165688"/>
                      <a:pt x="0" y="154192"/>
                    </a:cubicBezTo>
                    <a:lnTo>
                      <a:pt x="0" y="29093"/>
                    </a:lnTo>
                    <a:cubicBezTo>
                      <a:pt x="0" y="13049"/>
                      <a:pt x="13050" y="0"/>
                      <a:pt x="29093" y="0"/>
                    </a:cubicBezTo>
                    <a:lnTo>
                      <a:pt x="207661" y="0"/>
                    </a:lnTo>
                    <a:cubicBezTo>
                      <a:pt x="223704" y="0"/>
                      <a:pt x="236754" y="13049"/>
                      <a:pt x="236754" y="29093"/>
                    </a:cubicBezTo>
                    <a:lnTo>
                      <a:pt x="236754" y="154192"/>
                    </a:lnTo>
                    <a:cubicBezTo>
                      <a:pt x="236754" y="170235"/>
                      <a:pt x="223704" y="183285"/>
                      <a:pt x="207661" y="183285"/>
                    </a:cubicBezTo>
                    <a:lnTo>
                      <a:pt x="206079" y="183285"/>
                    </a:lnTo>
                    <a:lnTo>
                      <a:pt x="206079" y="208932"/>
                    </a:lnTo>
                    <a:cubicBezTo>
                      <a:pt x="206079" y="210316"/>
                      <a:pt x="205231" y="211587"/>
                      <a:pt x="203960" y="212123"/>
                    </a:cubicBezTo>
                    <a:cubicBezTo>
                      <a:pt x="203537" y="212293"/>
                      <a:pt x="203085" y="212378"/>
                      <a:pt x="202633" y="212378"/>
                    </a:cubicBezTo>
                    <a:close/>
                  </a:path>
                </a:pathLst>
              </a:custGeom>
              <a:solidFill>
                <a:srgbClr val="17A3A3"/>
              </a:solidFill>
              <a:ln w="2824" cap="flat">
                <a:noFill/>
                <a:prstDash val="solid"/>
                <a:miter/>
              </a:ln>
            </p:spPr>
            <p:txBody>
              <a:bodyPr rtlCol="1" anchor="ctr"/>
              <a:lstStyle/>
              <a:p>
                <a:endParaRPr lang="ar-SA"/>
              </a:p>
            </p:txBody>
          </p:sp>
          <p:grpSp>
            <p:nvGrpSpPr>
              <p:cNvPr id="8001" name="رسم 8014">
                <a:extLst>
                  <a:ext uri="{FF2B5EF4-FFF2-40B4-BE49-F238E27FC236}">
                    <a16:creationId xmlns:a16="http://schemas.microsoft.com/office/drawing/2014/main" id="{2E336A3E-3162-979B-83A0-1153CA22DC87}"/>
                  </a:ext>
                </a:extLst>
              </p:cNvPr>
              <p:cNvGrpSpPr/>
              <p:nvPr/>
            </p:nvGrpSpPr>
            <p:grpSpPr>
              <a:xfrm>
                <a:off x="9002486" y="166563"/>
                <a:ext cx="47678" cy="97588"/>
                <a:chOff x="9002486" y="166563"/>
                <a:chExt cx="47678" cy="97588"/>
              </a:xfrm>
              <a:solidFill>
                <a:srgbClr val="17A3A3"/>
              </a:solidFill>
            </p:grpSpPr>
            <p:sp>
              <p:nvSpPr>
                <p:cNvPr id="8002" name="شكل حر: شكل 8897">
                  <a:extLst>
                    <a:ext uri="{FF2B5EF4-FFF2-40B4-BE49-F238E27FC236}">
                      <a16:creationId xmlns:a16="http://schemas.microsoft.com/office/drawing/2014/main" id="{EC1A7B0E-6852-56C2-F611-0C03956040D5}"/>
                    </a:ext>
                  </a:extLst>
                </p:cNvPr>
                <p:cNvSpPr/>
                <p:nvPr/>
              </p:nvSpPr>
              <p:spPr>
                <a:xfrm>
                  <a:off x="9002486" y="175517"/>
                  <a:ext cx="47678" cy="79652"/>
                </a:xfrm>
                <a:custGeom>
                  <a:avLst/>
                  <a:gdLst>
                    <a:gd name="connsiteX0" fmla="*/ 23839 w 47678"/>
                    <a:gd name="connsiteY0" fmla="*/ 79652 h 79652"/>
                    <a:gd name="connsiteX1" fmla="*/ 3022 w 47678"/>
                    <a:gd name="connsiteY1" fmla="*/ 68580 h 79652"/>
                    <a:gd name="connsiteX2" fmla="*/ 4152 w 47678"/>
                    <a:gd name="connsiteY2" fmla="*/ 63835 h 79652"/>
                    <a:gd name="connsiteX3" fmla="*/ 8897 w 47678"/>
                    <a:gd name="connsiteY3" fmla="*/ 64965 h 79652"/>
                    <a:gd name="connsiteX4" fmla="*/ 23839 w 47678"/>
                    <a:gd name="connsiteY4" fmla="*/ 72760 h 79652"/>
                    <a:gd name="connsiteX5" fmla="*/ 40786 w 47678"/>
                    <a:gd name="connsiteY5" fmla="*/ 58016 h 79652"/>
                    <a:gd name="connsiteX6" fmla="*/ 23839 w 47678"/>
                    <a:gd name="connsiteY6" fmla="*/ 43272 h 79652"/>
                    <a:gd name="connsiteX7" fmla="*/ 0 w 47678"/>
                    <a:gd name="connsiteY7" fmla="*/ 21636 h 79652"/>
                    <a:gd name="connsiteX8" fmla="*/ 23839 w 47678"/>
                    <a:gd name="connsiteY8" fmla="*/ 0 h 79652"/>
                    <a:gd name="connsiteX9" fmla="*/ 44656 w 47678"/>
                    <a:gd name="connsiteY9" fmla="*/ 11072 h 79652"/>
                    <a:gd name="connsiteX10" fmla="*/ 43526 w 47678"/>
                    <a:gd name="connsiteY10" fmla="*/ 15817 h 79652"/>
                    <a:gd name="connsiteX11" fmla="*/ 38781 w 47678"/>
                    <a:gd name="connsiteY11" fmla="*/ 14688 h 79652"/>
                    <a:gd name="connsiteX12" fmla="*/ 23839 w 47678"/>
                    <a:gd name="connsiteY12" fmla="*/ 6892 h 79652"/>
                    <a:gd name="connsiteX13" fmla="*/ 6892 w 47678"/>
                    <a:gd name="connsiteY13" fmla="*/ 21636 h 79652"/>
                    <a:gd name="connsiteX14" fmla="*/ 23839 w 47678"/>
                    <a:gd name="connsiteY14" fmla="*/ 36380 h 79652"/>
                    <a:gd name="connsiteX15" fmla="*/ 47678 w 47678"/>
                    <a:gd name="connsiteY15" fmla="*/ 58016 h 79652"/>
                    <a:gd name="connsiteX16" fmla="*/ 23839 w 47678"/>
                    <a:gd name="connsiteY16" fmla="*/ 79652 h 79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678" h="79652">
                      <a:moveTo>
                        <a:pt x="23839" y="79652"/>
                      </a:moveTo>
                      <a:cubicBezTo>
                        <a:pt x="15224" y="79652"/>
                        <a:pt x="7231" y="75415"/>
                        <a:pt x="3022" y="68580"/>
                      </a:cubicBezTo>
                      <a:cubicBezTo>
                        <a:pt x="2034" y="66970"/>
                        <a:pt x="2514" y="64852"/>
                        <a:pt x="4152" y="63835"/>
                      </a:cubicBezTo>
                      <a:cubicBezTo>
                        <a:pt x="5762" y="62846"/>
                        <a:pt x="7881" y="63326"/>
                        <a:pt x="8897" y="64965"/>
                      </a:cubicBezTo>
                      <a:cubicBezTo>
                        <a:pt x="11863" y="69766"/>
                        <a:pt x="17597" y="72760"/>
                        <a:pt x="23839" y="72760"/>
                      </a:cubicBezTo>
                      <a:cubicBezTo>
                        <a:pt x="33188" y="72760"/>
                        <a:pt x="40786" y="66151"/>
                        <a:pt x="40786" y="58016"/>
                      </a:cubicBezTo>
                      <a:cubicBezTo>
                        <a:pt x="40786" y="49882"/>
                        <a:pt x="33188" y="43272"/>
                        <a:pt x="23839" y="43272"/>
                      </a:cubicBezTo>
                      <a:cubicBezTo>
                        <a:pt x="10705" y="43272"/>
                        <a:pt x="0" y="33584"/>
                        <a:pt x="0" y="21636"/>
                      </a:cubicBezTo>
                      <a:cubicBezTo>
                        <a:pt x="0" y="9688"/>
                        <a:pt x="10705" y="0"/>
                        <a:pt x="23839" y="0"/>
                      </a:cubicBezTo>
                      <a:cubicBezTo>
                        <a:pt x="32454" y="0"/>
                        <a:pt x="40448" y="4237"/>
                        <a:pt x="44656" y="11072"/>
                      </a:cubicBezTo>
                      <a:cubicBezTo>
                        <a:pt x="45644" y="12682"/>
                        <a:pt x="45164" y="14801"/>
                        <a:pt x="43526" y="15817"/>
                      </a:cubicBezTo>
                      <a:cubicBezTo>
                        <a:pt x="41917" y="16806"/>
                        <a:pt x="39798" y="16326"/>
                        <a:pt x="38781" y="14688"/>
                      </a:cubicBezTo>
                      <a:cubicBezTo>
                        <a:pt x="35815" y="9886"/>
                        <a:pt x="30081" y="6892"/>
                        <a:pt x="23839" y="6892"/>
                      </a:cubicBezTo>
                      <a:cubicBezTo>
                        <a:pt x="14490" y="6892"/>
                        <a:pt x="6892" y="13501"/>
                        <a:pt x="6892" y="21636"/>
                      </a:cubicBezTo>
                      <a:cubicBezTo>
                        <a:pt x="6892" y="29771"/>
                        <a:pt x="14490" y="36380"/>
                        <a:pt x="23839" y="36380"/>
                      </a:cubicBezTo>
                      <a:cubicBezTo>
                        <a:pt x="36974" y="36380"/>
                        <a:pt x="47678" y="46097"/>
                        <a:pt x="47678" y="58016"/>
                      </a:cubicBezTo>
                      <a:cubicBezTo>
                        <a:pt x="47678" y="69936"/>
                        <a:pt x="36974" y="79652"/>
                        <a:pt x="23839" y="79652"/>
                      </a:cubicBezTo>
                      <a:close/>
                    </a:path>
                  </a:pathLst>
                </a:custGeom>
                <a:solidFill>
                  <a:srgbClr val="17A3A3"/>
                </a:solidFill>
                <a:ln w="2824" cap="flat">
                  <a:noFill/>
                  <a:prstDash val="solid"/>
                  <a:miter/>
                </a:ln>
              </p:spPr>
              <p:txBody>
                <a:bodyPr rtlCol="1" anchor="ctr"/>
                <a:lstStyle/>
                <a:p>
                  <a:endParaRPr lang="ar-SA"/>
                </a:p>
              </p:txBody>
            </p:sp>
            <p:sp>
              <p:nvSpPr>
                <p:cNvPr id="8003" name="شكل حر: شكل 8898">
                  <a:extLst>
                    <a:ext uri="{FF2B5EF4-FFF2-40B4-BE49-F238E27FC236}">
                      <a16:creationId xmlns:a16="http://schemas.microsoft.com/office/drawing/2014/main" id="{E0B7B5CF-24D1-BC24-8CA1-0B903591215F}"/>
                    </a:ext>
                  </a:extLst>
                </p:cNvPr>
                <p:cNvSpPr/>
                <p:nvPr/>
              </p:nvSpPr>
              <p:spPr>
                <a:xfrm>
                  <a:off x="9022880" y="166563"/>
                  <a:ext cx="6891" cy="15873"/>
                </a:xfrm>
                <a:custGeom>
                  <a:avLst/>
                  <a:gdLst>
                    <a:gd name="connsiteX0" fmla="*/ 3446 w 6891"/>
                    <a:gd name="connsiteY0" fmla="*/ 15874 h 15873"/>
                    <a:gd name="connsiteX1" fmla="*/ 0 w 6891"/>
                    <a:gd name="connsiteY1" fmla="*/ 12428 h 15873"/>
                    <a:gd name="connsiteX2" fmla="*/ 0 w 6891"/>
                    <a:gd name="connsiteY2" fmla="*/ 3446 h 15873"/>
                    <a:gd name="connsiteX3" fmla="*/ 3446 w 6891"/>
                    <a:gd name="connsiteY3" fmla="*/ 0 h 15873"/>
                    <a:gd name="connsiteX4" fmla="*/ 6892 w 6891"/>
                    <a:gd name="connsiteY4" fmla="*/ 3446 h 15873"/>
                    <a:gd name="connsiteX5" fmla="*/ 6892 w 6891"/>
                    <a:gd name="connsiteY5" fmla="*/ 12428 h 15873"/>
                    <a:gd name="connsiteX6" fmla="*/ 3446 w 6891"/>
                    <a:gd name="connsiteY6" fmla="*/ 15874 h 15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15873">
                      <a:moveTo>
                        <a:pt x="3446" y="15874"/>
                      </a:moveTo>
                      <a:cubicBezTo>
                        <a:pt x="1554" y="15874"/>
                        <a:pt x="0" y="14320"/>
                        <a:pt x="0" y="12428"/>
                      </a:cubicBezTo>
                      <a:lnTo>
                        <a:pt x="0" y="3446"/>
                      </a:lnTo>
                      <a:cubicBezTo>
                        <a:pt x="0" y="1553"/>
                        <a:pt x="1554" y="0"/>
                        <a:pt x="3446" y="0"/>
                      </a:cubicBezTo>
                      <a:cubicBezTo>
                        <a:pt x="5339" y="0"/>
                        <a:pt x="6892" y="1553"/>
                        <a:pt x="6892" y="3446"/>
                      </a:cubicBezTo>
                      <a:lnTo>
                        <a:pt x="6892" y="12428"/>
                      </a:lnTo>
                      <a:cubicBezTo>
                        <a:pt x="6892" y="14320"/>
                        <a:pt x="5339" y="15874"/>
                        <a:pt x="3446" y="15874"/>
                      </a:cubicBezTo>
                      <a:close/>
                    </a:path>
                  </a:pathLst>
                </a:custGeom>
                <a:solidFill>
                  <a:srgbClr val="17A3A3"/>
                </a:solidFill>
                <a:ln w="2824" cap="flat">
                  <a:noFill/>
                  <a:prstDash val="solid"/>
                  <a:miter/>
                </a:ln>
              </p:spPr>
              <p:txBody>
                <a:bodyPr rtlCol="1" anchor="ctr"/>
                <a:lstStyle/>
                <a:p>
                  <a:endParaRPr lang="ar-SA"/>
                </a:p>
              </p:txBody>
            </p:sp>
            <p:sp>
              <p:nvSpPr>
                <p:cNvPr id="8004" name="شكل حر: شكل 8899">
                  <a:extLst>
                    <a:ext uri="{FF2B5EF4-FFF2-40B4-BE49-F238E27FC236}">
                      <a16:creationId xmlns:a16="http://schemas.microsoft.com/office/drawing/2014/main" id="{CC100D83-3C83-9119-1B88-B34A623B7AAA}"/>
                    </a:ext>
                  </a:extLst>
                </p:cNvPr>
                <p:cNvSpPr/>
                <p:nvPr/>
              </p:nvSpPr>
              <p:spPr>
                <a:xfrm>
                  <a:off x="9022880" y="248277"/>
                  <a:ext cx="6891" cy="15873"/>
                </a:xfrm>
                <a:custGeom>
                  <a:avLst/>
                  <a:gdLst>
                    <a:gd name="connsiteX0" fmla="*/ 3446 w 6891"/>
                    <a:gd name="connsiteY0" fmla="*/ 15874 h 15873"/>
                    <a:gd name="connsiteX1" fmla="*/ 0 w 6891"/>
                    <a:gd name="connsiteY1" fmla="*/ 12428 h 15873"/>
                    <a:gd name="connsiteX2" fmla="*/ 0 w 6891"/>
                    <a:gd name="connsiteY2" fmla="*/ 3446 h 15873"/>
                    <a:gd name="connsiteX3" fmla="*/ 3446 w 6891"/>
                    <a:gd name="connsiteY3" fmla="*/ 0 h 15873"/>
                    <a:gd name="connsiteX4" fmla="*/ 6892 w 6891"/>
                    <a:gd name="connsiteY4" fmla="*/ 3446 h 15873"/>
                    <a:gd name="connsiteX5" fmla="*/ 6892 w 6891"/>
                    <a:gd name="connsiteY5" fmla="*/ 12428 h 15873"/>
                    <a:gd name="connsiteX6" fmla="*/ 3446 w 6891"/>
                    <a:gd name="connsiteY6" fmla="*/ 15874 h 15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1" h="15873">
                      <a:moveTo>
                        <a:pt x="3446" y="15874"/>
                      </a:moveTo>
                      <a:cubicBezTo>
                        <a:pt x="1554" y="15874"/>
                        <a:pt x="0" y="14320"/>
                        <a:pt x="0" y="12428"/>
                      </a:cubicBezTo>
                      <a:lnTo>
                        <a:pt x="0" y="3446"/>
                      </a:lnTo>
                      <a:cubicBezTo>
                        <a:pt x="0" y="1553"/>
                        <a:pt x="1554" y="0"/>
                        <a:pt x="3446" y="0"/>
                      </a:cubicBezTo>
                      <a:cubicBezTo>
                        <a:pt x="5339" y="0"/>
                        <a:pt x="6892" y="1553"/>
                        <a:pt x="6892" y="3446"/>
                      </a:cubicBezTo>
                      <a:lnTo>
                        <a:pt x="6892" y="12428"/>
                      </a:lnTo>
                      <a:cubicBezTo>
                        <a:pt x="6892" y="14320"/>
                        <a:pt x="5339" y="15874"/>
                        <a:pt x="3446" y="15874"/>
                      </a:cubicBezTo>
                      <a:close/>
                    </a:path>
                  </a:pathLst>
                </a:custGeom>
                <a:solidFill>
                  <a:srgbClr val="17A3A3"/>
                </a:solidFill>
                <a:ln w="2824" cap="flat">
                  <a:noFill/>
                  <a:prstDash val="solid"/>
                  <a:miter/>
                </a:ln>
              </p:spPr>
              <p:txBody>
                <a:bodyPr rtlCol="1" anchor="ctr"/>
                <a:lstStyle/>
                <a:p>
                  <a:endParaRPr lang="ar-SA"/>
                </a:p>
              </p:txBody>
            </p:sp>
          </p:grpSp>
        </p:grpSp>
        <p:grpSp>
          <p:nvGrpSpPr>
            <p:cNvPr id="7997" name="رسم 8014">
              <a:extLst>
                <a:ext uri="{FF2B5EF4-FFF2-40B4-BE49-F238E27FC236}">
                  <a16:creationId xmlns:a16="http://schemas.microsoft.com/office/drawing/2014/main" id="{0FFF2B63-2405-9A6B-F0AC-244663616F33}"/>
                </a:ext>
              </a:extLst>
            </p:cNvPr>
            <p:cNvGrpSpPr/>
            <p:nvPr/>
          </p:nvGrpSpPr>
          <p:grpSpPr>
            <a:xfrm>
              <a:off x="8849170" y="206954"/>
              <a:ext cx="175856" cy="176449"/>
              <a:chOff x="8849170" y="206954"/>
              <a:chExt cx="175856" cy="176449"/>
            </a:xfrm>
            <a:solidFill>
              <a:srgbClr val="01355A"/>
            </a:solidFill>
          </p:grpSpPr>
          <p:sp>
            <p:nvSpPr>
              <p:cNvPr id="7998" name="شكل حر: شكل 8901">
                <a:extLst>
                  <a:ext uri="{FF2B5EF4-FFF2-40B4-BE49-F238E27FC236}">
                    <a16:creationId xmlns:a16="http://schemas.microsoft.com/office/drawing/2014/main" id="{9846482A-08C3-6A3C-4841-006DA1293E74}"/>
                  </a:ext>
                </a:extLst>
              </p:cNvPr>
              <p:cNvSpPr/>
              <p:nvPr/>
            </p:nvSpPr>
            <p:spPr>
              <a:xfrm>
                <a:off x="8849170" y="312931"/>
                <a:ext cx="175856" cy="70472"/>
              </a:xfrm>
              <a:custGeom>
                <a:avLst/>
                <a:gdLst>
                  <a:gd name="connsiteX0" fmla="*/ 172410 w 175856"/>
                  <a:gd name="connsiteY0" fmla="*/ 70472 h 70472"/>
                  <a:gd name="connsiteX1" fmla="*/ 168965 w 175856"/>
                  <a:gd name="connsiteY1" fmla="*/ 67027 h 70472"/>
                  <a:gd name="connsiteX2" fmla="*/ 87929 w 175856"/>
                  <a:gd name="connsiteY2" fmla="*/ 6892 h 70472"/>
                  <a:gd name="connsiteX3" fmla="*/ 6892 w 175856"/>
                  <a:gd name="connsiteY3" fmla="*/ 67027 h 70472"/>
                  <a:gd name="connsiteX4" fmla="*/ 3446 w 175856"/>
                  <a:gd name="connsiteY4" fmla="*/ 70472 h 70472"/>
                  <a:gd name="connsiteX5" fmla="*/ 0 w 175856"/>
                  <a:gd name="connsiteY5" fmla="*/ 67027 h 70472"/>
                  <a:gd name="connsiteX6" fmla="*/ 87929 w 175856"/>
                  <a:gd name="connsiteY6" fmla="*/ 0 h 70472"/>
                  <a:gd name="connsiteX7" fmla="*/ 175856 w 175856"/>
                  <a:gd name="connsiteY7" fmla="*/ 67027 h 70472"/>
                  <a:gd name="connsiteX8" fmla="*/ 172410 w 175856"/>
                  <a:gd name="connsiteY8" fmla="*/ 70472 h 70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5856" h="70472">
                    <a:moveTo>
                      <a:pt x="172410" y="70472"/>
                    </a:moveTo>
                    <a:cubicBezTo>
                      <a:pt x="170518" y="70472"/>
                      <a:pt x="168965" y="68919"/>
                      <a:pt x="168965" y="67027"/>
                    </a:cubicBezTo>
                    <a:cubicBezTo>
                      <a:pt x="168965" y="11213"/>
                      <a:pt x="106938" y="6892"/>
                      <a:pt x="87929" y="6892"/>
                    </a:cubicBezTo>
                    <a:cubicBezTo>
                      <a:pt x="68919" y="6892"/>
                      <a:pt x="6892" y="11242"/>
                      <a:pt x="6892" y="67027"/>
                    </a:cubicBezTo>
                    <a:cubicBezTo>
                      <a:pt x="6892" y="68919"/>
                      <a:pt x="5339" y="70472"/>
                      <a:pt x="3446" y="70472"/>
                    </a:cubicBezTo>
                    <a:cubicBezTo>
                      <a:pt x="1554" y="70472"/>
                      <a:pt x="0" y="68919"/>
                      <a:pt x="0" y="67027"/>
                    </a:cubicBezTo>
                    <a:cubicBezTo>
                      <a:pt x="0" y="17597"/>
                      <a:pt x="45419" y="0"/>
                      <a:pt x="87929" y="0"/>
                    </a:cubicBezTo>
                    <a:cubicBezTo>
                      <a:pt x="130437" y="0"/>
                      <a:pt x="175856" y="17597"/>
                      <a:pt x="175856" y="67027"/>
                    </a:cubicBezTo>
                    <a:cubicBezTo>
                      <a:pt x="175856" y="68919"/>
                      <a:pt x="174303" y="70472"/>
                      <a:pt x="172410" y="70472"/>
                    </a:cubicBezTo>
                    <a:close/>
                  </a:path>
                </a:pathLst>
              </a:custGeom>
              <a:solidFill>
                <a:srgbClr val="01355A"/>
              </a:solidFill>
              <a:ln w="2824" cap="flat">
                <a:noFill/>
                <a:prstDash val="solid"/>
                <a:miter/>
              </a:ln>
            </p:spPr>
            <p:txBody>
              <a:bodyPr rtlCol="1" anchor="ctr"/>
              <a:lstStyle/>
              <a:p>
                <a:endParaRPr lang="ar-SA"/>
              </a:p>
            </p:txBody>
          </p:sp>
          <p:sp>
            <p:nvSpPr>
              <p:cNvPr id="7999" name="شكل حر: شكل 8902">
                <a:extLst>
                  <a:ext uri="{FF2B5EF4-FFF2-40B4-BE49-F238E27FC236}">
                    <a16:creationId xmlns:a16="http://schemas.microsoft.com/office/drawing/2014/main" id="{7B74F3E1-42BF-02DA-3DE5-84F233715CCA}"/>
                  </a:ext>
                </a:extLst>
              </p:cNvPr>
              <p:cNvSpPr/>
              <p:nvPr/>
            </p:nvSpPr>
            <p:spPr>
              <a:xfrm>
                <a:off x="8894250" y="206954"/>
                <a:ext cx="85696" cy="85696"/>
              </a:xfrm>
              <a:custGeom>
                <a:avLst/>
                <a:gdLst>
                  <a:gd name="connsiteX0" fmla="*/ 42849 w 85696"/>
                  <a:gd name="connsiteY0" fmla="*/ 85697 h 85696"/>
                  <a:gd name="connsiteX1" fmla="*/ 0 w 85696"/>
                  <a:gd name="connsiteY1" fmla="*/ 42848 h 85696"/>
                  <a:gd name="connsiteX2" fmla="*/ 42849 w 85696"/>
                  <a:gd name="connsiteY2" fmla="*/ 0 h 85696"/>
                  <a:gd name="connsiteX3" fmla="*/ 85697 w 85696"/>
                  <a:gd name="connsiteY3" fmla="*/ 42848 h 85696"/>
                  <a:gd name="connsiteX4" fmla="*/ 42849 w 85696"/>
                  <a:gd name="connsiteY4" fmla="*/ 85697 h 85696"/>
                  <a:gd name="connsiteX5" fmla="*/ 42849 w 85696"/>
                  <a:gd name="connsiteY5" fmla="*/ 6864 h 85696"/>
                  <a:gd name="connsiteX6" fmla="*/ 6892 w 85696"/>
                  <a:gd name="connsiteY6" fmla="*/ 42820 h 85696"/>
                  <a:gd name="connsiteX7" fmla="*/ 42849 w 85696"/>
                  <a:gd name="connsiteY7" fmla="*/ 78777 h 85696"/>
                  <a:gd name="connsiteX8" fmla="*/ 78805 w 85696"/>
                  <a:gd name="connsiteY8" fmla="*/ 42820 h 85696"/>
                  <a:gd name="connsiteX9" fmla="*/ 42849 w 85696"/>
                  <a:gd name="connsiteY9" fmla="*/ 6864 h 8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696" h="85696">
                    <a:moveTo>
                      <a:pt x="42849" y="85697"/>
                    </a:moveTo>
                    <a:cubicBezTo>
                      <a:pt x="19207" y="85697"/>
                      <a:pt x="0" y="66462"/>
                      <a:pt x="0" y="42848"/>
                    </a:cubicBezTo>
                    <a:cubicBezTo>
                      <a:pt x="0" y="19235"/>
                      <a:pt x="19235" y="0"/>
                      <a:pt x="42849" y="0"/>
                    </a:cubicBezTo>
                    <a:cubicBezTo>
                      <a:pt x="66462" y="0"/>
                      <a:pt x="85697" y="19235"/>
                      <a:pt x="85697" y="42848"/>
                    </a:cubicBezTo>
                    <a:cubicBezTo>
                      <a:pt x="85697" y="66462"/>
                      <a:pt x="66462" y="85697"/>
                      <a:pt x="42849" y="85697"/>
                    </a:cubicBezTo>
                    <a:close/>
                    <a:moveTo>
                      <a:pt x="42849" y="6864"/>
                    </a:moveTo>
                    <a:cubicBezTo>
                      <a:pt x="23020" y="6864"/>
                      <a:pt x="6892" y="22992"/>
                      <a:pt x="6892" y="42820"/>
                    </a:cubicBezTo>
                    <a:cubicBezTo>
                      <a:pt x="6892" y="62648"/>
                      <a:pt x="23020" y="78777"/>
                      <a:pt x="42849" y="78777"/>
                    </a:cubicBezTo>
                    <a:cubicBezTo>
                      <a:pt x="62677" y="78777"/>
                      <a:pt x="78805" y="62648"/>
                      <a:pt x="78805" y="42820"/>
                    </a:cubicBezTo>
                    <a:cubicBezTo>
                      <a:pt x="78805" y="22992"/>
                      <a:pt x="62677" y="6864"/>
                      <a:pt x="42849" y="6864"/>
                    </a:cubicBezTo>
                    <a:close/>
                  </a:path>
                </a:pathLst>
              </a:custGeom>
              <a:solidFill>
                <a:srgbClr val="01355A"/>
              </a:solidFill>
              <a:ln w="2824" cap="flat">
                <a:noFill/>
                <a:prstDash val="solid"/>
                <a:miter/>
              </a:ln>
            </p:spPr>
            <p:txBody>
              <a:bodyPr rtlCol="1" anchor="ctr"/>
              <a:lstStyle/>
              <a:p>
                <a:endParaRPr lang="ar-SA"/>
              </a:p>
            </p:txBody>
          </p:sp>
        </p:grpSp>
      </p:grpSp>
      <p:grpSp>
        <p:nvGrpSpPr>
          <p:cNvPr id="8005" name="رسم 8014">
            <a:extLst>
              <a:ext uri="{FF2B5EF4-FFF2-40B4-BE49-F238E27FC236}">
                <a16:creationId xmlns:a16="http://schemas.microsoft.com/office/drawing/2014/main" id="{A7A38561-048F-F1F2-E802-2A7A8B839759}"/>
              </a:ext>
            </a:extLst>
          </p:cNvPr>
          <p:cNvGrpSpPr/>
          <p:nvPr/>
        </p:nvGrpSpPr>
        <p:grpSpPr>
          <a:xfrm>
            <a:off x="1536339" y="4103787"/>
            <a:ext cx="307196" cy="212187"/>
            <a:chOff x="917814" y="3391207"/>
            <a:chExt cx="367191" cy="269207"/>
          </a:xfrm>
          <a:noFill/>
        </p:grpSpPr>
        <p:sp>
          <p:nvSpPr>
            <p:cNvPr id="8006" name="شكل حر: شكل 8904">
              <a:extLst>
                <a:ext uri="{FF2B5EF4-FFF2-40B4-BE49-F238E27FC236}">
                  <a16:creationId xmlns:a16="http://schemas.microsoft.com/office/drawing/2014/main" id="{C78E437C-1A90-AB72-52FD-79F39E9AC273}"/>
                </a:ext>
              </a:extLst>
            </p:cNvPr>
            <p:cNvSpPr/>
            <p:nvPr/>
          </p:nvSpPr>
          <p:spPr>
            <a:xfrm>
              <a:off x="944930" y="3418323"/>
              <a:ext cx="293470" cy="242092"/>
            </a:xfrm>
            <a:custGeom>
              <a:avLst/>
              <a:gdLst>
                <a:gd name="connsiteX0" fmla="*/ 293470 w 293470"/>
                <a:gd name="connsiteY0" fmla="*/ 107728 h 242092"/>
                <a:gd name="connsiteX1" fmla="*/ 293470 w 293470"/>
                <a:gd name="connsiteY1" fmla="*/ 0 h 242092"/>
                <a:gd name="connsiteX2" fmla="*/ 0 w 293470"/>
                <a:gd name="connsiteY2" fmla="*/ 0 h 242092"/>
                <a:gd name="connsiteX3" fmla="*/ 0 w 293470"/>
                <a:gd name="connsiteY3" fmla="*/ 242092 h 242092"/>
                <a:gd name="connsiteX4" fmla="*/ 201221 w 293470"/>
                <a:gd name="connsiteY4" fmla="*/ 242092 h 242092"/>
                <a:gd name="connsiteX5" fmla="*/ 246837 w 293470"/>
                <a:gd name="connsiteY5" fmla="*/ 242092 h 24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3470" h="242092">
                  <a:moveTo>
                    <a:pt x="293470" y="107728"/>
                  </a:moveTo>
                  <a:lnTo>
                    <a:pt x="293470" y="0"/>
                  </a:lnTo>
                  <a:lnTo>
                    <a:pt x="0" y="0"/>
                  </a:lnTo>
                  <a:lnTo>
                    <a:pt x="0" y="242092"/>
                  </a:lnTo>
                  <a:lnTo>
                    <a:pt x="201221" y="242092"/>
                  </a:lnTo>
                  <a:lnTo>
                    <a:pt x="246837" y="242092"/>
                  </a:lnTo>
                </a:path>
              </a:pathLst>
            </a:custGeom>
            <a:noFill/>
            <a:ln w="8472" cap="flat">
              <a:solidFill>
                <a:srgbClr val="01355A"/>
              </a:solidFill>
              <a:prstDash val="solid"/>
              <a:miter/>
            </a:ln>
          </p:spPr>
          <p:txBody>
            <a:bodyPr rtlCol="1" anchor="ctr"/>
            <a:lstStyle/>
            <a:p>
              <a:endParaRPr lang="ar-SA"/>
            </a:p>
          </p:txBody>
        </p:sp>
        <p:sp>
          <p:nvSpPr>
            <p:cNvPr id="8007" name="شكل حر: شكل 8905">
              <a:extLst>
                <a:ext uri="{FF2B5EF4-FFF2-40B4-BE49-F238E27FC236}">
                  <a16:creationId xmlns:a16="http://schemas.microsoft.com/office/drawing/2014/main" id="{A4309688-9A6E-47F2-3F44-517C05664170}"/>
                </a:ext>
              </a:extLst>
            </p:cNvPr>
            <p:cNvSpPr/>
            <p:nvPr/>
          </p:nvSpPr>
          <p:spPr>
            <a:xfrm>
              <a:off x="944930" y="3454985"/>
              <a:ext cx="293470" cy="2824"/>
            </a:xfrm>
            <a:custGeom>
              <a:avLst/>
              <a:gdLst>
                <a:gd name="connsiteX0" fmla="*/ 0 w 293470"/>
                <a:gd name="connsiteY0" fmla="*/ 0 h 2824"/>
                <a:gd name="connsiteX1" fmla="*/ 293470 w 293470"/>
                <a:gd name="connsiteY1" fmla="*/ 0 h 2824"/>
              </a:gdLst>
              <a:ahLst/>
              <a:cxnLst>
                <a:cxn ang="0">
                  <a:pos x="connsiteX0" y="connsiteY0"/>
                </a:cxn>
                <a:cxn ang="0">
                  <a:pos x="connsiteX1" y="connsiteY1"/>
                </a:cxn>
              </a:cxnLst>
              <a:rect l="l" t="t" r="r" b="b"/>
              <a:pathLst>
                <a:path w="293470" h="2824">
                  <a:moveTo>
                    <a:pt x="0" y="0"/>
                  </a:moveTo>
                  <a:lnTo>
                    <a:pt x="293470" y="0"/>
                  </a:lnTo>
                </a:path>
              </a:pathLst>
            </a:custGeom>
            <a:ln w="8472" cap="flat">
              <a:solidFill>
                <a:srgbClr val="01355A"/>
              </a:solidFill>
              <a:prstDash val="solid"/>
              <a:miter/>
            </a:ln>
          </p:spPr>
          <p:txBody>
            <a:bodyPr rtlCol="1" anchor="ctr"/>
            <a:lstStyle/>
            <a:p>
              <a:endParaRPr lang="ar-SA"/>
            </a:p>
          </p:txBody>
        </p:sp>
        <p:grpSp>
          <p:nvGrpSpPr>
            <p:cNvPr id="8008" name="رسم 8014">
              <a:extLst>
                <a:ext uri="{FF2B5EF4-FFF2-40B4-BE49-F238E27FC236}">
                  <a16:creationId xmlns:a16="http://schemas.microsoft.com/office/drawing/2014/main" id="{40A19B71-5223-EBC6-F974-CDFBB5096AE7}"/>
                </a:ext>
              </a:extLst>
            </p:cNvPr>
            <p:cNvGrpSpPr/>
            <p:nvPr/>
          </p:nvGrpSpPr>
          <p:grpSpPr>
            <a:xfrm>
              <a:off x="1045088" y="3552178"/>
              <a:ext cx="93153" cy="30024"/>
              <a:chOff x="1045088" y="3552178"/>
              <a:chExt cx="93153" cy="30024"/>
            </a:xfrm>
          </p:grpSpPr>
          <p:sp>
            <p:nvSpPr>
              <p:cNvPr id="8014" name="شكل حر: شكل 8907">
                <a:extLst>
                  <a:ext uri="{FF2B5EF4-FFF2-40B4-BE49-F238E27FC236}">
                    <a16:creationId xmlns:a16="http://schemas.microsoft.com/office/drawing/2014/main" id="{5F8C397E-1F22-0CFC-A45B-4D7FA5026319}"/>
                  </a:ext>
                </a:extLst>
              </p:cNvPr>
              <p:cNvSpPr/>
              <p:nvPr/>
            </p:nvSpPr>
            <p:spPr>
              <a:xfrm>
                <a:off x="1045088" y="3552178"/>
                <a:ext cx="93153" cy="2824"/>
              </a:xfrm>
              <a:custGeom>
                <a:avLst/>
                <a:gdLst>
                  <a:gd name="connsiteX0" fmla="*/ 0 w 93153"/>
                  <a:gd name="connsiteY0" fmla="*/ 0 h 2824"/>
                  <a:gd name="connsiteX1" fmla="*/ 93154 w 93153"/>
                  <a:gd name="connsiteY1" fmla="*/ 0 h 2824"/>
                </a:gdLst>
                <a:ahLst/>
                <a:cxnLst>
                  <a:cxn ang="0">
                    <a:pos x="connsiteX0" y="connsiteY0"/>
                  </a:cxn>
                  <a:cxn ang="0">
                    <a:pos x="connsiteX1" y="connsiteY1"/>
                  </a:cxn>
                </a:cxnLst>
                <a:rect l="l" t="t" r="r" b="b"/>
                <a:pathLst>
                  <a:path w="93153" h="2824">
                    <a:moveTo>
                      <a:pt x="0" y="0"/>
                    </a:moveTo>
                    <a:lnTo>
                      <a:pt x="93154" y="0"/>
                    </a:lnTo>
                  </a:path>
                </a:pathLst>
              </a:custGeom>
              <a:ln w="8472" cap="flat">
                <a:solidFill>
                  <a:srgbClr val="17A3A3"/>
                </a:solidFill>
                <a:prstDash val="solid"/>
                <a:miter/>
              </a:ln>
            </p:spPr>
            <p:txBody>
              <a:bodyPr rtlCol="1" anchor="ctr"/>
              <a:lstStyle/>
              <a:p>
                <a:endParaRPr lang="ar-SA"/>
              </a:p>
            </p:txBody>
          </p:sp>
          <p:sp>
            <p:nvSpPr>
              <p:cNvPr id="8015" name="شكل حر: شكل 8908">
                <a:extLst>
                  <a:ext uri="{FF2B5EF4-FFF2-40B4-BE49-F238E27FC236}">
                    <a16:creationId xmlns:a16="http://schemas.microsoft.com/office/drawing/2014/main" id="{E3CE77CB-3499-AA57-4F53-748486955762}"/>
                  </a:ext>
                </a:extLst>
              </p:cNvPr>
              <p:cNvSpPr/>
              <p:nvPr/>
            </p:nvSpPr>
            <p:spPr>
              <a:xfrm>
                <a:off x="1045088" y="3582203"/>
                <a:ext cx="93153" cy="2824"/>
              </a:xfrm>
              <a:custGeom>
                <a:avLst/>
                <a:gdLst>
                  <a:gd name="connsiteX0" fmla="*/ 0 w 93153"/>
                  <a:gd name="connsiteY0" fmla="*/ 0 h 2824"/>
                  <a:gd name="connsiteX1" fmla="*/ 93154 w 93153"/>
                  <a:gd name="connsiteY1" fmla="*/ 0 h 2824"/>
                </a:gdLst>
                <a:ahLst/>
                <a:cxnLst>
                  <a:cxn ang="0">
                    <a:pos x="connsiteX0" y="connsiteY0"/>
                  </a:cxn>
                  <a:cxn ang="0">
                    <a:pos x="connsiteX1" y="connsiteY1"/>
                  </a:cxn>
                </a:cxnLst>
                <a:rect l="l" t="t" r="r" b="b"/>
                <a:pathLst>
                  <a:path w="93153" h="2824">
                    <a:moveTo>
                      <a:pt x="0" y="0"/>
                    </a:moveTo>
                    <a:lnTo>
                      <a:pt x="93154" y="0"/>
                    </a:lnTo>
                  </a:path>
                </a:pathLst>
              </a:custGeom>
              <a:ln w="8472" cap="flat">
                <a:solidFill>
                  <a:srgbClr val="17A3A3"/>
                </a:solidFill>
                <a:prstDash val="solid"/>
                <a:miter/>
              </a:ln>
            </p:spPr>
            <p:txBody>
              <a:bodyPr rtlCol="1" anchor="ctr"/>
              <a:lstStyle/>
              <a:p>
                <a:endParaRPr lang="ar-SA"/>
              </a:p>
            </p:txBody>
          </p:sp>
        </p:grpSp>
        <p:sp>
          <p:nvSpPr>
            <p:cNvPr id="8009" name="شكل حر: شكل 8909">
              <a:extLst>
                <a:ext uri="{FF2B5EF4-FFF2-40B4-BE49-F238E27FC236}">
                  <a16:creationId xmlns:a16="http://schemas.microsoft.com/office/drawing/2014/main" id="{5C11B123-B252-30F6-017C-A96707788EFF}"/>
                </a:ext>
              </a:extLst>
            </p:cNvPr>
            <p:cNvSpPr/>
            <p:nvPr/>
          </p:nvSpPr>
          <p:spPr>
            <a:xfrm>
              <a:off x="1210805" y="3526051"/>
              <a:ext cx="55219" cy="37905"/>
            </a:xfrm>
            <a:custGeom>
              <a:avLst/>
              <a:gdLst>
                <a:gd name="connsiteX0" fmla="*/ 27596 w 55219"/>
                <a:gd name="connsiteY0" fmla="*/ 0 h 37905"/>
                <a:gd name="connsiteX1" fmla="*/ 27596 w 55219"/>
                <a:gd name="connsiteY1" fmla="*/ 0 h 37905"/>
                <a:gd name="connsiteX2" fmla="*/ 0 w 55219"/>
                <a:gd name="connsiteY2" fmla="*/ 27596 h 37905"/>
                <a:gd name="connsiteX3" fmla="*/ 0 w 55219"/>
                <a:gd name="connsiteY3" fmla="*/ 37906 h 37905"/>
                <a:gd name="connsiteX4" fmla="*/ 55220 w 55219"/>
                <a:gd name="connsiteY4" fmla="*/ 37906 h 37905"/>
                <a:gd name="connsiteX5" fmla="*/ 55220 w 55219"/>
                <a:gd name="connsiteY5" fmla="*/ 27596 h 37905"/>
                <a:gd name="connsiteX6" fmla="*/ 27624 w 55219"/>
                <a:gd name="connsiteY6" fmla="*/ 0 h 37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219" h="37905">
                  <a:moveTo>
                    <a:pt x="27596" y="0"/>
                  </a:moveTo>
                  <a:lnTo>
                    <a:pt x="27596" y="0"/>
                  </a:lnTo>
                  <a:cubicBezTo>
                    <a:pt x="12343" y="0"/>
                    <a:pt x="0" y="12372"/>
                    <a:pt x="0" y="27596"/>
                  </a:cubicBezTo>
                  <a:lnTo>
                    <a:pt x="0" y="37906"/>
                  </a:lnTo>
                  <a:lnTo>
                    <a:pt x="55220" y="37906"/>
                  </a:lnTo>
                  <a:lnTo>
                    <a:pt x="55220" y="27596"/>
                  </a:lnTo>
                  <a:cubicBezTo>
                    <a:pt x="55220" y="12343"/>
                    <a:pt x="42848" y="0"/>
                    <a:pt x="27624" y="0"/>
                  </a:cubicBezTo>
                  <a:close/>
                </a:path>
              </a:pathLst>
            </a:custGeom>
            <a:noFill/>
            <a:ln w="8472" cap="flat">
              <a:solidFill>
                <a:srgbClr val="17A3A3"/>
              </a:solidFill>
              <a:prstDash val="solid"/>
              <a:miter/>
            </a:ln>
          </p:spPr>
          <p:txBody>
            <a:bodyPr rtlCol="1" anchor="ctr"/>
            <a:lstStyle/>
            <a:p>
              <a:endParaRPr lang="ar-SA"/>
            </a:p>
          </p:txBody>
        </p:sp>
        <p:sp>
          <p:nvSpPr>
            <p:cNvPr id="8010" name="شكل حر: شكل 8910">
              <a:extLst>
                <a:ext uri="{FF2B5EF4-FFF2-40B4-BE49-F238E27FC236}">
                  <a16:creationId xmlns:a16="http://schemas.microsoft.com/office/drawing/2014/main" id="{F57CF0F1-EEFB-46B5-0D29-8D6BB91C27CB}"/>
                </a:ext>
              </a:extLst>
            </p:cNvPr>
            <p:cNvSpPr/>
            <p:nvPr/>
          </p:nvSpPr>
          <p:spPr>
            <a:xfrm>
              <a:off x="1191767" y="3563985"/>
              <a:ext cx="93238" cy="96430"/>
            </a:xfrm>
            <a:custGeom>
              <a:avLst/>
              <a:gdLst>
                <a:gd name="connsiteX0" fmla="*/ 0 w 93238"/>
                <a:gd name="connsiteY0" fmla="*/ 0 h 96430"/>
                <a:gd name="connsiteX1" fmla="*/ 93238 w 93238"/>
                <a:gd name="connsiteY1" fmla="*/ 0 h 96430"/>
                <a:gd name="connsiteX2" fmla="*/ 93238 w 93238"/>
                <a:gd name="connsiteY2" fmla="*/ 96430 h 96430"/>
                <a:gd name="connsiteX3" fmla="*/ 0 w 93238"/>
                <a:gd name="connsiteY3" fmla="*/ 96430 h 96430"/>
              </a:gdLst>
              <a:ahLst/>
              <a:cxnLst>
                <a:cxn ang="0">
                  <a:pos x="connsiteX0" y="connsiteY0"/>
                </a:cxn>
                <a:cxn ang="0">
                  <a:pos x="connsiteX1" y="connsiteY1"/>
                </a:cxn>
                <a:cxn ang="0">
                  <a:pos x="connsiteX2" y="connsiteY2"/>
                </a:cxn>
                <a:cxn ang="0">
                  <a:pos x="connsiteX3" y="connsiteY3"/>
                </a:cxn>
              </a:cxnLst>
              <a:rect l="l" t="t" r="r" b="b"/>
              <a:pathLst>
                <a:path w="93238" h="96430">
                  <a:moveTo>
                    <a:pt x="0" y="0"/>
                  </a:moveTo>
                  <a:lnTo>
                    <a:pt x="93238" y="0"/>
                  </a:lnTo>
                  <a:lnTo>
                    <a:pt x="93238" y="96430"/>
                  </a:lnTo>
                  <a:lnTo>
                    <a:pt x="0" y="96430"/>
                  </a:lnTo>
                  <a:close/>
                </a:path>
              </a:pathLst>
            </a:custGeom>
            <a:noFill/>
            <a:ln w="8472" cap="flat">
              <a:solidFill>
                <a:srgbClr val="17A3A3"/>
              </a:solidFill>
              <a:prstDash val="solid"/>
              <a:miter/>
            </a:ln>
          </p:spPr>
          <p:txBody>
            <a:bodyPr rtlCol="1" anchor="ctr"/>
            <a:lstStyle/>
            <a:p>
              <a:endParaRPr lang="ar-SA"/>
            </a:p>
          </p:txBody>
        </p:sp>
        <p:sp>
          <p:nvSpPr>
            <p:cNvPr id="8011" name="شكل حر: شكل 8911">
              <a:extLst>
                <a:ext uri="{FF2B5EF4-FFF2-40B4-BE49-F238E27FC236}">
                  <a16:creationId xmlns:a16="http://schemas.microsoft.com/office/drawing/2014/main" id="{96CA05C2-A4CB-94D9-F379-FC9B9B9E5C5A}"/>
                </a:ext>
              </a:extLst>
            </p:cNvPr>
            <p:cNvSpPr/>
            <p:nvPr/>
          </p:nvSpPr>
          <p:spPr>
            <a:xfrm>
              <a:off x="917814" y="3391207"/>
              <a:ext cx="257203" cy="242091"/>
            </a:xfrm>
            <a:custGeom>
              <a:avLst/>
              <a:gdLst>
                <a:gd name="connsiteX0" fmla="*/ 27116 w 257203"/>
                <a:gd name="connsiteY0" fmla="*/ 242092 h 242091"/>
                <a:gd name="connsiteX1" fmla="*/ 0 w 257203"/>
                <a:gd name="connsiteY1" fmla="*/ 242092 h 242091"/>
                <a:gd name="connsiteX2" fmla="*/ 0 w 257203"/>
                <a:gd name="connsiteY2" fmla="*/ 0 h 242091"/>
                <a:gd name="connsiteX3" fmla="*/ 257203 w 257203"/>
                <a:gd name="connsiteY3" fmla="*/ 0 h 242091"/>
                <a:gd name="connsiteX4" fmla="*/ 257203 w 257203"/>
                <a:gd name="connsiteY4" fmla="*/ 27116 h 242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7203" h="242091">
                  <a:moveTo>
                    <a:pt x="27116" y="242092"/>
                  </a:moveTo>
                  <a:lnTo>
                    <a:pt x="0" y="242092"/>
                  </a:lnTo>
                  <a:lnTo>
                    <a:pt x="0" y="0"/>
                  </a:lnTo>
                  <a:lnTo>
                    <a:pt x="257203" y="0"/>
                  </a:lnTo>
                  <a:lnTo>
                    <a:pt x="257203" y="27116"/>
                  </a:lnTo>
                </a:path>
              </a:pathLst>
            </a:custGeom>
            <a:noFill/>
            <a:ln w="8472" cap="flat">
              <a:solidFill>
                <a:srgbClr val="01355A"/>
              </a:solidFill>
              <a:prstDash val="solid"/>
              <a:miter/>
            </a:ln>
          </p:spPr>
          <p:txBody>
            <a:bodyPr rtlCol="1" anchor="ctr"/>
            <a:lstStyle/>
            <a:p>
              <a:endParaRPr lang="ar-SA"/>
            </a:p>
          </p:txBody>
        </p:sp>
        <p:sp>
          <p:nvSpPr>
            <p:cNvPr id="8012" name="شكل حر: شكل 8912">
              <a:extLst>
                <a:ext uri="{FF2B5EF4-FFF2-40B4-BE49-F238E27FC236}">
                  <a16:creationId xmlns:a16="http://schemas.microsoft.com/office/drawing/2014/main" id="{0EFBB3EF-6639-FC6A-5EDF-A1CAF12E8EA0}"/>
                </a:ext>
              </a:extLst>
            </p:cNvPr>
            <p:cNvSpPr/>
            <p:nvPr/>
          </p:nvSpPr>
          <p:spPr>
            <a:xfrm>
              <a:off x="1225690" y="3591552"/>
              <a:ext cx="25420" cy="25420"/>
            </a:xfrm>
            <a:custGeom>
              <a:avLst/>
              <a:gdLst>
                <a:gd name="connsiteX0" fmla="*/ 25421 w 25420"/>
                <a:gd name="connsiteY0" fmla="*/ 12711 h 25420"/>
                <a:gd name="connsiteX1" fmla="*/ 12710 w 25420"/>
                <a:gd name="connsiteY1" fmla="*/ 25421 h 25420"/>
                <a:gd name="connsiteX2" fmla="*/ 0 w 25420"/>
                <a:gd name="connsiteY2" fmla="*/ 12711 h 25420"/>
                <a:gd name="connsiteX3" fmla="*/ 12710 w 25420"/>
                <a:gd name="connsiteY3" fmla="*/ 0 h 25420"/>
                <a:gd name="connsiteX4" fmla="*/ 25421 w 25420"/>
                <a:gd name="connsiteY4" fmla="*/ 12711 h 25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20" h="25420">
                  <a:moveTo>
                    <a:pt x="25421" y="12711"/>
                  </a:moveTo>
                  <a:cubicBezTo>
                    <a:pt x="25421" y="19730"/>
                    <a:pt x="19730" y="25421"/>
                    <a:pt x="12710" y="25421"/>
                  </a:cubicBezTo>
                  <a:cubicBezTo>
                    <a:pt x="5691" y="25421"/>
                    <a:pt x="0" y="19730"/>
                    <a:pt x="0" y="12711"/>
                  </a:cubicBezTo>
                  <a:cubicBezTo>
                    <a:pt x="0" y="5691"/>
                    <a:pt x="5691" y="0"/>
                    <a:pt x="12710" y="0"/>
                  </a:cubicBezTo>
                  <a:cubicBezTo>
                    <a:pt x="19730" y="0"/>
                    <a:pt x="25421" y="5691"/>
                    <a:pt x="25421" y="12711"/>
                  </a:cubicBezTo>
                  <a:close/>
                </a:path>
              </a:pathLst>
            </a:custGeom>
            <a:noFill/>
            <a:ln w="8472" cap="flat">
              <a:solidFill>
                <a:srgbClr val="17A3A3"/>
              </a:solidFill>
              <a:prstDash val="solid"/>
              <a:miter/>
            </a:ln>
          </p:spPr>
          <p:txBody>
            <a:bodyPr rtlCol="1" anchor="ctr"/>
            <a:lstStyle/>
            <a:p>
              <a:endParaRPr lang="ar-SA"/>
            </a:p>
          </p:txBody>
        </p:sp>
        <p:sp>
          <p:nvSpPr>
            <p:cNvPr id="8013" name="شكل حر: شكل 8913">
              <a:extLst>
                <a:ext uri="{FF2B5EF4-FFF2-40B4-BE49-F238E27FC236}">
                  <a16:creationId xmlns:a16="http://schemas.microsoft.com/office/drawing/2014/main" id="{04204C4D-991E-97C4-E490-841925DEBF6F}"/>
                </a:ext>
              </a:extLst>
            </p:cNvPr>
            <p:cNvSpPr/>
            <p:nvPr/>
          </p:nvSpPr>
          <p:spPr>
            <a:xfrm>
              <a:off x="1238400" y="3616973"/>
              <a:ext cx="2824" cy="14122"/>
            </a:xfrm>
            <a:custGeom>
              <a:avLst/>
              <a:gdLst>
                <a:gd name="connsiteX0" fmla="*/ 0 w 2824"/>
                <a:gd name="connsiteY0" fmla="*/ 0 h 14122"/>
                <a:gd name="connsiteX1" fmla="*/ 0 w 2824"/>
                <a:gd name="connsiteY1" fmla="*/ 14123 h 14122"/>
              </a:gdLst>
              <a:ahLst/>
              <a:cxnLst>
                <a:cxn ang="0">
                  <a:pos x="connsiteX0" y="connsiteY0"/>
                </a:cxn>
                <a:cxn ang="0">
                  <a:pos x="connsiteX1" y="connsiteY1"/>
                </a:cxn>
              </a:cxnLst>
              <a:rect l="l" t="t" r="r" b="b"/>
              <a:pathLst>
                <a:path w="2824" h="14122">
                  <a:moveTo>
                    <a:pt x="0" y="0"/>
                  </a:moveTo>
                  <a:lnTo>
                    <a:pt x="0" y="14123"/>
                  </a:lnTo>
                </a:path>
              </a:pathLst>
            </a:custGeom>
            <a:ln w="8472" cap="flat">
              <a:solidFill>
                <a:srgbClr val="17A3A3"/>
              </a:solidFill>
              <a:prstDash val="solid"/>
              <a:miter/>
            </a:ln>
          </p:spPr>
          <p:txBody>
            <a:bodyPr rtlCol="1" anchor="ctr"/>
            <a:lstStyle/>
            <a:p>
              <a:endParaRPr lang="ar-SA"/>
            </a:p>
          </p:txBody>
        </p:sp>
      </p:grpSp>
      <p:grpSp>
        <p:nvGrpSpPr>
          <p:cNvPr id="8016" name="رسم 8014">
            <a:extLst>
              <a:ext uri="{FF2B5EF4-FFF2-40B4-BE49-F238E27FC236}">
                <a16:creationId xmlns:a16="http://schemas.microsoft.com/office/drawing/2014/main" id="{48C57877-A2CA-4D99-09F8-A63CAB834965}"/>
              </a:ext>
            </a:extLst>
          </p:cNvPr>
          <p:cNvGrpSpPr/>
          <p:nvPr/>
        </p:nvGrpSpPr>
        <p:grpSpPr>
          <a:xfrm>
            <a:off x="2409036" y="5327487"/>
            <a:ext cx="305990" cy="248475"/>
            <a:chOff x="1960948" y="4943748"/>
            <a:chExt cx="365750" cy="315247"/>
          </a:xfrm>
          <a:noFill/>
        </p:grpSpPr>
        <p:sp>
          <p:nvSpPr>
            <p:cNvPr id="8017" name="شكل حر: شكل 8915">
              <a:extLst>
                <a:ext uri="{FF2B5EF4-FFF2-40B4-BE49-F238E27FC236}">
                  <a16:creationId xmlns:a16="http://schemas.microsoft.com/office/drawing/2014/main" id="{66B9B30A-F3C4-0AB5-1AFB-F28B3456E1C5}"/>
                </a:ext>
              </a:extLst>
            </p:cNvPr>
            <p:cNvSpPr/>
            <p:nvPr/>
          </p:nvSpPr>
          <p:spPr>
            <a:xfrm>
              <a:off x="1960948" y="4943748"/>
              <a:ext cx="288668" cy="238165"/>
            </a:xfrm>
            <a:custGeom>
              <a:avLst/>
              <a:gdLst>
                <a:gd name="connsiteX0" fmla="*/ 271270 w 288668"/>
                <a:gd name="connsiteY0" fmla="*/ 238166 h 238165"/>
                <a:gd name="connsiteX1" fmla="*/ 0 w 288668"/>
                <a:gd name="connsiteY1" fmla="*/ 238166 h 238165"/>
                <a:gd name="connsiteX2" fmla="*/ 0 w 288668"/>
                <a:gd name="connsiteY2" fmla="*/ 0 h 238165"/>
                <a:gd name="connsiteX3" fmla="*/ 288669 w 288668"/>
                <a:gd name="connsiteY3" fmla="*/ 0 h 238165"/>
                <a:gd name="connsiteX4" fmla="*/ 288669 w 288668"/>
                <a:gd name="connsiteY4" fmla="*/ 220766 h 238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668" h="238165">
                  <a:moveTo>
                    <a:pt x="271270" y="238166"/>
                  </a:moveTo>
                  <a:lnTo>
                    <a:pt x="0" y="238166"/>
                  </a:lnTo>
                  <a:lnTo>
                    <a:pt x="0" y="0"/>
                  </a:lnTo>
                  <a:lnTo>
                    <a:pt x="288669" y="0"/>
                  </a:lnTo>
                  <a:lnTo>
                    <a:pt x="288669" y="220766"/>
                  </a:lnTo>
                </a:path>
              </a:pathLst>
            </a:custGeom>
            <a:noFill/>
            <a:ln w="8472" cap="flat">
              <a:solidFill>
                <a:srgbClr val="01355A"/>
              </a:solidFill>
              <a:prstDash val="solid"/>
              <a:miter/>
            </a:ln>
          </p:spPr>
          <p:txBody>
            <a:bodyPr rtlCol="1" anchor="ctr"/>
            <a:lstStyle/>
            <a:p>
              <a:endParaRPr lang="ar-SA"/>
            </a:p>
          </p:txBody>
        </p:sp>
        <p:sp>
          <p:nvSpPr>
            <p:cNvPr id="8018" name="شكل حر: شكل 8916">
              <a:extLst>
                <a:ext uri="{FF2B5EF4-FFF2-40B4-BE49-F238E27FC236}">
                  <a16:creationId xmlns:a16="http://schemas.microsoft.com/office/drawing/2014/main" id="{B7114CCB-73D6-1926-F46F-B82D326EE813}"/>
                </a:ext>
              </a:extLst>
            </p:cNvPr>
            <p:cNvSpPr/>
            <p:nvPr/>
          </p:nvSpPr>
          <p:spPr>
            <a:xfrm>
              <a:off x="1960948" y="4979845"/>
              <a:ext cx="288668" cy="2824"/>
            </a:xfrm>
            <a:custGeom>
              <a:avLst/>
              <a:gdLst>
                <a:gd name="connsiteX0" fmla="*/ 0 w 288668"/>
                <a:gd name="connsiteY0" fmla="*/ 0 h 2824"/>
                <a:gd name="connsiteX1" fmla="*/ 288669 w 288668"/>
                <a:gd name="connsiteY1" fmla="*/ 0 h 2824"/>
              </a:gdLst>
              <a:ahLst/>
              <a:cxnLst>
                <a:cxn ang="0">
                  <a:pos x="connsiteX0" y="connsiteY0"/>
                </a:cxn>
                <a:cxn ang="0">
                  <a:pos x="connsiteX1" y="connsiteY1"/>
                </a:cxn>
              </a:cxnLst>
              <a:rect l="l" t="t" r="r" b="b"/>
              <a:pathLst>
                <a:path w="288668" h="2824">
                  <a:moveTo>
                    <a:pt x="0" y="0"/>
                  </a:moveTo>
                  <a:lnTo>
                    <a:pt x="288669" y="0"/>
                  </a:lnTo>
                </a:path>
              </a:pathLst>
            </a:custGeom>
            <a:ln w="8472" cap="flat">
              <a:solidFill>
                <a:srgbClr val="01355A"/>
              </a:solidFill>
              <a:prstDash val="solid"/>
              <a:miter/>
            </a:ln>
          </p:spPr>
          <p:txBody>
            <a:bodyPr rtlCol="1" anchor="ctr"/>
            <a:lstStyle/>
            <a:p>
              <a:endParaRPr lang="ar-SA"/>
            </a:p>
          </p:txBody>
        </p:sp>
        <p:sp>
          <p:nvSpPr>
            <p:cNvPr id="8019" name="شكل حر: شكل 8917">
              <a:extLst>
                <a:ext uri="{FF2B5EF4-FFF2-40B4-BE49-F238E27FC236}">
                  <a16:creationId xmlns:a16="http://schemas.microsoft.com/office/drawing/2014/main" id="{E4A9D53F-DD21-AA3D-6AB6-FE328B7D56E0}"/>
                </a:ext>
              </a:extLst>
            </p:cNvPr>
            <p:cNvSpPr/>
            <p:nvPr/>
          </p:nvSpPr>
          <p:spPr>
            <a:xfrm>
              <a:off x="2058140" y="5093336"/>
              <a:ext cx="91628" cy="2824"/>
            </a:xfrm>
            <a:custGeom>
              <a:avLst/>
              <a:gdLst>
                <a:gd name="connsiteX0" fmla="*/ 0 w 91628"/>
                <a:gd name="connsiteY0" fmla="*/ 0 h 2824"/>
                <a:gd name="connsiteX1" fmla="*/ 91628 w 91628"/>
                <a:gd name="connsiteY1" fmla="*/ 0 h 2824"/>
              </a:gdLst>
              <a:ahLst/>
              <a:cxnLst>
                <a:cxn ang="0">
                  <a:pos x="connsiteX0" y="connsiteY0"/>
                </a:cxn>
                <a:cxn ang="0">
                  <a:pos x="connsiteX1" y="connsiteY1"/>
                </a:cxn>
              </a:cxnLst>
              <a:rect l="l" t="t" r="r" b="b"/>
              <a:pathLst>
                <a:path w="91628" h="2824">
                  <a:moveTo>
                    <a:pt x="0" y="0"/>
                  </a:moveTo>
                  <a:lnTo>
                    <a:pt x="91628" y="0"/>
                  </a:lnTo>
                </a:path>
              </a:pathLst>
            </a:custGeom>
            <a:ln w="8472" cap="flat">
              <a:solidFill>
                <a:srgbClr val="17A3A3"/>
              </a:solidFill>
              <a:prstDash val="solid"/>
              <a:miter/>
            </a:ln>
          </p:spPr>
          <p:txBody>
            <a:bodyPr rtlCol="1" anchor="ctr"/>
            <a:lstStyle/>
            <a:p>
              <a:endParaRPr lang="ar-SA"/>
            </a:p>
          </p:txBody>
        </p:sp>
        <p:sp>
          <p:nvSpPr>
            <p:cNvPr id="8020" name="شكل حر: شكل 8918">
              <a:extLst>
                <a:ext uri="{FF2B5EF4-FFF2-40B4-BE49-F238E27FC236}">
                  <a16:creationId xmlns:a16="http://schemas.microsoft.com/office/drawing/2014/main" id="{C536E528-7110-609D-81B5-D3E020C5463D}"/>
                </a:ext>
              </a:extLst>
            </p:cNvPr>
            <p:cNvSpPr/>
            <p:nvPr/>
          </p:nvSpPr>
          <p:spPr>
            <a:xfrm>
              <a:off x="2058140" y="5123417"/>
              <a:ext cx="91628" cy="2824"/>
            </a:xfrm>
            <a:custGeom>
              <a:avLst/>
              <a:gdLst>
                <a:gd name="connsiteX0" fmla="*/ 0 w 91628"/>
                <a:gd name="connsiteY0" fmla="*/ 0 h 2824"/>
                <a:gd name="connsiteX1" fmla="*/ 91628 w 91628"/>
                <a:gd name="connsiteY1" fmla="*/ 0 h 2824"/>
              </a:gdLst>
              <a:ahLst/>
              <a:cxnLst>
                <a:cxn ang="0">
                  <a:pos x="connsiteX0" y="connsiteY0"/>
                </a:cxn>
                <a:cxn ang="0">
                  <a:pos x="connsiteX1" y="connsiteY1"/>
                </a:cxn>
              </a:cxnLst>
              <a:rect l="l" t="t" r="r" b="b"/>
              <a:pathLst>
                <a:path w="91628" h="2824">
                  <a:moveTo>
                    <a:pt x="0" y="0"/>
                  </a:moveTo>
                  <a:lnTo>
                    <a:pt x="91628" y="0"/>
                  </a:lnTo>
                </a:path>
              </a:pathLst>
            </a:custGeom>
            <a:ln w="8472" cap="flat">
              <a:solidFill>
                <a:srgbClr val="17A3A3"/>
              </a:solidFill>
              <a:prstDash val="solid"/>
              <a:miter/>
            </a:ln>
          </p:spPr>
          <p:txBody>
            <a:bodyPr rtlCol="1" anchor="ctr"/>
            <a:lstStyle/>
            <a:p>
              <a:endParaRPr lang="ar-SA"/>
            </a:p>
          </p:txBody>
        </p:sp>
        <p:sp>
          <p:nvSpPr>
            <p:cNvPr id="8021" name="شكل حر: شكل 8919">
              <a:extLst>
                <a:ext uri="{FF2B5EF4-FFF2-40B4-BE49-F238E27FC236}">
                  <a16:creationId xmlns:a16="http://schemas.microsoft.com/office/drawing/2014/main" id="{8695D642-759F-3861-8B52-E36732EA0E44}"/>
                </a:ext>
              </a:extLst>
            </p:cNvPr>
            <p:cNvSpPr/>
            <p:nvPr/>
          </p:nvSpPr>
          <p:spPr>
            <a:xfrm>
              <a:off x="2012722" y="5181913"/>
              <a:ext cx="233364" cy="51802"/>
            </a:xfrm>
            <a:custGeom>
              <a:avLst/>
              <a:gdLst>
                <a:gd name="connsiteX0" fmla="*/ 233364 w 233364"/>
                <a:gd name="connsiteY0" fmla="*/ 51802 h 51802"/>
                <a:gd name="connsiteX1" fmla="*/ 0 w 233364"/>
                <a:gd name="connsiteY1" fmla="*/ 51802 h 51802"/>
                <a:gd name="connsiteX2" fmla="*/ 0 w 233364"/>
                <a:gd name="connsiteY2" fmla="*/ 0 h 51802"/>
              </a:gdLst>
              <a:ahLst/>
              <a:cxnLst>
                <a:cxn ang="0">
                  <a:pos x="connsiteX0" y="connsiteY0"/>
                </a:cxn>
                <a:cxn ang="0">
                  <a:pos x="connsiteX1" y="connsiteY1"/>
                </a:cxn>
                <a:cxn ang="0">
                  <a:pos x="connsiteX2" y="connsiteY2"/>
                </a:cxn>
              </a:cxnLst>
              <a:rect l="l" t="t" r="r" b="b"/>
              <a:pathLst>
                <a:path w="233364" h="51802">
                  <a:moveTo>
                    <a:pt x="233364" y="51802"/>
                  </a:moveTo>
                  <a:lnTo>
                    <a:pt x="0" y="51802"/>
                  </a:lnTo>
                  <a:lnTo>
                    <a:pt x="0" y="0"/>
                  </a:lnTo>
                </a:path>
              </a:pathLst>
            </a:custGeom>
            <a:noFill/>
            <a:ln w="8472" cap="flat">
              <a:solidFill>
                <a:srgbClr val="01355A"/>
              </a:solidFill>
              <a:prstDash val="solid"/>
              <a:miter/>
            </a:ln>
          </p:spPr>
          <p:txBody>
            <a:bodyPr rtlCol="1" anchor="ctr"/>
            <a:lstStyle/>
            <a:p>
              <a:endParaRPr lang="ar-SA"/>
            </a:p>
          </p:txBody>
        </p:sp>
        <p:sp>
          <p:nvSpPr>
            <p:cNvPr id="8022" name="شكل حر: شكل 8920">
              <a:extLst>
                <a:ext uri="{FF2B5EF4-FFF2-40B4-BE49-F238E27FC236}">
                  <a16:creationId xmlns:a16="http://schemas.microsoft.com/office/drawing/2014/main" id="{C403A6DB-F916-617D-1B73-ECEDFE74315C}"/>
                </a:ext>
              </a:extLst>
            </p:cNvPr>
            <p:cNvSpPr/>
            <p:nvPr/>
          </p:nvSpPr>
          <p:spPr>
            <a:xfrm>
              <a:off x="2249616" y="4995521"/>
              <a:ext cx="51773" cy="182861"/>
            </a:xfrm>
            <a:custGeom>
              <a:avLst/>
              <a:gdLst>
                <a:gd name="connsiteX0" fmla="*/ 0 w 51773"/>
                <a:gd name="connsiteY0" fmla="*/ 0 h 182861"/>
                <a:gd name="connsiteX1" fmla="*/ 51774 w 51773"/>
                <a:gd name="connsiteY1" fmla="*/ 0 h 182861"/>
                <a:gd name="connsiteX2" fmla="*/ 51774 w 51773"/>
                <a:gd name="connsiteY2" fmla="*/ 182861 h 182861"/>
              </a:gdLst>
              <a:ahLst/>
              <a:cxnLst>
                <a:cxn ang="0">
                  <a:pos x="connsiteX0" y="connsiteY0"/>
                </a:cxn>
                <a:cxn ang="0">
                  <a:pos x="connsiteX1" y="connsiteY1"/>
                </a:cxn>
                <a:cxn ang="0">
                  <a:pos x="connsiteX2" y="connsiteY2"/>
                </a:cxn>
              </a:cxnLst>
              <a:rect l="l" t="t" r="r" b="b"/>
              <a:pathLst>
                <a:path w="51773" h="182861">
                  <a:moveTo>
                    <a:pt x="0" y="0"/>
                  </a:moveTo>
                  <a:lnTo>
                    <a:pt x="51774" y="0"/>
                  </a:lnTo>
                  <a:lnTo>
                    <a:pt x="51774" y="182861"/>
                  </a:lnTo>
                </a:path>
              </a:pathLst>
            </a:custGeom>
            <a:noFill/>
            <a:ln w="8472" cap="flat">
              <a:solidFill>
                <a:srgbClr val="01355A"/>
              </a:solidFill>
              <a:prstDash val="solid"/>
              <a:miter/>
            </a:ln>
          </p:spPr>
          <p:txBody>
            <a:bodyPr rtlCol="1" anchor="ctr"/>
            <a:lstStyle/>
            <a:p>
              <a:endParaRPr lang="ar-SA"/>
            </a:p>
          </p:txBody>
        </p:sp>
        <p:sp>
          <p:nvSpPr>
            <p:cNvPr id="8023" name="شكل حر: شكل 8921">
              <a:extLst>
                <a:ext uri="{FF2B5EF4-FFF2-40B4-BE49-F238E27FC236}">
                  <a16:creationId xmlns:a16="http://schemas.microsoft.com/office/drawing/2014/main" id="{9681CCE3-73B3-AE8B-28DA-FCC7A8A58239}"/>
                </a:ext>
              </a:extLst>
            </p:cNvPr>
            <p:cNvSpPr/>
            <p:nvPr/>
          </p:nvSpPr>
          <p:spPr>
            <a:xfrm>
              <a:off x="2225862" y="5158159"/>
              <a:ext cx="100836" cy="100836"/>
            </a:xfrm>
            <a:custGeom>
              <a:avLst/>
              <a:gdLst>
                <a:gd name="connsiteX0" fmla="*/ 77223 w 100836"/>
                <a:gd name="connsiteY0" fmla="*/ 50616 h 100836"/>
                <a:gd name="connsiteX1" fmla="*/ 100836 w 100836"/>
                <a:gd name="connsiteY1" fmla="*/ 27003 h 100836"/>
                <a:gd name="connsiteX2" fmla="*/ 0 w 100836"/>
                <a:gd name="connsiteY2" fmla="*/ 0 h 100836"/>
                <a:gd name="connsiteX3" fmla="*/ 27003 w 100836"/>
                <a:gd name="connsiteY3" fmla="*/ 100837 h 100836"/>
                <a:gd name="connsiteX4" fmla="*/ 50616 w 100836"/>
                <a:gd name="connsiteY4" fmla="*/ 77223 h 1008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836" h="100836">
                  <a:moveTo>
                    <a:pt x="77223" y="50616"/>
                  </a:moveTo>
                  <a:lnTo>
                    <a:pt x="100836" y="27003"/>
                  </a:lnTo>
                  <a:lnTo>
                    <a:pt x="0" y="0"/>
                  </a:lnTo>
                  <a:lnTo>
                    <a:pt x="27003" y="100837"/>
                  </a:lnTo>
                  <a:lnTo>
                    <a:pt x="50616" y="77223"/>
                  </a:lnTo>
                </a:path>
              </a:pathLst>
            </a:custGeom>
            <a:noFill/>
            <a:ln w="8472" cap="flat">
              <a:solidFill>
                <a:srgbClr val="17A3A3"/>
              </a:solidFill>
              <a:prstDash val="solid"/>
              <a:miter/>
            </a:ln>
          </p:spPr>
          <p:txBody>
            <a:bodyPr rtlCol="1" anchor="ctr"/>
            <a:lstStyle/>
            <a:p>
              <a:endParaRPr lang="ar-SA"/>
            </a:p>
          </p:txBody>
        </p:sp>
        <p:sp>
          <p:nvSpPr>
            <p:cNvPr id="8024" name="شكل حر: شكل 8922">
              <a:extLst>
                <a:ext uri="{FF2B5EF4-FFF2-40B4-BE49-F238E27FC236}">
                  <a16:creationId xmlns:a16="http://schemas.microsoft.com/office/drawing/2014/main" id="{7DB8277C-F3CF-EDB3-B989-EFBF1F9D4282}"/>
                </a:ext>
              </a:extLst>
            </p:cNvPr>
            <p:cNvSpPr/>
            <p:nvPr/>
          </p:nvSpPr>
          <p:spPr>
            <a:xfrm>
              <a:off x="2296024" y="5228321"/>
              <a:ext cx="29516" cy="29516"/>
            </a:xfrm>
            <a:custGeom>
              <a:avLst/>
              <a:gdLst>
                <a:gd name="connsiteX0" fmla="*/ 0 w 29516"/>
                <a:gd name="connsiteY0" fmla="*/ 0 h 29516"/>
                <a:gd name="connsiteX1" fmla="*/ 29516 w 29516"/>
                <a:gd name="connsiteY1" fmla="*/ 29516 h 29516"/>
              </a:gdLst>
              <a:ahLst/>
              <a:cxnLst>
                <a:cxn ang="0">
                  <a:pos x="connsiteX0" y="connsiteY0"/>
                </a:cxn>
                <a:cxn ang="0">
                  <a:pos x="connsiteX1" y="connsiteY1"/>
                </a:cxn>
              </a:cxnLst>
              <a:rect l="l" t="t" r="r" b="b"/>
              <a:pathLst>
                <a:path w="29516" h="29516">
                  <a:moveTo>
                    <a:pt x="0" y="0"/>
                  </a:moveTo>
                  <a:lnTo>
                    <a:pt x="29516" y="29516"/>
                  </a:lnTo>
                </a:path>
              </a:pathLst>
            </a:custGeom>
            <a:ln w="8472" cap="flat">
              <a:solidFill>
                <a:srgbClr val="17A3A3"/>
              </a:solidFill>
              <a:prstDash val="solid"/>
              <a:miter/>
            </a:ln>
          </p:spPr>
          <p:txBody>
            <a:bodyPr rtlCol="1" anchor="ctr"/>
            <a:lstStyle/>
            <a:p>
              <a:endParaRPr lang="ar-SA"/>
            </a:p>
          </p:txBody>
        </p:sp>
      </p:grpSp>
      <p:grpSp>
        <p:nvGrpSpPr>
          <p:cNvPr id="8025" name="رسم 8014">
            <a:extLst>
              <a:ext uri="{FF2B5EF4-FFF2-40B4-BE49-F238E27FC236}">
                <a16:creationId xmlns:a16="http://schemas.microsoft.com/office/drawing/2014/main" id="{94213317-C9D7-F2E5-2C65-F7782C91937A}"/>
              </a:ext>
            </a:extLst>
          </p:cNvPr>
          <p:cNvGrpSpPr/>
          <p:nvPr/>
        </p:nvGrpSpPr>
        <p:grpSpPr>
          <a:xfrm>
            <a:off x="3266112" y="3260782"/>
            <a:ext cx="301619" cy="253039"/>
            <a:chOff x="2985411" y="2321664"/>
            <a:chExt cx="360525" cy="321038"/>
          </a:xfrm>
          <a:noFill/>
        </p:grpSpPr>
        <p:grpSp>
          <p:nvGrpSpPr>
            <p:cNvPr id="8026" name="رسم 8014">
              <a:extLst>
                <a:ext uri="{FF2B5EF4-FFF2-40B4-BE49-F238E27FC236}">
                  <a16:creationId xmlns:a16="http://schemas.microsoft.com/office/drawing/2014/main" id="{07AE9FF1-188D-CCF4-8538-BEA3196D768F}"/>
                </a:ext>
              </a:extLst>
            </p:cNvPr>
            <p:cNvGrpSpPr/>
            <p:nvPr/>
          </p:nvGrpSpPr>
          <p:grpSpPr>
            <a:xfrm>
              <a:off x="3275266" y="2477240"/>
              <a:ext cx="31070" cy="82533"/>
              <a:chOff x="3275266" y="2477240"/>
              <a:chExt cx="31070" cy="82533"/>
            </a:xfrm>
          </p:grpSpPr>
          <p:grpSp>
            <p:nvGrpSpPr>
              <p:cNvPr id="8050" name="رسم 8014">
                <a:extLst>
                  <a:ext uri="{FF2B5EF4-FFF2-40B4-BE49-F238E27FC236}">
                    <a16:creationId xmlns:a16="http://schemas.microsoft.com/office/drawing/2014/main" id="{E5A9D7C5-0D59-FF08-3217-E459FA6F2FF9}"/>
                  </a:ext>
                </a:extLst>
              </p:cNvPr>
              <p:cNvGrpSpPr/>
              <p:nvPr/>
            </p:nvGrpSpPr>
            <p:grpSpPr>
              <a:xfrm>
                <a:off x="3275266" y="2477240"/>
                <a:ext cx="31070" cy="7513"/>
                <a:chOff x="3275266" y="2477240"/>
                <a:chExt cx="31070" cy="7513"/>
              </a:xfrm>
            </p:grpSpPr>
            <p:sp>
              <p:nvSpPr>
                <p:cNvPr id="8059" name="شكل حر: شكل 8926">
                  <a:extLst>
                    <a:ext uri="{FF2B5EF4-FFF2-40B4-BE49-F238E27FC236}">
                      <a16:creationId xmlns:a16="http://schemas.microsoft.com/office/drawing/2014/main" id="{3B246544-9C93-1AF7-69E1-982227931213}"/>
                    </a:ext>
                  </a:extLst>
                </p:cNvPr>
                <p:cNvSpPr/>
                <p:nvPr/>
              </p:nvSpPr>
              <p:spPr>
                <a:xfrm>
                  <a:off x="3306336" y="2477240"/>
                  <a:ext cx="2824" cy="7513"/>
                </a:xfrm>
                <a:custGeom>
                  <a:avLst/>
                  <a:gdLst>
                    <a:gd name="connsiteX0" fmla="*/ 0 w 2824"/>
                    <a:gd name="connsiteY0" fmla="*/ 7513 h 7513"/>
                    <a:gd name="connsiteX1" fmla="*/ 0 w 2824"/>
                    <a:gd name="connsiteY1" fmla="*/ 0 h 7513"/>
                  </a:gdLst>
                  <a:ahLst/>
                  <a:cxnLst>
                    <a:cxn ang="0">
                      <a:pos x="connsiteX0" y="connsiteY0"/>
                    </a:cxn>
                    <a:cxn ang="0">
                      <a:pos x="connsiteX1" y="connsiteY1"/>
                    </a:cxn>
                  </a:cxnLst>
                  <a:rect l="l" t="t" r="r" b="b"/>
                  <a:pathLst>
                    <a:path w="2824" h="7513">
                      <a:moveTo>
                        <a:pt x="0" y="7513"/>
                      </a:moveTo>
                      <a:lnTo>
                        <a:pt x="0" y="0"/>
                      </a:lnTo>
                    </a:path>
                  </a:pathLst>
                </a:custGeom>
                <a:ln w="8472" cap="flat">
                  <a:solidFill>
                    <a:srgbClr val="01355A"/>
                  </a:solidFill>
                  <a:prstDash val="solid"/>
                  <a:miter/>
                </a:ln>
              </p:spPr>
              <p:txBody>
                <a:bodyPr rtlCol="1" anchor="ctr"/>
                <a:lstStyle/>
                <a:p>
                  <a:endParaRPr lang="ar-SA"/>
                </a:p>
              </p:txBody>
            </p:sp>
            <p:sp>
              <p:nvSpPr>
                <p:cNvPr id="8060" name="شكل حر: شكل 8927">
                  <a:extLst>
                    <a:ext uri="{FF2B5EF4-FFF2-40B4-BE49-F238E27FC236}">
                      <a16:creationId xmlns:a16="http://schemas.microsoft.com/office/drawing/2014/main" id="{0FB1E5F6-AC9F-1C9F-CDBC-C25F5C06B7D2}"/>
                    </a:ext>
                  </a:extLst>
                </p:cNvPr>
                <p:cNvSpPr/>
                <p:nvPr/>
              </p:nvSpPr>
              <p:spPr>
                <a:xfrm>
                  <a:off x="3275266" y="2477240"/>
                  <a:ext cx="2824" cy="7513"/>
                </a:xfrm>
                <a:custGeom>
                  <a:avLst/>
                  <a:gdLst>
                    <a:gd name="connsiteX0" fmla="*/ 0 w 2824"/>
                    <a:gd name="connsiteY0" fmla="*/ 7513 h 7513"/>
                    <a:gd name="connsiteX1" fmla="*/ 0 w 2824"/>
                    <a:gd name="connsiteY1" fmla="*/ 0 h 7513"/>
                  </a:gdLst>
                  <a:ahLst/>
                  <a:cxnLst>
                    <a:cxn ang="0">
                      <a:pos x="connsiteX0" y="connsiteY0"/>
                    </a:cxn>
                    <a:cxn ang="0">
                      <a:pos x="connsiteX1" y="connsiteY1"/>
                    </a:cxn>
                  </a:cxnLst>
                  <a:rect l="l" t="t" r="r" b="b"/>
                  <a:pathLst>
                    <a:path w="2824" h="7513">
                      <a:moveTo>
                        <a:pt x="0" y="7513"/>
                      </a:moveTo>
                      <a:lnTo>
                        <a:pt x="0" y="0"/>
                      </a:lnTo>
                    </a:path>
                  </a:pathLst>
                </a:custGeom>
                <a:ln w="8472" cap="flat">
                  <a:solidFill>
                    <a:srgbClr val="01355A"/>
                  </a:solidFill>
                  <a:prstDash val="solid"/>
                  <a:miter/>
                </a:ln>
              </p:spPr>
              <p:txBody>
                <a:bodyPr rtlCol="1" anchor="ctr"/>
                <a:lstStyle/>
                <a:p>
                  <a:endParaRPr lang="ar-SA"/>
                </a:p>
              </p:txBody>
            </p:sp>
          </p:grpSp>
          <p:sp>
            <p:nvSpPr>
              <p:cNvPr id="8051" name="شكل حر: شكل 8928">
                <a:extLst>
                  <a:ext uri="{FF2B5EF4-FFF2-40B4-BE49-F238E27FC236}">
                    <a16:creationId xmlns:a16="http://schemas.microsoft.com/office/drawing/2014/main" id="{CB19B904-B7FC-ED7A-D188-61E54B96BDB7}"/>
                  </a:ext>
                </a:extLst>
              </p:cNvPr>
              <p:cNvSpPr/>
              <p:nvPr/>
            </p:nvSpPr>
            <p:spPr>
              <a:xfrm>
                <a:off x="3290801" y="2495995"/>
                <a:ext cx="2824" cy="7513"/>
              </a:xfrm>
              <a:custGeom>
                <a:avLst/>
                <a:gdLst>
                  <a:gd name="connsiteX0" fmla="*/ 0 w 2824"/>
                  <a:gd name="connsiteY0" fmla="*/ 7513 h 7513"/>
                  <a:gd name="connsiteX1" fmla="*/ 0 w 2824"/>
                  <a:gd name="connsiteY1" fmla="*/ 0 h 7513"/>
                </a:gdLst>
                <a:ahLst/>
                <a:cxnLst>
                  <a:cxn ang="0">
                    <a:pos x="connsiteX0" y="connsiteY0"/>
                  </a:cxn>
                  <a:cxn ang="0">
                    <a:pos x="connsiteX1" y="connsiteY1"/>
                  </a:cxn>
                </a:cxnLst>
                <a:rect l="l" t="t" r="r" b="b"/>
                <a:pathLst>
                  <a:path w="2824" h="7513">
                    <a:moveTo>
                      <a:pt x="0" y="7513"/>
                    </a:moveTo>
                    <a:lnTo>
                      <a:pt x="0" y="0"/>
                    </a:lnTo>
                  </a:path>
                </a:pathLst>
              </a:custGeom>
              <a:ln w="8472" cap="flat">
                <a:solidFill>
                  <a:srgbClr val="01355A"/>
                </a:solidFill>
                <a:prstDash val="solid"/>
                <a:miter/>
              </a:ln>
            </p:spPr>
            <p:txBody>
              <a:bodyPr rtlCol="1" anchor="ctr"/>
              <a:lstStyle/>
              <a:p>
                <a:endParaRPr lang="ar-SA"/>
              </a:p>
            </p:txBody>
          </p:sp>
          <p:grpSp>
            <p:nvGrpSpPr>
              <p:cNvPr id="8052" name="رسم 8014">
                <a:extLst>
                  <a:ext uri="{FF2B5EF4-FFF2-40B4-BE49-F238E27FC236}">
                    <a16:creationId xmlns:a16="http://schemas.microsoft.com/office/drawing/2014/main" id="{2AFE9A86-E977-E3A6-E72B-9A98CBD6FE5D}"/>
                  </a:ext>
                </a:extLst>
              </p:cNvPr>
              <p:cNvGrpSpPr/>
              <p:nvPr/>
            </p:nvGrpSpPr>
            <p:grpSpPr>
              <a:xfrm>
                <a:off x="3275266" y="2514750"/>
                <a:ext cx="31070" cy="7513"/>
                <a:chOff x="3275266" y="2514750"/>
                <a:chExt cx="31070" cy="7513"/>
              </a:xfrm>
            </p:grpSpPr>
            <p:sp>
              <p:nvSpPr>
                <p:cNvPr id="8057" name="شكل حر: شكل 8930">
                  <a:extLst>
                    <a:ext uri="{FF2B5EF4-FFF2-40B4-BE49-F238E27FC236}">
                      <a16:creationId xmlns:a16="http://schemas.microsoft.com/office/drawing/2014/main" id="{7AB8336F-A8F0-586F-9707-E9D7059B45B7}"/>
                    </a:ext>
                  </a:extLst>
                </p:cNvPr>
                <p:cNvSpPr/>
                <p:nvPr/>
              </p:nvSpPr>
              <p:spPr>
                <a:xfrm>
                  <a:off x="3306336" y="2514750"/>
                  <a:ext cx="2824" cy="7513"/>
                </a:xfrm>
                <a:custGeom>
                  <a:avLst/>
                  <a:gdLst>
                    <a:gd name="connsiteX0" fmla="*/ 0 w 2824"/>
                    <a:gd name="connsiteY0" fmla="*/ 0 h 7513"/>
                    <a:gd name="connsiteX1" fmla="*/ 0 w 2824"/>
                    <a:gd name="connsiteY1" fmla="*/ 7513 h 7513"/>
                  </a:gdLst>
                  <a:ahLst/>
                  <a:cxnLst>
                    <a:cxn ang="0">
                      <a:pos x="connsiteX0" y="connsiteY0"/>
                    </a:cxn>
                    <a:cxn ang="0">
                      <a:pos x="connsiteX1" y="connsiteY1"/>
                    </a:cxn>
                  </a:cxnLst>
                  <a:rect l="l" t="t" r="r" b="b"/>
                  <a:pathLst>
                    <a:path w="2824" h="7513">
                      <a:moveTo>
                        <a:pt x="0" y="0"/>
                      </a:moveTo>
                      <a:lnTo>
                        <a:pt x="0" y="7513"/>
                      </a:lnTo>
                    </a:path>
                  </a:pathLst>
                </a:custGeom>
                <a:ln w="8472" cap="flat">
                  <a:solidFill>
                    <a:srgbClr val="01355A"/>
                  </a:solidFill>
                  <a:prstDash val="solid"/>
                  <a:miter/>
                </a:ln>
              </p:spPr>
              <p:txBody>
                <a:bodyPr rtlCol="1" anchor="ctr"/>
                <a:lstStyle/>
                <a:p>
                  <a:endParaRPr lang="ar-SA"/>
                </a:p>
              </p:txBody>
            </p:sp>
            <p:sp>
              <p:nvSpPr>
                <p:cNvPr id="8058" name="شكل حر: شكل 8931">
                  <a:extLst>
                    <a:ext uri="{FF2B5EF4-FFF2-40B4-BE49-F238E27FC236}">
                      <a16:creationId xmlns:a16="http://schemas.microsoft.com/office/drawing/2014/main" id="{17B05CFC-09E7-1D63-493A-E2F8FC22843D}"/>
                    </a:ext>
                  </a:extLst>
                </p:cNvPr>
                <p:cNvSpPr/>
                <p:nvPr/>
              </p:nvSpPr>
              <p:spPr>
                <a:xfrm>
                  <a:off x="3275266" y="2514750"/>
                  <a:ext cx="2824" cy="7513"/>
                </a:xfrm>
                <a:custGeom>
                  <a:avLst/>
                  <a:gdLst>
                    <a:gd name="connsiteX0" fmla="*/ 0 w 2824"/>
                    <a:gd name="connsiteY0" fmla="*/ 0 h 7513"/>
                    <a:gd name="connsiteX1" fmla="*/ 0 w 2824"/>
                    <a:gd name="connsiteY1" fmla="*/ 7513 h 7513"/>
                  </a:gdLst>
                  <a:ahLst/>
                  <a:cxnLst>
                    <a:cxn ang="0">
                      <a:pos x="connsiteX0" y="connsiteY0"/>
                    </a:cxn>
                    <a:cxn ang="0">
                      <a:pos x="connsiteX1" y="connsiteY1"/>
                    </a:cxn>
                  </a:cxnLst>
                  <a:rect l="l" t="t" r="r" b="b"/>
                  <a:pathLst>
                    <a:path w="2824" h="7513">
                      <a:moveTo>
                        <a:pt x="0" y="0"/>
                      </a:moveTo>
                      <a:lnTo>
                        <a:pt x="0" y="7513"/>
                      </a:lnTo>
                    </a:path>
                  </a:pathLst>
                </a:custGeom>
                <a:ln w="8472" cap="flat">
                  <a:solidFill>
                    <a:srgbClr val="01355A"/>
                  </a:solidFill>
                  <a:prstDash val="solid"/>
                  <a:miter/>
                </a:ln>
              </p:spPr>
              <p:txBody>
                <a:bodyPr rtlCol="1" anchor="ctr"/>
                <a:lstStyle/>
                <a:p>
                  <a:endParaRPr lang="ar-SA"/>
                </a:p>
              </p:txBody>
            </p:sp>
          </p:grpSp>
          <p:sp>
            <p:nvSpPr>
              <p:cNvPr id="8053" name="شكل حر: شكل 8932">
                <a:extLst>
                  <a:ext uri="{FF2B5EF4-FFF2-40B4-BE49-F238E27FC236}">
                    <a16:creationId xmlns:a16="http://schemas.microsoft.com/office/drawing/2014/main" id="{18FCA57C-AFFC-DBA7-EF4E-BEA4D07787CB}"/>
                  </a:ext>
                </a:extLst>
              </p:cNvPr>
              <p:cNvSpPr/>
              <p:nvPr/>
            </p:nvSpPr>
            <p:spPr>
              <a:xfrm>
                <a:off x="3290801" y="2533505"/>
                <a:ext cx="2824" cy="7513"/>
              </a:xfrm>
              <a:custGeom>
                <a:avLst/>
                <a:gdLst>
                  <a:gd name="connsiteX0" fmla="*/ 0 w 2824"/>
                  <a:gd name="connsiteY0" fmla="*/ 7513 h 7513"/>
                  <a:gd name="connsiteX1" fmla="*/ 0 w 2824"/>
                  <a:gd name="connsiteY1" fmla="*/ 0 h 7513"/>
                </a:gdLst>
                <a:ahLst/>
                <a:cxnLst>
                  <a:cxn ang="0">
                    <a:pos x="connsiteX0" y="connsiteY0"/>
                  </a:cxn>
                  <a:cxn ang="0">
                    <a:pos x="connsiteX1" y="connsiteY1"/>
                  </a:cxn>
                </a:cxnLst>
                <a:rect l="l" t="t" r="r" b="b"/>
                <a:pathLst>
                  <a:path w="2824" h="7513">
                    <a:moveTo>
                      <a:pt x="0" y="7513"/>
                    </a:moveTo>
                    <a:lnTo>
                      <a:pt x="0" y="0"/>
                    </a:lnTo>
                  </a:path>
                </a:pathLst>
              </a:custGeom>
              <a:ln w="8472" cap="flat">
                <a:solidFill>
                  <a:srgbClr val="01355A"/>
                </a:solidFill>
                <a:prstDash val="solid"/>
                <a:miter/>
              </a:ln>
            </p:spPr>
            <p:txBody>
              <a:bodyPr rtlCol="1" anchor="ctr"/>
              <a:lstStyle/>
              <a:p>
                <a:endParaRPr lang="ar-SA"/>
              </a:p>
            </p:txBody>
          </p:sp>
          <p:grpSp>
            <p:nvGrpSpPr>
              <p:cNvPr id="8054" name="رسم 8014">
                <a:extLst>
                  <a:ext uri="{FF2B5EF4-FFF2-40B4-BE49-F238E27FC236}">
                    <a16:creationId xmlns:a16="http://schemas.microsoft.com/office/drawing/2014/main" id="{4DD72108-1706-D0A9-8B11-4042536C0E39}"/>
                  </a:ext>
                </a:extLst>
              </p:cNvPr>
              <p:cNvGrpSpPr/>
              <p:nvPr/>
            </p:nvGrpSpPr>
            <p:grpSpPr>
              <a:xfrm>
                <a:off x="3275266" y="2552260"/>
                <a:ext cx="31070" cy="7513"/>
                <a:chOff x="3275266" y="2552260"/>
                <a:chExt cx="31070" cy="7513"/>
              </a:xfrm>
            </p:grpSpPr>
            <p:sp>
              <p:nvSpPr>
                <p:cNvPr id="8055" name="شكل حر: شكل 8934">
                  <a:extLst>
                    <a:ext uri="{FF2B5EF4-FFF2-40B4-BE49-F238E27FC236}">
                      <a16:creationId xmlns:a16="http://schemas.microsoft.com/office/drawing/2014/main" id="{0E467E24-5D83-66BC-450F-E0413F2E320F}"/>
                    </a:ext>
                  </a:extLst>
                </p:cNvPr>
                <p:cNvSpPr/>
                <p:nvPr/>
              </p:nvSpPr>
              <p:spPr>
                <a:xfrm>
                  <a:off x="3306336" y="2552260"/>
                  <a:ext cx="2824" cy="7513"/>
                </a:xfrm>
                <a:custGeom>
                  <a:avLst/>
                  <a:gdLst>
                    <a:gd name="connsiteX0" fmla="*/ 0 w 2824"/>
                    <a:gd name="connsiteY0" fmla="*/ 0 h 7513"/>
                    <a:gd name="connsiteX1" fmla="*/ 0 w 2824"/>
                    <a:gd name="connsiteY1" fmla="*/ 7513 h 7513"/>
                  </a:gdLst>
                  <a:ahLst/>
                  <a:cxnLst>
                    <a:cxn ang="0">
                      <a:pos x="connsiteX0" y="connsiteY0"/>
                    </a:cxn>
                    <a:cxn ang="0">
                      <a:pos x="connsiteX1" y="connsiteY1"/>
                    </a:cxn>
                  </a:cxnLst>
                  <a:rect l="l" t="t" r="r" b="b"/>
                  <a:pathLst>
                    <a:path w="2824" h="7513">
                      <a:moveTo>
                        <a:pt x="0" y="0"/>
                      </a:moveTo>
                      <a:lnTo>
                        <a:pt x="0" y="7513"/>
                      </a:lnTo>
                    </a:path>
                  </a:pathLst>
                </a:custGeom>
                <a:ln w="8472" cap="flat">
                  <a:solidFill>
                    <a:srgbClr val="01355A"/>
                  </a:solidFill>
                  <a:prstDash val="solid"/>
                  <a:miter/>
                </a:ln>
              </p:spPr>
              <p:txBody>
                <a:bodyPr rtlCol="1" anchor="ctr"/>
                <a:lstStyle/>
                <a:p>
                  <a:endParaRPr lang="ar-SA"/>
                </a:p>
              </p:txBody>
            </p:sp>
            <p:sp>
              <p:nvSpPr>
                <p:cNvPr id="8056" name="شكل حر: شكل 8935">
                  <a:extLst>
                    <a:ext uri="{FF2B5EF4-FFF2-40B4-BE49-F238E27FC236}">
                      <a16:creationId xmlns:a16="http://schemas.microsoft.com/office/drawing/2014/main" id="{4D6188E4-78F1-2485-A889-9B66E4A0ADA2}"/>
                    </a:ext>
                  </a:extLst>
                </p:cNvPr>
                <p:cNvSpPr/>
                <p:nvPr/>
              </p:nvSpPr>
              <p:spPr>
                <a:xfrm>
                  <a:off x="3275266" y="2552260"/>
                  <a:ext cx="2824" cy="7513"/>
                </a:xfrm>
                <a:custGeom>
                  <a:avLst/>
                  <a:gdLst>
                    <a:gd name="connsiteX0" fmla="*/ 0 w 2824"/>
                    <a:gd name="connsiteY0" fmla="*/ 0 h 7513"/>
                    <a:gd name="connsiteX1" fmla="*/ 0 w 2824"/>
                    <a:gd name="connsiteY1" fmla="*/ 7513 h 7513"/>
                  </a:gdLst>
                  <a:ahLst/>
                  <a:cxnLst>
                    <a:cxn ang="0">
                      <a:pos x="connsiteX0" y="connsiteY0"/>
                    </a:cxn>
                    <a:cxn ang="0">
                      <a:pos x="connsiteX1" y="connsiteY1"/>
                    </a:cxn>
                  </a:cxnLst>
                  <a:rect l="l" t="t" r="r" b="b"/>
                  <a:pathLst>
                    <a:path w="2824" h="7513">
                      <a:moveTo>
                        <a:pt x="0" y="0"/>
                      </a:moveTo>
                      <a:lnTo>
                        <a:pt x="0" y="7513"/>
                      </a:lnTo>
                    </a:path>
                  </a:pathLst>
                </a:custGeom>
                <a:ln w="8472" cap="flat">
                  <a:solidFill>
                    <a:srgbClr val="01355A"/>
                  </a:solidFill>
                  <a:prstDash val="solid"/>
                  <a:miter/>
                </a:ln>
              </p:spPr>
              <p:txBody>
                <a:bodyPr rtlCol="1" anchor="ctr"/>
                <a:lstStyle/>
                <a:p>
                  <a:endParaRPr lang="ar-SA"/>
                </a:p>
              </p:txBody>
            </p:sp>
          </p:grpSp>
        </p:grpSp>
        <p:sp>
          <p:nvSpPr>
            <p:cNvPr id="8027" name="شكل حر: شكل 8936">
              <a:extLst>
                <a:ext uri="{FF2B5EF4-FFF2-40B4-BE49-F238E27FC236}">
                  <a16:creationId xmlns:a16="http://schemas.microsoft.com/office/drawing/2014/main" id="{B480947B-44D5-9BDC-9F60-D149DF68B137}"/>
                </a:ext>
              </a:extLst>
            </p:cNvPr>
            <p:cNvSpPr/>
            <p:nvPr/>
          </p:nvSpPr>
          <p:spPr>
            <a:xfrm>
              <a:off x="3087575" y="2321664"/>
              <a:ext cx="156225" cy="321038"/>
            </a:xfrm>
            <a:custGeom>
              <a:avLst/>
              <a:gdLst>
                <a:gd name="connsiteX0" fmla="*/ 146340 w 156225"/>
                <a:gd name="connsiteY0" fmla="*/ 0 h 321038"/>
                <a:gd name="connsiteX1" fmla="*/ 156226 w 156225"/>
                <a:gd name="connsiteY1" fmla="*/ 9886 h 321038"/>
                <a:gd name="connsiteX2" fmla="*/ 156226 w 156225"/>
                <a:gd name="connsiteY2" fmla="*/ 311152 h 321038"/>
                <a:gd name="connsiteX3" fmla="*/ 146340 w 156225"/>
                <a:gd name="connsiteY3" fmla="*/ 321038 h 321038"/>
                <a:gd name="connsiteX4" fmla="*/ 9886 w 156225"/>
                <a:gd name="connsiteY4" fmla="*/ 321038 h 321038"/>
                <a:gd name="connsiteX5" fmla="*/ 0 w 156225"/>
                <a:gd name="connsiteY5" fmla="*/ 311152 h 321038"/>
                <a:gd name="connsiteX6" fmla="*/ 0 w 156225"/>
                <a:gd name="connsiteY6" fmla="*/ 9886 h 321038"/>
                <a:gd name="connsiteX7" fmla="*/ 9886 w 156225"/>
                <a:gd name="connsiteY7" fmla="*/ 0 h 321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225" h="321038">
                  <a:moveTo>
                    <a:pt x="146340" y="0"/>
                  </a:moveTo>
                  <a:cubicBezTo>
                    <a:pt x="151800" y="0"/>
                    <a:pt x="156226" y="4426"/>
                    <a:pt x="156226" y="9886"/>
                  </a:cubicBezTo>
                  <a:lnTo>
                    <a:pt x="156226" y="311152"/>
                  </a:lnTo>
                  <a:cubicBezTo>
                    <a:pt x="156226" y="316612"/>
                    <a:pt x="151800" y="321038"/>
                    <a:pt x="146340" y="321038"/>
                  </a:cubicBezTo>
                  <a:lnTo>
                    <a:pt x="9886" y="321038"/>
                  </a:lnTo>
                  <a:cubicBezTo>
                    <a:pt x="4426" y="321038"/>
                    <a:pt x="0" y="316612"/>
                    <a:pt x="0" y="311152"/>
                  </a:cubicBezTo>
                  <a:lnTo>
                    <a:pt x="0" y="9886"/>
                  </a:lnTo>
                  <a:cubicBezTo>
                    <a:pt x="0" y="4426"/>
                    <a:pt x="4426" y="0"/>
                    <a:pt x="9886" y="0"/>
                  </a:cubicBezTo>
                  <a:close/>
                </a:path>
              </a:pathLst>
            </a:custGeom>
            <a:noFill/>
            <a:ln w="8472" cap="flat">
              <a:solidFill>
                <a:srgbClr val="17A3A3"/>
              </a:solidFill>
              <a:prstDash val="solid"/>
              <a:miter/>
            </a:ln>
          </p:spPr>
          <p:txBody>
            <a:bodyPr rtlCol="1" anchor="ctr"/>
            <a:lstStyle/>
            <a:p>
              <a:endParaRPr lang="ar-SA"/>
            </a:p>
          </p:txBody>
        </p:sp>
        <p:sp>
          <p:nvSpPr>
            <p:cNvPr id="8028" name="شكل حر: شكل 8937">
              <a:extLst>
                <a:ext uri="{FF2B5EF4-FFF2-40B4-BE49-F238E27FC236}">
                  <a16:creationId xmlns:a16="http://schemas.microsoft.com/office/drawing/2014/main" id="{20337F78-6AF8-3165-511C-B8F4DF832320}"/>
                </a:ext>
              </a:extLst>
            </p:cNvPr>
            <p:cNvSpPr/>
            <p:nvPr/>
          </p:nvSpPr>
          <p:spPr>
            <a:xfrm>
              <a:off x="3131638" y="2535143"/>
              <a:ext cx="68099" cy="2824"/>
            </a:xfrm>
            <a:custGeom>
              <a:avLst/>
              <a:gdLst>
                <a:gd name="connsiteX0" fmla="*/ 0 w 68099"/>
                <a:gd name="connsiteY0" fmla="*/ 0 h 2824"/>
                <a:gd name="connsiteX1" fmla="*/ 68100 w 68099"/>
                <a:gd name="connsiteY1" fmla="*/ 0 h 2824"/>
              </a:gdLst>
              <a:ahLst/>
              <a:cxnLst>
                <a:cxn ang="0">
                  <a:pos x="connsiteX0" y="connsiteY0"/>
                </a:cxn>
                <a:cxn ang="0">
                  <a:pos x="connsiteX1" y="connsiteY1"/>
                </a:cxn>
              </a:cxnLst>
              <a:rect l="l" t="t" r="r" b="b"/>
              <a:pathLst>
                <a:path w="68099" h="2824">
                  <a:moveTo>
                    <a:pt x="0" y="0"/>
                  </a:moveTo>
                  <a:lnTo>
                    <a:pt x="68100" y="0"/>
                  </a:lnTo>
                </a:path>
              </a:pathLst>
            </a:custGeom>
            <a:ln w="8472" cap="flat">
              <a:solidFill>
                <a:srgbClr val="17A3A3"/>
              </a:solidFill>
              <a:prstDash val="solid"/>
              <a:miter/>
            </a:ln>
          </p:spPr>
          <p:txBody>
            <a:bodyPr rtlCol="1" anchor="ctr"/>
            <a:lstStyle/>
            <a:p>
              <a:endParaRPr lang="ar-SA"/>
            </a:p>
          </p:txBody>
        </p:sp>
        <p:sp>
          <p:nvSpPr>
            <p:cNvPr id="8029" name="شكل حر: شكل 8938">
              <a:extLst>
                <a:ext uri="{FF2B5EF4-FFF2-40B4-BE49-F238E27FC236}">
                  <a16:creationId xmlns:a16="http://schemas.microsoft.com/office/drawing/2014/main" id="{4D3DFC03-0AC5-620C-04EF-0495ADC4F8D0}"/>
                </a:ext>
              </a:extLst>
            </p:cNvPr>
            <p:cNvSpPr/>
            <p:nvPr/>
          </p:nvSpPr>
          <p:spPr>
            <a:xfrm>
              <a:off x="3146947" y="2552317"/>
              <a:ext cx="37510" cy="18755"/>
            </a:xfrm>
            <a:custGeom>
              <a:avLst/>
              <a:gdLst>
                <a:gd name="connsiteX0" fmla="*/ 0 w 37510"/>
                <a:gd name="connsiteY0" fmla="*/ 0 h 18755"/>
                <a:gd name="connsiteX1" fmla="*/ 18755 w 37510"/>
                <a:gd name="connsiteY1" fmla="*/ 18755 h 18755"/>
                <a:gd name="connsiteX2" fmla="*/ 37510 w 37510"/>
                <a:gd name="connsiteY2" fmla="*/ 0 h 18755"/>
              </a:gdLst>
              <a:ahLst/>
              <a:cxnLst>
                <a:cxn ang="0">
                  <a:pos x="connsiteX0" y="connsiteY0"/>
                </a:cxn>
                <a:cxn ang="0">
                  <a:pos x="connsiteX1" y="connsiteY1"/>
                </a:cxn>
                <a:cxn ang="0">
                  <a:pos x="connsiteX2" y="connsiteY2"/>
                </a:cxn>
              </a:cxnLst>
              <a:rect l="l" t="t" r="r" b="b"/>
              <a:pathLst>
                <a:path w="37510" h="18755">
                  <a:moveTo>
                    <a:pt x="0" y="0"/>
                  </a:moveTo>
                  <a:cubicBezTo>
                    <a:pt x="0" y="10338"/>
                    <a:pt x="8389" y="18755"/>
                    <a:pt x="18755" y="18755"/>
                  </a:cubicBezTo>
                  <a:cubicBezTo>
                    <a:pt x="29121" y="18755"/>
                    <a:pt x="37510" y="10366"/>
                    <a:pt x="37510" y="0"/>
                  </a:cubicBezTo>
                </a:path>
              </a:pathLst>
            </a:custGeom>
            <a:noFill/>
            <a:ln w="8472" cap="flat">
              <a:solidFill>
                <a:srgbClr val="17A3A3"/>
              </a:solidFill>
              <a:prstDash val="solid"/>
              <a:miter/>
            </a:ln>
          </p:spPr>
          <p:txBody>
            <a:bodyPr rtlCol="1" anchor="ctr"/>
            <a:lstStyle/>
            <a:p>
              <a:endParaRPr lang="ar-SA"/>
            </a:p>
          </p:txBody>
        </p:sp>
        <p:sp>
          <p:nvSpPr>
            <p:cNvPr id="8030" name="شكل حر: شكل 8939">
              <a:extLst>
                <a:ext uri="{FF2B5EF4-FFF2-40B4-BE49-F238E27FC236}">
                  <a16:creationId xmlns:a16="http://schemas.microsoft.com/office/drawing/2014/main" id="{A6EB6DFE-1AD8-39D4-63C8-F2ACB68B9AD2}"/>
                </a:ext>
              </a:extLst>
            </p:cNvPr>
            <p:cNvSpPr/>
            <p:nvPr/>
          </p:nvSpPr>
          <p:spPr>
            <a:xfrm>
              <a:off x="3243800" y="2349910"/>
              <a:ext cx="102135" cy="264603"/>
            </a:xfrm>
            <a:custGeom>
              <a:avLst/>
              <a:gdLst>
                <a:gd name="connsiteX0" fmla="*/ 0 w 102135"/>
                <a:gd name="connsiteY0" fmla="*/ 0 h 264603"/>
                <a:gd name="connsiteX1" fmla="*/ 90131 w 102135"/>
                <a:gd name="connsiteY1" fmla="*/ 0 h 264603"/>
                <a:gd name="connsiteX2" fmla="*/ 102136 w 102135"/>
                <a:gd name="connsiteY2" fmla="*/ 12004 h 264603"/>
                <a:gd name="connsiteX3" fmla="*/ 102136 w 102135"/>
                <a:gd name="connsiteY3" fmla="*/ 252571 h 264603"/>
                <a:gd name="connsiteX4" fmla="*/ 90131 w 102135"/>
                <a:gd name="connsiteY4" fmla="*/ 264604 h 264603"/>
                <a:gd name="connsiteX5" fmla="*/ 0 w 102135"/>
                <a:gd name="connsiteY5" fmla="*/ 264604 h 264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135" h="264603">
                  <a:moveTo>
                    <a:pt x="0" y="0"/>
                  </a:moveTo>
                  <a:lnTo>
                    <a:pt x="90131" y="0"/>
                  </a:lnTo>
                  <a:cubicBezTo>
                    <a:pt x="96769" y="0"/>
                    <a:pt x="102136" y="5367"/>
                    <a:pt x="102136" y="12004"/>
                  </a:cubicBezTo>
                  <a:lnTo>
                    <a:pt x="102136" y="252571"/>
                  </a:lnTo>
                  <a:cubicBezTo>
                    <a:pt x="102136" y="259209"/>
                    <a:pt x="96769" y="264604"/>
                    <a:pt x="90131" y="264604"/>
                  </a:cubicBezTo>
                  <a:lnTo>
                    <a:pt x="0" y="264604"/>
                  </a:lnTo>
                </a:path>
              </a:pathLst>
            </a:custGeom>
            <a:noFill/>
            <a:ln w="8472" cap="flat">
              <a:solidFill>
                <a:srgbClr val="01355A"/>
              </a:solidFill>
              <a:prstDash val="solid"/>
              <a:miter/>
            </a:ln>
          </p:spPr>
          <p:txBody>
            <a:bodyPr rtlCol="1" anchor="ctr"/>
            <a:lstStyle/>
            <a:p>
              <a:endParaRPr lang="ar-SA"/>
            </a:p>
          </p:txBody>
        </p:sp>
        <p:sp>
          <p:nvSpPr>
            <p:cNvPr id="8031" name="شكل حر: شكل 8940">
              <a:extLst>
                <a:ext uri="{FF2B5EF4-FFF2-40B4-BE49-F238E27FC236}">
                  <a16:creationId xmlns:a16="http://schemas.microsoft.com/office/drawing/2014/main" id="{8272BAC1-FFD7-F6F7-188E-DA3912EF84E6}"/>
                </a:ext>
              </a:extLst>
            </p:cNvPr>
            <p:cNvSpPr/>
            <p:nvPr/>
          </p:nvSpPr>
          <p:spPr>
            <a:xfrm>
              <a:off x="3275125" y="2391656"/>
              <a:ext cx="31352" cy="2824"/>
            </a:xfrm>
            <a:custGeom>
              <a:avLst/>
              <a:gdLst>
                <a:gd name="connsiteX0" fmla="*/ 0 w 31352"/>
                <a:gd name="connsiteY0" fmla="*/ 0 h 2824"/>
                <a:gd name="connsiteX1" fmla="*/ 31353 w 31352"/>
                <a:gd name="connsiteY1" fmla="*/ 0 h 2824"/>
              </a:gdLst>
              <a:ahLst/>
              <a:cxnLst>
                <a:cxn ang="0">
                  <a:pos x="connsiteX0" y="connsiteY0"/>
                </a:cxn>
                <a:cxn ang="0">
                  <a:pos x="connsiteX1" y="connsiteY1"/>
                </a:cxn>
              </a:cxnLst>
              <a:rect l="l" t="t" r="r" b="b"/>
              <a:pathLst>
                <a:path w="31352" h="2824">
                  <a:moveTo>
                    <a:pt x="0" y="0"/>
                  </a:moveTo>
                  <a:lnTo>
                    <a:pt x="31353" y="0"/>
                  </a:lnTo>
                </a:path>
              </a:pathLst>
            </a:custGeom>
            <a:ln w="8472" cap="flat">
              <a:solidFill>
                <a:srgbClr val="01355A"/>
              </a:solidFill>
              <a:prstDash val="solid"/>
              <a:miter/>
            </a:ln>
          </p:spPr>
          <p:txBody>
            <a:bodyPr rtlCol="1" anchor="ctr"/>
            <a:lstStyle/>
            <a:p>
              <a:endParaRPr lang="ar-SA"/>
            </a:p>
          </p:txBody>
        </p:sp>
        <p:sp>
          <p:nvSpPr>
            <p:cNvPr id="8032" name="شكل حر: شكل 8941">
              <a:extLst>
                <a:ext uri="{FF2B5EF4-FFF2-40B4-BE49-F238E27FC236}">
                  <a16:creationId xmlns:a16="http://schemas.microsoft.com/office/drawing/2014/main" id="{07176974-2814-18EA-3DF2-CF1DB2AB8A97}"/>
                </a:ext>
              </a:extLst>
            </p:cNvPr>
            <p:cNvSpPr/>
            <p:nvPr/>
          </p:nvSpPr>
          <p:spPr>
            <a:xfrm>
              <a:off x="3275125" y="2412163"/>
              <a:ext cx="31352" cy="2824"/>
            </a:xfrm>
            <a:custGeom>
              <a:avLst/>
              <a:gdLst>
                <a:gd name="connsiteX0" fmla="*/ 0 w 31352"/>
                <a:gd name="connsiteY0" fmla="*/ 0 h 2824"/>
                <a:gd name="connsiteX1" fmla="*/ 31353 w 31352"/>
                <a:gd name="connsiteY1" fmla="*/ 0 h 2824"/>
              </a:gdLst>
              <a:ahLst/>
              <a:cxnLst>
                <a:cxn ang="0">
                  <a:pos x="connsiteX0" y="connsiteY0"/>
                </a:cxn>
                <a:cxn ang="0">
                  <a:pos x="connsiteX1" y="connsiteY1"/>
                </a:cxn>
              </a:cxnLst>
              <a:rect l="l" t="t" r="r" b="b"/>
              <a:pathLst>
                <a:path w="31352" h="2824">
                  <a:moveTo>
                    <a:pt x="0" y="0"/>
                  </a:moveTo>
                  <a:lnTo>
                    <a:pt x="31353" y="0"/>
                  </a:lnTo>
                </a:path>
              </a:pathLst>
            </a:custGeom>
            <a:ln w="8472" cap="flat">
              <a:solidFill>
                <a:srgbClr val="01355A"/>
              </a:solidFill>
              <a:prstDash val="solid"/>
              <a:miter/>
            </a:ln>
          </p:spPr>
          <p:txBody>
            <a:bodyPr rtlCol="1" anchor="ctr"/>
            <a:lstStyle/>
            <a:p>
              <a:endParaRPr lang="ar-SA"/>
            </a:p>
          </p:txBody>
        </p:sp>
        <p:sp>
          <p:nvSpPr>
            <p:cNvPr id="8033" name="شكل حر: شكل 8942">
              <a:extLst>
                <a:ext uri="{FF2B5EF4-FFF2-40B4-BE49-F238E27FC236}">
                  <a16:creationId xmlns:a16="http://schemas.microsoft.com/office/drawing/2014/main" id="{5F0D2AB2-8BC6-2605-A1D0-9CCD550E469B}"/>
                </a:ext>
              </a:extLst>
            </p:cNvPr>
            <p:cNvSpPr/>
            <p:nvPr/>
          </p:nvSpPr>
          <p:spPr>
            <a:xfrm>
              <a:off x="3275125" y="2432669"/>
              <a:ext cx="31352" cy="2824"/>
            </a:xfrm>
            <a:custGeom>
              <a:avLst/>
              <a:gdLst>
                <a:gd name="connsiteX0" fmla="*/ 0 w 31352"/>
                <a:gd name="connsiteY0" fmla="*/ 0 h 2824"/>
                <a:gd name="connsiteX1" fmla="*/ 31353 w 31352"/>
                <a:gd name="connsiteY1" fmla="*/ 0 h 2824"/>
              </a:gdLst>
              <a:ahLst/>
              <a:cxnLst>
                <a:cxn ang="0">
                  <a:pos x="connsiteX0" y="connsiteY0"/>
                </a:cxn>
                <a:cxn ang="0">
                  <a:pos x="connsiteX1" y="connsiteY1"/>
                </a:cxn>
              </a:cxnLst>
              <a:rect l="l" t="t" r="r" b="b"/>
              <a:pathLst>
                <a:path w="31352" h="2824">
                  <a:moveTo>
                    <a:pt x="0" y="0"/>
                  </a:moveTo>
                  <a:lnTo>
                    <a:pt x="31353" y="0"/>
                  </a:lnTo>
                </a:path>
              </a:pathLst>
            </a:custGeom>
            <a:ln w="8472" cap="flat">
              <a:solidFill>
                <a:srgbClr val="01355A"/>
              </a:solidFill>
              <a:prstDash val="solid"/>
              <a:miter/>
            </a:ln>
          </p:spPr>
          <p:txBody>
            <a:bodyPr rtlCol="1" anchor="ctr"/>
            <a:lstStyle/>
            <a:p>
              <a:endParaRPr lang="ar-SA"/>
            </a:p>
          </p:txBody>
        </p:sp>
        <p:grpSp>
          <p:nvGrpSpPr>
            <p:cNvPr id="8034" name="رسم 8014">
              <a:extLst>
                <a:ext uri="{FF2B5EF4-FFF2-40B4-BE49-F238E27FC236}">
                  <a16:creationId xmlns:a16="http://schemas.microsoft.com/office/drawing/2014/main" id="{63BA9D64-6E4A-C7B9-79B2-F1C3A3153AE2}"/>
                </a:ext>
              </a:extLst>
            </p:cNvPr>
            <p:cNvGrpSpPr/>
            <p:nvPr/>
          </p:nvGrpSpPr>
          <p:grpSpPr>
            <a:xfrm>
              <a:off x="3025039" y="2477240"/>
              <a:ext cx="31070" cy="82533"/>
              <a:chOff x="3025039" y="2477240"/>
              <a:chExt cx="31070" cy="82533"/>
            </a:xfrm>
          </p:grpSpPr>
          <p:grpSp>
            <p:nvGrpSpPr>
              <p:cNvPr id="8039" name="رسم 8014">
                <a:extLst>
                  <a:ext uri="{FF2B5EF4-FFF2-40B4-BE49-F238E27FC236}">
                    <a16:creationId xmlns:a16="http://schemas.microsoft.com/office/drawing/2014/main" id="{855E89A5-B2F6-3B3F-B512-41198C68F0A3}"/>
                  </a:ext>
                </a:extLst>
              </p:cNvPr>
              <p:cNvGrpSpPr/>
              <p:nvPr/>
            </p:nvGrpSpPr>
            <p:grpSpPr>
              <a:xfrm>
                <a:off x="3025039" y="2477240"/>
                <a:ext cx="31070" cy="7513"/>
                <a:chOff x="3025039" y="2477240"/>
                <a:chExt cx="31070" cy="7513"/>
              </a:xfrm>
            </p:grpSpPr>
            <p:sp>
              <p:nvSpPr>
                <p:cNvPr id="8048" name="شكل حر: شكل 8945">
                  <a:extLst>
                    <a:ext uri="{FF2B5EF4-FFF2-40B4-BE49-F238E27FC236}">
                      <a16:creationId xmlns:a16="http://schemas.microsoft.com/office/drawing/2014/main" id="{884B975C-576D-4877-F1BF-E2D9EA13686B}"/>
                    </a:ext>
                  </a:extLst>
                </p:cNvPr>
                <p:cNvSpPr/>
                <p:nvPr/>
              </p:nvSpPr>
              <p:spPr>
                <a:xfrm>
                  <a:off x="3025039" y="2477240"/>
                  <a:ext cx="2824" cy="7513"/>
                </a:xfrm>
                <a:custGeom>
                  <a:avLst/>
                  <a:gdLst>
                    <a:gd name="connsiteX0" fmla="*/ 0 w 2824"/>
                    <a:gd name="connsiteY0" fmla="*/ 7513 h 7513"/>
                    <a:gd name="connsiteX1" fmla="*/ 0 w 2824"/>
                    <a:gd name="connsiteY1" fmla="*/ 0 h 7513"/>
                  </a:gdLst>
                  <a:ahLst/>
                  <a:cxnLst>
                    <a:cxn ang="0">
                      <a:pos x="connsiteX0" y="connsiteY0"/>
                    </a:cxn>
                    <a:cxn ang="0">
                      <a:pos x="connsiteX1" y="connsiteY1"/>
                    </a:cxn>
                  </a:cxnLst>
                  <a:rect l="l" t="t" r="r" b="b"/>
                  <a:pathLst>
                    <a:path w="2824" h="7513">
                      <a:moveTo>
                        <a:pt x="0" y="7513"/>
                      </a:moveTo>
                      <a:lnTo>
                        <a:pt x="0" y="0"/>
                      </a:lnTo>
                    </a:path>
                  </a:pathLst>
                </a:custGeom>
                <a:ln w="8472" cap="flat">
                  <a:solidFill>
                    <a:srgbClr val="01355A"/>
                  </a:solidFill>
                  <a:prstDash val="solid"/>
                  <a:miter/>
                </a:ln>
              </p:spPr>
              <p:txBody>
                <a:bodyPr rtlCol="1" anchor="ctr"/>
                <a:lstStyle/>
                <a:p>
                  <a:endParaRPr lang="ar-SA"/>
                </a:p>
              </p:txBody>
            </p:sp>
            <p:sp>
              <p:nvSpPr>
                <p:cNvPr id="8049" name="شكل حر: شكل 8946">
                  <a:extLst>
                    <a:ext uri="{FF2B5EF4-FFF2-40B4-BE49-F238E27FC236}">
                      <a16:creationId xmlns:a16="http://schemas.microsoft.com/office/drawing/2014/main" id="{CED75644-EE4B-FD28-8B5F-2689E75FE750}"/>
                    </a:ext>
                  </a:extLst>
                </p:cNvPr>
                <p:cNvSpPr/>
                <p:nvPr/>
              </p:nvSpPr>
              <p:spPr>
                <a:xfrm>
                  <a:off x="3056109" y="2477240"/>
                  <a:ext cx="2824" cy="7513"/>
                </a:xfrm>
                <a:custGeom>
                  <a:avLst/>
                  <a:gdLst>
                    <a:gd name="connsiteX0" fmla="*/ 0 w 2824"/>
                    <a:gd name="connsiteY0" fmla="*/ 7513 h 7513"/>
                    <a:gd name="connsiteX1" fmla="*/ 0 w 2824"/>
                    <a:gd name="connsiteY1" fmla="*/ 0 h 7513"/>
                  </a:gdLst>
                  <a:ahLst/>
                  <a:cxnLst>
                    <a:cxn ang="0">
                      <a:pos x="connsiteX0" y="connsiteY0"/>
                    </a:cxn>
                    <a:cxn ang="0">
                      <a:pos x="connsiteX1" y="connsiteY1"/>
                    </a:cxn>
                  </a:cxnLst>
                  <a:rect l="l" t="t" r="r" b="b"/>
                  <a:pathLst>
                    <a:path w="2824" h="7513">
                      <a:moveTo>
                        <a:pt x="0" y="7513"/>
                      </a:moveTo>
                      <a:lnTo>
                        <a:pt x="0" y="0"/>
                      </a:lnTo>
                    </a:path>
                  </a:pathLst>
                </a:custGeom>
                <a:ln w="8472" cap="flat">
                  <a:solidFill>
                    <a:srgbClr val="01355A"/>
                  </a:solidFill>
                  <a:prstDash val="solid"/>
                  <a:miter/>
                </a:ln>
              </p:spPr>
              <p:txBody>
                <a:bodyPr rtlCol="1" anchor="ctr"/>
                <a:lstStyle/>
                <a:p>
                  <a:endParaRPr lang="ar-SA"/>
                </a:p>
              </p:txBody>
            </p:sp>
          </p:grpSp>
          <p:sp>
            <p:nvSpPr>
              <p:cNvPr id="8040" name="شكل حر: شكل 8947">
                <a:extLst>
                  <a:ext uri="{FF2B5EF4-FFF2-40B4-BE49-F238E27FC236}">
                    <a16:creationId xmlns:a16="http://schemas.microsoft.com/office/drawing/2014/main" id="{816BFC64-91F8-02F2-6D6A-30D414D6BD64}"/>
                  </a:ext>
                </a:extLst>
              </p:cNvPr>
              <p:cNvSpPr/>
              <p:nvPr/>
            </p:nvSpPr>
            <p:spPr>
              <a:xfrm>
                <a:off x="3040574" y="2495995"/>
                <a:ext cx="2824" cy="7513"/>
              </a:xfrm>
              <a:custGeom>
                <a:avLst/>
                <a:gdLst>
                  <a:gd name="connsiteX0" fmla="*/ 0 w 2824"/>
                  <a:gd name="connsiteY0" fmla="*/ 7513 h 7513"/>
                  <a:gd name="connsiteX1" fmla="*/ 0 w 2824"/>
                  <a:gd name="connsiteY1" fmla="*/ 0 h 7513"/>
                </a:gdLst>
                <a:ahLst/>
                <a:cxnLst>
                  <a:cxn ang="0">
                    <a:pos x="connsiteX0" y="connsiteY0"/>
                  </a:cxn>
                  <a:cxn ang="0">
                    <a:pos x="connsiteX1" y="connsiteY1"/>
                  </a:cxn>
                </a:cxnLst>
                <a:rect l="l" t="t" r="r" b="b"/>
                <a:pathLst>
                  <a:path w="2824" h="7513">
                    <a:moveTo>
                      <a:pt x="0" y="7513"/>
                    </a:moveTo>
                    <a:lnTo>
                      <a:pt x="0" y="0"/>
                    </a:lnTo>
                  </a:path>
                </a:pathLst>
              </a:custGeom>
              <a:ln w="8472" cap="flat">
                <a:solidFill>
                  <a:srgbClr val="01355A"/>
                </a:solidFill>
                <a:prstDash val="solid"/>
                <a:miter/>
              </a:ln>
            </p:spPr>
            <p:txBody>
              <a:bodyPr rtlCol="1" anchor="ctr"/>
              <a:lstStyle/>
              <a:p>
                <a:endParaRPr lang="ar-SA"/>
              </a:p>
            </p:txBody>
          </p:sp>
          <p:grpSp>
            <p:nvGrpSpPr>
              <p:cNvPr id="8041" name="رسم 8014">
                <a:extLst>
                  <a:ext uri="{FF2B5EF4-FFF2-40B4-BE49-F238E27FC236}">
                    <a16:creationId xmlns:a16="http://schemas.microsoft.com/office/drawing/2014/main" id="{92A5FEA3-2671-6360-1042-703B773800F6}"/>
                  </a:ext>
                </a:extLst>
              </p:cNvPr>
              <p:cNvGrpSpPr/>
              <p:nvPr/>
            </p:nvGrpSpPr>
            <p:grpSpPr>
              <a:xfrm>
                <a:off x="3025039" y="2514750"/>
                <a:ext cx="31070" cy="7513"/>
                <a:chOff x="3025039" y="2514750"/>
                <a:chExt cx="31070" cy="7513"/>
              </a:xfrm>
            </p:grpSpPr>
            <p:sp>
              <p:nvSpPr>
                <p:cNvPr id="8046" name="شكل حر: شكل 8949">
                  <a:extLst>
                    <a:ext uri="{FF2B5EF4-FFF2-40B4-BE49-F238E27FC236}">
                      <a16:creationId xmlns:a16="http://schemas.microsoft.com/office/drawing/2014/main" id="{3E177081-B06A-C286-B1E8-BC64FF93DDCF}"/>
                    </a:ext>
                  </a:extLst>
                </p:cNvPr>
                <p:cNvSpPr/>
                <p:nvPr/>
              </p:nvSpPr>
              <p:spPr>
                <a:xfrm>
                  <a:off x="3025039" y="2514750"/>
                  <a:ext cx="2824" cy="7513"/>
                </a:xfrm>
                <a:custGeom>
                  <a:avLst/>
                  <a:gdLst>
                    <a:gd name="connsiteX0" fmla="*/ 0 w 2824"/>
                    <a:gd name="connsiteY0" fmla="*/ 0 h 7513"/>
                    <a:gd name="connsiteX1" fmla="*/ 0 w 2824"/>
                    <a:gd name="connsiteY1" fmla="*/ 7513 h 7513"/>
                  </a:gdLst>
                  <a:ahLst/>
                  <a:cxnLst>
                    <a:cxn ang="0">
                      <a:pos x="connsiteX0" y="connsiteY0"/>
                    </a:cxn>
                    <a:cxn ang="0">
                      <a:pos x="connsiteX1" y="connsiteY1"/>
                    </a:cxn>
                  </a:cxnLst>
                  <a:rect l="l" t="t" r="r" b="b"/>
                  <a:pathLst>
                    <a:path w="2824" h="7513">
                      <a:moveTo>
                        <a:pt x="0" y="0"/>
                      </a:moveTo>
                      <a:lnTo>
                        <a:pt x="0" y="7513"/>
                      </a:lnTo>
                    </a:path>
                  </a:pathLst>
                </a:custGeom>
                <a:ln w="8472" cap="flat">
                  <a:solidFill>
                    <a:srgbClr val="01355A"/>
                  </a:solidFill>
                  <a:prstDash val="solid"/>
                  <a:miter/>
                </a:ln>
              </p:spPr>
              <p:txBody>
                <a:bodyPr rtlCol="1" anchor="ctr"/>
                <a:lstStyle/>
                <a:p>
                  <a:endParaRPr lang="ar-SA"/>
                </a:p>
              </p:txBody>
            </p:sp>
            <p:sp>
              <p:nvSpPr>
                <p:cNvPr id="8047" name="شكل حر: شكل 8950">
                  <a:extLst>
                    <a:ext uri="{FF2B5EF4-FFF2-40B4-BE49-F238E27FC236}">
                      <a16:creationId xmlns:a16="http://schemas.microsoft.com/office/drawing/2014/main" id="{27990856-1C26-766F-F44C-CA62FC2515ED}"/>
                    </a:ext>
                  </a:extLst>
                </p:cNvPr>
                <p:cNvSpPr/>
                <p:nvPr/>
              </p:nvSpPr>
              <p:spPr>
                <a:xfrm>
                  <a:off x="3056109" y="2514750"/>
                  <a:ext cx="2824" cy="7513"/>
                </a:xfrm>
                <a:custGeom>
                  <a:avLst/>
                  <a:gdLst>
                    <a:gd name="connsiteX0" fmla="*/ 0 w 2824"/>
                    <a:gd name="connsiteY0" fmla="*/ 0 h 7513"/>
                    <a:gd name="connsiteX1" fmla="*/ 0 w 2824"/>
                    <a:gd name="connsiteY1" fmla="*/ 7513 h 7513"/>
                  </a:gdLst>
                  <a:ahLst/>
                  <a:cxnLst>
                    <a:cxn ang="0">
                      <a:pos x="connsiteX0" y="connsiteY0"/>
                    </a:cxn>
                    <a:cxn ang="0">
                      <a:pos x="connsiteX1" y="connsiteY1"/>
                    </a:cxn>
                  </a:cxnLst>
                  <a:rect l="l" t="t" r="r" b="b"/>
                  <a:pathLst>
                    <a:path w="2824" h="7513">
                      <a:moveTo>
                        <a:pt x="0" y="0"/>
                      </a:moveTo>
                      <a:lnTo>
                        <a:pt x="0" y="7513"/>
                      </a:lnTo>
                    </a:path>
                  </a:pathLst>
                </a:custGeom>
                <a:ln w="8472" cap="flat">
                  <a:solidFill>
                    <a:srgbClr val="01355A"/>
                  </a:solidFill>
                  <a:prstDash val="solid"/>
                  <a:miter/>
                </a:ln>
              </p:spPr>
              <p:txBody>
                <a:bodyPr rtlCol="1" anchor="ctr"/>
                <a:lstStyle/>
                <a:p>
                  <a:endParaRPr lang="ar-SA"/>
                </a:p>
              </p:txBody>
            </p:sp>
          </p:grpSp>
          <p:sp>
            <p:nvSpPr>
              <p:cNvPr id="8042" name="شكل حر: شكل 8951">
                <a:extLst>
                  <a:ext uri="{FF2B5EF4-FFF2-40B4-BE49-F238E27FC236}">
                    <a16:creationId xmlns:a16="http://schemas.microsoft.com/office/drawing/2014/main" id="{E725556F-7437-D8F1-052F-EDAC8E4ECDCD}"/>
                  </a:ext>
                </a:extLst>
              </p:cNvPr>
              <p:cNvSpPr/>
              <p:nvPr/>
            </p:nvSpPr>
            <p:spPr>
              <a:xfrm>
                <a:off x="3040574" y="2533505"/>
                <a:ext cx="2824" cy="7513"/>
              </a:xfrm>
              <a:custGeom>
                <a:avLst/>
                <a:gdLst>
                  <a:gd name="connsiteX0" fmla="*/ 0 w 2824"/>
                  <a:gd name="connsiteY0" fmla="*/ 7513 h 7513"/>
                  <a:gd name="connsiteX1" fmla="*/ 0 w 2824"/>
                  <a:gd name="connsiteY1" fmla="*/ 0 h 7513"/>
                </a:gdLst>
                <a:ahLst/>
                <a:cxnLst>
                  <a:cxn ang="0">
                    <a:pos x="connsiteX0" y="connsiteY0"/>
                  </a:cxn>
                  <a:cxn ang="0">
                    <a:pos x="connsiteX1" y="connsiteY1"/>
                  </a:cxn>
                </a:cxnLst>
                <a:rect l="l" t="t" r="r" b="b"/>
                <a:pathLst>
                  <a:path w="2824" h="7513">
                    <a:moveTo>
                      <a:pt x="0" y="7513"/>
                    </a:moveTo>
                    <a:lnTo>
                      <a:pt x="0" y="0"/>
                    </a:lnTo>
                  </a:path>
                </a:pathLst>
              </a:custGeom>
              <a:ln w="8472" cap="flat">
                <a:solidFill>
                  <a:srgbClr val="01355A"/>
                </a:solidFill>
                <a:prstDash val="solid"/>
                <a:miter/>
              </a:ln>
            </p:spPr>
            <p:txBody>
              <a:bodyPr rtlCol="1" anchor="ctr"/>
              <a:lstStyle/>
              <a:p>
                <a:endParaRPr lang="ar-SA"/>
              </a:p>
            </p:txBody>
          </p:sp>
          <p:grpSp>
            <p:nvGrpSpPr>
              <p:cNvPr id="8043" name="رسم 8014">
                <a:extLst>
                  <a:ext uri="{FF2B5EF4-FFF2-40B4-BE49-F238E27FC236}">
                    <a16:creationId xmlns:a16="http://schemas.microsoft.com/office/drawing/2014/main" id="{101E7BF5-5609-F981-1C31-C37D6763DF77}"/>
                  </a:ext>
                </a:extLst>
              </p:cNvPr>
              <p:cNvGrpSpPr/>
              <p:nvPr/>
            </p:nvGrpSpPr>
            <p:grpSpPr>
              <a:xfrm>
                <a:off x="3025039" y="2552260"/>
                <a:ext cx="31070" cy="7513"/>
                <a:chOff x="3025039" y="2552260"/>
                <a:chExt cx="31070" cy="7513"/>
              </a:xfrm>
            </p:grpSpPr>
            <p:sp>
              <p:nvSpPr>
                <p:cNvPr id="8044" name="شكل حر: شكل 8953">
                  <a:extLst>
                    <a:ext uri="{FF2B5EF4-FFF2-40B4-BE49-F238E27FC236}">
                      <a16:creationId xmlns:a16="http://schemas.microsoft.com/office/drawing/2014/main" id="{72F2D462-873C-873E-4B87-A0E60EE719BB}"/>
                    </a:ext>
                  </a:extLst>
                </p:cNvPr>
                <p:cNvSpPr/>
                <p:nvPr/>
              </p:nvSpPr>
              <p:spPr>
                <a:xfrm>
                  <a:off x="3025039" y="2552260"/>
                  <a:ext cx="2824" cy="7513"/>
                </a:xfrm>
                <a:custGeom>
                  <a:avLst/>
                  <a:gdLst>
                    <a:gd name="connsiteX0" fmla="*/ 0 w 2824"/>
                    <a:gd name="connsiteY0" fmla="*/ 0 h 7513"/>
                    <a:gd name="connsiteX1" fmla="*/ 0 w 2824"/>
                    <a:gd name="connsiteY1" fmla="*/ 7513 h 7513"/>
                  </a:gdLst>
                  <a:ahLst/>
                  <a:cxnLst>
                    <a:cxn ang="0">
                      <a:pos x="connsiteX0" y="connsiteY0"/>
                    </a:cxn>
                    <a:cxn ang="0">
                      <a:pos x="connsiteX1" y="connsiteY1"/>
                    </a:cxn>
                  </a:cxnLst>
                  <a:rect l="l" t="t" r="r" b="b"/>
                  <a:pathLst>
                    <a:path w="2824" h="7513">
                      <a:moveTo>
                        <a:pt x="0" y="0"/>
                      </a:moveTo>
                      <a:lnTo>
                        <a:pt x="0" y="7513"/>
                      </a:lnTo>
                    </a:path>
                  </a:pathLst>
                </a:custGeom>
                <a:ln w="8472" cap="flat">
                  <a:solidFill>
                    <a:srgbClr val="01355A"/>
                  </a:solidFill>
                  <a:prstDash val="solid"/>
                  <a:miter/>
                </a:ln>
              </p:spPr>
              <p:txBody>
                <a:bodyPr rtlCol="1" anchor="ctr"/>
                <a:lstStyle/>
                <a:p>
                  <a:endParaRPr lang="ar-SA"/>
                </a:p>
              </p:txBody>
            </p:sp>
            <p:sp>
              <p:nvSpPr>
                <p:cNvPr id="8045" name="شكل حر: شكل 8954">
                  <a:extLst>
                    <a:ext uri="{FF2B5EF4-FFF2-40B4-BE49-F238E27FC236}">
                      <a16:creationId xmlns:a16="http://schemas.microsoft.com/office/drawing/2014/main" id="{E2A9A73D-933D-2F79-D54E-E2CA2ABB710F}"/>
                    </a:ext>
                  </a:extLst>
                </p:cNvPr>
                <p:cNvSpPr/>
                <p:nvPr/>
              </p:nvSpPr>
              <p:spPr>
                <a:xfrm>
                  <a:off x="3056109" y="2552260"/>
                  <a:ext cx="2824" cy="7513"/>
                </a:xfrm>
                <a:custGeom>
                  <a:avLst/>
                  <a:gdLst>
                    <a:gd name="connsiteX0" fmla="*/ 0 w 2824"/>
                    <a:gd name="connsiteY0" fmla="*/ 0 h 7513"/>
                    <a:gd name="connsiteX1" fmla="*/ 0 w 2824"/>
                    <a:gd name="connsiteY1" fmla="*/ 7513 h 7513"/>
                  </a:gdLst>
                  <a:ahLst/>
                  <a:cxnLst>
                    <a:cxn ang="0">
                      <a:pos x="connsiteX0" y="connsiteY0"/>
                    </a:cxn>
                    <a:cxn ang="0">
                      <a:pos x="connsiteX1" y="connsiteY1"/>
                    </a:cxn>
                  </a:cxnLst>
                  <a:rect l="l" t="t" r="r" b="b"/>
                  <a:pathLst>
                    <a:path w="2824" h="7513">
                      <a:moveTo>
                        <a:pt x="0" y="0"/>
                      </a:moveTo>
                      <a:lnTo>
                        <a:pt x="0" y="7513"/>
                      </a:lnTo>
                    </a:path>
                  </a:pathLst>
                </a:custGeom>
                <a:ln w="8472" cap="flat">
                  <a:solidFill>
                    <a:srgbClr val="01355A"/>
                  </a:solidFill>
                  <a:prstDash val="solid"/>
                  <a:miter/>
                </a:ln>
              </p:spPr>
              <p:txBody>
                <a:bodyPr rtlCol="1" anchor="ctr"/>
                <a:lstStyle/>
                <a:p>
                  <a:endParaRPr lang="ar-SA"/>
                </a:p>
              </p:txBody>
            </p:sp>
          </p:grpSp>
        </p:grpSp>
        <p:sp>
          <p:nvSpPr>
            <p:cNvPr id="8035" name="شكل حر: شكل 8955">
              <a:extLst>
                <a:ext uri="{FF2B5EF4-FFF2-40B4-BE49-F238E27FC236}">
                  <a16:creationId xmlns:a16="http://schemas.microsoft.com/office/drawing/2014/main" id="{1BCA78FA-2F86-3B5A-7442-ABA603B6508F}"/>
                </a:ext>
              </a:extLst>
            </p:cNvPr>
            <p:cNvSpPr/>
            <p:nvPr/>
          </p:nvSpPr>
          <p:spPr>
            <a:xfrm>
              <a:off x="2985411" y="2349910"/>
              <a:ext cx="102163" cy="264603"/>
            </a:xfrm>
            <a:custGeom>
              <a:avLst/>
              <a:gdLst>
                <a:gd name="connsiteX0" fmla="*/ 102164 w 102163"/>
                <a:gd name="connsiteY0" fmla="*/ 0 h 264603"/>
                <a:gd name="connsiteX1" fmla="*/ 12033 w 102163"/>
                <a:gd name="connsiteY1" fmla="*/ 0 h 264603"/>
                <a:gd name="connsiteX2" fmla="*/ 0 w 102163"/>
                <a:gd name="connsiteY2" fmla="*/ 12004 h 264603"/>
                <a:gd name="connsiteX3" fmla="*/ 0 w 102163"/>
                <a:gd name="connsiteY3" fmla="*/ 252571 h 264603"/>
                <a:gd name="connsiteX4" fmla="*/ 12033 w 102163"/>
                <a:gd name="connsiteY4" fmla="*/ 264604 h 264603"/>
                <a:gd name="connsiteX5" fmla="*/ 102164 w 102163"/>
                <a:gd name="connsiteY5" fmla="*/ 264604 h 264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163" h="264603">
                  <a:moveTo>
                    <a:pt x="102164" y="0"/>
                  </a:moveTo>
                  <a:lnTo>
                    <a:pt x="12033" y="0"/>
                  </a:lnTo>
                  <a:cubicBezTo>
                    <a:pt x="5395" y="0"/>
                    <a:pt x="0" y="5367"/>
                    <a:pt x="0" y="12004"/>
                  </a:cubicBezTo>
                  <a:lnTo>
                    <a:pt x="0" y="252571"/>
                  </a:lnTo>
                  <a:cubicBezTo>
                    <a:pt x="0" y="259209"/>
                    <a:pt x="5395" y="264604"/>
                    <a:pt x="12033" y="264604"/>
                  </a:cubicBezTo>
                  <a:lnTo>
                    <a:pt x="102164" y="264604"/>
                  </a:lnTo>
                </a:path>
              </a:pathLst>
            </a:custGeom>
            <a:noFill/>
            <a:ln w="8472" cap="flat">
              <a:solidFill>
                <a:srgbClr val="01355A"/>
              </a:solidFill>
              <a:prstDash val="solid"/>
              <a:miter/>
            </a:ln>
          </p:spPr>
          <p:txBody>
            <a:bodyPr rtlCol="1" anchor="ctr"/>
            <a:lstStyle/>
            <a:p>
              <a:endParaRPr lang="ar-SA"/>
            </a:p>
          </p:txBody>
        </p:sp>
        <p:sp>
          <p:nvSpPr>
            <p:cNvPr id="8036" name="شكل حر: شكل 8956">
              <a:extLst>
                <a:ext uri="{FF2B5EF4-FFF2-40B4-BE49-F238E27FC236}">
                  <a16:creationId xmlns:a16="http://schemas.microsoft.com/office/drawing/2014/main" id="{11F64F4E-1824-BF73-08ED-4B060FD304B7}"/>
                </a:ext>
              </a:extLst>
            </p:cNvPr>
            <p:cNvSpPr/>
            <p:nvPr/>
          </p:nvSpPr>
          <p:spPr>
            <a:xfrm>
              <a:off x="3024898" y="2391656"/>
              <a:ext cx="31352" cy="2824"/>
            </a:xfrm>
            <a:custGeom>
              <a:avLst/>
              <a:gdLst>
                <a:gd name="connsiteX0" fmla="*/ 31352 w 31352"/>
                <a:gd name="connsiteY0" fmla="*/ 0 h 2824"/>
                <a:gd name="connsiteX1" fmla="*/ 0 w 31352"/>
                <a:gd name="connsiteY1" fmla="*/ 0 h 2824"/>
              </a:gdLst>
              <a:ahLst/>
              <a:cxnLst>
                <a:cxn ang="0">
                  <a:pos x="connsiteX0" y="connsiteY0"/>
                </a:cxn>
                <a:cxn ang="0">
                  <a:pos x="connsiteX1" y="connsiteY1"/>
                </a:cxn>
              </a:cxnLst>
              <a:rect l="l" t="t" r="r" b="b"/>
              <a:pathLst>
                <a:path w="31352" h="2824">
                  <a:moveTo>
                    <a:pt x="31352" y="0"/>
                  </a:moveTo>
                  <a:lnTo>
                    <a:pt x="0" y="0"/>
                  </a:lnTo>
                </a:path>
              </a:pathLst>
            </a:custGeom>
            <a:ln w="8472" cap="flat">
              <a:solidFill>
                <a:srgbClr val="01355A"/>
              </a:solidFill>
              <a:prstDash val="solid"/>
              <a:miter/>
            </a:ln>
          </p:spPr>
          <p:txBody>
            <a:bodyPr rtlCol="1" anchor="ctr"/>
            <a:lstStyle/>
            <a:p>
              <a:endParaRPr lang="ar-SA"/>
            </a:p>
          </p:txBody>
        </p:sp>
        <p:sp>
          <p:nvSpPr>
            <p:cNvPr id="8037" name="شكل حر: شكل 8957">
              <a:extLst>
                <a:ext uri="{FF2B5EF4-FFF2-40B4-BE49-F238E27FC236}">
                  <a16:creationId xmlns:a16="http://schemas.microsoft.com/office/drawing/2014/main" id="{4D7FA4ED-3CAC-9CC7-1000-74E90FB97140}"/>
                </a:ext>
              </a:extLst>
            </p:cNvPr>
            <p:cNvSpPr/>
            <p:nvPr/>
          </p:nvSpPr>
          <p:spPr>
            <a:xfrm>
              <a:off x="3024898" y="2412163"/>
              <a:ext cx="31352" cy="2824"/>
            </a:xfrm>
            <a:custGeom>
              <a:avLst/>
              <a:gdLst>
                <a:gd name="connsiteX0" fmla="*/ 31352 w 31352"/>
                <a:gd name="connsiteY0" fmla="*/ 0 h 2824"/>
                <a:gd name="connsiteX1" fmla="*/ 0 w 31352"/>
                <a:gd name="connsiteY1" fmla="*/ 0 h 2824"/>
              </a:gdLst>
              <a:ahLst/>
              <a:cxnLst>
                <a:cxn ang="0">
                  <a:pos x="connsiteX0" y="connsiteY0"/>
                </a:cxn>
                <a:cxn ang="0">
                  <a:pos x="connsiteX1" y="connsiteY1"/>
                </a:cxn>
              </a:cxnLst>
              <a:rect l="l" t="t" r="r" b="b"/>
              <a:pathLst>
                <a:path w="31352" h="2824">
                  <a:moveTo>
                    <a:pt x="31352" y="0"/>
                  </a:moveTo>
                  <a:lnTo>
                    <a:pt x="0" y="0"/>
                  </a:lnTo>
                </a:path>
              </a:pathLst>
            </a:custGeom>
            <a:ln w="8472" cap="flat">
              <a:solidFill>
                <a:srgbClr val="01355A"/>
              </a:solidFill>
              <a:prstDash val="solid"/>
              <a:miter/>
            </a:ln>
          </p:spPr>
          <p:txBody>
            <a:bodyPr rtlCol="1" anchor="ctr"/>
            <a:lstStyle/>
            <a:p>
              <a:endParaRPr lang="ar-SA"/>
            </a:p>
          </p:txBody>
        </p:sp>
        <p:sp>
          <p:nvSpPr>
            <p:cNvPr id="8038" name="شكل حر: شكل 8958">
              <a:extLst>
                <a:ext uri="{FF2B5EF4-FFF2-40B4-BE49-F238E27FC236}">
                  <a16:creationId xmlns:a16="http://schemas.microsoft.com/office/drawing/2014/main" id="{1902F04A-66D4-662F-0836-FE94E8F3ED67}"/>
                </a:ext>
              </a:extLst>
            </p:cNvPr>
            <p:cNvSpPr/>
            <p:nvPr/>
          </p:nvSpPr>
          <p:spPr>
            <a:xfrm>
              <a:off x="3024898" y="2432669"/>
              <a:ext cx="31352" cy="2824"/>
            </a:xfrm>
            <a:custGeom>
              <a:avLst/>
              <a:gdLst>
                <a:gd name="connsiteX0" fmla="*/ 31352 w 31352"/>
                <a:gd name="connsiteY0" fmla="*/ 0 h 2824"/>
                <a:gd name="connsiteX1" fmla="*/ 0 w 31352"/>
                <a:gd name="connsiteY1" fmla="*/ 0 h 2824"/>
              </a:gdLst>
              <a:ahLst/>
              <a:cxnLst>
                <a:cxn ang="0">
                  <a:pos x="connsiteX0" y="connsiteY0"/>
                </a:cxn>
                <a:cxn ang="0">
                  <a:pos x="connsiteX1" y="connsiteY1"/>
                </a:cxn>
              </a:cxnLst>
              <a:rect l="l" t="t" r="r" b="b"/>
              <a:pathLst>
                <a:path w="31352" h="2824">
                  <a:moveTo>
                    <a:pt x="31352" y="0"/>
                  </a:moveTo>
                  <a:lnTo>
                    <a:pt x="0" y="0"/>
                  </a:lnTo>
                </a:path>
              </a:pathLst>
            </a:custGeom>
            <a:ln w="8472" cap="flat">
              <a:solidFill>
                <a:srgbClr val="01355A"/>
              </a:solidFill>
              <a:prstDash val="solid"/>
              <a:miter/>
            </a:ln>
          </p:spPr>
          <p:txBody>
            <a:bodyPr rtlCol="1" anchor="ctr"/>
            <a:lstStyle/>
            <a:p>
              <a:endParaRPr lang="ar-SA"/>
            </a:p>
          </p:txBody>
        </p:sp>
      </p:grpSp>
      <p:grpSp>
        <p:nvGrpSpPr>
          <p:cNvPr id="8061" name="رسم 8014">
            <a:extLst>
              <a:ext uri="{FF2B5EF4-FFF2-40B4-BE49-F238E27FC236}">
                <a16:creationId xmlns:a16="http://schemas.microsoft.com/office/drawing/2014/main" id="{83C05CDD-74C1-2D0F-1277-424C9CCD337F}"/>
              </a:ext>
            </a:extLst>
          </p:cNvPr>
          <p:cNvGrpSpPr/>
          <p:nvPr/>
        </p:nvGrpSpPr>
        <p:grpSpPr>
          <a:xfrm>
            <a:off x="1529818" y="4885413"/>
            <a:ext cx="293939" cy="272208"/>
            <a:chOff x="910019" y="4382877"/>
            <a:chExt cx="351345" cy="345357"/>
          </a:xfrm>
          <a:noFill/>
        </p:grpSpPr>
        <p:sp>
          <p:nvSpPr>
            <p:cNvPr id="8062" name="شكل حر: شكل 8960">
              <a:extLst>
                <a:ext uri="{FF2B5EF4-FFF2-40B4-BE49-F238E27FC236}">
                  <a16:creationId xmlns:a16="http://schemas.microsoft.com/office/drawing/2014/main" id="{871B05DB-EB18-8268-B4C5-20EE38921B64}"/>
                </a:ext>
              </a:extLst>
            </p:cNvPr>
            <p:cNvSpPr/>
            <p:nvPr/>
          </p:nvSpPr>
          <p:spPr>
            <a:xfrm>
              <a:off x="910019" y="4411998"/>
              <a:ext cx="90159" cy="316236"/>
            </a:xfrm>
            <a:custGeom>
              <a:avLst/>
              <a:gdLst>
                <a:gd name="connsiteX0" fmla="*/ 7259 w 90159"/>
                <a:gd name="connsiteY0" fmla="*/ 0 h 316236"/>
                <a:gd name="connsiteX1" fmla="*/ 82872 w 90159"/>
                <a:gd name="connsiteY1" fmla="*/ 0 h 316236"/>
                <a:gd name="connsiteX2" fmla="*/ 90160 w 90159"/>
                <a:gd name="connsiteY2" fmla="*/ 7287 h 316236"/>
                <a:gd name="connsiteX3" fmla="*/ 90160 w 90159"/>
                <a:gd name="connsiteY3" fmla="*/ 301972 h 316236"/>
                <a:gd name="connsiteX4" fmla="*/ 75896 w 90159"/>
                <a:gd name="connsiteY4" fmla="*/ 316236 h 316236"/>
                <a:gd name="connsiteX5" fmla="*/ 14264 w 90159"/>
                <a:gd name="connsiteY5" fmla="*/ 316236 h 316236"/>
                <a:gd name="connsiteX6" fmla="*/ 0 w 90159"/>
                <a:gd name="connsiteY6" fmla="*/ 301972 h 316236"/>
                <a:gd name="connsiteX7" fmla="*/ 0 w 90159"/>
                <a:gd name="connsiteY7" fmla="*/ 7287 h 316236"/>
                <a:gd name="connsiteX8" fmla="*/ 7287 w 90159"/>
                <a:gd name="connsiteY8" fmla="*/ 0 h 316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159" h="316236">
                  <a:moveTo>
                    <a:pt x="7259" y="0"/>
                  </a:moveTo>
                  <a:lnTo>
                    <a:pt x="82872" y="0"/>
                  </a:lnTo>
                  <a:cubicBezTo>
                    <a:pt x="86883" y="0"/>
                    <a:pt x="90160" y="3277"/>
                    <a:pt x="90160" y="7287"/>
                  </a:cubicBezTo>
                  <a:lnTo>
                    <a:pt x="90160" y="301972"/>
                  </a:lnTo>
                  <a:cubicBezTo>
                    <a:pt x="90160" y="309853"/>
                    <a:pt x="83776" y="316236"/>
                    <a:pt x="75896" y="316236"/>
                  </a:cubicBezTo>
                  <a:lnTo>
                    <a:pt x="14264" y="316236"/>
                  </a:lnTo>
                  <a:cubicBezTo>
                    <a:pt x="6383" y="316236"/>
                    <a:pt x="0" y="309853"/>
                    <a:pt x="0" y="301972"/>
                  </a:cubicBezTo>
                  <a:lnTo>
                    <a:pt x="0" y="7287"/>
                  </a:lnTo>
                  <a:cubicBezTo>
                    <a:pt x="0" y="3277"/>
                    <a:pt x="3276" y="0"/>
                    <a:pt x="7287" y="0"/>
                  </a:cubicBezTo>
                  <a:close/>
                </a:path>
              </a:pathLst>
            </a:custGeom>
            <a:noFill/>
            <a:ln w="8472" cap="flat">
              <a:solidFill>
                <a:srgbClr val="01355A"/>
              </a:solidFill>
              <a:prstDash val="solid"/>
              <a:miter/>
            </a:ln>
          </p:spPr>
          <p:txBody>
            <a:bodyPr rtlCol="1" anchor="ctr"/>
            <a:lstStyle/>
            <a:p>
              <a:endParaRPr lang="ar-SA"/>
            </a:p>
          </p:txBody>
        </p:sp>
        <p:sp>
          <p:nvSpPr>
            <p:cNvPr id="8063" name="شكل حر: شكل 8961">
              <a:extLst>
                <a:ext uri="{FF2B5EF4-FFF2-40B4-BE49-F238E27FC236}">
                  <a16:creationId xmlns:a16="http://schemas.microsoft.com/office/drawing/2014/main" id="{96F698B7-C254-FB9F-6034-9668E0CA56DB}"/>
                </a:ext>
              </a:extLst>
            </p:cNvPr>
            <p:cNvSpPr/>
            <p:nvPr/>
          </p:nvSpPr>
          <p:spPr>
            <a:xfrm>
              <a:off x="927728" y="4606666"/>
              <a:ext cx="54711" cy="2824"/>
            </a:xfrm>
            <a:custGeom>
              <a:avLst/>
              <a:gdLst>
                <a:gd name="connsiteX0" fmla="*/ 0 w 54711"/>
                <a:gd name="connsiteY0" fmla="*/ 0 h 2824"/>
                <a:gd name="connsiteX1" fmla="*/ 54711 w 54711"/>
                <a:gd name="connsiteY1" fmla="*/ 0 h 2824"/>
              </a:gdLst>
              <a:ahLst/>
              <a:cxnLst>
                <a:cxn ang="0">
                  <a:pos x="connsiteX0" y="connsiteY0"/>
                </a:cxn>
                <a:cxn ang="0">
                  <a:pos x="connsiteX1" y="connsiteY1"/>
                </a:cxn>
              </a:cxnLst>
              <a:rect l="l" t="t" r="r" b="b"/>
              <a:pathLst>
                <a:path w="54711" h="2824">
                  <a:moveTo>
                    <a:pt x="0" y="0"/>
                  </a:moveTo>
                  <a:lnTo>
                    <a:pt x="54711" y="0"/>
                  </a:lnTo>
                </a:path>
              </a:pathLst>
            </a:custGeom>
            <a:ln w="8472" cap="flat">
              <a:solidFill>
                <a:srgbClr val="01355A"/>
              </a:solidFill>
              <a:prstDash val="solid"/>
              <a:miter/>
            </a:ln>
          </p:spPr>
          <p:txBody>
            <a:bodyPr rtlCol="1" anchor="ctr"/>
            <a:lstStyle/>
            <a:p>
              <a:endParaRPr lang="ar-SA"/>
            </a:p>
          </p:txBody>
        </p:sp>
        <p:sp>
          <p:nvSpPr>
            <p:cNvPr id="8064" name="شكل حر: شكل 8962">
              <a:extLst>
                <a:ext uri="{FF2B5EF4-FFF2-40B4-BE49-F238E27FC236}">
                  <a16:creationId xmlns:a16="http://schemas.microsoft.com/office/drawing/2014/main" id="{0805EEDF-F8BC-6A2E-5CF1-EC1D7759F9EC}"/>
                </a:ext>
              </a:extLst>
            </p:cNvPr>
            <p:cNvSpPr/>
            <p:nvPr/>
          </p:nvSpPr>
          <p:spPr>
            <a:xfrm>
              <a:off x="927728" y="4636861"/>
              <a:ext cx="54711" cy="2824"/>
            </a:xfrm>
            <a:custGeom>
              <a:avLst/>
              <a:gdLst>
                <a:gd name="connsiteX0" fmla="*/ 0 w 54711"/>
                <a:gd name="connsiteY0" fmla="*/ 0 h 2824"/>
                <a:gd name="connsiteX1" fmla="*/ 54711 w 54711"/>
                <a:gd name="connsiteY1" fmla="*/ 0 h 2824"/>
              </a:gdLst>
              <a:ahLst/>
              <a:cxnLst>
                <a:cxn ang="0">
                  <a:pos x="connsiteX0" y="connsiteY0"/>
                </a:cxn>
                <a:cxn ang="0">
                  <a:pos x="connsiteX1" y="connsiteY1"/>
                </a:cxn>
              </a:cxnLst>
              <a:rect l="l" t="t" r="r" b="b"/>
              <a:pathLst>
                <a:path w="54711" h="2824">
                  <a:moveTo>
                    <a:pt x="0" y="0"/>
                  </a:moveTo>
                  <a:lnTo>
                    <a:pt x="54711" y="0"/>
                  </a:lnTo>
                </a:path>
              </a:pathLst>
            </a:custGeom>
            <a:ln w="8472" cap="flat">
              <a:solidFill>
                <a:srgbClr val="01355A"/>
              </a:solidFill>
              <a:prstDash val="solid"/>
              <a:miter/>
            </a:ln>
          </p:spPr>
          <p:txBody>
            <a:bodyPr rtlCol="1" anchor="ctr"/>
            <a:lstStyle/>
            <a:p>
              <a:endParaRPr lang="ar-SA"/>
            </a:p>
          </p:txBody>
        </p:sp>
        <p:sp>
          <p:nvSpPr>
            <p:cNvPr id="8065" name="شكل حر: شكل 8963">
              <a:extLst>
                <a:ext uri="{FF2B5EF4-FFF2-40B4-BE49-F238E27FC236}">
                  <a16:creationId xmlns:a16="http://schemas.microsoft.com/office/drawing/2014/main" id="{4008241F-ADA3-5938-D84A-F8B6CBCEE209}"/>
                </a:ext>
              </a:extLst>
            </p:cNvPr>
            <p:cNvSpPr/>
            <p:nvPr/>
          </p:nvSpPr>
          <p:spPr>
            <a:xfrm>
              <a:off x="1040626" y="4382877"/>
              <a:ext cx="90159" cy="316236"/>
            </a:xfrm>
            <a:custGeom>
              <a:avLst/>
              <a:gdLst>
                <a:gd name="connsiteX0" fmla="*/ 7259 w 90159"/>
                <a:gd name="connsiteY0" fmla="*/ 0 h 316236"/>
                <a:gd name="connsiteX1" fmla="*/ 82872 w 90159"/>
                <a:gd name="connsiteY1" fmla="*/ 0 h 316236"/>
                <a:gd name="connsiteX2" fmla="*/ 90160 w 90159"/>
                <a:gd name="connsiteY2" fmla="*/ 7288 h 316236"/>
                <a:gd name="connsiteX3" fmla="*/ 90160 w 90159"/>
                <a:gd name="connsiteY3" fmla="*/ 301972 h 316236"/>
                <a:gd name="connsiteX4" fmla="*/ 75896 w 90159"/>
                <a:gd name="connsiteY4" fmla="*/ 316237 h 316236"/>
                <a:gd name="connsiteX5" fmla="*/ 14264 w 90159"/>
                <a:gd name="connsiteY5" fmla="*/ 316237 h 316236"/>
                <a:gd name="connsiteX6" fmla="*/ 0 w 90159"/>
                <a:gd name="connsiteY6" fmla="*/ 301972 h 316236"/>
                <a:gd name="connsiteX7" fmla="*/ 0 w 90159"/>
                <a:gd name="connsiteY7" fmla="*/ 7288 h 316236"/>
                <a:gd name="connsiteX8" fmla="*/ 7287 w 90159"/>
                <a:gd name="connsiteY8" fmla="*/ 0 h 316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159" h="316236">
                  <a:moveTo>
                    <a:pt x="7259" y="0"/>
                  </a:moveTo>
                  <a:lnTo>
                    <a:pt x="82872" y="0"/>
                  </a:lnTo>
                  <a:cubicBezTo>
                    <a:pt x="86883" y="0"/>
                    <a:pt x="90160" y="3277"/>
                    <a:pt x="90160" y="7288"/>
                  </a:cubicBezTo>
                  <a:lnTo>
                    <a:pt x="90160" y="301972"/>
                  </a:lnTo>
                  <a:cubicBezTo>
                    <a:pt x="90160" y="309853"/>
                    <a:pt x="83776" y="316237"/>
                    <a:pt x="75896" y="316237"/>
                  </a:cubicBezTo>
                  <a:lnTo>
                    <a:pt x="14264" y="316237"/>
                  </a:lnTo>
                  <a:cubicBezTo>
                    <a:pt x="6383" y="316237"/>
                    <a:pt x="0" y="309853"/>
                    <a:pt x="0" y="301972"/>
                  </a:cubicBezTo>
                  <a:lnTo>
                    <a:pt x="0" y="7288"/>
                  </a:lnTo>
                  <a:cubicBezTo>
                    <a:pt x="0" y="3277"/>
                    <a:pt x="3276" y="0"/>
                    <a:pt x="7287" y="0"/>
                  </a:cubicBezTo>
                  <a:close/>
                </a:path>
              </a:pathLst>
            </a:custGeom>
            <a:noFill/>
            <a:ln w="8472" cap="flat">
              <a:solidFill>
                <a:srgbClr val="01355A"/>
              </a:solidFill>
              <a:prstDash val="solid"/>
              <a:miter/>
            </a:ln>
          </p:spPr>
          <p:txBody>
            <a:bodyPr rtlCol="1" anchor="ctr"/>
            <a:lstStyle/>
            <a:p>
              <a:endParaRPr lang="ar-SA"/>
            </a:p>
          </p:txBody>
        </p:sp>
        <p:sp>
          <p:nvSpPr>
            <p:cNvPr id="8066" name="شكل حر: شكل 8964">
              <a:extLst>
                <a:ext uri="{FF2B5EF4-FFF2-40B4-BE49-F238E27FC236}">
                  <a16:creationId xmlns:a16="http://schemas.microsoft.com/office/drawing/2014/main" id="{9858C881-497B-9AB1-B355-75E84BB6EE2E}"/>
                </a:ext>
              </a:extLst>
            </p:cNvPr>
            <p:cNvSpPr/>
            <p:nvPr/>
          </p:nvSpPr>
          <p:spPr>
            <a:xfrm>
              <a:off x="1058335" y="4577545"/>
              <a:ext cx="54711" cy="2824"/>
            </a:xfrm>
            <a:custGeom>
              <a:avLst/>
              <a:gdLst>
                <a:gd name="connsiteX0" fmla="*/ 0 w 54711"/>
                <a:gd name="connsiteY0" fmla="*/ 0 h 2824"/>
                <a:gd name="connsiteX1" fmla="*/ 54711 w 54711"/>
                <a:gd name="connsiteY1" fmla="*/ 0 h 2824"/>
              </a:gdLst>
              <a:ahLst/>
              <a:cxnLst>
                <a:cxn ang="0">
                  <a:pos x="connsiteX0" y="connsiteY0"/>
                </a:cxn>
                <a:cxn ang="0">
                  <a:pos x="connsiteX1" y="connsiteY1"/>
                </a:cxn>
              </a:cxnLst>
              <a:rect l="l" t="t" r="r" b="b"/>
              <a:pathLst>
                <a:path w="54711" h="2824">
                  <a:moveTo>
                    <a:pt x="0" y="0"/>
                  </a:moveTo>
                  <a:lnTo>
                    <a:pt x="54711" y="0"/>
                  </a:lnTo>
                </a:path>
              </a:pathLst>
            </a:custGeom>
            <a:ln w="8472" cap="flat">
              <a:solidFill>
                <a:srgbClr val="01355A"/>
              </a:solidFill>
              <a:prstDash val="solid"/>
              <a:miter/>
            </a:ln>
          </p:spPr>
          <p:txBody>
            <a:bodyPr rtlCol="1" anchor="ctr"/>
            <a:lstStyle/>
            <a:p>
              <a:endParaRPr lang="ar-SA"/>
            </a:p>
          </p:txBody>
        </p:sp>
        <p:sp>
          <p:nvSpPr>
            <p:cNvPr id="8067" name="شكل حر: شكل 8965">
              <a:extLst>
                <a:ext uri="{FF2B5EF4-FFF2-40B4-BE49-F238E27FC236}">
                  <a16:creationId xmlns:a16="http://schemas.microsoft.com/office/drawing/2014/main" id="{EACCE26B-2A39-C3E4-A0FA-541A56285E28}"/>
                </a:ext>
              </a:extLst>
            </p:cNvPr>
            <p:cNvSpPr/>
            <p:nvPr/>
          </p:nvSpPr>
          <p:spPr>
            <a:xfrm>
              <a:off x="1058335" y="4607768"/>
              <a:ext cx="54711" cy="2824"/>
            </a:xfrm>
            <a:custGeom>
              <a:avLst/>
              <a:gdLst>
                <a:gd name="connsiteX0" fmla="*/ 0 w 54711"/>
                <a:gd name="connsiteY0" fmla="*/ 0 h 2824"/>
                <a:gd name="connsiteX1" fmla="*/ 54711 w 54711"/>
                <a:gd name="connsiteY1" fmla="*/ 0 h 2824"/>
              </a:gdLst>
              <a:ahLst/>
              <a:cxnLst>
                <a:cxn ang="0">
                  <a:pos x="connsiteX0" y="connsiteY0"/>
                </a:cxn>
                <a:cxn ang="0">
                  <a:pos x="connsiteX1" y="connsiteY1"/>
                </a:cxn>
              </a:cxnLst>
              <a:rect l="l" t="t" r="r" b="b"/>
              <a:pathLst>
                <a:path w="54711" h="2824">
                  <a:moveTo>
                    <a:pt x="0" y="0"/>
                  </a:moveTo>
                  <a:lnTo>
                    <a:pt x="54711" y="0"/>
                  </a:lnTo>
                </a:path>
              </a:pathLst>
            </a:custGeom>
            <a:ln w="8472" cap="flat">
              <a:solidFill>
                <a:srgbClr val="01355A"/>
              </a:solidFill>
              <a:prstDash val="solid"/>
              <a:miter/>
            </a:ln>
          </p:spPr>
          <p:txBody>
            <a:bodyPr rtlCol="1" anchor="ctr"/>
            <a:lstStyle/>
            <a:p>
              <a:endParaRPr lang="ar-SA"/>
            </a:p>
          </p:txBody>
        </p:sp>
        <p:sp>
          <p:nvSpPr>
            <p:cNvPr id="8068" name="شكل حر: شكل 8966">
              <a:extLst>
                <a:ext uri="{FF2B5EF4-FFF2-40B4-BE49-F238E27FC236}">
                  <a16:creationId xmlns:a16="http://schemas.microsoft.com/office/drawing/2014/main" id="{6D14156F-F47E-B2D0-3B16-12F8634C6786}"/>
                </a:ext>
              </a:extLst>
            </p:cNvPr>
            <p:cNvSpPr/>
            <p:nvPr/>
          </p:nvSpPr>
          <p:spPr>
            <a:xfrm>
              <a:off x="1171204" y="4411998"/>
              <a:ext cx="90159" cy="316236"/>
            </a:xfrm>
            <a:custGeom>
              <a:avLst/>
              <a:gdLst>
                <a:gd name="connsiteX0" fmla="*/ 7259 w 90159"/>
                <a:gd name="connsiteY0" fmla="*/ 0 h 316236"/>
                <a:gd name="connsiteX1" fmla="*/ 82872 w 90159"/>
                <a:gd name="connsiteY1" fmla="*/ 0 h 316236"/>
                <a:gd name="connsiteX2" fmla="*/ 90160 w 90159"/>
                <a:gd name="connsiteY2" fmla="*/ 7287 h 316236"/>
                <a:gd name="connsiteX3" fmla="*/ 90160 w 90159"/>
                <a:gd name="connsiteY3" fmla="*/ 301972 h 316236"/>
                <a:gd name="connsiteX4" fmla="*/ 75896 w 90159"/>
                <a:gd name="connsiteY4" fmla="*/ 316236 h 316236"/>
                <a:gd name="connsiteX5" fmla="*/ 14264 w 90159"/>
                <a:gd name="connsiteY5" fmla="*/ 316236 h 316236"/>
                <a:gd name="connsiteX6" fmla="*/ 0 w 90159"/>
                <a:gd name="connsiteY6" fmla="*/ 301972 h 316236"/>
                <a:gd name="connsiteX7" fmla="*/ 0 w 90159"/>
                <a:gd name="connsiteY7" fmla="*/ 7287 h 316236"/>
                <a:gd name="connsiteX8" fmla="*/ 7287 w 90159"/>
                <a:gd name="connsiteY8" fmla="*/ 0 h 316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159" h="316236">
                  <a:moveTo>
                    <a:pt x="7259" y="0"/>
                  </a:moveTo>
                  <a:lnTo>
                    <a:pt x="82872" y="0"/>
                  </a:lnTo>
                  <a:cubicBezTo>
                    <a:pt x="86883" y="0"/>
                    <a:pt x="90160" y="3277"/>
                    <a:pt x="90160" y="7287"/>
                  </a:cubicBezTo>
                  <a:lnTo>
                    <a:pt x="90160" y="301972"/>
                  </a:lnTo>
                  <a:cubicBezTo>
                    <a:pt x="90160" y="309853"/>
                    <a:pt x="83776" y="316236"/>
                    <a:pt x="75896" y="316236"/>
                  </a:cubicBezTo>
                  <a:lnTo>
                    <a:pt x="14264" y="316236"/>
                  </a:lnTo>
                  <a:cubicBezTo>
                    <a:pt x="6383" y="316236"/>
                    <a:pt x="0" y="309853"/>
                    <a:pt x="0" y="301972"/>
                  </a:cubicBezTo>
                  <a:lnTo>
                    <a:pt x="0" y="7287"/>
                  </a:lnTo>
                  <a:cubicBezTo>
                    <a:pt x="0" y="3277"/>
                    <a:pt x="3276" y="0"/>
                    <a:pt x="7287" y="0"/>
                  </a:cubicBezTo>
                  <a:close/>
                </a:path>
              </a:pathLst>
            </a:custGeom>
            <a:noFill/>
            <a:ln w="8472" cap="flat">
              <a:solidFill>
                <a:srgbClr val="01355A"/>
              </a:solidFill>
              <a:prstDash val="solid"/>
              <a:miter/>
            </a:ln>
          </p:spPr>
          <p:txBody>
            <a:bodyPr rtlCol="1" anchor="ctr"/>
            <a:lstStyle/>
            <a:p>
              <a:endParaRPr lang="ar-SA"/>
            </a:p>
          </p:txBody>
        </p:sp>
        <p:sp>
          <p:nvSpPr>
            <p:cNvPr id="8069" name="شكل حر: شكل 8967">
              <a:extLst>
                <a:ext uri="{FF2B5EF4-FFF2-40B4-BE49-F238E27FC236}">
                  <a16:creationId xmlns:a16="http://schemas.microsoft.com/office/drawing/2014/main" id="{49F357FC-81A0-9C99-5CE4-4D07139A23B1}"/>
                </a:ext>
              </a:extLst>
            </p:cNvPr>
            <p:cNvSpPr/>
            <p:nvPr/>
          </p:nvSpPr>
          <p:spPr>
            <a:xfrm>
              <a:off x="1188914" y="4606666"/>
              <a:ext cx="54711" cy="2824"/>
            </a:xfrm>
            <a:custGeom>
              <a:avLst/>
              <a:gdLst>
                <a:gd name="connsiteX0" fmla="*/ 0 w 54711"/>
                <a:gd name="connsiteY0" fmla="*/ 0 h 2824"/>
                <a:gd name="connsiteX1" fmla="*/ 54711 w 54711"/>
                <a:gd name="connsiteY1" fmla="*/ 0 h 2824"/>
              </a:gdLst>
              <a:ahLst/>
              <a:cxnLst>
                <a:cxn ang="0">
                  <a:pos x="connsiteX0" y="connsiteY0"/>
                </a:cxn>
                <a:cxn ang="0">
                  <a:pos x="connsiteX1" y="connsiteY1"/>
                </a:cxn>
              </a:cxnLst>
              <a:rect l="l" t="t" r="r" b="b"/>
              <a:pathLst>
                <a:path w="54711" h="2824">
                  <a:moveTo>
                    <a:pt x="0" y="0"/>
                  </a:moveTo>
                  <a:lnTo>
                    <a:pt x="54711" y="0"/>
                  </a:lnTo>
                </a:path>
              </a:pathLst>
            </a:custGeom>
            <a:ln w="8472" cap="flat">
              <a:solidFill>
                <a:srgbClr val="01355A"/>
              </a:solidFill>
              <a:prstDash val="solid"/>
              <a:miter/>
            </a:ln>
          </p:spPr>
          <p:txBody>
            <a:bodyPr rtlCol="1" anchor="ctr"/>
            <a:lstStyle/>
            <a:p>
              <a:endParaRPr lang="ar-SA"/>
            </a:p>
          </p:txBody>
        </p:sp>
        <p:sp>
          <p:nvSpPr>
            <p:cNvPr id="8070" name="شكل حر: شكل 8968">
              <a:extLst>
                <a:ext uri="{FF2B5EF4-FFF2-40B4-BE49-F238E27FC236}">
                  <a16:creationId xmlns:a16="http://schemas.microsoft.com/office/drawing/2014/main" id="{B3D0ADDD-600E-1492-247F-5297292DC833}"/>
                </a:ext>
              </a:extLst>
            </p:cNvPr>
            <p:cNvSpPr/>
            <p:nvPr/>
          </p:nvSpPr>
          <p:spPr>
            <a:xfrm>
              <a:off x="1188914" y="4636861"/>
              <a:ext cx="54711" cy="2824"/>
            </a:xfrm>
            <a:custGeom>
              <a:avLst/>
              <a:gdLst>
                <a:gd name="connsiteX0" fmla="*/ 0 w 54711"/>
                <a:gd name="connsiteY0" fmla="*/ 0 h 2824"/>
                <a:gd name="connsiteX1" fmla="*/ 54711 w 54711"/>
                <a:gd name="connsiteY1" fmla="*/ 0 h 2824"/>
              </a:gdLst>
              <a:ahLst/>
              <a:cxnLst>
                <a:cxn ang="0">
                  <a:pos x="connsiteX0" y="connsiteY0"/>
                </a:cxn>
                <a:cxn ang="0">
                  <a:pos x="connsiteX1" y="connsiteY1"/>
                </a:cxn>
              </a:cxnLst>
              <a:rect l="l" t="t" r="r" b="b"/>
              <a:pathLst>
                <a:path w="54711" h="2824">
                  <a:moveTo>
                    <a:pt x="0" y="0"/>
                  </a:moveTo>
                  <a:lnTo>
                    <a:pt x="54711" y="0"/>
                  </a:lnTo>
                </a:path>
              </a:pathLst>
            </a:custGeom>
            <a:ln w="8472" cap="flat">
              <a:solidFill>
                <a:srgbClr val="01355A"/>
              </a:solidFill>
              <a:prstDash val="solid"/>
              <a:miter/>
            </a:ln>
          </p:spPr>
          <p:txBody>
            <a:bodyPr rtlCol="1" anchor="ctr"/>
            <a:lstStyle/>
            <a:p>
              <a:endParaRPr lang="ar-SA"/>
            </a:p>
          </p:txBody>
        </p:sp>
        <p:grpSp>
          <p:nvGrpSpPr>
            <p:cNvPr id="8071" name="رسم 8014">
              <a:extLst>
                <a:ext uri="{FF2B5EF4-FFF2-40B4-BE49-F238E27FC236}">
                  <a16:creationId xmlns:a16="http://schemas.microsoft.com/office/drawing/2014/main" id="{D5C17B4E-99D8-FC76-710D-C40AD4A4B253}"/>
                </a:ext>
              </a:extLst>
            </p:cNvPr>
            <p:cNvGrpSpPr/>
            <p:nvPr/>
          </p:nvGrpSpPr>
          <p:grpSpPr>
            <a:xfrm>
              <a:off x="1072289" y="4633330"/>
              <a:ext cx="26776" cy="41775"/>
              <a:chOff x="1072289" y="4633330"/>
              <a:chExt cx="26776" cy="41775"/>
            </a:xfrm>
            <a:noFill/>
          </p:grpSpPr>
          <p:sp>
            <p:nvSpPr>
              <p:cNvPr id="8077" name="شكل حر: شكل 8970">
                <a:extLst>
                  <a:ext uri="{FF2B5EF4-FFF2-40B4-BE49-F238E27FC236}">
                    <a16:creationId xmlns:a16="http://schemas.microsoft.com/office/drawing/2014/main" id="{09F7D695-EDF1-9B05-EFE2-6A5B0DC527A3}"/>
                  </a:ext>
                </a:extLst>
              </p:cNvPr>
              <p:cNvSpPr/>
              <p:nvPr/>
            </p:nvSpPr>
            <p:spPr>
              <a:xfrm>
                <a:off x="1072289" y="4633330"/>
                <a:ext cx="2824" cy="41746"/>
              </a:xfrm>
              <a:custGeom>
                <a:avLst/>
                <a:gdLst>
                  <a:gd name="connsiteX0" fmla="*/ 0 w 2824"/>
                  <a:gd name="connsiteY0" fmla="*/ 0 h 41746"/>
                  <a:gd name="connsiteX1" fmla="*/ 0 w 2824"/>
                  <a:gd name="connsiteY1" fmla="*/ 41747 h 41746"/>
                </a:gdLst>
                <a:ahLst/>
                <a:cxnLst>
                  <a:cxn ang="0">
                    <a:pos x="connsiteX0" y="connsiteY0"/>
                  </a:cxn>
                  <a:cxn ang="0">
                    <a:pos x="connsiteX1" y="connsiteY1"/>
                  </a:cxn>
                </a:cxnLst>
                <a:rect l="l" t="t" r="r" b="b"/>
                <a:pathLst>
                  <a:path w="2824" h="41746">
                    <a:moveTo>
                      <a:pt x="0" y="0"/>
                    </a:moveTo>
                    <a:lnTo>
                      <a:pt x="0" y="41747"/>
                    </a:lnTo>
                  </a:path>
                </a:pathLst>
              </a:custGeom>
              <a:ln w="8472" cap="flat">
                <a:solidFill>
                  <a:srgbClr val="17A3A3"/>
                </a:solidFill>
                <a:prstDash val="solid"/>
                <a:miter/>
              </a:ln>
            </p:spPr>
            <p:txBody>
              <a:bodyPr rtlCol="1" anchor="ctr"/>
              <a:lstStyle/>
              <a:p>
                <a:endParaRPr lang="ar-SA"/>
              </a:p>
            </p:txBody>
          </p:sp>
          <p:sp>
            <p:nvSpPr>
              <p:cNvPr id="8078" name="شكل حر: شكل 8971">
                <a:extLst>
                  <a:ext uri="{FF2B5EF4-FFF2-40B4-BE49-F238E27FC236}">
                    <a16:creationId xmlns:a16="http://schemas.microsoft.com/office/drawing/2014/main" id="{700A8032-CD0B-517D-3396-828B145B7A3B}"/>
                  </a:ext>
                </a:extLst>
              </p:cNvPr>
              <p:cNvSpPr/>
              <p:nvPr/>
            </p:nvSpPr>
            <p:spPr>
              <a:xfrm>
                <a:off x="1072289" y="4654203"/>
                <a:ext cx="26776" cy="20901"/>
              </a:xfrm>
              <a:custGeom>
                <a:avLst/>
                <a:gdLst>
                  <a:gd name="connsiteX0" fmla="*/ 0 w 26776"/>
                  <a:gd name="connsiteY0" fmla="*/ 0 h 20901"/>
                  <a:gd name="connsiteX1" fmla="*/ 16326 w 26776"/>
                  <a:gd name="connsiteY1" fmla="*/ 0 h 20901"/>
                  <a:gd name="connsiteX2" fmla="*/ 26777 w 26776"/>
                  <a:gd name="connsiteY2" fmla="*/ 10451 h 20901"/>
                  <a:gd name="connsiteX3" fmla="*/ 26777 w 26776"/>
                  <a:gd name="connsiteY3" fmla="*/ 10451 h 20901"/>
                  <a:gd name="connsiteX4" fmla="*/ 16326 w 26776"/>
                  <a:gd name="connsiteY4" fmla="*/ 20902 h 20901"/>
                  <a:gd name="connsiteX5" fmla="*/ 0 w 26776"/>
                  <a:gd name="connsiteY5" fmla="*/ 20902 h 20901"/>
                  <a:gd name="connsiteX6" fmla="*/ 0 w 26776"/>
                  <a:gd name="connsiteY6" fmla="*/ 28 h 20901"/>
                  <a:gd name="connsiteX7" fmla="*/ 0 w 26776"/>
                  <a:gd name="connsiteY7" fmla="*/ 28 h 20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76" h="20901">
                    <a:moveTo>
                      <a:pt x="0" y="0"/>
                    </a:moveTo>
                    <a:lnTo>
                      <a:pt x="16326" y="0"/>
                    </a:lnTo>
                    <a:cubicBezTo>
                      <a:pt x="22088" y="0"/>
                      <a:pt x="26777" y="4689"/>
                      <a:pt x="26777" y="10451"/>
                    </a:cubicBezTo>
                    <a:lnTo>
                      <a:pt x="26777" y="10451"/>
                    </a:lnTo>
                    <a:cubicBezTo>
                      <a:pt x="26777" y="16213"/>
                      <a:pt x="22088" y="20902"/>
                      <a:pt x="16326" y="20902"/>
                    </a:cubicBezTo>
                    <a:lnTo>
                      <a:pt x="0" y="20902"/>
                    </a:lnTo>
                    <a:lnTo>
                      <a:pt x="0" y="28"/>
                    </a:lnTo>
                    <a:lnTo>
                      <a:pt x="0" y="28"/>
                    </a:lnTo>
                    <a:close/>
                  </a:path>
                </a:pathLst>
              </a:custGeom>
              <a:noFill/>
              <a:ln w="8472" cap="flat">
                <a:solidFill>
                  <a:srgbClr val="17A3A3"/>
                </a:solidFill>
                <a:prstDash val="solid"/>
                <a:miter/>
              </a:ln>
            </p:spPr>
            <p:txBody>
              <a:bodyPr rtlCol="1" anchor="ctr"/>
              <a:lstStyle/>
              <a:p>
                <a:endParaRPr lang="ar-SA"/>
              </a:p>
            </p:txBody>
          </p:sp>
          <p:sp>
            <p:nvSpPr>
              <p:cNvPr id="8079" name="شكل حر: شكل 8972">
                <a:extLst>
                  <a:ext uri="{FF2B5EF4-FFF2-40B4-BE49-F238E27FC236}">
                    <a16:creationId xmlns:a16="http://schemas.microsoft.com/office/drawing/2014/main" id="{5F00B9AD-C353-2C7C-E3BF-F645085B922E}"/>
                  </a:ext>
                </a:extLst>
              </p:cNvPr>
              <p:cNvSpPr/>
              <p:nvPr/>
            </p:nvSpPr>
            <p:spPr>
              <a:xfrm>
                <a:off x="1072289" y="4633330"/>
                <a:ext cx="26776" cy="20901"/>
              </a:xfrm>
              <a:custGeom>
                <a:avLst/>
                <a:gdLst>
                  <a:gd name="connsiteX0" fmla="*/ 0 w 26776"/>
                  <a:gd name="connsiteY0" fmla="*/ 20873 h 20901"/>
                  <a:gd name="connsiteX1" fmla="*/ 0 w 26776"/>
                  <a:gd name="connsiteY1" fmla="*/ 0 h 20901"/>
                  <a:gd name="connsiteX2" fmla="*/ 16326 w 26776"/>
                  <a:gd name="connsiteY2" fmla="*/ 0 h 20901"/>
                  <a:gd name="connsiteX3" fmla="*/ 26777 w 26776"/>
                  <a:gd name="connsiteY3" fmla="*/ 10451 h 20901"/>
                  <a:gd name="connsiteX4" fmla="*/ 26777 w 26776"/>
                  <a:gd name="connsiteY4" fmla="*/ 10451 h 20901"/>
                  <a:gd name="connsiteX5" fmla="*/ 16326 w 26776"/>
                  <a:gd name="connsiteY5" fmla="*/ 20902 h 20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776" h="20901">
                    <a:moveTo>
                      <a:pt x="0" y="20873"/>
                    </a:moveTo>
                    <a:lnTo>
                      <a:pt x="0" y="0"/>
                    </a:lnTo>
                    <a:lnTo>
                      <a:pt x="16326" y="0"/>
                    </a:lnTo>
                    <a:cubicBezTo>
                      <a:pt x="22088" y="0"/>
                      <a:pt x="26777" y="4661"/>
                      <a:pt x="26777" y="10451"/>
                    </a:cubicBezTo>
                    <a:lnTo>
                      <a:pt x="26777" y="10451"/>
                    </a:lnTo>
                    <a:cubicBezTo>
                      <a:pt x="26777" y="16213"/>
                      <a:pt x="22116" y="20902"/>
                      <a:pt x="16326" y="20902"/>
                    </a:cubicBezTo>
                  </a:path>
                </a:pathLst>
              </a:custGeom>
              <a:noFill/>
              <a:ln w="8472" cap="flat">
                <a:solidFill>
                  <a:srgbClr val="17A3A3"/>
                </a:solidFill>
                <a:prstDash val="solid"/>
                <a:miter/>
              </a:ln>
            </p:spPr>
            <p:txBody>
              <a:bodyPr rtlCol="1" anchor="ctr"/>
              <a:lstStyle/>
              <a:p>
                <a:endParaRPr lang="ar-SA"/>
              </a:p>
            </p:txBody>
          </p:sp>
        </p:grpSp>
        <p:grpSp>
          <p:nvGrpSpPr>
            <p:cNvPr id="8072" name="رسم 8014">
              <a:extLst>
                <a:ext uri="{FF2B5EF4-FFF2-40B4-BE49-F238E27FC236}">
                  <a16:creationId xmlns:a16="http://schemas.microsoft.com/office/drawing/2014/main" id="{28F6B68D-8F6D-588A-C086-3FF1F038620C}"/>
                </a:ext>
              </a:extLst>
            </p:cNvPr>
            <p:cNvGrpSpPr/>
            <p:nvPr/>
          </p:nvGrpSpPr>
          <p:grpSpPr>
            <a:xfrm>
              <a:off x="941427" y="4665219"/>
              <a:ext cx="27341" cy="39006"/>
              <a:chOff x="941427" y="4665219"/>
              <a:chExt cx="27341" cy="39006"/>
            </a:xfrm>
          </p:grpSpPr>
          <p:sp>
            <p:nvSpPr>
              <p:cNvPr id="8074" name="شكل حر: شكل 8974">
                <a:extLst>
                  <a:ext uri="{FF2B5EF4-FFF2-40B4-BE49-F238E27FC236}">
                    <a16:creationId xmlns:a16="http://schemas.microsoft.com/office/drawing/2014/main" id="{E61CF8C5-55B8-76E2-8E45-31C3C57F4D36}"/>
                  </a:ext>
                </a:extLst>
              </p:cNvPr>
              <p:cNvSpPr/>
              <p:nvPr/>
            </p:nvSpPr>
            <p:spPr>
              <a:xfrm>
                <a:off x="941427" y="4665219"/>
                <a:ext cx="13642" cy="39006"/>
              </a:xfrm>
              <a:custGeom>
                <a:avLst/>
                <a:gdLst>
                  <a:gd name="connsiteX0" fmla="*/ 13643 w 13642"/>
                  <a:gd name="connsiteY0" fmla="*/ 0 h 39006"/>
                  <a:gd name="connsiteX1" fmla="*/ 0 w 13642"/>
                  <a:gd name="connsiteY1" fmla="*/ 39007 h 39006"/>
                </a:gdLst>
                <a:ahLst/>
                <a:cxnLst>
                  <a:cxn ang="0">
                    <a:pos x="connsiteX0" y="connsiteY0"/>
                  </a:cxn>
                  <a:cxn ang="0">
                    <a:pos x="connsiteX1" y="connsiteY1"/>
                  </a:cxn>
                </a:cxnLst>
                <a:rect l="l" t="t" r="r" b="b"/>
                <a:pathLst>
                  <a:path w="13642" h="39006">
                    <a:moveTo>
                      <a:pt x="13643" y="0"/>
                    </a:moveTo>
                    <a:lnTo>
                      <a:pt x="0" y="39007"/>
                    </a:lnTo>
                  </a:path>
                </a:pathLst>
              </a:custGeom>
              <a:ln w="8472" cap="flat">
                <a:solidFill>
                  <a:srgbClr val="17A3A3"/>
                </a:solidFill>
                <a:prstDash val="solid"/>
                <a:miter/>
              </a:ln>
            </p:spPr>
            <p:txBody>
              <a:bodyPr rtlCol="1" anchor="ctr"/>
              <a:lstStyle/>
              <a:p>
                <a:endParaRPr lang="ar-SA"/>
              </a:p>
            </p:txBody>
          </p:sp>
          <p:sp>
            <p:nvSpPr>
              <p:cNvPr id="8075" name="شكل حر: شكل 8975">
                <a:extLst>
                  <a:ext uri="{FF2B5EF4-FFF2-40B4-BE49-F238E27FC236}">
                    <a16:creationId xmlns:a16="http://schemas.microsoft.com/office/drawing/2014/main" id="{C4C47001-8B88-AAFA-2824-DD79ADD55D36}"/>
                  </a:ext>
                </a:extLst>
              </p:cNvPr>
              <p:cNvSpPr/>
              <p:nvPr/>
            </p:nvSpPr>
            <p:spPr>
              <a:xfrm>
                <a:off x="955098" y="4665219"/>
                <a:ext cx="13670" cy="39006"/>
              </a:xfrm>
              <a:custGeom>
                <a:avLst/>
                <a:gdLst>
                  <a:gd name="connsiteX0" fmla="*/ 0 w 13670"/>
                  <a:gd name="connsiteY0" fmla="*/ 0 h 39006"/>
                  <a:gd name="connsiteX1" fmla="*/ 13671 w 13670"/>
                  <a:gd name="connsiteY1" fmla="*/ 39007 h 39006"/>
                </a:gdLst>
                <a:ahLst/>
                <a:cxnLst>
                  <a:cxn ang="0">
                    <a:pos x="connsiteX0" y="connsiteY0"/>
                  </a:cxn>
                  <a:cxn ang="0">
                    <a:pos x="connsiteX1" y="connsiteY1"/>
                  </a:cxn>
                </a:cxnLst>
                <a:rect l="l" t="t" r="r" b="b"/>
                <a:pathLst>
                  <a:path w="13670" h="39006">
                    <a:moveTo>
                      <a:pt x="0" y="0"/>
                    </a:moveTo>
                    <a:lnTo>
                      <a:pt x="13671" y="39007"/>
                    </a:lnTo>
                  </a:path>
                </a:pathLst>
              </a:custGeom>
              <a:ln w="8472" cap="flat">
                <a:solidFill>
                  <a:srgbClr val="17A3A3"/>
                </a:solidFill>
                <a:prstDash val="solid"/>
                <a:miter/>
              </a:ln>
            </p:spPr>
            <p:txBody>
              <a:bodyPr rtlCol="1" anchor="ctr"/>
              <a:lstStyle/>
              <a:p>
                <a:endParaRPr lang="ar-SA"/>
              </a:p>
            </p:txBody>
          </p:sp>
          <p:sp>
            <p:nvSpPr>
              <p:cNvPr id="8076" name="شكل حر: شكل 8976">
                <a:extLst>
                  <a:ext uri="{FF2B5EF4-FFF2-40B4-BE49-F238E27FC236}">
                    <a16:creationId xmlns:a16="http://schemas.microsoft.com/office/drawing/2014/main" id="{85C69B78-E660-2E4D-C448-340549A128E4}"/>
                  </a:ext>
                </a:extLst>
              </p:cNvPr>
              <p:cNvSpPr/>
              <p:nvPr/>
            </p:nvSpPr>
            <p:spPr>
              <a:xfrm>
                <a:off x="946031" y="4691092"/>
                <a:ext cx="18133" cy="2824"/>
              </a:xfrm>
              <a:custGeom>
                <a:avLst/>
                <a:gdLst>
                  <a:gd name="connsiteX0" fmla="*/ 0 w 18133"/>
                  <a:gd name="connsiteY0" fmla="*/ 0 h 2824"/>
                  <a:gd name="connsiteX1" fmla="*/ 18134 w 18133"/>
                  <a:gd name="connsiteY1" fmla="*/ 0 h 2824"/>
                </a:gdLst>
                <a:ahLst/>
                <a:cxnLst>
                  <a:cxn ang="0">
                    <a:pos x="connsiteX0" y="connsiteY0"/>
                  </a:cxn>
                  <a:cxn ang="0">
                    <a:pos x="connsiteX1" y="connsiteY1"/>
                  </a:cxn>
                </a:cxnLst>
                <a:rect l="l" t="t" r="r" b="b"/>
                <a:pathLst>
                  <a:path w="18133" h="2824">
                    <a:moveTo>
                      <a:pt x="0" y="0"/>
                    </a:moveTo>
                    <a:lnTo>
                      <a:pt x="18134" y="0"/>
                    </a:lnTo>
                  </a:path>
                </a:pathLst>
              </a:custGeom>
              <a:ln w="8472" cap="flat">
                <a:solidFill>
                  <a:srgbClr val="17A3A3"/>
                </a:solidFill>
                <a:prstDash val="solid"/>
                <a:miter/>
              </a:ln>
            </p:spPr>
            <p:txBody>
              <a:bodyPr rtlCol="1" anchor="ctr"/>
              <a:lstStyle/>
              <a:p>
                <a:endParaRPr lang="ar-SA"/>
              </a:p>
            </p:txBody>
          </p:sp>
        </p:grpSp>
        <p:sp>
          <p:nvSpPr>
            <p:cNvPr id="8073" name="شكل حر: شكل 8977">
              <a:extLst>
                <a:ext uri="{FF2B5EF4-FFF2-40B4-BE49-F238E27FC236}">
                  <a16:creationId xmlns:a16="http://schemas.microsoft.com/office/drawing/2014/main" id="{0C930AE6-2191-846A-7B1C-F2860A8CEE5C}"/>
                </a:ext>
              </a:extLst>
            </p:cNvPr>
            <p:cNvSpPr/>
            <p:nvPr/>
          </p:nvSpPr>
          <p:spPr>
            <a:xfrm>
              <a:off x="1205551" y="4665953"/>
              <a:ext cx="21466" cy="37566"/>
            </a:xfrm>
            <a:custGeom>
              <a:avLst/>
              <a:gdLst>
                <a:gd name="connsiteX0" fmla="*/ 21467 w 21466"/>
                <a:gd name="connsiteY0" fmla="*/ 29008 h 37566"/>
                <a:gd name="connsiteX1" fmla="*/ 12908 w 21466"/>
                <a:gd name="connsiteY1" fmla="*/ 37566 h 37566"/>
                <a:gd name="connsiteX2" fmla="*/ 9462 w 21466"/>
                <a:gd name="connsiteY2" fmla="*/ 37566 h 37566"/>
                <a:gd name="connsiteX3" fmla="*/ 0 w 21466"/>
                <a:gd name="connsiteY3" fmla="*/ 28104 h 37566"/>
                <a:gd name="connsiteX4" fmla="*/ 0 w 21466"/>
                <a:gd name="connsiteY4" fmla="*/ 9462 h 37566"/>
                <a:gd name="connsiteX5" fmla="*/ 9462 w 21466"/>
                <a:gd name="connsiteY5" fmla="*/ 0 h 37566"/>
                <a:gd name="connsiteX6" fmla="*/ 12908 w 21466"/>
                <a:gd name="connsiteY6" fmla="*/ 0 h 37566"/>
                <a:gd name="connsiteX7" fmla="*/ 21467 w 21466"/>
                <a:gd name="connsiteY7" fmla="*/ 8558 h 37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466" h="37566">
                  <a:moveTo>
                    <a:pt x="21467" y="29008"/>
                  </a:moveTo>
                  <a:cubicBezTo>
                    <a:pt x="21467" y="33725"/>
                    <a:pt x="17625" y="37566"/>
                    <a:pt x="12908" y="37566"/>
                  </a:cubicBezTo>
                  <a:lnTo>
                    <a:pt x="9462" y="37566"/>
                  </a:lnTo>
                  <a:cubicBezTo>
                    <a:pt x="4237" y="37566"/>
                    <a:pt x="0" y="33329"/>
                    <a:pt x="0" y="28104"/>
                  </a:cubicBezTo>
                  <a:lnTo>
                    <a:pt x="0" y="9462"/>
                  </a:lnTo>
                  <a:cubicBezTo>
                    <a:pt x="0" y="4237"/>
                    <a:pt x="4237" y="0"/>
                    <a:pt x="9462" y="0"/>
                  </a:cubicBezTo>
                  <a:lnTo>
                    <a:pt x="12908" y="0"/>
                  </a:lnTo>
                  <a:cubicBezTo>
                    <a:pt x="17625" y="0"/>
                    <a:pt x="21467" y="3841"/>
                    <a:pt x="21467" y="8558"/>
                  </a:cubicBezTo>
                </a:path>
              </a:pathLst>
            </a:custGeom>
            <a:noFill/>
            <a:ln w="8472" cap="flat">
              <a:solidFill>
                <a:srgbClr val="17A3A3"/>
              </a:solidFill>
              <a:prstDash val="solid"/>
              <a:miter/>
            </a:ln>
          </p:spPr>
          <p:txBody>
            <a:bodyPr rtlCol="1" anchor="ctr"/>
            <a:lstStyle/>
            <a:p>
              <a:endParaRPr lang="ar-SA"/>
            </a:p>
          </p:txBody>
        </p:sp>
      </p:grpSp>
      <p:grpSp>
        <p:nvGrpSpPr>
          <p:cNvPr id="8080" name="رسم 8014">
            <a:extLst>
              <a:ext uri="{FF2B5EF4-FFF2-40B4-BE49-F238E27FC236}">
                <a16:creationId xmlns:a16="http://schemas.microsoft.com/office/drawing/2014/main" id="{5DA271A7-4926-30BD-095E-251F4C41F36E}"/>
              </a:ext>
            </a:extLst>
          </p:cNvPr>
          <p:cNvGrpSpPr/>
          <p:nvPr/>
        </p:nvGrpSpPr>
        <p:grpSpPr>
          <a:xfrm>
            <a:off x="2025466" y="5300727"/>
            <a:ext cx="203718" cy="265306"/>
            <a:chOff x="1502467" y="4909796"/>
            <a:chExt cx="243504" cy="336601"/>
          </a:xfrm>
          <a:noFill/>
        </p:grpSpPr>
        <p:sp>
          <p:nvSpPr>
            <p:cNvPr id="8081" name="شكل حر: شكل 8979">
              <a:extLst>
                <a:ext uri="{FF2B5EF4-FFF2-40B4-BE49-F238E27FC236}">
                  <a16:creationId xmlns:a16="http://schemas.microsoft.com/office/drawing/2014/main" id="{F63B8F10-A02E-0E87-229C-B8F80C81FE4A}"/>
                </a:ext>
              </a:extLst>
            </p:cNvPr>
            <p:cNvSpPr/>
            <p:nvPr/>
          </p:nvSpPr>
          <p:spPr>
            <a:xfrm>
              <a:off x="1502467" y="4909796"/>
              <a:ext cx="243504" cy="336601"/>
            </a:xfrm>
            <a:custGeom>
              <a:avLst/>
              <a:gdLst>
                <a:gd name="connsiteX0" fmla="*/ 229466 w 243504"/>
                <a:gd name="connsiteY0" fmla="*/ 0 h 336601"/>
                <a:gd name="connsiteX1" fmla="*/ 243504 w 243504"/>
                <a:gd name="connsiteY1" fmla="*/ 14038 h 336601"/>
                <a:gd name="connsiteX2" fmla="*/ 243504 w 243504"/>
                <a:gd name="connsiteY2" fmla="*/ 322563 h 336601"/>
                <a:gd name="connsiteX3" fmla="*/ 229466 w 243504"/>
                <a:gd name="connsiteY3" fmla="*/ 336601 h 336601"/>
                <a:gd name="connsiteX4" fmla="*/ 14038 w 243504"/>
                <a:gd name="connsiteY4" fmla="*/ 336601 h 336601"/>
                <a:gd name="connsiteX5" fmla="*/ 0 w 243504"/>
                <a:gd name="connsiteY5" fmla="*/ 322563 h 336601"/>
                <a:gd name="connsiteX6" fmla="*/ 0 w 243504"/>
                <a:gd name="connsiteY6" fmla="*/ 14038 h 336601"/>
                <a:gd name="connsiteX7" fmla="*/ 14038 w 243504"/>
                <a:gd name="connsiteY7" fmla="*/ 0 h 336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504" h="336601">
                  <a:moveTo>
                    <a:pt x="229466" y="0"/>
                  </a:moveTo>
                  <a:cubicBezTo>
                    <a:pt x="237219" y="0"/>
                    <a:pt x="243504" y="6285"/>
                    <a:pt x="243504" y="14038"/>
                  </a:cubicBezTo>
                  <a:lnTo>
                    <a:pt x="243504" y="322563"/>
                  </a:lnTo>
                  <a:cubicBezTo>
                    <a:pt x="243504" y="330316"/>
                    <a:pt x="237219" y="336601"/>
                    <a:pt x="229466" y="336601"/>
                  </a:cubicBezTo>
                  <a:lnTo>
                    <a:pt x="14038" y="336601"/>
                  </a:lnTo>
                  <a:cubicBezTo>
                    <a:pt x="6285" y="336601"/>
                    <a:pt x="0" y="330316"/>
                    <a:pt x="0" y="322563"/>
                  </a:cubicBezTo>
                  <a:lnTo>
                    <a:pt x="0" y="14038"/>
                  </a:lnTo>
                  <a:cubicBezTo>
                    <a:pt x="0" y="6285"/>
                    <a:pt x="6285" y="0"/>
                    <a:pt x="14038" y="0"/>
                  </a:cubicBezTo>
                  <a:close/>
                </a:path>
              </a:pathLst>
            </a:custGeom>
            <a:noFill/>
            <a:ln w="8472" cap="flat">
              <a:solidFill>
                <a:srgbClr val="01355A"/>
              </a:solidFill>
              <a:prstDash val="solid"/>
              <a:miter/>
            </a:ln>
          </p:spPr>
          <p:txBody>
            <a:bodyPr rtlCol="1" anchor="ctr"/>
            <a:lstStyle/>
            <a:p>
              <a:endParaRPr lang="ar-SA"/>
            </a:p>
          </p:txBody>
        </p:sp>
        <p:grpSp>
          <p:nvGrpSpPr>
            <p:cNvPr id="8082" name="رسم 8014">
              <a:extLst>
                <a:ext uri="{FF2B5EF4-FFF2-40B4-BE49-F238E27FC236}">
                  <a16:creationId xmlns:a16="http://schemas.microsoft.com/office/drawing/2014/main" id="{65A52630-6458-8081-6472-CC0C15600B98}"/>
                </a:ext>
              </a:extLst>
            </p:cNvPr>
            <p:cNvGrpSpPr/>
            <p:nvPr/>
          </p:nvGrpSpPr>
          <p:grpSpPr>
            <a:xfrm>
              <a:off x="1529696" y="5029049"/>
              <a:ext cx="189075" cy="189075"/>
              <a:chOff x="1529696" y="5029049"/>
              <a:chExt cx="189075" cy="189075"/>
            </a:xfrm>
            <a:noFill/>
          </p:grpSpPr>
          <p:sp>
            <p:nvSpPr>
              <p:cNvPr id="8083" name="شكل حر: شكل 8981">
                <a:extLst>
                  <a:ext uri="{FF2B5EF4-FFF2-40B4-BE49-F238E27FC236}">
                    <a16:creationId xmlns:a16="http://schemas.microsoft.com/office/drawing/2014/main" id="{3FECD54F-DE9E-DB5F-0D4D-645171CC2618}"/>
                  </a:ext>
                </a:extLst>
              </p:cNvPr>
              <p:cNvSpPr/>
              <p:nvPr/>
            </p:nvSpPr>
            <p:spPr>
              <a:xfrm>
                <a:off x="1529696" y="5029049"/>
                <a:ext cx="189075" cy="189075"/>
              </a:xfrm>
              <a:custGeom>
                <a:avLst/>
                <a:gdLst>
                  <a:gd name="connsiteX0" fmla="*/ 0 w 189075"/>
                  <a:gd name="connsiteY0" fmla="*/ 0 h 189075"/>
                  <a:gd name="connsiteX1" fmla="*/ 189075 w 189075"/>
                  <a:gd name="connsiteY1" fmla="*/ 0 h 189075"/>
                  <a:gd name="connsiteX2" fmla="*/ 189075 w 189075"/>
                  <a:gd name="connsiteY2" fmla="*/ 189075 h 189075"/>
                  <a:gd name="connsiteX3" fmla="*/ 0 w 189075"/>
                  <a:gd name="connsiteY3" fmla="*/ 189075 h 189075"/>
                </a:gdLst>
                <a:ahLst/>
                <a:cxnLst>
                  <a:cxn ang="0">
                    <a:pos x="connsiteX0" y="connsiteY0"/>
                  </a:cxn>
                  <a:cxn ang="0">
                    <a:pos x="connsiteX1" y="connsiteY1"/>
                  </a:cxn>
                  <a:cxn ang="0">
                    <a:pos x="connsiteX2" y="connsiteY2"/>
                  </a:cxn>
                  <a:cxn ang="0">
                    <a:pos x="connsiteX3" y="connsiteY3"/>
                  </a:cxn>
                </a:cxnLst>
                <a:rect l="l" t="t" r="r" b="b"/>
                <a:pathLst>
                  <a:path w="189075" h="189075">
                    <a:moveTo>
                      <a:pt x="0" y="0"/>
                    </a:moveTo>
                    <a:lnTo>
                      <a:pt x="189075" y="0"/>
                    </a:lnTo>
                    <a:lnTo>
                      <a:pt x="189075" y="189075"/>
                    </a:lnTo>
                    <a:lnTo>
                      <a:pt x="0" y="189075"/>
                    </a:lnTo>
                    <a:close/>
                  </a:path>
                </a:pathLst>
              </a:custGeom>
              <a:noFill/>
              <a:ln w="8472" cap="flat">
                <a:solidFill>
                  <a:srgbClr val="17A3A3"/>
                </a:solidFill>
                <a:prstDash val="solid"/>
                <a:miter/>
              </a:ln>
            </p:spPr>
            <p:txBody>
              <a:bodyPr rtlCol="1" anchor="ctr"/>
              <a:lstStyle/>
              <a:p>
                <a:endParaRPr lang="ar-SA"/>
              </a:p>
            </p:txBody>
          </p:sp>
          <p:sp>
            <p:nvSpPr>
              <p:cNvPr id="8084" name="شكل حر: شكل 8982">
                <a:extLst>
                  <a:ext uri="{FF2B5EF4-FFF2-40B4-BE49-F238E27FC236}">
                    <a16:creationId xmlns:a16="http://schemas.microsoft.com/office/drawing/2014/main" id="{AEDE4DBE-0005-C588-F44C-8D4972329FAD}"/>
                  </a:ext>
                </a:extLst>
              </p:cNvPr>
              <p:cNvSpPr/>
              <p:nvPr/>
            </p:nvSpPr>
            <p:spPr>
              <a:xfrm>
                <a:off x="1655501" y="5077094"/>
                <a:ext cx="35871" cy="2824"/>
              </a:xfrm>
              <a:custGeom>
                <a:avLst/>
                <a:gdLst>
                  <a:gd name="connsiteX0" fmla="*/ 0 w 35871"/>
                  <a:gd name="connsiteY0" fmla="*/ 0 h 2824"/>
                  <a:gd name="connsiteX1" fmla="*/ 35872 w 35871"/>
                  <a:gd name="connsiteY1" fmla="*/ 0 h 2824"/>
                </a:gdLst>
                <a:ahLst/>
                <a:cxnLst>
                  <a:cxn ang="0">
                    <a:pos x="connsiteX0" y="connsiteY0"/>
                  </a:cxn>
                  <a:cxn ang="0">
                    <a:pos x="connsiteX1" y="connsiteY1"/>
                  </a:cxn>
                </a:cxnLst>
                <a:rect l="l" t="t" r="r" b="b"/>
                <a:pathLst>
                  <a:path w="35871" h="2824">
                    <a:moveTo>
                      <a:pt x="0" y="0"/>
                    </a:moveTo>
                    <a:lnTo>
                      <a:pt x="35872" y="0"/>
                    </a:lnTo>
                  </a:path>
                </a:pathLst>
              </a:custGeom>
              <a:ln w="8472" cap="flat">
                <a:solidFill>
                  <a:srgbClr val="17A3A3"/>
                </a:solidFill>
                <a:prstDash val="solid"/>
                <a:miter/>
              </a:ln>
            </p:spPr>
            <p:txBody>
              <a:bodyPr rtlCol="1" anchor="ctr"/>
              <a:lstStyle/>
              <a:p>
                <a:endParaRPr lang="ar-SA"/>
              </a:p>
            </p:txBody>
          </p:sp>
          <p:sp>
            <p:nvSpPr>
              <p:cNvPr id="8085" name="شكل حر: شكل 8983">
                <a:extLst>
                  <a:ext uri="{FF2B5EF4-FFF2-40B4-BE49-F238E27FC236}">
                    <a16:creationId xmlns:a16="http://schemas.microsoft.com/office/drawing/2014/main" id="{CD0E63B8-2D08-2270-E2F4-1932658B0E3A}"/>
                  </a:ext>
                </a:extLst>
              </p:cNvPr>
              <p:cNvSpPr/>
              <p:nvPr/>
            </p:nvSpPr>
            <p:spPr>
              <a:xfrm>
                <a:off x="1557094" y="5077094"/>
                <a:ext cx="35871" cy="2824"/>
              </a:xfrm>
              <a:custGeom>
                <a:avLst/>
                <a:gdLst>
                  <a:gd name="connsiteX0" fmla="*/ 0 w 35871"/>
                  <a:gd name="connsiteY0" fmla="*/ 0 h 2824"/>
                  <a:gd name="connsiteX1" fmla="*/ 35872 w 35871"/>
                  <a:gd name="connsiteY1" fmla="*/ 0 h 2824"/>
                </a:gdLst>
                <a:ahLst/>
                <a:cxnLst>
                  <a:cxn ang="0">
                    <a:pos x="connsiteX0" y="connsiteY0"/>
                  </a:cxn>
                  <a:cxn ang="0">
                    <a:pos x="connsiteX1" y="connsiteY1"/>
                  </a:cxn>
                </a:cxnLst>
                <a:rect l="l" t="t" r="r" b="b"/>
                <a:pathLst>
                  <a:path w="35871" h="2824">
                    <a:moveTo>
                      <a:pt x="0" y="0"/>
                    </a:moveTo>
                    <a:lnTo>
                      <a:pt x="35872" y="0"/>
                    </a:lnTo>
                  </a:path>
                </a:pathLst>
              </a:custGeom>
              <a:ln w="8472" cap="flat">
                <a:solidFill>
                  <a:srgbClr val="17A3A3"/>
                </a:solidFill>
                <a:prstDash val="solid"/>
                <a:miter/>
              </a:ln>
            </p:spPr>
            <p:txBody>
              <a:bodyPr rtlCol="1" anchor="ctr"/>
              <a:lstStyle/>
              <a:p>
                <a:endParaRPr lang="ar-SA"/>
              </a:p>
            </p:txBody>
          </p:sp>
          <p:sp>
            <p:nvSpPr>
              <p:cNvPr id="8086" name="شكل حر: شكل 8984">
                <a:extLst>
                  <a:ext uri="{FF2B5EF4-FFF2-40B4-BE49-F238E27FC236}">
                    <a16:creationId xmlns:a16="http://schemas.microsoft.com/office/drawing/2014/main" id="{1223F0FB-120F-C4AE-0D55-708D6E0188B6}"/>
                  </a:ext>
                </a:extLst>
              </p:cNvPr>
              <p:cNvSpPr/>
              <p:nvPr/>
            </p:nvSpPr>
            <p:spPr>
              <a:xfrm>
                <a:off x="1575030" y="5059159"/>
                <a:ext cx="2824" cy="35871"/>
              </a:xfrm>
              <a:custGeom>
                <a:avLst/>
                <a:gdLst>
                  <a:gd name="connsiteX0" fmla="*/ 0 w 2824"/>
                  <a:gd name="connsiteY0" fmla="*/ 0 h 35871"/>
                  <a:gd name="connsiteX1" fmla="*/ 0 w 2824"/>
                  <a:gd name="connsiteY1" fmla="*/ 35872 h 35871"/>
                </a:gdLst>
                <a:ahLst/>
                <a:cxnLst>
                  <a:cxn ang="0">
                    <a:pos x="connsiteX0" y="connsiteY0"/>
                  </a:cxn>
                  <a:cxn ang="0">
                    <a:pos x="connsiteX1" y="connsiteY1"/>
                  </a:cxn>
                </a:cxnLst>
                <a:rect l="l" t="t" r="r" b="b"/>
                <a:pathLst>
                  <a:path w="2824" h="35871">
                    <a:moveTo>
                      <a:pt x="0" y="0"/>
                    </a:moveTo>
                    <a:lnTo>
                      <a:pt x="0" y="35872"/>
                    </a:lnTo>
                  </a:path>
                </a:pathLst>
              </a:custGeom>
              <a:ln w="8472" cap="flat">
                <a:solidFill>
                  <a:srgbClr val="17A3A3"/>
                </a:solidFill>
                <a:prstDash val="solid"/>
                <a:miter/>
              </a:ln>
            </p:spPr>
            <p:txBody>
              <a:bodyPr rtlCol="1" anchor="ctr"/>
              <a:lstStyle/>
              <a:p>
                <a:endParaRPr lang="ar-SA"/>
              </a:p>
            </p:txBody>
          </p:sp>
          <p:sp>
            <p:nvSpPr>
              <p:cNvPr id="8087" name="شكل حر: شكل 8985">
                <a:extLst>
                  <a:ext uri="{FF2B5EF4-FFF2-40B4-BE49-F238E27FC236}">
                    <a16:creationId xmlns:a16="http://schemas.microsoft.com/office/drawing/2014/main" id="{A73465BF-4F36-7133-8EFA-91087669AACD}"/>
                  </a:ext>
                </a:extLst>
              </p:cNvPr>
              <p:cNvSpPr/>
              <p:nvPr/>
            </p:nvSpPr>
            <p:spPr>
              <a:xfrm>
                <a:off x="1562348" y="5161492"/>
                <a:ext cx="25364" cy="25364"/>
              </a:xfrm>
              <a:custGeom>
                <a:avLst/>
                <a:gdLst>
                  <a:gd name="connsiteX0" fmla="*/ 0 w 25364"/>
                  <a:gd name="connsiteY0" fmla="*/ 0 h 25364"/>
                  <a:gd name="connsiteX1" fmla="*/ 25364 w 25364"/>
                  <a:gd name="connsiteY1" fmla="*/ 25364 h 25364"/>
                </a:gdLst>
                <a:ahLst/>
                <a:cxnLst>
                  <a:cxn ang="0">
                    <a:pos x="connsiteX0" y="connsiteY0"/>
                  </a:cxn>
                  <a:cxn ang="0">
                    <a:pos x="connsiteX1" y="connsiteY1"/>
                  </a:cxn>
                </a:cxnLst>
                <a:rect l="l" t="t" r="r" b="b"/>
                <a:pathLst>
                  <a:path w="25364" h="25364">
                    <a:moveTo>
                      <a:pt x="0" y="0"/>
                    </a:moveTo>
                    <a:lnTo>
                      <a:pt x="25364" y="25364"/>
                    </a:lnTo>
                  </a:path>
                </a:pathLst>
              </a:custGeom>
              <a:ln w="8472" cap="flat">
                <a:solidFill>
                  <a:srgbClr val="17A3A3"/>
                </a:solidFill>
                <a:prstDash val="solid"/>
                <a:miter/>
              </a:ln>
            </p:spPr>
            <p:txBody>
              <a:bodyPr rtlCol="1" anchor="ctr"/>
              <a:lstStyle/>
              <a:p>
                <a:endParaRPr lang="ar-SA"/>
              </a:p>
            </p:txBody>
          </p:sp>
          <p:sp>
            <p:nvSpPr>
              <p:cNvPr id="8088" name="شكل حر: شكل 8986">
                <a:extLst>
                  <a:ext uri="{FF2B5EF4-FFF2-40B4-BE49-F238E27FC236}">
                    <a16:creationId xmlns:a16="http://schemas.microsoft.com/office/drawing/2014/main" id="{5C252019-E4C9-69E9-612A-26CFE6AC9B42}"/>
                  </a:ext>
                </a:extLst>
              </p:cNvPr>
              <p:cNvSpPr/>
              <p:nvPr/>
            </p:nvSpPr>
            <p:spPr>
              <a:xfrm>
                <a:off x="1562348" y="5161492"/>
                <a:ext cx="25364" cy="25364"/>
              </a:xfrm>
              <a:custGeom>
                <a:avLst/>
                <a:gdLst>
                  <a:gd name="connsiteX0" fmla="*/ 25364 w 25364"/>
                  <a:gd name="connsiteY0" fmla="*/ 0 h 25364"/>
                  <a:gd name="connsiteX1" fmla="*/ 0 w 25364"/>
                  <a:gd name="connsiteY1" fmla="*/ 25364 h 25364"/>
                </a:gdLst>
                <a:ahLst/>
                <a:cxnLst>
                  <a:cxn ang="0">
                    <a:pos x="connsiteX0" y="connsiteY0"/>
                  </a:cxn>
                  <a:cxn ang="0">
                    <a:pos x="connsiteX1" y="connsiteY1"/>
                  </a:cxn>
                </a:cxnLst>
                <a:rect l="l" t="t" r="r" b="b"/>
                <a:pathLst>
                  <a:path w="25364" h="25364">
                    <a:moveTo>
                      <a:pt x="25364" y="0"/>
                    </a:moveTo>
                    <a:lnTo>
                      <a:pt x="0" y="25364"/>
                    </a:lnTo>
                  </a:path>
                </a:pathLst>
              </a:custGeom>
              <a:ln w="8472" cap="flat">
                <a:solidFill>
                  <a:srgbClr val="17A3A3"/>
                </a:solidFill>
                <a:prstDash val="solid"/>
                <a:miter/>
              </a:ln>
            </p:spPr>
            <p:txBody>
              <a:bodyPr rtlCol="1" anchor="ctr"/>
              <a:lstStyle/>
              <a:p>
                <a:endParaRPr lang="ar-SA"/>
              </a:p>
            </p:txBody>
          </p:sp>
          <p:sp>
            <p:nvSpPr>
              <p:cNvPr id="8089" name="شكل حر: شكل 8987">
                <a:extLst>
                  <a:ext uri="{FF2B5EF4-FFF2-40B4-BE49-F238E27FC236}">
                    <a16:creationId xmlns:a16="http://schemas.microsoft.com/office/drawing/2014/main" id="{03D1946F-C196-043F-D698-D398647F4DC7}"/>
                  </a:ext>
                </a:extLst>
              </p:cNvPr>
              <p:cNvSpPr/>
              <p:nvPr/>
            </p:nvSpPr>
            <p:spPr>
              <a:xfrm>
                <a:off x="1651660" y="5173750"/>
                <a:ext cx="35871" cy="2824"/>
              </a:xfrm>
              <a:custGeom>
                <a:avLst/>
                <a:gdLst>
                  <a:gd name="connsiteX0" fmla="*/ 0 w 35871"/>
                  <a:gd name="connsiteY0" fmla="*/ 0 h 2824"/>
                  <a:gd name="connsiteX1" fmla="*/ 35872 w 35871"/>
                  <a:gd name="connsiteY1" fmla="*/ 0 h 2824"/>
                </a:gdLst>
                <a:ahLst/>
                <a:cxnLst>
                  <a:cxn ang="0">
                    <a:pos x="connsiteX0" y="connsiteY0"/>
                  </a:cxn>
                  <a:cxn ang="0">
                    <a:pos x="connsiteX1" y="connsiteY1"/>
                  </a:cxn>
                </a:cxnLst>
                <a:rect l="l" t="t" r="r" b="b"/>
                <a:pathLst>
                  <a:path w="35871" h="2824">
                    <a:moveTo>
                      <a:pt x="0" y="0"/>
                    </a:moveTo>
                    <a:lnTo>
                      <a:pt x="35872" y="0"/>
                    </a:lnTo>
                  </a:path>
                </a:pathLst>
              </a:custGeom>
              <a:ln w="8472" cap="flat">
                <a:solidFill>
                  <a:srgbClr val="17A3A3"/>
                </a:solidFill>
                <a:prstDash val="solid"/>
                <a:miter/>
              </a:ln>
            </p:spPr>
            <p:txBody>
              <a:bodyPr rtlCol="1" anchor="ctr"/>
              <a:lstStyle/>
              <a:p>
                <a:endParaRPr lang="ar-SA"/>
              </a:p>
            </p:txBody>
          </p:sp>
          <p:sp>
            <p:nvSpPr>
              <p:cNvPr id="8090" name="شكل حر: شكل 8988">
                <a:extLst>
                  <a:ext uri="{FF2B5EF4-FFF2-40B4-BE49-F238E27FC236}">
                    <a16:creationId xmlns:a16="http://schemas.microsoft.com/office/drawing/2014/main" id="{E9047D7B-E87A-A56E-44F3-16224DAF25E3}"/>
                  </a:ext>
                </a:extLst>
              </p:cNvPr>
              <p:cNvSpPr/>
              <p:nvPr/>
            </p:nvSpPr>
            <p:spPr>
              <a:xfrm>
                <a:off x="1668692" y="5155447"/>
                <a:ext cx="2485" cy="2485"/>
              </a:xfrm>
              <a:custGeom>
                <a:avLst/>
                <a:gdLst>
                  <a:gd name="connsiteX0" fmla="*/ 2486 w 2485"/>
                  <a:gd name="connsiteY0" fmla="*/ 1243 h 2485"/>
                  <a:gd name="connsiteX1" fmla="*/ 1243 w 2485"/>
                  <a:gd name="connsiteY1" fmla="*/ 2486 h 2485"/>
                  <a:gd name="connsiteX2" fmla="*/ 0 w 2485"/>
                  <a:gd name="connsiteY2" fmla="*/ 1243 h 2485"/>
                  <a:gd name="connsiteX3" fmla="*/ 1243 w 2485"/>
                  <a:gd name="connsiteY3" fmla="*/ 0 h 2485"/>
                  <a:gd name="connsiteX4" fmla="*/ 2486 w 2485"/>
                  <a:gd name="connsiteY4" fmla="*/ 1243 h 2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5" h="2485">
                    <a:moveTo>
                      <a:pt x="2486" y="1243"/>
                    </a:moveTo>
                    <a:cubicBezTo>
                      <a:pt x="2486" y="1929"/>
                      <a:pt x="1929" y="2486"/>
                      <a:pt x="1243" y="2486"/>
                    </a:cubicBezTo>
                    <a:cubicBezTo>
                      <a:pt x="556" y="2486"/>
                      <a:pt x="0" y="1929"/>
                      <a:pt x="0" y="1243"/>
                    </a:cubicBezTo>
                    <a:cubicBezTo>
                      <a:pt x="0" y="556"/>
                      <a:pt x="556" y="0"/>
                      <a:pt x="1243" y="0"/>
                    </a:cubicBezTo>
                    <a:cubicBezTo>
                      <a:pt x="1929" y="0"/>
                      <a:pt x="2486" y="557"/>
                      <a:pt x="2486" y="1243"/>
                    </a:cubicBezTo>
                    <a:close/>
                  </a:path>
                </a:pathLst>
              </a:custGeom>
              <a:noFill/>
              <a:ln w="8472" cap="flat">
                <a:solidFill>
                  <a:srgbClr val="17A3A3"/>
                </a:solidFill>
                <a:prstDash val="solid"/>
                <a:miter/>
              </a:ln>
            </p:spPr>
            <p:txBody>
              <a:bodyPr rtlCol="1" anchor="ctr"/>
              <a:lstStyle/>
              <a:p>
                <a:endParaRPr lang="ar-SA"/>
              </a:p>
            </p:txBody>
          </p:sp>
          <p:sp>
            <p:nvSpPr>
              <p:cNvPr id="8091" name="شكل حر: شكل 8989">
                <a:extLst>
                  <a:ext uri="{FF2B5EF4-FFF2-40B4-BE49-F238E27FC236}">
                    <a16:creationId xmlns:a16="http://schemas.microsoft.com/office/drawing/2014/main" id="{19CAC919-FBE6-17EB-B075-BB95259581FE}"/>
                  </a:ext>
                </a:extLst>
              </p:cNvPr>
              <p:cNvSpPr/>
              <p:nvPr/>
            </p:nvSpPr>
            <p:spPr>
              <a:xfrm>
                <a:off x="1668692" y="5190811"/>
                <a:ext cx="2485" cy="2485"/>
              </a:xfrm>
              <a:custGeom>
                <a:avLst/>
                <a:gdLst>
                  <a:gd name="connsiteX0" fmla="*/ 2486 w 2485"/>
                  <a:gd name="connsiteY0" fmla="*/ 1243 h 2485"/>
                  <a:gd name="connsiteX1" fmla="*/ 1243 w 2485"/>
                  <a:gd name="connsiteY1" fmla="*/ 2485 h 2485"/>
                  <a:gd name="connsiteX2" fmla="*/ 0 w 2485"/>
                  <a:gd name="connsiteY2" fmla="*/ 1243 h 2485"/>
                  <a:gd name="connsiteX3" fmla="*/ 1243 w 2485"/>
                  <a:gd name="connsiteY3" fmla="*/ 0 h 2485"/>
                  <a:gd name="connsiteX4" fmla="*/ 2486 w 2485"/>
                  <a:gd name="connsiteY4" fmla="*/ 1243 h 24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5" h="2485">
                    <a:moveTo>
                      <a:pt x="2486" y="1243"/>
                    </a:moveTo>
                    <a:cubicBezTo>
                      <a:pt x="2486" y="1929"/>
                      <a:pt x="1929" y="2485"/>
                      <a:pt x="1243" y="2485"/>
                    </a:cubicBezTo>
                    <a:cubicBezTo>
                      <a:pt x="556" y="2485"/>
                      <a:pt x="0" y="1929"/>
                      <a:pt x="0" y="1243"/>
                    </a:cubicBezTo>
                    <a:cubicBezTo>
                      <a:pt x="0" y="556"/>
                      <a:pt x="556" y="0"/>
                      <a:pt x="1243" y="0"/>
                    </a:cubicBezTo>
                    <a:cubicBezTo>
                      <a:pt x="1929" y="0"/>
                      <a:pt x="2486" y="556"/>
                      <a:pt x="2486" y="1243"/>
                    </a:cubicBezTo>
                    <a:close/>
                  </a:path>
                </a:pathLst>
              </a:custGeom>
              <a:noFill/>
              <a:ln w="8472" cap="flat">
                <a:solidFill>
                  <a:srgbClr val="17A3A3"/>
                </a:solidFill>
                <a:prstDash val="solid"/>
                <a:miter/>
              </a:ln>
            </p:spPr>
            <p:txBody>
              <a:bodyPr rtlCol="1" anchor="ctr"/>
              <a:lstStyle/>
              <a:p>
                <a:endParaRPr lang="ar-SA"/>
              </a:p>
            </p:txBody>
          </p:sp>
          <p:sp>
            <p:nvSpPr>
              <p:cNvPr id="8092" name="شكل حر: شكل 8990">
                <a:extLst>
                  <a:ext uri="{FF2B5EF4-FFF2-40B4-BE49-F238E27FC236}">
                    <a16:creationId xmlns:a16="http://schemas.microsoft.com/office/drawing/2014/main" id="{6F56A160-F2DA-8D70-99E4-8F162836338C}"/>
                  </a:ext>
                </a:extLst>
              </p:cNvPr>
              <p:cNvSpPr/>
              <p:nvPr/>
            </p:nvSpPr>
            <p:spPr>
              <a:xfrm>
                <a:off x="1529696" y="5123586"/>
                <a:ext cx="189075" cy="2824"/>
              </a:xfrm>
              <a:custGeom>
                <a:avLst/>
                <a:gdLst>
                  <a:gd name="connsiteX0" fmla="*/ 0 w 189075"/>
                  <a:gd name="connsiteY0" fmla="*/ 0 h 2824"/>
                  <a:gd name="connsiteX1" fmla="*/ 189075 w 189075"/>
                  <a:gd name="connsiteY1" fmla="*/ 0 h 2824"/>
                </a:gdLst>
                <a:ahLst/>
                <a:cxnLst>
                  <a:cxn ang="0">
                    <a:pos x="connsiteX0" y="connsiteY0"/>
                  </a:cxn>
                  <a:cxn ang="0">
                    <a:pos x="connsiteX1" y="connsiteY1"/>
                  </a:cxn>
                </a:cxnLst>
                <a:rect l="l" t="t" r="r" b="b"/>
                <a:pathLst>
                  <a:path w="189075" h="2824">
                    <a:moveTo>
                      <a:pt x="0" y="0"/>
                    </a:moveTo>
                    <a:lnTo>
                      <a:pt x="189075" y="0"/>
                    </a:lnTo>
                  </a:path>
                </a:pathLst>
              </a:custGeom>
              <a:ln w="8472" cap="flat">
                <a:solidFill>
                  <a:srgbClr val="17A3A3"/>
                </a:solidFill>
                <a:prstDash val="solid"/>
                <a:miter/>
              </a:ln>
            </p:spPr>
            <p:txBody>
              <a:bodyPr rtlCol="1" anchor="ctr"/>
              <a:lstStyle/>
              <a:p>
                <a:endParaRPr lang="ar-SA"/>
              </a:p>
            </p:txBody>
          </p:sp>
          <p:sp>
            <p:nvSpPr>
              <p:cNvPr id="8093" name="شكل حر: شكل 8991">
                <a:extLst>
                  <a:ext uri="{FF2B5EF4-FFF2-40B4-BE49-F238E27FC236}">
                    <a16:creationId xmlns:a16="http://schemas.microsoft.com/office/drawing/2014/main" id="{9F9A67F9-0D28-D8B0-F8E1-2FB755848E74}"/>
                  </a:ext>
                </a:extLst>
              </p:cNvPr>
              <p:cNvSpPr/>
              <p:nvPr/>
            </p:nvSpPr>
            <p:spPr>
              <a:xfrm>
                <a:off x="1625250" y="5029049"/>
                <a:ext cx="2824" cy="189075"/>
              </a:xfrm>
              <a:custGeom>
                <a:avLst/>
                <a:gdLst>
                  <a:gd name="connsiteX0" fmla="*/ 0 w 2824"/>
                  <a:gd name="connsiteY0" fmla="*/ 0 h 189075"/>
                  <a:gd name="connsiteX1" fmla="*/ 0 w 2824"/>
                  <a:gd name="connsiteY1" fmla="*/ 189075 h 189075"/>
                </a:gdLst>
                <a:ahLst/>
                <a:cxnLst>
                  <a:cxn ang="0">
                    <a:pos x="connsiteX0" y="connsiteY0"/>
                  </a:cxn>
                  <a:cxn ang="0">
                    <a:pos x="connsiteX1" y="connsiteY1"/>
                  </a:cxn>
                </a:cxnLst>
                <a:rect l="l" t="t" r="r" b="b"/>
                <a:pathLst>
                  <a:path w="2824" h="189075">
                    <a:moveTo>
                      <a:pt x="0" y="0"/>
                    </a:moveTo>
                    <a:lnTo>
                      <a:pt x="0" y="189075"/>
                    </a:lnTo>
                  </a:path>
                </a:pathLst>
              </a:custGeom>
              <a:ln w="8472" cap="flat">
                <a:solidFill>
                  <a:srgbClr val="17A3A3"/>
                </a:solidFill>
                <a:prstDash val="solid"/>
                <a:miter/>
              </a:ln>
            </p:spPr>
            <p:txBody>
              <a:bodyPr rtlCol="1" anchor="ctr"/>
              <a:lstStyle/>
              <a:p>
                <a:endParaRPr lang="ar-SA"/>
              </a:p>
            </p:txBody>
          </p:sp>
        </p:grpSp>
      </p:grpSp>
      <p:grpSp>
        <p:nvGrpSpPr>
          <p:cNvPr id="8094" name="رسم 8014">
            <a:extLst>
              <a:ext uri="{FF2B5EF4-FFF2-40B4-BE49-F238E27FC236}">
                <a16:creationId xmlns:a16="http://schemas.microsoft.com/office/drawing/2014/main" id="{A310EFC3-4A83-380F-6ECC-FBFE027C5210}"/>
              </a:ext>
            </a:extLst>
          </p:cNvPr>
          <p:cNvGrpSpPr/>
          <p:nvPr/>
        </p:nvGrpSpPr>
        <p:grpSpPr>
          <a:xfrm>
            <a:off x="3271847" y="4042119"/>
            <a:ext cx="307084" cy="291376"/>
            <a:chOff x="2992266" y="3312967"/>
            <a:chExt cx="367058" cy="369676"/>
          </a:xfrm>
          <a:noFill/>
        </p:grpSpPr>
        <p:grpSp>
          <p:nvGrpSpPr>
            <p:cNvPr id="8095" name="رسم 8014">
              <a:extLst>
                <a:ext uri="{FF2B5EF4-FFF2-40B4-BE49-F238E27FC236}">
                  <a16:creationId xmlns:a16="http://schemas.microsoft.com/office/drawing/2014/main" id="{2F8685FF-9CD7-ED25-DFC2-6358CB976D1A}"/>
                </a:ext>
              </a:extLst>
            </p:cNvPr>
            <p:cNvGrpSpPr/>
            <p:nvPr/>
          </p:nvGrpSpPr>
          <p:grpSpPr>
            <a:xfrm>
              <a:off x="2992266" y="3312967"/>
              <a:ext cx="256109" cy="276664"/>
              <a:chOff x="2992266" y="3312967"/>
              <a:chExt cx="256109" cy="276664"/>
            </a:xfrm>
            <a:noFill/>
          </p:grpSpPr>
          <p:grpSp>
            <p:nvGrpSpPr>
              <p:cNvPr id="8108" name="رسم 8014">
                <a:extLst>
                  <a:ext uri="{FF2B5EF4-FFF2-40B4-BE49-F238E27FC236}">
                    <a16:creationId xmlns:a16="http://schemas.microsoft.com/office/drawing/2014/main" id="{C14BE5E0-F709-32E3-41D9-5500A415B3F5}"/>
                  </a:ext>
                </a:extLst>
              </p:cNvPr>
              <p:cNvGrpSpPr/>
              <p:nvPr/>
            </p:nvGrpSpPr>
            <p:grpSpPr>
              <a:xfrm>
                <a:off x="3107064" y="3450523"/>
                <a:ext cx="43159" cy="110581"/>
                <a:chOff x="3107064" y="3450523"/>
                <a:chExt cx="43159" cy="110581"/>
              </a:xfrm>
              <a:noFill/>
            </p:grpSpPr>
            <p:sp>
              <p:nvSpPr>
                <p:cNvPr id="8116" name="شكل حر: شكل 9018">
                  <a:extLst>
                    <a:ext uri="{FF2B5EF4-FFF2-40B4-BE49-F238E27FC236}">
                      <a16:creationId xmlns:a16="http://schemas.microsoft.com/office/drawing/2014/main" id="{5BB814C7-839D-2583-3CB4-961F6183D23D}"/>
                    </a:ext>
                  </a:extLst>
                </p:cNvPr>
                <p:cNvSpPr/>
                <p:nvPr/>
              </p:nvSpPr>
              <p:spPr>
                <a:xfrm>
                  <a:off x="3107064" y="3462583"/>
                  <a:ext cx="43159" cy="86317"/>
                </a:xfrm>
                <a:custGeom>
                  <a:avLst/>
                  <a:gdLst>
                    <a:gd name="connsiteX0" fmla="*/ 0 w 43159"/>
                    <a:gd name="connsiteY0" fmla="*/ 64739 h 86317"/>
                    <a:gd name="connsiteX1" fmla="*/ 21580 w 43159"/>
                    <a:gd name="connsiteY1" fmla="*/ 86318 h 86317"/>
                    <a:gd name="connsiteX2" fmla="*/ 43159 w 43159"/>
                    <a:gd name="connsiteY2" fmla="*/ 64739 h 86317"/>
                    <a:gd name="connsiteX3" fmla="*/ 21580 w 43159"/>
                    <a:gd name="connsiteY3" fmla="*/ 43159 h 86317"/>
                    <a:gd name="connsiteX4" fmla="*/ 0 w 43159"/>
                    <a:gd name="connsiteY4" fmla="*/ 21580 h 86317"/>
                    <a:gd name="connsiteX5" fmla="*/ 21580 w 43159"/>
                    <a:gd name="connsiteY5" fmla="*/ 0 h 86317"/>
                    <a:gd name="connsiteX6" fmla="*/ 43159 w 43159"/>
                    <a:gd name="connsiteY6" fmla="*/ 21580 h 863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159" h="86317">
                      <a:moveTo>
                        <a:pt x="0" y="64739"/>
                      </a:moveTo>
                      <a:cubicBezTo>
                        <a:pt x="0" y="76658"/>
                        <a:pt x="9660" y="86318"/>
                        <a:pt x="21580" y="86318"/>
                      </a:cubicBezTo>
                      <a:cubicBezTo>
                        <a:pt x="33499" y="86318"/>
                        <a:pt x="43159" y="76658"/>
                        <a:pt x="43159" y="64739"/>
                      </a:cubicBezTo>
                      <a:cubicBezTo>
                        <a:pt x="43159" y="52819"/>
                        <a:pt x="34318" y="47311"/>
                        <a:pt x="21580" y="43159"/>
                      </a:cubicBezTo>
                      <a:cubicBezTo>
                        <a:pt x="10253" y="39459"/>
                        <a:pt x="0" y="33499"/>
                        <a:pt x="0" y="21580"/>
                      </a:cubicBezTo>
                      <a:cubicBezTo>
                        <a:pt x="0" y="9660"/>
                        <a:pt x="9660" y="0"/>
                        <a:pt x="21580" y="0"/>
                      </a:cubicBezTo>
                      <a:cubicBezTo>
                        <a:pt x="33499" y="0"/>
                        <a:pt x="43159" y="9660"/>
                        <a:pt x="43159" y="21580"/>
                      </a:cubicBezTo>
                    </a:path>
                  </a:pathLst>
                </a:custGeom>
                <a:noFill/>
                <a:ln w="8472" cap="flat">
                  <a:solidFill>
                    <a:srgbClr val="01355A"/>
                  </a:solidFill>
                  <a:prstDash val="solid"/>
                  <a:miter/>
                </a:ln>
              </p:spPr>
              <p:txBody>
                <a:bodyPr rtlCol="1" anchor="ctr"/>
                <a:lstStyle/>
                <a:p>
                  <a:endParaRPr lang="ar-SA"/>
                </a:p>
              </p:txBody>
            </p:sp>
            <p:sp>
              <p:nvSpPr>
                <p:cNvPr id="8117" name="شكل حر: شكل 9019">
                  <a:extLst>
                    <a:ext uri="{FF2B5EF4-FFF2-40B4-BE49-F238E27FC236}">
                      <a16:creationId xmlns:a16="http://schemas.microsoft.com/office/drawing/2014/main" id="{D83536EF-3C15-97E8-E7BD-FFE51CC1AF52}"/>
                    </a:ext>
                  </a:extLst>
                </p:cNvPr>
                <p:cNvSpPr/>
                <p:nvPr/>
              </p:nvSpPr>
              <p:spPr>
                <a:xfrm>
                  <a:off x="3128644" y="3450523"/>
                  <a:ext cx="2824" cy="12202"/>
                </a:xfrm>
                <a:custGeom>
                  <a:avLst/>
                  <a:gdLst>
                    <a:gd name="connsiteX0" fmla="*/ 0 w 2824"/>
                    <a:gd name="connsiteY0" fmla="*/ 0 h 12202"/>
                    <a:gd name="connsiteX1" fmla="*/ 0 w 2824"/>
                    <a:gd name="connsiteY1" fmla="*/ 12202 h 12202"/>
                  </a:gdLst>
                  <a:ahLst/>
                  <a:cxnLst>
                    <a:cxn ang="0">
                      <a:pos x="connsiteX0" y="connsiteY0"/>
                    </a:cxn>
                    <a:cxn ang="0">
                      <a:pos x="connsiteX1" y="connsiteY1"/>
                    </a:cxn>
                  </a:cxnLst>
                  <a:rect l="l" t="t" r="r" b="b"/>
                  <a:pathLst>
                    <a:path w="2824" h="12202">
                      <a:moveTo>
                        <a:pt x="0" y="0"/>
                      </a:moveTo>
                      <a:lnTo>
                        <a:pt x="0" y="12202"/>
                      </a:lnTo>
                    </a:path>
                  </a:pathLst>
                </a:custGeom>
                <a:ln w="8472" cap="flat">
                  <a:solidFill>
                    <a:srgbClr val="01355A"/>
                  </a:solidFill>
                  <a:prstDash val="solid"/>
                  <a:miter/>
                </a:ln>
              </p:spPr>
              <p:txBody>
                <a:bodyPr rtlCol="1" anchor="ctr"/>
                <a:lstStyle/>
                <a:p>
                  <a:endParaRPr lang="ar-SA"/>
                </a:p>
              </p:txBody>
            </p:sp>
            <p:sp>
              <p:nvSpPr>
                <p:cNvPr id="8118" name="شكل حر: شكل 9020">
                  <a:extLst>
                    <a:ext uri="{FF2B5EF4-FFF2-40B4-BE49-F238E27FC236}">
                      <a16:creationId xmlns:a16="http://schemas.microsoft.com/office/drawing/2014/main" id="{F7DC7467-C8ED-DD02-4E97-B44B0C455043}"/>
                    </a:ext>
                  </a:extLst>
                </p:cNvPr>
                <p:cNvSpPr/>
                <p:nvPr/>
              </p:nvSpPr>
              <p:spPr>
                <a:xfrm>
                  <a:off x="3128644" y="3548902"/>
                  <a:ext cx="2824" cy="12202"/>
                </a:xfrm>
                <a:custGeom>
                  <a:avLst/>
                  <a:gdLst>
                    <a:gd name="connsiteX0" fmla="*/ 0 w 2824"/>
                    <a:gd name="connsiteY0" fmla="*/ 0 h 12202"/>
                    <a:gd name="connsiteX1" fmla="*/ 0 w 2824"/>
                    <a:gd name="connsiteY1" fmla="*/ 12202 h 12202"/>
                  </a:gdLst>
                  <a:ahLst/>
                  <a:cxnLst>
                    <a:cxn ang="0">
                      <a:pos x="connsiteX0" y="connsiteY0"/>
                    </a:cxn>
                    <a:cxn ang="0">
                      <a:pos x="connsiteX1" y="connsiteY1"/>
                    </a:cxn>
                  </a:cxnLst>
                  <a:rect l="l" t="t" r="r" b="b"/>
                  <a:pathLst>
                    <a:path w="2824" h="12202">
                      <a:moveTo>
                        <a:pt x="0" y="0"/>
                      </a:moveTo>
                      <a:lnTo>
                        <a:pt x="0" y="12202"/>
                      </a:lnTo>
                    </a:path>
                  </a:pathLst>
                </a:custGeom>
                <a:ln w="8472" cap="flat">
                  <a:solidFill>
                    <a:srgbClr val="01355A"/>
                  </a:solidFill>
                  <a:prstDash val="solid"/>
                  <a:miter/>
                </a:ln>
              </p:spPr>
              <p:txBody>
                <a:bodyPr rtlCol="1" anchor="ctr"/>
                <a:lstStyle/>
                <a:p>
                  <a:endParaRPr lang="ar-SA"/>
                </a:p>
              </p:txBody>
            </p:sp>
          </p:grpSp>
          <p:sp>
            <p:nvSpPr>
              <p:cNvPr id="8109" name="شكل حر: شكل 9021">
                <a:extLst>
                  <a:ext uri="{FF2B5EF4-FFF2-40B4-BE49-F238E27FC236}">
                    <a16:creationId xmlns:a16="http://schemas.microsoft.com/office/drawing/2014/main" id="{030CC9BE-2813-0C56-7577-1C192430369F}"/>
                  </a:ext>
                </a:extLst>
              </p:cNvPr>
              <p:cNvSpPr/>
              <p:nvPr/>
            </p:nvSpPr>
            <p:spPr>
              <a:xfrm>
                <a:off x="3207081" y="3437953"/>
                <a:ext cx="41294" cy="41662"/>
              </a:xfrm>
              <a:custGeom>
                <a:avLst/>
                <a:gdLst>
                  <a:gd name="connsiteX0" fmla="*/ 41295 w 41294"/>
                  <a:gd name="connsiteY0" fmla="*/ 41662 h 41662"/>
                  <a:gd name="connsiteX1" fmla="*/ 0 w 41294"/>
                  <a:gd name="connsiteY1" fmla="*/ 0 h 41662"/>
                </a:gdLst>
                <a:ahLst/>
                <a:cxnLst>
                  <a:cxn ang="0">
                    <a:pos x="connsiteX0" y="connsiteY0"/>
                  </a:cxn>
                  <a:cxn ang="0">
                    <a:pos x="connsiteX1" y="connsiteY1"/>
                  </a:cxn>
                </a:cxnLst>
                <a:rect l="l" t="t" r="r" b="b"/>
                <a:pathLst>
                  <a:path w="41294" h="41662">
                    <a:moveTo>
                      <a:pt x="41295" y="41662"/>
                    </a:moveTo>
                    <a:cubicBezTo>
                      <a:pt x="31465" y="26974"/>
                      <a:pt x="18077" y="12654"/>
                      <a:pt x="0" y="0"/>
                    </a:cubicBezTo>
                  </a:path>
                </a:pathLst>
              </a:custGeom>
              <a:noFill/>
              <a:ln w="8472" cap="flat">
                <a:solidFill>
                  <a:srgbClr val="01355A"/>
                </a:solidFill>
                <a:prstDash val="solid"/>
                <a:miter/>
              </a:ln>
            </p:spPr>
            <p:txBody>
              <a:bodyPr rtlCol="1" anchor="ctr"/>
              <a:lstStyle/>
              <a:p>
                <a:endParaRPr lang="ar-SA"/>
              </a:p>
            </p:txBody>
          </p:sp>
          <p:sp>
            <p:nvSpPr>
              <p:cNvPr id="8110" name="شكل حر: شكل 9022">
                <a:extLst>
                  <a:ext uri="{FF2B5EF4-FFF2-40B4-BE49-F238E27FC236}">
                    <a16:creationId xmlns:a16="http://schemas.microsoft.com/office/drawing/2014/main" id="{39F6384D-3B85-2DFB-3453-1F412AB7FDFF}"/>
                  </a:ext>
                </a:extLst>
              </p:cNvPr>
              <p:cNvSpPr/>
              <p:nvPr/>
            </p:nvSpPr>
            <p:spPr>
              <a:xfrm>
                <a:off x="2992266" y="3437953"/>
                <a:ext cx="215521" cy="151678"/>
              </a:xfrm>
              <a:custGeom>
                <a:avLst/>
                <a:gdLst>
                  <a:gd name="connsiteX0" fmla="*/ 57940 w 215521"/>
                  <a:gd name="connsiteY0" fmla="*/ 0 h 151678"/>
                  <a:gd name="connsiteX1" fmla="*/ 8030 w 215521"/>
                  <a:gd name="connsiteY1" fmla="*/ 56236 h 151678"/>
                  <a:gd name="connsiteX2" fmla="*/ 50059 w 215521"/>
                  <a:gd name="connsiteY2" fmla="*/ 151678 h 151678"/>
                  <a:gd name="connsiteX3" fmla="*/ 215521 w 215521"/>
                  <a:gd name="connsiteY3" fmla="*/ 151678 h 151678"/>
                </a:gdLst>
                <a:ahLst/>
                <a:cxnLst>
                  <a:cxn ang="0">
                    <a:pos x="connsiteX0" y="connsiteY0"/>
                  </a:cxn>
                  <a:cxn ang="0">
                    <a:pos x="connsiteX1" y="connsiteY1"/>
                  </a:cxn>
                  <a:cxn ang="0">
                    <a:pos x="connsiteX2" y="connsiteY2"/>
                  </a:cxn>
                  <a:cxn ang="0">
                    <a:pos x="connsiteX3" y="connsiteY3"/>
                  </a:cxn>
                </a:cxnLst>
                <a:rect l="l" t="t" r="r" b="b"/>
                <a:pathLst>
                  <a:path w="215521" h="151678">
                    <a:moveTo>
                      <a:pt x="57940" y="0"/>
                    </a:moveTo>
                    <a:cubicBezTo>
                      <a:pt x="33903" y="16806"/>
                      <a:pt x="18198" y="36606"/>
                      <a:pt x="8030" y="56236"/>
                    </a:cubicBezTo>
                    <a:cubicBezTo>
                      <a:pt x="-13352" y="97503"/>
                      <a:pt x="10459" y="151678"/>
                      <a:pt x="50059" y="151678"/>
                    </a:cubicBezTo>
                    <a:lnTo>
                      <a:pt x="215521" y="151678"/>
                    </a:lnTo>
                  </a:path>
                </a:pathLst>
              </a:custGeom>
              <a:noFill/>
              <a:ln w="8472" cap="flat">
                <a:solidFill>
                  <a:srgbClr val="01355A"/>
                </a:solidFill>
                <a:prstDash val="solid"/>
                <a:miter/>
              </a:ln>
            </p:spPr>
            <p:txBody>
              <a:bodyPr rtlCol="1" anchor="ctr"/>
              <a:lstStyle/>
              <a:p>
                <a:endParaRPr lang="ar-SA"/>
              </a:p>
            </p:txBody>
          </p:sp>
          <p:sp>
            <p:nvSpPr>
              <p:cNvPr id="8111" name="شكل حر: شكل 9023">
                <a:extLst>
                  <a:ext uri="{FF2B5EF4-FFF2-40B4-BE49-F238E27FC236}">
                    <a16:creationId xmlns:a16="http://schemas.microsoft.com/office/drawing/2014/main" id="{890210C8-DABB-471C-858E-5639D43A483F}"/>
                  </a:ext>
                </a:extLst>
              </p:cNvPr>
              <p:cNvSpPr/>
              <p:nvPr/>
            </p:nvSpPr>
            <p:spPr>
              <a:xfrm>
                <a:off x="3017413" y="3376971"/>
                <a:ext cx="222404" cy="64823"/>
              </a:xfrm>
              <a:custGeom>
                <a:avLst/>
                <a:gdLst>
                  <a:gd name="connsiteX0" fmla="*/ 0 w 222404"/>
                  <a:gd name="connsiteY0" fmla="*/ 64824 h 64823"/>
                  <a:gd name="connsiteX1" fmla="*/ 0 w 222404"/>
                  <a:gd name="connsiteY1" fmla="*/ 38442 h 64823"/>
                  <a:gd name="connsiteX2" fmla="*/ 38442 w 222404"/>
                  <a:gd name="connsiteY2" fmla="*/ 0 h 64823"/>
                  <a:gd name="connsiteX3" fmla="*/ 183963 w 222404"/>
                  <a:gd name="connsiteY3" fmla="*/ 0 h 64823"/>
                  <a:gd name="connsiteX4" fmla="*/ 222405 w 222404"/>
                  <a:gd name="connsiteY4" fmla="*/ 38442 h 64823"/>
                  <a:gd name="connsiteX5" fmla="*/ 222405 w 222404"/>
                  <a:gd name="connsiteY5" fmla="*/ 64824 h 64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2404" h="64823">
                    <a:moveTo>
                      <a:pt x="0" y="64824"/>
                    </a:moveTo>
                    <a:lnTo>
                      <a:pt x="0" y="38442"/>
                    </a:lnTo>
                    <a:cubicBezTo>
                      <a:pt x="0" y="17202"/>
                      <a:pt x="17230" y="0"/>
                      <a:pt x="38442" y="0"/>
                    </a:cubicBezTo>
                    <a:lnTo>
                      <a:pt x="183963" y="0"/>
                    </a:lnTo>
                    <a:cubicBezTo>
                      <a:pt x="205203" y="0"/>
                      <a:pt x="222405" y="17230"/>
                      <a:pt x="222405" y="38442"/>
                    </a:cubicBezTo>
                    <a:lnTo>
                      <a:pt x="222405" y="64824"/>
                    </a:lnTo>
                  </a:path>
                </a:pathLst>
              </a:custGeom>
              <a:noFill/>
              <a:ln w="8472" cap="flat">
                <a:solidFill>
                  <a:srgbClr val="01355A"/>
                </a:solidFill>
                <a:prstDash val="solid"/>
                <a:miter/>
              </a:ln>
            </p:spPr>
            <p:txBody>
              <a:bodyPr rtlCol="1" anchor="ctr"/>
              <a:lstStyle/>
              <a:p>
                <a:endParaRPr lang="ar-SA"/>
              </a:p>
            </p:txBody>
          </p:sp>
          <p:grpSp>
            <p:nvGrpSpPr>
              <p:cNvPr id="8112" name="رسم 8014">
                <a:extLst>
                  <a:ext uri="{FF2B5EF4-FFF2-40B4-BE49-F238E27FC236}">
                    <a16:creationId xmlns:a16="http://schemas.microsoft.com/office/drawing/2014/main" id="{40619AF9-BF88-7C7A-48E4-62751BC73D45}"/>
                  </a:ext>
                </a:extLst>
              </p:cNvPr>
              <p:cNvGrpSpPr/>
              <p:nvPr/>
            </p:nvGrpSpPr>
            <p:grpSpPr>
              <a:xfrm>
                <a:off x="3092489" y="3312967"/>
                <a:ext cx="72308" cy="40390"/>
                <a:chOff x="3092489" y="3312967"/>
                <a:chExt cx="72308" cy="40390"/>
              </a:xfrm>
              <a:noFill/>
            </p:grpSpPr>
            <p:sp>
              <p:nvSpPr>
                <p:cNvPr id="8114" name="شكل حر: شكل 9025">
                  <a:extLst>
                    <a:ext uri="{FF2B5EF4-FFF2-40B4-BE49-F238E27FC236}">
                      <a16:creationId xmlns:a16="http://schemas.microsoft.com/office/drawing/2014/main" id="{412353CB-F293-DCE6-0085-3A428432324D}"/>
                    </a:ext>
                  </a:extLst>
                </p:cNvPr>
                <p:cNvSpPr/>
                <p:nvPr/>
              </p:nvSpPr>
              <p:spPr>
                <a:xfrm>
                  <a:off x="3092489" y="3312967"/>
                  <a:ext cx="40390" cy="40390"/>
                </a:xfrm>
                <a:custGeom>
                  <a:avLst/>
                  <a:gdLst>
                    <a:gd name="connsiteX0" fmla="*/ 40391 w 40390"/>
                    <a:gd name="connsiteY0" fmla="*/ 20195 h 40390"/>
                    <a:gd name="connsiteX1" fmla="*/ 20195 w 40390"/>
                    <a:gd name="connsiteY1" fmla="*/ 40391 h 40390"/>
                    <a:gd name="connsiteX2" fmla="*/ 0 w 40390"/>
                    <a:gd name="connsiteY2" fmla="*/ 20195 h 40390"/>
                    <a:gd name="connsiteX3" fmla="*/ 20195 w 40390"/>
                    <a:gd name="connsiteY3" fmla="*/ 0 h 40390"/>
                    <a:gd name="connsiteX4" fmla="*/ 40391 w 40390"/>
                    <a:gd name="connsiteY4" fmla="*/ 20195 h 40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90" h="40390">
                      <a:moveTo>
                        <a:pt x="40391" y="20195"/>
                      </a:moveTo>
                      <a:cubicBezTo>
                        <a:pt x="40391" y="31352"/>
                        <a:pt x="31352" y="40391"/>
                        <a:pt x="20195" y="40391"/>
                      </a:cubicBezTo>
                      <a:cubicBezTo>
                        <a:pt x="9039" y="40391"/>
                        <a:pt x="0" y="31352"/>
                        <a:pt x="0" y="20195"/>
                      </a:cubicBezTo>
                      <a:cubicBezTo>
                        <a:pt x="0" y="9038"/>
                        <a:pt x="9039" y="0"/>
                        <a:pt x="20195" y="0"/>
                      </a:cubicBezTo>
                      <a:cubicBezTo>
                        <a:pt x="31352" y="0"/>
                        <a:pt x="40391" y="9038"/>
                        <a:pt x="40391" y="20195"/>
                      </a:cubicBezTo>
                      <a:close/>
                    </a:path>
                  </a:pathLst>
                </a:custGeom>
                <a:noFill/>
                <a:ln w="8472" cap="flat">
                  <a:solidFill>
                    <a:srgbClr val="01355A"/>
                  </a:solidFill>
                  <a:prstDash val="solid"/>
                  <a:miter/>
                </a:ln>
              </p:spPr>
              <p:txBody>
                <a:bodyPr rtlCol="1" anchor="ctr"/>
                <a:lstStyle/>
                <a:p>
                  <a:endParaRPr lang="ar-SA"/>
                </a:p>
              </p:txBody>
            </p:sp>
            <p:sp>
              <p:nvSpPr>
                <p:cNvPr id="8115" name="شكل حر: شكل 9026">
                  <a:extLst>
                    <a:ext uri="{FF2B5EF4-FFF2-40B4-BE49-F238E27FC236}">
                      <a16:creationId xmlns:a16="http://schemas.microsoft.com/office/drawing/2014/main" id="{DD84D29B-1EF0-54C7-1327-FE78B4706952}"/>
                    </a:ext>
                  </a:extLst>
                </p:cNvPr>
                <p:cNvSpPr/>
                <p:nvPr/>
              </p:nvSpPr>
              <p:spPr>
                <a:xfrm>
                  <a:off x="3144602" y="3312967"/>
                  <a:ext cx="20195" cy="40390"/>
                </a:xfrm>
                <a:custGeom>
                  <a:avLst/>
                  <a:gdLst>
                    <a:gd name="connsiteX0" fmla="*/ 0 w 20195"/>
                    <a:gd name="connsiteY0" fmla="*/ 0 h 40390"/>
                    <a:gd name="connsiteX1" fmla="*/ 20195 w 20195"/>
                    <a:gd name="connsiteY1" fmla="*/ 20195 h 40390"/>
                    <a:gd name="connsiteX2" fmla="*/ 0 w 20195"/>
                    <a:gd name="connsiteY2" fmla="*/ 40391 h 40390"/>
                  </a:gdLst>
                  <a:ahLst/>
                  <a:cxnLst>
                    <a:cxn ang="0">
                      <a:pos x="connsiteX0" y="connsiteY0"/>
                    </a:cxn>
                    <a:cxn ang="0">
                      <a:pos x="connsiteX1" y="connsiteY1"/>
                    </a:cxn>
                    <a:cxn ang="0">
                      <a:pos x="connsiteX2" y="connsiteY2"/>
                    </a:cxn>
                  </a:cxnLst>
                  <a:rect l="l" t="t" r="r" b="b"/>
                  <a:pathLst>
                    <a:path w="20195" h="40390">
                      <a:moveTo>
                        <a:pt x="0" y="0"/>
                      </a:moveTo>
                      <a:cubicBezTo>
                        <a:pt x="11157" y="0"/>
                        <a:pt x="20195" y="9038"/>
                        <a:pt x="20195" y="20195"/>
                      </a:cubicBezTo>
                      <a:cubicBezTo>
                        <a:pt x="20195" y="31352"/>
                        <a:pt x="11157" y="40391"/>
                        <a:pt x="0" y="40391"/>
                      </a:cubicBezTo>
                    </a:path>
                  </a:pathLst>
                </a:custGeom>
                <a:noFill/>
                <a:ln w="8472" cap="flat">
                  <a:solidFill>
                    <a:srgbClr val="01355A"/>
                  </a:solidFill>
                  <a:prstDash val="solid"/>
                  <a:miter/>
                </a:ln>
              </p:spPr>
              <p:txBody>
                <a:bodyPr rtlCol="1" anchor="ctr"/>
                <a:lstStyle/>
                <a:p>
                  <a:endParaRPr lang="ar-SA"/>
                </a:p>
              </p:txBody>
            </p:sp>
          </p:grpSp>
          <p:sp>
            <p:nvSpPr>
              <p:cNvPr id="8113" name="شكل حر: شكل 9027">
                <a:extLst>
                  <a:ext uri="{FF2B5EF4-FFF2-40B4-BE49-F238E27FC236}">
                    <a16:creationId xmlns:a16="http://schemas.microsoft.com/office/drawing/2014/main" id="{61143240-5501-AA81-472E-C433FC99A189}"/>
                  </a:ext>
                </a:extLst>
              </p:cNvPr>
              <p:cNvSpPr/>
              <p:nvPr/>
            </p:nvSpPr>
            <p:spPr>
              <a:xfrm>
                <a:off x="3052522" y="3410583"/>
                <a:ext cx="152243" cy="2824"/>
              </a:xfrm>
              <a:custGeom>
                <a:avLst/>
                <a:gdLst>
                  <a:gd name="connsiteX0" fmla="*/ 0 w 152243"/>
                  <a:gd name="connsiteY0" fmla="*/ 0 h 2824"/>
                  <a:gd name="connsiteX1" fmla="*/ 152243 w 152243"/>
                  <a:gd name="connsiteY1" fmla="*/ 0 h 2824"/>
                </a:gdLst>
                <a:ahLst/>
                <a:cxnLst>
                  <a:cxn ang="0">
                    <a:pos x="connsiteX0" y="connsiteY0"/>
                  </a:cxn>
                  <a:cxn ang="0">
                    <a:pos x="connsiteX1" y="connsiteY1"/>
                  </a:cxn>
                </a:cxnLst>
                <a:rect l="l" t="t" r="r" b="b"/>
                <a:pathLst>
                  <a:path w="152243" h="2824">
                    <a:moveTo>
                      <a:pt x="0" y="0"/>
                    </a:moveTo>
                    <a:lnTo>
                      <a:pt x="152243" y="0"/>
                    </a:lnTo>
                  </a:path>
                </a:pathLst>
              </a:custGeom>
              <a:ln w="8472" cap="flat">
                <a:solidFill>
                  <a:srgbClr val="01355A"/>
                </a:solidFill>
                <a:prstDash val="solid"/>
                <a:miter/>
              </a:ln>
            </p:spPr>
            <p:txBody>
              <a:bodyPr rtlCol="1" anchor="ctr"/>
              <a:lstStyle/>
              <a:p>
                <a:endParaRPr lang="ar-SA"/>
              </a:p>
            </p:txBody>
          </p:sp>
        </p:grpSp>
        <p:grpSp>
          <p:nvGrpSpPr>
            <p:cNvPr id="8096" name="رسم 8014">
              <a:extLst>
                <a:ext uri="{FF2B5EF4-FFF2-40B4-BE49-F238E27FC236}">
                  <a16:creationId xmlns:a16="http://schemas.microsoft.com/office/drawing/2014/main" id="{AB98FF2C-FAEC-B20B-6F30-CB4ED67502A7}"/>
                </a:ext>
              </a:extLst>
            </p:cNvPr>
            <p:cNvGrpSpPr/>
            <p:nvPr/>
          </p:nvGrpSpPr>
          <p:grpSpPr>
            <a:xfrm>
              <a:off x="3224706" y="3496563"/>
              <a:ext cx="134617" cy="186081"/>
              <a:chOff x="3224706" y="3496563"/>
              <a:chExt cx="134617" cy="186081"/>
            </a:xfrm>
            <a:noFill/>
          </p:grpSpPr>
          <p:sp>
            <p:nvSpPr>
              <p:cNvPr id="8097" name="شكل حر: شكل 9029">
                <a:extLst>
                  <a:ext uri="{FF2B5EF4-FFF2-40B4-BE49-F238E27FC236}">
                    <a16:creationId xmlns:a16="http://schemas.microsoft.com/office/drawing/2014/main" id="{5CDDFEFF-0C50-455A-FAEC-CC841C43BB34}"/>
                  </a:ext>
                </a:extLst>
              </p:cNvPr>
              <p:cNvSpPr/>
              <p:nvPr/>
            </p:nvSpPr>
            <p:spPr>
              <a:xfrm>
                <a:off x="3224706" y="3496563"/>
                <a:ext cx="134617" cy="186081"/>
              </a:xfrm>
              <a:custGeom>
                <a:avLst/>
                <a:gdLst>
                  <a:gd name="connsiteX0" fmla="*/ 0 w 134617"/>
                  <a:gd name="connsiteY0" fmla="*/ 0 h 186081"/>
                  <a:gd name="connsiteX1" fmla="*/ 134618 w 134617"/>
                  <a:gd name="connsiteY1" fmla="*/ 0 h 186081"/>
                  <a:gd name="connsiteX2" fmla="*/ 134618 w 134617"/>
                  <a:gd name="connsiteY2" fmla="*/ 186081 h 186081"/>
                  <a:gd name="connsiteX3" fmla="*/ 0 w 134617"/>
                  <a:gd name="connsiteY3" fmla="*/ 186081 h 186081"/>
                </a:gdLst>
                <a:ahLst/>
                <a:cxnLst>
                  <a:cxn ang="0">
                    <a:pos x="connsiteX0" y="connsiteY0"/>
                  </a:cxn>
                  <a:cxn ang="0">
                    <a:pos x="connsiteX1" y="connsiteY1"/>
                  </a:cxn>
                  <a:cxn ang="0">
                    <a:pos x="connsiteX2" y="connsiteY2"/>
                  </a:cxn>
                  <a:cxn ang="0">
                    <a:pos x="connsiteX3" y="connsiteY3"/>
                  </a:cxn>
                </a:cxnLst>
                <a:rect l="l" t="t" r="r" b="b"/>
                <a:pathLst>
                  <a:path w="134617" h="186081">
                    <a:moveTo>
                      <a:pt x="0" y="0"/>
                    </a:moveTo>
                    <a:lnTo>
                      <a:pt x="134618" y="0"/>
                    </a:lnTo>
                    <a:lnTo>
                      <a:pt x="134618" y="186081"/>
                    </a:lnTo>
                    <a:lnTo>
                      <a:pt x="0" y="186081"/>
                    </a:lnTo>
                    <a:close/>
                  </a:path>
                </a:pathLst>
              </a:custGeom>
              <a:noFill/>
              <a:ln w="8472" cap="flat">
                <a:solidFill>
                  <a:srgbClr val="17A3A3"/>
                </a:solidFill>
                <a:prstDash val="solid"/>
                <a:miter/>
              </a:ln>
            </p:spPr>
            <p:txBody>
              <a:bodyPr rtlCol="1" anchor="ctr"/>
              <a:lstStyle/>
              <a:p>
                <a:endParaRPr lang="ar-SA"/>
              </a:p>
            </p:txBody>
          </p:sp>
          <p:grpSp>
            <p:nvGrpSpPr>
              <p:cNvPr id="8098" name="رسم 8014">
                <a:extLst>
                  <a:ext uri="{FF2B5EF4-FFF2-40B4-BE49-F238E27FC236}">
                    <a16:creationId xmlns:a16="http://schemas.microsoft.com/office/drawing/2014/main" id="{0A9746B2-1A9E-1972-D801-197E979813E0}"/>
                  </a:ext>
                </a:extLst>
              </p:cNvPr>
              <p:cNvGrpSpPr/>
              <p:nvPr/>
            </p:nvGrpSpPr>
            <p:grpSpPr>
              <a:xfrm>
                <a:off x="3261764" y="3596071"/>
                <a:ext cx="60530" cy="45079"/>
                <a:chOff x="3261764" y="3596071"/>
                <a:chExt cx="60530" cy="45079"/>
              </a:xfrm>
            </p:grpSpPr>
            <p:sp>
              <p:nvSpPr>
                <p:cNvPr id="8099" name="شكل حر: شكل 9031">
                  <a:extLst>
                    <a:ext uri="{FF2B5EF4-FFF2-40B4-BE49-F238E27FC236}">
                      <a16:creationId xmlns:a16="http://schemas.microsoft.com/office/drawing/2014/main" id="{8963551E-FB7D-11B1-B2D1-6DCF5FD143B2}"/>
                    </a:ext>
                  </a:extLst>
                </p:cNvPr>
                <p:cNvSpPr/>
                <p:nvPr/>
              </p:nvSpPr>
              <p:spPr>
                <a:xfrm>
                  <a:off x="3261764" y="3596071"/>
                  <a:ext cx="9603" cy="2824"/>
                </a:xfrm>
                <a:custGeom>
                  <a:avLst/>
                  <a:gdLst>
                    <a:gd name="connsiteX0" fmla="*/ 0 w 9603"/>
                    <a:gd name="connsiteY0" fmla="*/ 0 h 2824"/>
                    <a:gd name="connsiteX1" fmla="*/ 9603 w 9603"/>
                    <a:gd name="connsiteY1" fmla="*/ 0 h 2824"/>
                  </a:gdLst>
                  <a:ahLst/>
                  <a:cxnLst>
                    <a:cxn ang="0">
                      <a:pos x="connsiteX0" y="connsiteY0"/>
                    </a:cxn>
                    <a:cxn ang="0">
                      <a:pos x="connsiteX1" y="connsiteY1"/>
                    </a:cxn>
                  </a:cxnLst>
                  <a:rect l="l" t="t" r="r" b="b"/>
                  <a:pathLst>
                    <a:path w="9603" h="2824">
                      <a:moveTo>
                        <a:pt x="0" y="0"/>
                      </a:moveTo>
                      <a:lnTo>
                        <a:pt x="9603" y="0"/>
                      </a:lnTo>
                    </a:path>
                  </a:pathLst>
                </a:custGeom>
                <a:ln w="8472" cap="flat">
                  <a:solidFill>
                    <a:srgbClr val="17A3A3"/>
                  </a:solidFill>
                  <a:prstDash val="solid"/>
                  <a:miter/>
                </a:ln>
              </p:spPr>
              <p:txBody>
                <a:bodyPr rtlCol="1" anchor="ctr"/>
                <a:lstStyle/>
                <a:p>
                  <a:endParaRPr lang="ar-SA"/>
                </a:p>
              </p:txBody>
            </p:sp>
            <p:sp>
              <p:nvSpPr>
                <p:cNvPr id="8100" name="شكل حر: شكل 9032">
                  <a:extLst>
                    <a:ext uri="{FF2B5EF4-FFF2-40B4-BE49-F238E27FC236}">
                      <a16:creationId xmlns:a16="http://schemas.microsoft.com/office/drawing/2014/main" id="{3D0B6DAD-5800-12D3-96FE-D30F592DF15F}"/>
                    </a:ext>
                  </a:extLst>
                </p:cNvPr>
                <p:cNvSpPr/>
                <p:nvPr/>
              </p:nvSpPr>
              <p:spPr>
                <a:xfrm>
                  <a:off x="3287214" y="3596071"/>
                  <a:ext cx="9631" cy="2824"/>
                </a:xfrm>
                <a:custGeom>
                  <a:avLst/>
                  <a:gdLst>
                    <a:gd name="connsiteX0" fmla="*/ 0 w 9631"/>
                    <a:gd name="connsiteY0" fmla="*/ 0 h 2824"/>
                    <a:gd name="connsiteX1" fmla="*/ 9632 w 9631"/>
                    <a:gd name="connsiteY1" fmla="*/ 0 h 2824"/>
                  </a:gdLst>
                  <a:ahLst/>
                  <a:cxnLst>
                    <a:cxn ang="0">
                      <a:pos x="connsiteX0" y="connsiteY0"/>
                    </a:cxn>
                    <a:cxn ang="0">
                      <a:pos x="connsiteX1" y="connsiteY1"/>
                    </a:cxn>
                  </a:cxnLst>
                  <a:rect l="l" t="t" r="r" b="b"/>
                  <a:pathLst>
                    <a:path w="9631" h="2824">
                      <a:moveTo>
                        <a:pt x="0" y="0"/>
                      </a:moveTo>
                      <a:lnTo>
                        <a:pt x="9632" y="0"/>
                      </a:lnTo>
                    </a:path>
                  </a:pathLst>
                </a:custGeom>
                <a:ln w="8472" cap="flat">
                  <a:solidFill>
                    <a:srgbClr val="17A3A3"/>
                  </a:solidFill>
                  <a:prstDash val="solid"/>
                  <a:miter/>
                </a:ln>
              </p:spPr>
              <p:txBody>
                <a:bodyPr rtlCol="1" anchor="ctr"/>
                <a:lstStyle/>
                <a:p>
                  <a:endParaRPr lang="ar-SA"/>
                </a:p>
              </p:txBody>
            </p:sp>
            <p:sp>
              <p:nvSpPr>
                <p:cNvPr id="8101" name="شكل حر: شكل 9033">
                  <a:extLst>
                    <a:ext uri="{FF2B5EF4-FFF2-40B4-BE49-F238E27FC236}">
                      <a16:creationId xmlns:a16="http://schemas.microsoft.com/office/drawing/2014/main" id="{71EC2E14-E843-ED4E-99A4-FC55CE4EEB0D}"/>
                    </a:ext>
                  </a:extLst>
                </p:cNvPr>
                <p:cNvSpPr/>
                <p:nvPr/>
              </p:nvSpPr>
              <p:spPr>
                <a:xfrm>
                  <a:off x="3312691" y="3596071"/>
                  <a:ext cx="9603" cy="2824"/>
                </a:xfrm>
                <a:custGeom>
                  <a:avLst/>
                  <a:gdLst>
                    <a:gd name="connsiteX0" fmla="*/ 0 w 9603"/>
                    <a:gd name="connsiteY0" fmla="*/ 0 h 2824"/>
                    <a:gd name="connsiteX1" fmla="*/ 9603 w 9603"/>
                    <a:gd name="connsiteY1" fmla="*/ 0 h 2824"/>
                  </a:gdLst>
                  <a:ahLst/>
                  <a:cxnLst>
                    <a:cxn ang="0">
                      <a:pos x="connsiteX0" y="connsiteY0"/>
                    </a:cxn>
                    <a:cxn ang="0">
                      <a:pos x="connsiteX1" y="connsiteY1"/>
                    </a:cxn>
                  </a:cxnLst>
                  <a:rect l="l" t="t" r="r" b="b"/>
                  <a:pathLst>
                    <a:path w="9603" h="2824">
                      <a:moveTo>
                        <a:pt x="0" y="0"/>
                      </a:moveTo>
                      <a:lnTo>
                        <a:pt x="9603" y="0"/>
                      </a:lnTo>
                    </a:path>
                  </a:pathLst>
                </a:custGeom>
                <a:ln w="8472" cap="flat">
                  <a:solidFill>
                    <a:srgbClr val="17A3A3"/>
                  </a:solidFill>
                  <a:prstDash val="solid"/>
                  <a:miter/>
                </a:ln>
              </p:spPr>
              <p:txBody>
                <a:bodyPr rtlCol="1" anchor="ctr"/>
                <a:lstStyle/>
                <a:p>
                  <a:endParaRPr lang="ar-SA"/>
                </a:p>
              </p:txBody>
            </p:sp>
            <p:sp>
              <p:nvSpPr>
                <p:cNvPr id="8102" name="شكل حر: شكل 9034">
                  <a:extLst>
                    <a:ext uri="{FF2B5EF4-FFF2-40B4-BE49-F238E27FC236}">
                      <a16:creationId xmlns:a16="http://schemas.microsoft.com/office/drawing/2014/main" id="{DD1E9993-E927-B840-1833-C919CDE67D39}"/>
                    </a:ext>
                  </a:extLst>
                </p:cNvPr>
                <p:cNvSpPr/>
                <p:nvPr/>
              </p:nvSpPr>
              <p:spPr>
                <a:xfrm>
                  <a:off x="3261764" y="3618611"/>
                  <a:ext cx="9603" cy="2824"/>
                </a:xfrm>
                <a:custGeom>
                  <a:avLst/>
                  <a:gdLst>
                    <a:gd name="connsiteX0" fmla="*/ 0 w 9603"/>
                    <a:gd name="connsiteY0" fmla="*/ 0 h 2824"/>
                    <a:gd name="connsiteX1" fmla="*/ 9603 w 9603"/>
                    <a:gd name="connsiteY1" fmla="*/ 0 h 2824"/>
                  </a:gdLst>
                  <a:ahLst/>
                  <a:cxnLst>
                    <a:cxn ang="0">
                      <a:pos x="connsiteX0" y="connsiteY0"/>
                    </a:cxn>
                    <a:cxn ang="0">
                      <a:pos x="connsiteX1" y="connsiteY1"/>
                    </a:cxn>
                  </a:cxnLst>
                  <a:rect l="l" t="t" r="r" b="b"/>
                  <a:pathLst>
                    <a:path w="9603" h="2824">
                      <a:moveTo>
                        <a:pt x="0" y="0"/>
                      </a:moveTo>
                      <a:lnTo>
                        <a:pt x="9603" y="0"/>
                      </a:lnTo>
                    </a:path>
                  </a:pathLst>
                </a:custGeom>
                <a:ln w="8472" cap="flat">
                  <a:solidFill>
                    <a:srgbClr val="17A3A3"/>
                  </a:solidFill>
                  <a:prstDash val="solid"/>
                  <a:miter/>
                </a:ln>
              </p:spPr>
              <p:txBody>
                <a:bodyPr rtlCol="1" anchor="ctr"/>
                <a:lstStyle/>
                <a:p>
                  <a:endParaRPr lang="ar-SA"/>
                </a:p>
              </p:txBody>
            </p:sp>
            <p:sp>
              <p:nvSpPr>
                <p:cNvPr id="8103" name="شكل حر: شكل 9035">
                  <a:extLst>
                    <a:ext uri="{FF2B5EF4-FFF2-40B4-BE49-F238E27FC236}">
                      <a16:creationId xmlns:a16="http://schemas.microsoft.com/office/drawing/2014/main" id="{B34096D4-1D72-BC9C-FCA9-FB949BF9056C}"/>
                    </a:ext>
                  </a:extLst>
                </p:cNvPr>
                <p:cNvSpPr/>
                <p:nvPr/>
              </p:nvSpPr>
              <p:spPr>
                <a:xfrm>
                  <a:off x="3287214" y="3618611"/>
                  <a:ext cx="9631" cy="2824"/>
                </a:xfrm>
                <a:custGeom>
                  <a:avLst/>
                  <a:gdLst>
                    <a:gd name="connsiteX0" fmla="*/ 0 w 9631"/>
                    <a:gd name="connsiteY0" fmla="*/ 0 h 2824"/>
                    <a:gd name="connsiteX1" fmla="*/ 9632 w 9631"/>
                    <a:gd name="connsiteY1" fmla="*/ 0 h 2824"/>
                  </a:gdLst>
                  <a:ahLst/>
                  <a:cxnLst>
                    <a:cxn ang="0">
                      <a:pos x="connsiteX0" y="connsiteY0"/>
                    </a:cxn>
                    <a:cxn ang="0">
                      <a:pos x="connsiteX1" y="connsiteY1"/>
                    </a:cxn>
                  </a:cxnLst>
                  <a:rect l="l" t="t" r="r" b="b"/>
                  <a:pathLst>
                    <a:path w="9631" h="2824">
                      <a:moveTo>
                        <a:pt x="0" y="0"/>
                      </a:moveTo>
                      <a:lnTo>
                        <a:pt x="9632" y="0"/>
                      </a:lnTo>
                    </a:path>
                  </a:pathLst>
                </a:custGeom>
                <a:ln w="8472" cap="flat">
                  <a:solidFill>
                    <a:srgbClr val="17A3A3"/>
                  </a:solidFill>
                  <a:prstDash val="solid"/>
                  <a:miter/>
                </a:ln>
              </p:spPr>
              <p:txBody>
                <a:bodyPr rtlCol="1" anchor="ctr"/>
                <a:lstStyle/>
                <a:p>
                  <a:endParaRPr lang="ar-SA"/>
                </a:p>
              </p:txBody>
            </p:sp>
            <p:sp>
              <p:nvSpPr>
                <p:cNvPr id="8104" name="شكل حر: شكل 9036">
                  <a:extLst>
                    <a:ext uri="{FF2B5EF4-FFF2-40B4-BE49-F238E27FC236}">
                      <a16:creationId xmlns:a16="http://schemas.microsoft.com/office/drawing/2014/main" id="{3CF255F0-4592-A7E4-1B42-E4B4C0119EA7}"/>
                    </a:ext>
                  </a:extLst>
                </p:cNvPr>
                <p:cNvSpPr/>
                <p:nvPr/>
              </p:nvSpPr>
              <p:spPr>
                <a:xfrm>
                  <a:off x="3312691" y="3618611"/>
                  <a:ext cx="9603" cy="2824"/>
                </a:xfrm>
                <a:custGeom>
                  <a:avLst/>
                  <a:gdLst>
                    <a:gd name="connsiteX0" fmla="*/ 0 w 9603"/>
                    <a:gd name="connsiteY0" fmla="*/ 0 h 2824"/>
                    <a:gd name="connsiteX1" fmla="*/ 9603 w 9603"/>
                    <a:gd name="connsiteY1" fmla="*/ 0 h 2824"/>
                  </a:gdLst>
                  <a:ahLst/>
                  <a:cxnLst>
                    <a:cxn ang="0">
                      <a:pos x="connsiteX0" y="connsiteY0"/>
                    </a:cxn>
                    <a:cxn ang="0">
                      <a:pos x="connsiteX1" y="connsiteY1"/>
                    </a:cxn>
                  </a:cxnLst>
                  <a:rect l="l" t="t" r="r" b="b"/>
                  <a:pathLst>
                    <a:path w="9603" h="2824">
                      <a:moveTo>
                        <a:pt x="0" y="0"/>
                      </a:moveTo>
                      <a:lnTo>
                        <a:pt x="9603" y="0"/>
                      </a:lnTo>
                    </a:path>
                  </a:pathLst>
                </a:custGeom>
                <a:ln w="8472" cap="flat">
                  <a:solidFill>
                    <a:srgbClr val="17A3A3"/>
                  </a:solidFill>
                  <a:prstDash val="solid"/>
                  <a:miter/>
                </a:ln>
              </p:spPr>
              <p:txBody>
                <a:bodyPr rtlCol="1" anchor="ctr"/>
                <a:lstStyle/>
                <a:p>
                  <a:endParaRPr lang="ar-SA"/>
                </a:p>
              </p:txBody>
            </p:sp>
            <p:sp>
              <p:nvSpPr>
                <p:cNvPr id="8105" name="شكل حر: شكل 9037">
                  <a:extLst>
                    <a:ext uri="{FF2B5EF4-FFF2-40B4-BE49-F238E27FC236}">
                      <a16:creationId xmlns:a16="http://schemas.microsoft.com/office/drawing/2014/main" id="{FF2D97F2-1700-5999-6D97-838B724511D9}"/>
                    </a:ext>
                  </a:extLst>
                </p:cNvPr>
                <p:cNvSpPr/>
                <p:nvPr/>
              </p:nvSpPr>
              <p:spPr>
                <a:xfrm>
                  <a:off x="3261764" y="3641151"/>
                  <a:ext cx="9603" cy="2824"/>
                </a:xfrm>
                <a:custGeom>
                  <a:avLst/>
                  <a:gdLst>
                    <a:gd name="connsiteX0" fmla="*/ 0 w 9603"/>
                    <a:gd name="connsiteY0" fmla="*/ 0 h 2824"/>
                    <a:gd name="connsiteX1" fmla="*/ 9603 w 9603"/>
                    <a:gd name="connsiteY1" fmla="*/ 0 h 2824"/>
                  </a:gdLst>
                  <a:ahLst/>
                  <a:cxnLst>
                    <a:cxn ang="0">
                      <a:pos x="connsiteX0" y="connsiteY0"/>
                    </a:cxn>
                    <a:cxn ang="0">
                      <a:pos x="connsiteX1" y="connsiteY1"/>
                    </a:cxn>
                  </a:cxnLst>
                  <a:rect l="l" t="t" r="r" b="b"/>
                  <a:pathLst>
                    <a:path w="9603" h="2824">
                      <a:moveTo>
                        <a:pt x="0" y="0"/>
                      </a:moveTo>
                      <a:lnTo>
                        <a:pt x="9603" y="0"/>
                      </a:lnTo>
                    </a:path>
                  </a:pathLst>
                </a:custGeom>
                <a:ln w="8472" cap="flat">
                  <a:solidFill>
                    <a:srgbClr val="17A3A3"/>
                  </a:solidFill>
                  <a:prstDash val="solid"/>
                  <a:miter/>
                </a:ln>
              </p:spPr>
              <p:txBody>
                <a:bodyPr rtlCol="1" anchor="ctr"/>
                <a:lstStyle/>
                <a:p>
                  <a:endParaRPr lang="ar-SA"/>
                </a:p>
              </p:txBody>
            </p:sp>
            <p:sp>
              <p:nvSpPr>
                <p:cNvPr id="8106" name="شكل حر: شكل 9038">
                  <a:extLst>
                    <a:ext uri="{FF2B5EF4-FFF2-40B4-BE49-F238E27FC236}">
                      <a16:creationId xmlns:a16="http://schemas.microsoft.com/office/drawing/2014/main" id="{C3344519-9475-18A7-5184-883E93C74174}"/>
                    </a:ext>
                  </a:extLst>
                </p:cNvPr>
                <p:cNvSpPr/>
                <p:nvPr/>
              </p:nvSpPr>
              <p:spPr>
                <a:xfrm>
                  <a:off x="3287214" y="3641151"/>
                  <a:ext cx="9631" cy="2824"/>
                </a:xfrm>
                <a:custGeom>
                  <a:avLst/>
                  <a:gdLst>
                    <a:gd name="connsiteX0" fmla="*/ 0 w 9631"/>
                    <a:gd name="connsiteY0" fmla="*/ 0 h 2824"/>
                    <a:gd name="connsiteX1" fmla="*/ 9632 w 9631"/>
                    <a:gd name="connsiteY1" fmla="*/ 0 h 2824"/>
                  </a:gdLst>
                  <a:ahLst/>
                  <a:cxnLst>
                    <a:cxn ang="0">
                      <a:pos x="connsiteX0" y="connsiteY0"/>
                    </a:cxn>
                    <a:cxn ang="0">
                      <a:pos x="connsiteX1" y="connsiteY1"/>
                    </a:cxn>
                  </a:cxnLst>
                  <a:rect l="l" t="t" r="r" b="b"/>
                  <a:pathLst>
                    <a:path w="9631" h="2824">
                      <a:moveTo>
                        <a:pt x="0" y="0"/>
                      </a:moveTo>
                      <a:lnTo>
                        <a:pt x="9632" y="0"/>
                      </a:lnTo>
                    </a:path>
                  </a:pathLst>
                </a:custGeom>
                <a:ln w="8472" cap="flat">
                  <a:solidFill>
                    <a:srgbClr val="17A3A3"/>
                  </a:solidFill>
                  <a:prstDash val="solid"/>
                  <a:miter/>
                </a:ln>
              </p:spPr>
              <p:txBody>
                <a:bodyPr rtlCol="1" anchor="ctr"/>
                <a:lstStyle/>
                <a:p>
                  <a:endParaRPr lang="ar-SA"/>
                </a:p>
              </p:txBody>
            </p:sp>
            <p:sp>
              <p:nvSpPr>
                <p:cNvPr id="8107" name="شكل حر: شكل 9039">
                  <a:extLst>
                    <a:ext uri="{FF2B5EF4-FFF2-40B4-BE49-F238E27FC236}">
                      <a16:creationId xmlns:a16="http://schemas.microsoft.com/office/drawing/2014/main" id="{FF8D99ED-E1A0-EF3C-637B-76CBC956765D}"/>
                    </a:ext>
                  </a:extLst>
                </p:cNvPr>
                <p:cNvSpPr/>
                <p:nvPr/>
              </p:nvSpPr>
              <p:spPr>
                <a:xfrm>
                  <a:off x="3312691" y="3641151"/>
                  <a:ext cx="9603" cy="2824"/>
                </a:xfrm>
                <a:custGeom>
                  <a:avLst/>
                  <a:gdLst>
                    <a:gd name="connsiteX0" fmla="*/ 0 w 9603"/>
                    <a:gd name="connsiteY0" fmla="*/ 0 h 2824"/>
                    <a:gd name="connsiteX1" fmla="*/ 9603 w 9603"/>
                    <a:gd name="connsiteY1" fmla="*/ 0 h 2824"/>
                  </a:gdLst>
                  <a:ahLst/>
                  <a:cxnLst>
                    <a:cxn ang="0">
                      <a:pos x="connsiteX0" y="connsiteY0"/>
                    </a:cxn>
                    <a:cxn ang="0">
                      <a:pos x="connsiteX1" y="connsiteY1"/>
                    </a:cxn>
                  </a:cxnLst>
                  <a:rect l="l" t="t" r="r" b="b"/>
                  <a:pathLst>
                    <a:path w="9603" h="2824">
                      <a:moveTo>
                        <a:pt x="0" y="0"/>
                      </a:moveTo>
                      <a:lnTo>
                        <a:pt x="9603" y="0"/>
                      </a:lnTo>
                    </a:path>
                  </a:pathLst>
                </a:custGeom>
                <a:ln w="8472" cap="flat">
                  <a:solidFill>
                    <a:srgbClr val="17A3A3"/>
                  </a:solidFill>
                  <a:prstDash val="solid"/>
                  <a:miter/>
                </a:ln>
              </p:spPr>
              <p:txBody>
                <a:bodyPr rtlCol="1" anchor="ctr"/>
                <a:lstStyle/>
                <a:p>
                  <a:endParaRPr lang="ar-SA"/>
                </a:p>
              </p:txBody>
            </p:sp>
          </p:grpSp>
        </p:grpSp>
      </p:grpSp>
      <p:grpSp>
        <p:nvGrpSpPr>
          <p:cNvPr id="8119" name="رسم 8014">
            <a:extLst>
              <a:ext uri="{FF2B5EF4-FFF2-40B4-BE49-F238E27FC236}">
                <a16:creationId xmlns:a16="http://schemas.microsoft.com/office/drawing/2014/main" id="{0205BD88-C510-7A82-5C9B-7E3F90AAF493}"/>
              </a:ext>
            </a:extLst>
          </p:cNvPr>
          <p:cNvGrpSpPr/>
          <p:nvPr/>
        </p:nvGrpSpPr>
        <p:grpSpPr>
          <a:xfrm>
            <a:off x="1975416" y="3659866"/>
            <a:ext cx="277043" cy="268512"/>
            <a:chOff x="1442643" y="2827992"/>
            <a:chExt cx="331149" cy="340668"/>
          </a:xfrm>
          <a:noFill/>
        </p:grpSpPr>
        <p:sp>
          <p:nvSpPr>
            <p:cNvPr id="8120" name="شكل حر: شكل 9064">
              <a:extLst>
                <a:ext uri="{FF2B5EF4-FFF2-40B4-BE49-F238E27FC236}">
                  <a16:creationId xmlns:a16="http://schemas.microsoft.com/office/drawing/2014/main" id="{C47D66A3-F739-2A97-9AD7-71C34EFE83DB}"/>
                </a:ext>
              </a:extLst>
            </p:cNvPr>
            <p:cNvSpPr/>
            <p:nvPr/>
          </p:nvSpPr>
          <p:spPr>
            <a:xfrm>
              <a:off x="1611382" y="3099149"/>
              <a:ext cx="5197" cy="5253"/>
            </a:xfrm>
            <a:custGeom>
              <a:avLst/>
              <a:gdLst>
                <a:gd name="connsiteX0" fmla="*/ 5197 w 5197"/>
                <a:gd name="connsiteY0" fmla="*/ 2627 h 5253"/>
                <a:gd name="connsiteX1" fmla="*/ 2599 w 5197"/>
                <a:gd name="connsiteY1" fmla="*/ 5254 h 5253"/>
                <a:gd name="connsiteX2" fmla="*/ 0 w 5197"/>
                <a:gd name="connsiteY2" fmla="*/ 2627 h 5253"/>
                <a:gd name="connsiteX3" fmla="*/ 2599 w 5197"/>
                <a:gd name="connsiteY3" fmla="*/ 0 h 5253"/>
                <a:gd name="connsiteX4" fmla="*/ 5197 w 5197"/>
                <a:gd name="connsiteY4" fmla="*/ 2627 h 5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7" h="5253">
                  <a:moveTo>
                    <a:pt x="5197" y="2627"/>
                  </a:moveTo>
                  <a:cubicBezTo>
                    <a:pt x="5197" y="4068"/>
                    <a:pt x="4039" y="5254"/>
                    <a:pt x="2599" y="5254"/>
                  </a:cubicBezTo>
                  <a:cubicBezTo>
                    <a:pt x="1158" y="5254"/>
                    <a:pt x="0" y="4096"/>
                    <a:pt x="0" y="2627"/>
                  </a:cubicBezTo>
                  <a:cubicBezTo>
                    <a:pt x="0" y="1158"/>
                    <a:pt x="1158" y="0"/>
                    <a:pt x="2599" y="0"/>
                  </a:cubicBezTo>
                  <a:cubicBezTo>
                    <a:pt x="4039" y="0"/>
                    <a:pt x="5197" y="1158"/>
                    <a:pt x="5197" y="2627"/>
                  </a:cubicBezTo>
                  <a:close/>
                </a:path>
              </a:pathLst>
            </a:custGeom>
            <a:noFill/>
            <a:ln w="8472" cap="flat">
              <a:solidFill>
                <a:srgbClr val="01355A"/>
              </a:solidFill>
              <a:prstDash val="solid"/>
              <a:miter/>
            </a:ln>
          </p:spPr>
          <p:txBody>
            <a:bodyPr rtlCol="1" anchor="ctr"/>
            <a:lstStyle/>
            <a:p>
              <a:endParaRPr lang="ar-SA"/>
            </a:p>
          </p:txBody>
        </p:sp>
        <p:sp>
          <p:nvSpPr>
            <p:cNvPr id="8121" name="شكل حر: شكل 9065">
              <a:extLst>
                <a:ext uri="{FF2B5EF4-FFF2-40B4-BE49-F238E27FC236}">
                  <a16:creationId xmlns:a16="http://schemas.microsoft.com/office/drawing/2014/main" id="{2F8B48FF-20AB-AF06-DD2F-94A275907AF0}"/>
                </a:ext>
              </a:extLst>
            </p:cNvPr>
            <p:cNvSpPr/>
            <p:nvPr/>
          </p:nvSpPr>
          <p:spPr>
            <a:xfrm>
              <a:off x="1546249" y="3118243"/>
              <a:ext cx="135491" cy="50418"/>
            </a:xfrm>
            <a:custGeom>
              <a:avLst/>
              <a:gdLst>
                <a:gd name="connsiteX0" fmla="*/ 67732 w 135491"/>
                <a:gd name="connsiteY0" fmla="*/ 0 h 50418"/>
                <a:gd name="connsiteX1" fmla="*/ 114534 w 135491"/>
                <a:gd name="connsiteY1" fmla="*/ 0 h 50418"/>
                <a:gd name="connsiteX2" fmla="*/ 115777 w 135491"/>
                <a:gd name="connsiteY2" fmla="*/ 23698 h 50418"/>
                <a:gd name="connsiteX3" fmla="*/ 133995 w 135491"/>
                <a:gd name="connsiteY3" fmla="*/ 45701 h 50418"/>
                <a:gd name="connsiteX4" fmla="*/ 133995 w 135491"/>
                <a:gd name="connsiteY4" fmla="*/ 45701 h 50418"/>
                <a:gd name="connsiteX5" fmla="*/ 132188 w 135491"/>
                <a:gd name="connsiteY5" fmla="*/ 50418 h 50418"/>
                <a:gd name="connsiteX6" fmla="*/ 3304 w 135491"/>
                <a:gd name="connsiteY6" fmla="*/ 50418 h 50418"/>
                <a:gd name="connsiteX7" fmla="*/ 1496 w 135491"/>
                <a:gd name="connsiteY7" fmla="*/ 45701 h 50418"/>
                <a:gd name="connsiteX8" fmla="*/ 1496 w 135491"/>
                <a:gd name="connsiteY8" fmla="*/ 45701 h 50418"/>
                <a:gd name="connsiteX9" fmla="*/ 19714 w 135491"/>
                <a:gd name="connsiteY9" fmla="*/ 23698 h 50418"/>
                <a:gd name="connsiteX10" fmla="*/ 20957 w 135491"/>
                <a:gd name="connsiteY10" fmla="*/ 0 h 50418"/>
                <a:gd name="connsiteX11" fmla="*/ 67760 w 135491"/>
                <a:gd name="connsiteY11" fmla="*/ 0 h 50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491" h="50418">
                  <a:moveTo>
                    <a:pt x="67732" y="0"/>
                  </a:moveTo>
                  <a:lnTo>
                    <a:pt x="114534" y="0"/>
                  </a:lnTo>
                  <a:cubicBezTo>
                    <a:pt x="114534" y="0"/>
                    <a:pt x="113433" y="11948"/>
                    <a:pt x="115777" y="23698"/>
                  </a:cubicBezTo>
                  <a:cubicBezTo>
                    <a:pt x="117585" y="32708"/>
                    <a:pt x="124194" y="40674"/>
                    <a:pt x="133995" y="45701"/>
                  </a:cubicBezTo>
                  <a:lnTo>
                    <a:pt x="133995" y="45701"/>
                  </a:lnTo>
                  <a:cubicBezTo>
                    <a:pt x="136735" y="47114"/>
                    <a:pt x="135464" y="50418"/>
                    <a:pt x="132188" y="50418"/>
                  </a:cubicBezTo>
                  <a:lnTo>
                    <a:pt x="3304" y="50418"/>
                  </a:lnTo>
                  <a:cubicBezTo>
                    <a:pt x="27" y="50418"/>
                    <a:pt x="-1244" y="47114"/>
                    <a:pt x="1496" y="45701"/>
                  </a:cubicBezTo>
                  <a:lnTo>
                    <a:pt x="1496" y="45701"/>
                  </a:lnTo>
                  <a:cubicBezTo>
                    <a:pt x="11297" y="40674"/>
                    <a:pt x="17907" y="32708"/>
                    <a:pt x="19714" y="23698"/>
                  </a:cubicBezTo>
                  <a:cubicBezTo>
                    <a:pt x="22059" y="11948"/>
                    <a:pt x="20957" y="0"/>
                    <a:pt x="20957" y="0"/>
                  </a:cubicBezTo>
                  <a:lnTo>
                    <a:pt x="67760" y="0"/>
                  </a:lnTo>
                  <a:close/>
                </a:path>
              </a:pathLst>
            </a:custGeom>
            <a:noFill/>
            <a:ln w="8472" cap="flat">
              <a:solidFill>
                <a:srgbClr val="01355A"/>
              </a:solidFill>
              <a:prstDash val="solid"/>
              <a:miter/>
            </a:ln>
          </p:spPr>
          <p:txBody>
            <a:bodyPr rtlCol="1" anchor="ctr"/>
            <a:lstStyle/>
            <a:p>
              <a:endParaRPr lang="ar-SA"/>
            </a:p>
          </p:txBody>
        </p:sp>
        <p:sp>
          <p:nvSpPr>
            <p:cNvPr id="8122" name="شكل حر: شكل 9066">
              <a:extLst>
                <a:ext uri="{FF2B5EF4-FFF2-40B4-BE49-F238E27FC236}">
                  <a16:creationId xmlns:a16="http://schemas.microsoft.com/office/drawing/2014/main" id="{DAC335CF-B168-14ED-30BA-5B82F6EB7B8A}"/>
                </a:ext>
              </a:extLst>
            </p:cNvPr>
            <p:cNvSpPr/>
            <p:nvPr/>
          </p:nvSpPr>
          <p:spPr>
            <a:xfrm>
              <a:off x="1442643" y="2907786"/>
              <a:ext cx="331149" cy="210428"/>
            </a:xfrm>
            <a:custGeom>
              <a:avLst/>
              <a:gdLst>
                <a:gd name="connsiteX0" fmla="*/ 256441 w 331149"/>
                <a:gd name="connsiteY0" fmla="*/ 0 h 210428"/>
                <a:gd name="connsiteX1" fmla="*/ 316180 w 331149"/>
                <a:gd name="connsiteY1" fmla="*/ 0 h 210428"/>
                <a:gd name="connsiteX2" fmla="*/ 331150 w 331149"/>
                <a:gd name="connsiteY2" fmla="*/ 14970 h 210428"/>
                <a:gd name="connsiteX3" fmla="*/ 331150 w 331149"/>
                <a:gd name="connsiteY3" fmla="*/ 195459 h 210428"/>
                <a:gd name="connsiteX4" fmla="*/ 316180 w 331149"/>
                <a:gd name="connsiteY4" fmla="*/ 210429 h 210428"/>
                <a:gd name="connsiteX5" fmla="*/ 14970 w 331149"/>
                <a:gd name="connsiteY5" fmla="*/ 210429 h 210428"/>
                <a:gd name="connsiteX6" fmla="*/ 0 w 331149"/>
                <a:gd name="connsiteY6" fmla="*/ 195459 h 210428"/>
                <a:gd name="connsiteX7" fmla="*/ 0 w 331149"/>
                <a:gd name="connsiteY7" fmla="*/ 14970 h 210428"/>
                <a:gd name="connsiteX8" fmla="*/ 14970 w 331149"/>
                <a:gd name="connsiteY8" fmla="*/ 0 h 210428"/>
                <a:gd name="connsiteX9" fmla="*/ 89030 w 331149"/>
                <a:gd name="connsiteY9" fmla="*/ 0 h 210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1149" h="210428">
                  <a:moveTo>
                    <a:pt x="256441" y="0"/>
                  </a:moveTo>
                  <a:lnTo>
                    <a:pt x="316180" y="0"/>
                  </a:lnTo>
                  <a:cubicBezTo>
                    <a:pt x="324456" y="0"/>
                    <a:pt x="331150" y="6694"/>
                    <a:pt x="331150" y="14970"/>
                  </a:cubicBezTo>
                  <a:lnTo>
                    <a:pt x="331150" y="195459"/>
                  </a:lnTo>
                  <a:cubicBezTo>
                    <a:pt x="331150" y="203735"/>
                    <a:pt x="324456" y="210429"/>
                    <a:pt x="316180" y="210429"/>
                  </a:cubicBezTo>
                  <a:lnTo>
                    <a:pt x="14970" y="210429"/>
                  </a:lnTo>
                  <a:cubicBezTo>
                    <a:pt x="6694" y="210429"/>
                    <a:pt x="0" y="203735"/>
                    <a:pt x="0" y="195459"/>
                  </a:cubicBezTo>
                  <a:lnTo>
                    <a:pt x="0" y="14970"/>
                  </a:lnTo>
                  <a:cubicBezTo>
                    <a:pt x="0" y="6694"/>
                    <a:pt x="6694" y="0"/>
                    <a:pt x="14970" y="0"/>
                  </a:cubicBezTo>
                  <a:lnTo>
                    <a:pt x="89030" y="0"/>
                  </a:lnTo>
                </a:path>
              </a:pathLst>
            </a:custGeom>
            <a:noFill/>
            <a:ln w="8472" cap="flat">
              <a:solidFill>
                <a:srgbClr val="01355A"/>
              </a:solidFill>
              <a:prstDash val="solid"/>
              <a:miter/>
            </a:ln>
          </p:spPr>
          <p:txBody>
            <a:bodyPr rtlCol="1" anchor="ctr"/>
            <a:lstStyle/>
            <a:p>
              <a:endParaRPr lang="ar-SA"/>
            </a:p>
          </p:txBody>
        </p:sp>
        <p:grpSp>
          <p:nvGrpSpPr>
            <p:cNvPr id="8123" name="رسم 8014">
              <a:extLst>
                <a:ext uri="{FF2B5EF4-FFF2-40B4-BE49-F238E27FC236}">
                  <a16:creationId xmlns:a16="http://schemas.microsoft.com/office/drawing/2014/main" id="{70F4F735-766A-590A-70B6-CE1A605A2609}"/>
                </a:ext>
              </a:extLst>
            </p:cNvPr>
            <p:cNvGrpSpPr/>
            <p:nvPr/>
          </p:nvGrpSpPr>
          <p:grpSpPr>
            <a:xfrm>
              <a:off x="1597937" y="2914282"/>
              <a:ext cx="26833" cy="68692"/>
              <a:chOff x="1597937" y="2914282"/>
              <a:chExt cx="26833" cy="68692"/>
            </a:xfrm>
            <a:noFill/>
          </p:grpSpPr>
          <p:sp>
            <p:nvSpPr>
              <p:cNvPr id="8130" name="شكل حر: شكل 9068">
                <a:extLst>
                  <a:ext uri="{FF2B5EF4-FFF2-40B4-BE49-F238E27FC236}">
                    <a16:creationId xmlns:a16="http://schemas.microsoft.com/office/drawing/2014/main" id="{CC591947-E752-76C2-4A77-938CD5A9BD45}"/>
                  </a:ext>
                </a:extLst>
              </p:cNvPr>
              <p:cNvSpPr/>
              <p:nvPr/>
            </p:nvSpPr>
            <p:spPr>
              <a:xfrm>
                <a:off x="1597937" y="2921739"/>
                <a:ext cx="26833" cy="53666"/>
              </a:xfrm>
              <a:custGeom>
                <a:avLst/>
                <a:gdLst>
                  <a:gd name="connsiteX0" fmla="*/ 0 w 26833"/>
                  <a:gd name="connsiteY0" fmla="*/ 40250 h 53666"/>
                  <a:gd name="connsiteX1" fmla="*/ 13417 w 26833"/>
                  <a:gd name="connsiteY1" fmla="*/ 53666 h 53666"/>
                  <a:gd name="connsiteX2" fmla="*/ 26833 w 26833"/>
                  <a:gd name="connsiteY2" fmla="*/ 40250 h 53666"/>
                  <a:gd name="connsiteX3" fmla="*/ 13417 w 26833"/>
                  <a:gd name="connsiteY3" fmla="*/ 26833 h 53666"/>
                  <a:gd name="connsiteX4" fmla="*/ 0 w 26833"/>
                  <a:gd name="connsiteY4" fmla="*/ 13417 h 53666"/>
                  <a:gd name="connsiteX5" fmla="*/ 13417 w 26833"/>
                  <a:gd name="connsiteY5" fmla="*/ 0 h 53666"/>
                  <a:gd name="connsiteX6" fmla="*/ 26833 w 26833"/>
                  <a:gd name="connsiteY6" fmla="*/ 13417 h 53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833" h="53666">
                    <a:moveTo>
                      <a:pt x="0" y="40250"/>
                    </a:moveTo>
                    <a:cubicBezTo>
                      <a:pt x="0" y="47650"/>
                      <a:pt x="6016" y="53666"/>
                      <a:pt x="13417" y="53666"/>
                    </a:cubicBezTo>
                    <a:cubicBezTo>
                      <a:pt x="20817" y="53666"/>
                      <a:pt x="26833" y="47650"/>
                      <a:pt x="26833" y="40250"/>
                    </a:cubicBezTo>
                    <a:cubicBezTo>
                      <a:pt x="26833" y="32849"/>
                      <a:pt x="21325" y="29403"/>
                      <a:pt x="13417" y="26833"/>
                    </a:cubicBezTo>
                    <a:cubicBezTo>
                      <a:pt x="6384" y="24545"/>
                      <a:pt x="0" y="20817"/>
                      <a:pt x="0" y="13417"/>
                    </a:cubicBezTo>
                    <a:cubicBezTo>
                      <a:pt x="0" y="6016"/>
                      <a:pt x="6016" y="0"/>
                      <a:pt x="13417" y="0"/>
                    </a:cubicBezTo>
                    <a:cubicBezTo>
                      <a:pt x="20817" y="0"/>
                      <a:pt x="26833" y="6016"/>
                      <a:pt x="26833" y="13417"/>
                    </a:cubicBezTo>
                  </a:path>
                </a:pathLst>
              </a:custGeom>
              <a:noFill/>
              <a:ln w="8472" cap="flat">
                <a:solidFill>
                  <a:srgbClr val="17A3A3"/>
                </a:solidFill>
                <a:prstDash val="solid"/>
                <a:miter/>
              </a:ln>
            </p:spPr>
            <p:txBody>
              <a:bodyPr rtlCol="1" anchor="ctr"/>
              <a:lstStyle/>
              <a:p>
                <a:endParaRPr lang="ar-SA"/>
              </a:p>
            </p:txBody>
          </p:sp>
          <p:sp>
            <p:nvSpPr>
              <p:cNvPr id="8131" name="شكل حر: شكل 9069">
                <a:extLst>
                  <a:ext uri="{FF2B5EF4-FFF2-40B4-BE49-F238E27FC236}">
                    <a16:creationId xmlns:a16="http://schemas.microsoft.com/office/drawing/2014/main" id="{C664493D-2B45-529D-9635-788667FAC343}"/>
                  </a:ext>
                </a:extLst>
              </p:cNvPr>
              <p:cNvSpPr/>
              <p:nvPr/>
            </p:nvSpPr>
            <p:spPr>
              <a:xfrm>
                <a:off x="1611354" y="2914282"/>
                <a:ext cx="2824" cy="7569"/>
              </a:xfrm>
              <a:custGeom>
                <a:avLst/>
                <a:gdLst>
                  <a:gd name="connsiteX0" fmla="*/ 0 w 2824"/>
                  <a:gd name="connsiteY0" fmla="*/ 0 h 7569"/>
                  <a:gd name="connsiteX1" fmla="*/ 0 w 2824"/>
                  <a:gd name="connsiteY1" fmla="*/ 7570 h 7569"/>
                </a:gdLst>
                <a:ahLst/>
                <a:cxnLst>
                  <a:cxn ang="0">
                    <a:pos x="connsiteX0" y="connsiteY0"/>
                  </a:cxn>
                  <a:cxn ang="0">
                    <a:pos x="connsiteX1" y="connsiteY1"/>
                  </a:cxn>
                </a:cxnLst>
                <a:rect l="l" t="t" r="r" b="b"/>
                <a:pathLst>
                  <a:path w="2824" h="7569">
                    <a:moveTo>
                      <a:pt x="0" y="0"/>
                    </a:moveTo>
                    <a:lnTo>
                      <a:pt x="0" y="7570"/>
                    </a:lnTo>
                  </a:path>
                </a:pathLst>
              </a:custGeom>
              <a:ln w="8472" cap="flat">
                <a:solidFill>
                  <a:srgbClr val="17A3A3"/>
                </a:solidFill>
                <a:prstDash val="solid"/>
                <a:miter/>
              </a:ln>
            </p:spPr>
            <p:txBody>
              <a:bodyPr rtlCol="1" anchor="ctr"/>
              <a:lstStyle/>
              <a:p>
                <a:endParaRPr lang="ar-SA"/>
              </a:p>
            </p:txBody>
          </p:sp>
          <p:sp>
            <p:nvSpPr>
              <p:cNvPr id="8132" name="شكل حر: شكل 9070">
                <a:extLst>
                  <a:ext uri="{FF2B5EF4-FFF2-40B4-BE49-F238E27FC236}">
                    <a16:creationId xmlns:a16="http://schemas.microsoft.com/office/drawing/2014/main" id="{7872D77D-CE3A-BB3A-4118-359555E5F049}"/>
                  </a:ext>
                </a:extLst>
              </p:cNvPr>
              <p:cNvSpPr/>
              <p:nvPr/>
            </p:nvSpPr>
            <p:spPr>
              <a:xfrm>
                <a:off x="1611354" y="2975406"/>
                <a:ext cx="2824" cy="7569"/>
              </a:xfrm>
              <a:custGeom>
                <a:avLst/>
                <a:gdLst>
                  <a:gd name="connsiteX0" fmla="*/ 0 w 2824"/>
                  <a:gd name="connsiteY0" fmla="*/ 0 h 7569"/>
                  <a:gd name="connsiteX1" fmla="*/ 0 w 2824"/>
                  <a:gd name="connsiteY1" fmla="*/ 7570 h 7569"/>
                </a:gdLst>
                <a:ahLst/>
                <a:cxnLst>
                  <a:cxn ang="0">
                    <a:pos x="connsiteX0" y="connsiteY0"/>
                  </a:cxn>
                  <a:cxn ang="0">
                    <a:pos x="connsiteX1" y="connsiteY1"/>
                  </a:cxn>
                </a:cxnLst>
                <a:rect l="l" t="t" r="r" b="b"/>
                <a:pathLst>
                  <a:path w="2824" h="7569">
                    <a:moveTo>
                      <a:pt x="0" y="0"/>
                    </a:moveTo>
                    <a:lnTo>
                      <a:pt x="0" y="7570"/>
                    </a:lnTo>
                  </a:path>
                </a:pathLst>
              </a:custGeom>
              <a:ln w="8472" cap="flat">
                <a:solidFill>
                  <a:srgbClr val="17A3A3"/>
                </a:solidFill>
                <a:prstDash val="solid"/>
                <a:miter/>
              </a:ln>
            </p:spPr>
            <p:txBody>
              <a:bodyPr rtlCol="1" anchor="ctr"/>
              <a:lstStyle/>
              <a:p>
                <a:endParaRPr lang="ar-SA"/>
              </a:p>
            </p:txBody>
          </p:sp>
        </p:grpSp>
        <p:grpSp>
          <p:nvGrpSpPr>
            <p:cNvPr id="8124" name="رسم 8014">
              <a:extLst>
                <a:ext uri="{FF2B5EF4-FFF2-40B4-BE49-F238E27FC236}">
                  <a16:creationId xmlns:a16="http://schemas.microsoft.com/office/drawing/2014/main" id="{97D8FDEF-17DB-07E1-8223-8DB227ACAEAA}"/>
                </a:ext>
              </a:extLst>
            </p:cNvPr>
            <p:cNvGrpSpPr/>
            <p:nvPr/>
          </p:nvGrpSpPr>
          <p:grpSpPr>
            <a:xfrm>
              <a:off x="1516505" y="2827992"/>
              <a:ext cx="197774" cy="180742"/>
              <a:chOff x="1516505" y="2827992"/>
              <a:chExt cx="197774" cy="180742"/>
            </a:xfrm>
            <a:noFill/>
          </p:grpSpPr>
          <p:sp>
            <p:nvSpPr>
              <p:cNvPr id="8125" name="شكل حر: شكل 9072">
                <a:extLst>
                  <a:ext uri="{FF2B5EF4-FFF2-40B4-BE49-F238E27FC236}">
                    <a16:creationId xmlns:a16="http://schemas.microsoft.com/office/drawing/2014/main" id="{A40E3793-6777-51D7-4F2F-3B3D2678691E}"/>
                  </a:ext>
                </a:extLst>
              </p:cNvPr>
              <p:cNvSpPr/>
              <p:nvPr/>
            </p:nvSpPr>
            <p:spPr>
              <a:xfrm>
                <a:off x="1568985" y="2885641"/>
                <a:ext cx="76291" cy="2824"/>
              </a:xfrm>
              <a:custGeom>
                <a:avLst/>
                <a:gdLst>
                  <a:gd name="connsiteX0" fmla="*/ 76291 w 76291"/>
                  <a:gd name="connsiteY0" fmla="*/ 0 h 2824"/>
                  <a:gd name="connsiteX1" fmla="*/ 0 w 76291"/>
                  <a:gd name="connsiteY1" fmla="*/ 0 h 2824"/>
                </a:gdLst>
                <a:ahLst/>
                <a:cxnLst>
                  <a:cxn ang="0">
                    <a:pos x="connsiteX0" y="connsiteY0"/>
                  </a:cxn>
                  <a:cxn ang="0">
                    <a:pos x="connsiteX1" y="connsiteY1"/>
                  </a:cxn>
                </a:cxnLst>
                <a:rect l="l" t="t" r="r" b="b"/>
                <a:pathLst>
                  <a:path w="76291" h="2824">
                    <a:moveTo>
                      <a:pt x="76291" y="0"/>
                    </a:moveTo>
                    <a:lnTo>
                      <a:pt x="0" y="0"/>
                    </a:lnTo>
                  </a:path>
                </a:pathLst>
              </a:custGeom>
              <a:ln w="8472" cap="flat">
                <a:solidFill>
                  <a:srgbClr val="17A3A3"/>
                </a:solidFill>
                <a:prstDash val="solid"/>
                <a:miter/>
              </a:ln>
            </p:spPr>
            <p:txBody>
              <a:bodyPr rtlCol="1" anchor="ctr"/>
              <a:lstStyle/>
              <a:p>
                <a:endParaRPr lang="ar-SA"/>
              </a:p>
            </p:txBody>
          </p:sp>
          <p:sp>
            <p:nvSpPr>
              <p:cNvPr id="8126" name="شكل حر: شكل 9073">
                <a:extLst>
                  <a:ext uri="{FF2B5EF4-FFF2-40B4-BE49-F238E27FC236}">
                    <a16:creationId xmlns:a16="http://schemas.microsoft.com/office/drawing/2014/main" id="{765CF8FC-99F0-BB6E-1212-F1D94D2A558F}"/>
                  </a:ext>
                </a:extLst>
              </p:cNvPr>
              <p:cNvSpPr/>
              <p:nvPr/>
            </p:nvSpPr>
            <p:spPr>
              <a:xfrm>
                <a:off x="1548620" y="2885641"/>
                <a:ext cx="2824" cy="123065"/>
              </a:xfrm>
              <a:custGeom>
                <a:avLst/>
                <a:gdLst>
                  <a:gd name="connsiteX0" fmla="*/ 0 w 2824"/>
                  <a:gd name="connsiteY0" fmla="*/ 123065 h 123065"/>
                  <a:gd name="connsiteX1" fmla="*/ 0 w 2824"/>
                  <a:gd name="connsiteY1" fmla="*/ 0 h 123065"/>
                </a:gdLst>
                <a:ahLst/>
                <a:cxnLst>
                  <a:cxn ang="0">
                    <a:pos x="connsiteX0" y="connsiteY0"/>
                  </a:cxn>
                  <a:cxn ang="0">
                    <a:pos x="connsiteX1" y="connsiteY1"/>
                  </a:cxn>
                </a:cxnLst>
                <a:rect l="l" t="t" r="r" b="b"/>
                <a:pathLst>
                  <a:path w="2824" h="123065">
                    <a:moveTo>
                      <a:pt x="0" y="123065"/>
                    </a:moveTo>
                    <a:lnTo>
                      <a:pt x="0" y="0"/>
                    </a:lnTo>
                  </a:path>
                </a:pathLst>
              </a:custGeom>
              <a:ln w="8472" cap="flat">
                <a:solidFill>
                  <a:srgbClr val="17A3A3"/>
                </a:solidFill>
                <a:prstDash val="solid"/>
                <a:miter/>
              </a:ln>
            </p:spPr>
            <p:txBody>
              <a:bodyPr rtlCol="1" anchor="ctr"/>
              <a:lstStyle/>
              <a:p>
                <a:endParaRPr lang="ar-SA"/>
              </a:p>
            </p:txBody>
          </p:sp>
          <p:sp>
            <p:nvSpPr>
              <p:cNvPr id="8127" name="شكل حر: شكل 9074">
                <a:extLst>
                  <a:ext uri="{FF2B5EF4-FFF2-40B4-BE49-F238E27FC236}">
                    <a16:creationId xmlns:a16="http://schemas.microsoft.com/office/drawing/2014/main" id="{40D480CD-9C51-4C9B-30B2-449955EF2C16}"/>
                  </a:ext>
                </a:extLst>
              </p:cNvPr>
              <p:cNvSpPr/>
              <p:nvPr/>
            </p:nvSpPr>
            <p:spPr>
              <a:xfrm>
                <a:off x="1516505" y="3008707"/>
                <a:ext cx="197774" cy="2824"/>
              </a:xfrm>
              <a:custGeom>
                <a:avLst/>
                <a:gdLst>
                  <a:gd name="connsiteX0" fmla="*/ 197775 w 197774"/>
                  <a:gd name="connsiteY0" fmla="*/ 0 h 2824"/>
                  <a:gd name="connsiteX1" fmla="*/ 0 w 197774"/>
                  <a:gd name="connsiteY1" fmla="*/ 0 h 2824"/>
                </a:gdLst>
                <a:ahLst/>
                <a:cxnLst>
                  <a:cxn ang="0">
                    <a:pos x="connsiteX0" y="connsiteY0"/>
                  </a:cxn>
                  <a:cxn ang="0">
                    <a:pos x="connsiteX1" y="connsiteY1"/>
                  </a:cxn>
                </a:cxnLst>
                <a:rect l="l" t="t" r="r" b="b"/>
                <a:pathLst>
                  <a:path w="197774" h="2824">
                    <a:moveTo>
                      <a:pt x="197775" y="0"/>
                    </a:moveTo>
                    <a:lnTo>
                      <a:pt x="0" y="0"/>
                    </a:lnTo>
                  </a:path>
                </a:pathLst>
              </a:custGeom>
              <a:ln w="8472" cap="flat">
                <a:solidFill>
                  <a:srgbClr val="17A3A3"/>
                </a:solidFill>
                <a:prstDash val="solid"/>
                <a:miter/>
              </a:ln>
            </p:spPr>
            <p:txBody>
              <a:bodyPr rtlCol="1" anchor="ctr"/>
              <a:lstStyle/>
              <a:p>
                <a:endParaRPr lang="ar-SA"/>
              </a:p>
            </p:txBody>
          </p:sp>
          <p:sp>
            <p:nvSpPr>
              <p:cNvPr id="8128" name="شكل حر: شكل 9075">
                <a:extLst>
                  <a:ext uri="{FF2B5EF4-FFF2-40B4-BE49-F238E27FC236}">
                    <a16:creationId xmlns:a16="http://schemas.microsoft.com/office/drawing/2014/main" id="{6BC756AA-40AB-4B30-C779-7DFA97E8DB0A}"/>
                  </a:ext>
                </a:extLst>
              </p:cNvPr>
              <p:cNvSpPr/>
              <p:nvPr/>
            </p:nvSpPr>
            <p:spPr>
              <a:xfrm>
                <a:off x="1548620" y="2827992"/>
                <a:ext cx="133516" cy="180742"/>
              </a:xfrm>
              <a:custGeom>
                <a:avLst/>
                <a:gdLst>
                  <a:gd name="connsiteX0" fmla="*/ 0 w 133516"/>
                  <a:gd name="connsiteY0" fmla="*/ 0 h 180742"/>
                  <a:gd name="connsiteX1" fmla="*/ 104621 w 133516"/>
                  <a:gd name="connsiteY1" fmla="*/ 0 h 180742"/>
                  <a:gd name="connsiteX2" fmla="*/ 133516 w 133516"/>
                  <a:gd name="connsiteY2" fmla="*/ 28895 h 180742"/>
                  <a:gd name="connsiteX3" fmla="*/ 133516 w 133516"/>
                  <a:gd name="connsiteY3" fmla="*/ 180743 h 180742"/>
                </a:gdLst>
                <a:ahLst/>
                <a:cxnLst>
                  <a:cxn ang="0">
                    <a:pos x="connsiteX0" y="connsiteY0"/>
                  </a:cxn>
                  <a:cxn ang="0">
                    <a:pos x="connsiteX1" y="connsiteY1"/>
                  </a:cxn>
                  <a:cxn ang="0">
                    <a:pos x="connsiteX2" y="connsiteY2"/>
                  </a:cxn>
                  <a:cxn ang="0">
                    <a:pos x="connsiteX3" y="connsiteY3"/>
                  </a:cxn>
                </a:cxnLst>
                <a:rect l="l" t="t" r="r" b="b"/>
                <a:pathLst>
                  <a:path w="133516" h="180742">
                    <a:moveTo>
                      <a:pt x="0" y="0"/>
                    </a:moveTo>
                    <a:lnTo>
                      <a:pt x="104621" y="0"/>
                    </a:lnTo>
                    <a:cubicBezTo>
                      <a:pt x="120580" y="0"/>
                      <a:pt x="133516" y="12936"/>
                      <a:pt x="133516" y="28895"/>
                    </a:cubicBezTo>
                    <a:lnTo>
                      <a:pt x="133516" y="180743"/>
                    </a:lnTo>
                  </a:path>
                </a:pathLst>
              </a:custGeom>
              <a:noFill/>
              <a:ln w="8472" cap="flat">
                <a:solidFill>
                  <a:srgbClr val="17A3A3"/>
                </a:solidFill>
                <a:prstDash val="solid"/>
                <a:miter/>
              </a:ln>
            </p:spPr>
            <p:txBody>
              <a:bodyPr rtlCol="1" anchor="ctr"/>
              <a:lstStyle/>
              <a:p>
                <a:endParaRPr lang="ar-SA"/>
              </a:p>
            </p:txBody>
          </p:sp>
          <p:sp>
            <p:nvSpPr>
              <p:cNvPr id="8129" name="شكل حر: شكل 9076">
                <a:extLst>
                  <a:ext uri="{FF2B5EF4-FFF2-40B4-BE49-F238E27FC236}">
                    <a16:creationId xmlns:a16="http://schemas.microsoft.com/office/drawing/2014/main" id="{FCDF0DBD-03A8-2013-B628-BB5BEF80BF3C}"/>
                  </a:ext>
                </a:extLst>
              </p:cNvPr>
              <p:cNvSpPr/>
              <p:nvPr/>
            </p:nvSpPr>
            <p:spPr>
              <a:xfrm>
                <a:off x="1524894" y="2827992"/>
                <a:ext cx="131765" cy="40419"/>
              </a:xfrm>
              <a:custGeom>
                <a:avLst/>
                <a:gdLst>
                  <a:gd name="connsiteX0" fmla="*/ 23726 w 131765"/>
                  <a:gd name="connsiteY0" fmla="*/ 0 h 40419"/>
                  <a:gd name="connsiteX1" fmla="*/ 0 w 131765"/>
                  <a:gd name="connsiteY1" fmla="*/ 23726 h 40419"/>
                  <a:gd name="connsiteX2" fmla="*/ 6864 w 131765"/>
                  <a:gd name="connsiteY2" fmla="*/ 40419 h 40419"/>
                  <a:gd name="connsiteX3" fmla="*/ 131765 w 131765"/>
                  <a:gd name="connsiteY3" fmla="*/ 40419 h 40419"/>
                  <a:gd name="connsiteX4" fmla="*/ 124901 w 131765"/>
                  <a:gd name="connsiteY4" fmla="*/ 23726 h 40419"/>
                  <a:gd name="connsiteX5" fmla="*/ 125579 w 131765"/>
                  <a:gd name="connsiteY5" fmla="*/ 18077 h 40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1765" h="40419">
                    <a:moveTo>
                      <a:pt x="23726" y="0"/>
                    </a:moveTo>
                    <a:cubicBezTo>
                      <a:pt x="10620" y="0"/>
                      <a:pt x="0" y="10620"/>
                      <a:pt x="0" y="23726"/>
                    </a:cubicBezTo>
                    <a:cubicBezTo>
                      <a:pt x="0" y="30251"/>
                      <a:pt x="2627" y="36154"/>
                      <a:pt x="6864" y="40419"/>
                    </a:cubicBezTo>
                    <a:lnTo>
                      <a:pt x="131765" y="40419"/>
                    </a:lnTo>
                    <a:cubicBezTo>
                      <a:pt x="127528" y="36126"/>
                      <a:pt x="124901" y="30223"/>
                      <a:pt x="124901" y="23726"/>
                    </a:cubicBezTo>
                    <a:cubicBezTo>
                      <a:pt x="124901" y="21777"/>
                      <a:pt x="125127" y="19885"/>
                      <a:pt x="125579" y="18077"/>
                    </a:cubicBezTo>
                  </a:path>
                </a:pathLst>
              </a:custGeom>
              <a:noFill/>
              <a:ln w="8472" cap="flat">
                <a:solidFill>
                  <a:srgbClr val="17A3A3"/>
                </a:solidFill>
                <a:prstDash val="solid"/>
                <a:miter/>
              </a:ln>
            </p:spPr>
            <p:txBody>
              <a:bodyPr rtlCol="1" anchor="ctr"/>
              <a:lstStyle/>
              <a:p>
                <a:endParaRPr lang="ar-SA"/>
              </a:p>
            </p:txBody>
          </p:sp>
        </p:grpSp>
      </p:grpSp>
      <p:grpSp>
        <p:nvGrpSpPr>
          <p:cNvPr id="8133" name="رسم 8014">
            <a:extLst>
              <a:ext uri="{FF2B5EF4-FFF2-40B4-BE49-F238E27FC236}">
                <a16:creationId xmlns:a16="http://schemas.microsoft.com/office/drawing/2014/main" id="{D9C01145-9700-8671-F6D0-6EAA9F815863}"/>
              </a:ext>
            </a:extLst>
          </p:cNvPr>
          <p:cNvGrpSpPr/>
          <p:nvPr/>
        </p:nvGrpSpPr>
        <p:grpSpPr>
          <a:xfrm>
            <a:off x="3718055" y="4058927"/>
            <a:ext cx="301267" cy="281558"/>
            <a:chOff x="3525619" y="3334292"/>
            <a:chExt cx="360105" cy="357220"/>
          </a:xfrm>
          <a:noFill/>
        </p:grpSpPr>
        <p:grpSp>
          <p:nvGrpSpPr>
            <p:cNvPr id="8134" name="رسم 8014">
              <a:extLst>
                <a:ext uri="{FF2B5EF4-FFF2-40B4-BE49-F238E27FC236}">
                  <a16:creationId xmlns:a16="http://schemas.microsoft.com/office/drawing/2014/main" id="{65A243D8-A89E-075C-AB45-9119D06F8A4A}"/>
                </a:ext>
              </a:extLst>
            </p:cNvPr>
            <p:cNvGrpSpPr/>
            <p:nvPr/>
          </p:nvGrpSpPr>
          <p:grpSpPr>
            <a:xfrm>
              <a:off x="3638390" y="3334292"/>
              <a:ext cx="134617" cy="186081"/>
              <a:chOff x="3638390" y="3334292"/>
              <a:chExt cx="134617" cy="186081"/>
            </a:xfrm>
            <a:noFill/>
          </p:grpSpPr>
          <p:sp>
            <p:nvSpPr>
              <p:cNvPr id="8139" name="شكل حر: شكل 9079">
                <a:extLst>
                  <a:ext uri="{FF2B5EF4-FFF2-40B4-BE49-F238E27FC236}">
                    <a16:creationId xmlns:a16="http://schemas.microsoft.com/office/drawing/2014/main" id="{03B031E2-A397-0028-4E98-4BDD5FE19B4A}"/>
                  </a:ext>
                </a:extLst>
              </p:cNvPr>
              <p:cNvSpPr/>
              <p:nvPr/>
            </p:nvSpPr>
            <p:spPr>
              <a:xfrm>
                <a:off x="3638390" y="3334292"/>
                <a:ext cx="134617" cy="186081"/>
              </a:xfrm>
              <a:custGeom>
                <a:avLst/>
                <a:gdLst>
                  <a:gd name="connsiteX0" fmla="*/ 0 w 134617"/>
                  <a:gd name="connsiteY0" fmla="*/ 0 h 186081"/>
                  <a:gd name="connsiteX1" fmla="*/ 134618 w 134617"/>
                  <a:gd name="connsiteY1" fmla="*/ 0 h 186081"/>
                  <a:gd name="connsiteX2" fmla="*/ 134618 w 134617"/>
                  <a:gd name="connsiteY2" fmla="*/ 186081 h 186081"/>
                  <a:gd name="connsiteX3" fmla="*/ 0 w 134617"/>
                  <a:gd name="connsiteY3" fmla="*/ 186081 h 186081"/>
                </a:gdLst>
                <a:ahLst/>
                <a:cxnLst>
                  <a:cxn ang="0">
                    <a:pos x="connsiteX0" y="connsiteY0"/>
                  </a:cxn>
                  <a:cxn ang="0">
                    <a:pos x="connsiteX1" y="connsiteY1"/>
                  </a:cxn>
                  <a:cxn ang="0">
                    <a:pos x="connsiteX2" y="connsiteY2"/>
                  </a:cxn>
                  <a:cxn ang="0">
                    <a:pos x="connsiteX3" y="connsiteY3"/>
                  </a:cxn>
                </a:cxnLst>
                <a:rect l="l" t="t" r="r" b="b"/>
                <a:pathLst>
                  <a:path w="134617" h="186081">
                    <a:moveTo>
                      <a:pt x="0" y="0"/>
                    </a:moveTo>
                    <a:lnTo>
                      <a:pt x="134618" y="0"/>
                    </a:lnTo>
                    <a:lnTo>
                      <a:pt x="134618" y="186081"/>
                    </a:lnTo>
                    <a:lnTo>
                      <a:pt x="0" y="186081"/>
                    </a:lnTo>
                    <a:close/>
                  </a:path>
                </a:pathLst>
              </a:custGeom>
              <a:noFill/>
              <a:ln w="8472" cap="flat">
                <a:solidFill>
                  <a:srgbClr val="17A3A3"/>
                </a:solidFill>
                <a:prstDash val="solid"/>
                <a:miter/>
              </a:ln>
            </p:spPr>
            <p:txBody>
              <a:bodyPr rtlCol="1" anchor="ctr"/>
              <a:lstStyle/>
              <a:p>
                <a:endParaRPr lang="ar-SA"/>
              </a:p>
            </p:txBody>
          </p:sp>
          <p:grpSp>
            <p:nvGrpSpPr>
              <p:cNvPr id="8140" name="رسم 8014">
                <a:extLst>
                  <a:ext uri="{FF2B5EF4-FFF2-40B4-BE49-F238E27FC236}">
                    <a16:creationId xmlns:a16="http://schemas.microsoft.com/office/drawing/2014/main" id="{64AD21BC-7B3A-06F8-D8F1-E99B938D11CC}"/>
                  </a:ext>
                </a:extLst>
              </p:cNvPr>
              <p:cNvGrpSpPr/>
              <p:nvPr/>
            </p:nvGrpSpPr>
            <p:grpSpPr>
              <a:xfrm>
                <a:off x="3675419" y="3433801"/>
                <a:ext cx="60558" cy="45079"/>
                <a:chOff x="3675419" y="3433801"/>
                <a:chExt cx="60558" cy="45079"/>
              </a:xfrm>
            </p:grpSpPr>
            <p:sp>
              <p:nvSpPr>
                <p:cNvPr id="8141" name="شكل حر: شكل 9081">
                  <a:extLst>
                    <a:ext uri="{FF2B5EF4-FFF2-40B4-BE49-F238E27FC236}">
                      <a16:creationId xmlns:a16="http://schemas.microsoft.com/office/drawing/2014/main" id="{E1E552A7-8797-68DB-075A-D36E1CEC13B8}"/>
                    </a:ext>
                  </a:extLst>
                </p:cNvPr>
                <p:cNvSpPr/>
                <p:nvPr/>
              </p:nvSpPr>
              <p:spPr>
                <a:xfrm>
                  <a:off x="3675419" y="3433801"/>
                  <a:ext cx="9603" cy="2824"/>
                </a:xfrm>
                <a:custGeom>
                  <a:avLst/>
                  <a:gdLst>
                    <a:gd name="connsiteX0" fmla="*/ 0 w 9603"/>
                    <a:gd name="connsiteY0" fmla="*/ 0 h 2824"/>
                    <a:gd name="connsiteX1" fmla="*/ 9603 w 9603"/>
                    <a:gd name="connsiteY1" fmla="*/ 0 h 2824"/>
                  </a:gdLst>
                  <a:ahLst/>
                  <a:cxnLst>
                    <a:cxn ang="0">
                      <a:pos x="connsiteX0" y="connsiteY0"/>
                    </a:cxn>
                    <a:cxn ang="0">
                      <a:pos x="connsiteX1" y="connsiteY1"/>
                    </a:cxn>
                  </a:cxnLst>
                  <a:rect l="l" t="t" r="r" b="b"/>
                  <a:pathLst>
                    <a:path w="9603" h="2824">
                      <a:moveTo>
                        <a:pt x="0" y="0"/>
                      </a:moveTo>
                      <a:lnTo>
                        <a:pt x="9603" y="0"/>
                      </a:lnTo>
                    </a:path>
                  </a:pathLst>
                </a:custGeom>
                <a:ln w="8472" cap="flat">
                  <a:solidFill>
                    <a:srgbClr val="17A3A3"/>
                  </a:solidFill>
                  <a:prstDash val="solid"/>
                  <a:miter/>
                </a:ln>
              </p:spPr>
              <p:txBody>
                <a:bodyPr rtlCol="1" anchor="ctr"/>
                <a:lstStyle/>
                <a:p>
                  <a:endParaRPr lang="ar-SA"/>
                </a:p>
              </p:txBody>
            </p:sp>
            <p:sp>
              <p:nvSpPr>
                <p:cNvPr id="8142" name="شكل حر: شكل 9082">
                  <a:extLst>
                    <a:ext uri="{FF2B5EF4-FFF2-40B4-BE49-F238E27FC236}">
                      <a16:creationId xmlns:a16="http://schemas.microsoft.com/office/drawing/2014/main" id="{1F3C4A21-D1C8-CDE1-77E7-8AD466822A8F}"/>
                    </a:ext>
                  </a:extLst>
                </p:cNvPr>
                <p:cNvSpPr/>
                <p:nvPr/>
              </p:nvSpPr>
              <p:spPr>
                <a:xfrm>
                  <a:off x="3700897" y="3433801"/>
                  <a:ext cx="9603" cy="2824"/>
                </a:xfrm>
                <a:custGeom>
                  <a:avLst/>
                  <a:gdLst>
                    <a:gd name="connsiteX0" fmla="*/ 0 w 9603"/>
                    <a:gd name="connsiteY0" fmla="*/ 0 h 2824"/>
                    <a:gd name="connsiteX1" fmla="*/ 9603 w 9603"/>
                    <a:gd name="connsiteY1" fmla="*/ 0 h 2824"/>
                  </a:gdLst>
                  <a:ahLst/>
                  <a:cxnLst>
                    <a:cxn ang="0">
                      <a:pos x="connsiteX0" y="connsiteY0"/>
                    </a:cxn>
                    <a:cxn ang="0">
                      <a:pos x="connsiteX1" y="connsiteY1"/>
                    </a:cxn>
                  </a:cxnLst>
                  <a:rect l="l" t="t" r="r" b="b"/>
                  <a:pathLst>
                    <a:path w="9603" h="2824">
                      <a:moveTo>
                        <a:pt x="0" y="0"/>
                      </a:moveTo>
                      <a:lnTo>
                        <a:pt x="9603" y="0"/>
                      </a:lnTo>
                    </a:path>
                  </a:pathLst>
                </a:custGeom>
                <a:ln w="8472" cap="flat">
                  <a:solidFill>
                    <a:srgbClr val="17A3A3"/>
                  </a:solidFill>
                  <a:prstDash val="solid"/>
                  <a:miter/>
                </a:ln>
              </p:spPr>
              <p:txBody>
                <a:bodyPr rtlCol="1" anchor="ctr"/>
                <a:lstStyle/>
                <a:p>
                  <a:endParaRPr lang="ar-SA"/>
                </a:p>
              </p:txBody>
            </p:sp>
            <p:sp>
              <p:nvSpPr>
                <p:cNvPr id="8143" name="شكل حر: شكل 9083">
                  <a:extLst>
                    <a:ext uri="{FF2B5EF4-FFF2-40B4-BE49-F238E27FC236}">
                      <a16:creationId xmlns:a16="http://schemas.microsoft.com/office/drawing/2014/main" id="{01DF7C24-B0A7-CC66-D903-0B647E7E3876}"/>
                    </a:ext>
                  </a:extLst>
                </p:cNvPr>
                <p:cNvSpPr/>
                <p:nvPr/>
              </p:nvSpPr>
              <p:spPr>
                <a:xfrm>
                  <a:off x="3726346" y="3433801"/>
                  <a:ext cx="9631" cy="2824"/>
                </a:xfrm>
                <a:custGeom>
                  <a:avLst/>
                  <a:gdLst>
                    <a:gd name="connsiteX0" fmla="*/ 0 w 9631"/>
                    <a:gd name="connsiteY0" fmla="*/ 0 h 2824"/>
                    <a:gd name="connsiteX1" fmla="*/ 9632 w 9631"/>
                    <a:gd name="connsiteY1" fmla="*/ 0 h 2824"/>
                  </a:gdLst>
                  <a:ahLst/>
                  <a:cxnLst>
                    <a:cxn ang="0">
                      <a:pos x="connsiteX0" y="connsiteY0"/>
                    </a:cxn>
                    <a:cxn ang="0">
                      <a:pos x="connsiteX1" y="connsiteY1"/>
                    </a:cxn>
                  </a:cxnLst>
                  <a:rect l="l" t="t" r="r" b="b"/>
                  <a:pathLst>
                    <a:path w="9631" h="2824">
                      <a:moveTo>
                        <a:pt x="0" y="0"/>
                      </a:moveTo>
                      <a:lnTo>
                        <a:pt x="9632" y="0"/>
                      </a:lnTo>
                    </a:path>
                  </a:pathLst>
                </a:custGeom>
                <a:ln w="8472" cap="flat">
                  <a:solidFill>
                    <a:srgbClr val="17A3A3"/>
                  </a:solidFill>
                  <a:prstDash val="solid"/>
                  <a:miter/>
                </a:ln>
              </p:spPr>
              <p:txBody>
                <a:bodyPr rtlCol="1" anchor="ctr"/>
                <a:lstStyle/>
                <a:p>
                  <a:endParaRPr lang="ar-SA"/>
                </a:p>
              </p:txBody>
            </p:sp>
            <p:sp>
              <p:nvSpPr>
                <p:cNvPr id="8144" name="شكل حر: شكل 9084">
                  <a:extLst>
                    <a:ext uri="{FF2B5EF4-FFF2-40B4-BE49-F238E27FC236}">
                      <a16:creationId xmlns:a16="http://schemas.microsoft.com/office/drawing/2014/main" id="{AA6BFC3A-2EED-8764-DCC7-FE944EDF9012}"/>
                    </a:ext>
                  </a:extLst>
                </p:cNvPr>
                <p:cNvSpPr/>
                <p:nvPr/>
              </p:nvSpPr>
              <p:spPr>
                <a:xfrm>
                  <a:off x="3675419" y="3456341"/>
                  <a:ext cx="9603" cy="2824"/>
                </a:xfrm>
                <a:custGeom>
                  <a:avLst/>
                  <a:gdLst>
                    <a:gd name="connsiteX0" fmla="*/ 0 w 9603"/>
                    <a:gd name="connsiteY0" fmla="*/ 0 h 2824"/>
                    <a:gd name="connsiteX1" fmla="*/ 9603 w 9603"/>
                    <a:gd name="connsiteY1" fmla="*/ 0 h 2824"/>
                  </a:gdLst>
                  <a:ahLst/>
                  <a:cxnLst>
                    <a:cxn ang="0">
                      <a:pos x="connsiteX0" y="connsiteY0"/>
                    </a:cxn>
                    <a:cxn ang="0">
                      <a:pos x="connsiteX1" y="connsiteY1"/>
                    </a:cxn>
                  </a:cxnLst>
                  <a:rect l="l" t="t" r="r" b="b"/>
                  <a:pathLst>
                    <a:path w="9603" h="2824">
                      <a:moveTo>
                        <a:pt x="0" y="0"/>
                      </a:moveTo>
                      <a:lnTo>
                        <a:pt x="9603" y="0"/>
                      </a:lnTo>
                    </a:path>
                  </a:pathLst>
                </a:custGeom>
                <a:ln w="8472" cap="flat">
                  <a:solidFill>
                    <a:srgbClr val="17A3A3"/>
                  </a:solidFill>
                  <a:prstDash val="solid"/>
                  <a:miter/>
                </a:ln>
              </p:spPr>
              <p:txBody>
                <a:bodyPr rtlCol="1" anchor="ctr"/>
                <a:lstStyle/>
                <a:p>
                  <a:endParaRPr lang="ar-SA"/>
                </a:p>
              </p:txBody>
            </p:sp>
            <p:sp>
              <p:nvSpPr>
                <p:cNvPr id="8145" name="شكل حر: شكل 9085">
                  <a:extLst>
                    <a:ext uri="{FF2B5EF4-FFF2-40B4-BE49-F238E27FC236}">
                      <a16:creationId xmlns:a16="http://schemas.microsoft.com/office/drawing/2014/main" id="{BD00A2F6-8167-5349-529A-1FDEED60AD73}"/>
                    </a:ext>
                  </a:extLst>
                </p:cNvPr>
                <p:cNvSpPr/>
                <p:nvPr/>
              </p:nvSpPr>
              <p:spPr>
                <a:xfrm>
                  <a:off x="3700897" y="3456341"/>
                  <a:ext cx="9603" cy="2824"/>
                </a:xfrm>
                <a:custGeom>
                  <a:avLst/>
                  <a:gdLst>
                    <a:gd name="connsiteX0" fmla="*/ 0 w 9603"/>
                    <a:gd name="connsiteY0" fmla="*/ 0 h 2824"/>
                    <a:gd name="connsiteX1" fmla="*/ 9603 w 9603"/>
                    <a:gd name="connsiteY1" fmla="*/ 0 h 2824"/>
                  </a:gdLst>
                  <a:ahLst/>
                  <a:cxnLst>
                    <a:cxn ang="0">
                      <a:pos x="connsiteX0" y="connsiteY0"/>
                    </a:cxn>
                    <a:cxn ang="0">
                      <a:pos x="connsiteX1" y="connsiteY1"/>
                    </a:cxn>
                  </a:cxnLst>
                  <a:rect l="l" t="t" r="r" b="b"/>
                  <a:pathLst>
                    <a:path w="9603" h="2824">
                      <a:moveTo>
                        <a:pt x="0" y="0"/>
                      </a:moveTo>
                      <a:lnTo>
                        <a:pt x="9603" y="0"/>
                      </a:lnTo>
                    </a:path>
                  </a:pathLst>
                </a:custGeom>
                <a:ln w="8472" cap="flat">
                  <a:solidFill>
                    <a:srgbClr val="17A3A3"/>
                  </a:solidFill>
                  <a:prstDash val="solid"/>
                  <a:miter/>
                </a:ln>
              </p:spPr>
              <p:txBody>
                <a:bodyPr rtlCol="1" anchor="ctr"/>
                <a:lstStyle/>
                <a:p>
                  <a:endParaRPr lang="ar-SA"/>
                </a:p>
              </p:txBody>
            </p:sp>
            <p:sp>
              <p:nvSpPr>
                <p:cNvPr id="8146" name="شكل حر: شكل 9086">
                  <a:extLst>
                    <a:ext uri="{FF2B5EF4-FFF2-40B4-BE49-F238E27FC236}">
                      <a16:creationId xmlns:a16="http://schemas.microsoft.com/office/drawing/2014/main" id="{61882082-8832-BC1F-AE40-19F2BA8EAAB0}"/>
                    </a:ext>
                  </a:extLst>
                </p:cNvPr>
                <p:cNvSpPr/>
                <p:nvPr/>
              </p:nvSpPr>
              <p:spPr>
                <a:xfrm>
                  <a:off x="3726346" y="3456341"/>
                  <a:ext cx="9631" cy="2824"/>
                </a:xfrm>
                <a:custGeom>
                  <a:avLst/>
                  <a:gdLst>
                    <a:gd name="connsiteX0" fmla="*/ 0 w 9631"/>
                    <a:gd name="connsiteY0" fmla="*/ 0 h 2824"/>
                    <a:gd name="connsiteX1" fmla="*/ 9632 w 9631"/>
                    <a:gd name="connsiteY1" fmla="*/ 0 h 2824"/>
                  </a:gdLst>
                  <a:ahLst/>
                  <a:cxnLst>
                    <a:cxn ang="0">
                      <a:pos x="connsiteX0" y="connsiteY0"/>
                    </a:cxn>
                    <a:cxn ang="0">
                      <a:pos x="connsiteX1" y="connsiteY1"/>
                    </a:cxn>
                  </a:cxnLst>
                  <a:rect l="l" t="t" r="r" b="b"/>
                  <a:pathLst>
                    <a:path w="9631" h="2824">
                      <a:moveTo>
                        <a:pt x="0" y="0"/>
                      </a:moveTo>
                      <a:lnTo>
                        <a:pt x="9632" y="0"/>
                      </a:lnTo>
                    </a:path>
                  </a:pathLst>
                </a:custGeom>
                <a:ln w="8472" cap="flat">
                  <a:solidFill>
                    <a:srgbClr val="17A3A3"/>
                  </a:solidFill>
                  <a:prstDash val="solid"/>
                  <a:miter/>
                </a:ln>
              </p:spPr>
              <p:txBody>
                <a:bodyPr rtlCol="1" anchor="ctr"/>
                <a:lstStyle/>
                <a:p>
                  <a:endParaRPr lang="ar-SA"/>
                </a:p>
              </p:txBody>
            </p:sp>
            <p:sp>
              <p:nvSpPr>
                <p:cNvPr id="8147" name="شكل حر: شكل 9087">
                  <a:extLst>
                    <a:ext uri="{FF2B5EF4-FFF2-40B4-BE49-F238E27FC236}">
                      <a16:creationId xmlns:a16="http://schemas.microsoft.com/office/drawing/2014/main" id="{A74D08F1-32B4-DCF2-4B30-CA4BB4E164E5}"/>
                    </a:ext>
                  </a:extLst>
                </p:cNvPr>
                <p:cNvSpPr/>
                <p:nvPr/>
              </p:nvSpPr>
              <p:spPr>
                <a:xfrm>
                  <a:off x="3675419" y="3478881"/>
                  <a:ext cx="9603" cy="2824"/>
                </a:xfrm>
                <a:custGeom>
                  <a:avLst/>
                  <a:gdLst>
                    <a:gd name="connsiteX0" fmla="*/ 0 w 9603"/>
                    <a:gd name="connsiteY0" fmla="*/ 0 h 2824"/>
                    <a:gd name="connsiteX1" fmla="*/ 9603 w 9603"/>
                    <a:gd name="connsiteY1" fmla="*/ 0 h 2824"/>
                  </a:gdLst>
                  <a:ahLst/>
                  <a:cxnLst>
                    <a:cxn ang="0">
                      <a:pos x="connsiteX0" y="connsiteY0"/>
                    </a:cxn>
                    <a:cxn ang="0">
                      <a:pos x="connsiteX1" y="connsiteY1"/>
                    </a:cxn>
                  </a:cxnLst>
                  <a:rect l="l" t="t" r="r" b="b"/>
                  <a:pathLst>
                    <a:path w="9603" h="2824">
                      <a:moveTo>
                        <a:pt x="0" y="0"/>
                      </a:moveTo>
                      <a:lnTo>
                        <a:pt x="9603" y="0"/>
                      </a:lnTo>
                    </a:path>
                  </a:pathLst>
                </a:custGeom>
                <a:ln w="8472" cap="flat">
                  <a:solidFill>
                    <a:srgbClr val="17A3A3"/>
                  </a:solidFill>
                  <a:prstDash val="solid"/>
                  <a:miter/>
                </a:ln>
              </p:spPr>
              <p:txBody>
                <a:bodyPr rtlCol="1" anchor="ctr"/>
                <a:lstStyle/>
                <a:p>
                  <a:endParaRPr lang="ar-SA"/>
                </a:p>
              </p:txBody>
            </p:sp>
            <p:sp>
              <p:nvSpPr>
                <p:cNvPr id="8148" name="شكل حر: شكل 9088">
                  <a:extLst>
                    <a:ext uri="{FF2B5EF4-FFF2-40B4-BE49-F238E27FC236}">
                      <a16:creationId xmlns:a16="http://schemas.microsoft.com/office/drawing/2014/main" id="{146A84FF-F00C-15AD-1446-89B7B1DDBE4D}"/>
                    </a:ext>
                  </a:extLst>
                </p:cNvPr>
                <p:cNvSpPr/>
                <p:nvPr/>
              </p:nvSpPr>
              <p:spPr>
                <a:xfrm>
                  <a:off x="3700897" y="3478881"/>
                  <a:ext cx="9603" cy="2824"/>
                </a:xfrm>
                <a:custGeom>
                  <a:avLst/>
                  <a:gdLst>
                    <a:gd name="connsiteX0" fmla="*/ 0 w 9603"/>
                    <a:gd name="connsiteY0" fmla="*/ 0 h 2824"/>
                    <a:gd name="connsiteX1" fmla="*/ 9603 w 9603"/>
                    <a:gd name="connsiteY1" fmla="*/ 0 h 2824"/>
                  </a:gdLst>
                  <a:ahLst/>
                  <a:cxnLst>
                    <a:cxn ang="0">
                      <a:pos x="connsiteX0" y="connsiteY0"/>
                    </a:cxn>
                    <a:cxn ang="0">
                      <a:pos x="connsiteX1" y="connsiteY1"/>
                    </a:cxn>
                  </a:cxnLst>
                  <a:rect l="l" t="t" r="r" b="b"/>
                  <a:pathLst>
                    <a:path w="9603" h="2824">
                      <a:moveTo>
                        <a:pt x="0" y="0"/>
                      </a:moveTo>
                      <a:lnTo>
                        <a:pt x="9603" y="0"/>
                      </a:lnTo>
                    </a:path>
                  </a:pathLst>
                </a:custGeom>
                <a:ln w="8472" cap="flat">
                  <a:solidFill>
                    <a:srgbClr val="17A3A3"/>
                  </a:solidFill>
                  <a:prstDash val="solid"/>
                  <a:miter/>
                </a:ln>
              </p:spPr>
              <p:txBody>
                <a:bodyPr rtlCol="1" anchor="ctr"/>
                <a:lstStyle/>
                <a:p>
                  <a:endParaRPr lang="ar-SA"/>
                </a:p>
              </p:txBody>
            </p:sp>
            <p:sp>
              <p:nvSpPr>
                <p:cNvPr id="8149" name="شكل حر: شكل 9089">
                  <a:extLst>
                    <a:ext uri="{FF2B5EF4-FFF2-40B4-BE49-F238E27FC236}">
                      <a16:creationId xmlns:a16="http://schemas.microsoft.com/office/drawing/2014/main" id="{5BB8AB41-7278-0194-1F4D-9EE28DCB2447}"/>
                    </a:ext>
                  </a:extLst>
                </p:cNvPr>
                <p:cNvSpPr/>
                <p:nvPr/>
              </p:nvSpPr>
              <p:spPr>
                <a:xfrm>
                  <a:off x="3726346" y="3478881"/>
                  <a:ext cx="9631" cy="2824"/>
                </a:xfrm>
                <a:custGeom>
                  <a:avLst/>
                  <a:gdLst>
                    <a:gd name="connsiteX0" fmla="*/ 0 w 9631"/>
                    <a:gd name="connsiteY0" fmla="*/ 0 h 2824"/>
                    <a:gd name="connsiteX1" fmla="*/ 9632 w 9631"/>
                    <a:gd name="connsiteY1" fmla="*/ 0 h 2824"/>
                  </a:gdLst>
                  <a:ahLst/>
                  <a:cxnLst>
                    <a:cxn ang="0">
                      <a:pos x="connsiteX0" y="connsiteY0"/>
                    </a:cxn>
                    <a:cxn ang="0">
                      <a:pos x="connsiteX1" y="connsiteY1"/>
                    </a:cxn>
                  </a:cxnLst>
                  <a:rect l="l" t="t" r="r" b="b"/>
                  <a:pathLst>
                    <a:path w="9631" h="2824">
                      <a:moveTo>
                        <a:pt x="0" y="0"/>
                      </a:moveTo>
                      <a:lnTo>
                        <a:pt x="9632" y="0"/>
                      </a:lnTo>
                    </a:path>
                  </a:pathLst>
                </a:custGeom>
                <a:ln w="8472" cap="flat">
                  <a:solidFill>
                    <a:srgbClr val="17A3A3"/>
                  </a:solidFill>
                  <a:prstDash val="solid"/>
                  <a:miter/>
                </a:ln>
              </p:spPr>
              <p:txBody>
                <a:bodyPr rtlCol="1" anchor="ctr"/>
                <a:lstStyle/>
                <a:p>
                  <a:endParaRPr lang="ar-SA"/>
                </a:p>
              </p:txBody>
            </p:sp>
          </p:grpSp>
        </p:grpSp>
        <p:grpSp>
          <p:nvGrpSpPr>
            <p:cNvPr id="8135" name="رسم 8014">
              <a:extLst>
                <a:ext uri="{FF2B5EF4-FFF2-40B4-BE49-F238E27FC236}">
                  <a16:creationId xmlns:a16="http://schemas.microsoft.com/office/drawing/2014/main" id="{ECB932D6-0DFF-5BD4-85BD-FFE55CB47A9C}"/>
                </a:ext>
              </a:extLst>
            </p:cNvPr>
            <p:cNvGrpSpPr/>
            <p:nvPr/>
          </p:nvGrpSpPr>
          <p:grpSpPr>
            <a:xfrm>
              <a:off x="3525619" y="3431740"/>
              <a:ext cx="360105" cy="259772"/>
              <a:chOff x="3525619" y="3431740"/>
              <a:chExt cx="360105" cy="259772"/>
            </a:xfrm>
            <a:noFill/>
          </p:grpSpPr>
          <p:sp>
            <p:nvSpPr>
              <p:cNvPr id="8136" name="شكل حر: شكل 9091">
                <a:extLst>
                  <a:ext uri="{FF2B5EF4-FFF2-40B4-BE49-F238E27FC236}">
                    <a16:creationId xmlns:a16="http://schemas.microsoft.com/office/drawing/2014/main" id="{A2E5A2D0-4923-D60B-3D22-DC9B46986723}"/>
                  </a:ext>
                </a:extLst>
              </p:cNvPr>
              <p:cNvSpPr/>
              <p:nvPr/>
            </p:nvSpPr>
            <p:spPr>
              <a:xfrm>
                <a:off x="3705698" y="3431740"/>
                <a:ext cx="153203" cy="227403"/>
              </a:xfrm>
              <a:custGeom>
                <a:avLst/>
                <a:gdLst>
                  <a:gd name="connsiteX0" fmla="*/ 0 w 153203"/>
                  <a:gd name="connsiteY0" fmla="*/ 105580 h 227403"/>
                  <a:gd name="connsiteX1" fmla="*/ 0 w 153203"/>
                  <a:gd name="connsiteY1" fmla="*/ 227403 h 227403"/>
                  <a:gd name="connsiteX2" fmla="*/ 153203 w 153203"/>
                  <a:gd name="connsiteY2" fmla="*/ 185205 h 227403"/>
                  <a:gd name="connsiteX3" fmla="*/ 137584 w 153203"/>
                  <a:gd name="connsiteY3" fmla="*/ 366 h 227403"/>
                  <a:gd name="connsiteX4" fmla="*/ 84228 w 153203"/>
                  <a:gd name="connsiteY4" fmla="*/ 3530 h 2274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203" h="227403">
                    <a:moveTo>
                      <a:pt x="0" y="105580"/>
                    </a:moveTo>
                    <a:lnTo>
                      <a:pt x="0" y="227403"/>
                    </a:lnTo>
                    <a:cubicBezTo>
                      <a:pt x="0" y="227403"/>
                      <a:pt x="49317" y="184244"/>
                      <a:pt x="153203" y="185205"/>
                    </a:cubicBezTo>
                    <a:lnTo>
                      <a:pt x="137584" y="366"/>
                    </a:lnTo>
                    <a:cubicBezTo>
                      <a:pt x="117275" y="-707"/>
                      <a:pt x="99565" y="648"/>
                      <a:pt x="84228" y="3530"/>
                    </a:cubicBezTo>
                  </a:path>
                </a:pathLst>
              </a:custGeom>
              <a:noFill/>
              <a:ln w="8472" cap="flat">
                <a:solidFill>
                  <a:srgbClr val="01355A"/>
                </a:solidFill>
                <a:prstDash val="solid"/>
                <a:miter/>
              </a:ln>
            </p:spPr>
            <p:txBody>
              <a:bodyPr rtlCol="1" anchor="ctr"/>
              <a:lstStyle/>
              <a:p>
                <a:endParaRPr lang="ar-SA"/>
              </a:p>
            </p:txBody>
          </p:sp>
          <p:sp>
            <p:nvSpPr>
              <p:cNvPr id="8137" name="شكل حر: شكل 9092">
                <a:extLst>
                  <a:ext uri="{FF2B5EF4-FFF2-40B4-BE49-F238E27FC236}">
                    <a16:creationId xmlns:a16="http://schemas.microsoft.com/office/drawing/2014/main" id="{D218A0AE-D0A9-D233-E495-D262DB2EDCAC}"/>
                  </a:ext>
                </a:extLst>
              </p:cNvPr>
              <p:cNvSpPr/>
              <p:nvPr/>
            </p:nvSpPr>
            <p:spPr>
              <a:xfrm>
                <a:off x="3552495" y="3431740"/>
                <a:ext cx="153203" cy="227403"/>
              </a:xfrm>
              <a:custGeom>
                <a:avLst/>
                <a:gdLst>
                  <a:gd name="connsiteX0" fmla="*/ 153203 w 153203"/>
                  <a:gd name="connsiteY0" fmla="*/ 227403 h 227403"/>
                  <a:gd name="connsiteX1" fmla="*/ 0 w 153203"/>
                  <a:gd name="connsiteY1" fmla="*/ 185205 h 227403"/>
                  <a:gd name="connsiteX2" fmla="*/ 15620 w 153203"/>
                  <a:gd name="connsiteY2" fmla="*/ 366 h 227403"/>
                  <a:gd name="connsiteX3" fmla="*/ 68975 w 153203"/>
                  <a:gd name="connsiteY3" fmla="*/ 3530 h 227403"/>
                </a:gdLst>
                <a:ahLst/>
                <a:cxnLst>
                  <a:cxn ang="0">
                    <a:pos x="connsiteX0" y="connsiteY0"/>
                  </a:cxn>
                  <a:cxn ang="0">
                    <a:pos x="connsiteX1" y="connsiteY1"/>
                  </a:cxn>
                  <a:cxn ang="0">
                    <a:pos x="connsiteX2" y="connsiteY2"/>
                  </a:cxn>
                  <a:cxn ang="0">
                    <a:pos x="connsiteX3" y="connsiteY3"/>
                  </a:cxn>
                </a:cxnLst>
                <a:rect l="l" t="t" r="r" b="b"/>
                <a:pathLst>
                  <a:path w="153203" h="227403">
                    <a:moveTo>
                      <a:pt x="153203" y="227403"/>
                    </a:moveTo>
                    <a:cubicBezTo>
                      <a:pt x="153203" y="227403"/>
                      <a:pt x="103887" y="184244"/>
                      <a:pt x="0" y="185205"/>
                    </a:cubicBezTo>
                    <a:lnTo>
                      <a:pt x="15620" y="366"/>
                    </a:lnTo>
                    <a:cubicBezTo>
                      <a:pt x="35928" y="-707"/>
                      <a:pt x="53638" y="648"/>
                      <a:pt x="68975" y="3530"/>
                    </a:cubicBezTo>
                  </a:path>
                </a:pathLst>
              </a:custGeom>
              <a:noFill/>
              <a:ln w="8472" cap="flat">
                <a:solidFill>
                  <a:srgbClr val="01355A"/>
                </a:solidFill>
                <a:prstDash val="solid"/>
                <a:miter/>
              </a:ln>
            </p:spPr>
            <p:txBody>
              <a:bodyPr rtlCol="1" anchor="ctr"/>
              <a:lstStyle/>
              <a:p>
                <a:endParaRPr lang="ar-SA"/>
              </a:p>
            </p:txBody>
          </p:sp>
          <p:sp>
            <p:nvSpPr>
              <p:cNvPr id="8138" name="شكل حر: شكل 9093">
                <a:extLst>
                  <a:ext uri="{FF2B5EF4-FFF2-40B4-BE49-F238E27FC236}">
                    <a16:creationId xmlns:a16="http://schemas.microsoft.com/office/drawing/2014/main" id="{4ACF2626-2707-3B46-7E5F-4C8696975607}"/>
                  </a:ext>
                </a:extLst>
              </p:cNvPr>
              <p:cNvSpPr/>
              <p:nvPr/>
            </p:nvSpPr>
            <p:spPr>
              <a:xfrm>
                <a:off x="3525619" y="3452599"/>
                <a:ext cx="360105" cy="238913"/>
              </a:xfrm>
              <a:custGeom>
                <a:avLst/>
                <a:gdLst>
                  <a:gd name="connsiteX0" fmla="*/ 319725 w 360105"/>
                  <a:gd name="connsiteY0" fmla="*/ 2358 h 238913"/>
                  <a:gd name="connsiteX1" fmla="*/ 333255 w 360105"/>
                  <a:gd name="connsiteY1" fmla="*/ 13 h 238913"/>
                  <a:gd name="connsiteX2" fmla="*/ 346304 w 360105"/>
                  <a:gd name="connsiteY2" fmla="*/ 11537 h 238913"/>
                  <a:gd name="connsiteX3" fmla="*/ 360059 w 360105"/>
                  <a:gd name="connsiteY3" fmla="*/ 176124 h 238913"/>
                  <a:gd name="connsiteX4" fmla="*/ 345937 w 360105"/>
                  <a:gd name="connsiteY4" fmla="*/ 189654 h 238913"/>
                  <a:gd name="connsiteX5" fmla="*/ 220951 w 360105"/>
                  <a:gd name="connsiteY5" fmla="*/ 210188 h 238913"/>
                  <a:gd name="connsiteX6" fmla="*/ 219086 w 360105"/>
                  <a:gd name="connsiteY6" fmla="*/ 214679 h 238913"/>
                  <a:gd name="connsiteX7" fmla="*/ 141016 w 360105"/>
                  <a:gd name="connsiteY7" fmla="*/ 214679 h 238913"/>
                  <a:gd name="connsiteX8" fmla="*/ 139152 w 360105"/>
                  <a:gd name="connsiteY8" fmla="*/ 210188 h 238913"/>
                  <a:gd name="connsiteX9" fmla="*/ 14166 w 360105"/>
                  <a:gd name="connsiteY9" fmla="*/ 189654 h 238913"/>
                  <a:gd name="connsiteX10" fmla="*/ 43 w 360105"/>
                  <a:gd name="connsiteY10" fmla="*/ 176124 h 238913"/>
                  <a:gd name="connsiteX11" fmla="*/ 13798 w 360105"/>
                  <a:gd name="connsiteY11" fmla="*/ 11537 h 238913"/>
                  <a:gd name="connsiteX12" fmla="*/ 26848 w 360105"/>
                  <a:gd name="connsiteY12" fmla="*/ 13 h 238913"/>
                  <a:gd name="connsiteX13" fmla="*/ 40377 w 360105"/>
                  <a:gd name="connsiteY13" fmla="*/ 2358 h 238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0105" h="238913">
                    <a:moveTo>
                      <a:pt x="319725" y="2358"/>
                    </a:moveTo>
                    <a:cubicBezTo>
                      <a:pt x="322606" y="889"/>
                      <a:pt x="328086" y="239"/>
                      <a:pt x="333255" y="13"/>
                    </a:cubicBezTo>
                    <a:cubicBezTo>
                      <a:pt x="339977" y="-297"/>
                      <a:pt x="345739" y="4815"/>
                      <a:pt x="346304" y="11537"/>
                    </a:cubicBezTo>
                    <a:lnTo>
                      <a:pt x="360059" y="176124"/>
                    </a:lnTo>
                    <a:cubicBezTo>
                      <a:pt x="360737" y="184118"/>
                      <a:pt x="353902" y="190670"/>
                      <a:pt x="345937" y="189654"/>
                    </a:cubicBezTo>
                    <a:cubicBezTo>
                      <a:pt x="323736" y="186801"/>
                      <a:pt x="279052" y="186038"/>
                      <a:pt x="220951" y="210188"/>
                    </a:cubicBezTo>
                    <a:cubicBezTo>
                      <a:pt x="220951" y="210188"/>
                      <a:pt x="220414" y="211968"/>
                      <a:pt x="219086" y="214679"/>
                    </a:cubicBezTo>
                    <a:cubicBezTo>
                      <a:pt x="203382" y="246992"/>
                      <a:pt x="156692" y="246992"/>
                      <a:pt x="141016" y="214679"/>
                    </a:cubicBezTo>
                    <a:cubicBezTo>
                      <a:pt x="139688" y="211939"/>
                      <a:pt x="139152" y="210188"/>
                      <a:pt x="139152" y="210188"/>
                    </a:cubicBezTo>
                    <a:cubicBezTo>
                      <a:pt x="81051" y="186010"/>
                      <a:pt x="36366" y="186801"/>
                      <a:pt x="14166" y="189654"/>
                    </a:cubicBezTo>
                    <a:cubicBezTo>
                      <a:pt x="6229" y="190670"/>
                      <a:pt x="-607" y="184089"/>
                      <a:pt x="43" y="176124"/>
                    </a:cubicBezTo>
                    <a:lnTo>
                      <a:pt x="13798" y="11537"/>
                    </a:lnTo>
                    <a:cubicBezTo>
                      <a:pt x="14363" y="4815"/>
                      <a:pt x="20125" y="-297"/>
                      <a:pt x="26848" y="13"/>
                    </a:cubicBezTo>
                    <a:cubicBezTo>
                      <a:pt x="32017" y="268"/>
                      <a:pt x="37525" y="889"/>
                      <a:pt x="40377" y="2358"/>
                    </a:cubicBezTo>
                  </a:path>
                </a:pathLst>
              </a:custGeom>
              <a:noFill/>
              <a:ln w="8472" cap="flat">
                <a:solidFill>
                  <a:srgbClr val="01355A"/>
                </a:solidFill>
                <a:prstDash val="solid"/>
                <a:miter/>
              </a:ln>
            </p:spPr>
            <p:txBody>
              <a:bodyPr rtlCol="1" anchor="ctr"/>
              <a:lstStyle/>
              <a:p>
                <a:endParaRPr lang="ar-SA"/>
              </a:p>
            </p:txBody>
          </p:sp>
        </p:grpSp>
      </p:grpSp>
      <p:grpSp>
        <p:nvGrpSpPr>
          <p:cNvPr id="8150" name="رسم 8014">
            <a:extLst>
              <a:ext uri="{FF2B5EF4-FFF2-40B4-BE49-F238E27FC236}">
                <a16:creationId xmlns:a16="http://schemas.microsoft.com/office/drawing/2014/main" id="{7D36E8C0-3028-8EE2-F877-4E2313171820}"/>
              </a:ext>
            </a:extLst>
          </p:cNvPr>
          <p:cNvGrpSpPr/>
          <p:nvPr/>
        </p:nvGrpSpPr>
        <p:grpSpPr>
          <a:xfrm>
            <a:off x="2395235" y="3233666"/>
            <a:ext cx="281604" cy="286099"/>
            <a:chOff x="1944452" y="2287261"/>
            <a:chExt cx="336601" cy="362982"/>
          </a:xfrm>
          <a:noFill/>
        </p:grpSpPr>
        <p:sp>
          <p:nvSpPr>
            <p:cNvPr id="8151" name="شكل حر: شكل 9095">
              <a:extLst>
                <a:ext uri="{FF2B5EF4-FFF2-40B4-BE49-F238E27FC236}">
                  <a16:creationId xmlns:a16="http://schemas.microsoft.com/office/drawing/2014/main" id="{8DA5253E-649C-DB84-45E7-03FF90CCB456}"/>
                </a:ext>
              </a:extLst>
            </p:cNvPr>
            <p:cNvSpPr/>
            <p:nvPr/>
          </p:nvSpPr>
          <p:spPr>
            <a:xfrm>
              <a:off x="2106186" y="2312682"/>
              <a:ext cx="174867" cy="307056"/>
            </a:xfrm>
            <a:custGeom>
              <a:avLst/>
              <a:gdLst>
                <a:gd name="connsiteX0" fmla="*/ 148345 w 174867"/>
                <a:gd name="connsiteY0" fmla="*/ 0 h 307056"/>
                <a:gd name="connsiteX1" fmla="*/ 174868 w 174867"/>
                <a:gd name="connsiteY1" fmla="*/ 0 h 307056"/>
                <a:gd name="connsiteX2" fmla="*/ 174868 w 174867"/>
                <a:gd name="connsiteY2" fmla="*/ 247035 h 307056"/>
                <a:gd name="connsiteX3" fmla="*/ 114846 w 174867"/>
                <a:gd name="connsiteY3" fmla="*/ 307056 h 307056"/>
                <a:gd name="connsiteX4" fmla="*/ 0 w 174867"/>
                <a:gd name="connsiteY4" fmla="*/ 307056 h 307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867" h="307056">
                  <a:moveTo>
                    <a:pt x="148345" y="0"/>
                  </a:moveTo>
                  <a:lnTo>
                    <a:pt x="174868" y="0"/>
                  </a:lnTo>
                  <a:lnTo>
                    <a:pt x="174868" y="247035"/>
                  </a:lnTo>
                  <a:cubicBezTo>
                    <a:pt x="174868" y="280167"/>
                    <a:pt x="148006" y="307056"/>
                    <a:pt x="114846" y="307056"/>
                  </a:cubicBezTo>
                  <a:lnTo>
                    <a:pt x="0" y="307056"/>
                  </a:lnTo>
                </a:path>
              </a:pathLst>
            </a:custGeom>
            <a:noFill/>
            <a:ln w="8472" cap="flat">
              <a:solidFill>
                <a:srgbClr val="01355A"/>
              </a:solidFill>
              <a:prstDash val="solid"/>
              <a:miter/>
            </a:ln>
          </p:spPr>
          <p:txBody>
            <a:bodyPr rtlCol="1" anchor="ctr"/>
            <a:lstStyle/>
            <a:p>
              <a:endParaRPr lang="ar-SA"/>
            </a:p>
          </p:txBody>
        </p:sp>
        <p:sp>
          <p:nvSpPr>
            <p:cNvPr id="8152" name="شكل حر: شكل 9096">
              <a:extLst>
                <a:ext uri="{FF2B5EF4-FFF2-40B4-BE49-F238E27FC236}">
                  <a16:creationId xmlns:a16="http://schemas.microsoft.com/office/drawing/2014/main" id="{DD1B4308-EC21-F592-B4A6-80A676DA7F07}"/>
                </a:ext>
              </a:extLst>
            </p:cNvPr>
            <p:cNvSpPr/>
            <p:nvPr/>
          </p:nvSpPr>
          <p:spPr>
            <a:xfrm>
              <a:off x="2116834" y="2287261"/>
              <a:ext cx="137696" cy="305926"/>
            </a:xfrm>
            <a:custGeom>
              <a:avLst/>
              <a:gdLst>
                <a:gd name="connsiteX0" fmla="*/ 0 w 137696"/>
                <a:gd name="connsiteY0" fmla="*/ 305927 h 305926"/>
                <a:gd name="connsiteX1" fmla="*/ 83522 w 137696"/>
                <a:gd name="connsiteY1" fmla="*/ 305927 h 305926"/>
                <a:gd name="connsiteX2" fmla="*/ 100158 w 137696"/>
                <a:gd name="connsiteY2" fmla="*/ 289290 h 305926"/>
                <a:gd name="connsiteX3" fmla="*/ 100158 w 137696"/>
                <a:gd name="connsiteY3" fmla="*/ 268388 h 305926"/>
                <a:gd name="connsiteX4" fmla="*/ 121060 w 137696"/>
                <a:gd name="connsiteY4" fmla="*/ 268388 h 305926"/>
                <a:gd name="connsiteX5" fmla="*/ 137697 w 137696"/>
                <a:gd name="connsiteY5" fmla="*/ 251752 h 305926"/>
                <a:gd name="connsiteX6" fmla="*/ 137697 w 137696"/>
                <a:gd name="connsiteY6" fmla="*/ 0 h 305926"/>
                <a:gd name="connsiteX7" fmla="*/ 72026 w 137696"/>
                <a:gd name="connsiteY7" fmla="*/ 0 h 305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7696" h="305926">
                  <a:moveTo>
                    <a:pt x="0" y="305927"/>
                  </a:moveTo>
                  <a:lnTo>
                    <a:pt x="83522" y="305927"/>
                  </a:lnTo>
                  <a:cubicBezTo>
                    <a:pt x="92702" y="305927"/>
                    <a:pt x="100158" y="298470"/>
                    <a:pt x="100158" y="289290"/>
                  </a:cubicBezTo>
                  <a:lnTo>
                    <a:pt x="100158" y="268388"/>
                  </a:lnTo>
                  <a:lnTo>
                    <a:pt x="121060" y="268388"/>
                  </a:lnTo>
                  <a:cubicBezTo>
                    <a:pt x="130240" y="268388"/>
                    <a:pt x="137697" y="260931"/>
                    <a:pt x="137697" y="251752"/>
                  </a:cubicBezTo>
                  <a:lnTo>
                    <a:pt x="137697" y="0"/>
                  </a:lnTo>
                  <a:lnTo>
                    <a:pt x="72026" y="0"/>
                  </a:lnTo>
                </a:path>
              </a:pathLst>
            </a:custGeom>
            <a:noFill/>
            <a:ln w="8472" cap="flat">
              <a:solidFill>
                <a:srgbClr val="01355A"/>
              </a:solidFill>
              <a:prstDash val="solid"/>
              <a:miter/>
            </a:ln>
          </p:spPr>
          <p:txBody>
            <a:bodyPr rtlCol="1" anchor="ctr"/>
            <a:lstStyle/>
            <a:p>
              <a:endParaRPr lang="ar-SA"/>
            </a:p>
          </p:txBody>
        </p:sp>
        <p:sp>
          <p:nvSpPr>
            <p:cNvPr id="8153" name="شكل حر: شكل 9097">
              <a:extLst>
                <a:ext uri="{FF2B5EF4-FFF2-40B4-BE49-F238E27FC236}">
                  <a16:creationId xmlns:a16="http://schemas.microsoft.com/office/drawing/2014/main" id="{1BAB11A2-E643-F8E9-81FA-324A027ECDF5}"/>
                </a:ext>
              </a:extLst>
            </p:cNvPr>
            <p:cNvSpPr/>
            <p:nvPr/>
          </p:nvSpPr>
          <p:spPr>
            <a:xfrm>
              <a:off x="2000661" y="2287261"/>
              <a:ext cx="65670" cy="190798"/>
            </a:xfrm>
            <a:custGeom>
              <a:avLst/>
              <a:gdLst>
                <a:gd name="connsiteX0" fmla="*/ 65671 w 65670"/>
                <a:gd name="connsiteY0" fmla="*/ 0 h 190798"/>
                <a:gd name="connsiteX1" fmla="*/ 0 w 65670"/>
                <a:gd name="connsiteY1" fmla="*/ 0 h 190798"/>
                <a:gd name="connsiteX2" fmla="*/ 0 w 65670"/>
                <a:gd name="connsiteY2" fmla="*/ 190798 h 190798"/>
              </a:gdLst>
              <a:ahLst/>
              <a:cxnLst>
                <a:cxn ang="0">
                  <a:pos x="connsiteX0" y="connsiteY0"/>
                </a:cxn>
                <a:cxn ang="0">
                  <a:pos x="connsiteX1" y="connsiteY1"/>
                </a:cxn>
                <a:cxn ang="0">
                  <a:pos x="connsiteX2" y="connsiteY2"/>
                </a:cxn>
              </a:cxnLst>
              <a:rect l="l" t="t" r="r" b="b"/>
              <a:pathLst>
                <a:path w="65670" h="190798">
                  <a:moveTo>
                    <a:pt x="65671" y="0"/>
                  </a:moveTo>
                  <a:lnTo>
                    <a:pt x="0" y="0"/>
                  </a:lnTo>
                  <a:lnTo>
                    <a:pt x="0" y="190798"/>
                  </a:lnTo>
                </a:path>
              </a:pathLst>
            </a:custGeom>
            <a:noFill/>
            <a:ln w="8472" cap="flat">
              <a:solidFill>
                <a:srgbClr val="01355A"/>
              </a:solidFill>
              <a:prstDash val="solid"/>
              <a:miter/>
            </a:ln>
          </p:spPr>
          <p:txBody>
            <a:bodyPr rtlCol="1" anchor="ctr"/>
            <a:lstStyle/>
            <a:p>
              <a:endParaRPr lang="ar-SA"/>
            </a:p>
          </p:txBody>
        </p:sp>
        <p:grpSp>
          <p:nvGrpSpPr>
            <p:cNvPr id="8154" name="رسم 8014">
              <a:extLst>
                <a:ext uri="{FF2B5EF4-FFF2-40B4-BE49-F238E27FC236}">
                  <a16:creationId xmlns:a16="http://schemas.microsoft.com/office/drawing/2014/main" id="{B6D4A2B1-075D-8602-85CC-CE0AD19C4266}"/>
                </a:ext>
              </a:extLst>
            </p:cNvPr>
            <p:cNvGrpSpPr/>
            <p:nvPr/>
          </p:nvGrpSpPr>
          <p:grpSpPr>
            <a:xfrm>
              <a:off x="2028115" y="2397701"/>
              <a:ext cx="198961" cy="44627"/>
              <a:chOff x="2028115" y="2397701"/>
              <a:chExt cx="198961" cy="44627"/>
            </a:xfrm>
            <a:noFill/>
          </p:grpSpPr>
          <p:grpSp>
            <p:nvGrpSpPr>
              <p:cNvPr id="8159" name="رسم 8014">
                <a:extLst>
                  <a:ext uri="{FF2B5EF4-FFF2-40B4-BE49-F238E27FC236}">
                    <a16:creationId xmlns:a16="http://schemas.microsoft.com/office/drawing/2014/main" id="{E9809E7A-353C-8E8D-5E8B-E67271E173EF}"/>
                  </a:ext>
                </a:extLst>
              </p:cNvPr>
              <p:cNvGrpSpPr/>
              <p:nvPr/>
            </p:nvGrpSpPr>
            <p:grpSpPr>
              <a:xfrm>
                <a:off x="2028115" y="2397701"/>
                <a:ext cx="58694" cy="44627"/>
                <a:chOff x="2028115" y="2397701"/>
                <a:chExt cx="58694" cy="44627"/>
              </a:xfrm>
              <a:noFill/>
            </p:grpSpPr>
            <p:grpSp>
              <p:nvGrpSpPr>
                <p:cNvPr id="8166" name="رسم 8014">
                  <a:extLst>
                    <a:ext uri="{FF2B5EF4-FFF2-40B4-BE49-F238E27FC236}">
                      <a16:creationId xmlns:a16="http://schemas.microsoft.com/office/drawing/2014/main" id="{B61F8AEA-E43C-B29F-F445-9D01C3EE3592}"/>
                    </a:ext>
                  </a:extLst>
                </p:cNvPr>
                <p:cNvGrpSpPr/>
                <p:nvPr/>
              </p:nvGrpSpPr>
              <p:grpSpPr>
                <a:xfrm>
                  <a:off x="2028115" y="2398746"/>
                  <a:ext cx="20252" cy="43582"/>
                  <a:chOff x="2028115" y="2398746"/>
                  <a:chExt cx="20252" cy="43582"/>
                </a:xfrm>
                <a:noFill/>
              </p:grpSpPr>
              <p:sp>
                <p:nvSpPr>
                  <p:cNvPr id="8168" name="شكل حر: شكل 9101">
                    <a:extLst>
                      <a:ext uri="{FF2B5EF4-FFF2-40B4-BE49-F238E27FC236}">
                        <a16:creationId xmlns:a16="http://schemas.microsoft.com/office/drawing/2014/main" id="{1F1F6E55-E1E7-1849-F9B9-E65C236CE894}"/>
                      </a:ext>
                    </a:extLst>
                  </p:cNvPr>
                  <p:cNvSpPr/>
                  <p:nvPr/>
                </p:nvSpPr>
                <p:spPr>
                  <a:xfrm>
                    <a:off x="2028115" y="2398746"/>
                    <a:ext cx="13134" cy="43582"/>
                  </a:xfrm>
                  <a:custGeom>
                    <a:avLst/>
                    <a:gdLst>
                      <a:gd name="connsiteX0" fmla="*/ 13134 w 13134"/>
                      <a:gd name="connsiteY0" fmla="*/ 43583 h 43582"/>
                      <a:gd name="connsiteX1" fmla="*/ 13134 w 13134"/>
                      <a:gd name="connsiteY1" fmla="*/ 0 h 43582"/>
                      <a:gd name="connsiteX2" fmla="*/ 0 w 13134"/>
                      <a:gd name="connsiteY2" fmla="*/ 9660 h 43582"/>
                    </a:gdLst>
                    <a:ahLst/>
                    <a:cxnLst>
                      <a:cxn ang="0">
                        <a:pos x="connsiteX0" y="connsiteY0"/>
                      </a:cxn>
                      <a:cxn ang="0">
                        <a:pos x="connsiteX1" y="connsiteY1"/>
                      </a:cxn>
                      <a:cxn ang="0">
                        <a:pos x="connsiteX2" y="connsiteY2"/>
                      </a:cxn>
                    </a:cxnLst>
                    <a:rect l="l" t="t" r="r" b="b"/>
                    <a:pathLst>
                      <a:path w="13134" h="43582">
                        <a:moveTo>
                          <a:pt x="13134" y="43583"/>
                        </a:moveTo>
                        <a:lnTo>
                          <a:pt x="13134" y="0"/>
                        </a:lnTo>
                        <a:lnTo>
                          <a:pt x="0" y="9660"/>
                        </a:lnTo>
                      </a:path>
                    </a:pathLst>
                  </a:custGeom>
                  <a:noFill/>
                  <a:ln w="8472" cap="flat">
                    <a:solidFill>
                      <a:srgbClr val="17A3A3"/>
                    </a:solidFill>
                    <a:prstDash val="solid"/>
                    <a:miter/>
                  </a:ln>
                </p:spPr>
                <p:txBody>
                  <a:bodyPr rtlCol="1" anchor="ctr"/>
                  <a:lstStyle/>
                  <a:p>
                    <a:endParaRPr lang="ar-SA"/>
                  </a:p>
                </p:txBody>
              </p:sp>
              <p:sp>
                <p:nvSpPr>
                  <p:cNvPr id="8169" name="شكل حر: شكل 9102">
                    <a:extLst>
                      <a:ext uri="{FF2B5EF4-FFF2-40B4-BE49-F238E27FC236}">
                        <a16:creationId xmlns:a16="http://schemas.microsoft.com/office/drawing/2014/main" id="{01FFE2FA-93E5-7424-A05F-0ADE06AA47C8}"/>
                      </a:ext>
                    </a:extLst>
                  </p:cNvPr>
                  <p:cNvSpPr/>
                  <p:nvPr/>
                </p:nvSpPr>
                <p:spPr>
                  <a:xfrm>
                    <a:off x="2033454" y="2442329"/>
                    <a:ext cx="14913" cy="2824"/>
                  </a:xfrm>
                  <a:custGeom>
                    <a:avLst/>
                    <a:gdLst>
                      <a:gd name="connsiteX0" fmla="*/ 0 w 14913"/>
                      <a:gd name="connsiteY0" fmla="*/ 0 h 2824"/>
                      <a:gd name="connsiteX1" fmla="*/ 14914 w 14913"/>
                      <a:gd name="connsiteY1" fmla="*/ 0 h 2824"/>
                    </a:gdLst>
                    <a:ahLst/>
                    <a:cxnLst>
                      <a:cxn ang="0">
                        <a:pos x="connsiteX0" y="connsiteY0"/>
                      </a:cxn>
                      <a:cxn ang="0">
                        <a:pos x="connsiteX1" y="connsiteY1"/>
                      </a:cxn>
                    </a:cxnLst>
                    <a:rect l="l" t="t" r="r" b="b"/>
                    <a:pathLst>
                      <a:path w="14913" h="2824">
                        <a:moveTo>
                          <a:pt x="0" y="0"/>
                        </a:moveTo>
                        <a:lnTo>
                          <a:pt x="14914" y="0"/>
                        </a:lnTo>
                      </a:path>
                    </a:pathLst>
                  </a:custGeom>
                  <a:ln w="8472" cap="flat">
                    <a:solidFill>
                      <a:srgbClr val="17A3A3"/>
                    </a:solidFill>
                    <a:prstDash val="solid"/>
                    <a:miter/>
                  </a:ln>
                </p:spPr>
                <p:txBody>
                  <a:bodyPr rtlCol="1" anchor="ctr"/>
                  <a:lstStyle/>
                  <a:p>
                    <a:endParaRPr lang="ar-SA"/>
                  </a:p>
                </p:txBody>
              </p:sp>
            </p:grpSp>
            <p:sp>
              <p:nvSpPr>
                <p:cNvPr id="8167" name="شكل حر: شكل 9103">
                  <a:extLst>
                    <a:ext uri="{FF2B5EF4-FFF2-40B4-BE49-F238E27FC236}">
                      <a16:creationId xmlns:a16="http://schemas.microsoft.com/office/drawing/2014/main" id="{CF477A15-0645-3988-D098-3FB49B0D912C}"/>
                    </a:ext>
                  </a:extLst>
                </p:cNvPr>
                <p:cNvSpPr/>
                <p:nvPr/>
              </p:nvSpPr>
              <p:spPr>
                <a:xfrm>
                  <a:off x="2061953" y="2397701"/>
                  <a:ext cx="24855" cy="44627"/>
                </a:xfrm>
                <a:custGeom>
                  <a:avLst/>
                  <a:gdLst>
                    <a:gd name="connsiteX0" fmla="*/ 12428 w 24855"/>
                    <a:gd name="connsiteY0" fmla="*/ 44628 h 44627"/>
                    <a:gd name="connsiteX1" fmla="*/ 12428 w 24855"/>
                    <a:gd name="connsiteY1" fmla="*/ 44628 h 44627"/>
                    <a:gd name="connsiteX2" fmla="*/ 0 w 24855"/>
                    <a:gd name="connsiteY2" fmla="*/ 32200 h 44627"/>
                    <a:gd name="connsiteX3" fmla="*/ 0 w 24855"/>
                    <a:gd name="connsiteY3" fmla="*/ 12428 h 44627"/>
                    <a:gd name="connsiteX4" fmla="*/ 12428 w 24855"/>
                    <a:gd name="connsiteY4" fmla="*/ 0 h 44627"/>
                    <a:gd name="connsiteX5" fmla="*/ 12428 w 24855"/>
                    <a:gd name="connsiteY5" fmla="*/ 0 h 44627"/>
                    <a:gd name="connsiteX6" fmla="*/ 24856 w 24855"/>
                    <a:gd name="connsiteY6" fmla="*/ 12428 h 44627"/>
                    <a:gd name="connsiteX7" fmla="*/ 24856 w 24855"/>
                    <a:gd name="connsiteY7" fmla="*/ 32200 h 44627"/>
                    <a:gd name="connsiteX8" fmla="*/ 12428 w 24855"/>
                    <a:gd name="connsiteY8" fmla="*/ 44628 h 44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855" h="44627">
                      <a:moveTo>
                        <a:pt x="12428" y="44628"/>
                      </a:moveTo>
                      <a:lnTo>
                        <a:pt x="12428" y="44628"/>
                      </a:lnTo>
                      <a:cubicBezTo>
                        <a:pt x="5564" y="44628"/>
                        <a:pt x="0" y="39064"/>
                        <a:pt x="0" y="32200"/>
                      </a:cubicBezTo>
                      <a:lnTo>
                        <a:pt x="0" y="12428"/>
                      </a:lnTo>
                      <a:cubicBezTo>
                        <a:pt x="0" y="5564"/>
                        <a:pt x="5564" y="0"/>
                        <a:pt x="12428" y="0"/>
                      </a:cubicBezTo>
                      <a:lnTo>
                        <a:pt x="12428" y="0"/>
                      </a:lnTo>
                      <a:cubicBezTo>
                        <a:pt x="19292" y="0"/>
                        <a:pt x="24856" y="5564"/>
                        <a:pt x="24856" y="12428"/>
                      </a:cubicBezTo>
                      <a:lnTo>
                        <a:pt x="24856" y="32200"/>
                      </a:lnTo>
                      <a:cubicBezTo>
                        <a:pt x="24856" y="39064"/>
                        <a:pt x="19292" y="44628"/>
                        <a:pt x="12428" y="44628"/>
                      </a:cubicBezTo>
                      <a:close/>
                    </a:path>
                  </a:pathLst>
                </a:custGeom>
                <a:noFill/>
                <a:ln w="8472" cap="flat">
                  <a:solidFill>
                    <a:srgbClr val="17A3A3"/>
                  </a:solidFill>
                  <a:prstDash val="solid"/>
                  <a:miter/>
                </a:ln>
              </p:spPr>
              <p:txBody>
                <a:bodyPr rtlCol="1" anchor="ctr"/>
                <a:lstStyle/>
                <a:p>
                  <a:endParaRPr lang="ar-SA"/>
                </a:p>
              </p:txBody>
            </p:sp>
          </p:grpSp>
          <p:grpSp>
            <p:nvGrpSpPr>
              <p:cNvPr id="8160" name="رسم 8014">
                <a:extLst>
                  <a:ext uri="{FF2B5EF4-FFF2-40B4-BE49-F238E27FC236}">
                    <a16:creationId xmlns:a16="http://schemas.microsoft.com/office/drawing/2014/main" id="{3CBC144E-1609-6FCB-8771-1EB3DF128F33}"/>
                  </a:ext>
                </a:extLst>
              </p:cNvPr>
              <p:cNvGrpSpPr/>
              <p:nvPr/>
            </p:nvGrpSpPr>
            <p:grpSpPr>
              <a:xfrm>
                <a:off x="2161293" y="2398718"/>
                <a:ext cx="65783" cy="43611"/>
                <a:chOff x="2161293" y="2398718"/>
                <a:chExt cx="65783" cy="43611"/>
              </a:xfrm>
              <a:noFill/>
            </p:grpSpPr>
            <p:sp>
              <p:nvSpPr>
                <p:cNvPr id="8164" name="شكل حر: شكل 9105">
                  <a:extLst>
                    <a:ext uri="{FF2B5EF4-FFF2-40B4-BE49-F238E27FC236}">
                      <a16:creationId xmlns:a16="http://schemas.microsoft.com/office/drawing/2014/main" id="{E7648D59-10F0-6D79-94E4-C4F733CE8811}"/>
                    </a:ext>
                  </a:extLst>
                </p:cNvPr>
                <p:cNvSpPr/>
                <p:nvPr/>
              </p:nvSpPr>
              <p:spPr>
                <a:xfrm>
                  <a:off x="2161293" y="2399984"/>
                  <a:ext cx="26917" cy="41130"/>
                </a:xfrm>
                <a:custGeom>
                  <a:avLst/>
                  <a:gdLst>
                    <a:gd name="connsiteX0" fmla="*/ 0 w 26917"/>
                    <a:gd name="connsiteY0" fmla="*/ 11925 h 41130"/>
                    <a:gd name="connsiteX1" fmla="*/ 12287 w 26917"/>
                    <a:gd name="connsiteY1" fmla="*/ 5 h 41130"/>
                    <a:gd name="connsiteX2" fmla="*/ 23867 w 26917"/>
                    <a:gd name="connsiteY2" fmla="*/ 11586 h 41130"/>
                    <a:gd name="connsiteX3" fmla="*/ 19094 w 26917"/>
                    <a:gd name="connsiteY3" fmla="*/ 21472 h 41130"/>
                    <a:gd name="connsiteX4" fmla="*/ 3926 w 26917"/>
                    <a:gd name="connsiteY4" fmla="*/ 38080 h 41130"/>
                    <a:gd name="connsiteX5" fmla="*/ 2203 w 26917"/>
                    <a:gd name="connsiteY5" fmla="*/ 41131 h 41130"/>
                    <a:gd name="connsiteX6" fmla="*/ 26918 w 26917"/>
                    <a:gd name="connsiteY6" fmla="*/ 41131 h 41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917" h="41130">
                      <a:moveTo>
                        <a:pt x="0" y="11925"/>
                      </a:moveTo>
                      <a:cubicBezTo>
                        <a:pt x="0" y="5231"/>
                        <a:pt x="5536" y="-192"/>
                        <a:pt x="12287" y="5"/>
                      </a:cubicBezTo>
                      <a:cubicBezTo>
                        <a:pt x="18501" y="175"/>
                        <a:pt x="23698" y="5372"/>
                        <a:pt x="23867" y="11586"/>
                      </a:cubicBezTo>
                      <a:cubicBezTo>
                        <a:pt x="23980" y="15625"/>
                        <a:pt x="22088" y="19240"/>
                        <a:pt x="19094" y="21472"/>
                      </a:cubicBezTo>
                      <a:cubicBezTo>
                        <a:pt x="13021" y="26019"/>
                        <a:pt x="7655" y="31471"/>
                        <a:pt x="3926" y="38080"/>
                      </a:cubicBezTo>
                      <a:lnTo>
                        <a:pt x="2203" y="41131"/>
                      </a:lnTo>
                      <a:lnTo>
                        <a:pt x="26918" y="41131"/>
                      </a:lnTo>
                    </a:path>
                  </a:pathLst>
                </a:custGeom>
                <a:noFill/>
                <a:ln w="8472" cap="flat">
                  <a:solidFill>
                    <a:srgbClr val="17A3A3"/>
                  </a:solidFill>
                  <a:prstDash val="solid"/>
                  <a:miter/>
                </a:ln>
              </p:spPr>
              <p:txBody>
                <a:bodyPr rtlCol="1" anchor="ctr"/>
                <a:lstStyle/>
                <a:p>
                  <a:endParaRPr lang="ar-SA"/>
                </a:p>
              </p:txBody>
            </p:sp>
            <p:sp>
              <p:nvSpPr>
                <p:cNvPr id="8165" name="شكل حر: شكل 9106">
                  <a:extLst>
                    <a:ext uri="{FF2B5EF4-FFF2-40B4-BE49-F238E27FC236}">
                      <a16:creationId xmlns:a16="http://schemas.microsoft.com/office/drawing/2014/main" id="{882D97CB-0AFE-9408-5513-4E9F03C96154}"/>
                    </a:ext>
                  </a:extLst>
                </p:cNvPr>
                <p:cNvSpPr/>
                <p:nvPr/>
              </p:nvSpPr>
              <p:spPr>
                <a:xfrm>
                  <a:off x="2202785" y="2398718"/>
                  <a:ext cx="24291" cy="43611"/>
                </a:xfrm>
                <a:custGeom>
                  <a:avLst/>
                  <a:gdLst>
                    <a:gd name="connsiteX0" fmla="*/ 12146 w 24291"/>
                    <a:gd name="connsiteY0" fmla="*/ 43611 h 43611"/>
                    <a:gd name="connsiteX1" fmla="*/ 12146 w 24291"/>
                    <a:gd name="connsiteY1" fmla="*/ 43611 h 43611"/>
                    <a:gd name="connsiteX2" fmla="*/ 0 w 24291"/>
                    <a:gd name="connsiteY2" fmla="*/ 31465 h 43611"/>
                    <a:gd name="connsiteX3" fmla="*/ 0 w 24291"/>
                    <a:gd name="connsiteY3" fmla="*/ 12146 h 43611"/>
                    <a:gd name="connsiteX4" fmla="*/ 12146 w 24291"/>
                    <a:gd name="connsiteY4" fmla="*/ 0 h 43611"/>
                    <a:gd name="connsiteX5" fmla="*/ 12146 w 24291"/>
                    <a:gd name="connsiteY5" fmla="*/ 0 h 43611"/>
                    <a:gd name="connsiteX6" fmla="*/ 24291 w 24291"/>
                    <a:gd name="connsiteY6" fmla="*/ 12146 h 43611"/>
                    <a:gd name="connsiteX7" fmla="*/ 24291 w 24291"/>
                    <a:gd name="connsiteY7" fmla="*/ 31465 h 43611"/>
                    <a:gd name="connsiteX8" fmla="*/ 12146 w 24291"/>
                    <a:gd name="connsiteY8" fmla="*/ 43611 h 43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91" h="43611">
                      <a:moveTo>
                        <a:pt x="12146" y="43611"/>
                      </a:moveTo>
                      <a:lnTo>
                        <a:pt x="12146" y="43611"/>
                      </a:lnTo>
                      <a:cubicBezTo>
                        <a:pt x="5451" y="43611"/>
                        <a:pt x="0" y="38188"/>
                        <a:pt x="0" y="31465"/>
                      </a:cubicBezTo>
                      <a:lnTo>
                        <a:pt x="0" y="12146"/>
                      </a:lnTo>
                      <a:cubicBezTo>
                        <a:pt x="0" y="5451"/>
                        <a:pt x="5423" y="0"/>
                        <a:pt x="12146" y="0"/>
                      </a:cubicBezTo>
                      <a:lnTo>
                        <a:pt x="12146" y="0"/>
                      </a:lnTo>
                      <a:cubicBezTo>
                        <a:pt x="18840" y="0"/>
                        <a:pt x="24291" y="5423"/>
                        <a:pt x="24291" y="12146"/>
                      </a:cubicBezTo>
                      <a:lnTo>
                        <a:pt x="24291" y="31465"/>
                      </a:lnTo>
                      <a:cubicBezTo>
                        <a:pt x="24291" y="38160"/>
                        <a:pt x="18868" y="43611"/>
                        <a:pt x="12146" y="43611"/>
                      </a:cubicBezTo>
                      <a:close/>
                    </a:path>
                  </a:pathLst>
                </a:custGeom>
                <a:noFill/>
                <a:ln w="8472" cap="flat">
                  <a:solidFill>
                    <a:srgbClr val="17A3A3"/>
                  </a:solidFill>
                  <a:prstDash val="solid"/>
                  <a:miter/>
                </a:ln>
              </p:spPr>
              <p:txBody>
                <a:bodyPr rtlCol="1" anchor="ctr"/>
                <a:lstStyle/>
                <a:p>
                  <a:endParaRPr lang="ar-SA"/>
                </a:p>
              </p:txBody>
            </p:sp>
          </p:grpSp>
          <p:grpSp>
            <p:nvGrpSpPr>
              <p:cNvPr id="8161" name="رسم 8014">
                <a:extLst>
                  <a:ext uri="{FF2B5EF4-FFF2-40B4-BE49-F238E27FC236}">
                    <a16:creationId xmlns:a16="http://schemas.microsoft.com/office/drawing/2014/main" id="{B6094E65-DB6C-60AF-FD0B-9A632506EF98}"/>
                  </a:ext>
                </a:extLst>
              </p:cNvPr>
              <p:cNvGrpSpPr/>
              <p:nvPr/>
            </p:nvGrpSpPr>
            <p:grpSpPr>
              <a:xfrm>
                <a:off x="2112117" y="2405694"/>
                <a:ext cx="29685" cy="29714"/>
                <a:chOff x="2112117" y="2405694"/>
                <a:chExt cx="29685" cy="29714"/>
              </a:xfrm>
            </p:grpSpPr>
            <p:sp>
              <p:nvSpPr>
                <p:cNvPr id="8162" name="شكل حر: شكل 9108">
                  <a:extLst>
                    <a:ext uri="{FF2B5EF4-FFF2-40B4-BE49-F238E27FC236}">
                      <a16:creationId xmlns:a16="http://schemas.microsoft.com/office/drawing/2014/main" id="{C812488E-AE6D-5681-2658-4B59854B8A97}"/>
                    </a:ext>
                  </a:extLst>
                </p:cNvPr>
                <p:cNvSpPr/>
                <p:nvPr/>
              </p:nvSpPr>
              <p:spPr>
                <a:xfrm>
                  <a:off x="2112117" y="2420552"/>
                  <a:ext cx="29685" cy="2824"/>
                </a:xfrm>
                <a:custGeom>
                  <a:avLst/>
                  <a:gdLst>
                    <a:gd name="connsiteX0" fmla="*/ 0 w 29685"/>
                    <a:gd name="connsiteY0" fmla="*/ 0 h 2824"/>
                    <a:gd name="connsiteX1" fmla="*/ 29686 w 29685"/>
                    <a:gd name="connsiteY1" fmla="*/ 0 h 2824"/>
                  </a:gdLst>
                  <a:ahLst/>
                  <a:cxnLst>
                    <a:cxn ang="0">
                      <a:pos x="connsiteX0" y="connsiteY0"/>
                    </a:cxn>
                    <a:cxn ang="0">
                      <a:pos x="connsiteX1" y="connsiteY1"/>
                    </a:cxn>
                  </a:cxnLst>
                  <a:rect l="l" t="t" r="r" b="b"/>
                  <a:pathLst>
                    <a:path w="29685" h="2824">
                      <a:moveTo>
                        <a:pt x="0" y="0"/>
                      </a:moveTo>
                      <a:lnTo>
                        <a:pt x="29686" y="0"/>
                      </a:lnTo>
                    </a:path>
                  </a:pathLst>
                </a:custGeom>
                <a:ln w="8472" cap="flat">
                  <a:solidFill>
                    <a:srgbClr val="17A3A3"/>
                  </a:solidFill>
                  <a:prstDash val="solid"/>
                  <a:miter/>
                </a:ln>
              </p:spPr>
              <p:txBody>
                <a:bodyPr rtlCol="1" anchor="ctr"/>
                <a:lstStyle/>
                <a:p>
                  <a:endParaRPr lang="ar-SA"/>
                </a:p>
              </p:txBody>
            </p:sp>
            <p:sp>
              <p:nvSpPr>
                <p:cNvPr id="8163" name="شكل حر: شكل 9109">
                  <a:extLst>
                    <a:ext uri="{FF2B5EF4-FFF2-40B4-BE49-F238E27FC236}">
                      <a16:creationId xmlns:a16="http://schemas.microsoft.com/office/drawing/2014/main" id="{B9B5EA7B-B7A8-04C2-85E5-92BC420273B9}"/>
                    </a:ext>
                  </a:extLst>
                </p:cNvPr>
                <p:cNvSpPr/>
                <p:nvPr/>
              </p:nvSpPr>
              <p:spPr>
                <a:xfrm>
                  <a:off x="2126975" y="2405694"/>
                  <a:ext cx="2824" cy="29714"/>
                </a:xfrm>
                <a:custGeom>
                  <a:avLst/>
                  <a:gdLst>
                    <a:gd name="connsiteX0" fmla="*/ 0 w 2824"/>
                    <a:gd name="connsiteY0" fmla="*/ 0 h 29714"/>
                    <a:gd name="connsiteX1" fmla="*/ 0 w 2824"/>
                    <a:gd name="connsiteY1" fmla="*/ 29714 h 29714"/>
                  </a:gdLst>
                  <a:ahLst/>
                  <a:cxnLst>
                    <a:cxn ang="0">
                      <a:pos x="connsiteX0" y="connsiteY0"/>
                    </a:cxn>
                    <a:cxn ang="0">
                      <a:pos x="connsiteX1" y="connsiteY1"/>
                    </a:cxn>
                  </a:cxnLst>
                  <a:rect l="l" t="t" r="r" b="b"/>
                  <a:pathLst>
                    <a:path w="2824" h="29714">
                      <a:moveTo>
                        <a:pt x="0" y="0"/>
                      </a:moveTo>
                      <a:lnTo>
                        <a:pt x="0" y="29714"/>
                      </a:lnTo>
                    </a:path>
                  </a:pathLst>
                </a:custGeom>
                <a:ln w="8472" cap="flat">
                  <a:solidFill>
                    <a:srgbClr val="17A3A3"/>
                  </a:solidFill>
                  <a:prstDash val="solid"/>
                  <a:miter/>
                </a:ln>
              </p:spPr>
              <p:txBody>
                <a:bodyPr rtlCol="1" anchor="ctr"/>
                <a:lstStyle/>
                <a:p>
                  <a:endParaRPr lang="ar-SA"/>
                </a:p>
              </p:txBody>
            </p:sp>
          </p:grpSp>
        </p:grpSp>
        <p:grpSp>
          <p:nvGrpSpPr>
            <p:cNvPr id="8155" name="رسم 8014">
              <a:extLst>
                <a:ext uri="{FF2B5EF4-FFF2-40B4-BE49-F238E27FC236}">
                  <a16:creationId xmlns:a16="http://schemas.microsoft.com/office/drawing/2014/main" id="{FE1C72CD-5AA7-5807-935D-B100D69B9619}"/>
                </a:ext>
              </a:extLst>
            </p:cNvPr>
            <p:cNvGrpSpPr/>
            <p:nvPr/>
          </p:nvGrpSpPr>
          <p:grpSpPr>
            <a:xfrm>
              <a:off x="1944452" y="2492239"/>
              <a:ext cx="158005" cy="158005"/>
              <a:chOff x="1944452" y="2492239"/>
              <a:chExt cx="158005" cy="158005"/>
            </a:xfrm>
            <a:noFill/>
          </p:grpSpPr>
          <p:sp>
            <p:nvSpPr>
              <p:cNvPr id="8156" name="شكل حر: شكل 9111">
                <a:extLst>
                  <a:ext uri="{FF2B5EF4-FFF2-40B4-BE49-F238E27FC236}">
                    <a16:creationId xmlns:a16="http://schemas.microsoft.com/office/drawing/2014/main" id="{44916D58-F462-DADA-75ED-7C5CD09B1FA3}"/>
                  </a:ext>
                </a:extLst>
              </p:cNvPr>
              <p:cNvSpPr/>
              <p:nvPr/>
            </p:nvSpPr>
            <p:spPr>
              <a:xfrm>
                <a:off x="1944452" y="2492239"/>
                <a:ext cx="158005" cy="158005"/>
              </a:xfrm>
              <a:custGeom>
                <a:avLst/>
                <a:gdLst>
                  <a:gd name="connsiteX0" fmla="*/ 158005 w 158005"/>
                  <a:gd name="connsiteY0" fmla="*/ 79003 h 158005"/>
                  <a:gd name="connsiteX1" fmla="*/ 79003 w 158005"/>
                  <a:gd name="connsiteY1" fmla="*/ 158005 h 158005"/>
                  <a:gd name="connsiteX2" fmla="*/ 0 w 158005"/>
                  <a:gd name="connsiteY2" fmla="*/ 79003 h 158005"/>
                  <a:gd name="connsiteX3" fmla="*/ 79003 w 158005"/>
                  <a:gd name="connsiteY3" fmla="*/ 0 h 158005"/>
                  <a:gd name="connsiteX4" fmla="*/ 158005 w 158005"/>
                  <a:gd name="connsiteY4" fmla="*/ 79003 h 158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005" h="158005">
                    <a:moveTo>
                      <a:pt x="158005" y="79003"/>
                    </a:moveTo>
                    <a:cubicBezTo>
                      <a:pt x="158005" y="122634"/>
                      <a:pt x="122635" y="158005"/>
                      <a:pt x="79003" y="158005"/>
                    </a:cubicBezTo>
                    <a:cubicBezTo>
                      <a:pt x="35371" y="158005"/>
                      <a:pt x="0" y="122634"/>
                      <a:pt x="0" y="79003"/>
                    </a:cubicBezTo>
                    <a:cubicBezTo>
                      <a:pt x="0" y="35371"/>
                      <a:pt x="35371" y="0"/>
                      <a:pt x="79003" y="0"/>
                    </a:cubicBezTo>
                    <a:cubicBezTo>
                      <a:pt x="122635" y="0"/>
                      <a:pt x="158005" y="35371"/>
                      <a:pt x="158005" y="79003"/>
                    </a:cubicBezTo>
                    <a:close/>
                  </a:path>
                </a:pathLst>
              </a:custGeom>
              <a:noFill/>
              <a:ln w="8472" cap="flat">
                <a:solidFill>
                  <a:srgbClr val="17A3A3"/>
                </a:solidFill>
                <a:prstDash val="solid"/>
                <a:miter/>
              </a:ln>
            </p:spPr>
            <p:txBody>
              <a:bodyPr rtlCol="1" anchor="ctr"/>
              <a:lstStyle/>
              <a:p>
                <a:endParaRPr lang="ar-SA"/>
              </a:p>
            </p:txBody>
          </p:sp>
          <p:sp>
            <p:nvSpPr>
              <p:cNvPr id="8157" name="شكل حر: شكل 9112">
                <a:extLst>
                  <a:ext uri="{FF2B5EF4-FFF2-40B4-BE49-F238E27FC236}">
                    <a16:creationId xmlns:a16="http://schemas.microsoft.com/office/drawing/2014/main" id="{BF76BE11-9642-FEFE-BF3C-09BBF317D10E}"/>
                  </a:ext>
                </a:extLst>
              </p:cNvPr>
              <p:cNvSpPr/>
              <p:nvPr/>
            </p:nvSpPr>
            <p:spPr>
              <a:xfrm>
                <a:off x="1981510" y="2528929"/>
                <a:ext cx="84256" cy="84623"/>
              </a:xfrm>
              <a:custGeom>
                <a:avLst/>
                <a:gdLst>
                  <a:gd name="connsiteX0" fmla="*/ 41945 w 84256"/>
                  <a:gd name="connsiteY0" fmla="*/ 84623 h 84623"/>
                  <a:gd name="connsiteX1" fmla="*/ 84256 w 84256"/>
                  <a:gd name="connsiteY1" fmla="*/ 42312 h 84623"/>
                  <a:gd name="connsiteX2" fmla="*/ 41945 w 84256"/>
                  <a:gd name="connsiteY2" fmla="*/ 0 h 84623"/>
                  <a:gd name="connsiteX3" fmla="*/ 0 w 84256"/>
                  <a:gd name="connsiteY3" fmla="*/ 36719 h 84623"/>
                </a:gdLst>
                <a:ahLst/>
                <a:cxnLst>
                  <a:cxn ang="0">
                    <a:pos x="connsiteX0" y="connsiteY0"/>
                  </a:cxn>
                  <a:cxn ang="0">
                    <a:pos x="connsiteX1" y="connsiteY1"/>
                  </a:cxn>
                  <a:cxn ang="0">
                    <a:pos x="connsiteX2" y="connsiteY2"/>
                  </a:cxn>
                  <a:cxn ang="0">
                    <a:pos x="connsiteX3" y="connsiteY3"/>
                  </a:cxn>
                </a:cxnLst>
                <a:rect l="l" t="t" r="r" b="b"/>
                <a:pathLst>
                  <a:path w="84256" h="84623">
                    <a:moveTo>
                      <a:pt x="41945" y="84623"/>
                    </a:moveTo>
                    <a:cubicBezTo>
                      <a:pt x="65304" y="84623"/>
                      <a:pt x="84256" y="65671"/>
                      <a:pt x="84256" y="42312"/>
                    </a:cubicBezTo>
                    <a:cubicBezTo>
                      <a:pt x="84256" y="18953"/>
                      <a:pt x="65304" y="0"/>
                      <a:pt x="41945" y="0"/>
                    </a:cubicBezTo>
                    <a:cubicBezTo>
                      <a:pt x="20478" y="0"/>
                      <a:pt x="2712" y="15987"/>
                      <a:pt x="0" y="36719"/>
                    </a:cubicBezTo>
                  </a:path>
                </a:pathLst>
              </a:custGeom>
              <a:noFill/>
              <a:ln w="8472" cap="flat">
                <a:solidFill>
                  <a:srgbClr val="17A3A3"/>
                </a:solidFill>
                <a:prstDash val="solid"/>
                <a:miter/>
              </a:ln>
            </p:spPr>
            <p:txBody>
              <a:bodyPr rtlCol="1" anchor="ctr"/>
              <a:lstStyle/>
              <a:p>
                <a:endParaRPr lang="ar-SA"/>
              </a:p>
            </p:txBody>
          </p:sp>
          <p:sp>
            <p:nvSpPr>
              <p:cNvPr id="8158" name="شكل حر: شكل 9113">
                <a:extLst>
                  <a:ext uri="{FF2B5EF4-FFF2-40B4-BE49-F238E27FC236}">
                    <a16:creationId xmlns:a16="http://schemas.microsoft.com/office/drawing/2014/main" id="{EE9D74F6-F2BD-126A-898C-C639A3747A76}"/>
                  </a:ext>
                </a:extLst>
              </p:cNvPr>
              <p:cNvSpPr/>
              <p:nvPr/>
            </p:nvSpPr>
            <p:spPr>
              <a:xfrm>
                <a:off x="1968405" y="2573105"/>
                <a:ext cx="25505" cy="12767"/>
              </a:xfrm>
              <a:custGeom>
                <a:avLst/>
                <a:gdLst>
                  <a:gd name="connsiteX0" fmla="*/ 25506 w 25505"/>
                  <a:gd name="connsiteY0" fmla="*/ 0 h 12767"/>
                  <a:gd name="connsiteX1" fmla="*/ 12739 w 25505"/>
                  <a:gd name="connsiteY1" fmla="*/ 12767 h 12767"/>
                  <a:gd name="connsiteX2" fmla="*/ 0 w 25505"/>
                  <a:gd name="connsiteY2" fmla="*/ 0 h 12767"/>
                </a:gdLst>
                <a:ahLst/>
                <a:cxnLst>
                  <a:cxn ang="0">
                    <a:pos x="connsiteX0" y="connsiteY0"/>
                  </a:cxn>
                  <a:cxn ang="0">
                    <a:pos x="connsiteX1" y="connsiteY1"/>
                  </a:cxn>
                  <a:cxn ang="0">
                    <a:pos x="connsiteX2" y="connsiteY2"/>
                  </a:cxn>
                </a:cxnLst>
                <a:rect l="l" t="t" r="r" b="b"/>
                <a:pathLst>
                  <a:path w="25505" h="12767">
                    <a:moveTo>
                      <a:pt x="25506" y="0"/>
                    </a:moveTo>
                    <a:lnTo>
                      <a:pt x="12739" y="12767"/>
                    </a:lnTo>
                    <a:lnTo>
                      <a:pt x="0" y="0"/>
                    </a:lnTo>
                  </a:path>
                </a:pathLst>
              </a:custGeom>
              <a:noFill/>
              <a:ln w="8472" cap="flat">
                <a:solidFill>
                  <a:srgbClr val="17A3A3"/>
                </a:solidFill>
                <a:prstDash val="solid"/>
                <a:miter/>
              </a:ln>
            </p:spPr>
            <p:txBody>
              <a:bodyPr rtlCol="1" anchor="ctr"/>
              <a:lstStyle/>
              <a:p>
                <a:endParaRPr lang="ar-SA"/>
              </a:p>
            </p:txBody>
          </p:sp>
        </p:grpSp>
      </p:grpSp>
      <p:grpSp>
        <p:nvGrpSpPr>
          <p:cNvPr id="8170" name="رسم 8014">
            <a:extLst>
              <a:ext uri="{FF2B5EF4-FFF2-40B4-BE49-F238E27FC236}">
                <a16:creationId xmlns:a16="http://schemas.microsoft.com/office/drawing/2014/main" id="{1743D708-439C-5156-622D-0E6236A1BB31}"/>
              </a:ext>
            </a:extLst>
          </p:cNvPr>
          <p:cNvGrpSpPr/>
          <p:nvPr/>
        </p:nvGrpSpPr>
        <p:grpSpPr>
          <a:xfrm>
            <a:off x="3262644" y="4886015"/>
            <a:ext cx="309576" cy="279710"/>
            <a:chOff x="2981266" y="4383640"/>
            <a:chExt cx="370036" cy="354876"/>
          </a:xfrm>
          <a:noFill/>
        </p:grpSpPr>
        <p:sp>
          <p:nvSpPr>
            <p:cNvPr id="8171" name="شكل حر: شكل 9115">
              <a:extLst>
                <a:ext uri="{FF2B5EF4-FFF2-40B4-BE49-F238E27FC236}">
                  <a16:creationId xmlns:a16="http://schemas.microsoft.com/office/drawing/2014/main" id="{1B2AD1D3-0269-C922-2FFF-4E80B7B08F1E}"/>
                </a:ext>
              </a:extLst>
            </p:cNvPr>
            <p:cNvSpPr/>
            <p:nvPr/>
          </p:nvSpPr>
          <p:spPr>
            <a:xfrm>
              <a:off x="2984083" y="4383640"/>
              <a:ext cx="174924" cy="182296"/>
            </a:xfrm>
            <a:custGeom>
              <a:avLst/>
              <a:gdLst>
                <a:gd name="connsiteX0" fmla="*/ 174924 w 174924"/>
                <a:gd name="connsiteY0" fmla="*/ 68976 h 182296"/>
                <a:gd name="connsiteX1" fmla="*/ 174924 w 174924"/>
                <a:gd name="connsiteY1" fmla="*/ 48159 h 182296"/>
                <a:gd name="connsiteX2" fmla="*/ 126540 w 174924"/>
                <a:gd name="connsiteY2" fmla="*/ 0 h 182296"/>
                <a:gd name="connsiteX3" fmla="*/ 0 w 174924"/>
                <a:gd name="connsiteY3" fmla="*/ 0 h 182296"/>
                <a:gd name="connsiteX4" fmla="*/ 0 w 174924"/>
                <a:gd name="connsiteY4" fmla="*/ 182296 h 182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924" h="182296">
                  <a:moveTo>
                    <a:pt x="174924" y="68976"/>
                  </a:moveTo>
                  <a:lnTo>
                    <a:pt x="174924" y="48159"/>
                  </a:lnTo>
                  <a:lnTo>
                    <a:pt x="126540" y="0"/>
                  </a:lnTo>
                  <a:lnTo>
                    <a:pt x="0" y="0"/>
                  </a:lnTo>
                  <a:lnTo>
                    <a:pt x="0" y="182296"/>
                  </a:lnTo>
                </a:path>
              </a:pathLst>
            </a:custGeom>
            <a:noFill/>
            <a:ln w="8472" cap="flat">
              <a:solidFill>
                <a:srgbClr val="17A3A3"/>
              </a:solidFill>
              <a:prstDash val="solid"/>
              <a:miter/>
            </a:ln>
          </p:spPr>
          <p:txBody>
            <a:bodyPr rtlCol="1" anchor="ctr"/>
            <a:lstStyle/>
            <a:p>
              <a:endParaRPr lang="ar-SA"/>
            </a:p>
          </p:txBody>
        </p:sp>
        <p:grpSp>
          <p:nvGrpSpPr>
            <p:cNvPr id="8172" name="رسم 8014">
              <a:extLst>
                <a:ext uri="{FF2B5EF4-FFF2-40B4-BE49-F238E27FC236}">
                  <a16:creationId xmlns:a16="http://schemas.microsoft.com/office/drawing/2014/main" id="{2EB4169A-8B68-C2AB-FF9C-F005C0C4E577}"/>
                </a:ext>
              </a:extLst>
            </p:cNvPr>
            <p:cNvGrpSpPr/>
            <p:nvPr/>
          </p:nvGrpSpPr>
          <p:grpSpPr>
            <a:xfrm>
              <a:off x="3100935" y="4437363"/>
              <a:ext cx="250367" cy="301153"/>
              <a:chOff x="3100935" y="4437363"/>
              <a:chExt cx="250367" cy="301153"/>
            </a:xfrm>
            <a:noFill/>
          </p:grpSpPr>
          <p:sp>
            <p:nvSpPr>
              <p:cNvPr id="8176" name="شكل حر: شكل 9117">
                <a:extLst>
                  <a:ext uri="{FF2B5EF4-FFF2-40B4-BE49-F238E27FC236}">
                    <a16:creationId xmlns:a16="http://schemas.microsoft.com/office/drawing/2014/main" id="{5B37C18C-5134-AD3D-E81C-ADBB0F888CBB}"/>
                  </a:ext>
                </a:extLst>
              </p:cNvPr>
              <p:cNvSpPr/>
              <p:nvPr/>
            </p:nvSpPr>
            <p:spPr>
              <a:xfrm>
                <a:off x="3260009" y="4519698"/>
                <a:ext cx="91293" cy="218817"/>
              </a:xfrm>
              <a:custGeom>
                <a:avLst/>
                <a:gdLst>
                  <a:gd name="connsiteX0" fmla="*/ 12545 w 91293"/>
                  <a:gd name="connsiteY0" fmla="*/ 0 h 218817"/>
                  <a:gd name="connsiteX1" fmla="*/ 16358 w 91293"/>
                  <a:gd name="connsiteY1" fmla="*/ 35872 h 218817"/>
                  <a:gd name="connsiteX2" fmla="*/ 6021 w 91293"/>
                  <a:gd name="connsiteY2" fmla="*/ 64710 h 218817"/>
                  <a:gd name="connsiteX3" fmla="*/ 202 w 91293"/>
                  <a:gd name="connsiteY3" fmla="*/ 85471 h 218817"/>
                  <a:gd name="connsiteX4" fmla="*/ 597 w 91293"/>
                  <a:gd name="connsiteY4" fmla="*/ 88888 h 218817"/>
                  <a:gd name="connsiteX5" fmla="*/ 4552 w 91293"/>
                  <a:gd name="connsiteY5" fmla="*/ 95385 h 218817"/>
                  <a:gd name="connsiteX6" fmla="*/ 7094 w 91293"/>
                  <a:gd name="connsiteY6" fmla="*/ 96571 h 218817"/>
                  <a:gd name="connsiteX7" fmla="*/ 48841 w 91293"/>
                  <a:gd name="connsiteY7" fmla="*/ 108689 h 218817"/>
                  <a:gd name="connsiteX8" fmla="*/ 65025 w 91293"/>
                  <a:gd name="connsiteY8" fmla="*/ 117190 h 218817"/>
                  <a:gd name="connsiteX9" fmla="*/ 81521 w 91293"/>
                  <a:gd name="connsiteY9" fmla="*/ 144786 h 218817"/>
                  <a:gd name="connsiteX10" fmla="*/ 91294 w 91293"/>
                  <a:gd name="connsiteY10" fmla="*/ 218818 h 218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293" h="218817">
                    <a:moveTo>
                      <a:pt x="12545" y="0"/>
                    </a:moveTo>
                    <a:cubicBezTo>
                      <a:pt x="14579" y="12117"/>
                      <a:pt x="16443" y="26014"/>
                      <a:pt x="16358" y="35872"/>
                    </a:cubicBezTo>
                    <a:cubicBezTo>
                      <a:pt x="15822" y="47226"/>
                      <a:pt x="13110" y="55954"/>
                      <a:pt x="6021" y="64710"/>
                    </a:cubicBezTo>
                    <a:cubicBezTo>
                      <a:pt x="1303" y="70501"/>
                      <a:pt x="-674" y="78042"/>
                      <a:pt x="202" y="85471"/>
                    </a:cubicBezTo>
                    <a:lnTo>
                      <a:pt x="597" y="88888"/>
                    </a:lnTo>
                    <a:cubicBezTo>
                      <a:pt x="908" y="91515"/>
                      <a:pt x="2349" y="93888"/>
                      <a:pt x="4552" y="95385"/>
                    </a:cubicBezTo>
                    <a:cubicBezTo>
                      <a:pt x="5343" y="95922"/>
                      <a:pt x="6190" y="96317"/>
                      <a:pt x="7094" y="96571"/>
                    </a:cubicBezTo>
                    <a:lnTo>
                      <a:pt x="48841" y="108689"/>
                    </a:lnTo>
                    <a:cubicBezTo>
                      <a:pt x="54094" y="109847"/>
                      <a:pt x="59602" y="112728"/>
                      <a:pt x="65025" y="117190"/>
                    </a:cubicBezTo>
                    <a:cubicBezTo>
                      <a:pt x="73527" y="124224"/>
                      <a:pt x="79374" y="134025"/>
                      <a:pt x="81521" y="144786"/>
                    </a:cubicBezTo>
                    <a:lnTo>
                      <a:pt x="91294" y="218818"/>
                    </a:lnTo>
                  </a:path>
                </a:pathLst>
              </a:custGeom>
              <a:noFill/>
              <a:ln w="8472" cap="flat">
                <a:solidFill>
                  <a:srgbClr val="01355A"/>
                </a:solidFill>
                <a:prstDash val="solid"/>
                <a:miter/>
              </a:ln>
            </p:spPr>
            <p:txBody>
              <a:bodyPr rtlCol="1" anchor="ctr"/>
              <a:lstStyle/>
              <a:p>
                <a:endParaRPr lang="ar-SA"/>
              </a:p>
            </p:txBody>
          </p:sp>
          <p:sp>
            <p:nvSpPr>
              <p:cNvPr id="8177" name="شكل حر: شكل 9118">
                <a:extLst>
                  <a:ext uri="{FF2B5EF4-FFF2-40B4-BE49-F238E27FC236}">
                    <a16:creationId xmlns:a16="http://schemas.microsoft.com/office/drawing/2014/main" id="{975E9795-5612-445A-B985-C6CBAA8E010A}"/>
                  </a:ext>
                </a:extLst>
              </p:cNvPr>
              <p:cNvSpPr/>
              <p:nvPr/>
            </p:nvSpPr>
            <p:spPr>
              <a:xfrm>
                <a:off x="3226119" y="4437363"/>
                <a:ext cx="104367" cy="153367"/>
              </a:xfrm>
              <a:custGeom>
                <a:avLst/>
                <a:gdLst>
                  <a:gd name="connsiteX0" fmla="*/ 0 w 104367"/>
                  <a:gd name="connsiteY0" fmla="*/ 0 h 153367"/>
                  <a:gd name="connsiteX1" fmla="*/ 60106 w 104367"/>
                  <a:gd name="connsiteY1" fmla="*/ 36352 h 153367"/>
                  <a:gd name="connsiteX2" fmla="*/ 67704 w 104367"/>
                  <a:gd name="connsiteY2" fmla="*/ 68326 h 153367"/>
                  <a:gd name="connsiteX3" fmla="*/ 77675 w 104367"/>
                  <a:gd name="connsiteY3" fmla="*/ 112276 h 153367"/>
                  <a:gd name="connsiteX4" fmla="*/ 104367 w 104367"/>
                  <a:gd name="connsiteY4" fmla="*/ 131116 h 153367"/>
                  <a:gd name="connsiteX5" fmla="*/ 53723 w 104367"/>
                  <a:gd name="connsiteY5" fmla="*/ 152526 h 15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367" h="153367">
                    <a:moveTo>
                      <a:pt x="0" y="0"/>
                    </a:moveTo>
                    <a:cubicBezTo>
                      <a:pt x="24376" y="0"/>
                      <a:pt x="49910" y="13558"/>
                      <a:pt x="60106" y="36352"/>
                    </a:cubicBezTo>
                    <a:cubicBezTo>
                      <a:pt x="64597" y="46379"/>
                      <a:pt x="66433" y="57395"/>
                      <a:pt x="67704" y="68326"/>
                    </a:cubicBezTo>
                    <a:cubicBezTo>
                      <a:pt x="69484" y="83720"/>
                      <a:pt x="70275" y="98379"/>
                      <a:pt x="77675" y="112276"/>
                    </a:cubicBezTo>
                    <a:cubicBezTo>
                      <a:pt x="83070" y="122416"/>
                      <a:pt x="91318" y="129534"/>
                      <a:pt x="104367" y="131116"/>
                    </a:cubicBezTo>
                    <a:cubicBezTo>
                      <a:pt x="104367" y="131116"/>
                      <a:pt x="88408" y="158457"/>
                      <a:pt x="53723" y="152526"/>
                    </a:cubicBezTo>
                  </a:path>
                </a:pathLst>
              </a:custGeom>
              <a:noFill/>
              <a:ln w="8472" cap="flat">
                <a:solidFill>
                  <a:srgbClr val="01355A"/>
                </a:solidFill>
                <a:prstDash val="solid"/>
                <a:miter/>
              </a:ln>
            </p:spPr>
            <p:txBody>
              <a:bodyPr rtlCol="1" anchor="ctr"/>
              <a:lstStyle/>
              <a:p>
                <a:endParaRPr lang="ar-SA"/>
              </a:p>
            </p:txBody>
          </p:sp>
          <p:sp>
            <p:nvSpPr>
              <p:cNvPr id="8178" name="شكل حر: شكل 9119">
                <a:extLst>
                  <a:ext uri="{FF2B5EF4-FFF2-40B4-BE49-F238E27FC236}">
                    <a16:creationId xmlns:a16="http://schemas.microsoft.com/office/drawing/2014/main" id="{EB7F15DB-DF05-93C4-A7EC-C60F74C1538B}"/>
                  </a:ext>
                </a:extLst>
              </p:cNvPr>
              <p:cNvSpPr/>
              <p:nvPr/>
            </p:nvSpPr>
            <p:spPr>
              <a:xfrm>
                <a:off x="3121752" y="4437363"/>
                <a:ext cx="104367" cy="153367"/>
              </a:xfrm>
              <a:custGeom>
                <a:avLst/>
                <a:gdLst>
                  <a:gd name="connsiteX0" fmla="*/ 104367 w 104367"/>
                  <a:gd name="connsiteY0" fmla="*/ 0 h 153367"/>
                  <a:gd name="connsiteX1" fmla="*/ 44261 w 104367"/>
                  <a:gd name="connsiteY1" fmla="*/ 36352 h 153367"/>
                  <a:gd name="connsiteX2" fmla="*/ 36663 w 104367"/>
                  <a:gd name="connsiteY2" fmla="*/ 68326 h 153367"/>
                  <a:gd name="connsiteX3" fmla="*/ 26692 w 104367"/>
                  <a:gd name="connsiteY3" fmla="*/ 112276 h 153367"/>
                  <a:gd name="connsiteX4" fmla="*/ 0 w 104367"/>
                  <a:gd name="connsiteY4" fmla="*/ 131116 h 153367"/>
                  <a:gd name="connsiteX5" fmla="*/ 50644 w 104367"/>
                  <a:gd name="connsiteY5" fmla="*/ 152526 h 153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367" h="153367">
                    <a:moveTo>
                      <a:pt x="104367" y="0"/>
                    </a:moveTo>
                    <a:cubicBezTo>
                      <a:pt x="79991" y="0"/>
                      <a:pt x="54457" y="13558"/>
                      <a:pt x="44261" y="36352"/>
                    </a:cubicBezTo>
                    <a:cubicBezTo>
                      <a:pt x="39770" y="46379"/>
                      <a:pt x="37934" y="57395"/>
                      <a:pt x="36663" y="68326"/>
                    </a:cubicBezTo>
                    <a:cubicBezTo>
                      <a:pt x="34883" y="83720"/>
                      <a:pt x="34092" y="98379"/>
                      <a:pt x="26692" y="112276"/>
                    </a:cubicBezTo>
                    <a:cubicBezTo>
                      <a:pt x="21297" y="122416"/>
                      <a:pt x="13049" y="129534"/>
                      <a:pt x="0" y="131116"/>
                    </a:cubicBezTo>
                    <a:cubicBezTo>
                      <a:pt x="0" y="131116"/>
                      <a:pt x="15959" y="158457"/>
                      <a:pt x="50644" y="152526"/>
                    </a:cubicBezTo>
                  </a:path>
                </a:pathLst>
              </a:custGeom>
              <a:noFill/>
              <a:ln w="8472" cap="flat">
                <a:solidFill>
                  <a:srgbClr val="01355A"/>
                </a:solidFill>
                <a:prstDash val="solid"/>
                <a:miter/>
              </a:ln>
            </p:spPr>
            <p:txBody>
              <a:bodyPr rtlCol="1" anchor="ctr"/>
              <a:lstStyle/>
              <a:p>
                <a:endParaRPr lang="ar-SA"/>
              </a:p>
            </p:txBody>
          </p:sp>
          <p:sp>
            <p:nvSpPr>
              <p:cNvPr id="8179" name="شكل حر: شكل 9120">
                <a:extLst>
                  <a:ext uri="{FF2B5EF4-FFF2-40B4-BE49-F238E27FC236}">
                    <a16:creationId xmlns:a16="http://schemas.microsoft.com/office/drawing/2014/main" id="{C2DF97F0-09C1-AF17-D984-60762799C1DA}"/>
                  </a:ext>
                </a:extLst>
              </p:cNvPr>
              <p:cNvSpPr/>
              <p:nvPr/>
            </p:nvSpPr>
            <p:spPr>
              <a:xfrm>
                <a:off x="3187677" y="4615083"/>
                <a:ext cx="76855" cy="28697"/>
              </a:xfrm>
              <a:custGeom>
                <a:avLst/>
                <a:gdLst>
                  <a:gd name="connsiteX0" fmla="*/ 0 w 76855"/>
                  <a:gd name="connsiteY0" fmla="*/ 0 h 28697"/>
                  <a:gd name="connsiteX1" fmla="*/ 38442 w 76855"/>
                  <a:gd name="connsiteY1" fmla="*/ 28697 h 28697"/>
                  <a:gd name="connsiteX2" fmla="*/ 76856 w 76855"/>
                  <a:gd name="connsiteY2" fmla="*/ 0 h 28697"/>
                </a:gdLst>
                <a:ahLst/>
                <a:cxnLst>
                  <a:cxn ang="0">
                    <a:pos x="connsiteX0" y="connsiteY0"/>
                  </a:cxn>
                  <a:cxn ang="0">
                    <a:pos x="connsiteX1" y="connsiteY1"/>
                  </a:cxn>
                  <a:cxn ang="0">
                    <a:pos x="connsiteX2" y="connsiteY2"/>
                  </a:cxn>
                </a:cxnLst>
                <a:rect l="l" t="t" r="r" b="b"/>
                <a:pathLst>
                  <a:path w="76855" h="28697">
                    <a:moveTo>
                      <a:pt x="0" y="0"/>
                    </a:moveTo>
                    <a:lnTo>
                      <a:pt x="38442" y="28697"/>
                    </a:lnTo>
                    <a:lnTo>
                      <a:pt x="76856" y="0"/>
                    </a:lnTo>
                  </a:path>
                </a:pathLst>
              </a:custGeom>
              <a:noFill/>
              <a:ln w="8472" cap="flat">
                <a:solidFill>
                  <a:srgbClr val="01355A"/>
                </a:solidFill>
                <a:prstDash val="solid"/>
                <a:miter/>
              </a:ln>
            </p:spPr>
            <p:txBody>
              <a:bodyPr rtlCol="1" anchor="ctr"/>
              <a:lstStyle/>
              <a:p>
                <a:endParaRPr lang="ar-SA"/>
              </a:p>
            </p:txBody>
          </p:sp>
          <p:sp>
            <p:nvSpPr>
              <p:cNvPr id="8180" name="شكل حر: شكل 9121">
                <a:extLst>
                  <a:ext uri="{FF2B5EF4-FFF2-40B4-BE49-F238E27FC236}">
                    <a16:creationId xmlns:a16="http://schemas.microsoft.com/office/drawing/2014/main" id="{5BBA28C6-DD14-CFFF-777C-E664628DD294}"/>
                  </a:ext>
                </a:extLst>
              </p:cNvPr>
              <p:cNvSpPr/>
              <p:nvPr/>
            </p:nvSpPr>
            <p:spPr>
              <a:xfrm>
                <a:off x="3268035" y="4710073"/>
                <a:ext cx="35617" cy="2824"/>
              </a:xfrm>
              <a:custGeom>
                <a:avLst/>
                <a:gdLst>
                  <a:gd name="connsiteX0" fmla="*/ 0 w 35617"/>
                  <a:gd name="connsiteY0" fmla="*/ 0 h 2824"/>
                  <a:gd name="connsiteX1" fmla="*/ 35618 w 35617"/>
                  <a:gd name="connsiteY1" fmla="*/ 0 h 2824"/>
                </a:gdLst>
                <a:ahLst/>
                <a:cxnLst>
                  <a:cxn ang="0">
                    <a:pos x="connsiteX0" y="connsiteY0"/>
                  </a:cxn>
                  <a:cxn ang="0">
                    <a:pos x="connsiteX1" y="connsiteY1"/>
                  </a:cxn>
                </a:cxnLst>
                <a:rect l="l" t="t" r="r" b="b"/>
                <a:pathLst>
                  <a:path w="35617" h="2824">
                    <a:moveTo>
                      <a:pt x="0" y="0"/>
                    </a:moveTo>
                    <a:lnTo>
                      <a:pt x="35618" y="0"/>
                    </a:lnTo>
                  </a:path>
                </a:pathLst>
              </a:custGeom>
              <a:ln w="8472" cap="flat">
                <a:solidFill>
                  <a:srgbClr val="01355A"/>
                </a:solidFill>
                <a:prstDash val="solid"/>
                <a:miter/>
              </a:ln>
            </p:spPr>
            <p:txBody>
              <a:bodyPr rtlCol="1" anchor="ctr"/>
              <a:lstStyle/>
              <a:p>
                <a:endParaRPr lang="ar-SA"/>
              </a:p>
            </p:txBody>
          </p:sp>
          <p:sp>
            <p:nvSpPr>
              <p:cNvPr id="8181" name="شكل حر: شكل 9122">
                <a:extLst>
                  <a:ext uri="{FF2B5EF4-FFF2-40B4-BE49-F238E27FC236}">
                    <a16:creationId xmlns:a16="http://schemas.microsoft.com/office/drawing/2014/main" id="{3BF66EF4-62AA-46EB-7B43-3CC767B8947C}"/>
                  </a:ext>
                </a:extLst>
              </p:cNvPr>
              <p:cNvSpPr/>
              <p:nvPr/>
            </p:nvSpPr>
            <p:spPr>
              <a:xfrm>
                <a:off x="3100935" y="4483929"/>
                <a:ext cx="171647" cy="254587"/>
              </a:xfrm>
              <a:custGeom>
                <a:avLst/>
                <a:gdLst>
                  <a:gd name="connsiteX0" fmla="*/ 0 w 171647"/>
                  <a:gd name="connsiteY0" fmla="*/ 254587 h 254587"/>
                  <a:gd name="connsiteX1" fmla="*/ 9773 w 171647"/>
                  <a:gd name="connsiteY1" fmla="*/ 180556 h 254587"/>
                  <a:gd name="connsiteX2" fmla="*/ 26268 w 171647"/>
                  <a:gd name="connsiteY2" fmla="*/ 152960 h 254587"/>
                  <a:gd name="connsiteX3" fmla="*/ 42453 w 171647"/>
                  <a:gd name="connsiteY3" fmla="*/ 144458 h 254587"/>
                  <a:gd name="connsiteX4" fmla="*/ 84200 w 171647"/>
                  <a:gd name="connsiteY4" fmla="*/ 132341 h 254587"/>
                  <a:gd name="connsiteX5" fmla="*/ 86742 w 171647"/>
                  <a:gd name="connsiteY5" fmla="*/ 131155 h 254587"/>
                  <a:gd name="connsiteX6" fmla="*/ 90696 w 171647"/>
                  <a:gd name="connsiteY6" fmla="*/ 124658 h 254587"/>
                  <a:gd name="connsiteX7" fmla="*/ 91092 w 171647"/>
                  <a:gd name="connsiteY7" fmla="*/ 121241 h 254587"/>
                  <a:gd name="connsiteX8" fmla="*/ 85273 w 171647"/>
                  <a:gd name="connsiteY8" fmla="*/ 100480 h 254587"/>
                  <a:gd name="connsiteX9" fmla="*/ 74935 w 171647"/>
                  <a:gd name="connsiteY9" fmla="*/ 71641 h 254587"/>
                  <a:gd name="connsiteX10" fmla="*/ 79878 w 171647"/>
                  <a:gd name="connsiteY10" fmla="*/ 29245 h 254587"/>
                  <a:gd name="connsiteX11" fmla="*/ 101429 w 171647"/>
                  <a:gd name="connsiteY11" fmla="*/ 1932 h 254587"/>
                  <a:gd name="connsiteX12" fmla="*/ 101429 w 171647"/>
                  <a:gd name="connsiteY12" fmla="*/ 1932 h 254587"/>
                  <a:gd name="connsiteX13" fmla="*/ 127613 w 171647"/>
                  <a:gd name="connsiteY13" fmla="*/ 7948 h 254587"/>
                  <a:gd name="connsiteX14" fmla="*/ 127754 w 171647"/>
                  <a:gd name="connsiteY14" fmla="*/ 8117 h 254587"/>
                  <a:gd name="connsiteX15" fmla="*/ 140352 w 171647"/>
                  <a:gd name="connsiteY15" fmla="*/ 25008 h 254587"/>
                  <a:gd name="connsiteX16" fmla="*/ 171648 w 171647"/>
                  <a:gd name="connsiteY16" fmla="*/ 35290 h 254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647" h="254587">
                    <a:moveTo>
                      <a:pt x="0" y="254587"/>
                    </a:moveTo>
                    <a:lnTo>
                      <a:pt x="9773" y="180556"/>
                    </a:lnTo>
                    <a:cubicBezTo>
                      <a:pt x="11920" y="169766"/>
                      <a:pt x="17795" y="159965"/>
                      <a:pt x="26268" y="152960"/>
                    </a:cubicBezTo>
                    <a:cubicBezTo>
                      <a:pt x="31691" y="148498"/>
                      <a:pt x="37199" y="145617"/>
                      <a:pt x="42453" y="144458"/>
                    </a:cubicBezTo>
                    <a:lnTo>
                      <a:pt x="84200" y="132341"/>
                    </a:lnTo>
                    <a:cubicBezTo>
                      <a:pt x="85104" y="132087"/>
                      <a:pt x="85979" y="131663"/>
                      <a:pt x="86742" y="131155"/>
                    </a:cubicBezTo>
                    <a:cubicBezTo>
                      <a:pt x="88945" y="129686"/>
                      <a:pt x="90386" y="127313"/>
                      <a:pt x="90696" y="124658"/>
                    </a:cubicBezTo>
                    <a:lnTo>
                      <a:pt x="91092" y="121241"/>
                    </a:lnTo>
                    <a:cubicBezTo>
                      <a:pt x="91967" y="113812"/>
                      <a:pt x="89990" y="106270"/>
                      <a:pt x="85273" y="100480"/>
                    </a:cubicBezTo>
                    <a:cubicBezTo>
                      <a:pt x="78183" y="91752"/>
                      <a:pt x="75444" y="82996"/>
                      <a:pt x="74935" y="71641"/>
                    </a:cubicBezTo>
                    <a:cubicBezTo>
                      <a:pt x="74822" y="59948"/>
                      <a:pt x="77477" y="42605"/>
                      <a:pt x="79878" y="29245"/>
                    </a:cubicBezTo>
                    <a:cubicBezTo>
                      <a:pt x="82081" y="17128"/>
                      <a:pt x="90159" y="6903"/>
                      <a:pt x="101429" y="1932"/>
                    </a:cubicBezTo>
                    <a:lnTo>
                      <a:pt x="101429" y="1932"/>
                    </a:lnTo>
                    <a:cubicBezTo>
                      <a:pt x="110525" y="-2079"/>
                      <a:pt x="121314" y="265"/>
                      <a:pt x="127613" y="7948"/>
                    </a:cubicBezTo>
                    <a:cubicBezTo>
                      <a:pt x="127670" y="8004"/>
                      <a:pt x="127698" y="8061"/>
                      <a:pt x="127754" y="8117"/>
                    </a:cubicBezTo>
                    <a:cubicBezTo>
                      <a:pt x="132189" y="13569"/>
                      <a:pt x="135465" y="19952"/>
                      <a:pt x="140352" y="25008"/>
                    </a:cubicBezTo>
                    <a:cubicBezTo>
                      <a:pt x="148289" y="33199"/>
                      <a:pt x="160378" y="37182"/>
                      <a:pt x="171648" y="35290"/>
                    </a:cubicBezTo>
                  </a:path>
                </a:pathLst>
              </a:custGeom>
              <a:noFill/>
              <a:ln w="8472" cap="flat">
                <a:solidFill>
                  <a:srgbClr val="01355A"/>
                </a:solidFill>
                <a:prstDash val="solid"/>
                <a:miter/>
              </a:ln>
            </p:spPr>
            <p:txBody>
              <a:bodyPr rtlCol="1" anchor="ctr"/>
              <a:lstStyle/>
              <a:p>
                <a:endParaRPr lang="ar-SA"/>
              </a:p>
            </p:txBody>
          </p:sp>
          <p:sp>
            <p:nvSpPr>
              <p:cNvPr id="8182" name="شكل حر: شكل 9123">
                <a:extLst>
                  <a:ext uri="{FF2B5EF4-FFF2-40B4-BE49-F238E27FC236}">
                    <a16:creationId xmlns:a16="http://schemas.microsoft.com/office/drawing/2014/main" id="{9409DEF0-76DC-6C85-D0DC-636668F92AF6}"/>
                  </a:ext>
                </a:extLst>
              </p:cNvPr>
              <p:cNvSpPr/>
              <p:nvPr/>
            </p:nvSpPr>
            <p:spPr>
              <a:xfrm>
                <a:off x="3217927" y="4464083"/>
                <a:ext cx="57733" cy="37009"/>
              </a:xfrm>
              <a:custGeom>
                <a:avLst/>
                <a:gdLst>
                  <a:gd name="connsiteX0" fmla="*/ 0 w 57733"/>
                  <a:gd name="connsiteY0" fmla="*/ 0 h 37009"/>
                  <a:gd name="connsiteX1" fmla="*/ 24545 w 57733"/>
                  <a:gd name="connsiteY1" fmla="*/ 12287 h 37009"/>
                  <a:gd name="connsiteX2" fmla="*/ 36804 w 57733"/>
                  <a:gd name="connsiteY2" fmla="*/ 30901 h 37009"/>
                  <a:gd name="connsiteX3" fmla="*/ 57734 w 57733"/>
                  <a:gd name="connsiteY3" fmla="*/ 36296 h 37009"/>
                </a:gdLst>
                <a:ahLst/>
                <a:cxnLst>
                  <a:cxn ang="0">
                    <a:pos x="connsiteX0" y="connsiteY0"/>
                  </a:cxn>
                  <a:cxn ang="0">
                    <a:pos x="connsiteX1" y="connsiteY1"/>
                  </a:cxn>
                  <a:cxn ang="0">
                    <a:pos x="connsiteX2" y="connsiteY2"/>
                  </a:cxn>
                  <a:cxn ang="0">
                    <a:pos x="connsiteX3" y="connsiteY3"/>
                  </a:cxn>
                </a:cxnLst>
                <a:rect l="l" t="t" r="r" b="b"/>
                <a:pathLst>
                  <a:path w="57733" h="37009">
                    <a:moveTo>
                      <a:pt x="0" y="0"/>
                    </a:moveTo>
                    <a:cubicBezTo>
                      <a:pt x="9462" y="85"/>
                      <a:pt x="18812" y="4774"/>
                      <a:pt x="24545" y="12287"/>
                    </a:cubicBezTo>
                    <a:cubicBezTo>
                      <a:pt x="29065" y="18219"/>
                      <a:pt x="31437" y="25732"/>
                      <a:pt x="36804" y="30901"/>
                    </a:cubicBezTo>
                    <a:cubicBezTo>
                      <a:pt x="42227" y="36126"/>
                      <a:pt x="50475" y="38244"/>
                      <a:pt x="57734" y="36296"/>
                    </a:cubicBezTo>
                  </a:path>
                </a:pathLst>
              </a:custGeom>
              <a:noFill/>
              <a:ln w="8472" cap="flat">
                <a:solidFill>
                  <a:srgbClr val="01355A"/>
                </a:solidFill>
                <a:prstDash val="solid"/>
                <a:miter/>
              </a:ln>
            </p:spPr>
            <p:txBody>
              <a:bodyPr rtlCol="1" anchor="ctr"/>
              <a:lstStyle/>
              <a:p>
                <a:endParaRPr lang="ar-SA"/>
              </a:p>
            </p:txBody>
          </p:sp>
        </p:grpSp>
        <p:grpSp>
          <p:nvGrpSpPr>
            <p:cNvPr id="8173" name="رسم 8014">
              <a:extLst>
                <a:ext uri="{FF2B5EF4-FFF2-40B4-BE49-F238E27FC236}">
                  <a16:creationId xmlns:a16="http://schemas.microsoft.com/office/drawing/2014/main" id="{F76F02B2-8035-621F-4309-22547DC9D8CC}"/>
                </a:ext>
              </a:extLst>
            </p:cNvPr>
            <p:cNvGrpSpPr/>
            <p:nvPr/>
          </p:nvGrpSpPr>
          <p:grpSpPr>
            <a:xfrm>
              <a:off x="2981266" y="4533586"/>
              <a:ext cx="141214" cy="141214"/>
              <a:chOff x="2981266" y="4533586"/>
              <a:chExt cx="141214" cy="141214"/>
            </a:xfrm>
            <a:noFill/>
          </p:grpSpPr>
          <p:sp>
            <p:nvSpPr>
              <p:cNvPr id="8174" name="شكل حر: شكل 9125">
                <a:extLst>
                  <a:ext uri="{FF2B5EF4-FFF2-40B4-BE49-F238E27FC236}">
                    <a16:creationId xmlns:a16="http://schemas.microsoft.com/office/drawing/2014/main" id="{A47B717D-3105-13E9-CAC9-F353B172C8E7}"/>
                  </a:ext>
                </a:extLst>
              </p:cNvPr>
              <p:cNvSpPr/>
              <p:nvPr/>
            </p:nvSpPr>
            <p:spPr>
              <a:xfrm rot="-4066199">
                <a:off x="2997726" y="4550047"/>
                <a:ext cx="108293" cy="108293"/>
              </a:xfrm>
              <a:custGeom>
                <a:avLst/>
                <a:gdLst>
                  <a:gd name="connsiteX0" fmla="*/ 108293 w 108293"/>
                  <a:gd name="connsiteY0" fmla="*/ 54147 h 108293"/>
                  <a:gd name="connsiteX1" fmla="*/ 54147 w 108293"/>
                  <a:gd name="connsiteY1" fmla="*/ 108294 h 108293"/>
                  <a:gd name="connsiteX2" fmla="*/ 0 w 108293"/>
                  <a:gd name="connsiteY2" fmla="*/ 54147 h 108293"/>
                  <a:gd name="connsiteX3" fmla="*/ 54147 w 108293"/>
                  <a:gd name="connsiteY3" fmla="*/ 0 h 108293"/>
                  <a:gd name="connsiteX4" fmla="*/ 108293 w 108293"/>
                  <a:gd name="connsiteY4" fmla="*/ 54147 h 108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293" h="108293">
                    <a:moveTo>
                      <a:pt x="108293" y="54147"/>
                    </a:moveTo>
                    <a:cubicBezTo>
                      <a:pt x="108293" y="84051"/>
                      <a:pt x="84051" y="108294"/>
                      <a:pt x="54147" y="108294"/>
                    </a:cubicBezTo>
                    <a:cubicBezTo>
                      <a:pt x="24242" y="108294"/>
                      <a:pt x="0" y="84051"/>
                      <a:pt x="0" y="54147"/>
                    </a:cubicBezTo>
                    <a:cubicBezTo>
                      <a:pt x="0" y="24243"/>
                      <a:pt x="24242" y="0"/>
                      <a:pt x="54147" y="0"/>
                    </a:cubicBezTo>
                    <a:cubicBezTo>
                      <a:pt x="84051" y="0"/>
                      <a:pt x="108293" y="24242"/>
                      <a:pt x="108293" y="54147"/>
                    </a:cubicBezTo>
                    <a:close/>
                  </a:path>
                </a:pathLst>
              </a:custGeom>
              <a:noFill/>
              <a:ln w="8472" cap="flat">
                <a:solidFill>
                  <a:srgbClr val="17A3A3"/>
                </a:solidFill>
                <a:prstDash val="solid"/>
                <a:miter/>
              </a:ln>
            </p:spPr>
            <p:txBody>
              <a:bodyPr rtlCol="1" anchor="ctr"/>
              <a:lstStyle/>
              <a:p>
                <a:endParaRPr lang="ar-SA"/>
              </a:p>
            </p:txBody>
          </p:sp>
          <p:sp>
            <p:nvSpPr>
              <p:cNvPr id="8175" name="شكل حر: شكل 9126">
                <a:extLst>
                  <a:ext uri="{FF2B5EF4-FFF2-40B4-BE49-F238E27FC236}">
                    <a16:creationId xmlns:a16="http://schemas.microsoft.com/office/drawing/2014/main" id="{A7900C10-D499-21C2-C3CB-A6162A417CA7}"/>
                  </a:ext>
                </a:extLst>
              </p:cNvPr>
              <p:cNvSpPr/>
              <p:nvPr/>
            </p:nvSpPr>
            <p:spPr>
              <a:xfrm>
                <a:off x="3028626" y="4586442"/>
                <a:ext cx="48469" cy="36662"/>
              </a:xfrm>
              <a:custGeom>
                <a:avLst/>
                <a:gdLst>
                  <a:gd name="connsiteX0" fmla="*/ 0 w 48469"/>
                  <a:gd name="connsiteY0" fmla="*/ 20139 h 36662"/>
                  <a:gd name="connsiteX1" fmla="*/ 18501 w 48469"/>
                  <a:gd name="connsiteY1" fmla="*/ 36663 h 36662"/>
                  <a:gd name="connsiteX2" fmla="*/ 48469 w 48469"/>
                  <a:gd name="connsiteY2" fmla="*/ 0 h 36662"/>
                </a:gdLst>
                <a:ahLst/>
                <a:cxnLst>
                  <a:cxn ang="0">
                    <a:pos x="connsiteX0" y="connsiteY0"/>
                  </a:cxn>
                  <a:cxn ang="0">
                    <a:pos x="connsiteX1" y="connsiteY1"/>
                  </a:cxn>
                  <a:cxn ang="0">
                    <a:pos x="connsiteX2" y="connsiteY2"/>
                  </a:cxn>
                </a:cxnLst>
                <a:rect l="l" t="t" r="r" b="b"/>
                <a:pathLst>
                  <a:path w="48469" h="36662">
                    <a:moveTo>
                      <a:pt x="0" y="20139"/>
                    </a:moveTo>
                    <a:lnTo>
                      <a:pt x="18501" y="36663"/>
                    </a:lnTo>
                    <a:lnTo>
                      <a:pt x="48469" y="0"/>
                    </a:lnTo>
                  </a:path>
                </a:pathLst>
              </a:custGeom>
              <a:noFill/>
              <a:ln w="8472" cap="flat">
                <a:solidFill>
                  <a:srgbClr val="17A3A3"/>
                </a:solidFill>
                <a:prstDash val="solid"/>
                <a:miter/>
              </a:ln>
            </p:spPr>
            <p:txBody>
              <a:bodyPr rtlCol="1" anchor="ctr"/>
              <a:lstStyle/>
              <a:p>
                <a:endParaRPr lang="ar-SA"/>
              </a:p>
            </p:txBody>
          </p:sp>
        </p:grpSp>
      </p:grpSp>
      <p:grpSp>
        <p:nvGrpSpPr>
          <p:cNvPr id="8183" name="رسم 8014">
            <a:extLst>
              <a:ext uri="{FF2B5EF4-FFF2-40B4-BE49-F238E27FC236}">
                <a16:creationId xmlns:a16="http://schemas.microsoft.com/office/drawing/2014/main" id="{FD1B425F-DF4D-4DA9-D6C5-ADC7B8A9FB42}"/>
              </a:ext>
            </a:extLst>
          </p:cNvPr>
          <p:cNvGrpSpPr/>
          <p:nvPr/>
        </p:nvGrpSpPr>
        <p:grpSpPr>
          <a:xfrm>
            <a:off x="3716389" y="4473724"/>
            <a:ext cx="304620" cy="271896"/>
            <a:chOff x="3523628" y="3860555"/>
            <a:chExt cx="364112" cy="344962"/>
          </a:xfrm>
          <a:noFill/>
        </p:grpSpPr>
        <p:sp>
          <p:nvSpPr>
            <p:cNvPr id="8184" name="شكل حر: شكل 9128">
              <a:extLst>
                <a:ext uri="{FF2B5EF4-FFF2-40B4-BE49-F238E27FC236}">
                  <a16:creationId xmlns:a16="http://schemas.microsoft.com/office/drawing/2014/main" id="{B8C7DD5D-396F-4EC2-6B70-217294F4C373}"/>
                </a:ext>
              </a:extLst>
            </p:cNvPr>
            <p:cNvSpPr/>
            <p:nvPr/>
          </p:nvSpPr>
          <p:spPr>
            <a:xfrm>
              <a:off x="3525775" y="4180611"/>
              <a:ext cx="109931" cy="24905"/>
            </a:xfrm>
            <a:custGeom>
              <a:avLst/>
              <a:gdLst>
                <a:gd name="connsiteX0" fmla="*/ 109931 w 109931"/>
                <a:gd name="connsiteY0" fmla="*/ 0 h 24905"/>
                <a:gd name="connsiteX1" fmla="*/ 109931 w 109931"/>
                <a:gd name="connsiteY1" fmla="*/ 10253 h 24905"/>
                <a:gd name="connsiteX2" fmla="*/ 103576 w 109931"/>
                <a:gd name="connsiteY2" fmla="*/ 18529 h 24905"/>
                <a:gd name="connsiteX3" fmla="*/ 103576 w 109931"/>
                <a:gd name="connsiteY3" fmla="*/ 18529 h 24905"/>
                <a:gd name="connsiteX4" fmla="*/ 6355 w 109931"/>
                <a:gd name="connsiteY4" fmla="*/ 18529 h 24905"/>
                <a:gd name="connsiteX5" fmla="*/ 6355 w 109931"/>
                <a:gd name="connsiteY5" fmla="*/ 18529 h 24905"/>
                <a:gd name="connsiteX6" fmla="*/ 0 w 109931"/>
                <a:gd name="connsiteY6" fmla="*/ 10253 h 24905"/>
                <a:gd name="connsiteX7" fmla="*/ 0 w 109931"/>
                <a:gd name="connsiteY7" fmla="*/ 0 h 24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931" h="24905">
                  <a:moveTo>
                    <a:pt x="109931" y="0"/>
                  </a:moveTo>
                  <a:lnTo>
                    <a:pt x="109931" y="10253"/>
                  </a:lnTo>
                  <a:cubicBezTo>
                    <a:pt x="109931" y="14123"/>
                    <a:pt x="107333" y="17541"/>
                    <a:pt x="103576" y="18529"/>
                  </a:cubicBezTo>
                  <a:lnTo>
                    <a:pt x="103576" y="18529"/>
                  </a:lnTo>
                  <a:cubicBezTo>
                    <a:pt x="71715" y="27031"/>
                    <a:pt x="38188" y="27031"/>
                    <a:pt x="6355" y="18529"/>
                  </a:cubicBezTo>
                  <a:lnTo>
                    <a:pt x="6355" y="18529"/>
                  </a:lnTo>
                  <a:cubicBezTo>
                    <a:pt x="2599" y="17541"/>
                    <a:pt x="0" y="14123"/>
                    <a:pt x="0" y="10253"/>
                  </a:cubicBezTo>
                  <a:lnTo>
                    <a:pt x="0" y="0"/>
                  </a:lnTo>
                </a:path>
              </a:pathLst>
            </a:custGeom>
            <a:noFill/>
            <a:ln w="8472" cap="flat">
              <a:solidFill>
                <a:srgbClr val="01355A"/>
              </a:solidFill>
              <a:prstDash val="solid"/>
              <a:miter/>
            </a:ln>
          </p:spPr>
          <p:txBody>
            <a:bodyPr rtlCol="1" anchor="ctr"/>
            <a:lstStyle/>
            <a:p>
              <a:endParaRPr lang="ar-SA"/>
            </a:p>
          </p:txBody>
        </p:sp>
        <p:sp>
          <p:nvSpPr>
            <p:cNvPr id="8185" name="شكل حر: شكل 9129">
              <a:extLst>
                <a:ext uri="{FF2B5EF4-FFF2-40B4-BE49-F238E27FC236}">
                  <a16:creationId xmlns:a16="http://schemas.microsoft.com/office/drawing/2014/main" id="{5EEB0639-B2BA-E21D-511E-0499DC54F5C2}"/>
                </a:ext>
              </a:extLst>
            </p:cNvPr>
            <p:cNvSpPr/>
            <p:nvPr/>
          </p:nvSpPr>
          <p:spPr>
            <a:xfrm>
              <a:off x="3525775" y="4149174"/>
              <a:ext cx="109931" cy="24905"/>
            </a:xfrm>
            <a:custGeom>
              <a:avLst/>
              <a:gdLst>
                <a:gd name="connsiteX0" fmla="*/ 109931 w 109931"/>
                <a:gd name="connsiteY0" fmla="*/ 0 h 24905"/>
                <a:gd name="connsiteX1" fmla="*/ 109931 w 109931"/>
                <a:gd name="connsiteY1" fmla="*/ 10253 h 24905"/>
                <a:gd name="connsiteX2" fmla="*/ 103576 w 109931"/>
                <a:gd name="connsiteY2" fmla="*/ 18529 h 24905"/>
                <a:gd name="connsiteX3" fmla="*/ 103576 w 109931"/>
                <a:gd name="connsiteY3" fmla="*/ 18529 h 24905"/>
                <a:gd name="connsiteX4" fmla="*/ 6355 w 109931"/>
                <a:gd name="connsiteY4" fmla="*/ 18529 h 24905"/>
                <a:gd name="connsiteX5" fmla="*/ 6355 w 109931"/>
                <a:gd name="connsiteY5" fmla="*/ 18529 h 24905"/>
                <a:gd name="connsiteX6" fmla="*/ 0 w 109931"/>
                <a:gd name="connsiteY6" fmla="*/ 10253 h 24905"/>
                <a:gd name="connsiteX7" fmla="*/ 0 w 109931"/>
                <a:gd name="connsiteY7" fmla="*/ 0 h 24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931" h="24905">
                  <a:moveTo>
                    <a:pt x="109931" y="0"/>
                  </a:moveTo>
                  <a:lnTo>
                    <a:pt x="109931" y="10253"/>
                  </a:lnTo>
                  <a:cubicBezTo>
                    <a:pt x="109931" y="14123"/>
                    <a:pt x="107333" y="17541"/>
                    <a:pt x="103576" y="18529"/>
                  </a:cubicBezTo>
                  <a:lnTo>
                    <a:pt x="103576" y="18529"/>
                  </a:lnTo>
                  <a:cubicBezTo>
                    <a:pt x="71715" y="27031"/>
                    <a:pt x="38188" y="27031"/>
                    <a:pt x="6355" y="18529"/>
                  </a:cubicBezTo>
                  <a:lnTo>
                    <a:pt x="6355" y="18529"/>
                  </a:lnTo>
                  <a:cubicBezTo>
                    <a:pt x="2599" y="17541"/>
                    <a:pt x="0" y="14123"/>
                    <a:pt x="0" y="10253"/>
                  </a:cubicBezTo>
                  <a:lnTo>
                    <a:pt x="0" y="0"/>
                  </a:lnTo>
                </a:path>
              </a:pathLst>
            </a:custGeom>
            <a:noFill/>
            <a:ln w="8472" cap="flat">
              <a:solidFill>
                <a:srgbClr val="01355A"/>
              </a:solidFill>
              <a:prstDash val="solid"/>
              <a:miter/>
            </a:ln>
          </p:spPr>
          <p:txBody>
            <a:bodyPr rtlCol="1" anchor="ctr"/>
            <a:lstStyle/>
            <a:p>
              <a:endParaRPr lang="ar-SA"/>
            </a:p>
          </p:txBody>
        </p:sp>
        <p:sp>
          <p:nvSpPr>
            <p:cNvPr id="8186" name="شكل حر: شكل 9130">
              <a:extLst>
                <a:ext uri="{FF2B5EF4-FFF2-40B4-BE49-F238E27FC236}">
                  <a16:creationId xmlns:a16="http://schemas.microsoft.com/office/drawing/2014/main" id="{B9A8768B-6E17-A830-1ED2-1706E2B1B8C8}"/>
                </a:ext>
              </a:extLst>
            </p:cNvPr>
            <p:cNvSpPr/>
            <p:nvPr/>
          </p:nvSpPr>
          <p:spPr>
            <a:xfrm>
              <a:off x="3525775" y="4117709"/>
              <a:ext cx="109931" cy="24905"/>
            </a:xfrm>
            <a:custGeom>
              <a:avLst/>
              <a:gdLst>
                <a:gd name="connsiteX0" fmla="*/ 109931 w 109931"/>
                <a:gd name="connsiteY0" fmla="*/ 0 h 24905"/>
                <a:gd name="connsiteX1" fmla="*/ 109931 w 109931"/>
                <a:gd name="connsiteY1" fmla="*/ 10253 h 24905"/>
                <a:gd name="connsiteX2" fmla="*/ 103576 w 109931"/>
                <a:gd name="connsiteY2" fmla="*/ 18529 h 24905"/>
                <a:gd name="connsiteX3" fmla="*/ 103576 w 109931"/>
                <a:gd name="connsiteY3" fmla="*/ 18529 h 24905"/>
                <a:gd name="connsiteX4" fmla="*/ 6355 w 109931"/>
                <a:gd name="connsiteY4" fmla="*/ 18529 h 24905"/>
                <a:gd name="connsiteX5" fmla="*/ 6355 w 109931"/>
                <a:gd name="connsiteY5" fmla="*/ 18529 h 24905"/>
                <a:gd name="connsiteX6" fmla="*/ 0 w 109931"/>
                <a:gd name="connsiteY6" fmla="*/ 10253 h 24905"/>
                <a:gd name="connsiteX7" fmla="*/ 0 w 109931"/>
                <a:gd name="connsiteY7" fmla="*/ 0 h 24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931" h="24905">
                  <a:moveTo>
                    <a:pt x="109931" y="0"/>
                  </a:moveTo>
                  <a:lnTo>
                    <a:pt x="109931" y="10253"/>
                  </a:lnTo>
                  <a:cubicBezTo>
                    <a:pt x="109931" y="14123"/>
                    <a:pt x="107333" y="17541"/>
                    <a:pt x="103576" y="18529"/>
                  </a:cubicBezTo>
                  <a:lnTo>
                    <a:pt x="103576" y="18529"/>
                  </a:lnTo>
                  <a:cubicBezTo>
                    <a:pt x="71715" y="27031"/>
                    <a:pt x="38188" y="27031"/>
                    <a:pt x="6355" y="18529"/>
                  </a:cubicBezTo>
                  <a:lnTo>
                    <a:pt x="6355" y="18529"/>
                  </a:lnTo>
                  <a:cubicBezTo>
                    <a:pt x="2599" y="17541"/>
                    <a:pt x="0" y="14123"/>
                    <a:pt x="0" y="10253"/>
                  </a:cubicBezTo>
                  <a:lnTo>
                    <a:pt x="0" y="0"/>
                  </a:lnTo>
                </a:path>
              </a:pathLst>
            </a:custGeom>
            <a:noFill/>
            <a:ln w="8472" cap="flat">
              <a:solidFill>
                <a:srgbClr val="01355A"/>
              </a:solidFill>
              <a:prstDash val="solid"/>
              <a:miter/>
            </a:ln>
          </p:spPr>
          <p:txBody>
            <a:bodyPr rtlCol="1" anchor="ctr"/>
            <a:lstStyle/>
            <a:p>
              <a:endParaRPr lang="ar-SA"/>
            </a:p>
          </p:txBody>
        </p:sp>
        <p:sp>
          <p:nvSpPr>
            <p:cNvPr id="8187" name="شكل حر: شكل 9131">
              <a:extLst>
                <a:ext uri="{FF2B5EF4-FFF2-40B4-BE49-F238E27FC236}">
                  <a16:creationId xmlns:a16="http://schemas.microsoft.com/office/drawing/2014/main" id="{64A6A467-6201-BD79-B5BA-087792F9D77C}"/>
                </a:ext>
              </a:extLst>
            </p:cNvPr>
            <p:cNvSpPr/>
            <p:nvPr/>
          </p:nvSpPr>
          <p:spPr>
            <a:xfrm>
              <a:off x="3525775" y="4083532"/>
              <a:ext cx="109931" cy="31126"/>
            </a:xfrm>
            <a:custGeom>
              <a:avLst/>
              <a:gdLst>
                <a:gd name="connsiteX0" fmla="*/ 109931 w 109931"/>
                <a:gd name="connsiteY0" fmla="*/ 15563 h 31126"/>
                <a:gd name="connsiteX1" fmla="*/ 54966 w 109931"/>
                <a:gd name="connsiteY1" fmla="*/ 31127 h 31126"/>
                <a:gd name="connsiteX2" fmla="*/ 0 w 109931"/>
                <a:gd name="connsiteY2" fmla="*/ 15563 h 31126"/>
                <a:gd name="connsiteX3" fmla="*/ 54966 w 109931"/>
                <a:gd name="connsiteY3" fmla="*/ 0 h 31126"/>
                <a:gd name="connsiteX4" fmla="*/ 109931 w 109931"/>
                <a:gd name="connsiteY4" fmla="*/ 15563 h 311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931" h="31126">
                  <a:moveTo>
                    <a:pt x="109931" y="15563"/>
                  </a:moveTo>
                  <a:cubicBezTo>
                    <a:pt x="109931" y="24150"/>
                    <a:pt x="85330" y="31127"/>
                    <a:pt x="54966" y="31127"/>
                  </a:cubicBezTo>
                  <a:cubicBezTo>
                    <a:pt x="24602" y="31127"/>
                    <a:pt x="0" y="24150"/>
                    <a:pt x="0" y="15563"/>
                  </a:cubicBezTo>
                  <a:cubicBezTo>
                    <a:pt x="0" y="6977"/>
                    <a:pt x="24602" y="0"/>
                    <a:pt x="54966" y="0"/>
                  </a:cubicBezTo>
                  <a:cubicBezTo>
                    <a:pt x="85330" y="0"/>
                    <a:pt x="109931" y="6977"/>
                    <a:pt x="109931" y="15563"/>
                  </a:cubicBezTo>
                  <a:close/>
                </a:path>
              </a:pathLst>
            </a:custGeom>
            <a:noFill/>
            <a:ln w="8472" cap="flat">
              <a:solidFill>
                <a:srgbClr val="01355A"/>
              </a:solidFill>
              <a:prstDash val="solid"/>
              <a:miter/>
            </a:ln>
          </p:spPr>
          <p:txBody>
            <a:bodyPr rtlCol="1" anchor="ctr"/>
            <a:lstStyle/>
            <a:p>
              <a:endParaRPr lang="ar-SA"/>
            </a:p>
          </p:txBody>
        </p:sp>
        <p:sp>
          <p:nvSpPr>
            <p:cNvPr id="8188" name="شكل حر: شكل 9132">
              <a:extLst>
                <a:ext uri="{FF2B5EF4-FFF2-40B4-BE49-F238E27FC236}">
                  <a16:creationId xmlns:a16="http://schemas.microsoft.com/office/drawing/2014/main" id="{6318EF60-9F54-2BFB-F16C-C3BFA224CFEC}"/>
                </a:ext>
              </a:extLst>
            </p:cNvPr>
            <p:cNvSpPr/>
            <p:nvPr/>
          </p:nvSpPr>
          <p:spPr>
            <a:xfrm>
              <a:off x="3652654" y="4135955"/>
              <a:ext cx="167297" cy="64681"/>
            </a:xfrm>
            <a:custGeom>
              <a:avLst/>
              <a:gdLst>
                <a:gd name="connsiteX0" fmla="*/ 4350 w 167297"/>
                <a:gd name="connsiteY0" fmla="*/ 0 h 64681"/>
                <a:gd name="connsiteX1" fmla="*/ 94283 w 167297"/>
                <a:gd name="connsiteY1" fmla="*/ 0 h 64681"/>
                <a:gd name="connsiteX2" fmla="*/ 124591 w 167297"/>
                <a:gd name="connsiteY2" fmla="*/ 30307 h 64681"/>
                <a:gd name="connsiteX3" fmla="*/ 134957 w 167297"/>
                <a:gd name="connsiteY3" fmla="*/ 30307 h 64681"/>
                <a:gd name="connsiteX4" fmla="*/ 167298 w 167297"/>
                <a:gd name="connsiteY4" fmla="*/ 62648 h 64681"/>
                <a:gd name="connsiteX5" fmla="*/ 167298 w 167297"/>
                <a:gd name="connsiteY5" fmla="*/ 64682 h 64681"/>
                <a:gd name="connsiteX6" fmla="*/ 0 w 167297"/>
                <a:gd name="connsiteY6" fmla="*/ 64682 h 64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97" h="64681">
                  <a:moveTo>
                    <a:pt x="4350" y="0"/>
                  </a:moveTo>
                  <a:lnTo>
                    <a:pt x="94283" y="0"/>
                  </a:lnTo>
                  <a:cubicBezTo>
                    <a:pt x="111033" y="0"/>
                    <a:pt x="124591" y="13558"/>
                    <a:pt x="124591" y="30307"/>
                  </a:cubicBezTo>
                  <a:lnTo>
                    <a:pt x="134957" y="30307"/>
                  </a:lnTo>
                  <a:cubicBezTo>
                    <a:pt x="152836" y="30307"/>
                    <a:pt x="167298" y="44797"/>
                    <a:pt x="167298" y="62648"/>
                  </a:cubicBezTo>
                  <a:lnTo>
                    <a:pt x="167298" y="64682"/>
                  </a:lnTo>
                  <a:lnTo>
                    <a:pt x="0" y="64682"/>
                  </a:lnTo>
                </a:path>
              </a:pathLst>
            </a:custGeom>
            <a:noFill/>
            <a:ln w="8472" cap="flat">
              <a:solidFill>
                <a:srgbClr val="01355A"/>
              </a:solidFill>
              <a:prstDash val="solid"/>
              <a:miter/>
            </a:ln>
          </p:spPr>
          <p:txBody>
            <a:bodyPr rtlCol="1" anchor="ctr"/>
            <a:lstStyle/>
            <a:p>
              <a:endParaRPr lang="ar-SA"/>
            </a:p>
          </p:txBody>
        </p:sp>
        <p:sp>
          <p:nvSpPr>
            <p:cNvPr id="8189" name="شكل حر: شكل 9133">
              <a:extLst>
                <a:ext uri="{FF2B5EF4-FFF2-40B4-BE49-F238E27FC236}">
                  <a16:creationId xmlns:a16="http://schemas.microsoft.com/office/drawing/2014/main" id="{31E74B7B-30A7-ABEC-0FF1-7A638D1E5807}"/>
                </a:ext>
              </a:extLst>
            </p:cNvPr>
            <p:cNvSpPr/>
            <p:nvPr/>
          </p:nvSpPr>
          <p:spPr>
            <a:xfrm>
              <a:off x="3705698" y="3938322"/>
              <a:ext cx="2824" cy="141312"/>
            </a:xfrm>
            <a:custGeom>
              <a:avLst/>
              <a:gdLst>
                <a:gd name="connsiteX0" fmla="*/ 0 w 2824"/>
                <a:gd name="connsiteY0" fmla="*/ 141312 h 141312"/>
                <a:gd name="connsiteX1" fmla="*/ 0 w 2824"/>
                <a:gd name="connsiteY1" fmla="*/ 0 h 141312"/>
              </a:gdLst>
              <a:ahLst/>
              <a:cxnLst>
                <a:cxn ang="0">
                  <a:pos x="connsiteX0" y="connsiteY0"/>
                </a:cxn>
                <a:cxn ang="0">
                  <a:pos x="connsiteX1" y="connsiteY1"/>
                </a:cxn>
              </a:cxnLst>
              <a:rect l="l" t="t" r="r" b="b"/>
              <a:pathLst>
                <a:path w="2824" h="141312">
                  <a:moveTo>
                    <a:pt x="0" y="141312"/>
                  </a:moveTo>
                  <a:lnTo>
                    <a:pt x="0" y="0"/>
                  </a:lnTo>
                </a:path>
              </a:pathLst>
            </a:custGeom>
            <a:ln w="8472" cap="flat">
              <a:solidFill>
                <a:srgbClr val="01355A"/>
              </a:solidFill>
              <a:prstDash val="solid"/>
              <a:miter/>
            </a:ln>
          </p:spPr>
          <p:txBody>
            <a:bodyPr rtlCol="1" anchor="ctr"/>
            <a:lstStyle/>
            <a:p>
              <a:endParaRPr lang="ar-SA"/>
            </a:p>
          </p:txBody>
        </p:sp>
        <p:sp>
          <p:nvSpPr>
            <p:cNvPr id="8190" name="شكل حر: شكل 9134">
              <a:extLst>
                <a:ext uri="{FF2B5EF4-FFF2-40B4-BE49-F238E27FC236}">
                  <a16:creationId xmlns:a16="http://schemas.microsoft.com/office/drawing/2014/main" id="{B8B402E2-E809-B5EB-630B-61C972944DEE}"/>
                </a:ext>
              </a:extLst>
            </p:cNvPr>
            <p:cNvSpPr/>
            <p:nvPr/>
          </p:nvSpPr>
          <p:spPr>
            <a:xfrm>
              <a:off x="3687819" y="3902055"/>
              <a:ext cx="35758" cy="35758"/>
            </a:xfrm>
            <a:custGeom>
              <a:avLst/>
              <a:gdLst>
                <a:gd name="connsiteX0" fmla="*/ 35759 w 35758"/>
                <a:gd name="connsiteY0" fmla="*/ 17880 h 35758"/>
                <a:gd name="connsiteX1" fmla="*/ 17879 w 35758"/>
                <a:gd name="connsiteY1" fmla="*/ 0 h 35758"/>
                <a:gd name="connsiteX2" fmla="*/ 0 w 35758"/>
                <a:gd name="connsiteY2" fmla="*/ 17880 h 35758"/>
                <a:gd name="connsiteX3" fmla="*/ 17879 w 35758"/>
                <a:gd name="connsiteY3" fmla="*/ 35759 h 35758"/>
                <a:gd name="connsiteX4" fmla="*/ 35759 w 35758"/>
                <a:gd name="connsiteY4" fmla="*/ 17880 h 357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58" h="35758">
                  <a:moveTo>
                    <a:pt x="35759" y="17880"/>
                  </a:moveTo>
                  <a:cubicBezTo>
                    <a:pt x="35759" y="8022"/>
                    <a:pt x="27765" y="0"/>
                    <a:pt x="17879" y="0"/>
                  </a:cubicBezTo>
                  <a:cubicBezTo>
                    <a:pt x="7994" y="0"/>
                    <a:pt x="0" y="7994"/>
                    <a:pt x="0" y="17880"/>
                  </a:cubicBezTo>
                  <a:cubicBezTo>
                    <a:pt x="0" y="27766"/>
                    <a:pt x="7994" y="35759"/>
                    <a:pt x="17879" y="35759"/>
                  </a:cubicBezTo>
                  <a:cubicBezTo>
                    <a:pt x="27765" y="35759"/>
                    <a:pt x="35759" y="27766"/>
                    <a:pt x="35759" y="17880"/>
                  </a:cubicBezTo>
                  <a:close/>
                </a:path>
              </a:pathLst>
            </a:custGeom>
            <a:noFill/>
            <a:ln w="8472" cap="flat">
              <a:solidFill>
                <a:srgbClr val="01355A"/>
              </a:solidFill>
              <a:prstDash val="solid"/>
              <a:miter/>
            </a:ln>
          </p:spPr>
          <p:txBody>
            <a:bodyPr rtlCol="1" anchor="ctr"/>
            <a:lstStyle/>
            <a:p>
              <a:endParaRPr lang="ar-SA"/>
            </a:p>
          </p:txBody>
        </p:sp>
        <p:sp>
          <p:nvSpPr>
            <p:cNvPr id="8191" name="شكل حر: شكل 9135">
              <a:extLst>
                <a:ext uri="{FF2B5EF4-FFF2-40B4-BE49-F238E27FC236}">
                  <a16:creationId xmlns:a16="http://schemas.microsoft.com/office/drawing/2014/main" id="{BB291329-2F15-9A6B-E66C-4C834050C9C1}"/>
                </a:ext>
              </a:extLst>
            </p:cNvPr>
            <p:cNvSpPr/>
            <p:nvPr/>
          </p:nvSpPr>
          <p:spPr>
            <a:xfrm>
              <a:off x="3523628" y="3977724"/>
              <a:ext cx="114168" cy="57083"/>
            </a:xfrm>
            <a:custGeom>
              <a:avLst/>
              <a:gdLst>
                <a:gd name="connsiteX0" fmla="*/ 114168 w 114168"/>
                <a:gd name="connsiteY0" fmla="*/ 0 h 57083"/>
                <a:gd name="connsiteX1" fmla="*/ 57084 w 114168"/>
                <a:gd name="connsiteY1" fmla="*/ 57084 h 57083"/>
                <a:gd name="connsiteX2" fmla="*/ 0 w 114168"/>
                <a:gd name="connsiteY2" fmla="*/ 0 h 57083"/>
                <a:gd name="connsiteX3" fmla="*/ 114140 w 114168"/>
                <a:gd name="connsiteY3" fmla="*/ 0 h 57083"/>
              </a:gdLst>
              <a:ahLst/>
              <a:cxnLst>
                <a:cxn ang="0">
                  <a:pos x="connsiteX0" y="connsiteY0"/>
                </a:cxn>
                <a:cxn ang="0">
                  <a:pos x="connsiteX1" y="connsiteY1"/>
                </a:cxn>
                <a:cxn ang="0">
                  <a:pos x="connsiteX2" y="connsiteY2"/>
                </a:cxn>
                <a:cxn ang="0">
                  <a:pos x="connsiteX3" y="connsiteY3"/>
                </a:cxn>
              </a:cxnLst>
              <a:rect l="l" t="t" r="r" b="b"/>
              <a:pathLst>
                <a:path w="114168" h="57083">
                  <a:moveTo>
                    <a:pt x="114168" y="0"/>
                  </a:moveTo>
                  <a:cubicBezTo>
                    <a:pt x="114168" y="31522"/>
                    <a:pt x="88606" y="57084"/>
                    <a:pt x="57084" y="57084"/>
                  </a:cubicBezTo>
                  <a:cubicBezTo>
                    <a:pt x="25562" y="57084"/>
                    <a:pt x="0" y="31522"/>
                    <a:pt x="0" y="0"/>
                  </a:cubicBezTo>
                  <a:lnTo>
                    <a:pt x="114140" y="0"/>
                  </a:lnTo>
                  <a:close/>
                </a:path>
              </a:pathLst>
            </a:custGeom>
            <a:noFill/>
            <a:ln w="8472" cap="flat">
              <a:solidFill>
                <a:srgbClr val="17A3A3"/>
              </a:solidFill>
              <a:prstDash val="solid"/>
              <a:miter/>
            </a:ln>
          </p:spPr>
          <p:txBody>
            <a:bodyPr rtlCol="1" anchor="ctr"/>
            <a:lstStyle/>
            <a:p>
              <a:endParaRPr lang="ar-SA"/>
            </a:p>
          </p:txBody>
        </p:sp>
        <p:grpSp>
          <p:nvGrpSpPr>
            <p:cNvPr id="8192" name="رسم 8014">
              <a:extLst>
                <a:ext uri="{FF2B5EF4-FFF2-40B4-BE49-F238E27FC236}">
                  <a16:creationId xmlns:a16="http://schemas.microsoft.com/office/drawing/2014/main" id="{CB5EAF69-8893-D878-B1FE-9EF2FDA4F254}"/>
                </a:ext>
              </a:extLst>
            </p:cNvPr>
            <p:cNvGrpSpPr/>
            <p:nvPr/>
          </p:nvGrpSpPr>
          <p:grpSpPr>
            <a:xfrm>
              <a:off x="3547185" y="3895784"/>
              <a:ext cx="67111" cy="48186"/>
              <a:chOff x="3547185" y="3895784"/>
              <a:chExt cx="67111" cy="48186"/>
            </a:xfrm>
          </p:grpSpPr>
          <p:sp>
            <p:nvSpPr>
              <p:cNvPr id="8200" name="شكل حر: شكل 9137">
                <a:extLst>
                  <a:ext uri="{FF2B5EF4-FFF2-40B4-BE49-F238E27FC236}">
                    <a16:creationId xmlns:a16="http://schemas.microsoft.com/office/drawing/2014/main" id="{6C678469-3D1E-ED3E-8656-CDDC9285D8B1}"/>
                  </a:ext>
                </a:extLst>
              </p:cNvPr>
              <p:cNvSpPr/>
              <p:nvPr/>
            </p:nvSpPr>
            <p:spPr>
              <a:xfrm>
                <a:off x="3547185" y="3895784"/>
                <a:ext cx="33555" cy="48186"/>
              </a:xfrm>
              <a:custGeom>
                <a:avLst/>
                <a:gdLst>
                  <a:gd name="connsiteX0" fmla="*/ 0 w 33555"/>
                  <a:gd name="connsiteY0" fmla="*/ 48187 h 48186"/>
                  <a:gd name="connsiteX1" fmla="*/ 33556 w 33555"/>
                  <a:gd name="connsiteY1" fmla="*/ 0 h 48186"/>
                </a:gdLst>
                <a:ahLst/>
                <a:cxnLst>
                  <a:cxn ang="0">
                    <a:pos x="connsiteX0" y="connsiteY0"/>
                  </a:cxn>
                  <a:cxn ang="0">
                    <a:pos x="connsiteX1" y="connsiteY1"/>
                  </a:cxn>
                </a:cxnLst>
                <a:rect l="l" t="t" r="r" b="b"/>
                <a:pathLst>
                  <a:path w="33555" h="48186">
                    <a:moveTo>
                      <a:pt x="0" y="48187"/>
                    </a:moveTo>
                    <a:lnTo>
                      <a:pt x="33556" y="0"/>
                    </a:lnTo>
                  </a:path>
                </a:pathLst>
              </a:custGeom>
              <a:ln w="8472" cap="flat">
                <a:solidFill>
                  <a:srgbClr val="01355A"/>
                </a:solidFill>
                <a:prstDash val="solid"/>
                <a:miter/>
              </a:ln>
            </p:spPr>
            <p:txBody>
              <a:bodyPr rtlCol="1" anchor="ctr"/>
              <a:lstStyle/>
              <a:p>
                <a:endParaRPr lang="ar-SA"/>
              </a:p>
            </p:txBody>
          </p:sp>
          <p:sp>
            <p:nvSpPr>
              <p:cNvPr id="8201" name="شكل حر: شكل 9138">
                <a:extLst>
                  <a:ext uri="{FF2B5EF4-FFF2-40B4-BE49-F238E27FC236}">
                    <a16:creationId xmlns:a16="http://schemas.microsoft.com/office/drawing/2014/main" id="{6BF3EB79-1FE3-6860-C233-6A930121993E}"/>
                  </a:ext>
                </a:extLst>
              </p:cNvPr>
              <p:cNvSpPr/>
              <p:nvPr/>
            </p:nvSpPr>
            <p:spPr>
              <a:xfrm>
                <a:off x="3580741" y="3895784"/>
                <a:ext cx="33555" cy="48186"/>
              </a:xfrm>
              <a:custGeom>
                <a:avLst/>
                <a:gdLst>
                  <a:gd name="connsiteX0" fmla="*/ 33556 w 33555"/>
                  <a:gd name="connsiteY0" fmla="*/ 48187 h 48186"/>
                  <a:gd name="connsiteX1" fmla="*/ 0 w 33555"/>
                  <a:gd name="connsiteY1" fmla="*/ 0 h 48186"/>
                </a:gdLst>
                <a:ahLst/>
                <a:cxnLst>
                  <a:cxn ang="0">
                    <a:pos x="connsiteX0" y="connsiteY0"/>
                  </a:cxn>
                  <a:cxn ang="0">
                    <a:pos x="connsiteX1" y="connsiteY1"/>
                  </a:cxn>
                </a:cxnLst>
                <a:rect l="l" t="t" r="r" b="b"/>
                <a:pathLst>
                  <a:path w="33555" h="48186">
                    <a:moveTo>
                      <a:pt x="33556" y="48187"/>
                    </a:moveTo>
                    <a:lnTo>
                      <a:pt x="0" y="0"/>
                    </a:lnTo>
                  </a:path>
                </a:pathLst>
              </a:custGeom>
              <a:ln w="8472" cap="flat">
                <a:solidFill>
                  <a:srgbClr val="01355A"/>
                </a:solidFill>
                <a:prstDash val="solid"/>
                <a:miter/>
              </a:ln>
            </p:spPr>
            <p:txBody>
              <a:bodyPr rtlCol="1" anchor="ctr"/>
              <a:lstStyle/>
              <a:p>
                <a:endParaRPr lang="ar-SA"/>
              </a:p>
            </p:txBody>
          </p:sp>
        </p:grpSp>
        <p:sp>
          <p:nvSpPr>
            <p:cNvPr id="8193" name="شكل حر: شكل 9139">
              <a:extLst>
                <a:ext uri="{FF2B5EF4-FFF2-40B4-BE49-F238E27FC236}">
                  <a16:creationId xmlns:a16="http://schemas.microsoft.com/office/drawing/2014/main" id="{BC7E75E2-7C23-D191-D491-AFAD4DFB4A0B}"/>
                </a:ext>
              </a:extLst>
            </p:cNvPr>
            <p:cNvSpPr/>
            <p:nvPr/>
          </p:nvSpPr>
          <p:spPr>
            <a:xfrm>
              <a:off x="3773572" y="3977724"/>
              <a:ext cx="114167" cy="57083"/>
            </a:xfrm>
            <a:custGeom>
              <a:avLst/>
              <a:gdLst>
                <a:gd name="connsiteX0" fmla="*/ 0 w 114167"/>
                <a:gd name="connsiteY0" fmla="*/ 0 h 57083"/>
                <a:gd name="connsiteX1" fmla="*/ 57084 w 114167"/>
                <a:gd name="connsiteY1" fmla="*/ 57084 h 57083"/>
                <a:gd name="connsiteX2" fmla="*/ 114168 w 114167"/>
                <a:gd name="connsiteY2" fmla="*/ 0 h 57083"/>
                <a:gd name="connsiteX3" fmla="*/ 28 w 114167"/>
                <a:gd name="connsiteY3" fmla="*/ 0 h 57083"/>
              </a:gdLst>
              <a:ahLst/>
              <a:cxnLst>
                <a:cxn ang="0">
                  <a:pos x="connsiteX0" y="connsiteY0"/>
                </a:cxn>
                <a:cxn ang="0">
                  <a:pos x="connsiteX1" y="connsiteY1"/>
                </a:cxn>
                <a:cxn ang="0">
                  <a:pos x="connsiteX2" y="connsiteY2"/>
                </a:cxn>
                <a:cxn ang="0">
                  <a:pos x="connsiteX3" y="connsiteY3"/>
                </a:cxn>
              </a:cxnLst>
              <a:rect l="l" t="t" r="r" b="b"/>
              <a:pathLst>
                <a:path w="114167" h="57083">
                  <a:moveTo>
                    <a:pt x="0" y="0"/>
                  </a:moveTo>
                  <a:cubicBezTo>
                    <a:pt x="0" y="31522"/>
                    <a:pt x="25562" y="57084"/>
                    <a:pt x="57084" y="57084"/>
                  </a:cubicBezTo>
                  <a:cubicBezTo>
                    <a:pt x="88606" y="57084"/>
                    <a:pt x="114168" y="31522"/>
                    <a:pt x="114168" y="0"/>
                  </a:cubicBezTo>
                  <a:lnTo>
                    <a:pt x="28" y="0"/>
                  </a:lnTo>
                  <a:close/>
                </a:path>
              </a:pathLst>
            </a:custGeom>
            <a:noFill/>
            <a:ln w="8472" cap="flat">
              <a:solidFill>
                <a:srgbClr val="17A3A3"/>
              </a:solidFill>
              <a:prstDash val="solid"/>
              <a:miter/>
            </a:ln>
          </p:spPr>
          <p:txBody>
            <a:bodyPr rtlCol="1" anchor="ctr"/>
            <a:lstStyle/>
            <a:p>
              <a:endParaRPr lang="ar-SA"/>
            </a:p>
          </p:txBody>
        </p:sp>
        <p:grpSp>
          <p:nvGrpSpPr>
            <p:cNvPr id="8194" name="رسم 8014">
              <a:extLst>
                <a:ext uri="{FF2B5EF4-FFF2-40B4-BE49-F238E27FC236}">
                  <a16:creationId xmlns:a16="http://schemas.microsoft.com/office/drawing/2014/main" id="{15A1527A-8B21-026D-39F9-21F3A59D6A1C}"/>
                </a:ext>
              </a:extLst>
            </p:cNvPr>
            <p:cNvGrpSpPr/>
            <p:nvPr/>
          </p:nvGrpSpPr>
          <p:grpSpPr>
            <a:xfrm>
              <a:off x="3797101" y="3895784"/>
              <a:ext cx="67111" cy="48186"/>
              <a:chOff x="3797101" y="3895784"/>
              <a:chExt cx="67111" cy="48186"/>
            </a:xfrm>
          </p:grpSpPr>
          <p:sp>
            <p:nvSpPr>
              <p:cNvPr id="8198" name="شكل حر: شكل 9141">
                <a:extLst>
                  <a:ext uri="{FF2B5EF4-FFF2-40B4-BE49-F238E27FC236}">
                    <a16:creationId xmlns:a16="http://schemas.microsoft.com/office/drawing/2014/main" id="{015ADD49-8C49-A0E5-6665-8E6037F47259}"/>
                  </a:ext>
                </a:extLst>
              </p:cNvPr>
              <p:cNvSpPr/>
              <p:nvPr/>
            </p:nvSpPr>
            <p:spPr>
              <a:xfrm>
                <a:off x="3830656" y="3895784"/>
                <a:ext cx="33555" cy="48186"/>
              </a:xfrm>
              <a:custGeom>
                <a:avLst/>
                <a:gdLst>
                  <a:gd name="connsiteX0" fmla="*/ 33556 w 33555"/>
                  <a:gd name="connsiteY0" fmla="*/ 48187 h 48186"/>
                  <a:gd name="connsiteX1" fmla="*/ 0 w 33555"/>
                  <a:gd name="connsiteY1" fmla="*/ 0 h 48186"/>
                </a:gdLst>
                <a:ahLst/>
                <a:cxnLst>
                  <a:cxn ang="0">
                    <a:pos x="connsiteX0" y="connsiteY0"/>
                  </a:cxn>
                  <a:cxn ang="0">
                    <a:pos x="connsiteX1" y="connsiteY1"/>
                  </a:cxn>
                </a:cxnLst>
                <a:rect l="l" t="t" r="r" b="b"/>
                <a:pathLst>
                  <a:path w="33555" h="48186">
                    <a:moveTo>
                      <a:pt x="33556" y="48187"/>
                    </a:moveTo>
                    <a:lnTo>
                      <a:pt x="0" y="0"/>
                    </a:lnTo>
                  </a:path>
                </a:pathLst>
              </a:custGeom>
              <a:ln w="8472" cap="flat">
                <a:solidFill>
                  <a:srgbClr val="01355A"/>
                </a:solidFill>
                <a:prstDash val="solid"/>
                <a:miter/>
              </a:ln>
            </p:spPr>
            <p:txBody>
              <a:bodyPr rtlCol="1" anchor="ctr"/>
              <a:lstStyle/>
              <a:p>
                <a:endParaRPr lang="ar-SA"/>
              </a:p>
            </p:txBody>
          </p:sp>
          <p:sp>
            <p:nvSpPr>
              <p:cNvPr id="8199" name="شكل حر: شكل 9142">
                <a:extLst>
                  <a:ext uri="{FF2B5EF4-FFF2-40B4-BE49-F238E27FC236}">
                    <a16:creationId xmlns:a16="http://schemas.microsoft.com/office/drawing/2014/main" id="{8508BC9F-64D0-247E-A826-F88BA6975330}"/>
                  </a:ext>
                </a:extLst>
              </p:cNvPr>
              <p:cNvSpPr/>
              <p:nvPr/>
            </p:nvSpPr>
            <p:spPr>
              <a:xfrm>
                <a:off x="3797101" y="3895784"/>
                <a:ext cx="33555" cy="48186"/>
              </a:xfrm>
              <a:custGeom>
                <a:avLst/>
                <a:gdLst>
                  <a:gd name="connsiteX0" fmla="*/ 0 w 33555"/>
                  <a:gd name="connsiteY0" fmla="*/ 48187 h 48186"/>
                  <a:gd name="connsiteX1" fmla="*/ 33556 w 33555"/>
                  <a:gd name="connsiteY1" fmla="*/ 0 h 48186"/>
                </a:gdLst>
                <a:ahLst/>
                <a:cxnLst>
                  <a:cxn ang="0">
                    <a:pos x="connsiteX0" y="connsiteY0"/>
                  </a:cxn>
                  <a:cxn ang="0">
                    <a:pos x="connsiteX1" y="connsiteY1"/>
                  </a:cxn>
                </a:cxnLst>
                <a:rect l="l" t="t" r="r" b="b"/>
                <a:pathLst>
                  <a:path w="33555" h="48186">
                    <a:moveTo>
                      <a:pt x="0" y="48187"/>
                    </a:moveTo>
                    <a:lnTo>
                      <a:pt x="33556" y="0"/>
                    </a:lnTo>
                  </a:path>
                </a:pathLst>
              </a:custGeom>
              <a:ln w="8472" cap="flat">
                <a:solidFill>
                  <a:srgbClr val="01355A"/>
                </a:solidFill>
                <a:prstDash val="solid"/>
                <a:miter/>
              </a:ln>
            </p:spPr>
            <p:txBody>
              <a:bodyPr rtlCol="1" anchor="ctr"/>
              <a:lstStyle/>
              <a:p>
                <a:endParaRPr lang="ar-SA"/>
              </a:p>
            </p:txBody>
          </p:sp>
        </p:grpSp>
        <p:sp>
          <p:nvSpPr>
            <p:cNvPr id="8195" name="شكل حر: شكل 9143">
              <a:extLst>
                <a:ext uri="{FF2B5EF4-FFF2-40B4-BE49-F238E27FC236}">
                  <a16:creationId xmlns:a16="http://schemas.microsoft.com/office/drawing/2014/main" id="{8F7751E4-516D-DFE8-7EE1-1EEEBCFD2D3E}"/>
                </a:ext>
              </a:extLst>
            </p:cNvPr>
            <p:cNvSpPr/>
            <p:nvPr/>
          </p:nvSpPr>
          <p:spPr>
            <a:xfrm>
              <a:off x="3677227" y="3879684"/>
              <a:ext cx="56942" cy="11778"/>
            </a:xfrm>
            <a:custGeom>
              <a:avLst/>
              <a:gdLst>
                <a:gd name="connsiteX0" fmla="*/ 0 w 56942"/>
                <a:gd name="connsiteY0" fmla="*/ 11778 h 11778"/>
                <a:gd name="connsiteX1" fmla="*/ 56943 w 56942"/>
                <a:gd name="connsiteY1" fmla="*/ 11778 h 11778"/>
              </a:gdLst>
              <a:ahLst/>
              <a:cxnLst>
                <a:cxn ang="0">
                  <a:pos x="connsiteX0" y="connsiteY0"/>
                </a:cxn>
                <a:cxn ang="0">
                  <a:pos x="connsiteX1" y="connsiteY1"/>
                </a:cxn>
              </a:cxnLst>
              <a:rect l="l" t="t" r="r" b="b"/>
              <a:pathLst>
                <a:path w="56942" h="11778">
                  <a:moveTo>
                    <a:pt x="0" y="11778"/>
                  </a:moveTo>
                  <a:cubicBezTo>
                    <a:pt x="15704" y="-3926"/>
                    <a:pt x="41238" y="-3926"/>
                    <a:pt x="56943" y="11778"/>
                  </a:cubicBezTo>
                </a:path>
              </a:pathLst>
            </a:custGeom>
            <a:noFill/>
            <a:ln w="8472" cap="flat">
              <a:solidFill>
                <a:srgbClr val="01355A"/>
              </a:solidFill>
              <a:prstDash val="solid"/>
              <a:miter/>
            </a:ln>
          </p:spPr>
          <p:txBody>
            <a:bodyPr rtlCol="1" anchor="ctr"/>
            <a:lstStyle/>
            <a:p>
              <a:endParaRPr lang="ar-SA"/>
            </a:p>
          </p:txBody>
        </p:sp>
        <p:sp>
          <p:nvSpPr>
            <p:cNvPr id="8196" name="شكل حر: شكل 9144">
              <a:extLst>
                <a:ext uri="{FF2B5EF4-FFF2-40B4-BE49-F238E27FC236}">
                  <a16:creationId xmlns:a16="http://schemas.microsoft.com/office/drawing/2014/main" id="{695C0BA8-7F09-483E-93AF-D304E0070390}"/>
                </a:ext>
              </a:extLst>
            </p:cNvPr>
            <p:cNvSpPr/>
            <p:nvPr/>
          </p:nvSpPr>
          <p:spPr>
            <a:xfrm>
              <a:off x="3580769" y="3860555"/>
              <a:ext cx="249887" cy="35229"/>
            </a:xfrm>
            <a:custGeom>
              <a:avLst/>
              <a:gdLst>
                <a:gd name="connsiteX0" fmla="*/ 0 w 249887"/>
                <a:gd name="connsiteY0" fmla="*/ 35229 h 35229"/>
                <a:gd name="connsiteX1" fmla="*/ 249888 w 249887"/>
                <a:gd name="connsiteY1" fmla="*/ 35229 h 35229"/>
              </a:gdLst>
              <a:ahLst/>
              <a:cxnLst>
                <a:cxn ang="0">
                  <a:pos x="connsiteX0" y="connsiteY0"/>
                </a:cxn>
                <a:cxn ang="0">
                  <a:pos x="connsiteX1" y="connsiteY1"/>
                </a:cxn>
              </a:cxnLst>
              <a:rect l="l" t="t" r="r" b="b"/>
              <a:pathLst>
                <a:path w="249887" h="35229">
                  <a:moveTo>
                    <a:pt x="0" y="35229"/>
                  </a:moveTo>
                  <a:cubicBezTo>
                    <a:pt x="76658" y="-11743"/>
                    <a:pt x="173201" y="-11743"/>
                    <a:pt x="249888" y="35229"/>
                  </a:cubicBezTo>
                </a:path>
              </a:pathLst>
            </a:custGeom>
            <a:noFill/>
            <a:ln w="8472" cap="flat">
              <a:solidFill>
                <a:srgbClr val="01355A"/>
              </a:solidFill>
              <a:prstDash val="solid"/>
              <a:miter/>
            </a:ln>
          </p:spPr>
          <p:txBody>
            <a:bodyPr rtlCol="1" anchor="ctr"/>
            <a:lstStyle/>
            <a:p>
              <a:endParaRPr lang="ar-SA"/>
            </a:p>
          </p:txBody>
        </p:sp>
        <p:sp>
          <p:nvSpPr>
            <p:cNvPr id="8197" name="شكل حر: شكل 9145">
              <a:extLst>
                <a:ext uri="{FF2B5EF4-FFF2-40B4-BE49-F238E27FC236}">
                  <a16:creationId xmlns:a16="http://schemas.microsoft.com/office/drawing/2014/main" id="{9BDCAEED-9E34-8AF4-E708-4EFEA43ED072}"/>
                </a:ext>
              </a:extLst>
            </p:cNvPr>
            <p:cNvSpPr/>
            <p:nvPr/>
          </p:nvSpPr>
          <p:spPr>
            <a:xfrm>
              <a:off x="3684260" y="4079634"/>
              <a:ext cx="42904" cy="56321"/>
            </a:xfrm>
            <a:custGeom>
              <a:avLst/>
              <a:gdLst>
                <a:gd name="connsiteX0" fmla="*/ 21438 w 42904"/>
                <a:gd name="connsiteY0" fmla="*/ 0 h 56321"/>
                <a:gd name="connsiteX1" fmla="*/ 21438 w 42904"/>
                <a:gd name="connsiteY1" fmla="*/ 0 h 56321"/>
                <a:gd name="connsiteX2" fmla="*/ 0 w 42904"/>
                <a:gd name="connsiteY2" fmla="*/ 21438 h 56321"/>
                <a:gd name="connsiteX3" fmla="*/ 0 w 42904"/>
                <a:gd name="connsiteY3" fmla="*/ 56322 h 56321"/>
                <a:gd name="connsiteX4" fmla="*/ 42905 w 42904"/>
                <a:gd name="connsiteY4" fmla="*/ 56322 h 56321"/>
                <a:gd name="connsiteX5" fmla="*/ 42905 w 42904"/>
                <a:gd name="connsiteY5" fmla="*/ 21438 h 56321"/>
                <a:gd name="connsiteX6" fmla="*/ 21466 w 42904"/>
                <a:gd name="connsiteY6" fmla="*/ 0 h 56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904" h="56321">
                  <a:moveTo>
                    <a:pt x="21438" y="0"/>
                  </a:moveTo>
                  <a:lnTo>
                    <a:pt x="21438" y="0"/>
                  </a:lnTo>
                  <a:cubicBezTo>
                    <a:pt x="9603" y="0"/>
                    <a:pt x="0" y="9604"/>
                    <a:pt x="0" y="21438"/>
                  </a:cubicBezTo>
                  <a:lnTo>
                    <a:pt x="0" y="56322"/>
                  </a:lnTo>
                  <a:lnTo>
                    <a:pt x="42905" y="56322"/>
                  </a:lnTo>
                  <a:lnTo>
                    <a:pt x="42905" y="21438"/>
                  </a:lnTo>
                  <a:cubicBezTo>
                    <a:pt x="42905" y="9604"/>
                    <a:pt x="33301" y="0"/>
                    <a:pt x="21466" y="0"/>
                  </a:cubicBezTo>
                  <a:close/>
                </a:path>
              </a:pathLst>
            </a:custGeom>
            <a:noFill/>
            <a:ln w="8472" cap="flat">
              <a:solidFill>
                <a:srgbClr val="01355A"/>
              </a:solidFill>
              <a:prstDash val="solid"/>
              <a:miter/>
            </a:ln>
          </p:spPr>
          <p:txBody>
            <a:bodyPr rtlCol="1" anchor="ctr"/>
            <a:lstStyle/>
            <a:p>
              <a:endParaRPr lang="ar-SA"/>
            </a:p>
          </p:txBody>
        </p:sp>
      </p:grpSp>
      <p:grpSp>
        <p:nvGrpSpPr>
          <p:cNvPr id="8202" name="رسم 8014">
            <a:extLst>
              <a:ext uri="{FF2B5EF4-FFF2-40B4-BE49-F238E27FC236}">
                <a16:creationId xmlns:a16="http://schemas.microsoft.com/office/drawing/2014/main" id="{EAAC79F3-4B84-4A0A-2359-6C15F25D3D9D}"/>
              </a:ext>
            </a:extLst>
          </p:cNvPr>
          <p:cNvGrpSpPr/>
          <p:nvPr/>
        </p:nvGrpSpPr>
        <p:grpSpPr>
          <a:xfrm>
            <a:off x="4151638" y="4054676"/>
            <a:ext cx="291411" cy="285876"/>
            <a:chOff x="4043881" y="3328898"/>
            <a:chExt cx="348323" cy="362699"/>
          </a:xfrm>
          <a:noFill/>
        </p:grpSpPr>
        <p:grpSp>
          <p:nvGrpSpPr>
            <p:cNvPr id="8203" name="رسم 8014">
              <a:extLst>
                <a:ext uri="{FF2B5EF4-FFF2-40B4-BE49-F238E27FC236}">
                  <a16:creationId xmlns:a16="http://schemas.microsoft.com/office/drawing/2014/main" id="{0E5270BD-2EE4-0BD9-172B-1770060E05A5}"/>
                </a:ext>
              </a:extLst>
            </p:cNvPr>
            <p:cNvGrpSpPr/>
            <p:nvPr/>
          </p:nvGrpSpPr>
          <p:grpSpPr>
            <a:xfrm>
              <a:off x="4213044" y="3512437"/>
              <a:ext cx="179161" cy="179161"/>
              <a:chOff x="4213044" y="3512437"/>
              <a:chExt cx="179161" cy="179161"/>
            </a:xfrm>
            <a:noFill/>
          </p:grpSpPr>
          <p:sp>
            <p:nvSpPr>
              <p:cNvPr id="8214" name="شكل حر: شكل 9148">
                <a:extLst>
                  <a:ext uri="{FF2B5EF4-FFF2-40B4-BE49-F238E27FC236}">
                    <a16:creationId xmlns:a16="http://schemas.microsoft.com/office/drawing/2014/main" id="{66CFED85-0081-F528-D957-83CADE46CF92}"/>
                  </a:ext>
                </a:extLst>
              </p:cNvPr>
              <p:cNvSpPr/>
              <p:nvPr/>
            </p:nvSpPr>
            <p:spPr>
              <a:xfrm>
                <a:off x="4213044" y="3512437"/>
                <a:ext cx="179161" cy="179161"/>
              </a:xfrm>
              <a:custGeom>
                <a:avLst/>
                <a:gdLst>
                  <a:gd name="connsiteX0" fmla="*/ 0 w 179161"/>
                  <a:gd name="connsiteY0" fmla="*/ 0 h 179161"/>
                  <a:gd name="connsiteX1" fmla="*/ 179161 w 179161"/>
                  <a:gd name="connsiteY1" fmla="*/ 0 h 179161"/>
                  <a:gd name="connsiteX2" fmla="*/ 179161 w 179161"/>
                  <a:gd name="connsiteY2" fmla="*/ 179161 h 179161"/>
                  <a:gd name="connsiteX3" fmla="*/ 0 w 179161"/>
                  <a:gd name="connsiteY3" fmla="*/ 179161 h 179161"/>
                </a:gdLst>
                <a:ahLst/>
                <a:cxnLst>
                  <a:cxn ang="0">
                    <a:pos x="connsiteX0" y="connsiteY0"/>
                  </a:cxn>
                  <a:cxn ang="0">
                    <a:pos x="connsiteX1" y="connsiteY1"/>
                  </a:cxn>
                  <a:cxn ang="0">
                    <a:pos x="connsiteX2" y="connsiteY2"/>
                  </a:cxn>
                  <a:cxn ang="0">
                    <a:pos x="connsiteX3" y="connsiteY3"/>
                  </a:cxn>
                </a:cxnLst>
                <a:rect l="l" t="t" r="r" b="b"/>
                <a:pathLst>
                  <a:path w="179161" h="179161">
                    <a:moveTo>
                      <a:pt x="0" y="0"/>
                    </a:moveTo>
                    <a:lnTo>
                      <a:pt x="179161" y="0"/>
                    </a:lnTo>
                    <a:lnTo>
                      <a:pt x="179161" y="179161"/>
                    </a:lnTo>
                    <a:lnTo>
                      <a:pt x="0" y="179161"/>
                    </a:lnTo>
                    <a:close/>
                  </a:path>
                </a:pathLst>
              </a:custGeom>
              <a:noFill/>
              <a:ln w="8472" cap="flat">
                <a:solidFill>
                  <a:srgbClr val="17A3A3"/>
                </a:solidFill>
                <a:prstDash val="solid"/>
                <a:miter/>
              </a:ln>
            </p:spPr>
            <p:txBody>
              <a:bodyPr rtlCol="1" anchor="ctr"/>
              <a:lstStyle/>
              <a:p>
                <a:endParaRPr lang="ar-SA"/>
              </a:p>
            </p:txBody>
          </p:sp>
          <p:sp>
            <p:nvSpPr>
              <p:cNvPr id="8215" name="شكل حر: شكل 9149">
                <a:extLst>
                  <a:ext uri="{FF2B5EF4-FFF2-40B4-BE49-F238E27FC236}">
                    <a16:creationId xmlns:a16="http://schemas.microsoft.com/office/drawing/2014/main" id="{9AEDE149-8646-047A-BF92-4824B6F73F9B}"/>
                  </a:ext>
                </a:extLst>
              </p:cNvPr>
              <p:cNvSpPr/>
              <p:nvPr/>
            </p:nvSpPr>
            <p:spPr>
              <a:xfrm>
                <a:off x="4332239" y="3557940"/>
                <a:ext cx="34007" cy="2824"/>
              </a:xfrm>
              <a:custGeom>
                <a:avLst/>
                <a:gdLst>
                  <a:gd name="connsiteX0" fmla="*/ 0 w 34007"/>
                  <a:gd name="connsiteY0" fmla="*/ 0 h 2824"/>
                  <a:gd name="connsiteX1" fmla="*/ 34007 w 34007"/>
                  <a:gd name="connsiteY1" fmla="*/ 0 h 2824"/>
                </a:gdLst>
                <a:ahLst/>
                <a:cxnLst>
                  <a:cxn ang="0">
                    <a:pos x="connsiteX0" y="connsiteY0"/>
                  </a:cxn>
                  <a:cxn ang="0">
                    <a:pos x="connsiteX1" y="connsiteY1"/>
                  </a:cxn>
                </a:cxnLst>
                <a:rect l="l" t="t" r="r" b="b"/>
                <a:pathLst>
                  <a:path w="34007" h="2824">
                    <a:moveTo>
                      <a:pt x="0" y="0"/>
                    </a:moveTo>
                    <a:lnTo>
                      <a:pt x="34007" y="0"/>
                    </a:lnTo>
                  </a:path>
                </a:pathLst>
              </a:custGeom>
              <a:ln w="8472" cap="flat">
                <a:solidFill>
                  <a:srgbClr val="17A3A3"/>
                </a:solidFill>
                <a:prstDash val="solid"/>
                <a:miter/>
              </a:ln>
            </p:spPr>
            <p:txBody>
              <a:bodyPr rtlCol="1" anchor="ctr"/>
              <a:lstStyle/>
              <a:p>
                <a:endParaRPr lang="ar-SA"/>
              </a:p>
            </p:txBody>
          </p:sp>
          <p:sp>
            <p:nvSpPr>
              <p:cNvPr id="8216" name="شكل حر: شكل 9150">
                <a:extLst>
                  <a:ext uri="{FF2B5EF4-FFF2-40B4-BE49-F238E27FC236}">
                    <a16:creationId xmlns:a16="http://schemas.microsoft.com/office/drawing/2014/main" id="{20263D2B-2666-B7D7-6E11-48B3CE12244B}"/>
                  </a:ext>
                </a:extLst>
              </p:cNvPr>
              <p:cNvSpPr/>
              <p:nvPr/>
            </p:nvSpPr>
            <p:spPr>
              <a:xfrm>
                <a:off x="4239001" y="3557940"/>
                <a:ext cx="33979" cy="2824"/>
              </a:xfrm>
              <a:custGeom>
                <a:avLst/>
                <a:gdLst>
                  <a:gd name="connsiteX0" fmla="*/ 0 w 33979"/>
                  <a:gd name="connsiteY0" fmla="*/ 0 h 2824"/>
                  <a:gd name="connsiteX1" fmla="*/ 33979 w 33979"/>
                  <a:gd name="connsiteY1" fmla="*/ 0 h 2824"/>
                </a:gdLst>
                <a:ahLst/>
                <a:cxnLst>
                  <a:cxn ang="0">
                    <a:pos x="connsiteX0" y="connsiteY0"/>
                  </a:cxn>
                  <a:cxn ang="0">
                    <a:pos x="connsiteX1" y="connsiteY1"/>
                  </a:cxn>
                </a:cxnLst>
                <a:rect l="l" t="t" r="r" b="b"/>
                <a:pathLst>
                  <a:path w="33979" h="2824">
                    <a:moveTo>
                      <a:pt x="0" y="0"/>
                    </a:moveTo>
                    <a:lnTo>
                      <a:pt x="33979" y="0"/>
                    </a:lnTo>
                  </a:path>
                </a:pathLst>
              </a:custGeom>
              <a:ln w="8472" cap="flat">
                <a:solidFill>
                  <a:srgbClr val="17A3A3"/>
                </a:solidFill>
                <a:prstDash val="solid"/>
                <a:miter/>
              </a:ln>
            </p:spPr>
            <p:txBody>
              <a:bodyPr rtlCol="1" anchor="ctr"/>
              <a:lstStyle/>
              <a:p>
                <a:endParaRPr lang="ar-SA"/>
              </a:p>
            </p:txBody>
          </p:sp>
          <p:sp>
            <p:nvSpPr>
              <p:cNvPr id="8217" name="شكل حر: شكل 9151">
                <a:extLst>
                  <a:ext uri="{FF2B5EF4-FFF2-40B4-BE49-F238E27FC236}">
                    <a16:creationId xmlns:a16="http://schemas.microsoft.com/office/drawing/2014/main" id="{6620A62E-2791-2A32-6701-FDBCCF98F83D}"/>
                  </a:ext>
                </a:extLst>
              </p:cNvPr>
              <p:cNvSpPr/>
              <p:nvPr/>
            </p:nvSpPr>
            <p:spPr>
              <a:xfrm>
                <a:off x="4256005" y="3540965"/>
                <a:ext cx="2824" cy="33979"/>
              </a:xfrm>
              <a:custGeom>
                <a:avLst/>
                <a:gdLst>
                  <a:gd name="connsiteX0" fmla="*/ 0 w 2824"/>
                  <a:gd name="connsiteY0" fmla="*/ 0 h 33979"/>
                  <a:gd name="connsiteX1" fmla="*/ 0 w 2824"/>
                  <a:gd name="connsiteY1" fmla="*/ 33979 h 33979"/>
                </a:gdLst>
                <a:ahLst/>
                <a:cxnLst>
                  <a:cxn ang="0">
                    <a:pos x="connsiteX0" y="connsiteY0"/>
                  </a:cxn>
                  <a:cxn ang="0">
                    <a:pos x="connsiteX1" y="connsiteY1"/>
                  </a:cxn>
                </a:cxnLst>
                <a:rect l="l" t="t" r="r" b="b"/>
                <a:pathLst>
                  <a:path w="2824" h="33979">
                    <a:moveTo>
                      <a:pt x="0" y="0"/>
                    </a:moveTo>
                    <a:lnTo>
                      <a:pt x="0" y="33979"/>
                    </a:lnTo>
                  </a:path>
                </a:pathLst>
              </a:custGeom>
              <a:ln w="8472" cap="flat">
                <a:solidFill>
                  <a:srgbClr val="17A3A3"/>
                </a:solidFill>
                <a:prstDash val="solid"/>
                <a:miter/>
              </a:ln>
            </p:spPr>
            <p:txBody>
              <a:bodyPr rtlCol="1" anchor="ctr"/>
              <a:lstStyle/>
              <a:p>
                <a:endParaRPr lang="ar-SA"/>
              </a:p>
            </p:txBody>
          </p:sp>
          <p:sp>
            <p:nvSpPr>
              <p:cNvPr id="8218" name="شكل حر: شكل 9152">
                <a:extLst>
                  <a:ext uri="{FF2B5EF4-FFF2-40B4-BE49-F238E27FC236}">
                    <a16:creationId xmlns:a16="http://schemas.microsoft.com/office/drawing/2014/main" id="{D9DEFD0C-C5A7-31F4-8D17-6B0CC33EA6E1}"/>
                  </a:ext>
                </a:extLst>
              </p:cNvPr>
              <p:cNvSpPr/>
              <p:nvPr/>
            </p:nvSpPr>
            <p:spPr>
              <a:xfrm>
                <a:off x="4243972" y="3637959"/>
                <a:ext cx="24036" cy="24036"/>
              </a:xfrm>
              <a:custGeom>
                <a:avLst/>
                <a:gdLst>
                  <a:gd name="connsiteX0" fmla="*/ 0 w 24036"/>
                  <a:gd name="connsiteY0" fmla="*/ 0 h 24036"/>
                  <a:gd name="connsiteX1" fmla="*/ 24037 w 24036"/>
                  <a:gd name="connsiteY1" fmla="*/ 24037 h 24036"/>
                </a:gdLst>
                <a:ahLst/>
                <a:cxnLst>
                  <a:cxn ang="0">
                    <a:pos x="connsiteX0" y="connsiteY0"/>
                  </a:cxn>
                  <a:cxn ang="0">
                    <a:pos x="connsiteX1" y="connsiteY1"/>
                  </a:cxn>
                </a:cxnLst>
                <a:rect l="l" t="t" r="r" b="b"/>
                <a:pathLst>
                  <a:path w="24036" h="24036">
                    <a:moveTo>
                      <a:pt x="0" y="0"/>
                    </a:moveTo>
                    <a:lnTo>
                      <a:pt x="24037" y="24037"/>
                    </a:lnTo>
                  </a:path>
                </a:pathLst>
              </a:custGeom>
              <a:ln w="8472" cap="flat">
                <a:solidFill>
                  <a:srgbClr val="17A3A3"/>
                </a:solidFill>
                <a:prstDash val="solid"/>
                <a:miter/>
              </a:ln>
            </p:spPr>
            <p:txBody>
              <a:bodyPr rtlCol="1" anchor="ctr"/>
              <a:lstStyle/>
              <a:p>
                <a:endParaRPr lang="ar-SA"/>
              </a:p>
            </p:txBody>
          </p:sp>
          <p:sp>
            <p:nvSpPr>
              <p:cNvPr id="8219" name="شكل حر: شكل 9153">
                <a:extLst>
                  <a:ext uri="{FF2B5EF4-FFF2-40B4-BE49-F238E27FC236}">
                    <a16:creationId xmlns:a16="http://schemas.microsoft.com/office/drawing/2014/main" id="{7B76A6F4-14B8-70CC-D42C-F8470E58D3E3}"/>
                  </a:ext>
                </a:extLst>
              </p:cNvPr>
              <p:cNvSpPr/>
              <p:nvPr/>
            </p:nvSpPr>
            <p:spPr>
              <a:xfrm>
                <a:off x="4243972" y="3637959"/>
                <a:ext cx="24036" cy="24036"/>
              </a:xfrm>
              <a:custGeom>
                <a:avLst/>
                <a:gdLst>
                  <a:gd name="connsiteX0" fmla="*/ 24037 w 24036"/>
                  <a:gd name="connsiteY0" fmla="*/ 0 h 24036"/>
                  <a:gd name="connsiteX1" fmla="*/ 0 w 24036"/>
                  <a:gd name="connsiteY1" fmla="*/ 24037 h 24036"/>
                </a:gdLst>
                <a:ahLst/>
                <a:cxnLst>
                  <a:cxn ang="0">
                    <a:pos x="connsiteX0" y="connsiteY0"/>
                  </a:cxn>
                  <a:cxn ang="0">
                    <a:pos x="connsiteX1" y="connsiteY1"/>
                  </a:cxn>
                </a:cxnLst>
                <a:rect l="l" t="t" r="r" b="b"/>
                <a:pathLst>
                  <a:path w="24036" h="24036">
                    <a:moveTo>
                      <a:pt x="24037" y="0"/>
                    </a:moveTo>
                    <a:lnTo>
                      <a:pt x="0" y="24037"/>
                    </a:lnTo>
                  </a:path>
                </a:pathLst>
              </a:custGeom>
              <a:ln w="8472" cap="flat">
                <a:solidFill>
                  <a:srgbClr val="17A3A3"/>
                </a:solidFill>
                <a:prstDash val="solid"/>
                <a:miter/>
              </a:ln>
            </p:spPr>
            <p:txBody>
              <a:bodyPr rtlCol="1" anchor="ctr"/>
              <a:lstStyle/>
              <a:p>
                <a:endParaRPr lang="ar-SA"/>
              </a:p>
            </p:txBody>
          </p:sp>
          <p:sp>
            <p:nvSpPr>
              <p:cNvPr id="8220" name="شكل حر: شكل 9154">
                <a:extLst>
                  <a:ext uri="{FF2B5EF4-FFF2-40B4-BE49-F238E27FC236}">
                    <a16:creationId xmlns:a16="http://schemas.microsoft.com/office/drawing/2014/main" id="{19F85036-E2A2-2CA8-3047-745935BED781}"/>
                  </a:ext>
                </a:extLst>
              </p:cNvPr>
              <p:cNvSpPr/>
              <p:nvPr/>
            </p:nvSpPr>
            <p:spPr>
              <a:xfrm>
                <a:off x="4328596" y="3649540"/>
                <a:ext cx="34007" cy="2824"/>
              </a:xfrm>
              <a:custGeom>
                <a:avLst/>
                <a:gdLst>
                  <a:gd name="connsiteX0" fmla="*/ 0 w 34007"/>
                  <a:gd name="connsiteY0" fmla="*/ 0 h 2824"/>
                  <a:gd name="connsiteX1" fmla="*/ 34008 w 34007"/>
                  <a:gd name="connsiteY1" fmla="*/ 0 h 2824"/>
                </a:gdLst>
                <a:ahLst/>
                <a:cxnLst>
                  <a:cxn ang="0">
                    <a:pos x="connsiteX0" y="connsiteY0"/>
                  </a:cxn>
                  <a:cxn ang="0">
                    <a:pos x="connsiteX1" y="connsiteY1"/>
                  </a:cxn>
                </a:cxnLst>
                <a:rect l="l" t="t" r="r" b="b"/>
                <a:pathLst>
                  <a:path w="34007" h="2824">
                    <a:moveTo>
                      <a:pt x="0" y="0"/>
                    </a:moveTo>
                    <a:lnTo>
                      <a:pt x="34008" y="0"/>
                    </a:lnTo>
                  </a:path>
                </a:pathLst>
              </a:custGeom>
              <a:ln w="8472" cap="flat">
                <a:solidFill>
                  <a:srgbClr val="17A3A3"/>
                </a:solidFill>
                <a:prstDash val="solid"/>
                <a:miter/>
              </a:ln>
            </p:spPr>
            <p:txBody>
              <a:bodyPr rtlCol="1" anchor="ctr"/>
              <a:lstStyle/>
              <a:p>
                <a:endParaRPr lang="ar-SA"/>
              </a:p>
            </p:txBody>
          </p:sp>
          <p:sp>
            <p:nvSpPr>
              <p:cNvPr id="8221" name="شكل حر: شكل 9155">
                <a:extLst>
                  <a:ext uri="{FF2B5EF4-FFF2-40B4-BE49-F238E27FC236}">
                    <a16:creationId xmlns:a16="http://schemas.microsoft.com/office/drawing/2014/main" id="{F06E9996-A857-CEF4-48CB-7DFF2EF5696D}"/>
                  </a:ext>
                </a:extLst>
              </p:cNvPr>
              <p:cNvSpPr/>
              <p:nvPr/>
            </p:nvSpPr>
            <p:spPr>
              <a:xfrm>
                <a:off x="4344780" y="3632226"/>
                <a:ext cx="2316" cy="2316"/>
              </a:xfrm>
              <a:custGeom>
                <a:avLst/>
                <a:gdLst>
                  <a:gd name="connsiteX0" fmla="*/ 1977 w 2316"/>
                  <a:gd name="connsiteY0" fmla="*/ 1977 h 2316"/>
                  <a:gd name="connsiteX1" fmla="*/ 339 w 2316"/>
                  <a:gd name="connsiteY1" fmla="*/ 1977 h 2316"/>
                  <a:gd name="connsiteX2" fmla="*/ 339 w 2316"/>
                  <a:gd name="connsiteY2" fmla="*/ 339 h 2316"/>
                  <a:gd name="connsiteX3" fmla="*/ 1977 w 2316"/>
                  <a:gd name="connsiteY3" fmla="*/ 339 h 2316"/>
                  <a:gd name="connsiteX4" fmla="*/ 1977 w 2316"/>
                  <a:gd name="connsiteY4" fmla="*/ 1977 h 2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6" h="2316">
                    <a:moveTo>
                      <a:pt x="1977" y="1977"/>
                    </a:moveTo>
                    <a:cubicBezTo>
                      <a:pt x="1525" y="2429"/>
                      <a:pt x="791" y="2429"/>
                      <a:pt x="339" y="1977"/>
                    </a:cubicBezTo>
                    <a:cubicBezTo>
                      <a:pt x="-113" y="1525"/>
                      <a:pt x="-113" y="791"/>
                      <a:pt x="339" y="339"/>
                    </a:cubicBezTo>
                    <a:cubicBezTo>
                      <a:pt x="791" y="-113"/>
                      <a:pt x="1525" y="-113"/>
                      <a:pt x="1977" y="339"/>
                    </a:cubicBezTo>
                    <a:cubicBezTo>
                      <a:pt x="2429" y="791"/>
                      <a:pt x="2429" y="1525"/>
                      <a:pt x="1977" y="1977"/>
                    </a:cubicBezTo>
                    <a:close/>
                  </a:path>
                </a:pathLst>
              </a:custGeom>
              <a:noFill/>
              <a:ln w="8472" cap="flat">
                <a:solidFill>
                  <a:srgbClr val="17A3A3"/>
                </a:solidFill>
                <a:prstDash val="solid"/>
                <a:miter/>
              </a:ln>
            </p:spPr>
            <p:txBody>
              <a:bodyPr rtlCol="1" anchor="ctr"/>
              <a:lstStyle/>
              <a:p>
                <a:endParaRPr lang="ar-SA"/>
              </a:p>
            </p:txBody>
          </p:sp>
          <p:sp>
            <p:nvSpPr>
              <p:cNvPr id="8222" name="شكل حر: شكل 9156">
                <a:extLst>
                  <a:ext uri="{FF2B5EF4-FFF2-40B4-BE49-F238E27FC236}">
                    <a16:creationId xmlns:a16="http://schemas.microsoft.com/office/drawing/2014/main" id="{F0947846-C231-6637-9575-082F049FC270}"/>
                  </a:ext>
                </a:extLst>
              </p:cNvPr>
              <p:cNvSpPr/>
              <p:nvPr/>
            </p:nvSpPr>
            <p:spPr>
              <a:xfrm>
                <a:off x="4344780" y="3665725"/>
                <a:ext cx="2316" cy="2316"/>
              </a:xfrm>
              <a:custGeom>
                <a:avLst/>
                <a:gdLst>
                  <a:gd name="connsiteX0" fmla="*/ 1977 w 2316"/>
                  <a:gd name="connsiteY0" fmla="*/ 1977 h 2316"/>
                  <a:gd name="connsiteX1" fmla="*/ 339 w 2316"/>
                  <a:gd name="connsiteY1" fmla="*/ 1977 h 2316"/>
                  <a:gd name="connsiteX2" fmla="*/ 339 w 2316"/>
                  <a:gd name="connsiteY2" fmla="*/ 339 h 2316"/>
                  <a:gd name="connsiteX3" fmla="*/ 1977 w 2316"/>
                  <a:gd name="connsiteY3" fmla="*/ 339 h 2316"/>
                  <a:gd name="connsiteX4" fmla="*/ 1977 w 2316"/>
                  <a:gd name="connsiteY4" fmla="*/ 1977 h 2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6" h="2316">
                    <a:moveTo>
                      <a:pt x="1977" y="1977"/>
                    </a:moveTo>
                    <a:cubicBezTo>
                      <a:pt x="1525" y="2429"/>
                      <a:pt x="791" y="2429"/>
                      <a:pt x="339" y="1977"/>
                    </a:cubicBezTo>
                    <a:cubicBezTo>
                      <a:pt x="-113" y="1525"/>
                      <a:pt x="-113" y="791"/>
                      <a:pt x="339" y="339"/>
                    </a:cubicBezTo>
                    <a:cubicBezTo>
                      <a:pt x="791" y="-113"/>
                      <a:pt x="1525" y="-113"/>
                      <a:pt x="1977" y="339"/>
                    </a:cubicBezTo>
                    <a:cubicBezTo>
                      <a:pt x="2429" y="791"/>
                      <a:pt x="2429" y="1525"/>
                      <a:pt x="1977" y="1977"/>
                    </a:cubicBezTo>
                    <a:close/>
                  </a:path>
                </a:pathLst>
              </a:custGeom>
              <a:noFill/>
              <a:ln w="8472" cap="flat">
                <a:solidFill>
                  <a:srgbClr val="17A3A3"/>
                </a:solidFill>
                <a:prstDash val="solid"/>
                <a:miter/>
              </a:ln>
            </p:spPr>
            <p:txBody>
              <a:bodyPr rtlCol="1" anchor="ctr"/>
              <a:lstStyle/>
              <a:p>
                <a:endParaRPr lang="ar-SA"/>
              </a:p>
            </p:txBody>
          </p:sp>
          <p:sp>
            <p:nvSpPr>
              <p:cNvPr id="8223" name="شكل حر: شكل 9157">
                <a:extLst>
                  <a:ext uri="{FF2B5EF4-FFF2-40B4-BE49-F238E27FC236}">
                    <a16:creationId xmlns:a16="http://schemas.microsoft.com/office/drawing/2014/main" id="{DBC4CBC0-5350-5433-14DD-71C3ED15FFAC}"/>
                  </a:ext>
                </a:extLst>
              </p:cNvPr>
              <p:cNvSpPr/>
              <p:nvPr/>
            </p:nvSpPr>
            <p:spPr>
              <a:xfrm>
                <a:off x="4213044" y="3602003"/>
                <a:ext cx="179161" cy="2824"/>
              </a:xfrm>
              <a:custGeom>
                <a:avLst/>
                <a:gdLst>
                  <a:gd name="connsiteX0" fmla="*/ 0 w 179161"/>
                  <a:gd name="connsiteY0" fmla="*/ 0 h 2824"/>
                  <a:gd name="connsiteX1" fmla="*/ 179161 w 179161"/>
                  <a:gd name="connsiteY1" fmla="*/ 0 h 2824"/>
                </a:gdLst>
                <a:ahLst/>
                <a:cxnLst>
                  <a:cxn ang="0">
                    <a:pos x="connsiteX0" y="connsiteY0"/>
                  </a:cxn>
                  <a:cxn ang="0">
                    <a:pos x="connsiteX1" y="connsiteY1"/>
                  </a:cxn>
                </a:cxnLst>
                <a:rect l="l" t="t" r="r" b="b"/>
                <a:pathLst>
                  <a:path w="179161" h="2824">
                    <a:moveTo>
                      <a:pt x="0" y="0"/>
                    </a:moveTo>
                    <a:lnTo>
                      <a:pt x="179161" y="0"/>
                    </a:lnTo>
                  </a:path>
                </a:pathLst>
              </a:custGeom>
              <a:ln w="8472" cap="flat">
                <a:solidFill>
                  <a:srgbClr val="17A3A3"/>
                </a:solidFill>
                <a:prstDash val="solid"/>
                <a:miter/>
              </a:ln>
            </p:spPr>
            <p:txBody>
              <a:bodyPr rtlCol="1" anchor="ctr"/>
              <a:lstStyle/>
              <a:p>
                <a:endParaRPr lang="ar-SA"/>
              </a:p>
            </p:txBody>
          </p:sp>
          <p:sp>
            <p:nvSpPr>
              <p:cNvPr id="8224" name="شكل حر: شكل 9158">
                <a:extLst>
                  <a:ext uri="{FF2B5EF4-FFF2-40B4-BE49-F238E27FC236}">
                    <a16:creationId xmlns:a16="http://schemas.microsoft.com/office/drawing/2014/main" id="{45163E24-48FA-81E5-1B23-60AC859840B4}"/>
                  </a:ext>
                </a:extLst>
              </p:cNvPr>
              <p:cNvSpPr/>
              <p:nvPr/>
            </p:nvSpPr>
            <p:spPr>
              <a:xfrm>
                <a:off x="4303599" y="3512437"/>
                <a:ext cx="2824" cy="179161"/>
              </a:xfrm>
              <a:custGeom>
                <a:avLst/>
                <a:gdLst>
                  <a:gd name="connsiteX0" fmla="*/ 0 w 2824"/>
                  <a:gd name="connsiteY0" fmla="*/ 0 h 179161"/>
                  <a:gd name="connsiteX1" fmla="*/ 0 w 2824"/>
                  <a:gd name="connsiteY1" fmla="*/ 179161 h 179161"/>
                </a:gdLst>
                <a:ahLst/>
                <a:cxnLst>
                  <a:cxn ang="0">
                    <a:pos x="connsiteX0" y="connsiteY0"/>
                  </a:cxn>
                  <a:cxn ang="0">
                    <a:pos x="connsiteX1" y="connsiteY1"/>
                  </a:cxn>
                </a:cxnLst>
                <a:rect l="l" t="t" r="r" b="b"/>
                <a:pathLst>
                  <a:path w="2824" h="179161">
                    <a:moveTo>
                      <a:pt x="0" y="0"/>
                    </a:moveTo>
                    <a:lnTo>
                      <a:pt x="0" y="179161"/>
                    </a:lnTo>
                  </a:path>
                </a:pathLst>
              </a:custGeom>
              <a:ln w="8472" cap="flat">
                <a:solidFill>
                  <a:srgbClr val="17A3A3"/>
                </a:solidFill>
                <a:prstDash val="solid"/>
                <a:miter/>
              </a:ln>
            </p:spPr>
            <p:txBody>
              <a:bodyPr rtlCol="1" anchor="ctr"/>
              <a:lstStyle/>
              <a:p>
                <a:endParaRPr lang="ar-SA"/>
              </a:p>
            </p:txBody>
          </p:sp>
        </p:grpSp>
        <p:grpSp>
          <p:nvGrpSpPr>
            <p:cNvPr id="8204" name="رسم 8014">
              <a:extLst>
                <a:ext uri="{FF2B5EF4-FFF2-40B4-BE49-F238E27FC236}">
                  <a16:creationId xmlns:a16="http://schemas.microsoft.com/office/drawing/2014/main" id="{C51AB2E7-C2D8-1B2D-FB8A-342DF54927D7}"/>
                </a:ext>
              </a:extLst>
            </p:cNvPr>
            <p:cNvGrpSpPr/>
            <p:nvPr/>
          </p:nvGrpSpPr>
          <p:grpSpPr>
            <a:xfrm>
              <a:off x="4043881" y="3328898"/>
              <a:ext cx="194724" cy="320642"/>
              <a:chOff x="4043881" y="3328898"/>
              <a:chExt cx="194724" cy="320642"/>
            </a:xfrm>
            <a:noFill/>
          </p:grpSpPr>
          <p:grpSp>
            <p:nvGrpSpPr>
              <p:cNvPr id="8205" name="رسم 8014">
                <a:extLst>
                  <a:ext uri="{FF2B5EF4-FFF2-40B4-BE49-F238E27FC236}">
                    <a16:creationId xmlns:a16="http://schemas.microsoft.com/office/drawing/2014/main" id="{6421F2BB-7BD8-1C27-D39E-F216BE51E638}"/>
                  </a:ext>
                </a:extLst>
              </p:cNvPr>
              <p:cNvGrpSpPr/>
              <p:nvPr/>
            </p:nvGrpSpPr>
            <p:grpSpPr>
              <a:xfrm>
                <a:off x="4043881" y="3328898"/>
                <a:ext cx="194724" cy="320642"/>
                <a:chOff x="4043881" y="3328898"/>
                <a:chExt cx="194724" cy="320642"/>
              </a:xfrm>
              <a:noFill/>
            </p:grpSpPr>
            <p:grpSp>
              <p:nvGrpSpPr>
                <p:cNvPr id="8209" name="رسم 8014">
                  <a:extLst>
                    <a:ext uri="{FF2B5EF4-FFF2-40B4-BE49-F238E27FC236}">
                      <a16:creationId xmlns:a16="http://schemas.microsoft.com/office/drawing/2014/main" id="{39C302A2-56DF-17F7-C2EA-686F45FD8146}"/>
                    </a:ext>
                  </a:extLst>
                </p:cNvPr>
                <p:cNvGrpSpPr/>
                <p:nvPr/>
              </p:nvGrpSpPr>
              <p:grpSpPr>
                <a:xfrm>
                  <a:off x="4060829" y="3362623"/>
                  <a:ext cx="155660" cy="233505"/>
                  <a:chOff x="4060829" y="3362623"/>
                  <a:chExt cx="155660" cy="233505"/>
                </a:xfrm>
              </p:grpSpPr>
              <p:sp>
                <p:nvSpPr>
                  <p:cNvPr id="8212" name="شكل حر: شكل 9162">
                    <a:extLst>
                      <a:ext uri="{FF2B5EF4-FFF2-40B4-BE49-F238E27FC236}">
                        <a16:creationId xmlns:a16="http://schemas.microsoft.com/office/drawing/2014/main" id="{4003F52C-588E-1174-7FC5-797E3463070F}"/>
                      </a:ext>
                    </a:extLst>
                  </p:cNvPr>
                  <p:cNvSpPr/>
                  <p:nvPr/>
                </p:nvSpPr>
                <p:spPr>
                  <a:xfrm>
                    <a:off x="4060829" y="3596128"/>
                    <a:ext cx="135267" cy="2824"/>
                  </a:xfrm>
                  <a:custGeom>
                    <a:avLst/>
                    <a:gdLst>
                      <a:gd name="connsiteX0" fmla="*/ 135268 w 135267"/>
                      <a:gd name="connsiteY0" fmla="*/ 0 h 2824"/>
                      <a:gd name="connsiteX1" fmla="*/ 0 w 135267"/>
                      <a:gd name="connsiteY1" fmla="*/ 0 h 2824"/>
                    </a:gdLst>
                    <a:ahLst/>
                    <a:cxnLst>
                      <a:cxn ang="0">
                        <a:pos x="connsiteX0" y="connsiteY0"/>
                      </a:cxn>
                      <a:cxn ang="0">
                        <a:pos x="connsiteX1" y="connsiteY1"/>
                      </a:cxn>
                    </a:cxnLst>
                    <a:rect l="l" t="t" r="r" b="b"/>
                    <a:pathLst>
                      <a:path w="135267" h="2824">
                        <a:moveTo>
                          <a:pt x="135268" y="0"/>
                        </a:moveTo>
                        <a:lnTo>
                          <a:pt x="0" y="0"/>
                        </a:lnTo>
                      </a:path>
                    </a:pathLst>
                  </a:custGeom>
                  <a:ln w="8472" cap="flat">
                    <a:solidFill>
                      <a:srgbClr val="01355A"/>
                    </a:solidFill>
                    <a:prstDash val="solid"/>
                    <a:miter/>
                  </a:ln>
                </p:spPr>
                <p:txBody>
                  <a:bodyPr rtlCol="1" anchor="ctr"/>
                  <a:lstStyle/>
                  <a:p>
                    <a:endParaRPr lang="ar-SA"/>
                  </a:p>
                </p:txBody>
              </p:sp>
              <p:sp>
                <p:nvSpPr>
                  <p:cNvPr id="8213" name="شكل حر: شكل 9163">
                    <a:extLst>
                      <a:ext uri="{FF2B5EF4-FFF2-40B4-BE49-F238E27FC236}">
                        <a16:creationId xmlns:a16="http://schemas.microsoft.com/office/drawing/2014/main" id="{23CC2759-FEF0-B748-2D40-A951EE45E8CA}"/>
                      </a:ext>
                    </a:extLst>
                  </p:cNvPr>
                  <p:cNvSpPr/>
                  <p:nvPr/>
                </p:nvSpPr>
                <p:spPr>
                  <a:xfrm>
                    <a:off x="4060829" y="3362623"/>
                    <a:ext cx="155660" cy="2824"/>
                  </a:xfrm>
                  <a:custGeom>
                    <a:avLst/>
                    <a:gdLst>
                      <a:gd name="connsiteX0" fmla="*/ 0 w 155660"/>
                      <a:gd name="connsiteY0" fmla="*/ 0 h 2824"/>
                      <a:gd name="connsiteX1" fmla="*/ 155661 w 155660"/>
                      <a:gd name="connsiteY1" fmla="*/ 0 h 2824"/>
                    </a:gdLst>
                    <a:ahLst/>
                    <a:cxnLst>
                      <a:cxn ang="0">
                        <a:pos x="connsiteX0" y="connsiteY0"/>
                      </a:cxn>
                      <a:cxn ang="0">
                        <a:pos x="connsiteX1" y="connsiteY1"/>
                      </a:cxn>
                    </a:cxnLst>
                    <a:rect l="l" t="t" r="r" b="b"/>
                    <a:pathLst>
                      <a:path w="155660" h="2824">
                        <a:moveTo>
                          <a:pt x="0" y="0"/>
                        </a:moveTo>
                        <a:lnTo>
                          <a:pt x="155661" y="0"/>
                        </a:lnTo>
                      </a:path>
                    </a:pathLst>
                  </a:custGeom>
                  <a:ln w="8472" cap="flat">
                    <a:solidFill>
                      <a:srgbClr val="01355A"/>
                    </a:solidFill>
                    <a:prstDash val="solid"/>
                    <a:miter/>
                  </a:ln>
                </p:spPr>
                <p:txBody>
                  <a:bodyPr rtlCol="1" anchor="ctr"/>
                  <a:lstStyle/>
                  <a:p>
                    <a:endParaRPr lang="ar-SA"/>
                  </a:p>
                </p:txBody>
              </p:sp>
            </p:grpSp>
            <p:sp>
              <p:nvSpPr>
                <p:cNvPr id="8210" name="شكل حر: شكل 9164">
                  <a:extLst>
                    <a:ext uri="{FF2B5EF4-FFF2-40B4-BE49-F238E27FC236}">
                      <a16:creationId xmlns:a16="http://schemas.microsoft.com/office/drawing/2014/main" id="{AB1F76B9-04AD-C04C-05A4-51B6798CF369}"/>
                    </a:ext>
                  </a:extLst>
                </p:cNvPr>
                <p:cNvSpPr/>
                <p:nvPr/>
              </p:nvSpPr>
              <p:spPr>
                <a:xfrm>
                  <a:off x="4043881" y="3328898"/>
                  <a:ext cx="194724" cy="320642"/>
                </a:xfrm>
                <a:custGeom>
                  <a:avLst/>
                  <a:gdLst>
                    <a:gd name="connsiteX0" fmla="*/ 152215 w 194724"/>
                    <a:gd name="connsiteY0" fmla="*/ 320642 h 320642"/>
                    <a:gd name="connsiteX1" fmla="*/ 17145 w 194724"/>
                    <a:gd name="connsiteY1" fmla="*/ 320642 h 320642"/>
                    <a:gd name="connsiteX2" fmla="*/ 0 w 194724"/>
                    <a:gd name="connsiteY2" fmla="*/ 303497 h 320642"/>
                    <a:gd name="connsiteX3" fmla="*/ 0 w 194724"/>
                    <a:gd name="connsiteY3" fmla="*/ 19405 h 320642"/>
                    <a:gd name="connsiteX4" fmla="*/ 19405 w 194724"/>
                    <a:gd name="connsiteY4" fmla="*/ 0 h 320642"/>
                    <a:gd name="connsiteX5" fmla="*/ 175320 w 194724"/>
                    <a:gd name="connsiteY5" fmla="*/ 0 h 320642"/>
                    <a:gd name="connsiteX6" fmla="*/ 194724 w 194724"/>
                    <a:gd name="connsiteY6" fmla="*/ 19405 h 320642"/>
                    <a:gd name="connsiteX7" fmla="*/ 194724 w 194724"/>
                    <a:gd name="connsiteY7" fmla="*/ 166563 h 320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4724" h="320642">
                      <a:moveTo>
                        <a:pt x="152215" y="320642"/>
                      </a:moveTo>
                      <a:lnTo>
                        <a:pt x="17145" y="320642"/>
                      </a:lnTo>
                      <a:cubicBezTo>
                        <a:pt x="7683" y="320642"/>
                        <a:pt x="0" y="312960"/>
                        <a:pt x="0" y="303497"/>
                      </a:cubicBezTo>
                      <a:lnTo>
                        <a:pt x="0" y="19405"/>
                      </a:lnTo>
                      <a:cubicBezTo>
                        <a:pt x="0" y="8671"/>
                        <a:pt x="8700" y="0"/>
                        <a:pt x="19405" y="0"/>
                      </a:cubicBezTo>
                      <a:lnTo>
                        <a:pt x="175320" y="0"/>
                      </a:lnTo>
                      <a:cubicBezTo>
                        <a:pt x="186053" y="0"/>
                        <a:pt x="194724" y="8699"/>
                        <a:pt x="194724" y="19405"/>
                      </a:cubicBezTo>
                      <a:lnTo>
                        <a:pt x="194724" y="166563"/>
                      </a:lnTo>
                    </a:path>
                  </a:pathLst>
                </a:custGeom>
                <a:noFill/>
                <a:ln w="8472" cap="flat">
                  <a:solidFill>
                    <a:srgbClr val="01355A"/>
                  </a:solidFill>
                  <a:prstDash val="solid"/>
                  <a:miter/>
                </a:ln>
              </p:spPr>
              <p:txBody>
                <a:bodyPr rtlCol="1" anchor="ctr"/>
                <a:lstStyle/>
                <a:p>
                  <a:endParaRPr lang="ar-SA"/>
                </a:p>
              </p:txBody>
            </p:sp>
            <p:sp>
              <p:nvSpPr>
                <p:cNvPr id="8211" name="شكل حر: شكل 9165">
                  <a:extLst>
                    <a:ext uri="{FF2B5EF4-FFF2-40B4-BE49-F238E27FC236}">
                      <a16:creationId xmlns:a16="http://schemas.microsoft.com/office/drawing/2014/main" id="{BF19D2F4-77B4-620F-4334-B654419BB0C0}"/>
                    </a:ext>
                  </a:extLst>
                </p:cNvPr>
                <p:cNvSpPr/>
                <p:nvPr/>
              </p:nvSpPr>
              <p:spPr>
                <a:xfrm>
                  <a:off x="4121952" y="3345958"/>
                  <a:ext cx="38583" cy="2824"/>
                </a:xfrm>
                <a:custGeom>
                  <a:avLst/>
                  <a:gdLst>
                    <a:gd name="connsiteX0" fmla="*/ 0 w 38583"/>
                    <a:gd name="connsiteY0" fmla="*/ 0 h 2824"/>
                    <a:gd name="connsiteX1" fmla="*/ 38583 w 38583"/>
                    <a:gd name="connsiteY1" fmla="*/ 0 h 2824"/>
                  </a:gdLst>
                  <a:ahLst/>
                  <a:cxnLst>
                    <a:cxn ang="0">
                      <a:pos x="connsiteX0" y="connsiteY0"/>
                    </a:cxn>
                    <a:cxn ang="0">
                      <a:pos x="connsiteX1" y="connsiteY1"/>
                    </a:cxn>
                  </a:cxnLst>
                  <a:rect l="l" t="t" r="r" b="b"/>
                  <a:pathLst>
                    <a:path w="38583" h="2824">
                      <a:moveTo>
                        <a:pt x="0" y="0"/>
                      </a:moveTo>
                      <a:lnTo>
                        <a:pt x="38583" y="0"/>
                      </a:lnTo>
                    </a:path>
                  </a:pathLst>
                </a:custGeom>
                <a:ln w="8472" cap="flat">
                  <a:solidFill>
                    <a:srgbClr val="01355A"/>
                  </a:solidFill>
                  <a:prstDash val="solid"/>
                  <a:miter/>
                </a:ln>
              </p:spPr>
              <p:txBody>
                <a:bodyPr rtlCol="1" anchor="ctr"/>
                <a:lstStyle/>
                <a:p>
                  <a:endParaRPr lang="ar-SA"/>
                </a:p>
              </p:txBody>
            </p:sp>
          </p:grpSp>
          <p:grpSp>
            <p:nvGrpSpPr>
              <p:cNvPr id="8206" name="رسم 8014">
                <a:extLst>
                  <a:ext uri="{FF2B5EF4-FFF2-40B4-BE49-F238E27FC236}">
                    <a16:creationId xmlns:a16="http://schemas.microsoft.com/office/drawing/2014/main" id="{48FE855E-A974-6941-54F6-79C04481979E}"/>
                  </a:ext>
                </a:extLst>
              </p:cNvPr>
              <p:cNvGrpSpPr/>
              <p:nvPr/>
            </p:nvGrpSpPr>
            <p:grpSpPr>
              <a:xfrm>
                <a:off x="4070460" y="3440213"/>
                <a:ext cx="133318" cy="82448"/>
                <a:chOff x="4070460" y="3440213"/>
                <a:chExt cx="133318" cy="82448"/>
              </a:xfrm>
              <a:noFill/>
            </p:grpSpPr>
            <p:sp>
              <p:nvSpPr>
                <p:cNvPr id="8207" name="شكل حر: شكل 9167">
                  <a:extLst>
                    <a:ext uri="{FF2B5EF4-FFF2-40B4-BE49-F238E27FC236}">
                      <a16:creationId xmlns:a16="http://schemas.microsoft.com/office/drawing/2014/main" id="{D321A79C-4966-6FCB-3025-D4E386928350}"/>
                    </a:ext>
                  </a:extLst>
                </p:cNvPr>
                <p:cNvSpPr/>
                <p:nvPr/>
              </p:nvSpPr>
              <p:spPr>
                <a:xfrm>
                  <a:off x="4070460" y="3455098"/>
                  <a:ext cx="118715" cy="67563"/>
                </a:xfrm>
                <a:custGeom>
                  <a:avLst/>
                  <a:gdLst>
                    <a:gd name="connsiteX0" fmla="*/ 0 w 118715"/>
                    <a:gd name="connsiteY0" fmla="*/ 67563 h 67563"/>
                    <a:gd name="connsiteX1" fmla="*/ 46294 w 118715"/>
                    <a:gd name="connsiteY1" fmla="*/ 21241 h 67563"/>
                    <a:gd name="connsiteX2" fmla="*/ 71885 w 118715"/>
                    <a:gd name="connsiteY2" fmla="*/ 46831 h 67563"/>
                    <a:gd name="connsiteX3" fmla="*/ 118716 w 118715"/>
                    <a:gd name="connsiteY3" fmla="*/ 0 h 67563"/>
                  </a:gdLst>
                  <a:ahLst/>
                  <a:cxnLst>
                    <a:cxn ang="0">
                      <a:pos x="connsiteX0" y="connsiteY0"/>
                    </a:cxn>
                    <a:cxn ang="0">
                      <a:pos x="connsiteX1" y="connsiteY1"/>
                    </a:cxn>
                    <a:cxn ang="0">
                      <a:pos x="connsiteX2" y="connsiteY2"/>
                    </a:cxn>
                    <a:cxn ang="0">
                      <a:pos x="connsiteX3" y="connsiteY3"/>
                    </a:cxn>
                  </a:cxnLst>
                  <a:rect l="l" t="t" r="r" b="b"/>
                  <a:pathLst>
                    <a:path w="118715" h="67563">
                      <a:moveTo>
                        <a:pt x="0" y="67563"/>
                      </a:moveTo>
                      <a:lnTo>
                        <a:pt x="46294" y="21241"/>
                      </a:lnTo>
                      <a:lnTo>
                        <a:pt x="71885" y="46831"/>
                      </a:lnTo>
                      <a:lnTo>
                        <a:pt x="118716" y="0"/>
                      </a:lnTo>
                    </a:path>
                  </a:pathLst>
                </a:custGeom>
                <a:noFill/>
                <a:ln w="8472" cap="flat">
                  <a:solidFill>
                    <a:srgbClr val="01355A"/>
                  </a:solidFill>
                  <a:prstDash val="solid"/>
                  <a:miter/>
                </a:ln>
              </p:spPr>
              <p:txBody>
                <a:bodyPr rtlCol="1" anchor="ctr"/>
                <a:lstStyle/>
                <a:p>
                  <a:endParaRPr lang="ar-SA"/>
                </a:p>
              </p:txBody>
            </p:sp>
            <p:sp>
              <p:nvSpPr>
                <p:cNvPr id="8208" name="شكل حر: شكل 9168">
                  <a:extLst>
                    <a:ext uri="{FF2B5EF4-FFF2-40B4-BE49-F238E27FC236}">
                      <a16:creationId xmlns:a16="http://schemas.microsoft.com/office/drawing/2014/main" id="{0952931F-E8E6-D9FC-1B5B-FD1AE72CF647}"/>
                    </a:ext>
                  </a:extLst>
                </p:cNvPr>
                <p:cNvSpPr/>
                <p:nvPr/>
              </p:nvSpPr>
              <p:spPr>
                <a:xfrm>
                  <a:off x="4190221" y="3440213"/>
                  <a:ext cx="13557" cy="13529"/>
                </a:xfrm>
                <a:custGeom>
                  <a:avLst/>
                  <a:gdLst>
                    <a:gd name="connsiteX0" fmla="*/ 13558 w 13557"/>
                    <a:gd name="connsiteY0" fmla="*/ 13530 h 13529"/>
                    <a:gd name="connsiteX1" fmla="*/ 13558 w 13557"/>
                    <a:gd name="connsiteY1" fmla="*/ 0 h 13529"/>
                    <a:gd name="connsiteX2" fmla="*/ 0 w 13557"/>
                    <a:gd name="connsiteY2" fmla="*/ 0 h 13529"/>
                  </a:gdLst>
                  <a:ahLst/>
                  <a:cxnLst>
                    <a:cxn ang="0">
                      <a:pos x="connsiteX0" y="connsiteY0"/>
                    </a:cxn>
                    <a:cxn ang="0">
                      <a:pos x="connsiteX1" y="connsiteY1"/>
                    </a:cxn>
                    <a:cxn ang="0">
                      <a:pos x="connsiteX2" y="connsiteY2"/>
                    </a:cxn>
                  </a:cxnLst>
                  <a:rect l="l" t="t" r="r" b="b"/>
                  <a:pathLst>
                    <a:path w="13557" h="13529">
                      <a:moveTo>
                        <a:pt x="13558" y="13530"/>
                      </a:moveTo>
                      <a:lnTo>
                        <a:pt x="13558" y="0"/>
                      </a:lnTo>
                      <a:lnTo>
                        <a:pt x="0" y="0"/>
                      </a:lnTo>
                    </a:path>
                  </a:pathLst>
                </a:custGeom>
                <a:noFill/>
                <a:ln w="8472" cap="flat">
                  <a:solidFill>
                    <a:srgbClr val="01355A"/>
                  </a:solidFill>
                  <a:prstDash val="solid"/>
                  <a:miter/>
                </a:ln>
              </p:spPr>
              <p:txBody>
                <a:bodyPr rtlCol="1" anchor="ctr"/>
                <a:lstStyle/>
                <a:p>
                  <a:endParaRPr lang="ar-SA"/>
                </a:p>
              </p:txBody>
            </p:sp>
          </p:grpSp>
        </p:grpSp>
      </p:grpSp>
      <p:grpSp>
        <p:nvGrpSpPr>
          <p:cNvPr id="8225" name="رسم 8014">
            <a:extLst>
              <a:ext uri="{FF2B5EF4-FFF2-40B4-BE49-F238E27FC236}">
                <a16:creationId xmlns:a16="http://schemas.microsoft.com/office/drawing/2014/main" id="{44B5A946-ECAE-C082-40FD-17B8D8F5E1CA}"/>
              </a:ext>
            </a:extLst>
          </p:cNvPr>
          <p:cNvGrpSpPr/>
          <p:nvPr/>
        </p:nvGrpSpPr>
        <p:grpSpPr>
          <a:xfrm>
            <a:off x="3699328" y="3238876"/>
            <a:ext cx="300177" cy="266241"/>
            <a:chOff x="3503235" y="2293871"/>
            <a:chExt cx="358802" cy="337787"/>
          </a:xfrm>
          <a:noFill/>
        </p:grpSpPr>
        <p:grpSp>
          <p:nvGrpSpPr>
            <p:cNvPr id="8226" name="رسم 8014">
              <a:extLst>
                <a:ext uri="{FF2B5EF4-FFF2-40B4-BE49-F238E27FC236}">
                  <a16:creationId xmlns:a16="http://schemas.microsoft.com/office/drawing/2014/main" id="{F0728BD9-5A19-6E2D-B543-454A1C266666}"/>
                </a:ext>
              </a:extLst>
            </p:cNvPr>
            <p:cNvGrpSpPr/>
            <p:nvPr/>
          </p:nvGrpSpPr>
          <p:grpSpPr>
            <a:xfrm>
              <a:off x="3503235" y="2293871"/>
              <a:ext cx="358802" cy="337787"/>
              <a:chOff x="3503235" y="2293871"/>
              <a:chExt cx="358802" cy="337787"/>
            </a:xfrm>
            <a:noFill/>
          </p:grpSpPr>
          <p:sp>
            <p:nvSpPr>
              <p:cNvPr id="8228" name="شكل حر: شكل 9171">
                <a:extLst>
                  <a:ext uri="{FF2B5EF4-FFF2-40B4-BE49-F238E27FC236}">
                    <a16:creationId xmlns:a16="http://schemas.microsoft.com/office/drawing/2014/main" id="{DBB601B0-67AC-8B0C-F8E9-597AF958287F}"/>
                  </a:ext>
                </a:extLst>
              </p:cNvPr>
              <p:cNvSpPr/>
              <p:nvPr/>
            </p:nvSpPr>
            <p:spPr>
              <a:xfrm>
                <a:off x="3503235" y="2507180"/>
                <a:ext cx="358802" cy="98378"/>
              </a:xfrm>
              <a:custGeom>
                <a:avLst/>
                <a:gdLst>
                  <a:gd name="connsiteX0" fmla="*/ 0 w 358802"/>
                  <a:gd name="connsiteY0" fmla="*/ 98379 h 98378"/>
                  <a:gd name="connsiteX1" fmla="*/ 0 w 358802"/>
                  <a:gd name="connsiteY1" fmla="*/ 23952 h 98378"/>
                  <a:gd name="connsiteX2" fmla="*/ 23952 w 358802"/>
                  <a:gd name="connsiteY2" fmla="*/ 0 h 98378"/>
                  <a:gd name="connsiteX3" fmla="*/ 334850 w 358802"/>
                  <a:gd name="connsiteY3" fmla="*/ 0 h 98378"/>
                  <a:gd name="connsiteX4" fmla="*/ 358802 w 358802"/>
                  <a:gd name="connsiteY4" fmla="*/ 23952 h 98378"/>
                  <a:gd name="connsiteX5" fmla="*/ 358802 w 358802"/>
                  <a:gd name="connsiteY5" fmla="*/ 98379 h 98378"/>
                  <a:gd name="connsiteX6" fmla="*/ 295335 w 358802"/>
                  <a:gd name="connsiteY6" fmla="*/ 98379 h 98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8802" h="98378">
                    <a:moveTo>
                      <a:pt x="0" y="98379"/>
                    </a:moveTo>
                    <a:lnTo>
                      <a:pt x="0" y="23952"/>
                    </a:lnTo>
                    <a:cubicBezTo>
                      <a:pt x="0" y="10705"/>
                      <a:pt x="10733" y="0"/>
                      <a:pt x="23952" y="0"/>
                    </a:cubicBezTo>
                    <a:lnTo>
                      <a:pt x="334850" y="0"/>
                    </a:lnTo>
                    <a:cubicBezTo>
                      <a:pt x="348097" y="0"/>
                      <a:pt x="358802" y="10733"/>
                      <a:pt x="358802" y="23952"/>
                    </a:cubicBezTo>
                    <a:lnTo>
                      <a:pt x="358802" y="98379"/>
                    </a:lnTo>
                    <a:lnTo>
                      <a:pt x="295335" y="98379"/>
                    </a:lnTo>
                  </a:path>
                </a:pathLst>
              </a:custGeom>
              <a:noFill/>
              <a:ln w="8472" cap="flat">
                <a:solidFill>
                  <a:srgbClr val="01355A"/>
                </a:solidFill>
                <a:prstDash val="solid"/>
                <a:miter/>
              </a:ln>
            </p:spPr>
            <p:txBody>
              <a:bodyPr rtlCol="1" anchor="ctr"/>
              <a:lstStyle/>
              <a:p>
                <a:endParaRPr lang="ar-SA"/>
              </a:p>
            </p:txBody>
          </p:sp>
          <p:sp>
            <p:nvSpPr>
              <p:cNvPr id="8229" name="شكل حر: شكل 9172">
                <a:extLst>
                  <a:ext uri="{FF2B5EF4-FFF2-40B4-BE49-F238E27FC236}">
                    <a16:creationId xmlns:a16="http://schemas.microsoft.com/office/drawing/2014/main" id="{06D6857E-7870-EEAD-C169-798D3D2DF282}"/>
                  </a:ext>
                </a:extLst>
              </p:cNvPr>
              <p:cNvSpPr/>
              <p:nvPr/>
            </p:nvSpPr>
            <p:spPr>
              <a:xfrm>
                <a:off x="3572775" y="2293871"/>
                <a:ext cx="219721" cy="213309"/>
              </a:xfrm>
              <a:custGeom>
                <a:avLst/>
                <a:gdLst>
                  <a:gd name="connsiteX0" fmla="*/ 219721 w 219721"/>
                  <a:gd name="connsiteY0" fmla="*/ 213310 h 213309"/>
                  <a:gd name="connsiteX1" fmla="*/ 219721 w 219721"/>
                  <a:gd name="connsiteY1" fmla="*/ 60474 h 213309"/>
                  <a:gd name="connsiteX2" fmla="*/ 158937 w 219721"/>
                  <a:gd name="connsiteY2" fmla="*/ 0 h 213309"/>
                  <a:gd name="connsiteX3" fmla="*/ 0 w 219721"/>
                  <a:gd name="connsiteY3" fmla="*/ 0 h 213309"/>
                  <a:gd name="connsiteX4" fmla="*/ 0 w 219721"/>
                  <a:gd name="connsiteY4" fmla="*/ 213310 h 213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721" h="213309">
                    <a:moveTo>
                      <a:pt x="219721" y="213310"/>
                    </a:moveTo>
                    <a:lnTo>
                      <a:pt x="219721" y="60474"/>
                    </a:lnTo>
                    <a:lnTo>
                      <a:pt x="158937" y="0"/>
                    </a:lnTo>
                    <a:lnTo>
                      <a:pt x="0" y="0"/>
                    </a:lnTo>
                    <a:lnTo>
                      <a:pt x="0" y="213310"/>
                    </a:lnTo>
                  </a:path>
                </a:pathLst>
              </a:custGeom>
              <a:noFill/>
              <a:ln w="8472" cap="flat">
                <a:solidFill>
                  <a:srgbClr val="17A3A3"/>
                </a:solidFill>
                <a:prstDash val="solid"/>
                <a:miter/>
              </a:ln>
            </p:spPr>
            <p:txBody>
              <a:bodyPr rtlCol="1" anchor="ctr"/>
              <a:lstStyle/>
              <a:p>
                <a:endParaRPr lang="ar-SA"/>
              </a:p>
            </p:txBody>
          </p:sp>
          <p:sp>
            <p:nvSpPr>
              <p:cNvPr id="8230" name="شكل حر: شكل 9173">
                <a:extLst>
                  <a:ext uri="{FF2B5EF4-FFF2-40B4-BE49-F238E27FC236}">
                    <a16:creationId xmlns:a16="http://schemas.microsoft.com/office/drawing/2014/main" id="{F95362F5-08B7-4A6B-6534-B6E60046BBAE}"/>
                  </a:ext>
                </a:extLst>
              </p:cNvPr>
              <p:cNvSpPr/>
              <p:nvPr/>
            </p:nvSpPr>
            <p:spPr>
              <a:xfrm>
                <a:off x="3575091" y="2565761"/>
                <a:ext cx="215060" cy="2824"/>
              </a:xfrm>
              <a:custGeom>
                <a:avLst/>
                <a:gdLst>
                  <a:gd name="connsiteX0" fmla="*/ 0 w 215060"/>
                  <a:gd name="connsiteY0" fmla="*/ 0 h 2824"/>
                  <a:gd name="connsiteX1" fmla="*/ 215061 w 215060"/>
                  <a:gd name="connsiteY1" fmla="*/ 0 h 2824"/>
                </a:gdLst>
                <a:ahLst/>
                <a:cxnLst>
                  <a:cxn ang="0">
                    <a:pos x="connsiteX0" y="connsiteY0"/>
                  </a:cxn>
                  <a:cxn ang="0">
                    <a:pos x="connsiteX1" y="connsiteY1"/>
                  </a:cxn>
                </a:cxnLst>
                <a:rect l="l" t="t" r="r" b="b"/>
                <a:pathLst>
                  <a:path w="215060" h="2824">
                    <a:moveTo>
                      <a:pt x="0" y="0"/>
                    </a:moveTo>
                    <a:lnTo>
                      <a:pt x="215061" y="0"/>
                    </a:lnTo>
                  </a:path>
                </a:pathLst>
              </a:custGeom>
              <a:ln w="8472" cap="flat">
                <a:solidFill>
                  <a:srgbClr val="01355A"/>
                </a:solidFill>
                <a:prstDash val="solid"/>
                <a:miter/>
              </a:ln>
            </p:spPr>
            <p:txBody>
              <a:bodyPr rtlCol="1" anchor="ctr"/>
              <a:lstStyle/>
              <a:p>
                <a:endParaRPr lang="ar-SA"/>
              </a:p>
            </p:txBody>
          </p:sp>
          <p:sp>
            <p:nvSpPr>
              <p:cNvPr id="8231" name="شكل حر: شكل 9174">
                <a:extLst>
                  <a:ext uri="{FF2B5EF4-FFF2-40B4-BE49-F238E27FC236}">
                    <a16:creationId xmlns:a16="http://schemas.microsoft.com/office/drawing/2014/main" id="{358BC3B9-D0C1-BDC9-0E9B-C2D382477AC9}"/>
                  </a:ext>
                </a:extLst>
              </p:cNvPr>
              <p:cNvSpPr/>
              <p:nvPr/>
            </p:nvSpPr>
            <p:spPr>
              <a:xfrm>
                <a:off x="3555235" y="2592030"/>
                <a:ext cx="255734" cy="39628"/>
              </a:xfrm>
              <a:custGeom>
                <a:avLst/>
                <a:gdLst>
                  <a:gd name="connsiteX0" fmla="*/ 234918 w 255734"/>
                  <a:gd name="connsiteY0" fmla="*/ 0 h 39628"/>
                  <a:gd name="connsiteX1" fmla="*/ 255735 w 255734"/>
                  <a:gd name="connsiteY1" fmla="*/ 39628 h 39628"/>
                  <a:gd name="connsiteX2" fmla="*/ 127754 w 255734"/>
                  <a:gd name="connsiteY2" fmla="*/ 39628 h 39628"/>
                  <a:gd name="connsiteX3" fmla="*/ 127980 w 255734"/>
                  <a:gd name="connsiteY3" fmla="*/ 39628 h 39628"/>
                  <a:gd name="connsiteX4" fmla="*/ 0 w 255734"/>
                  <a:gd name="connsiteY4" fmla="*/ 39628 h 39628"/>
                  <a:gd name="connsiteX5" fmla="*/ 19857 w 255734"/>
                  <a:gd name="connsiteY5" fmla="*/ 0 h 39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5734" h="39628">
                    <a:moveTo>
                      <a:pt x="234918" y="0"/>
                    </a:moveTo>
                    <a:lnTo>
                      <a:pt x="255735" y="39628"/>
                    </a:lnTo>
                    <a:lnTo>
                      <a:pt x="127754" y="39628"/>
                    </a:lnTo>
                    <a:lnTo>
                      <a:pt x="127980" y="39628"/>
                    </a:lnTo>
                    <a:lnTo>
                      <a:pt x="0" y="39628"/>
                    </a:lnTo>
                    <a:lnTo>
                      <a:pt x="19857" y="0"/>
                    </a:lnTo>
                  </a:path>
                </a:pathLst>
              </a:custGeom>
              <a:noFill/>
              <a:ln w="8472" cap="flat">
                <a:solidFill>
                  <a:srgbClr val="01355A"/>
                </a:solidFill>
                <a:prstDash val="solid"/>
                <a:miter/>
              </a:ln>
            </p:spPr>
            <p:txBody>
              <a:bodyPr rtlCol="1" anchor="ctr"/>
              <a:lstStyle/>
              <a:p>
                <a:endParaRPr lang="ar-SA"/>
              </a:p>
            </p:txBody>
          </p:sp>
          <p:sp>
            <p:nvSpPr>
              <p:cNvPr id="8232" name="شكل حر: شكل 9175">
                <a:extLst>
                  <a:ext uri="{FF2B5EF4-FFF2-40B4-BE49-F238E27FC236}">
                    <a16:creationId xmlns:a16="http://schemas.microsoft.com/office/drawing/2014/main" id="{497510FC-73BE-29EB-B502-A77E421E6768}"/>
                  </a:ext>
                </a:extLst>
              </p:cNvPr>
              <p:cNvSpPr/>
              <p:nvPr/>
            </p:nvSpPr>
            <p:spPr>
              <a:xfrm>
                <a:off x="3639971" y="2601266"/>
                <a:ext cx="85329" cy="2824"/>
              </a:xfrm>
              <a:custGeom>
                <a:avLst/>
                <a:gdLst>
                  <a:gd name="connsiteX0" fmla="*/ 0 w 85329"/>
                  <a:gd name="connsiteY0" fmla="*/ 0 h 2824"/>
                  <a:gd name="connsiteX1" fmla="*/ 85330 w 85329"/>
                  <a:gd name="connsiteY1" fmla="*/ 0 h 2824"/>
                </a:gdLst>
                <a:ahLst/>
                <a:cxnLst>
                  <a:cxn ang="0">
                    <a:pos x="connsiteX0" y="connsiteY0"/>
                  </a:cxn>
                  <a:cxn ang="0">
                    <a:pos x="connsiteX1" y="connsiteY1"/>
                  </a:cxn>
                </a:cxnLst>
                <a:rect l="l" t="t" r="r" b="b"/>
                <a:pathLst>
                  <a:path w="85329" h="2824">
                    <a:moveTo>
                      <a:pt x="0" y="0"/>
                    </a:moveTo>
                    <a:lnTo>
                      <a:pt x="85330" y="0"/>
                    </a:lnTo>
                  </a:path>
                </a:pathLst>
              </a:custGeom>
              <a:ln w="8472" cap="flat">
                <a:solidFill>
                  <a:srgbClr val="01355A"/>
                </a:solidFill>
                <a:prstDash val="solid"/>
                <a:miter/>
              </a:ln>
            </p:spPr>
            <p:txBody>
              <a:bodyPr rtlCol="1" anchor="ctr"/>
              <a:lstStyle/>
              <a:p>
                <a:endParaRPr lang="ar-SA"/>
              </a:p>
            </p:txBody>
          </p:sp>
        </p:grpSp>
        <p:sp>
          <p:nvSpPr>
            <p:cNvPr id="8227" name="شكل حر: شكل 9176">
              <a:extLst>
                <a:ext uri="{FF2B5EF4-FFF2-40B4-BE49-F238E27FC236}">
                  <a16:creationId xmlns:a16="http://schemas.microsoft.com/office/drawing/2014/main" id="{E2C015D1-D56E-1BB9-D1A4-AED79C085770}"/>
                </a:ext>
              </a:extLst>
            </p:cNvPr>
            <p:cNvSpPr/>
            <p:nvPr/>
          </p:nvSpPr>
          <p:spPr>
            <a:xfrm>
              <a:off x="3503235" y="2607960"/>
              <a:ext cx="63269" cy="2824"/>
            </a:xfrm>
            <a:custGeom>
              <a:avLst/>
              <a:gdLst>
                <a:gd name="connsiteX0" fmla="*/ 0 w 63269"/>
                <a:gd name="connsiteY0" fmla="*/ 0 h 2824"/>
                <a:gd name="connsiteX1" fmla="*/ 63270 w 63269"/>
                <a:gd name="connsiteY1" fmla="*/ 0 h 2824"/>
              </a:gdLst>
              <a:ahLst/>
              <a:cxnLst>
                <a:cxn ang="0">
                  <a:pos x="connsiteX0" y="connsiteY0"/>
                </a:cxn>
                <a:cxn ang="0">
                  <a:pos x="connsiteX1" y="connsiteY1"/>
                </a:cxn>
              </a:cxnLst>
              <a:rect l="l" t="t" r="r" b="b"/>
              <a:pathLst>
                <a:path w="63269" h="2824">
                  <a:moveTo>
                    <a:pt x="0" y="0"/>
                  </a:moveTo>
                  <a:lnTo>
                    <a:pt x="63270" y="0"/>
                  </a:lnTo>
                </a:path>
              </a:pathLst>
            </a:custGeom>
            <a:ln w="8472" cap="flat">
              <a:solidFill>
                <a:srgbClr val="01355A"/>
              </a:solidFill>
              <a:prstDash val="solid"/>
              <a:miter/>
            </a:ln>
          </p:spPr>
          <p:txBody>
            <a:bodyPr rtlCol="1" anchor="ctr"/>
            <a:lstStyle/>
            <a:p>
              <a:endParaRPr lang="ar-SA"/>
            </a:p>
          </p:txBody>
        </p:sp>
      </p:grpSp>
      <p:grpSp>
        <p:nvGrpSpPr>
          <p:cNvPr id="8233" name="رسم 8014">
            <a:extLst>
              <a:ext uri="{FF2B5EF4-FFF2-40B4-BE49-F238E27FC236}">
                <a16:creationId xmlns:a16="http://schemas.microsoft.com/office/drawing/2014/main" id="{274B108A-A873-A5F8-779E-FF059E0CB730}"/>
              </a:ext>
            </a:extLst>
          </p:cNvPr>
          <p:cNvGrpSpPr/>
          <p:nvPr/>
        </p:nvGrpSpPr>
        <p:grpSpPr>
          <a:xfrm>
            <a:off x="2416148" y="4473862"/>
            <a:ext cx="261919" cy="271606"/>
            <a:chOff x="1969450" y="3860731"/>
            <a:chExt cx="313072" cy="344594"/>
          </a:xfrm>
          <a:noFill/>
        </p:grpSpPr>
        <p:sp>
          <p:nvSpPr>
            <p:cNvPr id="8234" name="شكل حر: شكل 9178">
              <a:extLst>
                <a:ext uri="{FF2B5EF4-FFF2-40B4-BE49-F238E27FC236}">
                  <a16:creationId xmlns:a16="http://schemas.microsoft.com/office/drawing/2014/main" id="{00B91E73-BC9C-7EAA-1141-5CCB2A5F7CD0}"/>
                </a:ext>
              </a:extLst>
            </p:cNvPr>
            <p:cNvSpPr/>
            <p:nvPr/>
          </p:nvSpPr>
          <p:spPr>
            <a:xfrm>
              <a:off x="2025037" y="3927476"/>
              <a:ext cx="2824" cy="79369"/>
            </a:xfrm>
            <a:custGeom>
              <a:avLst/>
              <a:gdLst>
                <a:gd name="connsiteX0" fmla="*/ 0 w 2824"/>
                <a:gd name="connsiteY0" fmla="*/ 0 h 79369"/>
                <a:gd name="connsiteX1" fmla="*/ 0 w 2824"/>
                <a:gd name="connsiteY1" fmla="*/ 79370 h 79369"/>
              </a:gdLst>
              <a:ahLst/>
              <a:cxnLst>
                <a:cxn ang="0">
                  <a:pos x="connsiteX0" y="connsiteY0"/>
                </a:cxn>
                <a:cxn ang="0">
                  <a:pos x="connsiteX1" y="connsiteY1"/>
                </a:cxn>
              </a:cxnLst>
              <a:rect l="l" t="t" r="r" b="b"/>
              <a:pathLst>
                <a:path w="2824" h="79369">
                  <a:moveTo>
                    <a:pt x="0" y="0"/>
                  </a:moveTo>
                  <a:lnTo>
                    <a:pt x="0" y="79370"/>
                  </a:lnTo>
                </a:path>
              </a:pathLst>
            </a:custGeom>
            <a:ln w="8472" cap="flat">
              <a:solidFill>
                <a:srgbClr val="17A3A3"/>
              </a:solidFill>
              <a:prstDash val="solid"/>
              <a:miter/>
            </a:ln>
          </p:spPr>
          <p:txBody>
            <a:bodyPr rtlCol="1" anchor="ctr"/>
            <a:lstStyle/>
            <a:p>
              <a:endParaRPr lang="ar-SA"/>
            </a:p>
          </p:txBody>
        </p:sp>
        <p:sp>
          <p:nvSpPr>
            <p:cNvPr id="8235" name="شكل حر: شكل 9179">
              <a:extLst>
                <a:ext uri="{FF2B5EF4-FFF2-40B4-BE49-F238E27FC236}">
                  <a16:creationId xmlns:a16="http://schemas.microsoft.com/office/drawing/2014/main" id="{F2A4F52F-D13F-4288-1311-878C077B5ABB}"/>
                </a:ext>
              </a:extLst>
            </p:cNvPr>
            <p:cNvSpPr/>
            <p:nvPr/>
          </p:nvSpPr>
          <p:spPr>
            <a:xfrm>
              <a:off x="2062829" y="3887932"/>
              <a:ext cx="141509" cy="118913"/>
            </a:xfrm>
            <a:custGeom>
              <a:avLst/>
              <a:gdLst>
                <a:gd name="connsiteX0" fmla="*/ 141510 w 141509"/>
                <a:gd name="connsiteY0" fmla="*/ 118913 h 118913"/>
                <a:gd name="connsiteX1" fmla="*/ 141510 w 141509"/>
                <a:gd name="connsiteY1" fmla="*/ 0 h 118913"/>
                <a:gd name="connsiteX2" fmla="*/ 0 w 141509"/>
                <a:gd name="connsiteY2" fmla="*/ 0 h 118913"/>
              </a:gdLst>
              <a:ahLst/>
              <a:cxnLst>
                <a:cxn ang="0">
                  <a:pos x="connsiteX0" y="connsiteY0"/>
                </a:cxn>
                <a:cxn ang="0">
                  <a:pos x="connsiteX1" y="connsiteY1"/>
                </a:cxn>
                <a:cxn ang="0">
                  <a:pos x="connsiteX2" y="connsiteY2"/>
                </a:cxn>
              </a:cxnLst>
              <a:rect l="l" t="t" r="r" b="b"/>
              <a:pathLst>
                <a:path w="141509" h="118913">
                  <a:moveTo>
                    <a:pt x="141510" y="118913"/>
                  </a:moveTo>
                  <a:lnTo>
                    <a:pt x="141510" y="0"/>
                  </a:lnTo>
                  <a:lnTo>
                    <a:pt x="0" y="0"/>
                  </a:lnTo>
                </a:path>
              </a:pathLst>
            </a:custGeom>
            <a:noFill/>
            <a:ln w="8472" cap="flat">
              <a:solidFill>
                <a:srgbClr val="17A3A3"/>
              </a:solidFill>
              <a:prstDash val="solid"/>
              <a:miter/>
            </a:ln>
          </p:spPr>
          <p:txBody>
            <a:bodyPr rtlCol="1" anchor="ctr"/>
            <a:lstStyle/>
            <a:p>
              <a:endParaRPr lang="ar-SA"/>
            </a:p>
          </p:txBody>
        </p:sp>
        <p:sp>
          <p:nvSpPr>
            <p:cNvPr id="8236" name="شكل حر: شكل 9180">
              <a:extLst>
                <a:ext uri="{FF2B5EF4-FFF2-40B4-BE49-F238E27FC236}">
                  <a16:creationId xmlns:a16="http://schemas.microsoft.com/office/drawing/2014/main" id="{B63AFB99-936A-CC24-F4E3-0C2D76F50B7A}"/>
                </a:ext>
              </a:extLst>
            </p:cNvPr>
            <p:cNvSpPr/>
            <p:nvPr/>
          </p:nvSpPr>
          <p:spPr>
            <a:xfrm>
              <a:off x="1969450" y="4006845"/>
              <a:ext cx="313072" cy="121624"/>
            </a:xfrm>
            <a:custGeom>
              <a:avLst/>
              <a:gdLst>
                <a:gd name="connsiteX0" fmla="*/ 0 w 313072"/>
                <a:gd name="connsiteY0" fmla="*/ 0 h 121624"/>
                <a:gd name="connsiteX1" fmla="*/ 313073 w 313072"/>
                <a:gd name="connsiteY1" fmla="*/ 0 h 121624"/>
                <a:gd name="connsiteX2" fmla="*/ 313073 w 313072"/>
                <a:gd name="connsiteY2" fmla="*/ 121625 h 121624"/>
                <a:gd name="connsiteX3" fmla="*/ 0 w 313072"/>
                <a:gd name="connsiteY3" fmla="*/ 121625 h 121624"/>
              </a:gdLst>
              <a:ahLst/>
              <a:cxnLst>
                <a:cxn ang="0">
                  <a:pos x="connsiteX0" y="connsiteY0"/>
                </a:cxn>
                <a:cxn ang="0">
                  <a:pos x="connsiteX1" y="connsiteY1"/>
                </a:cxn>
                <a:cxn ang="0">
                  <a:pos x="connsiteX2" y="connsiteY2"/>
                </a:cxn>
                <a:cxn ang="0">
                  <a:pos x="connsiteX3" y="connsiteY3"/>
                </a:cxn>
              </a:cxnLst>
              <a:rect l="l" t="t" r="r" b="b"/>
              <a:pathLst>
                <a:path w="313072" h="121624">
                  <a:moveTo>
                    <a:pt x="0" y="0"/>
                  </a:moveTo>
                  <a:lnTo>
                    <a:pt x="313073" y="0"/>
                  </a:lnTo>
                  <a:lnTo>
                    <a:pt x="313073" y="121625"/>
                  </a:lnTo>
                  <a:lnTo>
                    <a:pt x="0" y="121625"/>
                  </a:lnTo>
                  <a:close/>
                </a:path>
              </a:pathLst>
            </a:custGeom>
            <a:noFill/>
            <a:ln w="8472" cap="flat">
              <a:solidFill>
                <a:srgbClr val="01355A"/>
              </a:solidFill>
              <a:prstDash val="solid"/>
              <a:miter/>
            </a:ln>
          </p:spPr>
          <p:txBody>
            <a:bodyPr rtlCol="1" anchor="ctr"/>
            <a:lstStyle/>
            <a:p>
              <a:endParaRPr lang="ar-SA"/>
            </a:p>
          </p:txBody>
        </p:sp>
        <p:sp>
          <p:nvSpPr>
            <p:cNvPr id="8237" name="شكل حر: شكل 9181">
              <a:extLst>
                <a:ext uri="{FF2B5EF4-FFF2-40B4-BE49-F238E27FC236}">
                  <a16:creationId xmlns:a16="http://schemas.microsoft.com/office/drawing/2014/main" id="{CD8D7C8C-69B6-B8F3-463F-88727BC30178}"/>
                </a:ext>
              </a:extLst>
            </p:cNvPr>
            <p:cNvSpPr/>
            <p:nvPr/>
          </p:nvSpPr>
          <p:spPr>
            <a:xfrm>
              <a:off x="2025037" y="3887932"/>
              <a:ext cx="37792" cy="39543"/>
            </a:xfrm>
            <a:custGeom>
              <a:avLst/>
              <a:gdLst>
                <a:gd name="connsiteX0" fmla="*/ 37792 w 37792"/>
                <a:gd name="connsiteY0" fmla="*/ 0 h 39543"/>
                <a:gd name="connsiteX1" fmla="*/ 37792 w 37792"/>
                <a:gd name="connsiteY1" fmla="*/ 39544 h 39543"/>
                <a:gd name="connsiteX2" fmla="*/ 0 w 37792"/>
                <a:gd name="connsiteY2" fmla="*/ 39544 h 39543"/>
              </a:gdLst>
              <a:ahLst/>
              <a:cxnLst>
                <a:cxn ang="0">
                  <a:pos x="connsiteX0" y="connsiteY0"/>
                </a:cxn>
                <a:cxn ang="0">
                  <a:pos x="connsiteX1" y="connsiteY1"/>
                </a:cxn>
                <a:cxn ang="0">
                  <a:pos x="connsiteX2" y="connsiteY2"/>
                </a:cxn>
              </a:cxnLst>
              <a:rect l="l" t="t" r="r" b="b"/>
              <a:pathLst>
                <a:path w="37792" h="39543">
                  <a:moveTo>
                    <a:pt x="37792" y="0"/>
                  </a:moveTo>
                  <a:lnTo>
                    <a:pt x="37792" y="39544"/>
                  </a:lnTo>
                  <a:lnTo>
                    <a:pt x="0" y="39544"/>
                  </a:lnTo>
                </a:path>
              </a:pathLst>
            </a:custGeom>
            <a:noFill/>
            <a:ln w="8472" cap="flat">
              <a:solidFill>
                <a:srgbClr val="17A3A3"/>
              </a:solidFill>
              <a:prstDash val="solid"/>
              <a:miter/>
            </a:ln>
          </p:spPr>
          <p:txBody>
            <a:bodyPr rtlCol="1" anchor="ctr"/>
            <a:lstStyle/>
            <a:p>
              <a:endParaRPr lang="ar-SA"/>
            </a:p>
          </p:txBody>
        </p:sp>
        <p:sp>
          <p:nvSpPr>
            <p:cNvPr id="8238" name="شكل حر: شكل 9182">
              <a:extLst>
                <a:ext uri="{FF2B5EF4-FFF2-40B4-BE49-F238E27FC236}">
                  <a16:creationId xmlns:a16="http://schemas.microsoft.com/office/drawing/2014/main" id="{5FAD20F6-B482-E058-6DF4-075525ABF9D5}"/>
                </a:ext>
              </a:extLst>
            </p:cNvPr>
            <p:cNvSpPr/>
            <p:nvPr/>
          </p:nvSpPr>
          <p:spPr>
            <a:xfrm>
              <a:off x="2025037" y="3887960"/>
              <a:ext cx="37764" cy="39515"/>
            </a:xfrm>
            <a:custGeom>
              <a:avLst/>
              <a:gdLst>
                <a:gd name="connsiteX0" fmla="*/ 0 w 37764"/>
                <a:gd name="connsiteY0" fmla="*/ 39515 h 39515"/>
                <a:gd name="connsiteX1" fmla="*/ 37764 w 37764"/>
                <a:gd name="connsiteY1" fmla="*/ 0 h 39515"/>
              </a:gdLst>
              <a:ahLst/>
              <a:cxnLst>
                <a:cxn ang="0">
                  <a:pos x="connsiteX0" y="connsiteY0"/>
                </a:cxn>
                <a:cxn ang="0">
                  <a:pos x="connsiteX1" y="connsiteY1"/>
                </a:cxn>
              </a:cxnLst>
              <a:rect l="l" t="t" r="r" b="b"/>
              <a:pathLst>
                <a:path w="37764" h="39515">
                  <a:moveTo>
                    <a:pt x="0" y="39515"/>
                  </a:moveTo>
                  <a:cubicBezTo>
                    <a:pt x="0" y="18134"/>
                    <a:pt x="16411" y="0"/>
                    <a:pt x="37764" y="0"/>
                  </a:cubicBezTo>
                </a:path>
              </a:pathLst>
            </a:custGeom>
            <a:noFill/>
            <a:ln w="8472" cap="flat">
              <a:solidFill>
                <a:srgbClr val="17A3A3"/>
              </a:solidFill>
              <a:prstDash val="solid"/>
              <a:miter/>
            </a:ln>
          </p:spPr>
          <p:txBody>
            <a:bodyPr rtlCol="1" anchor="ctr"/>
            <a:lstStyle/>
            <a:p>
              <a:endParaRPr lang="ar-SA"/>
            </a:p>
          </p:txBody>
        </p:sp>
        <p:sp>
          <p:nvSpPr>
            <p:cNvPr id="8239" name="شكل حر: شكل 9183">
              <a:extLst>
                <a:ext uri="{FF2B5EF4-FFF2-40B4-BE49-F238E27FC236}">
                  <a16:creationId xmlns:a16="http://schemas.microsoft.com/office/drawing/2014/main" id="{0D7A301D-7E6B-EEFC-2B6C-18BFCA1A4C6C}"/>
                </a:ext>
              </a:extLst>
            </p:cNvPr>
            <p:cNvSpPr/>
            <p:nvPr/>
          </p:nvSpPr>
          <p:spPr>
            <a:xfrm>
              <a:off x="2043933" y="3860731"/>
              <a:ext cx="186900" cy="146113"/>
            </a:xfrm>
            <a:custGeom>
              <a:avLst/>
              <a:gdLst>
                <a:gd name="connsiteX0" fmla="*/ 0 w 186900"/>
                <a:gd name="connsiteY0" fmla="*/ 32482 h 146113"/>
                <a:gd name="connsiteX1" fmla="*/ 0 w 186900"/>
                <a:gd name="connsiteY1" fmla="*/ 0 h 146113"/>
                <a:gd name="connsiteX2" fmla="*/ 186900 w 186900"/>
                <a:gd name="connsiteY2" fmla="*/ 0 h 146113"/>
                <a:gd name="connsiteX3" fmla="*/ 186900 w 186900"/>
                <a:gd name="connsiteY3" fmla="*/ 146114 h 146113"/>
              </a:gdLst>
              <a:ahLst/>
              <a:cxnLst>
                <a:cxn ang="0">
                  <a:pos x="connsiteX0" y="connsiteY0"/>
                </a:cxn>
                <a:cxn ang="0">
                  <a:pos x="connsiteX1" y="connsiteY1"/>
                </a:cxn>
                <a:cxn ang="0">
                  <a:pos x="connsiteX2" y="connsiteY2"/>
                </a:cxn>
                <a:cxn ang="0">
                  <a:pos x="connsiteX3" y="connsiteY3"/>
                </a:cxn>
              </a:cxnLst>
              <a:rect l="l" t="t" r="r" b="b"/>
              <a:pathLst>
                <a:path w="186900" h="146113">
                  <a:moveTo>
                    <a:pt x="0" y="32482"/>
                  </a:moveTo>
                  <a:lnTo>
                    <a:pt x="0" y="0"/>
                  </a:lnTo>
                  <a:lnTo>
                    <a:pt x="186900" y="0"/>
                  </a:lnTo>
                  <a:lnTo>
                    <a:pt x="186900" y="146114"/>
                  </a:lnTo>
                </a:path>
              </a:pathLst>
            </a:custGeom>
            <a:noFill/>
            <a:ln w="8472" cap="flat">
              <a:solidFill>
                <a:srgbClr val="17A3A3"/>
              </a:solidFill>
              <a:prstDash val="solid"/>
              <a:miter/>
            </a:ln>
          </p:spPr>
          <p:txBody>
            <a:bodyPr rtlCol="1" anchor="ctr"/>
            <a:lstStyle/>
            <a:p>
              <a:endParaRPr lang="ar-SA"/>
            </a:p>
          </p:txBody>
        </p:sp>
        <p:sp>
          <p:nvSpPr>
            <p:cNvPr id="8240" name="شكل حر: شكل 9184">
              <a:extLst>
                <a:ext uri="{FF2B5EF4-FFF2-40B4-BE49-F238E27FC236}">
                  <a16:creationId xmlns:a16="http://schemas.microsoft.com/office/drawing/2014/main" id="{397ACA19-599E-4728-4094-026AB541994B}"/>
                </a:ext>
              </a:extLst>
            </p:cNvPr>
            <p:cNvSpPr/>
            <p:nvPr/>
          </p:nvSpPr>
          <p:spPr>
            <a:xfrm>
              <a:off x="1969450" y="4128442"/>
              <a:ext cx="2824" cy="76884"/>
            </a:xfrm>
            <a:custGeom>
              <a:avLst/>
              <a:gdLst>
                <a:gd name="connsiteX0" fmla="*/ 0 w 2824"/>
                <a:gd name="connsiteY0" fmla="*/ 0 h 76884"/>
                <a:gd name="connsiteX1" fmla="*/ 0 w 2824"/>
                <a:gd name="connsiteY1" fmla="*/ 76884 h 76884"/>
              </a:gdLst>
              <a:ahLst/>
              <a:cxnLst>
                <a:cxn ang="0">
                  <a:pos x="connsiteX0" y="connsiteY0"/>
                </a:cxn>
                <a:cxn ang="0">
                  <a:pos x="connsiteX1" y="connsiteY1"/>
                </a:cxn>
              </a:cxnLst>
              <a:rect l="l" t="t" r="r" b="b"/>
              <a:pathLst>
                <a:path w="2824" h="76884">
                  <a:moveTo>
                    <a:pt x="0" y="0"/>
                  </a:moveTo>
                  <a:lnTo>
                    <a:pt x="0" y="76884"/>
                  </a:lnTo>
                </a:path>
              </a:pathLst>
            </a:custGeom>
            <a:ln w="8472" cap="flat">
              <a:solidFill>
                <a:srgbClr val="01355A"/>
              </a:solidFill>
              <a:prstDash val="solid"/>
              <a:miter/>
            </a:ln>
          </p:spPr>
          <p:txBody>
            <a:bodyPr rtlCol="1" anchor="ctr"/>
            <a:lstStyle/>
            <a:p>
              <a:endParaRPr lang="ar-SA"/>
            </a:p>
          </p:txBody>
        </p:sp>
        <p:sp>
          <p:nvSpPr>
            <p:cNvPr id="8241" name="شكل حر: شكل 9185">
              <a:extLst>
                <a:ext uri="{FF2B5EF4-FFF2-40B4-BE49-F238E27FC236}">
                  <a16:creationId xmlns:a16="http://schemas.microsoft.com/office/drawing/2014/main" id="{0E79BB0C-EE36-DE54-FA0A-D000511A5E17}"/>
                </a:ext>
              </a:extLst>
            </p:cNvPr>
            <p:cNvSpPr/>
            <p:nvPr/>
          </p:nvSpPr>
          <p:spPr>
            <a:xfrm>
              <a:off x="2282522" y="4128442"/>
              <a:ext cx="2824" cy="76884"/>
            </a:xfrm>
            <a:custGeom>
              <a:avLst/>
              <a:gdLst>
                <a:gd name="connsiteX0" fmla="*/ 0 w 2824"/>
                <a:gd name="connsiteY0" fmla="*/ 0 h 76884"/>
                <a:gd name="connsiteX1" fmla="*/ 0 w 2824"/>
                <a:gd name="connsiteY1" fmla="*/ 76884 h 76884"/>
              </a:gdLst>
              <a:ahLst/>
              <a:cxnLst>
                <a:cxn ang="0">
                  <a:pos x="connsiteX0" y="connsiteY0"/>
                </a:cxn>
                <a:cxn ang="0">
                  <a:pos x="connsiteX1" y="connsiteY1"/>
                </a:cxn>
              </a:cxnLst>
              <a:rect l="l" t="t" r="r" b="b"/>
              <a:pathLst>
                <a:path w="2824" h="76884">
                  <a:moveTo>
                    <a:pt x="0" y="0"/>
                  </a:moveTo>
                  <a:lnTo>
                    <a:pt x="0" y="76884"/>
                  </a:lnTo>
                </a:path>
              </a:pathLst>
            </a:custGeom>
            <a:ln w="8472" cap="flat">
              <a:solidFill>
                <a:srgbClr val="01355A"/>
              </a:solidFill>
              <a:prstDash val="solid"/>
              <a:miter/>
            </a:ln>
          </p:spPr>
          <p:txBody>
            <a:bodyPr rtlCol="1" anchor="ctr"/>
            <a:lstStyle/>
            <a:p>
              <a:endParaRPr lang="ar-SA"/>
            </a:p>
          </p:txBody>
        </p:sp>
      </p:grpSp>
      <p:grpSp>
        <p:nvGrpSpPr>
          <p:cNvPr id="8242" name="رسم 8014">
            <a:extLst>
              <a:ext uri="{FF2B5EF4-FFF2-40B4-BE49-F238E27FC236}">
                <a16:creationId xmlns:a16="http://schemas.microsoft.com/office/drawing/2014/main" id="{549AD0E8-B9BC-3477-009A-54608E8C6D69}"/>
              </a:ext>
            </a:extLst>
          </p:cNvPr>
          <p:cNvGrpSpPr/>
          <p:nvPr/>
        </p:nvGrpSpPr>
        <p:grpSpPr>
          <a:xfrm>
            <a:off x="3727118" y="2849677"/>
            <a:ext cx="273380" cy="249388"/>
            <a:chOff x="3536452" y="1800083"/>
            <a:chExt cx="326771" cy="316405"/>
          </a:xfrm>
          <a:noFill/>
        </p:grpSpPr>
        <p:grpSp>
          <p:nvGrpSpPr>
            <p:cNvPr id="8243" name="رسم 8014">
              <a:extLst>
                <a:ext uri="{FF2B5EF4-FFF2-40B4-BE49-F238E27FC236}">
                  <a16:creationId xmlns:a16="http://schemas.microsoft.com/office/drawing/2014/main" id="{0FAD05D9-0E8C-690E-2248-BCA3C2A71B6B}"/>
                </a:ext>
              </a:extLst>
            </p:cNvPr>
            <p:cNvGrpSpPr/>
            <p:nvPr/>
          </p:nvGrpSpPr>
          <p:grpSpPr>
            <a:xfrm>
              <a:off x="3564019" y="1822821"/>
              <a:ext cx="69144" cy="108914"/>
              <a:chOff x="3564019" y="1822821"/>
              <a:chExt cx="69144" cy="108914"/>
            </a:xfrm>
            <a:noFill/>
          </p:grpSpPr>
          <p:sp>
            <p:nvSpPr>
              <p:cNvPr id="8256" name="شكل حر: شكل 9188">
                <a:extLst>
                  <a:ext uri="{FF2B5EF4-FFF2-40B4-BE49-F238E27FC236}">
                    <a16:creationId xmlns:a16="http://schemas.microsoft.com/office/drawing/2014/main" id="{66CD8A62-BA80-AB86-150E-315BB6894718}"/>
                  </a:ext>
                </a:extLst>
              </p:cNvPr>
              <p:cNvSpPr/>
              <p:nvPr/>
            </p:nvSpPr>
            <p:spPr>
              <a:xfrm>
                <a:off x="3615087" y="1899790"/>
                <a:ext cx="2824" cy="31945"/>
              </a:xfrm>
              <a:custGeom>
                <a:avLst/>
                <a:gdLst>
                  <a:gd name="connsiteX0" fmla="*/ 0 w 2824"/>
                  <a:gd name="connsiteY0" fmla="*/ 0 h 31945"/>
                  <a:gd name="connsiteX1" fmla="*/ 0 w 2824"/>
                  <a:gd name="connsiteY1" fmla="*/ 31946 h 31945"/>
                </a:gdLst>
                <a:ahLst/>
                <a:cxnLst>
                  <a:cxn ang="0">
                    <a:pos x="connsiteX0" y="connsiteY0"/>
                  </a:cxn>
                  <a:cxn ang="0">
                    <a:pos x="connsiteX1" y="connsiteY1"/>
                  </a:cxn>
                </a:cxnLst>
                <a:rect l="l" t="t" r="r" b="b"/>
                <a:pathLst>
                  <a:path w="2824" h="31945">
                    <a:moveTo>
                      <a:pt x="0" y="0"/>
                    </a:moveTo>
                    <a:lnTo>
                      <a:pt x="0" y="31946"/>
                    </a:lnTo>
                  </a:path>
                </a:pathLst>
              </a:custGeom>
              <a:ln w="8472" cap="flat">
                <a:solidFill>
                  <a:srgbClr val="17A3A3"/>
                </a:solidFill>
                <a:prstDash val="solid"/>
                <a:miter/>
              </a:ln>
            </p:spPr>
            <p:txBody>
              <a:bodyPr rtlCol="1" anchor="ctr"/>
              <a:lstStyle/>
              <a:p>
                <a:endParaRPr lang="ar-SA"/>
              </a:p>
            </p:txBody>
          </p:sp>
          <p:sp>
            <p:nvSpPr>
              <p:cNvPr id="8257" name="شكل حر: شكل 9189">
                <a:extLst>
                  <a:ext uri="{FF2B5EF4-FFF2-40B4-BE49-F238E27FC236}">
                    <a16:creationId xmlns:a16="http://schemas.microsoft.com/office/drawing/2014/main" id="{B2F5A82B-B8FA-7AD8-0B0A-774005051D76}"/>
                  </a:ext>
                </a:extLst>
              </p:cNvPr>
              <p:cNvSpPr/>
              <p:nvPr/>
            </p:nvSpPr>
            <p:spPr>
              <a:xfrm>
                <a:off x="3580458" y="1822821"/>
                <a:ext cx="36323" cy="36323"/>
              </a:xfrm>
              <a:custGeom>
                <a:avLst/>
                <a:gdLst>
                  <a:gd name="connsiteX0" fmla="*/ 36324 w 36323"/>
                  <a:gd name="connsiteY0" fmla="*/ 18162 h 36323"/>
                  <a:gd name="connsiteX1" fmla="*/ 18162 w 36323"/>
                  <a:gd name="connsiteY1" fmla="*/ 36324 h 36323"/>
                  <a:gd name="connsiteX2" fmla="*/ 0 w 36323"/>
                  <a:gd name="connsiteY2" fmla="*/ 18162 h 36323"/>
                  <a:gd name="connsiteX3" fmla="*/ 18162 w 36323"/>
                  <a:gd name="connsiteY3" fmla="*/ 0 h 36323"/>
                  <a:gd name="connsiteX4" fmla="*/ 36324 w 36323"/>
                  <a:gd name="connsiteY4" fmla="*/ 18162 h 363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23" h="36323">
                    <a:moveTo>
                      <a:pt x="36324" y="18162"/>
                    </a:moveTo>
                    <a:cubicBezTo>
                      <a:pt x="36324" y="28189"/>
                      <a:pt x="28189" y="36324"/>
                      <a:pt x="18162" y="36324"/>
                    </a:cubicBezTo>
                    <a:cubicBezTo>
                      <a:pt x="8135" y="36324"/>
                      <a:pt x="0" y="28189"/>
                      <a:pt x="0" y="18162"/>
                    </a:cubicBezTo>
                    <a:cubicBezTo>
                      <a:pt x="0" y="8135"/>
                      <a:pt x="8135" y="0"/>
                      <a:pt x="18162" y="0"/>
                    </a:cubicBezTo>
                    <a:cubicBezTo>
                      <a:pt x="28189" y="0"/>
                      <a:pt x="36324" y="8135"/>
                      <a:pt x="36324" y="18162"/>
                    </a:cubicBezTo>
                    <a:close/>
                  </a:path>
                </a:pathLst>
              </a:custGeom>
              <a:noFill/>
              <a:ln w="8472" cap="flat">
                <a:solidFill>
                  <a:srgbClr val="17A3A3"/>
                </a:solidFill>
                <a:prstDash val="solid"/>
                <a:miter/>
              </a:ln>
            </p:spPr>
            <p:txBody>
              <a:bodyPr rtlCol="1" anchor="ctr"/>
              <a:lstStyle/>
              <a:p>
                <a:endParaRPr lang="ar-SA"/>
              </a:p>
            </p:txBody>
          </p:sp>
          <p:sp>
            <p:nvSpPr>
              <p:cNvPr id="8258" name="شكل حر: شكل 9190">
                <a:extLst>
                  <a:ext uri="{FF2B5EF4-FFF2-40B4-BE49-F238E27FC236}">
                    <a16:creationId xmlns:a16="http://schemas.microsoft.com/office/drawing/2014/main" id="{424EBC0E-B880-BB7A-528E-2BBDE2B68E1D}"/>
                  </a:ext>
                </a:extLst>
              </p:cNvPr>
              <p:cNvSpPr/>
              <p:nvPr/>
            </p:nvSpPr>
            <p:spPr>
              <a:xfrm>
                <a:off x="3564019" y="1874030"/>
                <a:ext cx="69144" cy="57705"/>
              </a:xfrm>
              <a:custGeom>
                <a:avLst/>
                <a:gdLst>
                  <a:gd name="connsiteX0" fmla="*/ 0 w 69144"/>
                  <a:gd name="connsiteY0" fmla="*/ 57705 h 57705"/>
                  <a:gd name="connsiteX1" fmla="*/ 0 w 69144"/>
                  <a:gd name="connsiteY1" fmla="*/ 11807 h 57705"/>
                  <a:gd name="connsiteX2" fmla="*/ 11807 w 69144"/>
                  <a:gd name="connsiteY2" fmla="*/ 0 h 57705"/>
                  <a:gd name="connsiteX3" fmla="*/ 57338 w 69144"/>
                  <a:gd name="connsiteY3" fmla="*/ 0 h 57705"/>
                  <a:gd name="connsiteX4" fmla="*/ 69145 w 69144"/>
                  <a:gd name="connsiteY4" fmla="*/ 11807 h 57705"/>
                  <a:gd name="connsiteX5" fmla="*/ 69145 w 69144"/>
                  <a:gd name="connsiteY5" fmla="*/ 57705 h 57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144" h="57705">
                    <a:moveTo>
                      <a:pt x="0" y="57705"/>
                    </a:moveTo>
                    <a:lnTo>
                      <a:pt x="0" y="11807"/>
                    </a:lnTo>
                    <a:cubicBezTo>
                      <a:pt x="0" y="5282"/>
                      <a:pt x="5282" y="0"/>
                      <a:pt x="11807" y="0"/>
                    </a:cubicBezTo>
                    <a:lnTo>
                      <a:pt x="57338" y="0"/>
                    </a:lnTo>
                    <a:cubicBezTo>
                      <a:pt x="63863" y="0"/>
                      <a:pt x="69145" y="5282"/>
                      <a:pt x="69145" y="11807"/>
                    </a:cubicBezTo>
                    <a:lnTo>
                      <a:pt x="69145" y="57705"/>
                    </a:lnTo>
                  </a:path>
                </a:pathLst>
              </a:custGeom>
              <a:noFill/>
              <a:ln w="8472" cap="flat">
                <a:solidFill>
                  <a:srgbClr val="17A3A3"/>
                </a:solidFill>
                <a:prstDash val="solid"/>
                <a:miter/>
              </a:ln>
            </p:spPr>
            <p:txBody>
              <a:bodyPr rtlCol="1" anchor="ctr"/>
              <a:lstStyle/>
              <a:p>
                <a:endParaRPr lang="ar-SA"/>
              </a:p>
            </p:txBody>
          </p:sp>
          <p:sp>
            <p:nvSpPr>
              <p:cNvPr id="8259" name="شكل حر: شكل 9191">
                <a:extLst>
                  <a:ext uri="{FF2B5EF4-FFF2-40B4-BE49-F238E27FC236}">
                    <a16:creationId xmlns:a16="http://schemas.microsoft.com/office/drawing/2014/main" id="{33B930CE-5458-186B-7A8F-C55ABCBDA2A9}"/>
                  </a:ext>
                </a:extLst>
              </p:cNvPr>
              <p:cNvSpPr/>
              <p:nvPr/>
            </p:nvSpPr>
            <p:spPr>
              <a:xfrm>
                <a:off x="3582125" y="1899790"/>
                <a:ext cx="2824" cy="31945"/>
              </a:xfrm>
              <a:custGeom>
                <a:avLst/>
                <a:gdLst>
                  <a:gd name="connsiteX0" fmla="*/ 0 w 2824"/>
                  <a:gd name="connsiteY0" fmla="*/ 31946 h 31945"/>
                  <a:gd name="connsiteX1" fmla="*/ 0 w 2824"/>
                  <a:gd name="connsiteY1" fmla="*/ 0 h 31945"/>
                </a:gdLst>
                <a:ahLst/>
                <a:cxnLst>
                  <a:cxn ang="0">
                    <a:pos x="connsiteX0" y="connsiteY0"/>
                  </a:cxn>
                  <a:cxn ang="0">
                    <a:pos x="connsiteX1" y="connsiteY1"/>
                  </a:cxn>
                </a:cxnLst>
                <a:rect l="l" t="t" r="r" b="b"/>
                <a:pathLst>
                  <a:path w="2824" h="31945">
                    <a:moveTo>
                      <a:pt x="0" y="31946"/>
                    </a:moveTo>
                    <a:lnTo>
                      <a:pt x="0" y="0"/>
                    </a:lnTo>
                  </a:path>
                </a:pathLst>
              </a:custGeom>
              <a:ln w="8472" cap="flat">
                <a:solidFill>
                  <a:srgbClr val="17A3A3"/>
                </a:solidFill>
                <a:prstDash val="solid"/>
                <a:miter/>
              </a:ln>
            </p:spPr>
            <p:txBody>
              <a:bodyPr rtlCol="1" anchor="ctr"/>
              <a:lstStyle/>
              <a:p>
                <a:endParaRPr lang="ar-SA"/>
              </a:p>
            </p:txBody>
          </p:sp>
        </p:grpSp>
        <p:sp>
          <p:nvSpPr>
            <p:cNvPr id="8244" name="شكل حر: شكل 9192">
              <a:extLst>
                <a:ext uri="{FF2B5EF4-FFF2-40B4-BE49-F238E27FC236}">
                  <a16:creationId xmlns:a16="http://schemas.microsoft.com/office/drawing/2014/main" id="{ED3B951F-3886-4123-8DC8-7CD683C67D79}"/>
                </a:ext>
              </a:extLst>
            </p:cNvPr>
            <p:cNvSpPr/>
            <p:nvPr/>
          </p:nvSpPr>
          <p:spPr>
            <a:xfrm>
              <a:off x="3536452" y="1800083"/>
              <a:ext cx="291860" cy="316405"/>
            </a:xfrm>
            <a:custGeom>
              <a:avLst/>
              <a:gdLst>
                <a:gd name="connsiteX0" fmla="*/ 249097 w 291860"/>
                <a:gd name="connsiteY0" fmla="*/ 273642 h 316405"/>
                <a:gd name="connsiteX1" fmla="*/ 249097 w 291860"/>
                <a:gd name="connsiteY1" fmla="*/ 0 h 316405"/>
                <a:gd name="connsiteX2" fmla="*/ 0 w 291860"/>
                <a:gd name="connsiteY2" fmla="*/ 0 h 316405"/>
                <a:gd name="connsiteX3" fmla="*/ 0 w 291860"/>
                <a:gd name="connsiteY3" fmla="*/ 273642 h 316405"/>
                <a:gd name="connsiteX4" fmla="*/ 42764 w 291860"/>
                <a:gd name="connsiteY4" fmla="*/ 316406 h 316405"/>
                <a:gd name="connsiteX5" fmla="*/ 291860 w 291860"/>
                <a:gd name="connsiteY5" fmla="*/ 316406 h 316405"/>
                <a:gd name="connsiteX6" fmla="*/ 249097 w 291860"/>
                <a:gd name="connsiteY6" fmla="*/ 273642 h 316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1860" h="316405">
                  <a:moveTo>
                    <a:pt x="249097" y="273642"/>
                  </a:moveTo>
                  <a:lnTo>
                    <a:pt x="249097" y="0"/>
                  </a:lnTo>
                  <a:lnTo>
                    <a:pt x="0" y="0"/>
                  </a:lnTo>
                  <a:lnTo>
                    <a:pt x="0" y="273642"/>
                  </a:lnTo>
                  <a:cubicBezTo>
                    <a:pt x="0" y="297255"/>
                    <a:pt x="19150" y="316406"/>
                    <a:pt x="42764" y="316406"/>
                  </a:cubicBezTo>
                  <a:lnTo>
                    <a:pt x="291860" y="316406"/>
                  </a:lnTo>
                  <a:cubicBezTo>
                    <a:pt x="268247" y="316406"/>
                    <a:pt x="249097" y="297255"/>
                    <a:pt x="249097" y="273642"/>
                  </a:cubicBezTo>
                  <a:close/>
                </a:path>
              </a:pathLst>
            </a:custGeom>
            <a:noFill/>
            <a:ln w="8472" cap="flat">
              <a:solidFill>
                <a:srgbClr val="01355A"/>
              </a:solidFill>
              <a:prstDash val="solid"/>
              <a:miter/>
            </a:ln>
          </p:spPr>
          <p:txBody>
            <a:bodyPr rtlCol="1" anchor="ctr"/>
            <a:lstStyle/>
            <a:p>
              <a:endParaRPr lang="ar-SA"/>
            </a:p>
          </p:txBody>
        </p:sp>
        <p:sp>
          <p:nvSpPr>
            <p:cNvPr id="8245" name="شكل حر: شكل 9193">
              <a:extLst>
                <a:ext uri="{FF2B5EF4-FFF2-40B4-BE49-F238E27FC236}">
                  <a16:creationId xmlns:a16="http://schemas.microsoft.com/office/drawing/2014/main" id="{3ACBE0DD-5441-BF51-945C-009DC22906A4}"/>
                </a:ext>
              </a:extLst>
            </p:cNvPr>
            <p:cNvSpPr/>
            <p:nvPr/>
          </p:nvSpPr>
          <p:spPr>
            <a:xfrm>
              <a:off x="3785548" y="1931735"/>
              <a:ext cx="77675" cy="184753"/>
            </a:xfrm>
            <a:custGeom>
              <a:avLst/>
              <a:gdLst>
                <a:gd name="connsiteX0" fmla="*/ 0 w 77675"/>
                <a:gd name="connsiteY0" fmla="*/ 0 h 184753"/>
                <a:gd name="connsiteX1" fmla="*/ 77675 w 77675"/>
                <a:gd name="connsiteY1" fmla="*/ 0 h 184753"/>
                <a:gd name="connsiteX2" fmla="*/ 77675 w 77675"/>
                <a:gd name="connsiteY2" fmla="*/ 150577 h 184753"/>
                <a:gd name="connsiteX3" fmla="*/ 43498 w 77675"/>
                <a:gd name="connsiteY3" fmla="*/ 184754 h 184753"/>
              </a:gdLst>
              <a:ahLst/>
              <a:cxnLst>
                <a:cxn ang="0">
                  <a:pos x="connsiteX0" y="connsiteY0"/>
                </a:cxn>
                <a:cxn ang="0">
                  <a:pos x="connsiteX1" y="connsiteY1"/>
                </a:cxn>
                <a:cxn ang="0">
                  <a:pos x="connsiteX2" y="connsiteY2"/>
                </a:cxn>
                <a:cxn ang="0">
                  <a:pos x="connsiteX3" y="connsiteY3"/>
                </a:cxn>
              </a:cxnLst>
              <a:rect l="l" t="t" r="r" b="b"/>
              <a:pathLst>
                <a:path w="77675" h="184753">
                  <a:moveTo>
                    <a:pt x="0" y="0"/>
                  </a:moveTo>
                  <a:lnTo>
                    <a:pt x="77675" y="0"/>
                  </a:lnTo>
                  <a:lnTo>
                    <a:pt x="77675" y="150577"/>
                  </a:lnTo>
                  <a:cubicBezTo>
                    <a:pt x="77675" y="169445"/>
                    <a:pt x="62366" y="184754"/>
                    <a:pt x="43498" y="184754"/>
                  </a:cubicBezTo>
                </a:path>
              </a:pathLst>
            </a:custGeom>
            <a:noFill/>
            <a:ln w="8472" cap="flat">
              <a:solidFill>
                <a:srgbClr val="01355A"/>
              </a:solidFill>
              <a:prstDash val="solid"/>
              <a:miter/>
            </a:ln>
          </p:spPr>
          <p:txBody>
            <a:bodyPr rtlCol="1" anchor="ctr"/>
            <a:lstStyle/>
            <a:p>
              <a:endParaRPr lang="ar-SA"/>
            </a:p>
          </p:txBody>
        </p:sp>
        <p:sp>
          <p:nvSpPr>
            <p:cNvPr id="8246" name="شكل حر: شكل 9194">
              <a:extLst>
                <a:ext uri="{FF2B5EF4-FFF2-40B4-BE49-F238E27FC236}">
                  <a16:creationId xmlns:a16="http://schemas.microsoft.com/office/drawing/2014/main" id="{88D2E31E-FE66-8685-F04F-2213706A2F55}"/>
                </a:ext>
              </a:extLst>
            </p:cNvPr>
            <p:cNvSpPr/>
            <p:nvPr/>
          </p:nvSpPr>
          <p:spPr>
            <a:xfrm>
              <a:off x="3566279" y="1969189"/>
              <a:ext cx="189442" cy="2824"/>
            </a:xfrm>
            <a:custGeom>
              <a:avLst/>
              <a:gdLst>
                <a:gd name="connsiteX0" fmla="*/ 0 w 189442"/>
                <a:gd name="connsiteY0" fmla="*/ 0 h 2824"/>
                <a:gd name="connsiteX1" fmla="*/ 189442 w 189442"/>
                <a:gd name="connsiteY1" fmla="*/ 0 h 2824"/>
              </a:gdLst>
              <a:ahLst/>
              <a:cxnLst>
                <a:cxn ang="0">
                  <a:pos x="connsiteX0" y="connsiteY0"/>
                </a:cxn>
                <a:cxn ang="0">
                  <a:pos x="connsiteX1" y="connsiteY1"/>
                </a:cxn>
              </a:cxnLst>
              <a:rect l="l" t="t" r="r" b="b"/>
              <a:pathLst>
                <a:path w="189442" h="2824">
                  <a:moveTo>
                    <a:pt x="0" y="0"/>
                  </a:moveTo>
                  <a:lnTo>
                    <a:pt x="189442" y="0"/>
                  </a:lnTo>
                </a:path>
              </a:pathLst>
            </a:custGeom>
            <a:ln w="8472" cap="flat">
              <a:solidFill>
                <a:srgbClr val="17A3A3"/>
              </a:solidFill>
              <a:prstDash val="solid"/>
              <a:miter/>
            </a:ln>
          </p:spPr>
          <p:txBody>
            <a:bodyPr rtlCol="1" anchor="ctr"/>
            <a:lstStyle/>
            <a:p>
              <a:endParaRPr lang="ar-SA"/>
            </a:p>
          </p:txBody>
        </p:sp>
        <p:grpSp>
          <p:nvGrpSpPr>
            <p:cNvPr id="8247" name="رسم 8014">
              <a:extLst>
                <a:ext uri="{FF2B5EF4-FFF2-40B4-BE49-F238E27FC236}">
                  <a16:creationId xmlns:a16="http://schemas.microsoft.com/office/drawing/2014/main" id="{1901FD71-E4B5-2493-D4DB-8F884631CCD0}"/>
                </a:ext>
              </a:extLst>
            </p:cNvPr>
            <p:cNvGrpSpPr/>
            <p:nvPr/>
          </p:nvGrpSpPr>
          <p:grpSpPr>
            <a:xfrm>
              <a:off x="3574188" y="2011698"/>
              <a:ext cx="173653" cy="46605"/>
              <a:chOff x="3574188" y="2011698"/>
              <a:chExt cx="173653" cy="46605"/>
            </a:xfrm>
            <a:noFill/>
          </p:grpSpPr>
          <p:sp>
            <p:nvSpPr>
              <p:cNvPr id="8248" name="شكل حر: شكل 9196">
                <a:extLst>
                  <a:ext uri="{FF2B5EF4-FFF2-40B4-BE49-F238E27FC236}">
                    <a16:creationId xmlns:a16="http://schemas.microsoft.com/office/drawing/2014/main" id="{29FE8309-EB15-A485-FC19-A519073B783D}"/>
                  </a:ext>
                </a:extLst>
              </p:cNvPr>
              <p:cNvSpPr/>
              <p:nvPr/>
            </p:nvSpPr>
            <p:spPr>
              <a:xfrm>
                <a:off x="3724538" y="2011727"/>
                <a:ext cx="23302" cy="46576"/>
              </a:xfrm>
              <a:custGeom>
                <a:avLst/>
                <a:gdLst>
                  <a:gd name="connsiteX0" fmla="*/ 0 w 23302"/>
                  <a:gd name="connsiteY0" fmla="*/ 34940 h 46576"/>
                  <a:gd name="connsiteX1" fmla="*/ 11665 w 23302"/>
                  <a:gd name="connsiteY1" fmla="*/ 46577 h 46576"/>
                  <a:gd name="connsiteX2" fmla="*/ 23303 w 23302"/>
                  <a:gd name="connsiteY2" fmla="*/ 34940 h 46576"/>
                  <a:gd name="connsiteX3" fmla="*/ 11665 w 23302"/>
                  <a:gd name="connsiteY3" fmla="*/ 23303 h 46576"/>
                  <a:gd name="connsiteX4" fmla="*/ 0 w 23302"/>
                  <a:gd name="connsiteY4" fmla="*/ 11637 h 46576"/>
                  <a:gd name="connsiteX5" fmla="*/ 11665 w 23302"/>
                  <a:gd name="connsiteY5" fmla="*/ 0 h 46576"/>
                  <a:gd name="connsiteX6" fmla="*/ 23303 w 23302"/>
                  <a:gd name="connsiteY6" fmla="*/ 11637 h 4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302" h="46576">
                    <a:moveTo>
                      <a:pt x="0" y="34940"/>
                    </a:moveTo>
                    <a:cubicBezTo>
                      <a:pt x="0" y="41380"/>
                      <a:pt x="5226" y="46577"/>
                      <a:pt x="11665" y="46577"/>
                    </a:cubicBezTo>
                    <a:cubicBezTo>
                      <a:pt x="18105" y="46577"/>
                      <a:pt x="23303" y="41351"/>
                      <a:pt x="23303" y="34940"/>
                    </a:cubicBezTo>
                    <a:cubicBezTo>
                      <a:pt x="23303" y="28528"/>
                      <a:pt x="18529" y="25534"/>
                      <a:pt x="11665" y="23303"/>
                    </a:cubicBezTo>
                    <a:cubicBezTo>
                      <a:pt x="5536" y="21297"/>
                      <a:pt x="0" y="18077"/>
                      <a:pt x="0" y="11637"/>
                    </a:cubicBezTo>
                    <a:cubicBezTo>
                      <a:pt x="0" y="5197"/>
                      <a:pt x="5226" y="0"/>
                      <a:pt x="11665" y="0"/>
                    </a:cubicBezTo>
                    <a:cubicBezTo>
                      <a:pt x="18105" y="0"/>
                      <a:pt x="23303" y="5226"/>
                      <a:pt x="23303" y="11637"/>
                    </a:cubicBezTo>
                  </a:path>
                </a:pathLst>
              </a:custGeom>
              <a:noFill/>
              <a:ln w="8472" cap="flat">
                <a:solidFill>
                  <a:srgbClr val="17A3A3"/>
                </a:solidFill>
                <a:prstDash val="solid"/>
                <a:miter/>
              </a:ln>
            </p:spPr>
            <p:txBody>
              <a:bodyPr rtlCol="1" anchor="ctr"/>
              <a:lstStyle/>
              <a:p>
                <a:endParaRPr lang="ar-SA"/>
              </a:p>
            </p:txBody>
          </p:sp>
          <p:sp>
            <p:nvSpPr>
              <p:cNvPr id="8249" name="شكل حر: شكل 9197">
                <a:extLst>
                  <a:ext uri="{FF2B5EF4-FFF2-40B4-BE49-F238E27FC236}">
                    <a16:creationId xmlns:a16="http://schemas.microsoft.com/office/drawing/2014/main" id="{9D76D056-9C43-456B-F916-D2EC06116455}"/>
                  </a:ext>
                </a:extLst>
              </p:cNvPr>
              <p:cNvSpPr/>
              <p:nvPr/>
            </p:nvSpPr>
            <p:spPr>
              <a:xfrm>
                <a:off x="3664178" y="2011698"/>
                <a:ext cx="41097" cy="46605"/>
              </a:xfrm>
              <a:custGeom>
                <a:avLst/>
                <a:gdLst>
                  <a:gd name="connsiteX0" fmla="*/ 41097 w 41097"/>
                  <a:gd name="connsiteY0" fmla="*/ 0 h 46605"/>
                  <a:gd name="connsiteX1" fmla="*/ 31692 w 41097"/>
                  <a:gd name="connsiteY1" fmla="*/ 46605 h 46605"/>
                  <a:gd name="connsiteX2" fmla="*/ 20535 w 41097"/>
                  <a:gd name="connsiteY2" fmla="*/ 0 h 46605"/>
                  <a:gd name="connsiteX3" fmla="*/ 9406 w 41097"/>
                  <a:gd name="connsiteY3" fmla="*/ 46605 h 46605"/>
                  <a:gd name="connsiteX4" fmla="*/ 0 w 41097"/>
                  <a:gd name="connsiteY4" fmla="*/ 0 h 466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97" h="46605">
                    <a:moveTo>
                      <a:pt x="41097" y="0"/>
                    </a:moveTo>
                    <a:lnTo>
                      <a:pt x="31692" y="46605"/>
                    </a:lnTo>
                    <a:lnTo>
                      <a:pt x="20535" y="0"/>
                    </a:lnTo>
                    <a:lnTo>
                      <a:pt x="9406" y="46605"/>
                    </a:lnTo>
                    <a:lnTo>
                      <a:pt x="0" y="0"/>
                    </a:lnTo>
                  </a:path>
                </a:pathLst>
              </a:custGeom>
              <a:noFill/>
              <a:ln w="8472" cap="flat">
                <a:solidFill>
                  <a:srgbClr val="17A3A3"/>
                </a:solidFill>
                <a:prstDash val="solid"/>
                <a:miter/>
              </a:ln>
            </p:spPr>
            <p:txBody>
              <a:bodyPr rtlCol="1" anchor="ctr"/>
              <a:lstStyle/>
              <a:p>
                <a:endParaRPr lang="ar-SA"/>
              </a:p>
            </p:txBody>
          </p:sp>
          <p:sp>
            <p:nvSpPr>
              <p:cNvPr id="8250" name="شكل حر: شكل 9198">
                <a:extLst>
                  <a:ext uri="{FF2B5EF4-FFF2-40B4-BE49-F238E27FC236}">
                    <a16:creationId xmlns:a16="http://schemas.microsoft.com/office/drawing/2014/main" id="{65C678DC-4D3C-D789-2452-291818C978AB}"/>
                  </a:ext>
                </a:extLst>
              </p:cNvPr>
              <p:cNvSpPr/>
              <p:nvPr/>
            </p:nvSpPr>
            <p:spPr>
              <a:xfrm>
                <a:off x="3574188" y="2011698"/>
                <a:ext cx="29883" cy="46605"/>
              </a:xfrm>
              <a:custGeom>
                <a:avLst/>
                <a:gdLst>
                  <a:gd name="connsiteX0" fmla="*/ 0 w 29883"/>
                  <a:gd name="connsiteY0" fmla="*/ 46605 h 46605"/>
                  <a:gd name="connsiteX1" fmla="*/ 0 w 29883"/>
                  <a:gd name="connsiteY1" fmla="*/ 0 h 46605"/>
                  <a:gd name="connsiteX2" fmla="*/ 29884 w 29883"/>
                  <a:gd name="connsiteY2" fmla="*/ 46605 h 46605"/>
                  <a:gd name="connsiteX3" fmla="*/ 29884 w 29883"/>
                  <a:gd name="connsiteY3" fmla="*/ 0 h 46605"/>
                </a:gdLst>
                <a:ahLst/>
                <a:cxnLst>
                  <a:cxn ang="0">
                    <a:pos x="connsiteX0" y="connsiteY0"/>
                  </a:cxn>
                  <a:cxn ang="0">
                    <a:pos x="connsiteX1" y="connsiteY1"/>
                  </a:cxn>
                  <a:cxn ang="0">
                    <a:pos x="connsiteX2" y="connsiteY2"/>
                  </a:cxn>
                  <a:cxn ang="0">
                    <a:pos x="connsiteX3" y="connsiteY3"/>
                  </a:cxn>
                </a:cxnLst>
                <a:rect l="l" t="t" r="r" b="b"/>
                <a:pathLst>
                  <a:path w="29883" h="46605">
                    <a:moveTo>
                      <a:pt x="0" y="46605"/>
                    </a:moveTo>
                    <a:lnTo>
                      <a:pt x="0" y="0"/>
                    </a:lnTo>
                    <a:lnTo>
                      <a:pt x="29884" y="46605"/>
                    </a:lnTo>
                    <a:lnTo>
                      <a:pt x="29884" y="0"/>
                    </a:lnTo>
                  </a:path>
                </a:pathLst>
              </a:custGeom>
              <a:noFill/>
              <a:ln w="8472" cap="flat">
                <a:solidFill>
                  <a:srgbClr val="17A3A3"/>
                </a:solidFill>
                <a:prstDash val="solid"/>
                <a:miter/>
              </a:ln>
            </p:spPr>
            <p:txBody>
              <a:bodyPr rtlCol="1" anchor="ctr"/>
              <a:lstStyle/>
              <a:p>
                <a:endParaRPr lang="ar-SA"/>
              </a:p>
            </p:txBody>
          </p:sp>
          <p:grpSp>
            <p:nvGrpSpPr>
              <p:cNvPr id="8251" name="رسم 8014">
                <a:extLst>
                  <a:ext uri="{FF2B5EF4-FFF2-40B4-BE49-F238E27FC236}">
                    <a16:creationId xmlns:a16="http://schemas.microsoft.com/office/drawing/2014/main" id="{E08E89FB-9FD3-4FAB-1943-6F2435D8B1C3}"/>
                  </a:ext>
                </a:extLst>
              </p:cNvPr>
              <p:cNvGrpSpPr/>
              <p:nvPr/>
            </p:nvGrpSpPr>
            <p:grpSpPr>
              <a:xfrm>
                <a:off x="3626583" y="2011698"/>
                <a:ext cx="19150" cy="46605"/>
                <a:chOff x="3626583" y="2011698"/>
                <a:chExt cx="19150" cy="46605"/>
              </a:xfrm>
            </p:grpSpPr>
            <p:sp>
              <p:nvSpPr>
                <p:cNvPr id="8252" name="شكل حر: شكل 9200">
                  <a:extLst>
                    <a:ext uri="{FF2B5EF4-FFF2-40B4-BE49-F238E27FC236}">
                      <a16:creationId xmlns:a16="http://schemas.microsoft.com/office/drawing/2014/main" id="{31B122EE-11D4-A8C6-79C6-184EF702EE31}"/>
                    </a:ext>
                  </a:extLst>
                </p:cNvPr>
                <p:cNvSpPr/>
                <p:nvPr/>
              </p:nvSpPr>
              <p:spPr>
                <a:xfrm>
                  <a:off x="3626583" y="2011698"/>
                  <a:ext cx="2824" cy="46605"/>
                </a:xfrm>
                <a:custGeom>
                  <a:avLst/>
                  <a:gdLst>
                    <a:gd name="connsiteX0" fmla="*/ 0 w 2824"/>
                    <a:gd name="connsiteY0" fmla="*/ 0 h 46605"/>
                    <a:gd name="connsiteX1" fmla="*/ 0 w 2824"/>
                    <a:gd name="connsiteY1" fmla="*/ 46605 h 46605"/>
                  </a:gdLst>
                  <a:ahLst/>
                  <a:cxnLst>
                    <a:cxn ang="0">
                      <a:pos x="connsiteX0" y="connsiteY0"/>
                    </a:cxn>
                    <a:cxn ang="0">
                      <a:pos x="connsiteX1" y="connsiteY1"/>
                    </a:cxn>
                  </a:cxnLst>
                  <a:rect l="l" t="t" r="r" b="b"/>
                  <a:pathLst>
                    <a:path w="2824" h="46605">
                      <a:moveTo>
                        <a:pt x="0" y="0"/>
                      </a:moveTo>
                      <a:lnTo>
                        <a:pt x="0" y="46605"/>
                      </a:lnTo>
                    </a:path>
                  </a:pathLst>
                </a:custGeom>
                <a:ln w="8472" cap="flat">
                  <a:solidFill>
                    <a:srgbClr val="17A3A3"/>
                  </a:solidFill>
                  <a:prstDash val="solid"/>
                  <a:miter/>
                </a:ln>
              </p:spPr>
              <p:txBody>
                <a:bodyPr rtlCol="1" anchor="ctr"/>
                <a:lstStyle/>
                <a:p>
                  <a:endParaRPr lang="ar-SA"/>
                </a:p>
              </p:txBody>
            </p:sp>
            <p:sp>
              <p:nvSpPr>
                <p:cNvPr id="8253" name="شكل حر: شكل 9201">
                  <a:extLst>
                    <a:ext uri="{FF2B5EF4-FFF2-40B4-BE49-F238E27FC236}">
                      <a16:creationId xmlns:a16="http://schemas.microsoft.com/office/drawing/2014/main" id="{C9CF11C3-C917-C3D1-1204-4D5D69545509}"/>
                    </a:ext>
                  </a:extLst>
                </p:cNvPr>
                <p:cNvSpPr/>
                <p:nvPr/>
              </p:nvSpPr>
              <p:spPr>
                <a:xfrm>
                  <a:off x="3626583" y="2035001"/>
                  <a:ext cx="19150" cy="2824"/>
                </a:xfrm>
                <a:custGeom>
                  <a:avLst/>
                  <a:gdLst>
                    <a:gd name="connsiteX0" fmla="*/ 0 w 19150"/>
                    <a:gd name="connsiteY0" fmla="*/ 0 h 2824"/>
                    <a:gd name="connsiteX1" fmla="*/ 19150 w 19150"/>
                    <a:gd name="connsiteY1" fmla="*/ 0 h 2824"/>
                  </a:gdLst>
                  <a:ahLst/>
                  <a:cxnLst>
                    <a:cxn ang="0">
                      <a:pos x="connsiteX0" y="connsiteY0"/>
                    </a:cxn>
                    <a:cxn ang="0">
                      <a:pos x="connsiteX1" y="connsiteY1"/>
                    </a:cxn>
                  </a:cxnLst>
                  <a:rect l="l" t="t" r="r" b="b"/>
                  <a:pathLst>
                    <a:path w="19150" h="2824">
                      <a:moveTo>
                        <a:pt x="0" y="0"/>
                      </a:moveTo>
                      <a:lnTo>
                        <a:pt x="19150" y="0"/>
                      </a:lnTo>
                    </a:path>
                  </a:pathLst>
                </a:custGeom>
                <a:ln w="8472" cap="flat">
                  <a:solidFill>
                    <a:srgbClr val="17A3A3"/>
                  </a:solidFill>
                  <a:prstDash val="solid"/>
                  <a:miter/>
                </a:ln>
              </p:spPr>
              <p:txBody>
                <a:bodyPr rtlCol="1" anchor="ctr"/>
                <a:lstStyle/>
                <a:p>
                  <a:endParaRPr lang="ar-SA"/>
                </a:p>
              </p:txBody>
            </p:sp>
            <p:sp>
              <p:nvSpPr>
                <p:cNvPr id="8254" name="شكل حر: شكل 9202">
                  <a:extLst>
                    <a:ext uri="{FF2B5EF4-FFF2-40B4-BE49-F238E27FC236}">
                      <a16:creationId xmlns:a16="http://schemas.microsoft.com/office/drawing/2014/main" id="{E6147248-2E88-A51B-22F0-27F77642D551}"/>
                    </a:ext>
                  </a:extLst>
                </p:cNvPr>
                <p:cNvSpPr/>
                <p:nvPr/>
              </p:nvSpPr>
              <p:spPr>
                <a:xfrm>
                  <a:off x="3626583" y="2011698"/>
                  <a:ext cx="19150" cy="2824"/>
                </a:xfrm>
                <a:custGeom>
                  <a:avLst/>
                  <a:gdLst>
                    <a:gd name="connsiteX0" fmla="*/ 0 w 19150"/>
                    <a:gd name="connsiteY0" fmla="*/ 0 h 2824"/>
                    <a:gd name="connsiteX1" fmla="*/ 19150 w 19150"/>
                    <a:gd name="connsiteY1" fmla="*/ 0 h 2824"/>
                  </a:gdLst>
                  <a:ahLst/>
                  <a:cxnLst>
                    <a:cxn ang="0">
                      <a:pos x="connsiteX0" y="connsiteY0"/>
                    </a:cxn>
                    <a:cxn ang="0">
                      <a:pos x="connsiteX1" y="connsiteY1"/>
                    </a:cxn>
                  </a:cxnLst>
                  <a:rect l="l" t="t" r="r" b="b"/>
                  <a:pathLst>
                    <a:path w="19150" h="2824">
                      <a:moveTo>
                        <a:pt x="0" y="0"/>
                      </a:moveTo>
                      <a:lnTo>
                        <a:pt x="19150" y="0"/>
                      </a:lnTo>
                    </a:path>
                  </a:pathLst>
                </a:custGeom>
                <a:ln w="8472" cap="flat">
                  <a:solidFill>
                    <a:srgbClr val="17A3A3"/>
                  </a:solidFill>
                  <a:prstDash val="solid"/>
                  <a:miter/>
                </a:ln>
              </p:spPr>
              <p:txBody>
                <a:bodyPr rtlCol="1" anchor="ctr"/>
                <a:lstStyle/>
                <a:p>
                  <a:endParaRPr lang="ar-SA"/>
                </a:p>
              </p:txBody>
            </p:sp>
            <p:sp>
              <p:nvSpPr>
                <p:cNvPr id="8255" name="شكل حر: شكل 9203">
                  <a:extLst>
                    <a:ext uri="{FF2B5EF4-FFF2-40B4-BE49-F238E27FC236}">
                      <a16:creationId xmlns:a16="http://schemas.microsoft.com/office/drawing/2014/main" id="{B822B3DC-CDFE-C384-8546-516E739CB750}"/>
                    </a:ext>
                  </a:extLst>
                </p:cNvPr>
                <p:cNvSpPr/>
                <p:nvPr/>
              </p:nvSpPr>
              <p:spPr>
                <a:xfrm>
                  <a:off x="3626583" y="2058303"/>
                  <a:ext cx="19150" cy="2824"/>
                </a:xfrm>
                <a:custGeom>
                  <a:avLst/>
                  <a:gdLst>
                    <a:gd name="connsiteX0" fmla="*/ 0 w 19150"/>
                    <a:gd name="connsiteY0" fmla="*/ 0 h 2824"/>
                    <a:gd name="connsiteX1" fmla="*/ 19150 w 19150"/>
                    <a:gd name="connsiteY1" fmla="*/ 0 h 2824"/>
                  </a:gdLst>
                  <a:ahLst/>
                  <a:cxnLst>
                    <a:cxn ang="0">
                      <a:pos x="connsiteX0" y="connsiteY0"/>
                    </a:cxn>
                    <a:cxn ang="0">
                      <a:pos x="connsiteX1" y="connsiteY1"/>
                    </a:cxn>
                  </a:cxnLst>
                  <a:rect l="l" t="t" r="r" b="b"/>
                  <a:pathLst>
                    <a:path w="19150" h="2824">
                      <a:moveTo>
                        <a:pt x="0" y="0"/>
                      </a:moveTo>
                      <a:lnTo>
                        <a:pt x="19150" y="0"/>
                      </a:lnTo>
                    </a:path>
                  </a:pathLst>
                </a:custGeom>
                <a:ln w="8472" cap="flat">
                  <a:solidFill>
                    <a:srgbClr val="17A3A3"/>
                  </a:solidFill>
                  <a:prstDash val="solid"/>
                  <a:miter/>
                </a:ln>
              </p:spPr>
              <p:txBody>
                <a:bodyPr rtlCol="1" anchor="ctr"/>
                <a:lstStyle/>
                <a:p>
                  <a:endParaRPr lang="ar-SA"/>
                </a:p>
              </p:txBody>
            </p:sp>
          </p:grpSp>
        </p:grpSp>
      </p:grpSp>
      <p:grpSp>
        <p:nvGrpSpPr>
          <p:cNvPr id="8260" name="رسم 8014">
            <a:extLst>
              <a:ext uri="{FF2B5EF4-FFF2-40B4-BE49-F238E27FC236}">
                <a16:creationId xmlns:a16="http://schemas.microsoft.com/office/drawing/2014/main" id="{5EBB7112-EF70-07BA-8A51-093CE16CEE9B}"/>
              </a:ext>
            </a:extLst>
          </p:cNvPr>
          <p:cNvGrpSpPr/>
          <p:nvPr/>
        </p:nvGrpSpPr>
        <p:grpSpPr>
          <a:xfrm>
            <a:off x="2417731" y="2828082"/>
            <a:ext cx="279595" cy="277406"/>
            <a:chOff x="1971342" y="1772685"/>
            <a:chExt cx="334200" cy="351952"/>
          </a:xfrm>
          <a:noFill/>
        </p:grpSpPr>
        <p:sp>
          <p:nvSpPr>
            <p:cNvPr id="8261" name="شكل حر: شكل 9205">
              <a:extLst>
                <a:ext uri="{FF2B5EF4-FFF2-40B4-BE49-F238E27FC236}">
                  <a16:creationId xmlns:a16="http://schemas.microsoft.com/office/drawing/2014/main" id="{87FAA8B8-9876-2E52-567B-913910698E42}"/>
                </a:ext>
              </a:extLst>
            </p:cNvPr>
            <p:cNvSpPr/>
            <p:nvPr/>
          </p:nvSpPr>
          <p:spPr>
            <a:xfrm>
              <a:off x="1971342" y="1772685"/>
              <a:ext cx="275139" cy="330924"/>
            </a:xfrm>
            <a:custGeom>
              <a:avLst/>
              <a:gdLst>
                <a:gd name="connsiteX0" fmla="*/ 186420 w 275139"/>
                <a:gd name="connsiteY0" fmla="*/ 330924 h 330924"/>
                <a:gd name="connsiteX1" fmla="*/ 16185 w 275139"/>
                <a:gd name="connsiteY1" fmla="*/ 330924 h 330924"/>
                <a:gd name="connsiteX2" fmla="*/ 0 w 275139"/>
                <a:gd name="connsiteY2" fmla="*/ 314739 h 330924"/>
                <a:gd name="connsiteX3" fmla="*/ 0 w 275139"/>
                <a:gd name="connsiteY3" fmla="*/ 16185 h 330924"/>
                <a:gd name="connsiteX4" fmla="*/ 16185 w 275139"/>
                <a:gd name="connsiteY4" fmla="*/ 0 h 330924"/>
                <a:gd name="connsiteX5" fmla="*/ 258955 w 275139"/>
                <a:gd name="connsiteY5" fmla="*/ 0 h 330924"/>
                <a:gd name="connsiteX6" fmla="*/ 275139 w 275139"/>
                <a:gd name="connsiteY6" fmla="*/ 16185 h 330924"/>
                <a:gd name="connsiteX7" fmla="*/ 275139 w 275139"/>
                <a:gd name="connsiteY7" fmla="*/ 190657 h 330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5139" h="330924">
                  <a:moveTo>
                    <a:pt x="186420" y="330924"/>
                  </a:moveTo>
                  <a:lnTo>
                    <a:pt x="16185" y="330924"/>
                  </a:lnTo>
                  <a:cubicBezTo>
                    <a:pt x="7231" y="330924"/>
                    <a:pt x="0" y="323665"/>
                    <a:pt x="0" y="314739"/>
                  </a:cubicBezTo>
                  <a:lnTo>
                    <a:pt x="0" y="16185"/>
                  </a:lnTo>
                  <a:cubicBezTo>
                    <a:pt x="0" y="7231"/>
                    <a:pt x="7259" y="0"/>
                    <a:pt x="16185" y="0"/>
                  </a:cubicBezTo>
                  <a:lnTo>
                    <a:pt x="258955" y="0"/>
                  </a:lnTo>
                  <a:cubicBezTo>
                    <a:pt x="267908" y="0"/>
                    <a:pt x="275139" y="7259"/>
                    <a:pt x="275139" y="16185"/>
                  </a:cubicBezTo>
                  <a:lnTo>
                    <a:pt x="275139" y="190657"/>
                  </a:lnTo>
                </a:path>
              </a:pathLst>
            </a:custGeom>
            <a:noFill/>
            <a:ln w="8472" cap="flat">
              <a:solidFill>
                <a:srgbClr val="01355A"/>
              </a:solidFill>
              <a:prstDash val="solid"/>
              <a:miter/>
            </a:ln>
          </p:spPr>
          <p:txBody>
            <a:bodyPr rtlCol="1" anchor="ctr"/>
            <a:lstStyle/>
            <a:p>
              <a:endParaRPr lang="ar-SA"/>
            </a:p>
          </p:txBody>
        </p:sp>
        <p:sp>
          <p:nvSpPr>
            <p:cNvPr id="8262" name="شكل حر: شكل 9206">
              <a:extLst>
                <a:ext uri="{FF2B5EF4-FFF2-40B4-BE49-F238E27FC236}">
                  <a16:creationId xmlns:a16="http://schemas.microsoft.com/office/drawing/2014/main" id="{8CABFC11-FC99-B227-999A-1F6DA1B42D2C}"/>
                </a:ext>
              </a:extLst>
            </p:cNvPr>
            <p:cNvSpPr/>
            <p:nvPr/>
          </p:nvSpPr>
          <p:spPr>
            <a:xfrm>
              <a:off x="1995972" y="1832057"/>
              <a:ext cx="83747" cy="2824"/>
            </a:xfrm>
            <a:custGeom>
              <a:avLst/>
              <a:gdLst>
                <a:gd name="connsiteX0" fmla="*/ 0 w 83747"/>
                <a:gd name="connsiteY0" fmla="*/ 0 h 2824"/>
                <a:gd name="connsiteX1" fmla="*/ 83748 w 83747"/>
                <a:gd name="connsiteY1" fmla="*/ 0 h 2824"/>
              </a:gdLst>
              <a:ahLst/>
              <a:cxnLst>
                <a:cxn ang="0">
                  <a:pos x="connsiteX0" y="connsiteY0"/>
                </a:cxn>
                <a:cxn ang="0">
                  <a:pos x="connsiteX1" y="connsiteY1"/>
                </a:cxn>
              </a:cxnLst>
              <a:rect l="l" t="t" r="r" b="b"/>
              <a:pathLst>
                <a:path w="83747" h="2824">
                  <a:moveTo>
                    <a:pt x="0" y="0"/>
                  </a:moveTo>
                  <a:lnTo>
                    <a:pt x="83748" y="0"/>
                  </a:lnTo>
                </a:path>
              </a:pathLst>
            </a:custGeom>
            <a:ln w="8472" cap="flat">
              <a:solidFill>
                <a:srgbClr val="17A3A3"/>
              </a:solidFill>
              <a:prstDash val="solid"/>
              <a:miter/>
            </a:ln>
          </p:spPr>
          <p:txBody>
            <a:bodyPr rtlCol="1" anchor="ctr"/>
            <a:lstStyle/>
            <a:p>
              <a:endParaRPr lang="ar-SA"/>
            </a:p>
          </p:txBody>
        </p:sp>
        <p:sp>
          <p:nvSpPr>
            <p:cNvPr id="8263" name="شكل حر: شكل 9207">
              <a:extLst>
                <a:ext uri="{FF2B5EF4-FFF2-40B4-BE49-F238E27FC236}">
                  <a16:creationId xmlns:a16="http://schemas.microsoft.com/office/drawing/2014/main" id="{AA848C5F-5B35-73A1-C634-78BDCD78222B}"/>
                </a:ext>
              </a:extLst>
            </p:cNvPr>
            <p:cNvSpPr/>
            <p:nvPr/>
          </p:nvSpPr>
          <p:spPr>
            <a:xfrm>
              <a:off x="1995972" y="1889678"/>
              <a:ext cx="42820" cy="2824"/>
            </a:xfrm>
            <a:custGeom>
              <a:avLst/>
              <a:gdLst>
                <a:gd name="connsiteX0" fmla="*/ 0 w 42820"/>
                <a:gd name="connsiteY0" fmla="*/ 0 h 2824"/>
                <a:gd name="connsiteX1" fmla="*/ 42820 w 42820"/>
                <a:gd name="connsiteY1" fmla="*/ 0 h 2824"/>
              </a:gdLst>
              <a:ahLst/>
              <a:cxnLst>
                <a:cxn ang="0">
                  <a:pos x="connsiteX0" y="connsiteY0"/>
                </a:cxn>
                <a:cxn ang="0">
                  <a:pos x="connsiteX1" y="connsiteY1"/>
                </a:cxn>
              </a:cxnLst>
              <a:rect l="l" t="t" r="r" b="b"/>
              <a:pathLst>
                <a:path w="42820" h="2824">
                  <a:moveTo>
                    <a:pt x="0" y="0"/>
                  </a:moveTo>
                  <a:lnTo>
                    <a:pt x="42820" y="0"/>
                  </a:lnTo>
                </a:path>
              </a:pathLst>
            </a:custGeom>
            <a:ln w="8472" cap="flat">
              <a:solidFill>
                <a:srgbClr val="01355A"/>
              </a:solidFill>
              <a:prstDash val="solid"/>
              <a:miter/>
            </a:ln>
          </p:spPr>
          <p:txBody>
            <a:bodyPr rtlCol="1" anchor="ctr"/>
            <a:lstStyle/>
            <a:p>
              <a:endParaRPr lang="ar-SA"/>
            </a:p>
          </p:txBody>
        </p:sp>
        <p:sp>
          <p:nvSpPr>
            <p:cNvPr id="8264" name="شكل حر: شكل 9208">
              <a:extLst>
                <a:ext uri="{FF2B5EF4-FFF2-40B4-BE49-F238E27FC236}">
                  <a16:creationId xmlns:a16="http://schemas.microsoft.com/office/drawing/2014/main" id="{53682128-42BF-611B-B3F4-CF24934D4D2F}"/>
                </a:ext>
              </a:extLst>
            </p:cNvPr>
            <p:cNvSpPr/>
            <p:nvPr/>
          </p:nvSpPr>
          <p:spPr>
            <a:xfrm>
              <a:off x="2132963" y="1889678"/>
              <a:ext cx="41266" cy="2824"/>
            </a:xfrm>
            <a:custGeom>
              <a:avLst/>
              <a:gdLst>
                <a:gd name="connsiteX0" fmla="*/ 0 w 41266"/>
                <a:gd name="connsiteY0" fmla="*/ 0 h 2824"/>
                <a:gd name="connsiteX1" fmla="*/ 41267 w 41266"/>
                <a:gd name="connsiteY1" fmla="*/ 0 h 2824"/>
              </a:gdLst>
              <a:ahLst/>
              <a:cxnLst>
                <a:cxn ang="0">
                  <a:pos x="connsiteX0" y="connsiteY0"/>
                </a:cxn>
                <a:cxn ang="0">
                  <a:pos x="connsiteX1" y="connsiteY1"/>
                </a:cxn>
              </a:cxnLst>
              <a:rect l="l" t="t" r="r" b="b"/>
              <a:pathLst>
                <a:path w="41266" h="2824">
                  <a:moveTo>
                    <a:pt x="0" y="0"/>
                  </a:moveTo>
                  <a:lnTo>
                    <a:pt x="41267" y="0"/>
                  </a:lnTo>
                </a:path>
              </a:pathLst>
            </a:custGeom>
            <a:ln w="8472" cap="flat">
              <a:solidFill>
                <a:srgbClr val="17A3A3"/>
              </a:solidFill>
              <a:prstDash val="solid"/>
              <a:miter/>
            </a:ln>
          </p:spPr>
          <p:txBody>
            <a:bodyPr rtlCol="1" anchor="ctr"/>
            <a:lstStyle/>
            <a:p>
              <a:endParaRPr lang="ar-SA"/>
            </a:p>
          </p:txBody>
        </p:sp>
        <p:sp>
          <p:nvSpPr>
            <p:cNvPr id="8265" name="شكل حر: شكل 9209">
              <a:extLst>
                <a:ext uri="{FF2B5EF4-FFF2-40B4-BE49-F238E27FC236}">
                  <a16:creationId xmlns:a16="http://schemas.microsoft.com/office/drawing/2014/main" id="{92A46DC5-4777-5B00-E4A1-1A0AC9AED724}"/>
                </a:ext>
              </a:extLst>
            </p:cNvPr>
            <p:cNvSpPr/>
            <p:nvPr/>
          </p:nvSpPr>
          <p:spPr>
            <a:xfrm>
              <a:off x="2057773" y="1874143"/>
              <a:ext cx="19432" cy="31041"/>
            </a:xfrm>
            <a:custGeom>
              <a:avLst/>
              <a:gdLst>
                <a:gd name="connsiteX0" fmla="*/ 9716 w 19432"/>
                <a:gd name="connsiteY0" fmla="*/ 0 h 31041"/>
                <a:gd name="connsiteX1" fmla="*/ 9716 w 19432"/>
                <a:gd name="connsiteY1" fmla="*/ 0 h 31041"/>
                <a:gd name="connsiteX2" fmla="*/ 19433 w 19432"/>
                <a:gd name="connsiteY2" fmla="*/ 9716 h 31041"/>
                <a:gd name="connsiteX3" fmla="*/ 19433 w 19432"/>
                <a:gd name="connsiteY3" fmla="*/ 21325 h 31041"/>
                <a:gd name="connsiteX4" fmla="*/ 9716 w 19432"/>
                <a:gd name="connsiteY4" fmla="*/ 31042 h 31041"/>
                <a:gd name="connsiteX5" fmla="*/ 9716 w 19432"/>
                <a:gd name="connsiteY5" fmla="*/ 31042 h 31041"/>
                <a:gd name="connsiteX6" fmla="*/ 0 w 19432"/>
                <a:gd name="connsiteY6" fmla="*/ 21325 h 31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2" h="31041">
                  <a:moveTo>
                    <a:pt x="9716" y="0"/>
                  </a:moveTo>
                  <a:lnTo>
                    <a:pt x="9716" y="0"/>
                  </a:lnTo>
                  <a:cubicBezTo>
                    <a:pt x="15083" y="0"/>
                    <a:pt x="19433" y="4350"/>
                    <a:pt x="19433" y="9716"/>
                  </a:cubicBezTo>
                  <a:lnTo>
                    <a:pt x="19433" y="21325"/>
                  </a:lnTo>
                  <a:cubicBezTo>
                    <a:pt x="19433" y="26692"/>
                    <a:pt x="15083" y="31042"/>
                    <a:pt x="9716" y="31042"/>
                  </a:cubicBezTo>
                  <a:lnTo>
                    <a:pt x="9716" y="31042"/>
                  </a:lnTo>
                  <a:cubicBezTo>
                    <a:pt x="4350" y="31042"/>
                    <a:pt x="0" y="26692"/>
                    <a:pt x="0" y="21325"/>
                  </a:cubicBezTo>
                </a:path>
              </a:pathLst>
            </a:custGeom>
            <a:noFill/>
            <a:ln w="8472" cap="flat">
              <a:solidFill>
                <a:srgbClr val="17A3A3"/>
              </a:solidFill>
              <a:prstDash val="solid"/>
              <a:miter/>
            </a:ln>
          </p:spPr>
          <p:txBody>
            <a:bodyPr rtlCol="1" anchor="ctr"/>
            <a:lstStyle/>
            <a:p>
              <a:endParaRPr lang="ar-SA"/>
            </a:p>
          </p:txBody>
        </p:sp>
        <p:sp>
          <p:nvSpPr>
            <p:cNvPr id="8266" name="شكل حر: شكل 9210">
              <a:extLst>
                <a:ext uri="{FF2B5EF4-FFF2-40B4-BE49-F238E27FC236}">
                  <a16:creationId xmlns:a16="http://schemas.microsoft.com/office/drawing/2014/main" id="{E59D0B67-9846-0A03-FB1B-EB60462BB3E2}"/>
                </a:ext>
              </a:extLst>
            </p:cNvPr>
            <p:cNvSpPr/>
            <p:nvPr/>
          </p:nvSpPr>
          <p:spPr>
            <a:xfrm>
              <a:off x="2094888" y="1874143"/>
              <a:ext cx="19432" cy="31041"/>
            </a:xfrm>
            <a:custGeom>
              <a:avLst/>
              <a:gdLst>
                <a:gd name="connsiteX0" fmla="*/ 9716 w 19432"/>
                <a:gd name="connsiteY0" fmla="*/ 0 h 31041"/>
                <a:gd name="connsiteX1" fmla="*/ 9716 w 19432"/>
                <a:gd name="connsiteY1" fmla="*/ 0 h 31041"/>
                <a:gd name="connsiteX2" fmla="*/ 19433 w 19432"/>
                <a:gd name="connsiteY2" fmla="*/ 9716 h 31041"/>
                <a:gd name="connsiteX3" fmla="*/ 19433 w 19432"/>
                <a:gd name="connsiteY3" fmla="*/ 21325 h 31041"/>
                <a:gd name="connsiteX4" fmla="*/ 9716 w 19432"/>
                <a:gd name="connsiteY4" fmla="*/ 31042 h 31041"/>
                <a:gd name="connsiteX5" fmla="*/ 9716 w 19432"/>
                <a:gd name="connsiteY5" fmla="*/ 31042 h 31041"/>
                <a:gd name="connsiteX6" fmla="*/ 0 w 19432"/>
                <a:gd name="connsiteY6" fmla="*/ 21325 h 31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2" h="31041">
                  <a:moveTo>
                    <a:pt x="9716" y="0"/>
                  </a:moveTo>
                  <a:lnTo>
                    <a:pt x="9716" y="0"/>
                  </a:lnTo>
                  <a:cubicBezTo>
                    <a:pt x="15083" y="0"/>
                    <a:pt x="19433" y="4350"/>
                    <a:pt x="19433" y="9716"/>
                  </a:cubicBezTo>
                  <a:lnTo>
                    <a:pt x="19433" y="21325"/>
                  </a:lnTo>
                  <a:cubicBezTo>
                    <a:pt x="19433" y="26692"/>
                    <a:pt x="15083" y="31042"/>
                    <a:pt x="9716" y="31042"/>
                  </a:cubicBezTo>
                  <a:lnTo>
                    <a:pt x="9716" y="31042"/>
                  </a:lnTo>
                  <a:cubicBezTo>
                    <a:pt x="4350" y="31042"/>
                    <a:pt x="0" y="26692"/>
                    <a:pt x="0" y="21325"/>
                  </a:cubicBezTo>
                </a:path>
              </a:pathLst>
            </a:custGeom>
            <a:noFill/>
            <a:ln w="8472" cap="flat">
              <a:solidFill>
                <a:srgbClr val="17A3A3"/>
              </a:solidFill>
              <a:prstDash val="solid"/>
              <a:miter/>
            </a:ln>
          </p:spPr>
          <p:txBody>
            <a:bodyPr rtlCol="1" anchor="ctr"/>
            <a:lstStyle/>
            <a:p>
              <a:endParaRPr lang="ar-SA"/>
            </a:p>
          </p:txBody>
        </p:sp>
        <p:sp>
          <p:nvSpPr>
            <p:cNvPr id="8267" name="شكل حر: شكل 9211">
              <a:extLst>
                <a:ext uri="{FF2B5EF4-FFF2-40B4-BE49-F238E27FC236}">
                  <a16:creationId xmlns:a16="http://schemas.microsoft.com/office/drawing/2014/main" id="{98695ABE-F845-6BCF-1A57-69D707E70C33}"/>
                </a:ext>
              </a:extLst>
            </p:cNvPr>
            <p:cNvSpPr/>
            <p:nvPr/>
          </p:nvSpPr>
          <p:spPr>
            <a:xfrm>
              <a:off x="2097515" y="1816522"/>
              <a:ext cx="19432" cy="31041"/>
            </a:xfrm>
            <a:custGeom>
              <a:avLst/>
              <a:gdLst>
                <a:gd name="connsiteX0" fmla="*/ 9716 w 19432"/>
                <a:gd name="connsiteY0" fmla="*/ 0 h 31041"/>
                <a:gd name="connsiteX1" fmla="*/ 9716 w 19432"/>
                <a:gd name="connsiteY1" fmla="*/ 0 h 31041"/>
                <a:gd name="connsiteX2" fmla="*/ 19433 w 19432"/>
                <a:gd name="connsiteY2" fmla="*/ 9716 h 31041"/>
                <a:gd name="connsiteX3" fmla="*/ 19433 w 19432"/>
                <a:gd name="connsiteY3" fmla="*/ 21325 h 31041"/>
                <a:gd name="connsiteX4" fmla="*/ 9716 w 19432"/>
                <a:gd name="connsiteY4" fmla="*/ 31042 h 31041"/>
                <a:gd name="connsiteX5" fmla="*/ 9716 w 19432"/>
                <a:gd name="connsiteY5" fmla="*/ 31042 h 31041"/>
                <a:gd name="connsiteX6" fmla="*/ 0 w 19432"/>
                <a:gd name="connsiteY6" fmla="*/ 21325 h 31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2" h="31041">
                  <a:moveTo>
                    <a:pt x="9716" y="0"/>
                  </a:moveTo>
                  <a:lnTo>
                    <a:pt x="9716" y="0"/>
                  </a:lnTo>
                  <a:cubicBezTo>
                    <a:pt x="15083" y="0"/>
                    <a:pt x="19433" y="4350"/>
                    <a:pt x="19433" y="9716"/>
                  </a:cubicBezTo>
                  <a:lnTo>
                    <a:pt x="19433" y="21325"/>
                  </a:lnTo>
                  <a:cubicBezTo>
                    <a:pt x="19433" y="26692"/>
                    <a:pt x="15083" y="31042"/>
                    <a:pt x="9716" y="31042"/>
                  </a:cubicBezTo>
                  <a:lnTo>
                    <a:pt x="9716" y="31042"/>
                  </a:lnTo>
                  <a:cubicBezTo>
                    <a:pt x="4350" y="31042"/>
                    <a:pt x="0" y="26692"/>
                    <a:pt x="0" y="21325"/>
                  </a:cubicBezTo>
                </a:path>
              </a:pathLst>
            </a:custGeom>
            <a:noFill/>
            <a:ln w="8472" cap="flat">
              <a:solidFill>
                <a:srgbClr val="17A3A3"/>
              </a:solidFill>
              <a:prstDash val="solid"/>
              <a:miter/>
            </a:ln>
          </p:spPr>
          <p:txBody>
            <a:bodyPr rtlCol="1" anchor="ctr"/>
            <a:lstStyle/>
            <a:p>
              <a:endParaRPr lang="ar-SA"/>
            </a:p>
          </p:txBody>
        </p:sp>
        <p:sp>
          <p:nvSpPr>
            <p:cNvPr id="8268" name="شكل حر: شكل 9212">
              <a:extLst>
                <a:ext uri="{FF2B5EF4-FFF2-40B4-BE49-F238E27FC236}">
                  <a16:creationId xmlns:a16="http://schemas.microsoft.com/office/drawing/2014/main" id="{4F5A0C1D-F588-73D1-23A0-DAAE7E4AE1E9}"/>
                </a:ext>
              </a:extLst>
            </p:cNvPr>
            <p:cNvSpPr/>
            <p:nvPr/>
          </p:nvSpPr>
          <p:spPr>
            <a:xfrm>
              <a:off x="2134629" y="1816522"/>
              <a:ext cx="19432" cy="31041"/>
            </a:xfrm>
            <a:custGeom>
              <a:avLst/>
              <a:gdLst>
                <a:gd name="connsiteX0" fmla="*/ 9716 w 19432"/>
                <a:gd name="connsiteY0" fmla="*/ 0 h 31041"/>
                <a:gd name="connsiteX1" fmla="*/ 9716 w 19432"/>
                <a:gd name="connsiteY1" fmla="*/ 0 h 31041"/>
                <a:gd name="connsiteX2" fmla="*/ 19433 w 19432"/>
                <a:gd name="connsiteY2" fmla="*/ 9716 h 31041"/>
                <a:gd name="connsiteX3" fmla="*/ 19433 w 19432"/>
                <a:gd name="connsiteY3" fmla="*/ 21325 h 31041"/>
                <a:gd name="connsiteX4" fmla="*/ 9716 w 19432"/>
                <a:gd name="connsiteY4" fmla="*/ 31042 h 31041"/>
                <a:gd name="connsiteX5" fmla="*/ 9716 w 19432"/>
                <a:gd name="connsiteY5" fmla="*/ 31042 h 31041"/>
                <a:gd name="connsiteX6" fmla="*/ 0 w 19432"/>
                <a:gd name="connsiteY6" fmla="*/ 21325 h 31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2" h="31041">
                  <a:moveTo>
                    <a:pt x="9716" y="0"/>
                  </a:moveTo>
                  <a:lnTo>
                    <a:pt x="9716" y="0"/>
                  </a:lnTo>
                  <a:cubicBezTo>
                    <a:pt x="15083" y="0"/>
                    <a:pt x="19433" y="4350"/>
                    <a:pt x="19433" y="9716"/>
                  </a:cubicBezTo>
                  <a:lnTo>
                    <a:pt x="19433" y="21325"/>
                  </a:lnTo>
                  <a:cubicBezTo>
                    <a:pt x="19433" y="26692"/>
                    <a:pt x="15083" y="31042"/>
                    <a:pt x="9716" y="31042"/>
                  </a:cubicBezTo>
                  <a:lnTo>
                    <a:pt x="9716" y="31042"/>
                  </a:lnTo>
                  <a:cubicBezTo>
                    <a:pt x="4350" y="31042"/>
                    <a:pt x="0" y="26692"/>
                    <a:pt x="0" y="21325"/>
                  </a:cubicBezTo>
                </a:path>
              </a:pathLst>
            </a:custGeom>
            <a:noFill/>
            <a:ln w="8472" cap="flat">
              <a:solidFill>
                <a:srgbClr val="17A3A3"/>
              </a:solidFill>
              <a:prstDash val="solid"/>
              <a:miter/>
            </a:ln>
          </p:spPr>
          <p:txBody>
            <a:bodyPr rtlCol="1" anchor="ctr"/>
            <a:lstStyle/>
            <a:p>
              <a:endParaRPr lang="ar-SA"/>
            </a:p>
          </p:txBody>
        </p:sp>
        <p:sp>
          <p:nvSpPr>
            <p:cNvPr id="8269" name="شكل حر: شكل 9213">
              <a:extLst>
                <a:ext uri="{FF2B5EF4-FFF2-40B4-BE49-F238E27FC236}">
                  <a16:creationId xmlns:a16="http://schemas.microsoft.com/office/drawing/2014/main" id="{65DCD58D-A035-3308-C013-60344CE88EBA}"/>
                </a:ext>
              </a:extLst>
            </p:cNvPr>
            <p:cNvSpPr/>
            <p:nvPr/>
          </p:nvSpPr>
          <p:spPr>
            <a:xfrm>
              <a:off x="2171772" y="1816522"/>
              <a:ext cx="19432" cy="31041"/>
            </a:xfrm>
            <a:custGeom>
              <a:avLst/>
              <a:gdLst>
                <a:gd name="connsiteX0" fmla="*/ 9716 w 19432"/>
                <a:gd name="connsiteY0" fmla="*/ 0 h 31041"/>
                <a:gd name="connsiteX1" fmla="*/ 9716 w 19432"/>
                <a:gd name="connsiteY1" fmla="*/ 0 h 31041"/>
                <a:gd name="connsiteX2" fmla="*/ 19433 w 19432"/>
                <a:gd name="connsiteY2" fmla="*/ 9716 h 31041"/>
                <a:gd name="connsiteX3" fmla="*/ 19433 w 19432"/>
                <a:gd name="connsiteY3" fmla="*/ 21325 h 31041"/>
                <a:gd name="connsiteX4" fmla="*/ 9716 w 19432"/>
                <a:gd name="connsiteY4" fmla="*/ 31042 h 31041"/>
                <a:gd name="connsiteX5" fmla="*/ 9716 w 19432"/>
                <a:gd name="connsiteY5" fmla="*/ 31042 h 31041"/>
                <a:gd name="connsiteX6" fmla="*/ 0 w 19432"/>
                <a:gd name="connsiteY6" fmla="*/ 21325 h 31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2" h="31041">
                  <a:moveTo>
                    <a:pt x="9716" y="0"/>
                  </a:moveTo>
                  <a:lnTo>
                    <a:pt x="9716" y="0"/>
                  </a:lnTo>
                  <a:cubicBezTo>
                    <a:pt x="15083" y="0"/>
                    <a:pt x="19433" y="4350"/>
                    <a:pt x="19433" y="9716"/>
                  </a:cubicBezTo>
                  <a:lnTo>
                    <a:pt x="19433" y="21325"/>
                  </a:lnTo>
                  <a:cubicBezTo>
                    <a:pt x="19433" y="26692"/>
                    <a:pt x="15083" y="31042"/>
                    <a:pt x="9716" y="31042"/>
                  </a:cubicBezTo>
                  <a:lnTo>
                    <a:pt x="9716" y="31042"/>
                  </a:lnTo>
                  <a:cubicBezTo>
                    <a:pt x="4350" y="31042"/>
                    <a:pt x="0" y="26692"/>
                    <a:pt x="0" y="21325"/>
                  </a:cubicBezTo>
                </a:path>
              </a:pathLst>
            </a:custGeom>
            <a:noFill/>
            <a:ln w="8472" cap="flat">
              <a:solidFill>
                <a:srgbClr val="17A3A3"/>
              </a:solidFill>
              <a:prstDash val="solid"/>
              <a:miter/>
            </a:ln>
          </p:spPr>
          <p:txBody>
            <a:bodyPr rtlCol="1" anchor="ctr"/>
            <a:lstStyle/>
            <a:p>
              <a:endParaRPr lang="ar-SA"/>
            </a:p>
          </p:txBody>
        </p:sp>
        <p:sp>
          <p:nvSpPr>
            <p:cNvPr id="8270" name="شكل حر: شكل 9214">
              <a:extLst>
                <a:ext uri="{FF2B5EF4-FFF2-40B4-BE49-F238E27FC236}">
                  <a16:creationId xmlns:a16="http://schemas.microsoft.com/office/drawing/2014/main" id="{8A77457B-F964-E278-B952-12AF874B2461}"/>
                </a:ext>
              </a:extLst>
            </p:cNvPr>
            <p:cNvSpPr/>
            <p:nvPr/>
          </p:nvSpPr>
          <p:spPr>
            <a:xfrm>
              <a:off x="2033143" y="1936904"/>
              <a:ext cx="19432" cy="31041"/>
            </a:xfrm>
            <a:custGeom>
              <a:avLst/>
              <a:gdLst>
                <a:gd name="connsiteX0" fmla="*/ 9716 w 19432"/>
                <a:gd name="connsiteY0" fmla="*/ 0 h 31041"/>
                <a:gd name="connsiteX1" fmla="*/ 9716 w 19432"/>
                <a:gd name="connsiteY1" fmla="*/ 0 h 31041"/>
                <a:gd name="connsiteX2" fmla="*/ 19433 w 19432"/>
                <a:gd name="connsiteY2" fmla="*/ 9716 h 31041"/>
                <a:gd name="connsiteX3" fmla="*/ 19433 w 19432"/>
                <a:gd name="connsiteY3" fmla="*/ 21325 h 31041"/>
                <a:gd name="connsiteX4" fmla="*/ 9716 w 19432"/>
                <a:gd name="connsiteY4" fmla="*/ 31042 h 31041"/>
                <a:gd name="connsiteX5" fmla="*/ 9716 w 19432"/>
                <a:gd name="connsiteY5" fmla="*/ 31042 h 31041"/>
                <a:gd name="connsiteX6" fmla="*/ 0 w 19432"/>
                <a:gd name="connsiteY6" fmla="*/ 21325 h 31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2" h="31041">
                  <a:moveTo>
                    <a:pt x="9716" y="0"/>
                  </a:moveTo>
                  <a:lnTo>
                    <a:pt x="9716" y="0"/>
                  </a:lnTo>
                  <a:cubicBezTo>
                    <a:pt x="15083" y="0"/>
                    <a:pt x="19433" y="4350"/>
                    <a:pt x="19433" y="9716"/>
                  </a:cubicBezTo>
                  <a:lnTo>
                    <a:pt x="19433" y="21325"/>
                  </a:lnTo>
                  <a:cubicBezTo>
                    <a:pt x="19433" y="26692"/>
                    <a:pt x="15083" y="31042"/>
                    <a:pt x="9716" y="31042"/>
                  </a:cubicBezTo>
                  <a:lnTo>
                    <a:pt x="9716" y="31042"/>
                  </a:lnTo>
                  <a:cubicBezTo>
                    <a:pt x="4350" y="31042"/>
                    <a:pt x="0" y="26692"/>
                    <a:pt x="0" y="21325"/>
                  </a:cubicBezTo>
                </a:path>
              </a:pathLst>
            </a:custGeom>
            <a:noFill/>
            <a:ln w="8472" cap="flat">
              <a:solidFill>
                <a:srgbClr val="17A3A3"/>
              </a:solidFill>
              <a:prstDash val="solid"/>
              <a:miter/>
            </a:ln>
          </p:spPr>
          <p:txBody>
            <a:bodyPr rtlCol="1" anchor="ctr"/>
            <a:lstStyle/>
            <a:p>
              <a:endParaRPr lang="ar-SA"/>
            </a:p>
          </p:txBody>
        </p:sp>
        <p:sp>
          <p:nvSpPr>
            <p:cNvPr id="8271" name="شكل حر: شكل 9215">
              <a:extLst>
                <a:ext uri="{FF2B5EF4-FFF2-40B4-BE49-F238E27FC236}">
                  <a16:creationId xmlns:a16="http://schemas.microsoft.com/office/drawing/2014/main" id="{571AC7EA-E4DF-86DC-B6EE-493DA174D6B5}"/>
                </a:ext>
              </a:extLst>
            </p:cNvPr>
            <p:cNvSpPr/>
            <p:nvPr/>
          </p:nvSpPr>
          <p:spPr>
            <a:xfrm>
              <a:off x="2070258" y="1936904"/>
              <a:ext cx="19432" cy="31041"/>
            </a:xfrm>
            <a:custGeom>
              <a:avLst/>
              <a:gdLst>
                <a:gd name="connsiteX0" fmla="*/ 9716 w 19432"/>
                <a:gd name="connsiteY0" fmla="*/ 0 h 31041"/>
                <a:gd name="connsiteX1" fmla="*/ 9716 w 19432"/>
                <a:gd name="connsiteY1" fmla="*/ 0 h 31041"/>
                <a:gd name="connsiteX2" fmla="*/ 19433 w 19432"/>
                <a:gd name="connsiteY2" fmla="*/ 9716 h 31041"/>
                <a:gd name="connsiteX3" fmla="*/ 19433 w 19432"/>
                <a:gd name="connsiteY3" fmla="*/ 21325 h 31041"/>
                <a:gd name="connsiteX4" fmla="*/ 9716 w 19432"/>
                <a:gd name="connsiteY4" fmla="*/ 31042 h 31041"/>
                <a:gd name="connsiteX5" fmla="*/ 9716 w 19432"/>
                <a:gd name="connsiteY5" fmla="*/ 31042 h 31041"/>
                <a:gd name="connsiteX6" fmla="*/ 0 w 19432"/>
                <a:gd name="connsiteY6" fmla="*/ 21325 h 31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2" h="31041">
                  <a:moveTo>
                    <a:pt x="9716" y="0"/>
                  </a:moveTo>
                  <a:lnTo>
                    <a:pt x="9716" y="0"/>
                  </a:lnTo>
                  <a:cubicBezTo>
                    <a:pt x="15083" y="0"/>
                    <a:pt x="19433" y="4350"/>
                    <a:pt x="19433" y="9716"/>
                  </a:cubicBezTo>
                  <a:lnTo>
                    <a:pt x="19433" y="21325"/>
                  </a:lnTo>
                  <a:cubicBezTo>
                    <a:pt x="19433" y="26692"/>
                    <a:pt x="15083" y="31042"/>
                    <a:pt x="9716" y="31042"/>
                  </a:cubicBezTo>
                  <a:lnTo>
                    <a:pt x="9716" y="31042"/>
                  </a:lnTo>
                  <a:cubicBezTo>
                    <a:pt x="4350" y="31042"/>
                    <a:pt x="0" y="26692"/>
                    <a:pt x="0" y="21325"/>
                  </a:cubicBezTo>
                </a:path>
              </a:pathLst>
            </a:custGeom>
            <a:noFill/>
            <a:ln w="8472" cap="flat">
              <a:solidFill>
                <a:srgbClr val="17A3A3"/>
              </a:solidFill>
              <a:prstDash val="solid"/>
              <a:miter/>
            </a:ln>
          </p:spPr>
          <p:txBody>
            <a:bodyPr rtlCol="1" anchor="ctr"/>
            <a:lstStyle/>
            <a:p>
              <a:endParaRPr lang="ar-SA"/>
            </a:p>
          </p:txBody>
        </p:sp>
        <p:sp>
          <p:nvSpPr>
            <p:cNvPr id="8272" name="شكل حر: شكل 9216">
              <a:extLst>
                <a:ext uri="{FF2B5EF4-FFF2-40B4-BE49-F238E27FC236}">
                  <a16:creationId xmlns:a16="http://schemas.microsoft.com/office/drawing/2014/main" id="{71536E3F-3778-6424-4442-E98171EFB5BB}"/>
                </a:ext>
              </a:extLst>
            </p:cNvPr>
            <p:cNvSpPr/>
            <p:nvPr/>
          </p:nvSpPr>
          <p:spPr>
            <a:xfrm>
              <a:off x="2107231" y="1952439"/>
              <a:ext cx="32877" cy="2824"/>
            </a:xfrm>
            <a:custGeom>
              <a:avLst/>
              <a:gdLst>
                <a:gd name="connsiteX0" fmla="*/ 0 w 32877"/>
                <a:gd name="connsiteY0" fmla="*/ 0 h 2824"/>
                <a:gd name="connsiteX1" fmla="*/ 32878 w 32877"/>
                <a:gd name="connsiteY1" fmla="*/ 0 h 2824"/>
              </a:gdLst>
              <a:ahLst/>
              <a:cxnLst>
                <a:cxn ang="0">
                  <a:pos x="connsiteX0" y="connsiteY0"/>
                </a:cxn>
                <a:cxn ang="0">
                  <a:pos x="connsiteX1" y="connsiteY1"/>
                </a:cxn>
              </a:cxnLst>
              <a:rect l="l" t="t" r="r" b="b"/>
              <a:pathLst>
                <a:path w="32877" h="2824">
                  <a:moveTo>
                    <a:pt x="0" y="0"/>
                  </a:moveTo>
                  <a:lnTo>
                    <a:pt x="32878" y="0"/>
                  </a:lnTo>
                </a:path>
              </a:pathLst>
            </a:custGeom>
            <a:ln w="8472" cap="flat">
              <a:solidFill>
                <a:srgbClr val="17A3A3"/>
              </a:solidFill>
              <a:prstDash val="solid"/>
              <a:miter/>
            </a:ln>
          </p:spPr>
          <p:txBody>
            <a:bodyPr rtlCol="1" anchor="ctr"/>
            <a:lstStyle/>
            <a:p>
              <a:endParaRPr lang="ar-SA"/>
            </a:p>
          </p:txBody>
        </p:sp>
        <p:sp>
          <p:nvSpPr>
            <p:cNvPr id="8273" name="شكل حر: شكل 9217">
              <a:extLst>
                <a:ext uri="{FF2B5EF4-FFF2-40B4-BE49-F238E27FC236}">
                  <a16:creationId xmlns:a16="http://schemas.microsoft.com/office/drawing/2014/main" id="{37259C27-FFD8-1D3E-732D-454D7F1A82AF}"/>
                </a:ext>
              </a:extLst>
            </p:cNvPr>
            <p:cNvSpPr/>
            <p:nvPr/>
          </p:nvSpPr>
          <p:spPr>
            <a:xfrm>
              <a:off x="1995972" y="1952439"/>
              <a:ext cx="21410" cy="2824"/>
            </a:xfrm>
            <a:custGeom>
              <a:avLst/>
              <a:gdLst>
                <a:gd name="connsiteX0" fmla="*/ 0 w 21410"/>
                <a:gd name="connsiteY0" fmla="*/ 0 h 2824"/>
                <a:gd name="connsiteX1" fmla="*/ 21410 w 21410"/>
                <a:gd name="connsiteY1" fmla="*/ 0 h 2824"/>
              </a:gdLst>
              <a:ahLst/>
              <a:cxnLst>
                <a:cxn ang="0">
                  <a:pos x="connsiteX0" y="connsiteY0"/>
                </a:cxn>
                <a:cxn ang="0">
                  <a:pos x="connsiteX1" y="connsiteY1"/>
                </a:cxn>
              </a:cxnLst>
              <a:rect l="l" t="t" r="r" b="b"/>
              <a:pathLst>
                <a:path w="21410" h="2824">
                  <a:moveTo>
                    <a:pt x="0" y="0"/>
                  </a:moveTo>
                  <a:lnTo>
                    <a:pt x="21410" y="0"/>
                  </a:lnTo>
                </a:path>
              </a:pathLst>
            </a:custGeom>
            <a:ln w="8472" cap="flat">
              <a:solidFill>
                <a:srgbClr val="01355A"/>
              </a:solidFill>
              <a:prstDash val="solid"/>
              <a:miter/>
            </a:ln>
          </p:spPr>
          <p:txBody>
            <a:bodyPr rtlCol="1" anchor="ctr"/>
            <a:lstStyle/>
            <a:p>
              <a:endParaRPr lang="ar-SA"/>
            </a:p>
          </p:txBody>
        </p:sp>
        <p:grpSp>
          <p:nvGrpSpPr>
            <p:cNvPr id="8274" name="رسم 8014">
              <a:extLst>
                <a:ext uri="{FF2B5EF4-FFF2-40B4-BE49-F238E27FC236}">
                  <a16:creationId xmlns:a16="http://schemas.microsoft.com/office/drawing/2014/main" id="{28BEEB50-90F3-83F4-47CD-C069F192AD02}"/>
                </a:ext>
              </a:extLst>
            </p:cNvPr>
            <p:cNvGrpSpPr/>
            <p:nvPr/>
          </p:nvGrpSpPr>
          <p:grpSpPr>
            <a:xfrm>
              <a:off x="2176178" y="1981109"/>
              <a:ext cx="129364" cy="143529"/>
              <a:chOff x="2176178" y="1981109"/>
              <a:chExt cx="129364" cy="143529"/>
            </a:xfrm>
            <a:noFill/>
          </p:grpSpPr>
          <p:sp>
            <p:nvSpPr>
              <p:cNvPr id="8275" name="شكل حر: شكل 9219">
                <a:extLst>
                  <a:ext uri="{FF2B5EF4-FFF2-40B4-BE49-F238E27FC236}">
                    <a16:creationId xmlns:a16="http://schemas.microsoft.com/office/drawing/2014/main" id="{2E88711B-5F60-8491-CDD0-E09BB724EA64}"/>
                  </a:ext>
                </a:extLst>
              </p:cNvPr>
              <p:cNvSpPr/>
              <p:nvPr/>
            </p:nvSpPr>
            <p:spPr>
              <a:xfrm>
                <a:off x="2176178" y="2095333"/>
                <a:ext cx="129364" cy="29304"/>
              </a:xfrm>
              <a:custGeom>
                <a:avLst/>
                <a:gdLst>
                  <a:gd name="connsiteX0" fmla="*/ 129364 w 129364"/>
                  <a:gd name="connsiteY0" fmla="*/ 0 h 29304"/>
                  <a:gd name="connsiteX1" fmla="*/ 129364 w 129364"/>
                  <a:gd name="connsiteY1" fmla="*/ 12061 h 29304"/>
                  <a:gd name="connsiteX2" fmla="*/ 121879 w 129364"/>
                  <a:gd name="connsiteY2" fmla="*/ 21805 h 29304"/>
                  <a:gd name="connsiteX3" fmla="*/ 121879 w 129364"/>
                  <a:gd name="connsiteY3" fmla="*/ 21805 h 29304"/>
                  <a:gd name="connsiteX4" fmla="*/ 7485 w 129364"/>
                  <a:gd name="connsiteY4" fmla="*/ 21805 h 29304"/>
                  <a:gd name="connsiteX5" fmla="*/ 7485 w 129364"/>
                  <a:gd name="connsiteY5" fmla="*/ 21805 h 29304"/>
                  <a:gd name="connsiteX6" fmla="*/ 0 w 129364"/>
                  <a:gd name="connsiteY6" fmla="*/ 12061 h 29304"/>
                  <a:gd name="connsiteX7" fmla="*/ 0 w 129364"/>
                  <a:gd name="connsiteY7" fmla="*/ 0 h 29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364" h="29304">
                    <a:moveTo>
                      <a:pt x="129364" y="0"/>
                    </a:moveTo>
                    <a:lnTo>
                      <a:pt x="129364" y="12061"/>
                    </a:lnTo>
                    <a:cubicBezTo>
                      <a:pt x="129364" y="16636"/>
                      <a:pt x="126285" y="20619"/>
                      <a:pt x="121879" y="21805"/>
                    </a:cubicBezTo>
                    <a:lnTo>
                      <a:pt x="121879" y="21805"/>
                    </a:lnTo>
                    <a:cubicBezTo>
                      <a:pt x="84397" y="31804"/>
                      <a:pt x="44967" y="31804"/>
                      <a:pt x="7485" y="21805"/>
                    </a:cubicBezTo>
                    <a:lnTo>
                      <a:pt x="7485" y="21805"/>
                    </a:lnTo>
                    <a:cubicBezTo>
                      <a:pt x="3079" y="20619"/>
                      <a:pt x="0" y="16636"/>
                      <a:pt x="0" y="12061"/>
                    </a:cubicBezTo>
                    <a:lnTo>
                      <a:pt x="0" y="0"/>
                    </a:lnTo>
                  </a:path>
                </a:pathLst>
              </a:custGeom>
              <a:noFill/>
              <a:ln w="8472" cap="flat">
                <a:solidFill>
                  <a:srgbClr val="01355A"/>
                </a:solidFill>
                <a:prstDash val="solid"/>
                <a:miter/>
              </a:ln>
            </p:spPr>
            <p:txBody>
              <a:bodyPr rtlCol="1" anchor="ctr"/>
              <a:lstStyle/>
              <a:p>
                <a:endParaRPr lang="ar-SA"/>
              </a:p>
            </p:txBody>
          </p:sp>
          <p:sp>
            <p:nvSpPr>
              <p:cNvPr id="8276" name="شكل حر: شكل 9220">
                <a:extLst>
                  <a:ext uri="{FF2B5EF4-FFF2-40B4-BE49-F238E27FC236}">
                    <a16:creationId xmlns:a16="http://schemas.microsoft.com/office/drawing/2014/main" id="{CD7CFDED-B8CC-E9BA-E271-A678576AEF06}"/>
                  </a:ext>
                </a:extLst>
              </p:cNvPr>
              <p:cNvSpPr/>
              <p:nvPr/>
            </p:nvSpPr>
            <p:spPr>
              <a:xfrm>
                <a:off x="2176178" y="2058332"/>
                <a:ext cx="129364" cy="29304"/>
              </a:xfrm>
              <a:custGeom>
                <a:avLst/>
                <a:gdLst>
                  <a:gd name="connsiteX0" fmla="*/ 129364 w 129364"/>
                  <a:gd name="connsiteY0" fmla="*/ 0 h 29304"/>
                  <a:gd name="connsiteX1" fmla="*/ 129364 w 129364"/>
                  <a:gd name="connsiteY1" fmla="*/ 12061 h 29304"/>
                  <a:gd name="connsiteX2" fmla="*/ 121879 w 129364"/>
                  <a:gd name="connsiteY2" fmla="*/ 21806 h 29304"/>
                  <a:gd name="connsiteX3" fmla="*/ 121879 w 129364"/>
                  <a:gd name="connsiteY3" fmla="*/ 21806 h 29304"/>
                  <a:gd name="connsiteX4" fmla="*/ 7485 w 129364"/>
                  <a:gd name="connsiteY4" fmla="*/ 21806 h 29304"/>
                  <a:gd name="connsiteX5" fmla="*/ 7485 w 129364"/>
                  <a:gd name="connsiteY5" fmla="*/ 21806 h 29304"/>
                  <a:gd name="connsiteX6" fmla="*/ 0 w 129364"/>
                  <a:gd name="connsiteY6" fmla="*/ 12061 h 29304"/>
                  <a:gd name="connsiteX7" fmla="*/ 0 w 129364"/>
                  <a:gd name="connsiteY7" fmla="*/ 0 h 29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364" h="29304">
                    <a:moveTo>
                      <a:pt x="129364" y="0"/>
                    </a:moveTo>
                    <a:lnTo>
                      <a:pt x="129364" y="12061"/>
                    </a:lnTo>
                    <a:cubicBezTo>
                      <a:pt x="129364" y="16637"/>
                      <a:pt x="126285" y="20619"/>
                      <a:pt x="121879" y="21806"/>
                    </a:cubicBezTo>
                    <a:lnTo>
                      <a:pt x="121879" y="21806"/>
                    </a:lnTo>
                    <a:cubicBezTo>
                      <a:pt x="84397" y="31804"/>
                      <a:pt x="44967" y="31804"/>
                      <a:pt x="7485" y="21806"/>
                    </a:cubicBezTo>
                    <a:lnTo>
                      <a:pt x="7485" y="21806"/>
                    </a:lnTo>
                    <a:cubicBezTo>
                      <a:pt x="3079" y="20619"/>
                      <a:pt x="0" y="16637"/>
                      <a:pt x="0" y="12061"/>
                    </a:cubicBezTo>
                    <a:lnTo>
                      <a:pt x="0" y="0"/>
                    </a:lnTo>
                  </a:path>
                </a:pathLst>
              </a:custGeom>
              <a:noFill/>
              <a:ln w="8472" cap="flat">
                <a:solidFill>
                  <a:srgbClr val="01355A"/>
                </a:solidFill>
                <a:prstDash val="solid"/>
                <a:miter/>
              </a:ln>
            </p:spPr>
            <p:txBody>
              <a:bodyPr rtlCol="1" anchor="ctr"/>
              <a:lstStyle/>
              <a:p>
                <a:endParaRPr lang="ar-SA"/>
              </a:p>
            </p:txBody>
          </p:sp>
          <p:sp>
            <p:nvSpPr>
              <p:cNvPr id="8277" name="شكل حر: شكل 9221">
                <a:extLst>
                  <a:ext uri="{FF2B5EF4-FFF2-40B4-BE49-F238E27FC236}">
                    <a16:creationId xmlns:a16="http://schemas.microsoft.com/office/drawing/2014/main" id="{740433D0-DE6B-3F60-49DB-12F7D923BB0D}"/>
                  </a:ext>
                </a:extLst>
              </p:cNvPr>
              <p:cNvSpPr/>
              <p:nvPr/>
            </p:nvSpPr>
            <p:spPr>
              <a:xfrm>
                <a:off x="2176178" y="2021330"/>
                <a:ext cx="129364" cy="29304"/>
              </a:xfrm>
              <a:custGeom>
                <a:avLst/>
                <a:gdLst>
                  <a:gd name="connsiteX0" fmla="*/ 129364 w 129364"/>
                  <a:gd name="connsiteY0" fmla="*/ 0 h 29304"/>
                  <a:gd name="connsiteX1" fmla="*/ 129364 w 129364"/>
                  <a:gd name="connsiteY1" fmla="*/ 12061 h 29304"/>
                  <a:gd name="connsiteX2" fmla="*/ 121879 w 129364"/>
                  <a:gd name="connsiteY2" fmla="*/ 21805 h 29304"/>
                  <a:gd name="connsiteX3" fmla="*/ 121879 w 129364"/>
                  <a:gd name="connsiteY3" fmla="*/ 21805 h 29304"/>
                  <a:gd name="connsiteX4" fmla="*/ 7485 w 129364"/>
                  <a:gd name="connsiteY4" fmla="*/ 21805 h 29304"/>
                  <a:gd name="connsiteX5" fmla="*/ 7485 w 129364"/>
                  <a:gd name="connsiteY5" fmla="*/ 21805 h 29304"/>
                  <a:gd name="connsiteX6" fmla="*/ 0 w 129364"/>
                  <a:gd name="connsiteY6" fmla="*/ 12061 h 29304"/>
                  <a:gd name="connsiteX7" fmla="*/ 0 w 129364"/>
                  <a:gd name="connsiteY7" fmla="*/ 0 h 29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364" h="29304">
                    <a:moveTo>
                      <a:pt x="129364" y="0"/>
                    </a:moveTo>
                    <a:lnTo>
                      <a:pt x="129364" y="12061"/>
                    </a:lnTo>
                    <a:cubicBezTo>
                      <a:pt x="129364" y="16637"/>
                      <a:pt x="126285" y="20619"/>
                      <a:pt x="121879" y="21805"/>
                    </a:cubicBezTo>
                    <a:lnTo>
                      <a:pt x="121879" y="21805"/>
                    </a:lnTo>
                    <a:cubicBezTo>
                      <a:pt x="84397" y="31804"/>
                      <a:pt x="44967" y="31804"/>
                      <a:pt x="7485" y="21805"/>
                    </a:cubicBezTo>
                    <a:lnTo>
                      <a:pt x="7485" y="21805"/>
                    </a:lnTo>
                    <a:cubicBezTo>
                      <a:pt x="3079" y="20619"/>
                      <a:pt x="0" y="16637"/>
                      <a:pt x="0" y="12061"/>
                    </a:cubicBezTo>
                    <a:lnTo>
                      <a:pt x="0" y="0"/>
                    </a:lnTo>
                  </a:path>
                </a:pathLst>
              </a:custGeom>
              <a:noFill/>
              <a:ln w="8472" cap="flat">
                <a:solidFill>
                  <a:srgbClr val="01355A"/>
                </a:solidFill>
                <a:prstDash val="solid"/>
                <a:miter/>
              </a:ln>
            </p:spPr>
            <p:txBody>
              <a:bodyPr rtlCol="1" anchor="ctr"/>
              <a:lstStyle/>
              <a:p>
                <a:endParaRPr lang="ar-SA"/>
              </a:p>
            </p:txBody>
          </p:sp>
          <p:sp>
            <p:nvSpPr>
              <p:cNvPr id="8278" name="شكل حر: شكل 9222">
                <a:extLst>
                  <a:ext uri="{FF2B5EF4-FFF2-40B4-BE49-F238E27FC236}">
                    <a16:creationId xmlns:a16="http://schemas.microsoft.com/office/drawing/2014/main" id="{033CE601-729A-8A11-D084-5AC2BF282BD2}"/>
                  </a:ext>
                </a:extLst>
              </p:cNvPr>
              <p:cNvSpPr/>
              <p:nvPr/>
            </p:nvSpPr>
            <p:spPr>
              <a:xfrm>
                <a:off x="2176178" y="1981109"/>
                <a:ext cx="129364" cy="36634"/>
              </a:xfrm>
              <a:custGeom>
                <a:avLst/>
                <a:gdLst>
                  <a:gd name="connsiteX0" fmla="*/ 129364 w 129364"/>
                  <a:gd name="connsiteY0" fmla="*/ 18331 h 36634"/>
                  <a:gd name="connsiteX1" fmla="*/ 64682 w 129364"/>
                  <a:gd name="connsiteY1" fmla="*/ 36634 h 36634"/>
                  <a:gd name="connsiteX2" fmla="*/ 0 w 129364"/>
                  <a:gd name="connsiteY2" fmla="*/ 18331 h 36634"/>
                  <a:gd name="connsiteX3" fmla="*/ 64682 w 129364"/>
                  <a:gd name="connsiteY3" fmla="*/ 0 h 36634"/>
                  <a:gd name="connsiteX4" fmla="*/ 129364 w 129364"/>
                  <a:gd name="connsiteY4" fmla="*/ 18331 h 366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364" h="36634">
                    <a:moveTo>
                      <a:pt x="129364" y="18331"/>
                    </a:moveTo>
                    <a:cubicBezTo>
                      <a:pt x="129364" y="28443"/>
                      <a:pt x="100413" y="36634"/>
                      <a:pt x="64682" y="36634"/>
                    </a:cubicBezTo>
                    <a:cubicBezTo>
                      <a:pt x="28952" y="36634"/>
                      <a:pt x="0" y="28443"/>
                      <a:pt x="0" y="18331"/>
                    </a:cubicBezTo>
                    <a:cubicBezTo>
                      <a:pt x="0" y="8219"/>
                      <a:pt x="28952" y="0"/>
                      <a:pt x="64682" y="0"/>
                    </a:cubicBezTo>
                    <a:cubicBezTo>
                      <a:pt x="100413" y="0"/>
                      <a:pt x="129364" y="8191"/>
                      <a:pt x="129364" y="18331"/>
                    </a:cubicBezTo>
                    <a:close/>
                  </a:path>
                </a:pathLst>
              </a:custGeom>
              <a:noFill/>
              <a:ln w="8472" cap="flat">
                <a:solidFill>
                  <a:srgbClr val="01355A"/>
                </a:solidFill>
                <a:prstDash val="solid"/>
                <a:miter/>
              </a:ln>
            </p:spPr>
            <p:txBody>
              <a:bodyPr rtlCol="1" anchor="ctr"/>
              <a:lstStyle/>
              <a:p>
                <a:endParaRPr lang="ar-SA"/>
              </a:p>
            </p:txBody>
          </p:sp>
        </p:grpSp>
      </p:grpSp>
      <p:grpSp>
        <p:nvGrpSpPr>
          <p:cNvPr id="8279" name="رسم 8014">
            <a:extLst>
              <a:ext uri="{FF2B5EF4-FFF2-40B4-BE49-F238E27FC236}">
                <a16:creationId xmlns:a16="http://schemas.microsoft.com/office/drawing/2014/main" id="{BCB8D204-1811-7AAC-F589-22DD897EFD75}"/>
              </a:ext>
            </a:extLst>
          </p:cNvPr>
          <p:cNvGrpSpPr/>
          <p:nvPr/>
        </p:nvGrpSpPr>
        <p:grpSpPr>
          <a:xfrm>
            <a:off x="1532558" y="2832290"/>
            <a:ext cx="288456" cy="277551"/>
            <a:chOff x="913295" y="1778024"/>
            <a:chExt cx="344792" cy="352136"/>
          </a:xfrm>
          <a:noFill/>
        </p:grpSpPr>
        <p:grpSp>
          <p:nvGrpSpPr>
            <p:cNvPr id="8280" name="رسم 8014">
              <a:extLst>
                <a:ext uri="{FF2B5EF4-FFF2-40B4-BE49-F238E27FC236}">
                  <a16:creationId xmlns:a16="http://schemas.microsoft.com/office/drawing/2014/main" id="{7147394C-AB68-0DE4-2542-673E678200FD}"/>
                </a:ext>
              </a:extLst>
            </p:cNvPr>
            <p:cNvGrpSpPr/>
            <p:nvPr/>
          </p:nvGrpSpPr>
          <p:grpSpPr>
            <a:xfrm>
              <a:off x="1052602" y="2023448"/>
              <a:ext cx="74059" cy="106711"/>
              <a:chOff x="1052602" y="2023448"/>
              <a:chExt cx="74059" cy="106711"/>
            </a:xfrm>
            <a:noFill/>
          </p:grpSpPr>
          <p:sp>
            <p:nvSpPr>
              <p:cNvPr id="8304" name="شكل حر: شكل 9225">
                <a:extLst>
                  <a:ext uri="{FF2B5EF4-FFF2-40B4-BE49-F238E27FC236}">
                    <a16:creationId xmlns:a16="http://schemas.microsoft.com/office/drawing/2014/main" id="{5A3B0818-BFC9-428E-039D-7DAC96FE0E61}"/>
                  </a:ext>
                </a:extLst>
              </p:cNvPr>
              <p:cNvSpPr/>
              <p:nvPr/>
            </p:nvSpPr>
            <p:spPr>
              <a:xfrm>
                <a:off x="1067741" y="2023448"/>
                <a:ext cx="43836" cy="30109"/>
              </a:xfrm>
              <a:custGeom>
                <a:avLst/>
                <a:gdLst>
                  <a:gd name="connsiteX0" fmla="*/ 43837 w 43836"/>
                  <a:gd name="connsiteY0" fmla="*/ 30110 h 30109"/>
                  <a:gd name="connsiteX1" fmla="*/ 43837 w 43836"/>
                  <a:gd name="connsiteY1" fmla="*/ 21919 h 30109"/>
                  <a:gd name="connsiteX2" fmla="*/ 21918 w 43836"/>
                  <a:gd name="connsiteY2" fmla="*/ 0 h 30109"/>
                  <a:gd name="connsiteX3" fmla="*/ 21918 w 43836"/>
                  <a:gd name="connsiteY3" fmla="*/ 0 h 30109"/>
                  <a:gd name="connsiteX4" fmla="*/ 0 w 43836"/>
                  <a:gd name="connsiteY4" fmla="*/ 21919 h 30109"/>
                  <a:gd name="connsiteX5" fmla="*/ 0 w 43836"/>
                  <a:gd name="connsiteY5" fmla="*/ 30110 h 30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836" h="30109">
                    <a:moveTo>
                      <a:pt x="43837" y="30110"/>
                    </a:moveTo>
                    <a:lnTo>
                      <a:pt x="43837" y="21919"/>
                    </a:lnTo>
                    <a:cubicBezTo>
                      <a:pt x="43837" y="9801"/>
                      <a:pt x="34008" y="0"/>
                      <a:pt x="21918" y="0"/>
                    </a:cubicBezTo>
                    <a:lnTo>
                      <a:pt x="21918" y="0"/>
                    </a:lnTo>
                    <a:cubicBezTo>
                      <a:pt x="9801" y="0"/>
                      <a:pt x="0" y="9829"/>
                      <a:pt x="0" y="21919"/>
                    </a:cubicBezTo>
                    <a:lnTo>
                      <a:pt x="0" y="30110"/>
                    </a:lnTo>
                  </a:path>
                </a:pathLst>
              </a:custGeom>
              <a:noFill/>
              <a:ln w="8472" cap="flat">
                <a:solidFill>
                  <a:srgbClr val="17A3A3"/>
                </a:solidFill>
                <a:prstDash val="solid"/>
                <a:miter/>
              </a:ln>
            </p:spPr>
            <p:txBody>
              <a:bodyPr rtlCol="1" anchor="ctr"/>
              <a:lstStyle/>
              <a:p>
                <a:endParaRPr lang="ar-SA"/>
              </a:p>
            </p:txBody>
          </p:sp>
          <p:sp>
            <p:nvSpPr>
              <p:cNvPr id="8305" name="شكل حر: شكل 9226">
                <a:extLst>
                  <a:ext uri="{FF2B5EF4-FFF2-40B4-BE49-F238E27FC236}">
                    <a16:creationId xmlns:a16="http://schemas.microsoft.com/office/drawing/2014/main" id="{D58C22CE-8030-278D-EE0E-30DADC9E96FA}"/>
                  </a:ext>
                </a:extLst>
              </p:cNvPr>
              <p:cNvSpPr/>
              <p:nvPr/>
            </p:nvSpPr>
            <p:spPr>
              <a:xfrm>
                <a:off x="1052602" y="2053558"/>
                <a:ext cx="74059" cy="76601"/>
              </a:xfrm>
              <a:custGeom>
                <a:avLst/>
                <a:gdLst>
                  <a:gd name="connsiteX0" fmla="*/ 0 w 74059"/>
                  <a:gd name="connsiteY0" fmla="*/ 0 h 76601"/>
                  <a:gd name="connsiteX1" fmla="*/ 74060 w 74059"/>
                  <a:gd name="connsiteY1" fmla="*/ 0 h 76601"/>
                  <a:gd name="connsiteX2" fmla="*/ 74060 w 74059"/>
                  <a:gd name="connsiteY2" fmla="*/ 76602 h 76601"/>
                  <a:gd name="connsiteX3" fmla="*/ 0 w 74059"/>
                  <a:gd name="connsiteY3" fmla="*/ 76602 h 76601"/>
                </a:gdLst>
                <a:ahLst/>
                <a:cxnLst>
                  <a:cxn ang="0">
                    <a:pos x="connsiteX0" y="connsiteY0"/>
                  </a:cxn>
                  <a:cxn ang="0">
                    <a:pos x="connsiteX1" y="connsiteY1"/>
                  </a:cxn>
                  <a:cxn ang="0">
                    <a:pos x="connsiteX2" y="connsiteY2"/>
                  </a:cxn>
                  <a:cxn ang="0">
                    <a:pos x="connsiteX3" y="connsiteY3"/>
                  </a:cxn>
                </a:cxnLst>
                <a:rect l="l" t="t" r="r" b="b"/>
                <a:pathLst>
                  <a:path w="74059" h="76601">
                    <a:moveTo>
                      <a:pt x="0" y="0"/>
                    </a:moveTo>
                    <a:lnTo>
                      <a:pt x="74060" y="0"/>
                    </a:lnTo>
                    <a:lnTo>
                      <a:pt x="74060" y="76602"/>
                    </a:lnTo>
                    <a:lnTo>
                      <a:pt x="0" y="76602"/>
                    </a:lnTo>
                    <a:close/>
                  </a:path>
                </a:pathLst>
              </a:custGeom>
              <a:noFill/>
              <a:ln w="8472" cap="flat">
                <a:solidFill>
                  <a:srgbClr val="17A3A3"/>
                </a:solidFill>
                <a:prstDash val="solid"/>
                <a:miter/>
              </a:ln>
            </p:spPr>
            <p:txBody>
              <a:bodyPr rtlCol="1" anchor="ctr"/>
              <a:lstStyle/>
              <a:p>
                <a:endParaRPr lang="ar-SA"/>
              </a:p>
            </p:txBody>
          </p:sp>
          <p:sp>
            <p:nvSpPr>
              <p:cNvPr id="8306" name="شكل حر: شكل 9227">
                <a:extLst>
                  <a:ext uri="{FF2B5EF4-FFF2-40B4-BE49-F238E27FC236}">
                    <a16:creationId xmlns:a16="http://schemas.microsoft.com/office/drawing/2014/main" id="{004E2ECA-8969-628F-A9D7-AD9BC0BACB25}"/>
                  </a:ext>
                </a:extLst>
              </p:cNvPr>
              <p:cNvSpPr/>
              <p:nvPr/>
            </p:nvSpPr>
            <p:spPr>
              <a:xfrm>
                <a:off x="1079576" y="2075448"/>
                <a:ext cx="20167" cy="20167"/>
              </a:xfrm>
              <a:custGeom>
                <a:avLst/>
                <a:gdLst>
                  <a:gd name="connsiteX0" fmla="*/ 20167 w 20167"/>
                  <a:gd name="connsiteY0" fmla="*/ 10084 h 20167"/>
                  <a:gd name="connsiteX1" fmla="*/ 10084 w 20167"/>
                  <a:gd name="connsiteY1" fmla="*/ 0 h 20167"/>
                  <a:gd name="connsiteX2" fmla="*/ 0 w 20167"/>
                  <a:gd name="connsiteY2" fmla="*/ 10084 h 20167"/>
                  <a:gd name="connsiteX3" fmla="*/ 10084 w 20167"/>
                  <a:gd name="connsiteY3" fmla="*/ 20167 h 20167"/>
                  <a:gd name="connsiteX4" fmla="*/ 20167 w 20167"/>
                  <a:gd name="connsiteY4" fmla="*/ 10084 h 201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67" h="20167">
                    <a:moveTo>
                      <a:pt x="20167" y="10084"/>
                    </a:moveTo>
                    <a:cubicBezTo>
                      <a:pt x="20167" y="4519"/>
                      <a:pt x="15648" y="0"/>
                      <a:pt x="10084" y="0"/>
                    </a:cubicBezTo>
                    <a:cubicBezTo>
                      <a:pt x="4519" y="0"/>
                      <a:pt x="0" y="4519"/>
                      <a:pt x="0" y="10084"/>
                    </a:cubicBezTo>
                    <a:cubicBezTo>
                      <a:pt x="0" y="15648"/>
                      <a:pt x="4519" y="20167"/>
                      <a:pt x="10084" y="20167"/>
                    </a:cubicBezTo>
                    <a:cubicBezTo>
                      <a:pt x="15648" y="20167"/>
                      <a:pt x="20167" y="15648"/>
                      <a:pt x="20167" y="10084"/>
                    </a:cubicBezTo>
                    <a:close/>
                  </a:path>
                </a:pathLst>
              </a:custGeom>
              <a:noFill/>
              <a:ln w="8472" cap="flat">
                <a:solidFill>
                  <a:srgbClr val="17A3A3"/>
                </a:solidFill>
                <a:prstDash val="solid"/>
                <a:miter/>
              </a:ln>
            </p:spPr>
            <p:txBody>
              <a:bodyPr rtlCol="1" anchor="ctr"/>
              <a:lstStyle/>
              <a:p>
                <a:endParaRPr lang="ar-SA"/>
              </a:p>
            </p:txBody>
          </p:sp>
          <p:sp>
            <p:nvSpPr>
              <p:cNvPr id="8307" name="شكل حر: شكل 9228">
                <a:extLst>
                  <a:ext uri="{FF2B5EF4-FFF2-40B4-BE49-F238E27FC236}">
                    <a16:creationId xmlns:a16="http://schemas.microsoft.com/office/drawing/2014/main" id="{1140F091-F853-D769-5264-884A6B871292}"/>
                  </a:ext>
                </a:extLst>
              </p:cNvPr>
              <p:cNvSpPr/>
              <p:nvPr/>
            </p:nvSpPr>
            <p:spPr>
              <a:xfrm>
                <a:off x="1089631" y="2095644"/>
                <a:ext cx="2824" cy="11213"/>
              </a:xfrm>
              <a:custGeom>
                <a:avLst/>
                <a:gdLst>
                  <a:gd name="connsiteX0" fmla="*/ 0 w 2824"/>
                  <a:gd name="connsiteY0" fmla="*/ 0 h 11213"/>
                  <a:gd name="connsiteX1" fmla="*/ 0 w 2824"/>
                  <a:gd name="connsiteY1" fmla="*/ 11213 h 11213"/>
                </a:gdLst>
                <a:ahLst/>
                <a:cxnLst>
                  <a:cxn ang="0">
                    <a:pos x="connsiteX0" y="connsiteY0"/>
                  </a:cxn>
                  <a:cxn ang="0">
                    <a:pos x="connsiteX1" y="connsiteY1"/>
                  </a:cxn>
                </a:cxnLst>
                <a:rect l="l" t="t" r="r" b="b"/>
                <a:pathLst>
                  <a:path w="2824" h="11213">
                    <a:moveTo>
                      <a:pt x="0" y="0"/>
                    </a:moveTo>
                    <a:lnTo>
                      <a:pt x="0" y="11213"/>
                    </a:lnTo>
                  </a:path>
                </a:pathLst>
              </a:custGeom>
              <a:ln w="8472" cap="flat">
                <a:solidFill>
                  <a:srgbClr val="17A3A3"/>
                </a:solidFill>
                <a:prstDash val="solid"/>
                <a:miter/>
              </a:ln>
            </p:spPr>
            <p:txBody>
              <a:bodyPr rtlCol="1" anchor="ctr"/>
              <a:lstStyle/>
              <a:p>
                <a:endParaRPr lang="ar-SA"/>
              </a:p>
            </p:txBody>
          </p:sp>
        </p:grpSp>
        <p:grpSp>
          <p:nvGrpSpPr>
            <p:cNvPr id="8281" name="رسم 8014">
              <a:extLst>
                <a:ext uri="{FF2B5EF4-FFF2-40B4-BE49-F238E27FC236}">
                  <a16:creationId xmlns:a16="http://schemas.microsoft.com/office/drawing/2014/main" id="{6E333C60-B97D-00C9-0D41-CF47AB4053C6}"/>
                </a:ext>
              </a:extLst>
            </p:cNvPr>
            <p:cNvGrpSpPr/>
            <p:nvPr/>
          </p:nvGrpSpPr>
          <p:grpSpPr>
            <a:xfrm>
              <a:off x="1119374" y="1846604"/>
              <a:ext cx="104875" cy="99169"/>
              <a:chOff x="1119374" y="1846604"/>
              <a:chExt cx="104875" cy="99169"/>
            </a:xfrm>
            <a:noFill/>
          </p:grpSpPr>
          <p:sp>
            <p:nvSpPr>
              <p:cNvPr id="8301" name="شكل حر: شكل 9230">
                <a:extLst>
                  <a:ext uri="{FF2B5EF4-FFF2-40B4-BE49-F238E27FC236}">
                    <a16:creationId xmlns:a16="http://schemas.microsoft.com/office/drawing/2014/main" id="{75EAE116-A309-D5CB-4184-67D2A0D78C07}"/>
                  </a:ext>
                </a:extLst>
              </p:cNvPr>
              <p:cNvSpPr/>
              <p:nvPr/>
            </p:nvSpPr>
            <p:spPr>
              <a:xfrm>
                <a:off x="1119374" y="1846604"/>
                <a:ext cx="89057" cy="99169"/>
              </a:xfrm>
              <a:custGeom>
                <a:avLst/>
                <a:gdLst>
                  <a:gd name="connsiteX0" fmla="*/ 0 w 89057"/>
                  <a:gd name="connsiteY0" fmla="*/ 99170 h 99169"/>
                  <a:gd name="connsiteX1" fmla="*/ 0 w 89057"/>
                  <a:gd name="connsiteY1" fmla="*/ 19263 h 99169"/>
                  <a:gd name="connsiteX2" fmla="*/ 19263 w 89057"/>
                  <a:gd name="connsiteY2" fmla="*/ 0 h 99169"/>
                  <a:gd name="connsiteX3" fmla="*/ 89058 w 89057"/>
                  <a:gd name="connsiteY3" fmla="*/ 0 h 99169"/>
                </a:gdLst>
                <a:ahLst/>
                <a:cxnLst>
                  <a:cxn ang="0">
                    <a:pos x="connsiteX0" y="connsiteY0"/>
                  </a:cxn>
                  <a:cxn ang="0">
                    <a:pos x="connsiteX1" y="connsiteY1"/>
                  </a:cxn>
                  <a:cxn ang="0">
                    <a:pos x="connsiteX2" y="connsiteY2"/>
                  </a:cxn>
                  <a:cxn ang="0">
                    <a:pos x="connsiteX3" y="connsiteY3"/>
                  </a:cxn>
                </a:cxnLst>
                <a:rect l="l" t="t" r="r" b="b"/>
                <a:pathLst>
                  <a:path w="89057" h="99169">
                    <a:moveTo>
                      <a:pt x="0" y="99170"/>
                    </a:moveTo>
                    <a:lnTo>
                      <a:pt x="0" y="19263"/>
                    </a:lnTo>
                    <a:cubicBezTo>
                      <a:pt x="0" y="8615"/>
                      <a:pt x="8615" y="0"/>
                      <a:pt x="19263" y="0"/>
                    </a:cubicBezTo>
                    <a:lnTo>
                      <a:pt x="89058" y="0"/>
                    </a:lnTo>
                  </a:path>
                </a:pathLst>
              </a:custGeom>
              <a:noFill/>
              <a:ln w="8472" cap="flat">
                <a:solidFill>
                  <a:srgbClr val="01355A"/>
                </a:solidFill>
                <a:prstDash val="solid"/>
                <a:miter/>
              </a:ln>
            </p:spPr>
            <p:txBody>
              <a:bodyPr rtlCol="1" anchor="ctr"/>
              <a:lstStyle/>
              <a:p>
                <a:endParaRPr lang="ar-SA"/>
              </a:p>
            </p:txBody>
          </p:sp>
          <p:sp>
            <p:nvSpPr>
              <p:cNvPr id="8302" name="شكل حر: شكل 9231">
                <a:extLst>
                  <a:ext uri="{FF2B5EF4-FFF2-40B4-BE49-F238E27FC236}">
                    <a16:creationId xmlns:a16="http://schemas.microsoft.com/office/drawing/2014/main" id="{D338516A-9A17-3890-263D-38BDE4B0A6BA}"/>
                  </a:ext>
                </a:extLst>
              </p:cNvPr>
              <p:cNvSpPr/>
              <p:nvPr/>
            </p:nvSpPr>
            <p:spPr>
              <a:xfrm>
                <a:off x="1208432" y="1889593"/>
                <a:ext cx="2824" cy="56180"/>
              </a:xfrm>
              <a:custGeom>
                <a:avLst/>
                <a:gdLst>
                  <a:gd name="connsiteX0" fmla="*/ 0 w 2824"/>
                  <a:gd name="connsiteY0" fmla="*/ 0 h 56180"/>
                  <a:gd name="connsiteX1" fmla="*/ 0 w 2824"/>
                  <a:gd name="connsiteY1" fmla="*/ 56180 h 56180"/>
                </a:gdLst>
                <a:ahLst/>
                <a:cxnLst>
                  <a:cxn ang="0">
                    <a:pos x="connsiteX0" y="connsiteY0"/>
                  </a:cxn>
                  <a:cxn ang="0">
                    <a:pos x="connsiteX1" y="connsiteY1"/>
                  </a:cxn>
                </a:cxnLst>
                <a:rect l="l" t="t" r="r" b="b"/>
                <a:pathLst>
                  <a:path w="2824" h="56180">
                    <a:moveTo>
                      <a:pt x="0" y="0"/>
                    </a:moveTo>
                    <a:lnTo>
                      <a:pt x="0" y="56180"/>
                    </a:lnTo>
                  </a:path>
                </a:pathLst>
              </a:custGeom>
              <a:ln w="8472" cap="flat">
                <a:solidFill>
                  <a:srgbClr val="01355A"/>
                </a:solidFill>
                <a:prstDash val="solid"/>
                <a:miter/>
              </a:ln>
            </p:spPr>
            <p:txBody>
              <a:bodyPr rtlCol="1" anchor="ctr"/>
              <a:lstStyle/>
              <a:p>
                <a:endParaRPr lang="ar-SA"/>
              </a:p>
            </p:txBody>
          </p:sp>
          <p:sp>
            <p:nvSpPr>
              <p:cNvPr id="8303" name="شكل حر: شكل 9232">
                <a:extLst>
                  <a:ext uri="{FF2B5EF4-FFF2-40B4-BE49-F238E27FC236}">
                    <a16:creationId xmlns:a16="http://schemas.microsoft.com/office/drawing/2014/main" id="{4DDE8209-1356-BDC5-B667-DDFEBAC488C2}"/>
                  </a:ext>
                </a:extLst>
              </p:cNvPr>
              <p:cNvSpPr/>
              <p:nvPr/>
            </p:nvSpPr>
            <p:spPr>
              <a:xfrm>
                <a:off x="1136349" y="1846632"/>
                <a:ext cx="87899" cy="26946"/>
              </a:xfrm>
              <a:custGeom>
                <a:avLst/>
                <a:gdLst>
                  <a:gd name="connsiteX0" fmla="*/ 72082 w 87899"/>
                  <a:gd name="connsiteY0" fmla="*/ 0 h 26946"/>
                  <a:gd name="connsiteX1" fmla="*/ 87900 w 87899"/>
                  <a:gd name="connsiteY1" fmla="*/ 15817 h 26946"/>
                  <a:gd name="connsiteX2" fmla="*/ 83324 w 87899"/>
                  <a:gd name="connsiteY2" fmla="*/ 26946 h 26946"/>
                  <a:gd name="connsiteX3" fmla="*/ 0 w 87899"/>
                  <a:gd name="connsiteY3" fmla="*/ 26946 h 26946"/>
                  <a:gd name="connsiteX4" fmla="*/ 4576 w 87899"/>
                  <a:gd name="connsiteY4" fmla="*/ 15817 h 26946"/>
                  <a:gd name="connsiteX5" fmla="*/ 4124 w 87899"/>
                  <a:gd name="connsiteY5" fmla="*/ 12061 h 26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899" h="26946">
                    <a:moveTo>
                      <a:pt x="72082" y="0"/>
                    </a:moveTo>
                    <a:cubicBezTo>
                      <a:pt x="80839" y="0"/>
                      <a:pt x="87900" y="7089"/>
                      <a:pt x="87900" y="15817"/>
                    </a:cubicBezTo>
                    <a:cubicBezTo>
                      <a:pt x="87900" y="20167"/>
                      <a:pt x="86149" y="24093"/>
                      <a:pt x="83324" y="26946"/>
                    </a:cubicBezTo>
                    <a:lnTo>
                      <a:pt x="0" y="26946"/>
                    </a:lnTo>
                    <a:cubicBezTo>
                      <a:pt x="2825" y="24093"/>
                      <a:pt x="4576" y="20139"/>
                      <a:pt x="4576" y="15817"/>
                    </a:cubicBezTo>
                    <a:cubicBezTo>
                      <a:pt x="4576" y="14518"/>
                      <a:pt x="4406" y="13247"/>
                      <a:pt x="4124" y="12061"/>
                    </a:cubicBezTo>
                  </a:path>
                </a:pathLst>
              </a:custGeom>
              <a:noFill/>
              <a:ln w="8472" cap="flat">
                <a:solidFill>
                  <a:srgbClr val="01355A"/>
                </a:solidFill>
                <a:prstDash val="solid"/>
                <a:miter/>
              </a:ln>
            </p:spPr>
            <p:txBody>
              <a:bodyPr rtlCol="1" anchor="ctr"/>
              <a:lstStyle/>
              <a:p>
                <a:endParaRPr lang="ar-SA"/>
              </a:p>
            </p:txBody>
          </p:sp>
        </p:grpSp>
        <p:grpSp>
          <p:nvGrpSpPr>
            <p:cNvPr id="8282" name="رسم 8014">
              <a:extLst>
                <a:ext uri="{FF2B5EF4-FFF2-40B4-BE49-F238E27FC236}">
                  <a16:creationId xmlns:a16="http://schemas.microsoft.com/office/drawing/2014/main" id="{1BD6DED1-B703-892C-99D5-6FF451DB05E9}"/>
                </a:ext>
              </a:extLst>
            </p:cNvPr>
            <p:cNvGrpSpPr/>
            <p:nvPr/>
          </p:nvGrpSpPr>
          <p:grpSpPr>
            <a:xfrm>
              <a:off x="990801" y="1923262"/>
              <a:ext cx="60558" cy="45051"/>
              <a:chOff x="990801" y="1923262"/>
              <a:chExt cx="60558" cy="45051"/>
            </a:xfrm>
          </p:grpSpPr>
          <p:sp>
            <p:nvSpPr>
              <p:cNvPr id="8292" name="شكل حر: شكل 9234">
                <a:extLst>
                  <a:ext uri="{FF2B5EF4-FFF2-40B4-BE49-F238E27FC236}">
                    <a16:creationId xmlns:a16="http://schemas.microsoft.com/office/drawing/2014/main" id="{F9FA2560-7EF3-4181-2E25-204711D6EA87}"/>
                  </a:ext>
                </a:extLst>
              </p:cNvPr>
              <p:cNvSpPr/>
              <p:nvPr/>
            </p:nvSpPr>
            <p:spPr>
              <a:xfrm>
                <a:off x="990801" y="1923262"/>
                <a:ext cx="9631" cy="2824"/>
              </a:xfrm>
              <a:custGeom>
                <a:avLst/>
                <a:gdLst>
                  <a:gd name="connsiteX0" fmla="*/ 0 w 9631"/>
                  <a:gd name="connsiteY0" fmla="*/ 0 h 2824"/>
                  <a:gd name="connsiteX1" fmla="*/ 9632 w 9631"/>
                  <a:gd name="connsiteY1" fmla="*/ 0 h 2824"/>
                </a:gdLst>
                <a:ahLst/>
                <a:cxnLst>
                  <a:cxn ang="0">
                    <a:pos x="connsiteX0" y="connsiteY0"/>
                  </a:cxn>
                  <a:cxn ang="0">
                    <a:pos x="connsiteX1" y="connsiteY1"/>
                  </a:cxn>
                </a:cxnLst>
                <a:rect l="l" t="t" r="r" b="b"/>
                <a:pathLst>
                  <a:path w="9631" h="2824">
                    <a:moveTo>
                      <a:pt x="0" y="0"/>
                    </a:moveTo>
                    <a:lnTo>
                      <a:pt x="9632" y="0"/>
                    </a:lnTo>
                  </a:path>
                </a:pathLst>
              </a:custGeom>
              <a:ln w="8472" cap="flat">
                <a:solidFill>
                  <a:srgbClr val="01355A"/>
                </a:solidFill>
                <a:prstDash val="solid"/>
                <a:miter/>
              </a:ln>
            </p:spPr>
            <p:txBody>
              <a:bodyPr rtlCol="1" anchor="ctr"/>
              <a:lstStyle/>
              <a:p>
                <a:endParaRPr lang="ar-SA"/>
              </a:p>
            </p:txBody>
          </p:sp>
          <p:sp>
            <p:nvSpPr>
              <p:cNvPr id="8293" name="شكل حر: شكل 9235">
                <a:extLst>
                  <a:ext uri="{FF2B5EF4-FFF2-40B4-BE49-F238E27FC236}">
                    <a16:creationId xmlns:a16="http://schemas.microsoft.com/office/drawing/2014/main" id="{06C83E67-8067-0859-9260-FA45EDD3220F}"/>
                  </a:ext>
                </a:extLst>
              </p:cNvPr>
              <p:cNvSpPr/>
              <p:nvPr/>
            </p:nvSpPr>
            <p:spPr>
              <a:xfrm>
                <a:off x="1016278" y="1923262"/>
                <a:ext cx="9603" cy="2824"/>
              </a:xfrm>
              <a:custGeom>
                <a:avLst/>
                <a:gdLst>
                  <a:gd name="connsiteX0" fmla="*/ 0 w 9603"/>
                  <a:gd name="connsiteY0" fmla="*/ 0 h 2824"/>
                  <a:gd name="connsiteX1" fmla="*/ 9603 w 9603"/>
                  <a:gd name="connsiteY1" fmla="*/ 0 h 2824"/>
                </a:gdLst>
                <a:ahLst/>
                <a:cxnLst>
                  <a:cxn ang="0">
                    <a:pos x="connsiteX0" y="connsiteY0"/>
                  </a:cxn>
                  <a:cxn ang="0">
                    <a:pos x="connsiteX1" y="connsiteY1"/>
                  </a:cxn>
                </a:cxnLst>
                <a:rect l="l" t="t" r="r" b="b"/>
                <a:pathLst>
                  <a:path w="9603" h="2824">
                    <a:moveTo>
                      <a:pt x="0" y="0"/>
                    </a:moveTo>
                    <a:lnTo>
                      <a:pt x="9603" y="0"/>
                    </a:lnTo>
                  </a:path>
                </a:pathLst>
              </a:custGeom>
              <a:ln w="8472" cap="flat">
                <a:solidFill>
                  <a:srgbClr val="01355A"/>
                </a:solidFill>
                <a:prstDash val="solid"/>
                <a:miter/>
              </a:ln>
            </p:spPr>
            <p:txBody>
              <a:bodyPr rtlCol="1" anchor="ctr"/>
              <a:lstStyle/>
              <a:p>
                <a:endParaRPr lang="ar-SA"/>
              </a:p>
            </p:txBody>
          </p:sp>
          <p:sp>
            <p:nvSpPr>
              <p:cNvPr id="8294" name="شكل حر: شكل 9236">
                <a:extLst>
                  <a:ext uri="{FF2B5EF4-FFF2-40B4-BE49-F238E27FC236}">
                    <a16:creationId xmlns:a16="http://schemas.microsoft.com/office/drawing/2014/main" id="{1A07401E-4E84-D4D9-619B-7E53A7A2FBD9}"/>
                  </a:ext>
                </a:extLst>
              </p:cNvPr>
              <p:cNvSpPr/>
              <p:nvPr/>
            </p:nvSpPr>
            <p:spPr>
              <a:xfrm>
                <a:off x="1041727" y="1923262"/>
                <a:ext cx="9631" cy="2824"/>
              </a:xfrm>
              <a:custGeom>
                <a:avLst/>
                <a:gdLst>
                  <a:gd name="connsiteX0" fmla="*/ 0 w 9631"/>
                  <a:gd name="connsiteY0" fmla="*/ 0 h 2824"/>
                  <a:gd name="connsiteX1" fmla="*/ 9632 w 9631"/>
                  <a:gd name="connsiteY1" fmla="*/ 0 h 2824"/>
                </a:gdLst>
                <a:ahLst/>
                <a:cxnLst>
                  <a:cxn ang="0">
                    <a:pos x="connsiteX0" y="connsiteY0"/>
                  </a:cxn>
                  <a:cxn ang="0">
                    <a:pos x="connsiteX1" y="connsiteY1"/>
                  </a:cxn>
                </a:cxnLst>
                <a:rect l="l" t="t" r="r" b="b"/>
                <a:pathLst>
                  <a:path w="9631" h="2824">
                    <a:moveTo>
                      <a:pt x="0" y="0"/>
                    </a:moveTo>
                    <a:lnTo>
                      <a:pt x="9632" y="0"/>
                    </a:lnTo>
                  </a:path>
                </a:pathLst>
              </a:custGeom>
              <a:ln w="8472" cap="flat">
                <a:solidFill>
                  <a:srgbClr val="01355A"/>
                </a:solidFill>
                <a:prstDash val="solid"/>
                <a:miter/>
              </a:ln>
            </p:spPr>
            <p:txBody>
              <a:bodyPr rtlCol="1" anchor="ctr"/>
              <a:lstStyle/>
              <a:p>
                <a:endParaRPr lang="ar-SA"/>
              </a:p>
            </p:txBody>
          </p:sp>
          <p:sp>
            <p:nvSpPr>
              <p:cNvPr id="8295" name="شكل حر: شكل 9237">
                <a:extLst>
                  <a:ext uri="{FF2B5EF4-FFF2-40B4-BE49-F238E27FC236}">
                    <a16:creationId xmlns:a16="http://schemas.microsoft.com/office/drawing/2014/main" id="{1AFC15BE-2287-11D9-C843-F5465ECB3C36}"/>
                  </a:ext>
                </a:extLst>
              </p:cNvPr>
              <p:cNvSpPr/>
              <p:nvPr/>
            </p:nvSpPr>
            <p:spPr>
              <a:xfrm>
                <a:off x="990801" y="1945773"/>
                <a:ext cx="9631" cy="2824"/>
              </a:xfrm>
              <a:custGeom>
                <a:avLst/>
                <a:gdLst>
                  <a:gd name="connsiteX0" fmla="*/ 0 w 9631"/>
                  <a:gd name="connsiteY0" fmla="*/ 0 h 2824"/>
                  <a:gd name="connsiteX1" fmla="*/ 9632 w 9631"/>
                  <a:gd name="connsiteY1" fmla="*/ 0 h 2824"/>
                </a:gdLst>
                <a:ahLst/>
                <a:cxnLst>
                  <a:cxn ang="0">
                    <a:pos x="connsiteX0" y="connsiteY0"/>
                  </a:cxn>
                  <a:cxn ang="0">
                    <a:pos x="connsiteX1" y="connsiteY1"/>
                  </a:cxn>
                </a:cxnLst>
                <a:rect l="l" t="t" r="r" b="b"/>
                <a:pathLst>
                  <a:path w="9631" h="2824">
                    <a:moveTo>
                      <a:pt x="0" y="0"/>
                    </a:moveTo>
                    <a:lnTo>
                      <a:pt x="9632" y="0"/>
                    </a:lnTo>
                  </a:path>
                </a:pathLst>
              </a:custGeom>
              <a:ln w="8472" cap="flat">
                <a:solidFill>
                  <a:srgbClr val="01355A"/>
                </a:solidFill>
                <a:prstDash val="solid"/>
                <a:miter/>
              </a:ln>
            </p:spPr>
            <p:txBody>
              <a:bodyPr rtlCol="1" anchor="ctr"/>
              <a:lstStyle/>
              <a:p>
                <a:endParaRPr lang="ar-SA"/>
              </a:p>
            </p:txBody>
          </p:sp>
          <p:sp>
            <p:nvSpPr>
              <p:cNvPr id="8296" name="شكل حر: شكل 9238">
                <a:extLst>
                  <a:ext uri="{FF2B5EF4-FFF2-40B4-BE49-F238E27FC236}">
                    <a16:creationId xmlns:a16="http://schemas.microsoft.com/office/drawing/2014/main" id="{8761F9B1-23D3-25ED-435C-96609BDA0FDC}"/>
                  </a:ext>
                </a:extLst>
              </p:cNvPr>
              <p:cNvSpPr/>
              <p:nvPr/>
            </p:nvSpPr>
            <p:spPr>
              <a:xfrm>
                <a:off x="1016278" y="1945773"/>
                <a:ext cx="9603" cy="2824"/>
              </a:xfrm>
              <a:custGeom>
                <a:avLst/>
                <a:gdLst>
                  <a:gd name="connsiteX0" fmla="*/ 0 w 9603"/>
                  <a:gd name="connsiteY0" fmla="*/ 0 h 2824"/>
                  <a:gd name="connsiteX1" fmla="*/ 9603 w 9603"/>
                  <a:gd name="connsiteY1" fmla="*/ 0 h 2824"/>
                </a:gdLst>
                <a:ahLst/>
                <a:cxnLst>
                  <a:cxn ang="0">
                    <a:pos x="connsiteX0" y="connsiteY0"/>
                  </a:cxn>
                  <a:cxn ang="0">
                    <a:pos x="connsiteX1" y="connsiteY1"/>
                  </a:cxn>
                </a:cxnLst>
                <a:rect l="l" t="t" r="r" b="b"/>
                <a:pathLst>
                  <a:path w="9603" h="2824">
                    <a:moveTo>
                      <a:pt x="0" y="0"/>
                    </a:moveTo>
                    <a:lnTo>
                      <a:pt x="9603" y="0"/>
                    </a:lnTo>
                  </a:path>
                </a:pathLst>
              </a:custGeom>
              <a:ln w="8472" cap="flat">
                <a:solidFill>
                  <a:srgbClr val="01355A"/>
                </a:solidFill>
                <a:prstDash val="solid"/>
                <a:miter/>
              </a:ln>
            </p:spPr>
            <p:txBody>
              <a:bodyPr rtlCol="1" anchor="ctr"/>
              <a:lstStyle/>
              <a:p>
                <a:endParaRPr lang="ar-SA"/>
              </a:p>
            </p:txBody>
          </p:sp>
          <p:sp>
            <p:nvSpPr>
              <p:cNvPr id="8297" name="شكل حر: شكل 9239">
                <a:extLst>
                  <a:ext uri="{FF2B5EF4-FFF2-40B4-BE49-F238E27FC236}">
                    <a16:creationId xmlns:a16="http://schemas.microsoft.com/office/drawing/2014/main" id="{33F71CB0-F07C-1557-31AD-45B6AB97EA53}"/>
                  </a:ext>
                </a:extLst>
              </p:cNvPr>
              <p:cNvSpPr/>
              <p:nvPr/>
            </p:nvSpPr>
            <p:spPr>
              <a:xfrm>
                <a:off x="1041727" y="1945773"/>
                <a:ext cx="9631" cy="2824"/>
              </a:xfrm>
              <a:custGeom>
                <a:avLst/>
                <a:gdLst>
                  <a:gd name="connsiteX0" fmla="*/ 0 w 9631"/>
                  <a:gd name="connsiteY0" fmla="*/ 0 h 2824"/>
                  <a:gd name="connsiteX1" fmla="*/ 9632 w 9631"/>
                  <a:gd name="connsiteY1" fmla="*/ 0 h 2824"/>
                </a:gdLst>
                <a:ahLst/>
                <a:cxnLst>
                  <a:cxn ang="0">
                    <a:pos x="connsiteX0" y="connsiteY0"/>
                  </a:cxn>
                  <a:cxn ang="0">
                    <a:pos x="connsiteX1" y="connsiteY1"/>
                  </a:cxn>
                </a:cxnLst>
                <a:rect l="l" t="t" r="r" b="b"/>
                <a:pathLst>
                  <a:path w="9631" h="2824">
                    <a:moveTo>
                      <a:pt x="0" y="0"/>
                    </a:moveTo>
                    <a:lnTo>
                      <a:pt x="9632" y="0"/>
                    </a:lnTo>
                  </a:path>
                </a:pathLst>
              </a:custGeom>
              <a:ln w="8472" cap="flat">
                <a:solidFill>
                  <a:srgbClr val="01355A"/>
                </a:solidFill>
                <a:prstDash val="solid"/>
                <a:miter/>
              </a:ln>
            </p:spPr>
            <p:txBody>
              <a:bodyPr rtlCol="1" anchor="ctr"/>
              <a:lstStyle/>
              <a:p>
                <a:endParaRPr lang="ar-SA"/>
              </a:p>
            </p:txBody>
          </p:sp>
          <p:sp>
            <p:nvSpPr>
              <p:cNvPr id="8298" name="شكل حر: شكل 9240">
                <a:extLst>
                  <a:ext uri="{FF2B5EF4-FFF2-40B4-BE49-F238E27FC236}">
                    <a16:creationId xmlns:a16="http://schemas.microsoft.com/office/drawing/2014/main" id="{B97ABC1F-5C37-9C61-2F26-4C4B47372889}"/>
                  </a:ext>
                </a:extLst>
              </p:cNvPr>
              <p:cNvSpPr/>
              <p:nvPr/>
            </p:nvSpPr>
            <p:spPr>
              <a:xfrm>
                <a:off x="990801" y="1968313"/>
                <a:ext cx="9631" cy="2824"/>
              </a:xfrm>
              <a:custGeom>
                <a:avLst/>
                <a:gdLst>
                  <a:gd name="connsiteX0" fmla="*/ 0 w 9631"/>
                  <a:gd name="connsiteY0" fmla="*/ 0 h 2824"/>
                  <a:gd name="connsiteX1" fmla="*/ 9632 w 9631"/>
                  <a:gd name="connsiteY1" fmla="*/ 0 h 2824"/>
                </a:gdLst>
                <a:ahLst/>
                <a:cxnLst>
                  <a:cxn ang="0">
                    <a:pos x="connsiteX0" y="connsiteY0"/>
                  </a:cxn>
                  <a:cxn ang="0">
                    <a:pos x="connsiteX1" y="connsiteY1"/>
                  </a:cxn>
                </a:cxnLst>
                <a:rect l="l" t="t" r="r" b="b"/>
                <a:pathLst>
                  <a:path w="9631" h="2824">
                    <a:moveTo>
                      <a:pt x="0" y="0"/>
                    </a:moveTo>
                    <a:lnTo>
                      <a:pt x="9632" y="0"/>
                    </a:lnTo>
                  </a:path>
                </a:pathLst>
              </a:custGeom>
              <a:ln w="8472" cap="flat">
                <a:solidFill>
                  <a:srgbClr val="01355A"/>
                </a:solidFill>
                <a:prstDash val="solid"/>
                <a:miter/>
              </a:ln>
            </p:spPr>
            <p:txBody>
              <a:bodyPr rtlCol="1" anchor="ctr"/>
              <a:lstStyle/>
              <a:p>
                <a:endParaRPr lang="ar-SA"/>
              </a:p>
            </p:txBody>
          </p:sp>
          <p:sp>
            <p:nvSpPr>
              <p:cNvPr id="8299" name="شكل حر: شكل 9241">
                <a:extLst>
                  <a:ext uri="{FF2B5EF4-FFF2-40B4-BE49-F238E27FC236}">
                    <a16:creationId xmlns:a16="http://schemas.microsoft.com/office/drawing/2014/main" id="{37A276FA-B73D-593B-5A4C-8DFCB6EF057E}"/>
                  </a:ext>
                </a:extLst>
              </p:cNvPr>
              <p:cNvSpPr/>
              <p:nvPr/>
            </p:nvSpPr>
            <p:spPr>
              <a:xfrm>
                <a:off x="1016278" y="1968313"/>
                <a:ext cx="9603" cy="2824"/>
              </a:xfrm>
              <a:custGeom>
                <a:avLst/>
                <a:gdLst>
                  <a:gd name="connsiteX0" fmla="*/ 0 w 9603"/>
                  <a:gd name="connsiteY0" fmla="*/ 0 h 2824"/>
                  <a:gd name="connsiteX1" fmla="*/ 9603 w 9603"/>
                  <a:gd name="connsiteY1" fmla="*/ 0 h 2824"/>
                </a:gdLst>
                <a:ahLst/>
                <a:cxnLst>
                  <a:cxn ang="0">
                    <a:pos x="connsiteX0" y="connsiteY0"/>
                  </a:cxn>
                  <a:cxn ang="0">
                    <a:pos x="connsiteX1" y="connsiteY1"/>
                  </a:cxn>
                </a:cxnLst>
                <a:rect l="l" t="t" r="r" b="b"/>
                <a:pathLst>
                  <a:path w="9603" h="2824">
                    <a:moveTo>
                      <a:pt x="0" y="0"/>
                    </a:moveTo>
                    <a:lnTo>
                      <a:pt x="9603" y="0"/>
                    </a:lnTo>
                  </a:path>
                </a:pathLst>
              </a:custGeom>
              <a:ln w="8472" cap="flat">
                <a:solidFill>
                  <a:srgbClr val="01355A"/>
                </a:solidFill>
                <a:prstDash val="solid"/>
                <a:miter/>
              </a:ln>
            </p:spPr>
            <p:txBody>
              <a:bodyPr rtlCol="1" anchor="ctr"/>
              <a:lstStyle/>
              <a:p>
                <a:endParaRPr lang="ar-SA"/>
              </a:p>
            </p:txBody>
          </p:sp>
          <p:sp>
            <p:nvSpPr>
              <p:cNvPr id="8300" name="شكل حر: شكل 9242">
                <a:extLst>
                  <a:ext uri="{FF2B5EF4-FFF2-40B4-BE49-F238E27FC236}">
                    <a16:creationId xmlns:a16="http://schemas.microsoft.com/office/drawing/2014/main" id="{CCC9C032-A448-4FE8-16BD-71DF9A35EC13}"/>
                  </a:ext>
                </a:extLst>
              </p:cNvPr>
              <p:cNvSpPr/>
              <p:nvPr/>
            </p:nvSpPr>
            <p:spPr>
              <a:xfrm>
                <a:off x="1041727" y="1968313"/>
                <a:ext cx="9631" cy="2824"/>
              </a:xfrm>
              <a:custGeom>
                <a:avLst/>
                <a:gdLst>
                  <a:gd name="connsiteX0" fmla="*/ 0 w 9631"/>
                  <a:gd name="connsiteY0" fmla="*/ 0 h 2824"/>
                  <a:gd name="connsiteX1" fmla="*/ 9632 w 9631"/>
                  <a:gd name="connsiteY1" fmla="*/ 0 h 2824"/>
                </a:gdLst>
                <a:ahLst/>
                <a:cxnLst>
                  <a:cxn ang="0">
                    <a:pos x="connsiteX0" y="connsiteY0"/>
                  </a:cxn>
                  <a:cxn ang="0">
                    <a:pos x="connsiteX1" y="connsiteY1"/>
                  </a:cxn>
                </a:cxnLst>
                <a:rect l="l" t="t" r="r" b="b"/>
                <a:pathLst>
                  <a:path w="9631" h="2824">
                    <a:moveTo>
                      <a:pt x="0" y="0"/>
                    </a:moveTo>
                    <a:lnTo>
                      <a:pt x="9632" y="0"/>
                    </a:lnTo>
                  </a:path>
                </a:pathLst>
              </a:custGeom>
              <a:ln w="8472" cap="flat">
                <a:solidFill>
                  <a:srgbClr val="01355A"/>
                </a:solidFill>
                <a:prstDash val="solid"/>
                <a:miter/>
              </a:ln>
            </p:spPr>
            <p:txBody>
              <a:bodyPr rtlCol="1" anchor="ctr"/>
              <a:lstStyle/>
              <a:p>
                <a:endParaRPr lang="ar-SA"/>
              </a:p>
            </p:txBody>
          </p:sp>
        </p:grpSp>
        <p:grpSp>
          <p:nvGrpSpPr>
            <p:cNvPr id="8283" name="رسم 8014">
              <a:extLst>
                <a:ext uri="{FF2B5EF4-FFF2-40B4-BE49-F238E27FC236}">
                  <a16:creationId xmlns:a16="http://schemas.microsoft.com/office/drawing/2014/main" id="{B74D5653-2B3E-7BAE-5893-289025983844}"/>
                </a:ext>
              </a:extLst>
            </p:cNvPr>
            <p:cNvGrpSpPr/>
            <p:nvPr/>
          </p:nvGrpSpPr>
          <p:grpSpPr>
            <a:xfrm>
              <a:off x="1007663" y="1793248"/>
              <a:ext cx="26833" cy="68721"/>
              <a:chOff x="1007663" y="1793248"/>
              <a:chExt cx="26833" cy="68721"/>
            </a:xfrm>
            <a:noFill/>
          </p:grpSpPr>
          <p:sp>
            <p:nvSpPr>
              <p:cNvPr id="8289" name="شكل حر: شكل 9244">
                <a:extLst>
                  <a:ext uri="{FF2B5EF4-FFF2-40B4-BE49-F238E27FC236}">
                    <a16:creationId xmlns:a16="http://schemas.microsoft.com/office/drawing/2014/main" id="{7093AE5E-6FF4-AF3B-7F73-71A10EAC87ED}"/>
                  </a:ext>
                </a:extLst>
              </p:cNvPr>
              <p:cNvSpPr/>
              <p:nvPr/>
            </p:nvSpPr>
            <p:spPr>
              <a:xfrm>
                <a:off x="1007663" y="1800733"/>
                <a:ext cx="26833" cy="53666"/>
              </a:xfrm>
              <a:custGeom>
                <a:avLst/>
                <a:gdLst>
                  <a:gd name="connsiteX0" fmla="*/ 0 w 26833"/>
                  <a:gd name="connsiteY0" fmla="*/ 40250 h 53666"/>
                  <a:gd name="connsiteX1" fmla="*/ 13417 w 26833"/>
                  <a:gd name="connsiteY1" fmla="*/ 53666 h 53666"/>
                  <a:gd name="connsiteX2" fmla="*/ 26833 w 26833"/>
                  <a:gd name="connsiteY2" fmla="*/ 40250 h 53666"/>
                  <a:gd name="connsiteX3" fmla="*/ 13417 w 26833"/>
                  <a:gd name="connsiteY3" fmla="*/ 26833 h 53666"/>
                  <a:gd name="connsiteX4" fmla="*/ 0 w 26833"/>
                  <a:gd name="connsiteY4" fmla="*/ 13417 h 53666"/>
                  <a:gd name="connsiteX5" fmla="*/ 13417 w 26833"/>
                  <a:gd name="connsiteY5" fmla="*/ 0 h 53666"/>
                  <a:gd name="connsiteX6" fmla="*/ 26833 w 26833"/>
                  <a:gd name="connsiteY6" fmla="*/ 13417 h 53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833" h="53666">
                    <a:moveTo>
                      <a:pt x="0" y="40250"/>
                    </a:moveTo>
                    <a:cubicBezTo>
                      <a:pt x="0" y="47650"/>
                      <a:pt x="6016" y="53666"/>
                      <a:pt x="13417" y="53666"/>
                    </a:cubicBezTo>
                    <a:cubicBezTo>
                      <a:pt x="20817" y="53666"/>
                      <a:pt x="26833" y="47650"/>
                      <a:pt x="26833" y="40250"/>
                    </a:cubicBezTo>
                    <a:cubicBezTo>
                      <a:pt x="26833" y="32849"/>
                      <a:pt x="21325" y="29403"/>
                      <a:pt x="13417" y="26833"/>
                    </a:cubicBezTo>
                    <a:cubicBezTo>
                      <a:pt x="6383" y="24545"/>
                      <a:pt x="0" y="20817"/>
                      <a:pt x="0" y="13417"/>
                    </a:cubicBezTo>
                    <a:cubicBezTo>
                      <a:pt x="0" y="6016"/>
                      <a:pt x="6016" y="0"/>
                      <a:pt x="13417" y="0"/>
                    </a:cubicBezTo>
                    <a:cubicBezTo>
                      <a:pt x="20817" y="0"/>
                      <a:pt x="26833" y="6016"/>
                      <a:pt x="26833" y="13417"/>
                    </a:cubicBezTo>
                  </a:path>
                </a:pathLst>
              </a:custGeom>
              <a:noFill/>
              <a:ln w="8472" cap="flat">
                <a:solidFill>
                  <a:srgbClr val="01355A"/>
                </a:solidFill>
                <a:prstDash val="solid"/>
                <a:miter/>
              </a:ln>
            </p:spPr>
            <p:txBody>
              <a:bodyPr rtlCol="1" anchor="ctr"/>
              <a:lstStyle/>
              <a:p>
                <a:endParaRPr lang="ar-SA"/>
              </a:p>
            </p:txBody>
          </p:sp>
          <p:sp>
            <p:nvSpPr>
              <p:cNvPr id="8290" name="شكل حر: شكل 9245">
                <a:extLst>
                  <a:ext uri="{FF2B5EF4-FFF2-40B4-BE49-F238E27FC236}">
                    <a16:creationId xmlns:a16="http://schemas.microsoft.com/office/drawing/2014/main" id="{02823D12-C6CC-4730-59DD-375E66FBB4B6}"/>
                  </a:ext>
                </a:extLst>
              </p:cNvPr>
              <p:cNvSpPr/>
              <p:nvPr/>
            </p:nvSpPr>
            <p:spPr>
              <a:xfrm>
                <a:off x="1021080" y="1793248"/>
                <a:ext cx="2824" cy="7569"/>
              </a:xfrm>
              <a:custGeom>
                <a:avLst/>
                <a:gdLst>
                  <a:gd name="connsiteX0" fmla="*/ 0 w 2824"/>
                  <a:gd name="connsiteY0" fmla="*/ 0 h 7569"/>
                  <a:gd name="connsiteX1" fmla="*/ 0 w 2824"/>
                  <a:gd name="connsiteY1" fmla="*/ 7570 h 7569"/>
                </a:gdLst>
                <a:ahLst/>
                <a:cxnLst>
                  <a:cxn ang="0">
                    <a:pos x="connsiteX0" y="connsiteY0"/>
                  </a:cxn>
                  <a:cxn ang="0">
                    <a:pos x="connsiteX1" y="connsiteY1"/>
                  </a:cxn>
                </a:cxnLst>
                <a:rect l="l" t="t" r="r" b="b"/>
                <a:pathLst>
                  <a:path w="2824" h="7569">
                    <a:moveTo>
                      <a:pt x="0" y="0"/>
                    </a:moveTo>
                    <a:lnTo>
                      <a:pt x="0" y="7570"/>
                    </a:lnTo>
                  </a:path>
                </a:pathLst>
              </a:custGeom>
              <a:ln w="8472" cap="flat">
                <a:solidFill>
                  <a:srgbClr val="01355A"/>
                </a:solidFill>
                <a:prstDash val="solid"/>
                <a:miter/>
              </a:ln>
            </p:spPr>
            <p:txBody>
              <a:bodyPr rtlCol="1" anchor="ctr"/>
              <a:lstStyle/>
              <a:p>
                <a:endParaRPr lang="ar-SA"/>
              </a:p>
            </p:txBody>
          </p:sp>
          <p:sp>
            <p:nvSpPr>
              <p:cNvPr id="8291" name="شكل حر: شكل 9246">
                <a:extLst>
                  <a:ext uri="{FF2B5EF4-FFF2-40B4-BE49-F238E27FC236}">
                    <a16:creationId xmlns:a16="http://schemas.microsoft.com/office/drawing/2014/main" id="{48409683-DDEC-274A-91C2-F96829BB3F28}"/>
                  </a:ext>
                </a:extLst>
              </p:cNvPr>
              <p:cNvSpPr/>
              <p:nvPr/>
            </p:nvSpPr>
            <p:spPr>
              <a:xfrm>
                <a:off x="1021080" y="1854399"/>
                <a:ext cx="2824" cy="7569"/>
              </a:xfrm>
              <a:custGeom>
                <a:avLst/>
                <a:gdLst>
                  <a:gd name="connsiteX0" fmla="*/ 0 w 2824"/>
                  <a:gd name="connsiteY0" fmla="*/ 0 h 7569"/>
                  <a:gd name="connsiteX1" fmla="*/ 0 w 2824"/>
                  <a:gd name="connsiteY1" fmla="*/ 7570 h 7569"/>
                </a:gdLst>
                <a:ahLst/>
                <a:cxnLst>
                  <a:cxn ang="0">
                    <a:pos x="connsiteX0" y="connsiteY0"/>
                  </a:cxn>
                  <a:cxn ang="0">
                    <a:pos x="connsiteX1" y="connsiteY1"/>
                  </a:cxn>
                </a:cxnLst>
                <a:rect l="l" t="t" r="r" b="b"/>
                <a:pathLst>
                  <a:path w="2824" h="7569">
                    <a:moveTo>
                      <a:pt x="0" y="0"/>
                    </a:moveTo>
                    <a:lnTo>
                      <a:pt x="0" y="7570"/>
                    </a:lnTo>
                  </a:path>
                </a:pathLst>
              </a:custGeom>
              <a:ln w="8472" cap="flat">
                <a:solidFill>
                  <a:srgbClr val="01355A"/>
                </a:solidFill>
                <a:prstDash val="solid"/>
                <a:miter/>
              </a:ln>
            </p:spPr>
            <p:txBody>
              <a:bodyPr rtlCol="1" anchor="ctr"/>
              <a:lstStyle/>
              <a:p>
                <a:endParaRPr lang="ar-SA"/>
              </a:p>
            </p:txBody>
          </p:sp>
        </p:grpSp>
        <p:sp>
          <p:nvSpPr>
            <p:cNvPr id="8284" name="شكل حر: شكل 9247">
              <a:extLst>
                <a:ext uri="{FF2B5EF4-FFF2-40B4-BE49-F238E27FC236}">
                  <a16:creationId xmlns:a16="http://schemas.microsoft.com/office/drawing/2014/main" id="{05FB6347-01D8-D062-DAB5-068AD1A21570}"/>
                </a:ext>
              </a:extLst>
            </p:cNvPr>
            <p:cNvSpPr/>
            <p:nvPr/>
          </p:nvSpPr>
          <p:spPr>
            <a:xfrm>
              <a:off x="913295" y="1877193"/>
              <a:ext cx="344792" cy="123799"/>
            </a:xfrm>
            <a:custGeom>
              <a:avLst/>
              <a:gdLst>
                <a:gd name="connsiteX0" fmla="*/ 180630 w 344792"/>
                <a:gd name="connsiteY0" fmla="*/ 0 h 123799"/>
                <a:gd name="connsiteX1" fmla="*/ 172382 w 344792"/>
                <a:gd name="connsiteY1" fmla="*/ 0 h 123799"/>
                <a:gd name="connsiteX2" fmla="*/ 49345 w 344792"/>
                <a:gd name="connsiteY2" fmla="*/ 0 h 123799"/>
                <a:gd name="connsiteX3" fmla="*/ 0 w 344792"/>
                <a:gd name="connsiteY3" fmla="*/ 123800 h 123799"/>
                <a:gd name="connsiteX4" fmla="*/ 172382 w 344792"/>
                <a:gd name="connsiteY4" fmla="*/ 123800 h 123799"/>
                <a:gd name="connsiteX5" fmla="*/ 344792 w 344792"/>
                <a:gd name="connsiteY5" fmla="*/ 123800 h 123799"/>
                <a:gd name="connsiteX6" fmla="*/ 322761 w 344792"/>
                <a:gd name="connsiteY6" fmla="*/ 68580 h 123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4792" h="123799">
                  <a:moveTo>
                    <a:pt x="180630" y="0"/>
                  </a:moveTo>
                  <a:lnTo>
                    <a:pt x="172382" y="0"/>
                  </a:lnTo>
                  <a:lnTo>
                    <a:pt x="49345" y="0"/>
                  </a:lnTo>
                  <a:lnTo>
                    <a:pt x="0" y="123800"/>
                  </a:lnTo>
                  <a:lnTo>
                    <a:pt x="172382" y="123800"/>
                  </a:lnTo>
                  <a:lnTo>
                    <a:pt x="344792" y="123800"/>
                  </a:lnTo>
                  <a:lnTo>
                    <a:pt x="322761" y="68580"/>
                  </a:lnTo>
                </a:path>
              </a:pathLst>
            </a:custGeom>
            <a:noFill/>
            <a:ln w="8472" cap="flat">
              <a:solidFill>
                <a:srgbClr val="01355A"/>
              </a:solidFill>
              <a:prstDash val="solid"/>
              <a:miter/>
            </a:ln>
          </p:spPr>
          <p:txBody>
            <a:bodyPr rtlCol="1" anchor="ctr"/>
            <a:lstStyle/>
            <a:p>
              <a:endParaRPr lang="ar-SA"/>
            </a:p>
          </p:txBody>
        </p:sp>
        <p:sp>
          <p:nvSpPr>
            <p:cNvPr id="8285" name="شكل حر: شكل 9248">
              <a:extLst>
                <a:ext uri="{FF2B5EF4-FFF2-40B4-BE49-F238E27FC236}">
                  <a16:creationId xmlns:a16="http://schemas.microsoft.com/office/drawing/2014/main" id="{591D72B8-8008-5288-3866-0A55C36C0130}"/>
                </a:ext>
              </a:extLst>
            </p:cNvPr>
            <p:cNvSpPr/>
            <p:nvPr/>
          </p:nvSpPr>
          <p:spPr>
            <a:xfrm>
              <a:off x="1145586" y="2000993"/>
              <a:ext cx="112501" cy="62676"/>
            </a:xfrm>
            <a:custGeom>
              <a:avLst/>
              <a:gdLst>
                <a:gd name="connsiteX0" fmla="*/ 112502 w 112501"/>
                <a:gd name="connsiteY0" fmla="*/ 0 h 62676"/>
                <a:gd name="connsiteX1" fmla="*/ 112502 w 112501"/>
                <a:gd name="connsiteY1" fmla="*/ 62677 h 62676"/>
                <a:gd name="connsiteX2" fmla="*/ 0 w 112501"/>
                <a:gd name="connsiteY2" fmla="*/ 62677 h 62676"/>
              </a:gdLst>
              <a:ahLst/>
              <a:cxnLst>
                <a:cxn ang="0">
                  <a:pos x="connsiteX0" y="connsiteY0"/>
                </a:cxn>
                <a:cxn ang="0">
                  <a:pos x="connsiteX1" y="connsiteY1"/>
                </a:cxn>
                <a:cxn ang="0">
                  <a:pos x="connsiteX2" y="connsiteY2"/>
                </a:cxn>
              </a:cxnLst>
              <a:rect l="l" t="t" r="r" b="b"/>
              <a:pathLst>
                <a:path w="112501" h="62676">
                  <a:moveTo>
                    <a:pt x="112502" y="0"/>
                  </a:moveTo>
                  <a:lnTo>
                    <a:pt x="112502" y="62677"/>
                  </a:lnTo>
                  <a:lnTo>
                    <a:pt x="0" y="62677"/>
                  </a:lnTo>
                </a:path>
              </a:pathLst>
            </a:custGeom>
            <a:noFill/>
            <a:ln w="8472" cap="flat">
              <a:solidFill>
                <a:srgbClr val="01355A"/>
              </a:solidFill>
              <a:prstDash val="solid"/>
              <a:miter/>
            </a:ln>
          </p:spPr>
          <p:txBody>
            <a:bodyPr rtlCol="1" anchor="ctr"/>
            <a:lstStyle/>
            <a:p>
              <a:endParaRPr lang="ar-SA"/>
            </a:p>
          </p:txBody>
        </p:sp>
        <p:sp>
          <p:nvSpPr>
            <p:cNvPr id="8286" name="شكل حر: شكل 9249">
              <a:extLst>
                <a:ext uri="{FF2B5EF4-FFF2-40B4-BE49-F238E27FC236}">
                  <a16:creationId xmlns:a16="http://schemas.microsoft.com/office/drawing/2014/main" id="{F50C68D9-9168-57A8-9EE1-642332F1F459}"/>
                </a:ext>
              </a:extLst>
            </p:cNvPr>
            <p:cNvSpPr/>
            <p:nvPr/>
          </p:nvSpPr>
          <p:spPr>
            <a:xfrm>
              <a:off x="913295" y="2000993"/>
              <a:ext cx="122359" cy="62676"/>
            </a:xfrm>
            <a:custGeom>
              <a:avLst/>
              <a:gdLst>
                <a:gd name="connsiteX0" fmla="*/ 122359 w 122359"/>
                <a:gd name="connsiteY0" fmla="*/ 62677 h 62676"/>
                <a:gd name="connsiteX1" fmla="*/ 0 w 122359"/>
                <a:gd name="connsiteY1" fmla="*/ 62677 h 62676"/>
                <a:gd name="connsiteX2" fmla="*/ 0 w 122359"/>
                <a:gd name="connsiteY2" fmla="*/ 0 h 62676"/>
              </a:gdLst>
              <a:ahLst/>
              <a:cxnLst>
                <a:cxn ang="0">
                  <a:pos x="connsiteX0" y="connsiteY0"/>
                </a:cxn>
                <a:cxn ang="0">
                  <a:pos x="connsiteX1" y="connsiteY1"/>
                </a:cxn>
                <a:cxn ang="0">
                  <a:pos x="connsiteX2" y="connsiteY2"/>
                </a:cxn>
              </a:cxnLst>
              <a:rect l="l" t="t" r="r" b="b"/>
              <a:pathLst>
                <a:path w="122359" h="62676">
                  <a:moveTo>
                    <a:pt x="122359" y="62677"/>
                  </a:moveTo>
                  <a:lnTo>
                    <a:pt x="0" y="62677"/>
                  </a:lnTo>
                  <a:lnTo>
                    <a:pt x="0" y="0"/>
                  </a:lnTo>
                </a:path>
              </a:pathLst>
            </a:custGeom>
            <a:noFill/>
            <a:ln w="8472" cap="flat">
              <a:solidFill>
                <a:srgbClr val="01355A"/>
              </a:solidFill>
              <a:prstDash val="solid"/>
              <a:miter/>
            </a:ln>
          </p:spPr>
          <p:txBody>
            <a:bodyPr rtlCol="1" anchor="ctr"/>
            <a:lstStyle/>
            <a:p>
              <a:endParaRPr lang="ar-SA"/>
            </a:p>
          </p:txBody>
        </p:sp>
        <p:sp>
          <p:nvSpPr>
            <p:cNvPr id="8287" name="شكل حر: شكل 9250">
              <a:extLst>
                <a:ext uri="{FF2B5EF4-FFF2-40B4-BE49-F238E27FC236}">
                  <a16:creationId xmlns:a16="http://schemas.microsoft.com/office/drawing/2014/main" id="{7F4DC1F9-13E0-8AAF-E71D-015D7BD269CE}"/>
                </a:ext>
              </a:extLst>
            </p:cNvPr>
            <p:cNvSpPr/>
            <p:nvPr/>
          </p:nvSpPr>
          <p:spPr>
            <a:xfrm>
              <a:off x="962640" y="1778024"/>
              <a:ext cx="116879" cy="99169"/>
            </a:xfrm>
            <a:custGeom>
              <a:avLst/>
              <a:gdLst>
                <a:gd name="connsiteX0" fmla="*/ 116880 w 116879"/>
                <a:gd name="connsiteY0" fmla="*/ 99170 h 99169"/>
                <a:gd name="connsiteX1" fmla="*/ 116880 w 116879"/>
                <a:gd name="connsiteY1" fmla="*/ 0 h 99169"/>
                <a:gd name="connsiteX2" fmla="*/ 0 w 116879"/>
                <a:gd name="connsiteY2" fmla="*/ 0 h 99169"/>
                <a:gd name="connsiteX3" fmla="*/ 0 w 116879"/>
                <a:gd name="connsiteY3" fmla="*/ 99170 h 99169"/>
              </a:gdLst>
              <a:ahLst/>
              <a:cxnLst>
                <a:cxn ang="0">
                  <a:pos x="connsiteX0" y="connsiteY0"/>
                </a:cxn>
                <a:cxn ang="0">
                  <a:pos x="connsiteX1" y="connsiteY1"/>
                </a:cxn>
                <a:cxn ang="0">
                  <a:pos x="connsiteX2" y="connsiteY2"/>
                </a:cxn>
                <a:cxn ang="0">
                  <a:pos x="connsiteX3" y="connsiteY3"/>
                </a:cxn>
              </a:cxnLst>
              <a:rect l="l" t="t" r="r" b="b"/>
              <a:pathLst>
                <a:path w="116879" h="99169">
                  <a:moveTo>
                    <a:pt x="116880" y="99170"/>
                  </a:moveTo>
                  <a:lnTo>
                    <a:pt x="116880" y="0"/>
                  </a:lnTo>
                  <a:lnTo>
                    <a:pt x="0" y="0"/>
                  </a:lnTo>
                  <a:lnTo>
                    <a:pt x="0" y="99170"/>
                  </a:lnTo>
                </a:path>
              </a:pathLst>
            </a:custGeom>
            <a:noFill/>
            <a:ln w="8472" cap="flat">
              <a:solidFill>
                <a:srgbClr val="01355A"/>
              </a:solidFill>
              <a:prstDash val="solid"/>
              <a:miter/>
            </a:ln>
          </p:spPr>
          <p:txBody>
            <a:bodyPr rtlCol="1" anchor="ctr"/>
            <a:lstStyle/>
            <a:p>
              <a:endParaRPr lang="ar-SA"/>
            </a:p>
          </p:txBody>
        </p:sp>
        <p:sp>
          <p:nvSpPr>
            <p:cNvPr id="8288" name="شكل حر: شكل 9251">
              <a:extLst>
                <a:ext uri="{FF2B5EF4-FFF2-40B4-BE49-F238E27FC236}">
                  <a16:creationId xmlns:a16="http://schemas.microsoft.com/office/drawing/2014/main" id="{625C4F84-6332-7786-5C6E-C6EADC332B76}"/>
                </a:ext>
              </a:extLst>
            </p:cNvPr>
            <p:cNvSpPr/>
            <p:nvPr/>
          </p:nvSpPr>
          <p:spPr>
            <a:xfrm>
              <a:off x="1085677" y="1945773"/>
              <a:ext cx="150378" cy="2824"/>
            </a:xfrm>
            <a:custGeom>
              <a:avLst/>
              <a:gdLst>
                <a:gd name="connsiteX0" fmla="*/ 0 w 150378"/>
                <a:gd name="connsiteY0" fmla="*/ 0 h 2824"/>
                <a:gd name="connsiteX1" fmla="*/ 150379 w 150378"/>
                <a:gd name="connsiteY1" fmla="*/ 0 h 2824"/>
              </a:gdLst>
              <a:ahLst/>
              <a:cxnLst>
                <a:cxn ang="0">
                  <a:pos x="connsiteX0" y="connsiteY0"/>
                </a:cxn>
                <a:cxn ang="0">
                  <a:pos x="connsiteX1" y="connsiteY1"/>
                </a:cxn>
              </a:cxnLst>
              <a:rect l="l" t="t" r="r" b="b"/>
              <a:pathLst>
                <a:path w="150378" h="2824">
                  <a:moveTo>
                    <a:pt x="0" y="0"/>
                  </a:moveTo>
                  <a:lnTo>
                    <a:pt x="150379" y="0"/>
                  </a:lnTo>
                </a:path>
              </a:pathLst>
            </a:custGeom>
            <a:ln w="8472" cap="flat">
              <a:solidFill>
                <a:srgbClr val="01355A"/>
              </a:solidFill>
              <a:prstDash val="solid"/>
              <a:miter/>
            </a:ln>
          </p:spPr>
          <p:txBody>
            <a:bodyPr rtlCol="1" anchor="ctr"/>
            <a:lstStyle/>
            <a:p>
              <a:endParaRPr lang="ar-SA"/>
            </a:p>
          </p:txBody>
        </p:sp>
      </p:grpSp>
      <p:grpSp>
        <p:nvGrpSpPr>
          <p:cNvPr id="8308" name="رسم 8014">
            <a:extLst>
              <a:ext uri="{FF2B5EF4-FFF2-40B4-BE49-F238E27FC236}">
                <a16:creationId xmlns:a16="http://schemas.microsoft.com/office/drawing/2014/main" id="{7B52F243-EBE5-F5D2-146D-CCBD3D845FF9}"/>
              </a:ext>
            </a:extLst>
          </p:cNvPr>
          <p:cNvGrpSpPr/>
          <p:nvPr/>
        </p:nvGrpSpPr>
        <p:grpSpPr>
          <a:xfrm>
            <a:off x="2426025" y="4058037"/>
            <a:ext cx="272222" cy="273187"/>
            <a:chOff x="1981256" y="3333162"/>
            <a:chExt cx="325387" cy="346600"/>
          </a:xfrm>
          <a:noFill/>
        </p:grpSpPr>
        <p:grpSp>
          <p:nvGrpSpPr>
            <p:cNvPr id="8309" name="رسم 8014">
              <a:extLst>
                <a:ext uri="{FF2B5EF4-FFF2-40B4-BE49-F238E27FC236}">
                  <a16:creationId xmlns:a16="http://schemas.microsoft.com/office/drawing/2014/main" id="{7ABAB99F-EE18-EECA-24AA-0FC9A4875DBD}"/>
                </a:ext>
              </a:extLst>
            </p:cNvPr>
            <p:cNvGrpSpPr/>
            <p:nvPr/>
          </p:nvGrpSpPr>
          <p:grpSpPr>
            <a:xfrm>
              <a:off x="2168665" y="3437643"/>
              <a:ext cx="137979" cy="242120"/>
              <a:chOff x="2168665" y="3437643"/>
              <a:chExt cx="137979" cy="242120"/>
            </a:xfrm>
            <a:noFill/>
          </p:grpSpPr>
          <p:grpSp>
            <p:nvGrpSpPr>
              <p:cNvPr id="8323" name="رسم 8014">
                <a:extLst>
                  <a:ext uri="{FF2B5EF4-FFF2-40B4-BE49-F238E27FC236}">
                    <a16:creationId xmlns:a16="http://schemas.microsoft.com/office/drawing/2014/main" id="{19B34091-D983-23FD-C57F-2EE3DEF64BAB}"/>
                  </a:ext>
                </a:extLst>
              </p:cNvPr>
              <p:cNvGrpSpPr/>
              <p:nvPr/>
            </p:nvGrpSpPr>
            <p:grpSpPr>
              <a:xfrm>
                <a:off x="2168665" y="3437643"/>
                <a:ext cx="137979" cy="186617"/>
                <a:chOff x="2168665" y="3437643"/>
                <a:chExt cx="137979" cy="186617"/>
              </a:xfrm>
              <a:noFill/>
            </p:grpSpPr>
            <p:sp>
              <p:nvSpPr>
                <p:cNvPr id="8325" name="شكل حر: شكل 9255">
                  <a:extLst>
                    <a:ext uri="{FF2B5EF4-FFF2-40B4-BE49-F238E27FC236}">
                      <a16:creationId xmlns:a16="http://schemas.microsoft.com/office/drawing/2014/main" id="{F33E148A-EF42-41F9-4127-DC5D6EB9CB82}"/>
                    </a:ext>
                  </a:extLst>
                </p:cNvPr>
                <p:cNvSpPr/>
                <p:nvPr/>
              </p:nvSpPr>
              <p:spPr>
                <a:xfrm>
                  <a:off x="2231257" y="3483570"/>
                  <a:ext cx="25138" cy="32087"/>
                </a:xfrm>
                <a:custGeom>
                  <a:avLst/>
                  <a:gdLst>
                    <a:gd name="connsiteX0" fmla="*/ 0 w 25138"/>
                    <a:gd name="connsiteY0" fmla="*/ 32087 h 32087"/>
                    <a:gd name="connsiteX1" fmla="*/ 0 w 25138"/>
                    <a:gd name="connsiteY1" fmla="*/ 0 h 32087"/>
                    <a:gd name="connsiteX2" fmla="*/ 12569 w 25138"/>
                    <a:gd name="connsiteY2" fmla="*/ 0 h 32087"/>
                    <a:gd name="connsiteX3" fmla="*/ 25138 w 25138"/>
                    <a:gd name="connsiteY3" fmla="*/ 12569 h 32087"/>
                  </a:gdLst>
                  <a:ahLst/>
                  <a:cxnLst>
                    <a:cxn ang="0">
                      <a:pos x="connsiteX0" y="connsiteY0"/>
                    </a:cxn>
                    <a:cxn ang="0">
                      <a:pos x="connsiteX1" y="connsiteY1"/>
                    </a:cxn>
                    <a:cxn ang="0">
                      <a:pos x="connsiteX2" y="connsiteY2"/>
                    </a:cxn>
                    <a:cxn ang="0">
                      <a:pos x="connsiteX3" y="connsiteY3"/>
                    </a:cxn>
                  </a:cxnLst>
                  <a:rect l="l" t="t" r="r" b="b"/>
                  <a:pathLst>
                    <a:path w="25138" h="32087">
                      <a:moveTo>
                        <a:pt x="0" y="32087"/>
                      </a:moveTo>
                      <a:lnTo>
                        <a:pt x="0" y="0"/>
                      </a:lnTo>
                      <a:lnTo>
                        <a:pt x="12569" y="0"/>
                      </a:lnTo>
                      <a:cubicBezTo>
                        <a:pt x="19518" y="0"/>
                        <a:pt x="25138" y="5621"/>
                        <a:pt x="25138" y="12569"/>
                      </a:cubicBezTo>
                    </a:path>
                  </a:pathLst>
                </a:custGeom>
                <a:noFill/>
                <a:ln w="8472" cap="flat">
                  <a:solidFill>
                    <a:srgbClr val="17A3A3"/>
                  </a:solidFill>
                  <a:prstDash val="solid"/>
                  <a:miter/>
                </a:ln>
              </p:spPr>
              <p:txBody>
                <a:bodyPr rtlCol="1" anchor="ctr"/>
                <a:lstStyle/>
                <a:p>
                  <a:endParaRPr lang="ar-SA"/>
                </a:p>
              </p:txBody>
            </p:sp>
            <p:sp>
              <p:nvSpPr>
                <p:cNvPr id="8326" name="شكل حر: شكل 9256">
                  <a:extLst>
                    <a:ext uri="{FF2B5EF4-FFF2-40B4-BE49-F238E27FC236}">
                      <a16:creationId xmlns:a16="http://schemas.microsoft.com/office/drawing/2014/main" id="{03342AF4-E5FD-7EA5-697D-5FAF62FC4578}"/>
                    </a:ext>
                  </a:extLst>
                </p:cNvPr>
                <p:cNvSpPr/>
                <p:nvPr/>
              </p:nvSpPr>
              <p:spPr>
                <a:xfrm>
                  <a:off x="2237245" y="3541078"/>
                  <a:ext cx="69286" cy="83182"/>
                </a:xfrm>
                <a:custGeom>
                  <a:avLst/>
                  <a:gdLst>
                    <a:gd name="connsiteX0" fmla="*/ 69286 w 69286"/>
                    <a:gd name="connsiteY0" fmla="*/ 0 h 83182"/>
                    <a:gd name="connsiteX1" fmla="*/ 57423 w 69286"/>
                    <a:gd name="connsiteY1" fmla="*/ 70077 h 83182"/>
                    <a:gd name="connsiteX2" fmla="*/ 53949 w 69286"/>
                    <a:gd name="connsiteY2" fmla="*/ 83183 h 83182"/>
                    <a:gd name="connsiteX3" fmla="*/ 0 w 69286"/>
                    <a:gd name="connsiteY3" fmla="*/ 83183 h 83182"/>
                  </a:gdLst>
                  <a:ahLst/>
                  <a:cxnLst>
                    <a:cxn ang="0">
                      <a:pos x="connsiteX0" y="connsiteY0"/>
                    </a:cxn>
                    <a:cxn ang="0">
                      <a:pos x="connsiteX1" y="connsiteY1"/>
                    </a:cxn>
                    <a:cxn ang="0">
                      <a:pos x="connsiteX2" y="connsiteY2"/>
                    </a:cxn>
                    <a:cxn ang="0">
                      <a:pos x="connsiteX3" y="connsiteY3"/>
                    </a:cxn>
                  </a:cxnLst>
                  <a:rect l="l" t="t" r="r" b="b"/>
                  <a:pathLst>
                    <a:path w="69286" h="83182">
                      <a:moveTo>
                        <a:pt x="69286" y="0"/>
                      </a:moveTo>
                      <a:cubicBezTo>
                        <a:pt x="68665" y="23782"/>
                        <a:pt x="64710" y="47396"/>
                        <a:pt x="57423" y="70077"/>
                      </a:cubicBezTo>
                      <a:cubicBezTo>
                        <a:pt x="55050" y="77392"/>
                        <a:pt x="53949" y="83183"/>
                        <a:pt x="53949" y="83183"/>
                      </a:cubicBezTo>
                      <a:lnTo>
                        <a:pt x="0" y="83183"/>
                      </a:lnTo>
                    </a:path>
                  </a:pathLst>
                </a:custGeom>
                <a:noFill/>
                <a:ln w="8472" cap="flat">
                  <a:solidFill>
                    <a:srgbClr val="17A3A3"/>
                  </a:solidFill>
                  <a:prstDash val="solid"/>
                  <a:miter/>
                </a:ln>
              </p:spPr>
              <p:txBody>
                <a:bodyPr rtlCol="1" anchor="ctr"/>
                <a:lstStyle/>
                <a:p>
                  <a:endParaRPr lang="ar-SA"/>
                </a:p>
              </p:txBody>
            </p:sp>
            <p:sp>
              <p:nvSpPr>
                <p:cNvPr id="8327" name="شكل حر: شكل 9257">
                  <a:extLst>
                    <a:ext uri="{FF2B5EF4-FFF2-40B4-BE49-F238E27FC236}">
                      <a16:creationId xmlns:a16="http://schemas.microsoft.com/office/drawing/2014/main" id="{D07A1A93-DF6E-5134-C842-1F1881D14066}"/>
                    </a:ext>
                  </a:extLst>
                </p:cNvPr>
                <p:cNvSpPr/>
                <p:nvPr/>
              </p:nvSpPr>
              <p:spPr>
                <a:xfrm>
                  <a:off x="2168665" y="3437643"/>
                  <a:ext cx="62591" cy="186561"/>
                </a:xfrm>
                <a:custGeom>
                  <a:avLst/>
                  <a:gdLst>
                    <a:gd name="connsiteX0" fmla="*/ 62592 w 62591"/>
                    <a:gd name="connsiteY0" fmla="*/ 45927 h 186561"/>
                    <a:gd name="connsiteX1" fmla="*/ 62592 w 62591"/>
                    <a:gd name="connsiteY1" fmla="*/ 12569 h 186561"/>
                    <a:gd name="connsiteX2" fmla="*/ 50023 w 62591"/>
                    <a:gd name="connsiteY2" fmla="*/ 0 h 186561"/>
                    <a:gd name="connsiteX3" fmla="*/ 50023 w 62591"/>
                    <a:gd name="connsiteY3" fmla="*/ 0 h 186561"/>
                    <a:gd name="connsiteX4" fmla="*/ 37453 w 62591"/>
                    <a:gd name="connsiteY4" fmla="*/ 12569 h 186561"/>
                    <a:gd name="connsiteX5" fmla="*/ 37453 w 62591"/>
                    <a:gd name="connsiteY5" fmla="*/ 105553 h 186561"/>
                    <a:gd name="connsiteX6" fmla="*/ 28782 w 62591"/>
                    <a:gd name="connsiteY6" fmla="*/ 83013 h 186561"/>
                    <a:gd name="connsiteX7" fmla="*/ 14885 w 62591"/>
                    <a:gd name="connsiteY7" fmla="*/ 73466 h 186561"/>
                    <a:gd name="connsiteX8" fmla="*/ 14885 w 62591"/>
                    <a:gd name="connsiteY8" fmla="*/ 73466 h 186561"/>
                    <a:gd name="connsiteX9" fmla="*/ 0 w 62591"/>
                    <a:gd name="connsiteY9" fmla="*/ 88352 h 186561"/>
                    <a:gd name="connsiteX10" fmla="*/ 0 w 62591"/>
                    <a:gd name="connsiteY10" fmla="*/ 88352 h 186561"/>
                    <a:gd name="connsiteX11" fmla="*/ 11694 w 62591"/>
                    <a:gd name="connsiteY11" fmla="*/ 131228 h 186561"/>
                    <a:gd name="connsiteX12" fmla="*/ 22399 w 62591"/>
                    <a:gd name="connsiteY12" fmla="*/ 145944 h 186561"/>
                    <a:gd name="connsiteX13" fmla="*/ 41916 w 62591"/>
                    <a:gd name="connsiteY13" fmla="*/ 186561 h 186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591" h="186561">
                      <a:moveTo>
                        <a:pt x="62592" y="45927"/>
                      </a:moveTo>
                      <a:lnTo>
                        <a:pt x="62592" y="12569"/>
                      </a:lnTo>
                      <a:cubicBezTo>
                        <a:pt x="62592" y="5621"/>
                        <a:pt x="56971" y="0"/>
                        <a:pt x="50023" y="0"/>
                      </a:cubicBezTo>
                      <a:lnTo>
                        <a:pt x="50023" y="0"/>
                      </a:lnTo>
                      <a:cubicBezTo>
                        <a:pt x="43074" y="0"/>
                        <a:pt x="37453" y="5621"/>
                        <a:pt x="37453" y="12569"/>
                      </a:cubicBezTo>
                      <a:lnTo>
                        <a:pt x="37453" y="105553"/>
                      </a:lnTo>
                      <a:lnTo>
                        <a:pt x="28782" y="83013"/>
                      </a:lnTo>
                      <a:cubicBezTo>
                        <a:pt x="26579" y="77251"/>
                        <a:pt x="21043" y="73466"/>
                        <a:pt x="14885" y="73466"/>
                      </a:cubicBezTo>
                      <a:lnTo>
                        <a:pt x="14885" y="73466"/>
                      </a:lnTo>
                      <a:cubicBezTo>
                        <a:pt x="6666" y="73466"/>
                        <a:pt x="0" y="80132"/>
                        <a:pt x="0" y="88352"/>
                      </a:cubicBezTo>
                      <a:lnTo>
                        <a:pt x="0" y="88352"/>
                      </a:lnTo>
                      <a:cubicBezTo>
                        <a:pt x="0" y="103435"/>
                        <a:pt x="3954" y="118264"/>
                        <a:pt x="11694" y="131228"/>
                      </a:cubicBezTo>
                      <a:cubicBezTo>
                        <a:pt x="14659" y="136200"/>
                        <a:pt x="18218" y="141284"/>
                        <a:pt x="22399" y="145944"/>
                      </a:cubicBezTo>
                      <a:cubicBezTo>
                        <a:pt x="37821" y="163202"/>
                        <a:pt x="41916" y="186561"/>
                        <a:pt x="41916" y="186561"/>
                      </a:cubicBezTo>
                    </a:path>
                  </a:pathLst>
                </a:custGeom>
                <a:noFill/>
                <a:ln w="8472" cap="flat">
                  <a:solidFill>
                    <a:srgbClr val="17A3A3"/>
                  </a:solidFill>
                  <a:prstDash val="solid"/>
                  <a:miter/>
                </a:ln>
              </p:spPr>
              <p:txBody>
                <a:bodyPr rtlCol="1" anchor="ctr"/>
                <a:lstStyle/>
                <a:p>
                  <a:endParaRPr lang="ar-SA"/>
                </a:p>
              </p:txBody>
            </p:sp>
            <p:sp>
              <p:nvSpPr>
                <p:cNvPr id="8328" name="شكل حر: شكل 9258">
                  <a:extLst>
                    <a:ext uri="{FF2B5EF4-FFF2-40B4-BE49-F238E27FC236}">
                      <a16:creationId xmlns:a16="http://schemas.microsoft.com/office/drawing/2014/main" id="{1061B09D-74EB-081A-7F46-C79423B44A28}"/>
                    </a:ext>
                  </a:extLst>
                </p:cNvPr>
                <p:cNvSpPr/>
                <p:nvPr/>
              </p:nvSpPr>
              <p:spPr>
                <a:xfrm>
                  <a:off x="2256395" y="3492947"/>
                  <a:ext cx="25138" cy="42989"/>
                </a:xfrm>
                <a:custGeom>
                  <a:avLst/>
                  <a:gdLst>
                    <a:gd name="connsiteX0" fmla="*/ 0 w 25138"/>
                    <a:gd name="connsiteY0" fmla="*/ 32087 h 42989"/>
                    <a:gd name="connsiteX1" fmla="*/ 0 w 25138"/>
                    <a:gd name="connsiteY1" fmla="*/ 0 h 42989"/>
                    <a:gd name="connsiteX2" fmla="*/ 12569 w 25138"/>
                    <a:gd name="connsiteY2" fmla="*/ 0 h 42989"/>
                    <a:gd name="connsiteX3" fmla="*/ 25138 w 25138"/>
                    <a:gd name="connsiteY3" fmla="*/ 12569 h 42989"/>
                    <a:gd name="connsiteX4" fmla="*/ 25138 w 25138"/>
                    <a:gd name="connsiteY4" fmla="*/ 42990 h 42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38" h="42989">
                      <a:moveTo>
                        <a:pt x="0" y="32087"/>
                      </a:moveTo>
                      <a:lnTo>
                        <a:pt x="0" y="0"/>
                      </a:lnTo>
                      <a:lnTo>
                        <a:pt x="12569" y="0"/>
                      </a:lnTo>
                      <a:cubicBezTo>
                        <a:pt x="19518" y="0"/>
                        <a:pt x="25138" y="5621"/>
                        <a:pt x="25138" y="12569"/>
                      </a:cubicBezTo>
                      <a:lnTo>
                        <a:pt x="25138" y="42990"/>
                      </a:lnTo>
                    </a:path>
                  </a:pathLst>
                </a:custGeom>
                <a:noFill/>
                <a:ln w="8472" cap="flat">
                  <a:solidFill>
                    <a:srgbClr val="17A3A3"/>
                  </a:solidFill>
                  <a:prstDash val="solid"/>
                  <a:miter/>
                </a:ln>
              </p:spPr>
              <p:txBody>
                <a:bodyPr rtlCol="1" anchor="ctr"/>
                <a:lstStyle/>
                <a:p>
                  <a:endParaRPr lang="ar-SA"/>
                </a:p>
              </p:txBody>
            </p:sp>
            <p:sp>
              <p:nvSpPr>
                <p:cNvPr id="8329" name="شكل حر: شكل 9259">
                  <a:extLst>
                    <a:ext uri="{FF2B5EF4-FFF2-40B4-BE49-F238E27FC236}">
                      <a16:creationId xmlns:a16="http://schemas.microsoft.com/office/drawing/2014/main" id="{942E82C7-8731-6EEF-2808-E97460E551E5}"/>
                    </a:ext>
                  </a:extLst>
                </p:cNvPr>
                <p:cNvSpPr/>
                <p:nvPr/>
              </p:nvSpPr>
              <p:spPr>
                <a:xfrm>
                  <a:off x="2281505" y="3508991"/>
                  <a:ext cx="25138" cy="32087"/>
                </a:xfrm>
                <a:custGeom>
                  <a:avLst/>
                  <a:gdLst>
                    <a:gd name="connsiteX0" fmla="*/ 0 w 25138"/>
                    <a:gd name="connsiteY0" fmla="*/ 0 h 32087"/>
                    <a:gd name="connsiteX1" fmla="*/ 12569 w 25138"/>
                    <a:gd name="connsiteY1" fmla="*/ 0 h 32087"/>
                    <a:gd name="connsiteX2" fmla="*/ 25139 w 25138"/>
                    <a:gd name="connsiteY2" fmla="*/ 12569 h 32087"/>
                    <a:gd name="connsiteX3" fmla="*/ 25139 w 25138"/>
                    <a:gd name="connsiteY3" fmla="*/ 32087 h 32087"/>
                  </a:gdLst>
                  <a:ahLst/>
                  <a:cxnLst>
                    <a:cxn ang="0">
                      <a:pos x="connsiteX0" y="connsiteY0"/>
                    </a:cxn>
                    <a:cxn ang="0">
                      <a:pos x="connsiteX1" y="connsiteY1"/>
                    </a:cxn>
                    <a:cxn ang="0">
                      <a:pos x="connsiteX2" y="connsiteY2"/>
                    </a:cxn>
                    <a:cxn ang="0">
                      <a:pos x="connsiteX3" y="connsiteY3"/>
                    </a:cxn>
                  </a:cxnLst>
                  <a:rect l="l" t="t" r="r" b="b"/>
                  <a:pathLst>
                    <a:path w="25138" h="32087">
                      <a:moveTo>
                        <a:pt x="0" y="0"/>
                      </a:moveTo>
                      <a:lnTo>
                        <a:pt x="12569" y="0"/>
                      </a:lnTo>
                      <a:cubicBezTo>
                        <a:pt x="19518" y="0"/>
                        <a:pt x="25139" y="5621"/>
                        <a:pt x="25139" y="12569"/>
                      </a:cubicBezTo>
                      <a:lnTo>
                        <a:pt x="25139" y="32087"/>
                      </a:lnTo>
                    </a:path>
                  </a:pathLst>
                </a:custGeom>
                <a:noFill/>
                <a:ln w="8472" cap="flat">
                  <a:solidFill>
                    <a:srgbClr val="17A3A3"/>
                  </a:solidFill>
                  <a:prstDash val="solid"/>
                  <a:miter/>
                </a:ln>
              </p:spPr>
              <p:txBody>
                <a:bodyPr rtlCol="1" anchor="ctr"/>
                <a:lstStyle/>
                <a:p>
                  <a:endParaRPr lang="ar-SA"/>
                </a:p>
              </p:txBody>
            </p:sp>
          </p:grpSp>
          <p:sp>
            <p:nvSpPr>
              <p:cNvPr id="8324" name="شكل حر: شكل 9260">
                <a:extLst>
                  <a:ext uri="{FF2B5EF4-FFF2-40B4-BE49-F238E27FC236}">
                    <a16:creationId xmlns:a16="http://schemas.microsoft.com/office/drawing/2014/main" id="{7F8205A1-9423-B1B0-29F5-8923B391464A}"/>
                  </a:ext>
                </a:extLst>
              </p:cNvPr>
              <p:cNvSpPr/>
              <p:nvPr/>
            </p:nvSpPr>
            <p:spPr>
              <a:xfrm>
                <a:off x="2200752" y="3641123"/>
                <a:ext cx="97390" cy="38639"/>
              </a:xfrm>
              <a:custGeom>
                <a:avLst/>
                <a:gdLst>
                  <a:gd name="connsiteX0" fmla="*/ 0 w 97390"/>
                  <a:gd name="connsiteY0" fmla="*/ 38640 h 38639"/>
                  <a:gd name="connsiteX1" fmla="*/ 0 w 97390"/>
                  <a:gd name="connsiteY1" fmla="*/ 0 h 38639"/>
                  <a:gd name="connsiteX2" fmla="*/ 97390 w 97390"/>
                  <a:gd name="connsiteY2" fmla="*/ 0 h 38639"/>
                  <a:gd name="connsiteX3" fmla="*/ 97390 w 97390"/>
                  <a:gd name="connsiteY3" fmla="*/ 38640 h 38639"/>
                </a:gdLst>
                <a:ahLst/>
                <a:cxnLst>
                  <a:cxn ang="0">
                    <a:pos x="connsiteX0" y="connsiteY0"/>
                  </a:cxn>
                  <a:cxn ang="0">
                    <a:pos x="connsiteX1" y="connsiteY1"/>
                  </a:cxn>
                  <a:cxn ang="0">
                    <a:pos x="connsiteX2" y="connsiteY2"/>
                  </a:cxn>
                  <a:cxn ang="0">
                    <a:pos x="connsiteX3" y="connsiteY3"/>
                  </a:cxn>
                </a:cxnLst>
                <a:rect l="l" t="t" r="r" b="b"/>
                <a:pathLst>
                  <a:path w="97390" h="38639">
                    <a:moveTo>
                      <a:pt x="0" y="38640"/>
                    </a:moveTo>
                    <a:lnTo>
                      <a:pt x="0" y="0"/>
                    </a:lnTo>
                    <a:lnTo>
                      <a:pt x="97390" y="0"/>
                    </a:lnTo>
                    <a:lnTo>
                      <a:pt x="97390" y="38640"/>
                    </a:lnTo>
                  </a:path>
                </a:pathLst>
              </a:custGeom>
              <a:noFill/>
              <a:ln w="8472" cap="flat">
                <a:solidFill>
                  <a:srgbClr val="17A3A3"/>
                </a:solidFill>
                <a:prstDash val="solid"/>
                <a:miter/>
              </a:ln>
            </p:spPr>
            <p:txBody>
              <a:bodyPr rtlCol="1" anchor="ctr"/>
              <a:lstStyle/>
              <a:p>
                <a:endParaRPr lang="ar-SA"/>
              </a:p>
            </p:txBody>
          </p:sp>
        </p:grpSp>
        <p:sp>
          <p:nvSpPr>
            <p:cNvPr id="8310" name="شكل حر: شكل 9261">
              <a:extLst>
                <a:ext uri="{FF2B5EF4-FFF2-40B4-BE49-F238E27FC236}">
                  <a16:creationId xmlns:a16="http://schemas.microsoft.com/office/drawing/2014/main" id="{AD439EAC-9809-D9C8-5C8B-34CCED1CA23B}"/>
                </a:ext>
              </a:extLst>
            </p:cNvPr>
            <p:cNvSpPr/>
            <p:nvPr/>
          </p:nvSpPr>
          <p:spPr>
            <a:xfrm>
              <a:off x="1981256" y="3333162"/>
              <a:ext cx="275139" cy="330924"/>
            </a:xfrm>
            <a:custGeom>
              <a:avLst/>
              <a:gdLst>
                <a:gd name="connsiteX0" fmla="*/ 192493 w 275139"/>
                <a:gd name="connsiteY0" fmla="*/ 330924 h 330924"/>
                <a:gd name="connsiteX1" fmla="*/ 16185 w 275139"/>
                <a:gd name="connsiteY1" fmla="*/ 330924 h 330924"/>
                <a:gd name="connsiteX2" fmla="*/ 0 w 275139"/>
                <a:gd name="connsiteY2" fmla="*/ 314739 h 330924"/>
                <a:gd name="connsiteX3" fmla="*/ 0 w 275139"/>
                <a:gd name="connsiteY3" fmla="*/ 16185 h 330924"/>
                <a:gd name="connsiteX4" fmla="*/ 16185 w 275139"/>
                <a:gd name="connsiteY4" fmla="*/ 0 h 330924"/>
                <a:gd name="connsiteX5" fmla="*/ 258954 w 275139"/>
                <a:gd name="connsiteY5" fmla="*/ 0 h 330924"/>
                <a:gd name="connsiteX6" fmla="*/ 275139 w 275139"/>
                <a:gd name="connsiteY6" fmla="*/ 16185 h 330924"/>
                <a:gd name="connsiteX7" fmla="*/ 275139 w 275139"/>
                <a:gd name="connsiteY7" fmla="*/ 129082 h 330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5139" h="330924">
                  <a:moveTo>
                    <a:pt x="192493" y="330924"/>
                  </a:moveTo>
                  <a:lnTo>
                    <a:pt x="16185" y="330924"/>
                  </a:lnTo>
                  <a:cubicBezTo>
                    <a:pt x="7231" y="330924"/>
                    <a:pt x="0" y="323665"/>
                    <a:pt x="0" y="314739"/>
                  </a:cubicBezTo>
                  <a:lnTo>
                    <a:pt x="0" y="16185"/>
                  </a:lnTo>
                  <a:cubicBezTo>
                    <a:pt x="0" y="7231"/>
                    <a:pt x="7259" y="0"/>
                    <a:pt x="16185" y="0"/>
                  </a:cubicBezTo>
                  <a:lnTo>
                    <a:pt x="258954" y="0"/>
                  </a:lnTo>
                  <a:cubicBezTo>
                    <a:pt x="267908" y="0"/>
                    <a:pt x="275139" y="7259"/>
                    <a:pt x="275139" y="16185"/>
                  </a:cubicBezTo>
                  <a:lnTo>
                    <a:pt x="275139" y="129082"/>
                  </a:lnTo>
                </a:path>
              </a:pathLst>
            </a:custGeom>
            <a:noFill/>
            <a:ln w="8472" cap="flat">
              <a:solidFill>
                <a:srgbClr val="01355A"/>
              </a:solidFill>
              <a:prstDash val="solid"/>
              <a:miter/>
            </a:ln>
          </p:spPr>
          <p:txBody>
            <a:bodyPr rtlCol="1" anchor="ctr"/>
            <a:lstStyle/>
            <a:p>
              <a:endParaRPr lang="ar-SA"/>
            </a:p>
          </p:txBody>
        </p:sp>
        <p:sp>
          <p:nvSpPr>
            <p:cNvPr id="8311" name="شكل حر: شكل 9262">
              <a:extLst>
                <a:ext uri="{FF2B5EF4-FFF2-40B4-BE49-F238E27FC236}">
                  <a16:creationId xmlns:a16="http://schemas.microsoft.com/office/drawing/2014/main" id="{6A4552D0-130C-6C7C-1683-F655793719EB}"/>
                </a:ext>
              </a:extLst>
            </p:cNvPr>
            <p:cNvSpPr/>
            <p:nvPr/>
          </p:nvSpPr>
          <p:spPr>
            <a:xfrm>
              <a:off x="2005858" y="3392506"/>
              <a:ext cx="83747" cy="2824"/>
            </a:xfrm>
            <a:custGeom>
              <a:avLst/>
              <a:gdLst>
                <a:gd name="connsiteX0" fmla="*/ 0 w 83747"/>
                <a:gd name="connsiteY0" fmla="*/ 0 h 2824"/>
                <a:gd name="connsiteX1" fmla="*/ 83748 w 83747"/>
                <a:gd name="connsiteY1" fmla="*/ 0 h 2824"/>
              </a:gdLst>
              <a:ahLst/>
              <a:cxnLst>
                <a:cxn ang="0">
                  <a:pos x="connsiteX0" y="connsiteY0"/>
                </a:cxn>
                <a:cxn ang="0">
                  <a:pos x="connsiteX1" y="connsiteY1"/>
                </a:cxn>
              </a:cxnLst>
              <a:rect l="l" t="t" r="r" b="b"/>
              <a:pathLst>
                <a:path w="83747" h="2824">
                  <a:moveTo>
                    <a:pt x="0" y="0"/>
                  </a:moveTo>
                  <a:lnTo>
                    <a:pt x="83748" y="0"/>
                  </a:lnTo>
                </a:path>
              </a:pathLst>
            </a:custGeom>
            <a:ln w="8472" cap="flat">
              <a:solidFill>
                <a:srgbClr val="01355A"/>
              </a:solidFill>
              <a:prstDash val="solid"/>
              <a:miter/>
            </a:ln>
          </p:spPr>
          <p:txBody>
            <a:bodyPr rtlCol="1" anchor="ctr"/>
            <a:lstStyle/>
            <a:p>
              <a:endParaRPr lang="ar-SA"/>
            </a:p>
          </p:txBody>
        </p:sp>
        <p:sp>
          <p:nvSpPr>
            <p:cNvPr id="8312" name="شكل حر: شكل 9263">
              <a:extLst>
                <a:ext uri="{FF2B5EF4-FFF2-40B4-BE49-F238E27FC236}">
                  <a16:creationId xmlns:a16="http://schemas.microsoft.com/office/drawing/2014/main" id="{09C49E3F-82DC-F4DA-24BD-F0B5CE8C038F}"/>
                </a:ext>
              </a:extLst>
            </p:cNvPr>
            <p:cNvSpPr/>
            <p:nvPr/>
          </p:nvSpPr>
          <p:spPr>
            <a:xfrm>
              <a:off x="2005858" y="3450155"/>
              <a:ext cx="42820" cy="2824"/>
            </a:xfrm>
            <a:custGeom>
              <a:avLst/>
              <a:gdLst>
                <a:gd name="connsiteX0" fmla="*/ 0 w 42820"/>
                <a:gd name="connsiteY0" fmla="*/ 0 h 2824"/>
                <a:gd name="connsiteX1" fmla="*/ 42820 w 42820"/>
                <a:gd name="connsiteY1" fmla="*/ 0 h 2824"/>
              </a:gdLst>
              <a:ahLst/>
              <a:cxnLst>
                <a:cxn ang="0">
                  <a:pos x="connsiteX0" y="connsiteY0"/>
                </a:cxn>
                <a:cxn ang="0">
                  <a:pos x="connsiteX1" y="connsiteY1"/>
                </a:cxn>
              </a:cxnLst>
              <a:rect l="l" t="t" r="r" b="b"/>
              <a:pathLst>
                <a:path w="42820" h="2824">
                  <a:moveTo>
                    <a:pt x="0" y="0"/>
                  </a:moveTo>
                  <a:lnTo>
                    <a:pt x="42820" y="0"/>
                  </a:lnTo>
                </a:path>
              </a:pathLst>
            </a:custGeom>
            <a:ln w="8472" cap="flat">
              <a:solidFill>
                <a:srgbClr val="01355A"/>
              </a:solidFill>
              <a:prstDash val="solid"/>
              <a:miter/>
            </a:ln>
          </p:spPr>
          <p:txBody>
            <a:bodyPr rtlCol="1" anchor="ctr"/>
            <a:lstStyle/>
            <a:p>
              <a:endParaRPr lang="ar-SA"/>
            </a:p>
          </p:txBody>
        </p:sp>
        <p:sp>
          <p:nvSpPr>
            <p:cNvPr id="8313" name="شكل حر: شكل 9264">
              <a:extLst>
                <a:ext uri="{FF2B5EF4-FFF2-40B4-BE49-F238E27FC236}">
                  <a16:creationId xmlns:a16="http://schemas.microsoft.com/office/drawing/2014/main" id="{6FCA91FD-1C04-B32D-1982-00DF5F94E126}"/>
                </a:ext>
              </a:extLst>
            </p:cNvPr>
            <p:cNvSpPr/>
            <p:nvPr/>
          </p:nvSpPr>
          <p:spPr>
            <a:xfrm>
              <a:off x="2142848" y="3450155"/>
              <a:ext cx="41238" cy="2824"/>
            </a:xfrm>
            <a:custGeom>
              <a:avLst/>
              <a:gdLst>
                <a:gd name="connsiteX0" fmla="*/ 0 w 41238"/>
                <a:gd name="connsiteY0" fmla="*/ 0 h 2824"/>
                <a:gd name="connsiteX1" fmla="*/ 41238 w 41238"/>
                <a:gd name="connsiteY1" fmla="*/ 0 h 2824"/>
              </a:gdLst>
              <a:ahLst/>
              <a:cxnLst>
                <a:cxn ang="0">
                  <a:pos x="connsiteX0" y="connsiteY0"/>
                </a:cxn>
                <a:cxn ang="0">
                  <a:pos x="connsiteX1" y="connsiteY1"/>
                </a:cxn>
              </a:cxnLst>
              <a:rect l="l" t="t" r="r" b="b"/>
              <a:pathLst>
                <a:path w="41238" h="2824">
                  <a:moveTo>
                    <a:pt x="0" y="0"/>
                  </a:moveTo>
                  <a:lnTo>
                    <a:pt x="41238" y="0"/>
                  </a:lnTo>
                </a:path>
              </a:pathLst>
            </a:custGeom>
            <a:ln w="8472" cap="flat">
              <a:solidFill>
                <a:srgbClr val="01355A"/>
              </a:solidFill>
              <a:prstDash val="solid"/>
              <a:miter/>
            </a:ln>
          </p:spPr>
          <p:txBody>
            <a:bodyPr rtlCol="1" anchor="ctr"/>
            <a:lstStyle/>
            <a:p>
              <a:endParaRPr lang="ar-SA"/>
            </a:p>
          </p:txBody>
        </p:sp>
        <p:sp>
          <p:nvSpPr>
            <p:cNvPr id="8314" name="شكل حر: شكل 9265">
              <a:extLst>
                <a:ext uri="{FF2B5EF4-FFF2-40B4-BE49-F238E27FC236}">
                  <a16:creationId xmlns:a16="http://schemas.microsoft.com/office/drawing/2014/main" id="{1B4387AC-B158-A9D7-044A-41F70970022B}"/>
                </a:ext>
              </a:extLst>
            </p:cNvPr>
            <p:cNvSpPr/>
            <p:nvPr/>
          </p:nvSpPr>
          <p:spPr>
            <a:xfrm>
              <a:off x="2067631" y="3434620"/>
              <a:ext cx="19432" cy="31041"/>
            </a:xfrm>
            <a:custGeom>
              <a:avLst/>
              <a:gdLst>
                <a:gd name="connsiteX0" fmla="*/ 9716 w 19432"/>
                <a:gd name="connsiteY0" fmla="*/ 0 h 31041"/>
                <a:gd name="connsiteX1" fmla="*/ 9716 w 19432"/>
                <a:gd name="connsiteY1" fmla="*/ 0 h 31041"/>
                <a:gd name="connsiteX2" fmla="*/ 19433 w 19432"/>
                <a:gd name="connsiteY2" fmla="*/ 9717 h 31041"/>
                <a:gd name="connsiteX3" fmla="*/ 19433 w 19432"/>
                <a:gd name="connsiteY3" fmla="*/ 21325 h 31041"/>
                <a:gd name="connsiteX4" fmla="*/ 9716 w 19432"/>
                <a:gd name="connsiteY4" fmla="*/ 31042 h 31041"/>
                <a:gd name="connsiteX5" fmla="*/ 9716 w 19432"/>
                <a:gd name="connsiteY5" fmla="*/ 31042 h 31041"/>
                <a:gd name="connsiteX6" fmla="*/ 0 w 19432"/>
                <a:gd name="connsiteY6" fmla="*/ 21325 h 31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2" h="31041">
                  <a:moveTo>
                    <a:pt x="9716" y="0"/>
                  </a:moveTo>
                  <a:lnTo>
                    <a:pt x="9716" y="0"/>
                  </a:lnTo>
                  <a:cubicBezTo>
                    <a:pt x="15083" y="0"/>
                    <a:pt x="19433" y="4350"/>
                    <a:pt x="19433" y="9717"/>
                  </a:cubicBezTo>
                  <a:lnTo>
                    <a:pt x="19433" y="21325"/>
                  </a:lnTo>
                  <a:cubicBezTo>
                    <a:pt x="19433" y="26692"/>
                    <a:pt x="15083" y="31042"/>
                    <a:pt x="9716" y="31042"/>
                  </a:cubicBezTo>
                  <a:lnTo>
                    <a:pt x="9716" y="31042"/>
                  </a:lnTo>
                  <a:cubicBezTo>
                    <a:pt x="4350" y="31042"/>
                    <a:pt x="0" y="26692"/>
                    <a:pt x="0" y="21325"/>
                  </a:cubicBezTo>
                </a:path>
              </a:pathLst>
            </a:custGeom>
            <a:noFill/>
            <a:ln w="8472" cap="flat">
              <a:solidFill>
                <a:srgbClr val="01355A"/>
              </a:solidFill>
              <a:prstDash val="solid"/>
              <a:miter/>
            </a:ln>
          </p:spPr>
          <p:txBody>
            <a:bodyPr rtlCol="1" anchor="ctr"/>
            <a:lstStyle/>
            <a:p>
              <a:endParaRPr lang="ar-SA"/>
            </a:p>
          </p:txBody>
        </p:sp>
        <p:sp>
          <p:nvSpPr>
            <p:cNvPr id="8315" name="شكل حر: شكل 9266">
              <a:extLst>
                <a:ext uri="{FF2B5EF4-FFF2-40B4-BE49-F238E27FC236}">
                  <a16:creationId xmlns:a16="http://schemas.microsoft.com/office/drawing/2014/main" id="{1088A790-CC37-825E-D59E-189106E9B678}"/>
                </a:ext>
              </a:extLst>
            </p:cNvPr>
            <p:cNvSpPr/>
            <p:nvPr/>
          </p:nvSpPr>
          <p:spPr>
            <a:xfrm>
              <a:off x="2104774" y="3434620"/>
              <a:ext cx="19432" cy="31041"/>
            </a:xfrm>
            <a:custGeom>
              <a:avLst/>
              <a:gdLst>
                <a:gd name="connsiteX0" fmla="*/ 9716 w 19432"/>
                <a:gd name="connsiteY0" fmla="*/ 0 h 31041"/>
                <a:gd name="connsiteX1" fmla="*/ 9716 w 19432"/>
                <a:gd name="connsiteY1" fmla="*/ 0 h 31041"/>
                <a:gd name="connsiteX2" fmla="*/ 19433 w 19432"/>
                <a:gd name="connsiteY2" fmla="*/ 9717 h 31041"/>
                <a:gd name="connsiteX3" fmla="*/ 19433 w 19432"/>
                <a:gd name="connsiteY3" fmla="*/ 21325 h 31041"/>
                <a:gd name="connsiteX4" fmla="*/ 9716 w 19432"/>
                <a:gd name="connsiteY4" fmla="*/ 31042 h 31041"/>
                <a:gd name="connsiteX5" fmla="*/ 9716 w 19432"/>
                <a:gd name="connsiteY5" fmla="*/ 31042 h 31041"/>
                <a:gd name="connsiteX6" fmla="*/ 0 w 19432"/>
                <a:gd name="connsiteY6" fmla="*/ 21325 h 31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2" h="31041">
                  <a:moveTo>
                    <a:pt x="9716" y="0"/>
                  </a:moveTo>
                  <a:lnTo>
                    <a:pt x="9716" y="0"/>
                  </a:lnTo>
                  <a:cubicBezTo>
                    <a:pt x="15083" y="0"/>
                    <a:pt x="19433" y="4350"/>
                    <a:pt x="19433" y="9717"/>
                  </a:cubicBezTo>
                  <a:lnTo>
                    <a:pt x="19433" y="21325"/>
                  </a:lnTo>
                  <a:cubicBezTo>
                    <a:pt x="19433" y="26692"/>
                    <a:pt x="15083" y="31042"/>
                    <a:pt x="9716" y="31042"/>
                  </a:cubicBezTo>
                  <a:lnTo>
                    <a:pt x="9716" y="31042"/>
                  </a:lnTo>
                  <a:cubicBezTo>
                    <a:pt x="4350" y="31042"/>
                    <a:pt x="0" y="26692"/>
                    <a:pt x="0" y="21325"/>
                  </a:cubicBezTo>
                </a:path>
              </a:pathLst>
            </a:custGeom>
            <a:noFill/>
            <a:ln w="8472" cap="flat">
              <a:solidFill>
                <a:srgbClr val="01355A"/>
              </a:solidFill>
              <a:prstDash val="solid"/>
              <a:miter/>
            </a:ln>
          </p:spPr>
          <p:txBody>
            <a:bodyPr rtlCol="1" anchor="ctr"/>
            <a:lstStyle/>
            <a:p>
              <a:endParaRPr lang="ar-SA"/>
            </a:p>
          </p:txBody>
        </p:sp>
        <p:sp>
          <p:nvSpPr>
            <p:cNvPr id="8316" name="شكل حر: شكل 9267">
              <a:extLst>
                <a:ext uri="{FF2B5EF4-FFF2-40B4-BE49-F238E27FC236}">
                  <a16:creationId xmlns:a16="http://schemas.microsoft.com/office/drawing/2014/main" id="{2BCD981A-C3B6-1E6D-7522-A7DC2C84DE7A}"/>
                </a:ext>
              </a:extLst>
            </p:cNvPr>
            <p:cNvSpPr/>
            <p:nvPr/>
          </p:nvSpPr>
          <p:spPr>
            <a:xfrm>
              <a:off x="2107372" y="3376971"/>
              <a:ext cx="19432" cy="31041"/>
            </a:xfrm>
            <a:custGeom>
              <a:avLst/>
              <a:gdLst>
                <a:gd name="connsiteX0" fmla="*/ 9716 w 19432"/>
                <a:gd name="connsiteY0" fmla="*/ 0 h 31041"/>
                <a:gd name="connsiteX1" fmla="*/ 9716 w 19432"/>
                <a:gd name="connsiteY1" fmla="*/ 0 h 31041"/>
                <a:gd name="connsiteX2" fmla="*/ 19433 w 19432"/>
                <a:gd name="connsiteY2" fmla="*/ 9717 h 31041"/>
                <a:gd name="connsiteX3" fmla="*/ 19433 w 19432"/>
                <a:gd name="connsiteY3" fmla="*/ 21325 h 31041"/>
                <a:gd name="connsiteX4" fmla="*/ 9716 w 19432"/>
                <a:gd name="connsiteY4" fmla="*/ 31042 h 31041"/>
                <a:gd name="connsiteX5" fmla="*/ 9716 w 19432"/>
                <a:gd name="connsiteY5" fmla="*/ 31042 h 31041"/>
                <a:gd name="connsiteX6" fmla="*/ 0 w 19432"/>
                <a:gd name="connsiteY6" fmla="*/ 21325 h 31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2" h="31041">
                  <a:moveTo>
                    <a:pt x="9716" y="0"/>
                  </a:moveTo>
                  <a:lnTo>
                    <a:pt x="9716" y="0"/>
                  </a:lnTo>
                  <a:cubicBezTo>
                    <a:pt x="15083" y="0"/>
                    <a:pt x="19433" y="4350"/>
                    <a:pt x="19433" y="9717"/>
                  </a:cubicBezTo>
                  <a:lnTo>
                    <a:pt x="19433" y="21325"/>
                  </a:lnTo>
                  <a:cubicBezTo>
                    <a:pt x="19433" y="26692"/>
                    <a:pt x="15083" y="31042"/>
                    <a:pt x="9716" y="31042"/>
                  </a:cubicBezTo>
                  <a:lnTo>
                    <a:pt x="9716" y="31042"/>
                  </a:lnTo>
                  <a:cubicBezTo>
                    <a:pt x="4350" y="31042"/>
                    <a:pt x="0" y="26692"/>
                    <a:pt x="0" y="21325"/>
                  </a:cubicBezTo>
                </a:path>
              </a:pathLst>
            </a:custGeom>
            <a:noFill/>
            <a:ln w="8472" cap="flat">
              <a:solidFill>
                <a:srgbClr val="01355A"/>
              </a:solidFill>
              <a:prstDash val="solid"/>
              <a:miter/>
            </a:ln>
          </p:spPr>
          <p:txBody>
            <a:bodyPr rtlCol="1" anchor="ctr"/>
            <a:lstStyle/>
            <a:p>
              <a:endParaRPr lang="ar-SA"/>
            </a:p>
          </p:txBody>
        </p:sp>
        <p:sp>
          <p:nvSpPr>
            <p:cNvPr id="8317" name="شكل حر: شكل 9268">
              <a:extLst>
                <a:ext uri="{FF2B5EF4-FFF2-40B4-BE49-F238E27FC236}">
                  <a16:creationId xmlns:a16="http://schemas.microsoft.com/office/drawing/2014/main" id="{A3F36409-0034-0F19-05A0-E3CEE8C5DC39}"/>
                </a:ext>
              </a:extLst>
            </p:cNvPr>
            <p:cNvSpPr/>
            <p:nvPr/>
          </p:nvSpPr>
          <p:spPr>
            <a:xfrm>
              <a:off x="2144515" y="3376971"/>
              <a:ext cx="19432" cy="31041"/>
            </a:xfrm>
            <a:custGeom>
              <a:avLst/>
              <a:gdLst>
                <a:gd name="connsiteX0" fmla="*/ 9716 w 19432"/>
                <a:gd name="connsiteY0" fmla="*/ 0 h 31041"/>
                <a:gd name="connsiteX1" fmla="*/ 9716 w 19432"/>
                <a:gd name="connsiteY1" fmla="*/ 0 h 31041"/>
                <a:gd name="connsiteX2" fmla="*/ 19433 w 19432"/>
                <a:gd name="connsiteY2" fmla="*/ 9717 h 31041"/>
                <a:gd name="connsiteX3" fmla="*/ 19433 w 19432"/>
                <a:gd name="connsiteY3" fmla="*/ 21325 h 31041"/>
                <a:gd name="connsiteX4" fmla="*/ 9716 w 19432"/>
                <a:gd name="connsiteY4" fmla="*/ 31042 h 31041"/>
                <a:gd name="connsiteX5" fmla="*/ 9716 w 19432"/>
                <a:gd name="connsiteY5" fmla="*/ 31042 h 31041"/>
                <a:gd name="connsiteX6" fmla="*/ 0 w 19432"/>
                <a:gd name="connsiteY6" fmla="*/ 21325 h 31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2" h="31041">
                  <a:moveTo>
                    <a:pt x="9716" y="0"/>
                  </a:moveTo>
                  <a:lnTo>
                    <a:pt x="9716" y="0"/>
                  </a:lnTo>
                  <a:cubicBezTo>
                    <a:pt x="15083" y="0"/>
                    <a:pt x="19433" y="4350"/>
                    <a:pt x="19433" y="9717"/>
                  </a:cubicBezTo>
                  <a:lnTo>
                    <a:pt x="19433" y="21325"/>
                  </a:lnTo>
                  <a:cubicBezTo>
                    <a:pt x="19433" y="26692"/>
                    <a:pt x="15083" y="31042"/>
                    <a:pt x="9716" y="31042"/>
                  </a:cubicBezTo>
                  <a:lnTo>
                    <a:pt x="9716" y="31042"/>
                  </a:lnTo>
                  <a:cubicBezTo>
                    <a:pt x="4350" y="31042"/>
                    <a:pt x="0" y="26692"/>
                    <a:pt x="0" y="21325"/>
                  </a:cubicBezTo>
                </a:path>
              </a:pathLst>
            </a:custGeom>
            <a:noFill/>
            <a:ln w="8472" cap="flat">
              <a:solidFill>
                <a:srgbClr val="01355A"/>
              </a:solidFill>
              <a:prstDash val="solid"/>
              <a:miter/>
            </a:ln>
          </p:spPr>
          <p:txBody>
            <a:bodyPr rtlCol="1" anchor="ctr"/>
            <a:lstStyle/>
            <a:p>
              <a:endParaRPr lang="ar-SA"/>
            </a:p>
          </p:txBody>
        </p:sp>
        <p:sp>
          <p:nvSpPr>
            <p:cNvPr id="8318" name="شكل حر: شكل 9269">
              <a:extLst>
                <a:ext uri="{FF2B5EF4-FFF2-40B4-BE49-F238E27FC236}">
                  <a16:creationId xmlns:a16="http://schemas.microsoft.com/office/drawing/2014/main" id="{B907E6D9-2C14-A76F-46A7-73723114533A}"/>
                </a:ext>
              </a:extLst>
            </p:cNvPr>
            <p:cNvSpPr/>
            <p:nvPr/>
          </p:nvSpPr>
          <p:spPr>
            <a:xfrm>
              <a:off x="2181658" y="3376971"/>
              <a:ext cx="19432" cy="31041"/>
            </a:xfrm>
            <a:custGeom>
              <a:avLst/>
              <a:gdLst>
                <a:gd name="connsiteX0" fmla="*/ 9716 w 19432"/>
                <a:gd name="connsiteY0" fmla="*/ 0 h 31041"/>
                <a:gd name="connsiteX1" fmla="*/ 9716 w 19432"/>
                <a:gd name="connsiteY1" fmla="*/ 0 h 31041"/>
                <a:gd name="connsiteX2" fmla="*/ 19433 w 19432"/>
                <a:gd name="connsiteY2" fmla="*/ 9717 h 31041"/>
                <a:gd name="connsiteX3" fmla="*/ 19433 w 19432"/>
                <a:gd name="connsiteY3" fmla="*/ 21325 h 31041"/>
                <a:gd name="connsiteX4" fmla="*/ 9716 w 19432"/>
                <a:gd name="connsiteY4" fmla="*/ 31042 h 31041"/>
                <a:gd name="connsiteX5" fmla="*/ 9716 w 19432"/>
                <a:gd name="connsiteY5" fmla="*/ 31042 h 31041"/>
                <a:gd name="connsiteX6" fmla="*/ 0 w 19432"/>
                <a:gd name="connsiteY6" fmla="*/ 21325 h 31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2" h="31041">
                  <a:moveTo>
                    <a:pt x="9716" y="0"/>
                  </a:moveTo>
                  <a:lnTo>
                    <a:pt x="9716" y="0"/>
                  </a:lnTo>
                  <a:cubicBezTo>
                    <a:pt x="15083" y="0"/>
                    <a:pt x="19433" y="4350"/>
                    <a:pt x="19433" y="9717"/>
                  </a:cubicBezTo>
                  <a:lnTo>
                    <a:pt x="19433" y="21325"/>
                  </a:lnTo>
                  <a:cubicBezTo>
                    <a:pt x="19433" y="26692"/>
                    <a:pt x="15083" y="31042"/>
                    <a:pt x="9716" y="31042"/>
                  </a:cubicBezTo>
                  <a:lnTo>
                    <a:pt x="9716" y="31042"/>
                  </a:lnTo>
                  <a:cubicBezTo>
                    <a:pt x="4350" y="31042"/>
                    <a:pt x="0" y="26692"/>
                    <a:pt x="0" y="21325"/>
                  </a:cubicBezTo>
                </a:path>
              </a:pathLst>
            </a:custGeom>
            <a:noFill/>
            <a:ln w="8472" cap="flat">
              <a:solidFill>
                <a:srgbClr val="01355A"/>
              </a:solidFill>
              <a:prstDash val="solid"/>
              <a:miter/>
            </a:ln>
          </p:spPr>
          <p:txBody>
            <a:bodyPr rtlCol="1" anchor="ctr"/>
            <a:lstStyle/>
            <a:p>
              <a:endParaRPr lang="ar-SA"/>
            </a:p>
          </p:txBody>
        </p:sp>
        <p:sp>
          <p:nvSpPr>
            <p:cNvPr id="8319" name="شكل حر: شكل 9270">
              <a:extLst>
                <a:ext uri="{FF2B5EF4-FFF2-40B4-BE49-F238E27FC236}">
                  <a16:creationId xmlns:a16="http://schemas.microsoft.com/office/drawing/2014/main" id="{952EA19A-3707-06DD-4837-039E0957659B}"/>
                </a:ext>
              </a:extLst>
            </p:cNvPr>
            <p:cNvSpPr/>
            <p:nvPr/>
          </p:nvSpPr>
          <p:spPr>
            <a:xfrm>
              <a:off x="2043001" y="3497382"/>
              <a:ext cx="19432" cy="31041"/>
            </a:xfrm>
            <a:custGeom>
              <a:avLst/>
              <a:gdLst>
                <a:gd name="connsiteX0" fmla="*/ 9716 w 19432"/>
                <a:gd name="connsiteY0" fmla="*/ 0 h 31041"/>
                <a:gd name="connsiteX1" fmla="*/ 9716 w 19432"/>
                <a:gd name="connsiteY1" fmla="*/ 0 h 31041"/>
                <a:gd name="connsiteX2" fmla="*/ 19433 w 19432"/>
                <a:gd name="connsiteY2" fmla="*/ 9717 h 31041"/>
                <a:gd name="connsiteX3" fmla="*/ 19433 w 19432"/>
                <a:gd name="connsiteY3" fmla="*/ 21325 h 31041"/>
                <a:gd name="connsiteX4" fmla="*/ 9716 w 19432"/>
                <a:gd name="connsiteY4" fmla="*/ 31042 h 31041"/>
                <a:gd name="connsiteX5" fmla="*/ 9716 w 19432"/>
                <a:gd name="connsiteY5" fmla="*/ 31042 h 31041"/>
                <a:gd name="connsiteX6" fmla="*/ 0 w 19432"/>
                <a:gd name="connsiteY6" fmla="*/ 21325 h 31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2" h="31041">
                  <a:moveTo>
                    <a:pt x="9716" y="0"/>
                  </a:moveTo>
                  <a:lnTo>
                    <a:pt x="9716" y="0"/>
                  </a:lnTo>
                  <a:cubicBezTo>
                    <a:pt x="15083" y="0"/>
                    <a:pt x="19433" y="4350"/>
                    <a:pt x="19433" y="9717"/>
                  </a:cubicBezTo>
                  <a:lnTo>
                    <a:pt x="19433" y="21325"/>
                  </a:lnTo>
                  <a:cubicBezTo>
                    <a:pt x="19433" y="26692"/>
                    <a:pt x="15083" y="31042"/>
                    <a:pt x="9716" y="31042"/>
                  </a:cubicBezTo>
                  <a:lnTo>
                    <a:pt x="9716" y="31042"/>
                  </a:lnTo>
                  <a:cubicBezTo>
                    <a:pt x="4350" y="31042"/>
                    <a:pt x="0" y="26692"/>
                    <a:pt x="0" y="21325"/>
                  </a:cubicBezTo>
                </a:path>
              </a:pathLst>
            </a:custGeom>
            <a:noFill/>
            <a:ln w="8472" cap="flat">
              <a:solidFill>
                <a:srgbClr val="01355A"/>
              </a:solidFill>
              <a:prstDash val="solid"/>
              <a:miter/>
            </a:ln>
          </p:spPr>
          <p:txBody>
            <a:bodyPr rtlCol="1" anchor="ctr"/>
            <a:lstStyle/>
            <a:p>
              <a:endParaRPr lang="ar-SA"/>
            </a:p>
          </p:txBody>
        </p:sp>
        <p:sp>
          <p:nvSpPr>
            <p:cNvPr id="8320" name="شكل حر: شكل 9271">
              <a:extLst>
                <a:ext uri="{FF2B5EF4-FFF2-40B4-BE49-F238E27FC236}">
                  <a16:creationId xmlns:a16="http://schemas.microsoft.com/office/drawing/2014/main" id="{A158A0F3-5211-1D8B-D6CA-24F8512C119E}"/>
                </a:ext>
              </a:extLst>
            </p:cNvPr>
            <p:cNvSpPr/>
            <p:nvPr/>
          </p:nvSpPr>
          <p:spPr>
            <a:xfrm>
              <a:off x="2080144" y="3497382"/>
              <a:ext cx="19432" cy="31041"/>
            </a:xfrm>
            <a:custGeom>
              <a:avLst/>
              <a:gdLst>
                <a:gd name="connsiteX0" fmla="*/ 9716 w 19432"/>
                <a:gd name="connsiteY0" fmla="*/ 0 h 31041"/>
                <a:gd name="connsiteX1" fmla="*/ 9716 w 19432"/>
                <a:gd name="connsiteY1" fmla="*/ 0 h 31041"/>
                <a:gd name="connsiteX2" fmla="*/ 19433 w 19432"/>
                <a:gd name="connsiteY2" fmla="*/ 9717 h 31041"/>
                <a:gd name="connsiteX3" fmla="*/ 19433 w 19432"/>
                <a:gd name="connsiteY3" fmla="*/ 21325 h 31041"/>
                <a:gd name="connsiteX4" fmla="*/ 9716 w 19432"/>
                <a:gd name="connsiteY4" fmla="*/ 31042 h 31041"/>
                <a:gd name="connsiteX5" fmla="*/ 9716 w 19432"/>
                <a:gd name="connsiteY5" fmla="*/ 31042 h 31041"/>
                <a:gd name="connsiteX6" fmla="*/ 0 w 19432"/>
                <a:gd name="connsiteY6" fmla="*/ 21325 h 31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2" h="31041">
                  <a:moveTo>
                    <a:pt x="9716" y="0"/>
                  </a:moveTo>
                  <a:lnTo>
                    <a:pt x="9716" y="0"/>
                  </a:lnTo>
                  <a:cubicBezTo>
                    <a:pt x="15083" y="0"/>
                    <a:pt x="19433" y="4350"/>
                    <a:pt x="19433" y="9717"/>
                  </a:cubicBezTo>
                  <a:lnTo>
                    <a:pt x="19433" y="21325"/>
                  </a:lnTo>
                  <a:cubicBezTo>
                    <a:pt x="19433" y="26692"/>
                    <a:pt x="15083" y="31042"/>
                    <a:pt x="9716" y="31042"/>
                  </a:cubicBezTo>
                  <a:lnTo>
                    <a:pt x="9716" y="31042"/>
                  </a:lnTo>
                  <a:cubicBezTo>
                    <a:pt x="4350" y="31042"/>
                    <a:pt x="0" y="26692"/>
                    <a:pt x="0" y="21325"/>
                  </a:cubicBezTo>
                </a:path>
              </a:pathLst>
            </a:custGeom>
            <a:noFill/>
            <a:ln w="8472" cap="flat">
              <a:solidFill>
                <a:srgbClr val="01355A"/>
              </a:solidFill>
              <a:prstDash val="solid"/>
              <a:miter/>
            </a:ln>
          </p:spPr>
          <p:txBody>
            <a:bodyPr rtlCol="1" anchor="ctr"/>
            <a:lstStyle/>
            <a:p>
              <a:endParaRPr lang="ar-SA"/>
            </a:p>
          </p:txBody>
        </p:sp>
        <p:sp>
          <p:nvSpPr>
            <p:cNvPr id="8321" name="شكل حر: شكل 9272">
              <a:extLst>
                <a:ext uri="{FF2B5EF4-FFF2-40B4-BE49-F238E27FC236}">
                  <a16:creationId xmlns:a16="http://schemas.microsoft.com/office/drawing/2014/main" id="{2FC864D6-12D0-53F7-E9AF-36C8B531DA49}"/>
                </a:ext>
              </a:extLst>
            </p:cNvPr>
            <p:cNvSpPr/>
            <p:nvPr/>
          </p:nvSpPr>
          <p:spPr>
            <a:xfrm>
              <a:off x="2117089" y="3512917"/>
              <a:ext cx="32905" cy="2824"/>
            </a:xfrm>
            <a:custGeom>
              <a:avLst/>
              <a:gdLst>
                <a:gd name="connsiteX0" fmla="*/ 0 w 32905"/>
                <a:gd name="connsiteY0" fmla="*/ 0 h 2824"/>
                <a:gd name="connsiteX1" fmla="*/ 32906 w 32905"/>
                <a:gd name="connsiteY1" fmla="*/ 0 h 2824"/>
              </a:gdLst>
              <a:ahLst/>
              <a:cxnLst>
                <a:cxn ang="0">
                  <a:pos x="connsiteX0" y="connsiteY0"/>
                </a:cxn>
                <a:cxn ang="0">
                  <a:pos x="connsiteX1" y="connsiteY1"/>
                </a:cxn>
              </a:cxnLst>
              <a:rect l="l" t="t" r="r" b="b"/>
              <a:pathLst>
                <a:path w="32905" h="2824">
                  <a:moveTo>
                    <a:pt x="0" y="0"/>
                  </a:moveTo>
                  <a:lnTo>
                    <a:pt x="32906" y="0"/>
                  </a:lnTo>
                </a:path>
              </a:pathLst>
            </a:custGeom>
            <a:ln w="8472" cap="flat">
              <a:solidFill>
                <a:srgbClr val="01355A"/>
              </a:solidFill>
              <a:prstDash val="solid"/>
              <a:miter/>
            </a:ln>
          </p:spPr>
          <p:txBody>
            <a:bodyPr rtlCol="1" anchor="ctr"/>
            <a:lstStyle/>
            <a:p>
              <a:endParaRPr lang="ar-SA"/>
            </a:p>
          </p:txBody>
        </p:sp>
        <p:sp>
          <p:nvSpPr>
            <p:cNvPr id="8322" name="شكل حر: شكل 9273">
              <a:extLst>
                <a:ext uri="{FF2B5EF4-FFF2-40B4-BE49-F238E27FC236}">
                  <a16:creationId xmlns:a16="http://schemas.microsoft.com/office/drawing/2014/main" id="{8C6926FE-F74D-3175-084A-A4F8DDE01C97}"/>
                </a:ext>
              </a:extLst>
            </p:cNvPr>
            <p:cNvSpPr/>
            <p:nvPr/>
          </p:nvSpPr>
          <p:spPr>
            <a:xfrm>
              <a:off x="2005858" y="3512917"/>
              <a:ext cx="21410" cy="2824"/>
            </a:xfrm>
            <a:custGeom>
              <a:avLst/>
              <a:gdLst>
                <a:gd name="connsiteX0" fmla="*/ 0 w 21410"/>
                <a:gd name="connsiteY0" fmla="*/ 0 h 2824"/>
                <a:gd name="connsiteX1" fmla="*/ 21410 w 21410"/>
                <a:gd name="connsiteY1" fmla="*/ 0 h 2824"/>
              </a:gdLst>
              <a:ahLst/>
              <a:cxnLst>
                <a:cxn ang="0">
                  <a:pos x="connsiteX0" y="connsiteY0"/>
                </a:cxn>
                <a:cxn ang="0">
                  <a:pos x="connsiteX1" y="connsiteY1"/>
                </a:cxn>
              </a:cxnLst>
              <a:rect l="l" t="t" r="r" b="b"/>
              <a:pathLst>
                <a:path w="21410" h="2824">
                  <a:moveTo>
                    <a:pt x="0" y="0"/>
                  </a:moveTo>
                  <a:lnTo>
                    <a:pt x="21410" y="0"/>
                  </a:lnTo>
                </a:path>
              </a:pathLst>
            </a:custGeom>
            <a:ln w="8472" cap="flat">
              <a:solidFill>
                <a:srgbClr val="01355A"/>
              </a:solidFill>
              <a:prstDash val="solid"/>
              <a:miter/>
            </a:ln>
          </p:spPr>
          <p:txBody>
            <a:bodyPr rtlCol="1" anchor="ctr"/>
            <a:lstStyle/>
            <a:p>
              <a:endParaRPr lang="ar-SA"/>
            </a:p>
          </p:txBody>
        </p:sp>
      </p:grpSp>
      <p:grpSp>
        <p:nvGrpSpPr>
          <p:cNvPr id="8330" name="رسم 8014">
            <a:extLst>
              <a:ext uri="{FF2B5EF4-FFF2-40B4-BE49-F238E27FC236}">
                <a16:creationId xmlns:a16="http://schemas.microsoft.com/office/drawing/2014/main" id="{F06BA3F9-A070-B652-7A92-4AF15BFCA49D}"/>
              </a:ext>
            </a:extLst>
          </p:cNvPr>
          <p:cNvGrpSpPr/>
          <p:nvPr/>
        </p:nvGrpSpPr>
        <p:grpSpPr>
          <a:xfrm>
            <a:off x="1975015" y="2818292"/>
            <a:ext cx="280516" cy="280372"/>
            <a:chOff x="1442163" y="1760264"/>
            <a:chExt cx="335301" cy="355716"/>
          </a:xfrm>
          <a:noFill/>
        </p:grpSpPr>
        <p:sp>
          <p:nvSpPr>
            <p:cNvPr id="8331" name="شكل حر: شكل 9275">
              <a:extLst>
                <a:ext uri="{FF2B5EF4-FFF2-40B4-BE49-F238E27FC236}">
                  <a16:creationId xmlns:a16="http://schemas.microsoft.com/office/drawing/2014/main" id="{EC94B70E-00F8-2022-1D3F-C19F17BB99CA}"/>
                </a:ext>
              </a:extLst>
            </p:cNvPr>
            <p:cNvSpPr/>
            <p:nvPr/>
          </p:nvSpPr>
          <p:spPr>
            <a:xfrm>
              <a:off x="1491847" y="2086492"/>
              <a:ext cx="2824" cy="29488"/>
            </a:xfrm>
            <a:custGeom>
              <a:avLst/>
              <a:gdLst>
                <a:gd name="connsiteX0" fmla="*/ 0 w 2824"/>
                <a:gd name="connsiteY0" fmla="*/ 0 h 29488"/>
                <a:gd name="connsiteX1" fmla="*/ 0 w 2824"/>
                <a:gd name="connsiteY1" fmla="*/ 29488 h 29488"/>
              </a:gdLst>
              <a:ahLst/>
              <a:cxnLst>
                <a:cxn ang="0">
                  <a:pos x="connsiteX0" y="connsiteY0"/>
                </a:cxn>
                <a:cxn ang="0">
                  <a:pos x="connsiteX1" y="connsiteY1"/>
                </a:cxn>
              </a:cxnLst>
              <a:rect l="l" t="t" r="r" b="b"/>
              <a:pathLst>
                <a:path w="2824" h="29488">
                  <a:moveTo>
                    <a:pt x="0" y="0"/>
                  </a:moveTo>
                  <a:lnTo>
                    <a:pt x="0" y="29488"/>
                  </a:lnTo>
                </a:path>
              </a:pathLst>
            </a:custGeom>
            <a:ln w="8472" cap="flat">
              <a:solidFill>
                <a:srgbClr val="01355A"/>
              </a:solidFill>
              <a:prstDash val="solid"/>
              <a:miter/>
            </a:ln>
          </p:spPr>
          <p:txBody>
            <a:bodyPr rtlCol="1" anchor="ctr"/>
            <a:lstStyle/>
            <a:p>
              <a:endParaRPr lang="ar-SA"/>
            </a:p>
          </p:txBody>
        </p:sp>
        <p:sp>
          <p:nvSpPr>
            <p:cNvPr id="8332" name="شكل حر: شكل 9276">
              <a:extLst>
                <a:ext uri="{FF2B5EF4-FFF2-40B4-BE49-F238E27FC236}">
                  <a16:creationId xmlns:a16="http://schemas.microsoft.com/office/drawing/2014/main" id="{867E5DAF-E36A-2A9E-E4E9-4C7EBCB5F8C4}"/>
                </a:ext>
              </a:extLst>
            </p:cNvPr>
            <p:cNvSpPr/>
            <p:nvPr/>
          </p:nvSpPr>
          <p:spPr>
            <a:xfrm>
              <a:off x="1461653" y="2086492"/>
              <a:ext cx="2824" cy="29488"/>
            </a:xfrm>
            <a:custGeom>
              <a:avLst/>
              <a:gdLst>
                <a:gd name="connsiteX0" fmla="*/ 0 w 2824"/>
                <a:gd name="connsiteY0" fmla="*/ 0 h 29488"/>
                <a:gd name="connsiteX1" fmla="*/ 0 w 2824"/>
                <a:gd name="connsiteY1" fmla="*/ 29488 h 29488"/>
              </a:gdLst>
              <a:ahLst/>
              <a:cxnLst>
                <a:cxn ang="0">
                  <a:pos x="connsiteX0" y="connsiteY0"/>
                </a:cxn>
                <a:cxn ang="0">
                  <a:pos x="connsiteX1" y="connsiteY1"/>
                </a:cxn>
              </a:cxnLst>
              <a:rect l="l" t="t" r="r" b="b"/>
              <a:pathLst>
                <a:path w="2824" h="29488">
                  <a:moveTo>
                    <a:pt x="0" y="0"/>
                  </a:moveTo>
                  <a:lnTo>
                    <a:pt x="0" y="29488"/>
                  </a:lnTo>
                </a:path>
              </a:pathLst>
            </a:custGeom>
            <a:ln w="8472" cap="flat">
              <a:solidFill>
                <a:srgbClr val="01355A"/>
              </a:solidFill>
              <a:prstDash val="solid"/>
              <a:miter/>
            </a:ln>
          </p:spPr>
          <p:txBody>
            <a:bodyPr rtlCol="1" anchor="ctr"/>
            <a:lstStyle/>
            <a:p>
              <a:endParaRPr lang="ar-SA"/>
            </a:p>
          </p:txBody>
        </p:sp>
        <p:sp>
          <p:nvSpPr>
            <p:cNvPr id="8333" name="شكل حر: شكل 9277">
              <a:extLst>
                <a:ext uri="{FF2B5EF4-FFF2-40B4-BE49-F238E27FC236}">
                  <a16:creationId xmlns:a16="http://schemas.microsoft.com/office/drawing/2014/main" id="{0361B64F-7724-8D21-0CAF-5668B61F4E77}"/>
                </a:ext>
              </a:extLst>
            </p:cNvPr>
            <p:cNvSpPr/>
            <p:nvPr/>
          </p:nvSpPr>
          <p:spPr>
            <a:xfrm>
              <a:off x="1460269" y="2015879"/>
              <a:ext cx="33499" cy="33499"/>
            </a:xfrm>
            <a:custGeom>
              <a:avLst/>
              <a:gdLst>
                <a:gd name="connsiteX0" fmla="*/ 33499 w 33499"/>
                <a:gd name="connsiteY0" fmla="*/ 16750 h 33499"/>
                <a:gd name="connsiteX1" fmla="*/ 16750 w 33499"/>
                <a:gd name="connsiteY1" fmla="*/ 33499 h 33499"/>
                <a:gd name="connsiteX2" fmla="*/ 0 w 33499"/>
                <a:gd name="connsiteY2" fmla="*/ 16750 h 33499"/>
                <a:gd name="connsiteX3" fmla="*/ 16750 w 33499"/>
                <a:gd name="connsiteY3" fmla="*/ 0 h 33499"/>
                <a:gd name="connsiteX4" fmla="*/ 33499 w 33499"/>
                <a:gd name="connsiteY4" fmla="*/ 16750 h 3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99" h="33499">
                  <a:moveTo>
                    <a:pt x="33499" y="16750"/>
                  </a:moveTo>
                  <a:cubicBezTo>
                    <a:pt x="33499" y="26014"/>
                    <a:pt x="25986" y="33499"/>
                    <a:pt x="16750" y="33499"/>
                  </a:cubicBezTo>
                  <a:cubicBezTo>
                    <a:pt x="7513" y="33499"/>
                    <a:pt x="0" y="25986"/>
                    <a:pt x="0" y="16750"/>
                  </a:cubicBezTo>
                  <a:cubicBezTo>
                    <a:pt x="0" y="7513"/>
                    <a:pt x="7513" y="0"/>
                    <a:pt x="16750" y="0"/>
                  </a:cubicBezTo>
                  <a:cubicBezTo>
                    <a:pt x="25986" y="0"/>
                    <a:pt x="33499" y="7513"/>
                    <a:pt x="33499" y="16750"/>
                  </a:cubicBezTo>
                  <a:close/>
                </a:path>
              </a:pathLst>
            </a:custGeom>
            <a:noFill/>
            <a:ln w="8472" cap="flat">
              <a:solidFill>
                <a:srgbClr val="01355A"/>
              </a:solidFill>
              <a:prstDash val="solid"/>
              <a:miter/>
            </a:ln>
          </p:spPr>
          <p:txBody>
            <a:bodyPr rtlCol="1" anchor="ctr"/>
            <a:lstStyle/>
            <a:p>
              <a:endParaRPr lang="ar-SA"/>
            </a:p>
          </p:txBody>
        </p:sp>
        <p:sp>
          <p:nvSpPr>
            <p:cNvPr id="8334" name="شكل حر: شكل 9278">
              <a:extLst>
                <a:ext uri="{FF2B5EF4-FFF2-40B4-BE49-F238E27FC236}">
                  <a16:creationId xmlns:a16="http://schemas.microsoft.com/office/drawing/2014/main" id="{EE759CE5-6F23-F3A8-0A86-2F350F7322AB}"/>
                </a:ext>
              </a:extLst>
            </p:cNvPr>
            <p:cNvSpPr/>
            <p:nvPr/>
          </p:nvSpPr>
          <p:spPr>
            <a:xfrm>
              <a:off x="1442163" y="2062738"/>
              <a:ext cx="69709" cy="53242"/>
            </a:xfrm>
            <a:custGeom>
              <a:avLst/>
              <a:gdLst>
                <a:gd name="connsiteX0" fmla="*/ 0 w 69709"/>
                <a:gd name="connsiteY0" fmla="*/ 53243 h 53242"/>
                <a:gd name="connsiteX1" fmla="*/ 0 w 69709"/>
                <a:gd name="connsiteY1" fmla="*/ 10903 h 53242"/>
                <a:gd name="connsiteX2" fmla="*/ 10903 w 69709"/>
                <a:gd name="connsiteY2" fmla="*/ 0 h 53242"/>
                <a:gd name="connsiteX3" fmla="*/ 58807 w 69709"/>
                <a:gd name="connsiteY3" fmla="*/ 0 h 53242"/>
                <a:gd name="connsiteX4" fmla="*/ 69710 w 69709"/>
                <a:gd name="connsiteY4" fmla="*/ 10903 h 53242"/>
                <a:gd name="connsiteX5" fmla="*/ 69710 w 69709"/>
                <a:gd name="connsiteY5" fmla="*/ 53243 h 53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09" h="53242">
                  <a:moveTo>
                    <a:pt x="0" y="53243"/>
                  </a:moveTo>
                  <a:lnTo>
                    <a:pt x="0" y="10903"/>
                  </a:lnTo>
                  <a:cubicBezTo>
                    <a:pt x="0" y="4887"/>
                    <a:pt x="4886" y="0"/>
                    <a:pt x="10903" y="0"/>
                  </a:cubicBezTo>
                  <a:lnTo>
                    <a:pt x="58807" y="0"/>
                  </a:lnTo>
                  <a:cubicBezTo>
                    <a:pt x="64823" y="0"/>
                    <a:pt x="69710" y="4887"/>
                    <a:pt x="69710" y="10903"/>
                  </a:cubicBezTo>
                  <a:lnTo>
                    <a:pt x="69710" y="53243"/>
                  </a:lnTo>
                </a:path>
              </a:pathLst>
            </a:custGeom>
            <a:noFill/>
            <a:ln w="8472" cap="flat">
              <a:solidFill>
                <a:srgbClr val="01355A"/>
              </a:solidFill>
              <a:prstDash val="solid"/>
              <a:miter/>
            </a:ln>
          </p:spPr>
          <p:txBody>
            <a:bodyPr rtlCol="1" anchor="ctr"/>
            <a:lstStyle/>
            <a:p>
              <a:endParaRPr lang="ar-SA"/>
            </a:p>
          </p:txBody>
        </p:sp>
        <p:sp>
          <p:nvSpPr>
            <p:cNvPr id="8335" name="شكل حر: شكل 9279">
              <a:extLst>
                <a:ext uri="{FF2B5EF4-FFF2-40B4-BE49-F238E27FC236}">
                  <a16:creationId xmlns:a16="http://schemas.microsoft.com/office/drawing/2014/main" id="{88E4A2F8-4863-04F2-EC33-E01C1481103A}"/>
                </a:ext>
              </a:extLst>
            </p:cNvPr>
            <p:cNvSpPr/>
            <p:nvPr/>
          </p:nvSpPr>
          <p:spPr>
            <a:xfrm>
              <a:off x="1757467" y="2086492"/>
              <a:ext cx="2824" cy="29488"/>
            </a:xfrm>
            <a:custGeom>
              <a:avLst/>
              <a:gdLst>
                <a:gd name="connsiteX0" fmla="*/ 0 w 2824"/>
                <a:gd name="connsiteY0" fmla="*/ 0 h 29488"/>
                <a:gd name="connsiteX1" fmla="*/ 0 w 2824"/>
                <a:gd name="connsiteY1" fmla="*/ 29488 h 29488"/>
              </a:gdLst>
              <a:ahLst/>
              <a:cxnLst>
                <a:cxn ang="0">
                  <a:pos x="connsiteX0" y="connsiteY0"/>
                </a:cxn>
                <a:cxn ang="0">
                  <a:pos x="connsiteX1" y="connsiteY1"/>
                </a:cxn>
              </a:cxnLst>
              <a:rect l="l" t="t" r="r" b="b"/>
              <a:pathLst>
                <a:path w="2824" h="29488">
                  <a:moveTo>
                    <a:pt x="0" y="0"/>
                  </a:moveTo>
                  <a:lnTo>
                    <a:pt x="0" y="29488"/>
                  </a:lnTo>
                </a:path>
              </a:pathLst>
            </a:custGeom>
            <a:ln w="8472" cap="flat">
              <a:solidFill>
                <a:srgbClr val="01355A"/>
              </a:solidFill>
              <a:prstDash val="solid"/>
              <a:miter/>
            </a:ln>
          </p:spPr>
          <p:txBody>
            <a:bodyPr rtlCol="1" anchor="ctr"/>
            <a:lstStyle/>
            <a:p>
              <a:endParaRPr lang="ar-SA"/>
            </a:p>
          </p:txBody>
        </p:sp>
        <p:sp>
          <p:nvSpPr>
            <p:cNvPr id="8336" name="شكل حر: شكل 9280">
              <a:extLst>
                <a:ext uri="{FF2B5EF4-FFF2-40B4-BE49-F238E27FC236}">
                  <a16:creationId xmlns:a16="http://schemas.microsoft.com/office/drawing/2014/main" id="{4961BB8E-5342-440E-0538-4EC4011C84ED}"/>
                </a:ext>
              </a:extLst>
            </p:cNvPr>
            <p:cNvSpPr/>
            <p:nvPr/>
          </p:nvSpPr>
          <p:spPr>
            <a:xfrm>
              <a:off x="1727245" y="2086492"/>
              <a:ext cx="2824" cy="29488"/>
            </a:xfrm>
            <a:custGeom>
              <a:avLst/>
              <a:gdLst>
                <a:gd name="connsiteX0" fmla="*/ 0 w 2824"/>
                <a:gd name="connsiteY0" fmla="*/ 0 h 29488"/>
                <a:gd name="connsiteX1" fmla="*/ 0 w 2824"/>
                <a:gd name="connsiteY1" fmla="*/ 29488 h 29488"/>
              </a:gdLst>
              <a:ahLst/>
              <a:cxnLst>
                <a:cxn ang="0">
                  <a:pos x="connsiteX0" y="connsiteY0"/>
                </a:cxn>
                <a:cxn ang="0">
                  <a:pos x="connsiteX1" y="connsiteY1"/>
                </a:cxn>
              </a:cxnLst>
              <a:rect l="l" t="t" r="r" b="b"/>
              <a:pathLst>
                <a:path w="2824" h="29488">
                  <a:moveTo>
                    <a:pt x="0" y="0"/>
                  </a:moveTo>
                  <a:lnTo>
                    <a:pt x="0" y="29488"/>
                  </a:lnTo>
                </a:path>
              </a:pathLst>
            </a:custGeom>
            <a:ln w="8472" cap="flat">
              <a:solidFill>
                <a:srgbClr val="01355A"/>
              </a:solidFill>
              <a:prstDash val="solid"/>
              <a:miter/>
            </a:ln>
          </p:spPr>
          <p:txBody>
            <a:bodyPr rtlCol="1" anchor="ctr"/>
            <a:lstStyle/>
            <a:p>
              <a:endParaRPr lang="ar-SA"/>
            </a:p>
          </p:txBody>
        </p:sp>
        <p:sp>
          <p:nvSpPr>
            <p:cNvPr id="8337" name="شكل حر: شكل 9281">
              <a:extLst>
                <a:ext uri="{FF2B5EF4-FFF2-40B4-BE49-F238E27FC236}">
                  <a16:creationId xmlns:a16="http://schemas.microsoft.com/office/drawing/2014/main" id="{E253DCE6-883E-6EA4-0627-07F179DFF95E}"/>
                </a:ext>
              </a:extLst>
            </p:cNvPr>
            <p:cNvSpPr/>
            <p:nvPr/>
          </p:nvSpPr>
          <p:spPr>
            <a:xfrm>
              <a:off x="1725832" y="2015879"/>
              <a:ext cx="33499" cy="33499"/>
            </a:xfrm>
            <a:custGeom>
              <a:avLst/>
              <a:gdLst>
                <a:gd name="connsiteX0" fmla="*/ 33499 w 33499"/>
                <a:gd name="connsiteY0" fmla="*/ 16750 h 33499"/>
                <a:gd name="connsiteX1" fmla="*/ 16750 w 33499"/>
                <a:gd name="connsiteY1" fmla="*/ 33499 h 33499"/>
                <a:gd name="connsiteX2" fmla="*/ 0 w 33499"/>
                <a:gd name="connsiteY2" fmla="*/ 16750 h 33499"/>
                <a:gd name="connsiteX3" fmla="*/ 16750 w 33499"/>
                <a:gd name="connsiteY3" fmla="*/ 0 h 33499"/>
                <a:gd name="connsiteX4" fmla="*/ 33499 w 33499"/>
                <a:gd name="connsiteY4" fmla="*/ 16750 h 3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499" h="33499">
                  <a:moveTo>
                    <a:pt x="33499" y="16750"/>
                  </a:moveTo>
                  <a:cubicBezTo>
                    <a:pt x="33499" y="26000"/>
                    <a:pt x="26000" y="33499"/>
                    <a:pt x="16750" y="33499"/>
                  </a:cubicBezTo>
                  <a:cubicBezTo>
                    <a:pt x="7499" y="33499"/>
                    <a:pt x="0" y="26000"/>
                    <a:pt x="0" y="16750"/>
                  </a:cubicBezTo>
                  <a:cubicBezTo>
                    <a:pt x="0" y="7499"/>
                    <a:pt x="7499" y="0"/>
                    <a:pt x="16750" y="0"/>
                  </a:cubicBezTo>
                  <a:cubicBezTo>
                    <a:pt x="26000" y="0"/>
                    <a:pt x="33499" y="7499"/>
                    <a:pt x="33499" y="16750"/>
                  </a:cubicBezTo>
                  <a:close/>
                </a:path>
              </a:pathLst>
            </a:custGeom>
            <a:noFill/>
            <a:ln w="8472" cap="flat">
              <a:solidFill>
                <a:srgbClr val="01355A"/>
              </a:solidFill>
              <a:prstDash val="solid"/>
              <a:miter/>
            </a:ln>
          </p:spPr>
          <p:txBody>
            <a:bodyPr rtlCol="1" anchor="ctr"/>
            <a:lstStyle/>
            <a:p>
              <a:endParaRPr lang="ar-SA"/>
            </a:p>
          </p:txBody>
        </p:sp>
        <p:sp>
          <p:nvSpPr>
            <p:cNvPr id="8338" name="شكل حر: شكل 9282">
              <a:extLst>
                <a:ext uri="{FF2B5EF4-FFF2-40B4-BE49-F238E27FC236}">
                  <a16:creationId xmlns:a16="http://schemas.microsoft.com/office/drawing/2014/main" id="{62726359-3E19-D154-1D40-A0A895C2FAE7}"/>
                </a:ext>
              </a:extLst>
            </p:cNvPr>
            <p:cNvSpPr/>
            <p:nvPr/>
          </p:nvSpPr>
          <p:spPr>
            <a:xfrm>
              <a:off x="1707755" y="2062738"/>
              <a:ext cx="69709" cy="53242"/>
            </a:xfrm>
            <a:custGeom>
              <a:avLst/>
              <a:gdLst>
                <a:gd name="connsiteX0" fmla="*/ 0 w 69709"/>
                <a:gd name="connsiteY0" fmla="*/ 53243 h 53242"/>
                <a:gd name="connsiteX1" fmla="*/ 0 w 69709"/>
                <a:gd name="connsiteY1" fmla="*/ 10903 h 53242"/>
                <a:gd name="connsiteX2" fmla="*/ 10903 w 69709"/>
                <a:gd name="connsiteY2" fmla="*/ 0 h 53242"/>
                <a:gd name="connsiteX3" fmla="*/ 58807 w 69709"/>
                <a:gd name="connsiteY3" fmla="*/ 0 h 53242"/>
                <a:gd name="connsiteX4" fmla="*/ 69710 w 69709"/>
                <a:gd name="connsiteY4" fmla="*/ 10903 h 53242"/>
                <a:gd name="connsiteX5" fmla="*/ 69710 w 69709"/>
                <a:gd name="connsiteY5" fmla="*/ 53243 h 53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09" h="53242">
                  <a:moveTo>
                    <a:pt x="0" y="53243"/>
                  </a:moveTo>
                  <a:lnTo>
                    <a:pt x="0" y="10903"/>
                  </a:lnTo>
                  <a:cubicBezTo>
                    <a:pt x="0" y="4887"/>
                    <a:pt x="4886" y="0"/>
                    <a:pt x="10903" y="0"/>
                  </a:cubicBezTo>
                  <a:lnTo>
                    <a:pt x="58807" y="0"/>
                  </a:lnTo>
                  <a:cubicBezTo>
                    <a:pt x="64823" y="0"/>
                    <a:pt x="69710" y="4887"/>
                    <a:pt x="69710" y="10903"/>
                  </a:cubicBezTo>
                  <a:lnTo>
                    <a:pt x="69710" y="53243"/>
                  </a:lnTo>
                </a:path>
              </a:pathLst>
            </a:custGeom>
            <a:noFill/>
            <a:ln w="8472" cap="flat">
              <a:solidFill>
                <a:srgbClr val="01355A"/>
              </a:solidFill>
              <a:prstDash val="solid"/>
              <a:miter/>
            </a:ln>
          </p:spPr>
          <p:txBody>
            <a:bodyPr rtlCol="1" anchor="ctr"/>
            <a:lstStyle/>
            <a:p>
              <a:endParaRPr lang="ar-SA"/>
            </a:p>
          </p:txBody>
        </p:sp>
        <p:sp>
          <p:nvSpPr>
            <p:cNvPr id="8339" name="شكل حر: شكل 9283">
              <a:extLst>
                <a:ext uri="{FF2B5EF4-FFF2-40B4-BE49-F238E27FC236}">
                  <a16:creationId xmlns:a16="http://schemas.microsoft.com/office/drawing/2014/main" id="{CF4FB32B-CE3E-FED4-4327-2E5B0041A07F}"/>
                </a:ext>
              </a:extLst>
            </p:cNvPr>
            <p:cNvSpPr/>
            <p:nvPr/>
          </p:nvSpPr>
          <p:spPr>
            <a:xfrm>
              <a:off x="1544355" y="1786187"/>
              <a:ext cx="126539" cy="118574"/>
            </a:xfrm>
            <a:custGeom>
              <a:avLst/>
              <a:gdLst>
                <a:gd name="connsiteX0" fmla="*/ 89312 w 126539"/>
                <a:gd name="connsiteY0" fmla="*/ 118546 h 118574"/>
                <a:gd name="connsiteX1" fmla="*/ 124478 w 126539"/>
                <a:gd name="connsiteY1" fmla="*/ 93718 h 118574"/>
                <a:gd name="connsiteX2" fmla="*/ 126540 w 126539"/>
                <a:gd name="connsiteY2" fmla="*/ 81714 h 118574"/>
                <a:gd name="connsiteX3" fmla="*/ 113801 w 126539"/>
                <a:gd name="connsiteY3" fmla="*/ 44204 h 118574"/>
                <a:gd name="connsiteX4" fmla="*/ 86460 w 126539"/>
                <a:gd name="connsiteY4" fmla="*/ 0 h 118574"/>
                <a:gd name="connsiteX5" fmla="*/ 40645 w 126539"/>
                <a:gd name="connsiteY5" fmla="*/ 0 h 118574"/>
                <a:gd name="connsiteX6" fmla="*/ 12739 w 126539"/>
                <a:gd name="connsiteY6" fmla="*/ 44204 h 118574"/>
                <a:gd name="connsiteX7" fmla="*/ 0 w 126539"/>
                <a:gd name="connsiteY7" fmla="*/ 81714 h 118574"/>
                <a:gd name="connsiteX8" fmla="*/ 0 w 126539"/>
                <a:gd name="connsiteY8" fmla="*/ 82110 h 118574"/>
                <a:gd name="connsiteX9" fmla="*/ 37312 w 126539"/>
                <a:gd name="connsiteY9" fmla="*/ 118574 h 118574"/>
                <a:gd name="connsiteX10" fmla="*/ 89312 w 126539"/>
                <a:gd name="connsiteY10" fmla="*/ 118574 h 118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539" h="118574">
                  <a:moveTo>
                    <a:pt x="89312" y="118546"/>
                  </a:moveTo>
                  <a:cubicBezTo>
                    <a:pt x="105102" y="118546"/>
                    <a:pt x="119620" y="108745"/>
                    <a:pt x="124478" y="93718"/>
                  </a:cubicBezTo>
                  <a:cubicBezTo>
                    <a:pt x="125834" y="89510"/>
                    <a:pt x="126540" y="85386"/>
                    <a:pt x="126540" y="81714"/>
                  </a:cubicBezTo>
                  <a:cubicBezTo>
                    <a:pt x="126568" y="68185"/>
                    <a:pt x="121879" y="55050"/>
                    <a:pt x="113801" y="44204"/>
                  </a:cubicBezTo>
                  <a:lnTo>
                    <a:pt x="86460" y="0"/>
                  </a:lnTo>
                  <a:lnTo>
                    <a:pt x="40645" y="0"/>
                  </a:lnTo>
                  <a:lnTo>
                    <a:pt x="12739" y="44204"/>
                  </a:lnTo>
                  <a:cubicBezTo>
                    <a:pt x="4661" y="55050"/>
                    <a:pt x="-28" y="68185"/>
                    <a:pt x="0" y="81714"/>
                  </a:cubicBezTo>
                  <a:cubicBezTo>
                    <a:pt x="0" y="81855"/>
                    <a:pt x="0" y="81968"/>
                    <a:pt x="0" y="82110"/>
                  </a:cubicBezTo>
                  <a:cubicBezTo>
                    <a:pt x="170" y="102390"/>
                    <a:pt x="17032" y="118574"/>
                    <a:pt x="37312" y="118574"/>
                  </a:cubicBezTo>
                  <a:lnTo>
                    <a:pt x="89312" y="118574"/>
                  </a:lnTo>
                  <a:close/>
                </a:path>
              </a:pathLst>
            </a:custGeom>
            <a:noFill/>
            <a:ln w="8472" cap="flat">
              <a:solidFill>
                <a:srgbClr val="17A3A3"/>
              </a:solidFill>
              <a:prstDash val="solid"/>
              <a:miter/>
            </a:ln>
          </p:spPr>
          <p:txBody>
            <a:bodyPr rtlCol="1" anchor="ctr"/>
            <a:lstStyle/>
            <a:p>
              <a:endParaRPr lang="ar-SA"/>
            </a:p>
          </p:txBody>
        </p:sp>
        <p:sp>
          <p:nvSpPr>
            <p:cNvPr id="8340" name="شكل حر: شكل 9284">
              <a:extLst>
                <a:ext uri="{FF2B5EF4-FFF2-40B4-BE49-F238E27FC236}">
                  <a16:creationId xmlns:a16="http://schemas.microsoft.com/office/drawing/2014/main" id="{9E71196F-EE79-98BF-ECDE-C88A4B17A5E2}"/>
                </a:ext>
              </a:extLst>
            </p:cNvPr>
            <p:cNvSpPr/>
            <p:nvPr/>
          </p:nvSpPr>
          <p:spPr>
            <a:xfrm>
              <a:off x="1568053" y="1760264"/>
              <a:ext cx="79708" cy="25894"/>
            </a:xfrm>
            <a:custGeom>
              <a:avLst/>
              <a:gdLst>
                <a:gd name="connsiteX0" fmla="*/ 62761 w 79708"/>
                <a:gd name="connsiteY0" fmla="*/ 25894 h 25894"/>
                <a:gd name="connsiteX1" fmla="*/ 79709 w 79708"/>
                <a:gd name="connsiteY1" fmla="*/ 9483 h 25894"/>
                <a:gd name="connsiteX2" fmla="*/ 73636 w 79708"/>
                <a:gd name="connsiteY2" fmla="*/ 3411 h 25894"/>
                <a:gd name="connsiteX3" fmla="*/ 57112 w 79708"/>
                <a:gd name="connsiteY3" fmla="*/ 3411 h 25894"/>
                <a:gd name="connsiteX4" fmla="*/ 52198 w 79708"/>
                <a:gd name="connsiteY4" fmla="*/ 8325 h 25894"/>
                <a:gd name="connsiteX5" fmla="*/ 50051 w 79708"/>
                <a:gd name="connsiteY5" fmla="*/ 6179 h 25894"/>
                <a:gd name="connsiteX6" fmla="*/ 29658 w 79708"/>
                <a:gd name="connsiteY6" fmla="*/ 6179 h 25894"/>
                <a:gd name="connsiteX7" fmla="*/ 27511 w 79708"/>
                <a:gd name="connsiteY7" fmla="*/ 8325 h 25894"/>
                <a:gd name="connsiteX8" fmla="*/ 22596 w 79708"/>
                <a:gd name="connsiteY8" fmla="*/ 3411 h 25894"/>
                <a:gd name="connsiteX9" fmla="*/ 6073 w 79708"/>
                <a:gd name="connsiteY9" fmla="*/ 3411 h 25894"/>
                <a:gd name="connsiteX10" fmla="*/ 0 w 79708"/>
                <a:gd name="connsiteY10" fmla="*/ 9483 h 25894"/>
                <a:gd name="connsiteX11" fmla="*/ 16947 w 79708"/>
                <a:gd name="connsiteY11" fmla="*/ 25894 h 25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9708" h="25894">
                  <a:moveTo>
                    <a:pt x="62761" y="25894"/>
                  </a:moveTo>
                  <a:lnTo>
                    <a:pt x="79709" y="9483"/>
                  </a:lnTo>
                  <a:lnTo>
                    <a:pt x="73636" y="3411"/>
                  </a:lnTo>
                  <a:cubicBezTo>
                    <a:pt x="69088" y="-1137"/>
                    <a:pt x="61688" y="-1137"/>
                    <a:pt x="57112" y="3411"/>
                  </a:cubicBezTo>
                  <a:lnTo>
                    <a:pt x="52198" y="8325"/>
                  </a:lnTo>
                  <a:lnTo>
                    <a:pt x="50051" y="6179"/>
                  </a:lnTo>
                  <a:cubicBezTo>
                    <a:pt x="44430" y="558"/>
                    <a:pt x="35279" y="558"/>
                    <a:pt x="29658" y="6179"/>
                  </a:cubicBezTo>
                  <a:lnTo>
                    <a:pt x="27511" y="8325"/>
                  </a:lnTo>
                  <a:lnTo>
                    <a:pt x="22596" y="3411"/>
                  </a:lnTo>
                  <a:cubicBezTo>
                    <a:pt x="18049" y="-1137"/>
                    <a:pt x="10649" y="-1137"/>
                    <a:pt x="6073" y="3411"/>
                  </a:cubicBezTo>
                  <a:lnTo>
                    <a:pt x="0" y="9483"/>
                  </a:lnTo>
                  <a:lnTo>
                    <a:pt x="16947" y="25894"/>
                  </a:lnTo>
                </a:path>
              </a:pathLst>
            </a:custGeom>
            <a:noFill/>
            <a:ln w="8472" cap="flat">
              <a:solidFill>
                <a:srgbClr val="17A3A3"/>
              </a:solidFill>
              <a:prstDash val="solid"/>
              <a:miter/>
            </a:ln>
          </p:spPr>
          <p:txBody>
            <a:bodyPr rtlCol="1" anchor="ctr"/>
            <a:lstStyle/>
            <a:p>
              <a:endParaRPr lang="ar-SA"/>
            </a:p>
          </p:txBody>
        </p:sp>
        <p:sp>
          <p:nvSpPr>
            <p:cNvPr id="8341" name="شكل حر: شكل 9285">
              <a:extLst>
                <a:ext uri="{FF2B5EF4-FFF2-40B4-BE49-F238E27FC236}">
                  <a16:creationId xmlns:a16="http://schemas.microsoft.com/office/drawing/2014/main" id="{E5808F85-188F-4B94-A9C6-18D49CBBB468}"/>
                </a:ext>
              </a:extLst>
            </p:cNvPr>
            <p:cNvSpPr/>
            <p:nvPr/>
          </p:nvSpPr>
          <p:spPr>
            <a:xfrm>
              <a:off x="1582684" y="1999638"/>
              <a:ext cx="2824" cy="116343"/>
            </a:xfrm>
            <a:custGeom>
              <a:avLst/>
              <a:gdLst>
                <a:gd name="connsiteX0" fmla="*/ 0 w 2824"/>
                <a:gd name="connsiteY0" fmla="*/ 0 h 116343"/>
                <a:gd name="connsiteX1" fmla="*/ 0 w 2824"/>
                <a:gd name="connsiteY1" fmla="*/ 116343 h 116343"/>
              </a:gdLst>
              <a:ahLst/>
              <a:cxnLst>
                <a:cxn ang="0">
                  <a:pos x="connsiteX0" y="connsiteY0"/>
                </a:cxn>
                <a:cxn ang="0">
                  <a:pos x="connsiteX1" y="connsiteY1"/>
                </a:cxn>
              </a:cxnLst>
              <a:rect l="l" t="t" r="r" b="b"/>
              <a:pathLst>
                <a:path w="2824" h="116343">
                  <a:moveTo>
                    <a:pt x="0" y="0"/>
                  </a:moveTo>
                  <a:lnTo>
                    <a:pt x="0" y="116343"/>
                  </a:lnTo>
                </a:path>
              </a:pathLst>
            </a:custGeom>
            <a:ln w="8472" cap="flat">
              <a:solidFill>
                <a:srgbClr val="01355A"/>
              </a:solidFill>
              <a:prstDash val="solid"/>
              <a:miter/>
            </a:ln>
          </p:spPr>
          <p:txBody>
            <a:bodyPr rtlCol="1" anchor="ctr"/>
            <a:lstStyle/>
            <a:p>
              <a:endParaRPr lang="ar-SA"/>
            </a:p>
          </p:txBody>
        </p:sp>
        <p:sp>
          <p:nvSpPr>
            <p:cNvPr id="8342" name="شكل حر: شكل 9286">
              <a:extLst>
                <a:ext uri="{FF2B5EF4-FFF2-40B4-BE49-F238E27FC236}">
                  <a16:creationId xmlns:a16="http://schemas.microsoft.com/office/drawing/2014/main" id="{0BA85108-7951-935C-A288-45AAF1ADE18D}"/>
                </a:ext>
              </a:extLst>
            </p:cNvPr>
            <p:cNvSpPr/>
            <p:nvPr/>
          </p:nvSpPr>
          <p:spPr>
            <a:xfrm>
              <a:off x="1607625" y="2044520"/>
              <a:ext cx="2824" cy="71461"/>
            </a:xfrm>
            <a:custGeom>
              <a:avLst/>
              <a:gdLst>
                <a:gd name="connsiteX0" fmla="*/ 0 w 2824"/>
                <a:gd name="connsiteY0" fmla="*/ 71461 h 71461"/>
                <a:gd name="connsiteX1" fmla="*/ 0 w 2824"/>
                <a:gd name="connsiteY1" fmla="*/ 0 h 71461"/>
              </a:gdLst>
              <a:ahLst/>
              <a:cxnLst>
                <a:cxn ang="0">
                  <a:pos x="connsiteX0" y="connsiteY0"/>
                </a:cxn>
                <a:cxn ang="0">
                  <a:pos x="connsiteX1" y="connsiteY1"/>
                </a:cxn>
              </a:cxnLst>
              <a:rect l="l" t="t" r="r" b="b"/>
              <a:pathLst>
                <a:path w="2824" h="71461">
                  <a:moveTo>
                    <a:pt x="0" y="71461"/>
                  </a:moveTo>
                  <a:lnTo>
                    <a:pt x="0" y="0"/>
                  </a:lnTo>
                </a:path>
              </a:pathLst>
            </a:custGeom>
            <a:ln w="8472" cap="flat">
              <a:solidFill>
                <a:srgbClr val="01355A"/>
              </a:solidFill>
              <a:prstDash val="solid"/>
              <a:miter/>
            </a:ln>
          </p:spPr>
          <p:txBody>
            <a:bodyPr rtlCol="1" anchor="ctr"/>
            <a:lstStyle/>
            <a:p>
              <a:endParaRPr lang="ar-SA"/>
            </a:p>
          </p:txBody>
        </p:sp>
        <p:sp>
          <p:nvSpPr>
            <p:cNvPr id="8343" name="شكل حر: شكل 9287">
              <a:extLst>
                <a:ext uri="{FF2B5EF4-FFF2-40B4-BE49-F238E27FC236}">
                  <a16:creationId xmlns:a16="http://schemas.microsoft.com/office/drawing/2014/main" id="{1121CF4B-02D8-EF01-11C0-C9D0B4524DE0}"/>
                </a:ext>
              </a:extLst>
            </p:cNvPr>
            <p:cNvSpPr/>
            <p:nvPr/>
          </p:nvSpPr>
          <p:spPr>
            <a:xfrm>
              <a:off x="1632566" y="2044520"/>
              <a:ext cx="2824" cy="71461"/>
            </a:xfrm>
            <a:custGeom>
              <a:avLst/>
              <a:gdLst>
                <a:gd name="connsiteX0" fmla="*/ 0 w 2824"/>
                <a:gd name="connsiteY0" fmla="*/ 0 h 71461"/>
                <a:gd name="connsiteX1" fmla="*/ 0 w 2824"/>
                <a:gd name="connsiteY1" fmla="*/ 71461 h 71461"/>
              </a:gdLst>
              <a:ahLst/>
              <a:cxnLst>
                <a:cxn ang="0">
                  <a:pos x="connsiteX0" y="connsiteY0"/>
                </a:cxn>
                <a:cxn ang="0">
                  <a:pos x="connsiteX1" y="connsiteY1"/>
                </a:cxn>
              </a:cxnLst>
              <a:rect l="l" t="t" r="r" b="b"/>
              <a:pathLst>
                <a:path w="2824" h="71461">
                  <a:moveTo>
                    <a:pt x="0" y="0"/>
                  </a:moveTo>
                  <a:lnTo>
                    <a:pt x="0" y="71461"/>
                  </a:lnTo>
                </a:path>
              </a:pathLst>
            </a:custGeom>
            <a:ln w="8472" cap="flat">
              <a:solidFill>
                <a:srgbClr val="01355A"/>
              </a:solidFill>
              <a:prstDash val="solid"/>
              <a:miter/>
            </a:ln>
          </p:spPr>
          <p:txBody>
            <a:bodyPr rtlCol="1" anchor="ctr"/>
            <a:lstStyle/>
            <a:p>
              <a:endParaRPr lang="ar-SA"/>
            </a:p>
          </p:txBody>
        </p:sp>
        <p:sp>
          <p:nvSpPr>
            <p:cNvPr id="8344" name="شكل حر: شكل 9288">
              <a:extLst>
                <a:ext uri="{FF2B5EF4-FFF2-40B4-BE49-F238E27FC236}">
                  <a16:creationId xmlns:a16="http://schemas.microsoft.com/office/drawing/2014/main" id="{87E511B8-C749-040D-D279-6C85197DC9FB}"/>
                </a:ext>
              </a:extLst>
            </p:cNvPr>
            <p:cNvSpPr/>
            <p:nvPr/>
          </p:nvSpPr>
          <p:spPr>
            <a:xfrm>
              <a:off x="1632566" y="1999638"/>
              <a:ext cx="2824" cy="44882"/>
            </a:xfrm>
            <a:custGeom>
              <a:avLst/>
              <a:gdLst>
                <a:gd name="connsiteX0" fmla="*/ 0 w 2824"/>
                <a:gd name="connsiteY0" fmla="*/ 0 h 44882"/>
                <a:gd name="connsiteX1" fmla="*/ 0 w 2824"/>
                <a:gd name="connsiteY1" fmla="*/ 44882 h 44882"/>
              </a:gdLst>
              <a:ahLst/>
              <a:cxnLst>
                <a:cxn ang="0">
                  <a:pos x="connsiteX0" y="connsiteY0"/>
                </a:cxn>
                <a:cxn ang="0">
                  <a:pos x="connsiteX1" y="connsiteY1"/>
                </a:cxn>
              </a:cxnLst>
              <a:rect l="l" t="t" r="r" b="b"/>
              <a:pathLst>
                <a:path w="2824" h="44882">
                  <a:moveTo>
                    <a:pt x="0" y="0"/>
                  </a:moveTo>
                  <a:lnTo>
                    <a:pt x="0" y="44882"/>
                  </a:lnTo>
                </a:path>
              </a:pathLst>
            </a:custGeom>
            <a:ln w="8472" cap="flat">
              <a:solidFill>
                <a:srgbClr val="01355A"/>
              </a:solidFill>
              <a:prstDash val="solid"/>
              <a:miter/>
            </a:ln>
          </p:spPr>
          <p:txBody>
            <a:bodyPr rtlCol="1" anchor="ctr"/>
            <a:lstStyle/>
            <a:p>
              <a:endParaRPr lang="ar-SA"/>
            </a:p>
          </p:txBody>
        </p:sp>
        <p:sp>
          <p:nvSpPr>
            <p:cNvPr id="8345" name="شكل حر: شكل 9289">
              <a:extLst>
                <a:ext uri="{FF2B5EF4-FFF2-40B4-BE49-F238E27FC236}">
                  <a16:creationId xmlns:a16="http://schemas.microsoft.com/office/drawing/2014/main" id="{DF14251E-A8A5-1D1D-04B7-710E707181F6}"/>
                </a:ext>
              </a:extLst>
            </p:cNvPr>
            <p:cNvSpPr/>
            <p:nvPr/>
          </p:nvSpPr>
          <p:spPr>
            <a:xfrm>
              <a:off x="1588757" y="1934306"/>
              <a:ext cx="37735" cy="37735"/>
            </a:xfrm>
            <a:custGeom>
              <a:avLst/>
              <a:gdLst>
                <a:gd name="connsiteX0" fmla="*/ 37736 w 37735"/>
                <a:gd name="connsiteY0" fmla="*/ 18868 h 37735"/>
                <a:gd name="connsiteX1" fmla="*/ 18868 w 37735"/>
                <a:gd name="connsiteY1" fmla="*/ 37736 h 37735"/>
                <a:gd name="connsiteX2" fmla="*/ 0 w 37735"/>
                <a:gd name="connsiteY2" fmla="*/ 18868 h 37735"/>
                <a:gd name="connsiteX3" fmla="*/ 18868 w 37735"/>
                <a:gd name="connsiteY3" fmla="*/ 0 h 37735"/>
                <a:gd name="connsiteX4" fmla="*/ 37736 w 37735"/>
                <a:gd name="connsiteY4" fmla="*/ 18868 h 377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735" h="37735">
                  <a:moveTo>
                    <a:pt x="37736" y="18868"/>
                  </a:moveTo>
                  <a:cubicBezTo>
                    <a:pt x="37736" y="29291"/>
                    <a:pt x="29291" y="37736"/>
                    <a:pt x="18868" y="37736"/>
                  </a:cubicBezTo>
                  <a:cubicBezTo>
                    <a:pt x="8445" y="37736"/>
                    <a:pt x="0" y="29291"/>
                    <a:pt x="0" y="18868"/>
                  </a:cubicBezTo>
                  <a:cubicBezTo>
                    <a:pt x="0" y="8445"/>
                    <a:pt x="8445" y="0"/>
                    <a:pt x="18868" y="0"/>
                  </a:cubicBezTo>
                  <a:cubicBezTo>
                    <a:pt x="29291" y="0"/>
                    <a:pt x="37736" y="8445"/>
                    <a:pt x="37736" y="18868"/>
                  </a:cubicBezTo>
                  <a:close/>
                </a:path>
              </a:pathLst>
            </a:custGeom>
            <a:noFill/>
            <a:ln w="8472" cap="flat">
              <a:solidFill>
                <a:srgbClr val="01355A"/>
              </a:solidFill>
              <a:prstDash val="solid"/>
              <a:miter/>
            </a:ln>
          </p:spPr>
          <p:txBody>
            <a:bodyPr rtlCol="1" anchor="ctr"/>
            <a:lstStyle/>
            <a:p>
              <a:endParaRPr lang="ar-SA"/>
            </a:p>
          </p:txBody>
        </p:sp>
        <p:sp>
          <p:nvSpPr>
            <p:cNvPr id="8346" name="شكل حر: شكل 9290">
              <a:extLst>
                <a:ext uri="{FF2B5EF4-FFF2-40B4-BE49-F238E27FC236}">
                  <a16:creationId xmlns:a16="http://schemas.microsoft.com/office/drawing/2014/main" id="{5EF9C0F4-4932-33C4-B178-4D4DBD42C5BF}"/>
                </a:ext>
              </a:extLst>
            </p:cNvPr>
            <p:cNvSpPr/>
            <p:nvPr/>
          </p:nvSpPr>
          <p:spPr>
            <a:xfrm>
              <a:off x="1582684" y="2044520"/>
              <a:ext cx="49881" cy="2824"/>
            </a:xfrm>
            <a:custGeom>
              <a:avLst/>
              <a:gdLst>
                <a:gd name="connsiteX0" fmla="*/ 0 w 49881"/>
                <a:gd name="connsiteY0" fmla="*/ 0 h 2824"/>
                <a:gd name="connsiteX1" fmla="*/ 49881 w 49881"/>
                <a:gd name="connsiteY1" fmla="*/ 0 h 2824"/>
              </a:gdLst>
              <a:ahLst/>
              <a:cxnLst>
                <a:cxn ang="0">
                  <a:pos x="connsiteX0" y="connsiteY0"/>
                </a:cxn>
                <a:cxn ang="0">
                  <a:pos x="connsiteX1" y="connsiteY1"/>
                </a:cxn>
              </a:cxnLst>
              <a:rect l="l" t="t" r="r" b="b"/>
              <a:pathLst>
                <a:path w="49881" h="2824">
                  <a:moveTo>
                    <a:pt x="0" y="0"/>
                  </a:moveTo>
                  <a:lnTo>
                    <a:pt x="49881" y="0"/>
                  </a:lnTo>
                </a:path>
              </a:pathLst>
            </a:custGeom>
            <a:ln w="8472" cap="flat">
              <a:solidFill>
                <a:srgbClr val="01355A"/>
              </a:solidFill>
              <a:prstDash val="solid"/>
              <a:miter/>
            </a:ln>
          </p:spPr>
          <p:txBody>
            <a:bodyPr rtlCol="1" anchor="ctr"/>
            <a:lstStyle/>
            <a:p>
              <a:endParaRPr lang="ar-SA"/>
            </a:p>
          </p:txBody>
        </p:sp>
        <p:sp>
          <p:nvSpPr>
            <p:cNvPr id="8347" name="شكل حر: شكل 9291">
              <a:extLst>
                <a:ext uri="{FF2B5EF4-FFF2-40B4-BE49-F238E27FC236}">
                  <a16:creationId xmlns:a16="http://schemas.microsoft.com/office/drawing/2014/main" id="{75DCA5F0-A0DD-605B-EA7E-BF11B94F6BCB}"/>
                </a:ext>
              </a:extLst>
            </p:cNvPr>
            <p:cNvSpPr/>
            <p:nvPr/>
          </p:nvSpPr>
          <p:spPr>
            <a:xfrm>
              <a:off x="1607625" y="1984554"/>
              <a:ext cx="2824" cy="21890"/>
            </a:xfrm>
            <a:custGeom>
              <a:avLst/>
              <a:gdLst>
                <a:gd name="connsiteX0" fmla="*/ 0 w 2824"/>
                <a:gd name="connsiteY0" fmla="*/ 0 h 21890"/>
                <a:gd name="connsiteX1" fmla="*/ 0 w 2824"/>
                <a:gd name="connsiteY1" fmla="*/ 21890 h 21890"/>
              </a:gdLst>
              <a:ahLst/>
              <a:cxnLst>
                <a:cxn ang="0">
                  <a:pos x="connsiteX0" y="connsiteY0"/>
                </a:cxn>
                <a:cxn ang="0">
                  <a:pos x="connsiteX1" y="connsiteY1"/>
                </a:cxn>
              </a:cxnLst>
              <a:rect l="l" t="t" r="r" b="b"/>
              <a:pathLst>
                <a:path w="2824" h="21890">
                  <a:moveTo>
                    <a:pt x="0" y="0"/>
                  </a:moveTo>
                  <a:lnTo>
                    <a:pt x="0" y="21890"/>
                  </a:lnTo>
                </a:path>
              </a:pathLst>
            </a:custGeom>
            <a:ln w="8472" cap="flat">
              <a:solidFill>
                <a:srgbClr val="01355A"/>
              </a:solidFill>
              <a:prstDash val="solid"/>
              <a:miter/>
            </a:ln>
          </p:spPr>
          <p:txBody>
            <a:bodyPr rtlCol="1" anchor="ctr"/>
            <a:lstStyle/>
            <a:p>
              <a:endParaRPr lang="ar-SA"/>
            </a:p>
          </p:txBody>
        </p:sp>
        <p:sp>
          <p:nvSpPr>
            <p:cNvPr id="8348" name="شكل حر: شكل 9292">
              <a:extLst>
                <a:ext uri="{FF2B5EF4-FFF2-40B4-BE49-F238E27FC236}">
                  <a16:creationId xmlns:a16="http://schemas.microsoft.com/office/drawing/2014/main" id="{97EDD0BB-45F3-29A5-ED72-4C299714EB52}"/>
                </a:ext>
              </a:extLst>
            </p:cNvPr>
            <p:cNvSpPr/>
            <p:nvPr/>
          </p:nvSpPr>
          <p:spPr>
            <a:xfrm>
              <a:off x="1607625" y="1927696"/>
              <a:ext cx="49401" cy="56858"/>
            </a:xfrm>
            <a:custGeom>
              <a:avLst/>
              <a:gdLst>
                <a:gd name="connsiteX0" fmla="*/ 0 w 49401"/>
                <a:gd name="connsiteY0" fmla="*/ 56858 h 56858"/>
                <a:gd name="connsiteX1" fmla="*/ 22116 w 49401"/>
                <a:gd name="connsiteY1" fmla="*/ 56858 h 56858"/>
                <a:gd name="connsiteX2" fmla="*/ 49401 w 49401"/>
                <a:gd name="connsiteY2" fmla="*/ 29573 h 56858"/>
                <a:gd name="connsiteX3" fmla="*/ 49401 w 49401"/>
                <a:gd name="connsiteY3" fmla="*/ 0 h 56858"/>
              </a:gdLst>
              <a:ahLst/>
              <a:cxnLst>
                <a:cxn ang="0">
                  <a:pos x="connsiteX0" y="connsiteY0"/>
                </a:cxn>
                <a:cxn ang="0">
                  <a:pos x="connsiteX1" y="connsiteY1"/>
                </a:cxn>
                <a:cxn ang="0">
                  <a:pos x="connsiteX2" y="connsiteY2"/>
                </a:cxn>
                <a:cxn ang="0">
                  <a:pos x="connsiteX3" y="connsiteY3"/>
                </a:cxn>
              </a:cxnLst>
              <a:rect l="l" t="t" r="r" b="b"/>
              <a:pathLst>
                <a:path w="49401" h="56858">
                  <a:moveTo>
                    <a:pt x="0" y="56858"/>
                  </a:moveTo>
                  <a:lnTo>
                    <a:pt x="22116" y="56858"/>
                  </a:lnTo>
                  <a:lnTo>
                    <a:pt x="49401" y="29573"/>
                  </a:lnTo>
                  <a:lnTo>
                    <a:pt x="49401" y="0"/>
                  </a:lnTo>
                </a:path>
              </a:pathLst>
            </a:custGeom>
            <a:noFill/>
            <a:ln w="8472" cap="flat">
              <a:solidFill>
                <a:srgbClr val="01355A"/>
              </a:solidFill>
              <a:prstDash val="solid"/>
              <a:miter/>
            </a:ln>
          </p:spPr>
          <p:txBody>
            <a:bodyPr rtlCol="1" anchor="ctr"/>
            <a:lstStyle/>
            <a:p>
              <a:endParaRPr lang="ar-SA"/>
            </a:p>
          </p:txBody>
        </p:sp>
        <p:sp>
          <p:nvSpPr>
            <p:cNvPr id="8349" name="شكل حر: شكل 9293">
              <a:extLst>
                <a:ext uri="{FF2B5EF4-FFF2-40B4-BE49-F238E27FC236}">
                  <a16:creationId xmlns:a16="http://schemas.microsoft.com/office/drawing/2014/main" id="{1D145FFF-FC37-30CB-AA23-DBFD8A1CDB35}"/>
                </a:ext>
              </a:extLst>
            </p:cNvPr>
            <p:cNvSpPr/>
            <p:nvPr/>
          </p:nvSpPr>
          <p:spPr>
            <a:xfrm>
              <a:off x="1558196" y="1927696"/>
              <a:ext cx="49429" cy="56858"/>
            </a:xfrm>
            <a:custGeom>
              <a:avLst/>
              <a:gdLst>
                <a:gd name="connsiteX0" fmla="*/ 49430 w 49429"/>
                <a:gd name="connsiteY0" fmla="*/ 56858 h 56858"/>
                <a:gd name="connsiteX1" fmla="*/ 27313 w 49429"/>
                <a:gd name="connsiteY1" fmla="*/ 56858 h 56858"/>
                <a:gd name="connsiteX2" fmla="*/ 0 w 49429"/>
                <a:gd name="connsiteY2" fmla="*/ 29573 h 56858"/>
                <a:gd name="connsiteX3" fmla="*/ 0 w 49429"/>
                <a:gd name="connsiteY3" fmla="*/ 0 h 56858"/>
              </a:gdLst>
              <a:ahLst/>
              <a:cxnLst>
                <a:cxn ang="0">
                  <a:pos x="connsiteX0" y="connsiteY0"/>
                </a:cxn>
                <a:cxn ang="0">
                  <a:pos x="connsiteX1" y="connsiteY1"/>
                </a:cxn>
                <a:cxn ang="0">
                  <a:pos x="connsiteX2" y="connsiteY2"/>
                </a:cxn>
                <a:cxn ang="0">
                  <a:pos x="connsiteX3" y="connsiteY3"/>
                </a:cxn>
              </a:cxnLst>
              <a:rect l="l" t="t" r="r" b="b"/>
              <a:pathLst>
                <a:path w="49429" h="56858">
                  <a:moveTo>
                    <a:pt x="49430" y="56858"/>
                  </a:moveTo>
                  <a:lnTo>
                    <a:pt x="27313" y="56858"/>
                  </a:lnTo>
                  <a:lnTo>
                    <a:pt x="0" y="29573"/>
                  </a:lnTo>
                  <a:lnTo>
                    <a:pt x="0" y="0"/>
                  </a:lnTo>
                </a:path>
              </a:pathLst>
            </a:custGeom>
            <a:noFill/>
            <a:ln w="8472" cap="flat">
              <a:solidFill>
                <a:srgbClr val="01355A"/>
              </a:solidFill>
              <a:prstDash val="solid"/>
              <a:miter/>
            </a:ln>
          </p:spPr>
          <p:txBody>
            <a:bodyPr rtlCol="1" anchor="ctr"/>
            <a:lstStyle/>
            <a:p>
              <a:endParaRPr lang="ar-SA"/>
            </a:p>
          </p:txBody>
        </p:sp>
        <p:sp>
          <p:nvSpPr>
            <p:cNvPr id="8350" name="شكل حر: شكل 9294">
              <a:extLst>
                <a:ext uri="{FF2B5EF4-FFF2-40B4-BE49-F238E27FC236}">
                  <a16:creationId xmlns:a16="http://schemas.microsoft.com/office/drawing/2014/main" id="{A92DB01C-C181-E374-851F-7EDDF30C6EF4}"/>
                </a:ext>
              </a:extLst>
            </p:cNvPr>
            <p:cNvSpPr/>
            <p:nvPr/>
          </p:nvSpPr>
          <p:spPr>
            <a:xfrm>
              <a:off x="1687786" y="1865952"/>
              <a:ext cx="54824" cy="113264"/>
            </a:xfrm>
            <a:custGeom>
              <a:avLst/>
              <a:gdLst>
                <a:gd name="connsiteX0" fmla="*/ 0 w 54824"/>
                <a:gd name="connsiteY0" fmla="*/ 0 h 113264"/>
                <a:gd name="connsiteX1" fmla="*/ 54824 w 54824"/>
                <a:gd name="connsiteY1" fmla="*/ 113264 h 113264"/>
              </a:gdLst>
              <a:ahLst/>
              <a:cxnLst>
                <a:cxn ang="0">
                  <a:pos x="connsiteX0" y="connsiteY0"/>
                </a:cxn>
                <a:cxn ang="0">
                  <a:pos x="connsiteX1" y="connsiteY1"/>
                </a:cxn>
              </a:cxnLst>
              <a:rect l="l" t="t" r="r" b="b"/>
              <a:pathLst>
                <a:path w="54824" h="113264">
                  <a:moveTo>
                    <a:pt x="0" y="0"/>
                  </a:moveTo>
                  <a:cubicBezTo>
                    <a:pt x="0" y="0"/>
                    <a:pt x="54824" y="27822"/>
                    <a:pt x="54824" y="113264"/>
                  </a:cubicBezTo>
                </a:path>
              </a:pathLst>
            </a:custGeom>
            <a:noFill/>
            <a:ln w="8472" cap="flat">
              <a:solidFill>
                <a:srgbClr val="17A3A3"/>
              </a:solidFill>
              <a:prstDash val="solid"/>
              <a:miter/>
            </a:ln>
          </p:spPr>
          <p:txBody>
            <a:bodyPr rtlCol="1" anchor="ctr"/>
            <a:lstStyle/>
            <a:p>
              <a:endParaRPr lang="ar-SA"/>
            </a:p>
          </p:txBody>
        </p:sp>
        <p:sp>
          <p:nvSpPr>
            <p:cNvPr id="8351" name="شكل حر: شكل 9295">
              <a:extLst>
                <a:ext uri="{FF2B5EF4-FFF2-40B4-BE49-F238E27FC236}">
                  <a16:creationId xmlns:a16="http://schemas.microsoft.com/office/drawing/2014/main" id="{DA8D6229-B888-38AE-9CEA-E48F1A06AA36}"/>
                </a:ext>
              </a:extLst>
            </p:cNvPr>
            <p:cNvSpPr/>
            <p:nvPr/>
          </p:nvSpPr>
          <p:spPr>
            <a:xfrm>
              <a:off x="1727047" y="1985713"/>
              <a:ext cx="31098" cy="15563"/>
            </a:xfrm>
            <a:custGeom>
              <a:avLst/>
              <a:gdLst>
                <a:gd name="connsiteX0" fmla="*/ 0 w 31098"/>
                <a:gd name="connsiteY0" fmla="*/ 0 h 15563"/>
                <a:gd name="connsiteX1" fmla="*/ 15535 w 31098"/>
                <a:gd name="connsiteY1" fmla="*/ 15563 h 15563"/>
                <a:gd name="connsiteX2" fmla="*/ 31098 w 31098"/>
                <a:gd name="connsiteY2" fmla="*/ 0 h 15563"/>
              </a:gdLst>
              <a:ahLst/>
              <a:cxnLst>
                <a:cxn ang="0">
                  <a:pos x="connsiteX0" y="connsiteY0"/>
                </a:cxn>
                <a:cxn ang="0">
                  <a:pos x="connsiteX1" y="connsiteY1"/>
                </a:cxn>
                <a:cxn ang="0">
                  <a:pos x="connsiteX2" y="connsiteY2"/>
                </a:cxn>
              </a:cxnLst>
              <a:rect l="l" t="t" r="r" b="b"/>
              <a:pathLst>
                <a:path w="31098" h="15563">
                  <a:moveTo>
                    <a:pt x="0" y="0"/>
                  </a:moveTo>
                  <a:lnTo>
                    <a:pt x="15535" y="15563"/>
                  </a:lnTo>
                  <a:lnTo>
                    <a:pt x="31098" y="0"/>
                  </a:lnTo>
                </a:path>
              </a:pathLst>
            </a:custGeom>
            <a:noFill/>
            <a:ln w="8472" cap="flat">
              <a:solidFill>
                <a:srgbClr val="17A3A3"/>
              </a:solidFill>
              <a:prstDash val="solid"/>
              <a:miter/>
            </a:ln>
          </p:spPr>
          <p:txBody>
            <a:bodyPr rtlCol="1" anchor="ctr"/>
            <a:lstStyle/>
            <a:p>
              <a:endParaRPr lang="ar-SA"/>
            </a:p>
          </p:txBody>
        </p:sp>
        <p:sp>
          <p:nvSpPr>
            <p:cNvPr id="8352" name="شكل حر: شكل 9296">
              <a:extLst>
                <a:ext uri="{FF2B5EF4-FFF2-40B4-BE49-F238E27FC236}">
                  <a16:creationId xmlns:a16="http://schemas.microsoft.com/office/drawing/2014/main" id="{902836E9-3272-4BAA-D050-A39525956C83}"/>
                </a:ext>
              </a:extLst>
            </p:cNvPr>
            <p:cNvSpPr/>
            <p:nvPr/>
          </p:nvSpPr>
          <p:spPr>
            <a:xfrm>
              <a:off x="1475154" y="1865952"/>
              <a:ext cx="54824" cy="113264"/>
            </a:xfrm>
            <a:custGeom>
              <a:avLst/>
              <a:gdLst>
                <a:gd name="connsiteX0" fmla="*/ 54824 w 54824"/>
                <a:gd name="connsiteY0" fmla="*/ 0 h 113264"/>
                <a:gd name="connsiteX1" fmla="*/ 0 w 54824"/>
                <a:gd name="connsiteY1" fmla="*/ 113264 h 113264"/>
              </a:gdLst>
              <a:ahLst/>
              <a:cxnLst>
                <a:cxn ang="0">
                  <a:pos x="connsiteX0" y="connsiteY0"/>
                </a:cxn>
                <a:cxn ang="0">
                  <a:pos x="connsiteX1" y="connsiteY1"/>
                </a:cxn>
              </a:cxnLst>
              <a:rect l="l" t="t" r="r" b="b"/>
              <a:pathLst>
                <a:path w="54824" h="113264">
                  <a:moveTo>
                    <a:pt x="54824" y="0"/>
                  </a:moveTo>
                  <a:cubicBezTo>
                    <a:pt x="54824" y="0"/>
                    <a:pt x="0" y="27822"/>
                    <a:pt x="0" y="113264"/>
                  </a:cubicBezTo>
                </a:path>
              </a:pathLst>
            </a:custGeom>
            <a:noFill/>
            <a:ln w="8472" cap="flat">
              <a:solidFill>
                <a:srgbClr val="17A3A3"/>
              </a:solidFill>
              <a:prstDash val="solid"/>
              <a:miter/>
            </a:ln>
          </p:spPr>
          <p:txBody>
            <a:bodyPr rtlCol="1" anchor="ctr"/>
            <a:lstStyle/>
            <a:p>
              <a:endParaRPr lang="ar-SA"/>
            </a:p>
          </p:txBody>
        </p:sp>
        <p:sp>
          <p:nvSpPr>
            <p:cNvPr id="8353" name="شكل حر: شكل 9297">
              <a:extLst>
                <a:ext uri="{FF2B5EF4-FFF2-40B4-BE49-F238E27FC236}">
                  <a16:creationId xmlns:a16="http://schemas.microsoft.com/office/drawing/2014/main" id="{38A5952D-CB67-4B19-A3EE-40D90ED62E65}"/>
                </a:ext>
              </a:extLst>
            </p:cNvPr>
            <p:cNvSpPr/>
            <p:nvPr/>
          </p:nvSpPr>
          <p:spPr>
            <a:xfrm>
              <a:off x="1459619" y="1985713"/>
              <a:ext cx="31126" cy="15563"/>
            </a:xfrm>
            <a:custGeom>
              <a:avLst/>
              <a:gdLst>
                <a:gd name="connsiteX0" fmla="*/ 31127 w 31126"/>
                <a:gd name="connsiteY0" fmla="*/ 0 h 15563"/>
                <a:gd name="connsiteX1" fmla="*/ 15563 w 31126"/>
                <a:gd name="connsiteY1" fmla="*/ 15563 h 15563"/>
                <a:gd name="connsiteX2" fmla="*/ 0 w 31126"/>
                <a:gd name="connsiteY2" fmla="*/ 0 h 15563"/>
              </a:gdLst>
              <a:ahLst/>
              <a:cxnLst>
                <a:cxn ang="0">
                  <a:pos x="connsiteX0" y="connsiteY0"/>
                </a:cxn>
                <a:cxn ang="0">
                  <a:pos x="connsiteX1" y="connsiteY1"/>
                </a:cxn>
                <a:cxn ang="0">
                  <a:pos x="connsiteX2" y="connsiteY2"/>
                </a:cxn>
              </a:cxnLst>
              <a:rect l="l" t="t" r="r" b="b"/>
              <a:pathLst>
                <a:path w="31126" h="15563">
                  <a:moveTo>
                    <a:pt x="31127" y="0"/>
                  </a:moveTo>
                  <a:lnTo>
                    <a:pt x="15563" y="15563"/>
                  </a:lnTo>
                  <a:lnTo>
                    <a:pt x="0" y="0"/>
                  </a:lnTo>
                </a:path>
              </a:pathLst>
            </a:custGeom>
            <a:noFill/>
            <a:ln w="8472" cap="flat">
              <a:solidFill>
                <a:srgbClr val="17A3A3"/>
              </a:solidFill>
              <a:prstDash val="solid"/>
              <a:miter/>
            </a:ln>
          </p:spPr>
          <p:txBody>
            <a:bodyPr rtlCol="1" anchor="ctr"/>
            <a:lstStyle/>
            <a:p>
              <a:endParaRPr lang="ar-SA"/>
            </a:p>
          </p:txBody>
        </p:sp>
      </p:grpSp>
      <p:grpSp>
        <p:nvGrpSpPr>
          <p:cNvPr id="8354" name="رسم 8014">
            <a:extLst>
              <a:ext uri="{FF2B5EF4-FFF2-40B4-BE49-F238E27FC236}">
                <a16:creationId xmlns:a16="http://schemas.microsoft.com/office/drawing/2014/main" id="{CA10F9A8-F2AC-7E4A-71E1-0D3D42453780}"/>
              </a:ext>
            </a:extLst>
          </p:cNvPr>
          <p:cNvGrpSpPr/>
          <p:nvPr/>
        </p:nvGrpSpPr>
        <p:grpSpPr>
          <a:xfrm>
            <a:off x="2887835" y="3642012"/>
            <a:ext cx="186349" cy="278129"/>
            <a:chOff x="2533257" y="2805340"/>
            <a:chExt cx="222743" cy="352870"/>
          </a:xfrm>
          <a:noFill/>
        </p:grpSpPr>
        <p:grpSp>
          <p:nvGrpSpPr>
            <p:cNvPr id="8355" name="رسم 8014">
              <a:extLst>
                <a:ext uri="{FF2B5EF4-FFF2-40B4-BE49-F238E27FC236}">
                  <a16:creationId xmlns:a16="http://schemas.microsoft.com/office/drawing/2014/main" id="{852C1A50-7B7D-7A0E-9BB2-D80716364B77}"/>
                </a:ext>
              </a:extLst>
            </p:cNvPr>
            <p:cNvGrpSpPr/>
            <p:nvPr/>
          </p:nvGrpSpPr>
          <p:grpSpPr>
            <a:xfrm>
              <a:off x="2623304" y="3019892"/>
              <a:ext cx="42650" cy="109225"/>
              <a:chOff x="2623304" y="3019892"/>
              <a:chExt cx="42650" cy="109225"/>
            </a:xfrm>
            <a:noFill/>
          </p:grpSpPr>
          <p:sp>
            <p:nvSpPr>
              <p:cNvPr id="8361" name="شكل حر: شكل 9300">
                <a:extLst>
                  <a:ext uri="{FF2B5EF4-FFF2-40B4-BE49-F238E27FC236}">
                    <a16:creationId xmlns:a16="http://schemas.microsoft.com/office/drawing/2014/main" id="{C54CFF6B-573B-C10E-4550-8452C9F0F80D}"/>
                  </a:ext>
                </a:extLst>
              </p:cNvPr>
              <p:cNvSpPr/>
              <p:nvPr/>
            </p:nvSpPr>
            <p:spPr>
              <a:xfrm>
                <a:off x="2623304" y="3031783"/>
                <a:ext cx="42650" cy="85301"/>
              </a:xfrm>
              <a:custGeom>
                <a:avLst/>
                <a:gdLst>
                  <a:gd name="connsiteX0" fmla="*/ 0 w 42650"/>
                  <a:gd name="connsiteY0" fmla="*/ 63976 h 85301"/>
                  <a:gd name="connsiteX1" fmla="*/ 21325 w 42650"/>
                  <a:gd name="connsiteY1" fmla="*/ 85301 h 85301"/>
                  <a:gd name="connsiteX2" fmla="*/ 42651 w 42650"/>
                  <a:gd name="connsiteY2" fmla="*/ 63976 h 85301"/>
                  <a:gd name="connsiteX3" fmla="*/ 21325 w 42650"/>
                  <a:gd name="connsiteY3" fmla="*/ 42651 h 85301"/>
                  <a:gd name="connsiteX4" fmla="*/ 0 w 42650"/>
                  <a:gd name="connsiteY4" fmla="*/ 21325 h 85301"/>
                  <a:gd name="connsiteX5" fmla="*/ 21325 w 42650"/>
                  <a:gd name="connsiteY5" fmla="*/ 0 h 85301"/>
                  <a:gd name="connsiteX6" fmla="*/ 42651 w 42650"/>
                  <a:gd name="connsiteY6" fmla="*/ 21325 h 85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650" h="85301">
                    <a:moveTo>
                      <a:pt x="0" y="63976"/>
                    </a:moveTo>
                    <a:cubicBezTo>
                      <a:pt x="0" y="75754"/>
                      <a:pt x="9547" y="85301"/>
                      <a:pt x="21325" y="85301"/>
                    </a:cubicBezTo>
                    <a:cubicBezTo>
                      <a:pt x="33104" y="85301"/>
                      <a:pt x="42651" y="75754"/>
                      <a:pt x="42651" y="63976"/>
                    </a:cubicBezTo>
                    <a:cubicBezTo>
                      <a:pt x="42651" y="52198"/>
                      <a:pt x="33895" y="46746"/>
                      <a:pt x="21325" y="42651"/>
                    </a:cubicBezTo>
                    <a:cubicBezTo>
                      <a:pt x="10140" y="39007"/>
                      <a:pt x="0" y="33104"/>
                      <a:pt x="0" y="21325"/>
                    </a:cubicBezTo>
                    <a:cubicBezTo>
                      <a:pt x="0" y="9547"/>
                      <a:pt x="9547" y="0"/>
                      <a:pt x="21325" y="0"/>
                    </a:cubicBezTo>
                    <a:cubicBezTo>
                      <a:pt x="33104" y="0"/>
                      <a:pt x="42651" y="9547"/>
                      <a:pt x="42651" y="21325"/>
                    </a:cubicBezTo>
                  </a:path>
                </a:pathLst>
              </a:custGeom>
              <a:noFill/>
              <a:ln w="8472" cap="flat">
                <a:solidFill>
                  <a:srgbClr val="17A3A3"/>
                </a:solidFill>
                <a:prstDash val="solid"/>
                <a:miter/>
              </a:ln>
            </p:spPr>
            <p:txBody>
              <a:bodyPr rtlCol="1" anchor="ctr"/>
              <a:lstStyle/>
              <a:p>
                <a:endParaRPr lang="ar-SA"/>
              </a:p>
            </p:txBody>
          </p:sp>
          <p:sp>
            <p:nvSpPr>
              <p:cNvPr id="8362" name="شكل حر: شكل 9301">
                <a:extLst>
                  <a:ext uri="{FF2B5EF4-FFF2-40B4-BE49-F238E27FC236}">
                    <a16:creationId xmlns:a16="http://schemas.microsoft.com/office/drawing/2014/main" id="{238639DC-D933-93F1-1A2B-79942BE12580}"/>
                  </a:ext>
                </a:extLst>
              </p:cNvPr>
              <p:cNvSpPr/>
              <p:nvPr/>
            </p:nvSpPr>
            <p:spPr>
              <a:xfrm>
                <a:off x="2644629" y="3019892"/>
                <a:ext cx="2824" cy="12032"/>
              </a:xfrm>
              <a:custGeom>
                <a:avLst/>
                <a:gdLst>
                  <a:gd name="connsiteX0" fmla="*/ 0 w 2824"/>
                  <a:gd name="connsiteY0" fmla="*/ 0 h 12032"/>
                  <a:gd name="connsiteX1" fmla="*/ 0 w 2824"/>
                  <a:gd name="connsiteY1" fmla="*/ 12033 h 12032"/>
                </a:gdLst>
                <a:ahLst/>
                <a:cxnLst>
                  <a:cxn ang="0">
                    <a:pos x="connsiteX0" y="connsiteY0"/>
                  </a:cxn>
                  <a:cxn ang="0">
                    <a:pos x="connsiteX1" y="connsiteY1"/>
                  </a:cxn>
                </a:cxnLst>
                <a:rect l="l" t="t" r="r" b="b"/>
                <a:pathLst>
                  <a:path w="2824" h="12032">
                    <a:moveTo>
                      <a:pt x="0" y="0"/>
                    </a:moveTo>
                    <a:lnTo>
                      <a:pt x="0" y="12033"/>
                    </a:lnTo>
                  </a:path>
                </a:pathLst>
              </a:custGeom>
              <a:ln w="8472" cap="flat">
                <a:solidFill>
                  <a:srgbClr val="17A3A3"/>
                </a:solidFill>
                <a:prstDash val="solid"/>
                <a:miter/>
              </a:ln>
            </p:spPr>
            <p:txBody>
              <a:bodyPr rtlCol="1" anchor="ctr"/>
              <a:lstStyle/>
              <a:p>
                <a:endParaRPr lang="ar-SA"/>
              </a:p>
            </p:txBody>
          </p:sp>
          <p:sp>
            <p:nvSpPr>
              <p:cNvPr id="8363" name="شكل حر: شكل 9302">
                <a:extLst>
                  <a:ext uri="{FF2B5EF4-FFF2-40B4-BE49-F238E27FC236}">
                    <a16:creationId xmlns:a16="http://schemas.microsoft.com/office/drawing/2014/main" id="{C1E6443C-B17C-6EE4-BBD2-76807A9FA27C}"/>
                  </a:ext>
                </a:extLst>
              </p:cNvPr>
              <p:cNvSpPr/>
              <p:nvPr/>
            </p:nvSpPr>
            <p:spPr>
              <a:xfrm>
                <a:off x="2644629" y="3117085"/>
                <a:ext cx="2824" cy="12032"/>
              </a:xfrm>
              <a:custGeom>
                <a:avLst/>
                <a:gdLst>
                  <a:gd name="connsiteX0" fmla="*/ 0 w 2824"/>
                  <a:gd name="connsiteY0" fmla="*/ 0 h 12032"/>
                  <a:gd name="connsiteX1" fmla="*/ 0 w 2824"/>
                  <a:gd name="connsiteY1" fmla="*/ 12032 h 12032"/>
                </a:gdLst>
                <a:ahLst/>
                <a:cxnLst>
                  <a:cxn ang="0">
                    <a:pos x="connsiteX0" y="connsiteY0"/>
                  </a:cxn>
                  <a:cxn ang="0">
                    <a:pos x="connsiteX1" y="connsiteY1"/>
                  </a:cxn>
                </a:cxnLst>
                <a:rect l="l" t="t" r="r" b="b"/>
                <a:pathLst>
                  <a:path w="2824" h="12032">
                    <a:moveTo>
                      <a:pt x="0" y="0"/>
                    </a:moveTo>
                    <a:lnTo>
                      <a:pt x="0" y="12032"/>
                    </a:lnTo>
                  </a:path>
                </a:pathLst>
              </a:custGeom>
              <a:ln w="8472" cap="flat">
                <a:solidFill>
                  <a:srgbClr val="17A3A3"/>
                </a:solidFill>
                <a:prstDash val="solid"/>
                <a:miter/>
              </a:ln>
            </p:spPr>
            <p:txBody>
              <a:bodyPr rtlCol="1" anchor="ctr"/>
              <a:lstStyle/>
              <a:p>
                <a:endParaRPr lang="ar-SA"/>
              </a:p>
            </p:txBody>
          </p:sp>
        </p:grpSp>
        <p:sp>
          <p:nvSpPr>
            <p:cNvPr id="8356" name="شكل حر: شكل 9303">
              <a:extLst>
                <a:ext uri="{FF2B5EF4-FFF2-40B4-BE49-F238E27FC236}">
                  <a16:creationId xmlns:a16="http://schemas.microsoft.com/office/drawing/2014/main" id="{F28010FC-2A70-8F3C-5C7C-030F7F0CA28F}"/>
                </a:ext>
              </a:extLst>
            </p:cNvPr>
            <p:cNvSpPr/>
            <p:nvPr/>
          </p:nvSpPr>
          <p:spPr>
            <a:xfrm>
              <a:off x="2538378" y="2825337"/>
              <a:ext cx="116409" cy="144531"/>
            </a:xfrm>
            <a:custGeom>
              <a:avLst/>
              <a:gdLst>
                <a:gd name="connsiteX0" fmla="*/ 98399 w 116409"/>
                <a:gd name="connsiteY0" fmla="*/ 144532 h 144531"/>
                <a:gd name="connsiteX1" fmla="*/ 7703 w 116409"/>
                <a:gd name="connsiteY1" fmla="*/ 0 h 144531"/>
                <a:gd name="connsiteX2" fmla="*/ 98399 w 116409"/>
                <a:gd name="connsiteY2" fmla="*/ 144532 h 144531"/>
              </a:gdLst>
              <a:ahLst/>
              <a:cxnLst>
                <a:cxn ang="0">
                  <a:pos x="connsiteX0" y="connsiteY0"/>
                </a:cxn>
                <a:cxn ang="0">
                  <a:pos x="connsiteX1" y="connsiteY1"/>
                </a:cxn>
                <a:cxn ang="0">
                  <a:pos x="connsiteX2" y="connsiteY2"/>
                </a:cxn>
              </a:cxnLst>
              <a:rect l="l" t="t" r="r" b="b"/>
              <a:pathLst>
                <a:path w="116409" h="144531">
                  <a:moveTo>
                    <a:pt x="98399" y="144532"/>
                  </a:moveTo>
                  <a:cubicBezTo>
                    <a:pt x="98399" y="144532"/>
                    <a:pt x="176413" y="28076"/>
                    <a:pt x="7703" y="0"/>
                  </a:cubicBezTo>
                  <a:cubicBezTo>
                    <a:pt x="7703" y="0"/>
                    <a:pt x="-39184" y="136058"/>
                    <a:pt x="98399" y="144532"/>
                  </a:cubicBezTo>
                  <a:close/>
                </a:path>
              </a:pathLst>
            </a:custGeom>
            <a:noFill/>
            <a:ln w="8472" cap="flat">
              <a:solidFill>
                <a:srgbClr val="17A3A3"/>
              </a:solidFill>
              <a:prstDash val="solid"/>
              <a:miter/>
            </a:ln>
          </p:spPr>
          <p:txBody>
            <a:bodyPr rtlCol="1" anchor="ctr"/>
            <a:lstStyle/>
            <a:p>
              <a:endParaRPr lang="ar-SA"/>
            </a:p>
          </p:txBody>
        </p:sp>
        <p:sp>
          <p:nvSpPr>
            <p:cNvPr id="8357" name="شكل حر: شكل 9304">
              <a:extLst>
                <a:ext uri="{FF2B5EF4-FFF2-40B4-BE49-F238E27FC236}">
                  <a16:creationId xmlns:a16="http://schemas.microsoft.com/office/drawing/2014/main" id="{EE91CD18-2D9D-0B15-BFE1-CA3238E84E29}"/>
                </a:ext>
              </a:extLst>
            </p:cNvPr>
            <p:cNvSpPr/>
            <p:nvPr/>
          </p:nvSpPr>
          <p:spPr>
            <a:xfrm>
              <a:off x="2644686" y="2805340"/>
              <a:ext cx="106219" cy="162580"/>
            </a:xfrm>
            <a:custGeom>
              <a:avLst/>
              <a:gdLst>
                <a:gd name="connsiteX0" fmla="*/ 15930 w 106219"/>
                <a:gd name="connsiteY0" fmla="*/ 162581 h 162580"/>
                <a:gd name="connsiteX1" fmla="*/ 98181 w 106219"/>
                <a:gd name="connsiteY1" fmla="*/ 0 h 162580"/>
                <a:gd name="connsiteX2" fmla="*/ 0 w 106219"/>
                <a:gd name="connsiteY2" fmla="*/ 41803 h 162580"/>
              </a:gdLst>
              <a:ahLst/>
              <a:cxnLst>
                <a:cxn ang="0">
                  <a:pos x="connsiteX0" y="connsiteY0"/>
                </a:cxn>
                <a:cxn ang="0">
                  <a:pos x="connsiteX1" y="connsiteY1"/>
                </a:cxn>
                <a:cxn ang="0">
                  <a:pos x="connsiteX2" y="connsiteY2"/>
                </a:cxn>
              </a:cxnLst>
              <a:rect l="l" t="t" r="r" b="b"/>
              <a:pathLst>
                <a:path w="106219" h="162580">
                  <a:moveTo>
                    <a:pt x="15930" y="162581"/>
                  </a:moveTo>
                  <a:cubicBezTo>
                    <a:pt x="144221" y="144023"/>
                    <a:pt x="98181" y="0"/>
                    <a:pt x="98181" y="0"/>
                  </a:cubicBezTo>
                  <a:cubicBezTo>
                    <a:pt x="46436" y="6666"/>
                    <a:pt x="16411" y="26014"/>
                    <a:pt x="0" y="41803"/>
                  </a:cubicBezTo>
                </a:path>
              </a:pathLst>
            </a:custGeom>
            <a:noFill/>
            <a:ln w="8472" cap="flat">
              <a:solidFill>
                <a:srgbClr val="17A3A3"/>
              </a:solidFill>
              <a:prstDash val="solid"/>
              <a:miter/>
            </a:ln>
          </p:spPr>
          <p:txBody>
            <a:bodyPr rtlCol="1" anchor="ctr"/>
            <a:lstStyle/>
            <a:p>
              <a:endParaRPr lang="ar-SA"/>
            </a:p>
          </p:txBody>
        </p:sp>
        <p:sp>
          <p:nvSpPr>
            <p:cNvPr id="8358" name="شكل حر: شكل 9305">
              <a:extLst>
                <a:ext uri="{FF2B5EF4-FFF2-40B4-BE49-F238E27FC236}">
                  <a16:creationId xmlns:a16="http://schemas.microsoft.com/office/drawing/2014/main" id="{AE3A9163-0DEE-9F58-E6D9-B847EBEE58F8}"/>
                </a:ext>
              </a:extLst>
            </p:cNvPr>
            <p:cNvSpPr/>
            <p:nvPr/>
          </p:nvSpPr>
          <p:spPr>
            <a:xfrm>
              <a:off x="2587206" y="2881856"/>
              <a:ext cx="49570" cy="88012"/>
            </a:xfrm>
            <a:custGeom>
              <a:avLst/>
              <a:gdLst>
                <a:gd name="connsiteX0" fmla="*/ 49571 w 49570"/>
                <a:gd name="connsiteY0" fmla="*/ 88013 h 88012"/>
                <a:gd name="connsiteX1" fmla="*/ 0 w 49570"/>
                <a:gd name="connsiteY1" fmla="*/ 0 h 88012"/>
              </a:gdLst>
              <a:ahLst/>
              <a:cxnLst>
                <a:cxn ang="0">
                  <a:pos x="connsiteX0" y="connsiteY0"/>
                </a:cxn>
                <a:cxn ang="0">
                  <a:pos x="connsiteX1" y="connsiteY1"/>
                </a:cxn>
              </a:cxnLst>
              <a:rect l="l" t="t" r="r" b="b"/>
              <a:pathLst>
                <a:path w="49570" h="88012">
                  <a:moveTo>
                    <a:pt x="49571" y="88013"/>
                  </a:moveTo>
                  <a:cubicBezTo>
                    <a:pt x="49571" y="88013"/>
                    <a:pt x="37284" y="48808"/>
                    <a:pt x="0" y="0"/>
                  </a:cubicBezTo>
                </a:path>
              </a:pathLst>
            </a:custGeom>
            <a:noFill/>
            <a:ln w="8472" cap="flat">
              <a:solidFill>
                <a:srgbClr val="17A3A3"/>
              </a:solidFill>
              <a:prstDash val="solid"/>
              <a:miter/>
            </a:ln>
          </p:spPr>
          <p:txBody>
            <a:bodyPr rtlCol="1" anchor="ctr"/>
            <a:lstStyle/>
            <a:p>
              <a:endParaRPr lang="ar-SA"/>
            </a:p>
          </p:txBody>
        </p:sp>
        <p:sp>
          <p:nvSpPr>
            <p:cNvPr id="8359" name="شكل حر: شكل 9306">
              <a:extLst>
                <a:ext uri="{FF2B5EF4-FFF2-40B4-BE49-F238E27FC236}">
                  <a16:creationId xmlns:a16="http://schemas.microsoft.com/office/drawing/2014/main" id="{99301DF4-CEAD-37FE-5C26-1AEAB139D3BD}"/>
                </a:ext>
              </a:extLst>
            </p:cNvPr>
            <p:cNvSpPr/>
            <p:nvPr/>
          </p:nvSpPr>
          <p:spPr>
            <a:xfrm>
              <a:off x="2544556" y="3011334"/>
              <a:ext cx="200147" cy="146876"/>
            </a:xfrm>
            <a:custGeom>
              <a:avLst/>
              <a:gdLst>
                <a:gd name="connsiteX0" fmla="*/ 0 w 200147"/>
                <a:gd name="connsiteY0" fmla="*/ 0 h 146876"/>
                <a:gd name="connsiteX1" fmla="*/ 30138 w 200147"/>
                <a:gd name="connsiteY1" fmla="*/ 136680 h 146876"/>
                <a:gd name="connsiteX2" fmla="*/ 42848 w 200147"/>
                <a:gd name="connsiteY2" fmla="*/ 146876 h 146876"/>
                <a:gd name="connsiteX3" fmla="*/ 157299 w 200147"/>
                <a:gd name="connsiteY3" fmla="*/ 146876 h 146876"/>
                <a:gd name="connsiteX4" fmla="*/ 170009 w 200147"/>
                <a:gd name="connsiteY4" fmla="*/ 136680 h 146876"/>
                <a:gd name="connsiteX5" fmla="*/ 200147 w 200147"/>
                <a:gd name="connsiteY5" fmla="*/ 0 h 146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147" h="146876">
                  <a:moveTo>
                    <a:pt x="0" y="0"/>
                  </a:moveTo>
                  <a:lnTo>
                    <a:pt x="30138" y="136680"/>
                  </a:lnTo>
                  <a:cubicBezTo>
                    <a:pt x="31437" y="142640"/>
                    <a:pt x="36747" y="146876"/>
                    <a:pt x="42848" y="146876"/>
                  </a:cubicBezTo>
                  <a:lnTo>
                    <a:pt x="157299" y="146876"/>
                  </a:lnTo>
                  <a:cubicBezTo>
                    <a:pt x="163400" y="146876"/>
                    <a:pt x="168682" y="142640"/>
                    <a:pt x="170009" y="136680"/>
                  </a:cubicBezTo>
                  <a:lnTo>
                    <a:pt x="200147" y="0"/>
                  </a:lnTo>
                </a:path>
              </a:pathLst>
            </a:custGeom>
            <a:noFill/>
            <a:ln w="8472" cap="flat">
              <a:solidFill>
                <a:srgbClr val="01355A"/>
              </a:solidFill>
              <a:prstDash val="solid"/>
              <a:miter/>
            </a:ln>
          </p:spPr>
          <p:txBody>
            <a:bodyPr rtlCol="1" anchor="ctr"/>
            <a:lstStyle/>
            <a:p>
              <a:endParaRPr lang="ar-SA"/>
            </a:p>
          </p:txBody>
        </p:sp>
        <p:sp>
          <p:nvSpPr>
            <p:cNvPr id="8360" name="شكل حر: شكل 9307">
              <a:extLst>
                <a:ext uri="{FF2B5EF4-FFF2-40B4-BE49-F238E27FC236}">
                  <a16:creationId xmlns:a16="http://schemas.microsoft.com/office/drawing/2014/main" id="{729E76EF-C9E1-F7A8-EBB1-219F96193DC6}"/>
                </a:ext>
              </a:extLst>
            </p:cNvPr>
            <p:cNvSpPr/>
            <p:nvPr/>
          </p:nvSpPr>
          <p:spPr>
            <a:xfrm>
              <a:off x="2533257" y="2988737"/>
              <a:ext cx="222743" cy="22596"/>
            </a:xfrm>
            <a:custGeom>
              <a:avLst/>
              <a:gdLst>
                <a:gd name="connsiteX0" fmla="*/ 64230 w 222743"/>
                <a:gd name="connsiteY0" fmla="*/ 22596 h 22596"/>
                <a:gd name="connsiteX1" fmla="*/ 11298 w 222743"/>
                <a:gd name="connsiteY1" fmla="*/ 22596 h 22596"/>
                <a:gd name="connsiteX2" fmla="*/ 0 w 222743"/>
                <a:gd name="connsiteY2" fmla="*/ 11298 h 22596"/>
                <a:gd name="connsiteX3" fmla="*/ 0 w 222743"/>
                <a:gd name="connsiteY3" fmla="*/ 11298 h 22596"/>
                <a:gd name="connsiteX4" fmla="*/ 11298 w 222743"/>
                <a:gd name="connsiteY4" fmla="*/ 0 h 22596"/>
                <a:gd name="connsiteX5" fmla="*/ 211446 w 222743"/>
                <a:gd name="connsiteY5" fmla="*/ 0 h 22596"/>
                <a:gd name="connsiteX6" fmla="*/ 222744 w 222743"/>
                <a:gd name="connsiteY6" fmla="*/ 11298 h 22596"/>
                <a:gd name="connsiteX7" fmla="*/ 222744 w 222743"/>
                <a:gd name="connsiteY7" fmla="*/ 11298 h 22596"/>
                <a:gd name="connsiteX8" fmla="*/ 211446 w 222743"/>
                <a:gd name="connsiteY8" fmla="*/ 22596 h 22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2743" h="22596">
                  <a:moveTo>
                    <a:pt x="64230" y="22596"/>
                  </a:moveTo>
                  <a:lnTo>
                    <a:pt x="11298" y="22596"/>
                  </a:lnTo>
                  <a:cubicBezTo>
                    <a:pt x="5056" y="22596"/>
                    <a:pt x="0" y="17540"/>
                    <a:pt x="0" y="11298"/>
                  </a:cubicBezTo>
                  <a:lnTo>
                    <a:pt x="0" y="11298"/>
                  </a:lnTo>
                  <a:cubicBezTo>
                    <a:pt x="0" y="5056"/>
                    <a:pt x="5056" y="0"/>
                    <a:pt x="11298" y="0"/>
                  </a:cubicBezTo>
                  <a:lnTo>
                    <a:pt x="211446" y="0"/>
                  </a:lnTo>
                  <a:cubicBezTo>
                    <a:pt x="217688" y="0"/>
                    <a:pt x="222744" y="5056"/>
                    <a:pt x="222744" y="11298"/>
                  </a:cubicBezTo>
                  <a:lnTo>
                    <a:pt x="222744" y="11298"/>
                  </a:lnTo>
                  <a:cubicBezTo>
                    <a:pt x="222744" y="17540"/>
                    <a:pt x="217688" y="22596"/>
                    <a:pt x="211446" y="22596"/>
                  </a:cubicBezTo>
                </a:path>
              </a:pathLst>
            </a:custGeom>
            <a:noFill/>
            <a:ln w="8472" cap="flat">
              <a:solidFill>
                <a:srgbClr val="01355A"/>
              </a:solidFill>
              <a:prstDash val="solid"/>
              <a:miter/>
            </a:ln>
          </p:spPr>
          <p:txBody>
            <a:bodyPr rtlCol="1" anchor="ctr"/>
            <a:lstStyle/>
            <a:p>
              <a:endParaRPr lang="ar-SA"/>
            </a:p>
          </p:txBody>
        </p:sp>
      </p:grpSp>
      <p:grpSp>
        <p:nvGrpSpPr>
          <p:cNvPr id="8364" name="رسم 8014">
            <a:extLst>
              <a:ext uri="{FF2B5EF4-FFF2-40B4-BE49-F238E27FC236}">
                <a16:creationId xmlns:a16="http://schemas.microsoft.com/office/drawing/2014/main" id="{CFD1374F-2B7C-AFF3-1FF2-34DD3324199C}"/>
              </a:ext>
            </a:extLst>
          </p:cNvPr>
          <p:cNvGrpSpPr/>
          <p:nvPr/>
        </p:nvGrpSpPr>
        <p:grpSpPr>
          <a:xfrm>
            <a:off x="2404002" y="3654879"/>
            <a:ext cx="294199" cy="262123"/>
            <a:chOff x="1954931" y="2821665"/>
            <a:chExt cx="351656" cy="332562"/>
          </a:xfrm>
          <a:noFill/>
        </p:grpSpPr>
        <p:sp>
          <p:nvSpPr>
            <p:cNvPr id="8365" name="شكل حر: شكل 9309">
              <a:extLst>
                <a:ext uri="{FF2B5EF4-FFF2-40B4-BE49-F238E27FC236}">
                  <a16:creationId xmlns:a16="http://schemas.microsoft.com/office/drawing/2014/main" id="{3F5C4B94-E988-4849-BCB6-CA0B00F268C1}"/>
                </a:ext>
              </a:extLst>
            </p:cNvPr>
            <p:cNvSpPr/>
            <p:nvPr/>
          </p:nvSpPr>
          <p:spPr>
            <a:xfrm>
              <a:off x="1954931" y="2821665"/>
              <a:ext cx="245650" cy="309796"/>
            </a:xfrm>
            <a:custGeom>
              <a:avLst/>
              <a:gdLst>
                <a:gd name="connsiteX0" fmla="*/ 216643 w 245650"/>
                <a:gd name="connsiteY0" fmla="*/ 247346 h 309796"/>
                <a:gd name="connsiteX1" fmla="*/ 145944 w 245650"/>
                <a:gd name="connsiteY1" fmla="*/ 247346 h 309796"/>
                <a:gd name="connsiteX2" fmla="*/ 145464 w 245650"/>
                <a:gd name="connsiteY2" fmla="*/ 230737 h 309796"/>
                <a:gd name="connsiteX3" fmla="*/ 145521 w 245650"/>
                <a:gd name="connsiteY3" fmla="*/ 227715 h 309796"/>
                <a:gd name="connsiteX4" fmla="*/ 147724 w 245650"/>
                <a:gd name="connsiteY4" fmla="*/ 227715 h 309796"/>
                <a:gd name="connsiteX5" fmla="*/ 164869 w 245650"/>
                <a:gd name="connsiteY5" fmla="*/ 210570 h 309796"/>
                <a:gd name="connsiteX6" fmla="*/ 147950 w 245650"/>
                <a:gd name="connsiteY6" fmla="*/ 193425 h 309796"/>
                <a:gd name="connsiteX7" fmla="*/ 157949 w 245650"/>
                <a:gd name="connsiteY7" fmla="*/ 145182 h 309796"/>
                <a:gd name="connsiteX8" fmla="*/ 168682 w 245650"/>
                <a:gd name="connsiteY8" fmla="*/ 112445 h 309796"/>
                <a:gd name="connsiteX9" fmla="*/ 175715 w 245650"/>
                <a:gd name="connsiteY9" fmla="*/ 96006 h 309796"/>
                <a:gd name="connsiteX10" fmla="*/ 183426 w 245650"/>
                <a:gd name="connsiteY10" fmla="*/ 74992 h 309796"/>
                <a:gd name="connsiteX11" fmla="*/ 178398 w 245650"/>
                <a:gd name="connsiteY11" fmla="*/ 34149 h 309796"/>
                <a:gd name="connsiteX12" fmla="*/ 122840 w 245650"/>
                <a:gd name="connsiteY12" fmla="*/ 0 h 309796"/>
                <a:gd name="connsiteX13" fmla="*/ 67281 w 245650"/>
                <a:gd name="connsiteY13" fmla="*/ 34149 h 309796"/>
                <a:gd name="connsiteX14" fmla="*/ 62253 w 245650"/>
                <a:gd name="connsiteY14" fmla="*/ 74992 h 309796"/>
                <a:gd name="connsiteX15" fmla="*/ 69964 w 245650"/>
                <a:gd name="connsiteY15" fmla="*/ 96006 h 309796"/>
                <a:gd name="connsiteX16" fmla="*/ 76997 w 245650"/>
                <a:gd name="connsiteY16" fmla="*/ 112445 h 309796"/>
                <a:gd name="connsiteX17" fmla="*/ 87730 w 245650"/>
                <a:gd name="connsiteY17" fmla="*/ 145182 h 309796"/>
                <a:gd name="connsiteX18" fmla="*/ 97729 w 245650"/>
                <a:gd name="connsiteY18" fmla="*/ 193425 h 309796"/>
                <a:gd name="connsiteX19" fmla="*/ 80810 w 245650"/>
                <a:gd name="connsiteY19" fmla="*/ 210570 h 309796"/>
                <a:gd name="connsiteX20" fmla="*/ 97955 w 245650"/>
                <a:gd name="connsiteY20" fmla="*/ 227715 h 309796"/>
                <a:gd name="connsiteX21" fmla="*/ 100158 w 245650"/>
                <a:gd name="connsiteY21" fmla="*/ 227715 h 309796"/>
                <a:gd name="connsiteX22" fmla="*/ 100215 w 245650"/>
                <a:gd name="connsiteY22" fmla="*/ 230737 h 309796"/>
                <a:gd name="connsiteX23" fmla="*/ 99735 w 245650"/>
                <a:gd name="connsiteY23" fmla="*/ 247346 h 309796"/>
                <a:gd name="connsiteX24" fmla="*/ 29036 w 245650"/>
                <a:gd name="connsiteY24" fmla="*/ 247346 h 309796"/>
                <a:gd name="connsiteX25" fmla="*/ 0 w 245650"/>
                <a:gd name="connsiteY25" fmla="*/ 276382 h 309796"/>
                <a:gd name="connsiteX26" fmla="*/ 0 w 245650"/>
                <a:gd name="connsiteY26" fmla="*/ 309796 h 309796"/>
                <a:gd name="connsiteX27" fmla="*/ 245651 w 245650"/>
                <a:gd name="connsiteY27" fmla="*/ 309796 h 309796"/>
                <a:gd name="connsiteX28" fmla="*/ 245651 w 245650"/>
                <a:gd name="connsiteY28" fmla="*/ 276382 h 309796"/>
                <a:gd name="connsiteX29" fmla="*/ 216615 w 245650"/>
                <a:gd name="connsiteY29" fmla="*/ 247346 h 309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45650" h="309796">
                  <a:moveTo>
                    <a:pt x="216643" y="247346"/>
                  </a:moveTo>
                  <a:lnTo>
                    <a:pt x="145944" y="247346"/>
                  </a:lnTo>
                  <a:cubicBezTo>
                    <a:pt x="145803" y="243420"/>
                    <a:pt x="145464" y="231726"/>
                    <a:pt x="145464" y="230737"/>
                  </a:cubicBezTo>
                  <a:cubicBezTo>
                    <a:pt x="145464" y="229721"/>
                    <a:pt x="145521" y="228732"/>
                    <a:pt x="145521" y="227715"/>
                  </a:cubicBezTo>
                  <a:lnTo>
                    <a:pt x="147724" y="227715"/>
                  </a:lnTo>
                  <a:cubicBezTo>
                    <a:pt x="157186" y="227715"/>
                    <a:pt x="164869" y="220032"/>
                    <a:pt x="164869" y="210570"/>
                  </a:cubicBezTo>
                  <a:cubicBezTo>
                    <a:pt x="164869" y="201108"/>
                    <a:pt x="157327" y="193566"/>
                    <a:pt x="147950" y="193425"/>
                  </a:cubicBezTo>
                  <a:cubicBezTo>
                    <a:pt x="150096" y="177127"/>
                    <a:pt x="153514" y="160999"/>
                    <a:pt x="157949" y="145182"/>
                  </a:cubicBezTo>
                  <a:cubicBezTo>
                    <a:pt x="161056" y="134109"/>
                    <a:pt x="164643" y="123178"/>
                    <a:pt x="168682" y="112445"/>
                  </a:cubicBezTo>
                  <a:cubicBezTo>
                    <a:pt x="170829" y="106740"/>
                    <a:pt x="173088" y="101514"/>
                    <a:pt x="175715" y="96006"/>
                  </a:cubicBezTo>
                  <a:cubicBezTo>
                    <a:pt x="178935" y="89284"/>
                    <a:pt x="181731" y="82279"/>
                    <a:pt x="183426" y="74992"/>
                  </a:cubicBezTo>
                  <a:cubicBezTo>
                    <a:pt x="186590" y="61236"/>
                    <a:pt x="184754" y="46718"/>
                    <a:pt x="178398" y="34149"/>
                  </a:cubicBezTo>
                  <a:cubicBezTo>
                    <a:pt x="167891" y="13417"/>
                    <a:pt x="146114" y="0"/>
                    <a:pt x="122840" y="0"/>
                  </a:cubicBezTo>
                  <a:cubicBezTo>
                    <a:pt x="99565" y="0"/>
                    <a:pt x="77788" y="13388"/>
                    <a:pt x="67281" y="34149"/>
                  </a:cubicBezTo>
                  <a:cubicBezTo>
                    <a:pt x="60925" y="46718"/>
                    <a:pt x="59090" y="61236"/>
                    <a:pt x="62253" y="74992"/>
                  </a:cubicBezTo>
                  <a:cubicBezTo>
                    <a:pt x="63948" y="82279"/>
                    <a:pt x="66744" y="89256"/>
                    <a:pt x="69964" y="96006"/>
                  </a:cubicBezTo>
                  <a:cubicBezTo>
                    <a:pt x="72619" y="101514"/>
                    <a:pt x="74850" y="106768"/>
                    <a:pt x="76997" y="112445"/>
                  </a:cubicBezTo>
                  <a:cubicBezTo>
                    <a:pt x="81036" y="123207"/>
                    <a:pt x="84652" y="134138"/>
                    <a:pt x="87730" y="145182"/>
                  </a:cubicBezTo>
                  <a:cubicBezTo>
                    <a:pt x="92165" y="160971"/>
                    <a:pt x="95583" y="177127"/>
                    <a:pt x="97729" y="193425"/>
                  </a:cubicBezTo>
                  <a:cubicBezTo>
                    <a:pt x="88352" y="193538"/>
                    <a:pt x="80810" y="201164"/>
                    <a:pt x="80810" y="210570"/>
                  </a:cubicBezTo>
                  <a:cubicBezTo>
                    <a:pt x="80810" y="219976"/>
                    <a:pt x="88493" y="227715"/>
                    <a:pt x="97955" y="227715"/>
                  </a:cubicBezTo>
                  <a:lnTo>
                    <a:pt x="100158" y="227715"/>
                  </a:lnTo>
                  <a:cubicBezTo>
                    <a:pt x="100158" y="228732"/>
                    <a:pt x="100215" y="229721"/>
                    <a:pt x="100215" y="230737"/>
                  </a:cubicBezTo>
                  <a:cubicBezTo>
                    <a:pt x="100215" y="231726"/>
                    <a:pt x="99876" y="243420"/>
                    <a:pt x="99735" y="247346"/>
                  </a:cubicBezTo>
                  <a:lnTo>
                    <a:pt x="29036" y="247346"/>
                  </a:lnTo>
                  <a:cubicBezTo>
                    <a:pt x="12993" y="247346"/>
                    <a:pt x="0" y="260339"/>
                    <a:pt x="0" y="276382"/>
                  </a:cubicBezTo>
                  <a:lnTo>
                    <a:pt x="0" y="309796"/>
                  </a:lnTo>
                  <a:lnTo>
                    <a:pt x="245651" y="309796"/>
                  </a:lnTo>
                  <a:lnTo>
                    <a:pt x="245651" y="276382"/>
                  </a:lnTo>
                  <a:cubicBezTo>
                    <a:pt x="245651" y="260339"/>
                    <a:pt x="232658" y="247346"/>
                    <a:pt x="216615" y="247346"/>
                  </a:cubicBezTo>
                  <a:close/>
                </a:path>
              </a:pathLst>
            </a:custGeom>
            <a:noFill/>
            <a:ln w="8472" cap="flat">
              <a:solidFill>
                <a:srgbClr val="01355A"/>
              </a:solidFill>
              <a:prstDash val="solid"/>
              <a:miter/>
            </a:ln>
          </p:spPr>
          <p:txBody>
            <a:bodyPr rtlCol="1" anchor="ctr"/>
            <a:lstStyle/>
            <a:p>
              <a:endParaRPr lang="ar-SA"/>
            </a:p>
          </p:txBody>
        </p:sp>
        <p:sp>
          <p:nvSpPr>
            <p:cNvPr id="8366" name="شكل حر: شكل 9310">
              <a:extLst>
                <a:ext uri="{FF2B5EF4-FFF2-40B4-BE49-F238E27FC236}">
                  <a16:creationId xmlns:a16="http://schemas.microsoft.com/office/drawing/2014/main" id="{7A6A2334-7347-97F2-7A0D-385F1D7EB4A1}"/>
                </a:ext>
              </a:extLst>
            </p:cNvPr>
            <p:cNvSpPr/>
            <p:nvPr/>
          </p:nvSpPr>
          <p:spPr>
            <a:xfrm>
              <a:off x="1975296" y="3154228"/>
              <a:ext cx="204949" cy="2824"/>
            </a:xfrm>
            <a:custGeom>
              <a:avLst/>
              <a:gdLst>
                <a:gd name="connsiteX0" fmla="*/ 0 w 204949"/>
                <a:gd name="connsiteY0" fmla="*/ 0 h 2824"/>
                <a:gd name="connsiteX1" fmla="*/ 204949 w 204949"/>
                <a:gd name="connsiteY1" fmla="*/ 0 h 2824"/>
              </a:gdLst>
              <a:ahLst/>
              <a:cxnLst>
                <a:cxn ang="0">
                  <a:pos x="connsiteX0" y="connsiteY0"/>
                </a:cxn>
                <a:cxn ang="0">
                  <a:pos x="connsiteX1" y="connsiteY1"/>
                </a:cxn>
              </a:cxnLst>
              <a:rect l="l" t="t" r="r" b="b"/>
              <a:pathLst>
                <a:path w="204949" h="2824">
                  <a:moveTo>
                    <a:pt x="0" y="0"/>
                  </a:moveTo>
                  <a:lnTo>
                    <a:pt x="204949" y="0"/>
                  </a:lnTo>
                </a:path>
              </a:pathLst>
            </a:custGeom>
            <a:ln w="8472" cap="flat">
              <a:solidFill>
                <a:srgbClr val="01355A"/>
              </a:solidFill>
              <a:prstDash val="solid"/>
              <a:miter/>
            </a:ln>
          </p:spPr>
          <p:txBody>
            <a:bodyPr rtlCol="1" anchor="ctr"/>
            <a:lstStyle/>
            <a:p>
              <a:endParaRPr lang="ar-SA"/>
            </a:p>
          </p:txBody>
        </p:sp>
        <p:grpSp>
          <p:nvGrpSpPr>
            <p:cNvPr id="8367" name="رسم 8014">
              <a:extLst>
                <a:ext uri="{FF2B5EF4-FFF2-40B4-BE49-F238E27FC236}">
                  <a16:creationId xmlns:a16="http://schemas.microsoft.com/office/drawing/2014/main" id="{2E976106-90B4-2C2D-6268-AD1CD5DE56FF}"/>
                </a:ext>
              </a:extLst>
            </p:cNvPr>
            <p:cNvGrpSpPr/>
            <p:nvPr/>
          </p:nvGrpSpPr>
          <p:grpSpPr>
            <a:xfrm>
              <a:off x="2171518" y="2896318"/>
              <a:ext cx="135069" cy="135069"/>
              <a:chOff x="2171518" y="2896318"/>
              <a:chExt cx="135069" cy="135069"/>
            </a:xfrm>
            <a:noFill/>
          </p:grpSpPr>
          <p:sp>
            <p:nvSpPr>
              <p:cNvPr id="8368" name="شكل حر: شكل 9312">
                <a:extLst>
                  <a:ext uri="{FF2B5EF4-FFF2-40B4-BE49-F238E27FC236}">
                    <a16:creationId xmlns:a16="http://schemas.microsoft.com/office/drawing/2014/main" id="{B5130311-8F9A-EE0B-8CA4-AB48D908DB1F}"/>
                  </a:ext>
                </a:extLst>
              </p:cNvPr>
              <p:cNvSpPr/>
              <p:nvPr/>
            </p:nvSpPr>
            <p:spPr>
              <a:xfrm>
                <a:off x="2171518" y="2896318"/>
                <a:ext cx="135069" cy="135069"/>
              </a:xfrm>
              <a:custGeom>
                <a:avLst/>
                <a:gdLst>
                  <a:gd name="connsiteX0" fmla="*/ 135070 w 135069"/>
                  <a:gd name="connsiteY0" fmla="*/ 67535 h 135069"/>
                  <a:gd name="connsiteX1" fmla="*/ 67535 w 135069"/>
                  <a:gd name="connsiteY1" fmla="*/ 135070 h 135069"/>
                  <a:gd name="connsiteX2" fmla="*/ 0 w 135069"/>
                  <a:gd name="connsiteY2" fmla="*/ 67535 h 135069"/>
                  <a:gd name="connsiteX3" fmla="*/ 67535 w 135069"/>
                  <a:gd name="connsiteY3" fmla="*/ 0 h 135069"/>
                  <a:gd name="connsiteX4" fmla="*/ 135070 w 135069"/>
                  <a:gd name="connsiteY4" fmla="*/ 67535 h 1350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69" h="135069">
                    <a:moveTo>
                      <a:pt x="135070" y="67535"/>
                    </a:moveTo>
                    <a:cubicBezTo>
                      <a:pt x="135070" y="104833"/>
                      <a:pt x="104833" y="135070"/>
                      <a:pt x="67535" y="135070"/>
                    </a:cubicBezTo>
                    <a:cubicBezTo>
                      <a:pt x="30236" y="135070"/>
                      <a:pt x="0" y="104833"/>
                      <a:pt x="0" y="67535"/>
                    </a:cubicBezTo>
                    <a:cubicBezTo>
                      <a:pt x="0" y="30236"/>
                      <a:pt x="30236" y="0"/>
                      <a:pt x="67535" y="0"/>
                    </a:cubicBezTo>
                    <a:cubicBezTo>
                      <a:pt x="104833" y="0"/>
                      <a:pt x="135070" y="30236"/>
                      <a:pt x="135070" y="67535"/>
                    </a:cubicBezTo>
                    <a:close/>
                  </a:path>
                </a:pathLst>
              </a:custGeom>
              <a:noFill/>
              <a:ln w="8472" cap="flat">
                <a:solidFill>
                  <a:srgbClr val="17A3A3"/>
                </a:solidFill>
                <a:prstDash val="solid"/>
                <a:miter/>
              </a:ln>
            </p:spPr>
            <p:txBody>
              <a:bodyPr rtlCol="1" anchor="ctr"/>
              <a:lstStyle/>
              <a:p>
                <a:endParaRPr lang="ar-SA"/>
              </a:p>
            </p:txBody>
          </p:sp>
          <p:sp>
            <p:nvSpPr>
              <p:cNvPr id="8369" name="شكل حر: شكل 9313">
                <a:extLst>
                  <a:ext uri="{FF2B5EF4-FFF2-40B4-BE49-F238E27FC236}">
                    <a16:creationId xmlns:a16="http://schemas.microsoft.com/office/drawing/2014/main" id="{67C7DB43-4509-DD01-923E-D3BD20C5E4CB}"/>
                  </a:ext>
                </a:extLst>
              </p:cNvPr>
              <p:cNvSpPr/>
              <p:nvPr/>
            </p:nvSpPr>
            <p:spPr>
              <a:xfrm>
                <a:off x="2213010" y="2937811"/>
                <a:ext cx="52084" cy="52112"/>
              </a:xfrm>
              <a:custGeom>
                <a:avLst/>
                <a:gdLst>
                  <a:gd name="connsiteX0" fmla="*/ 0 w 52084"/>
                  <a:gd name="connsiteY0" fmla="*/ 52113 h 52112"/>
                  <a:gd name="connsiteX1" fmla="*/ 52085 w 52084"/>
                  <a:gd name="connsiteY1" fmla="*/ 0 h 52112"/>
                </a:gdLst>
                <a:ahLst/>
                <a:cxnLst>
                  <a:cxn ang="0">
                    <a:pos x="connsiteX0" y="connsiteY0"/>
                  </a:cxn>
                  <a:cxn ang="0">
                    <a:pos x="connsiteX1" y="connsiteY1"/>
                  </a:cxn>
                </a:cxnLst>
                <a:rect l="l" t="t" r="r" b="b"/>
                <a:pathLst>
                  <a:path w="52084" h="52112">
                    <a:moveTo>
                      <a:pt x="0" y="52113"/>
                    </a:moveTo>
                    <a:lnTo>
                      <a:pt x="52085" y="0"/>
                    </a:lnTo>
                  </a:path>
                </a:pathLst>
              </a:custGeom>
              <a:ln w="8472" cap="flat">
                <a:solidFill>
                  <a:srgbClr val="17A3A3"/>
                </a:solidFill>
                <a:prstDash val="solid"/>
                <a:miter/>
              </a:ln>
            </p:spPr>
            <p:txBody>
              <a:bodyPr rtlCol="1" anchor="ctr"/>
              <a:lstStyle/>
              <a:p>
                <a:endParaRPr lang="ar-SA"/>
              </a:p>
            </p:txBody>
          </p:sp>
          <p:sp>
            <p:nvSpPr>
              <p:cNvPr id="8370" name="شكل حر: شكل 9314">
                <a:extLst>
                  <a:ext uri="{FF2B5EF4-FFF2-40B4-BE49-F238E27FC236}">
                    <a16:creationId xmlns:a16="http://schemas.microsoft.com/office/drawing/2014/main" id="{95374356-8C9E-08CD-6836-8732BFE3EC7D}"/>
                  </a:ext>
                </a:extLst>
              </p:cNvPr>
              <p:cNvSpPr/>
              <p:nvPr/>
            </p:nvSpPr>
            <p:spPr>
              <a:xfrm>
                <a:off x="2241001" y="2965830"/>
                <a:ext cx="31945" cy="31945"/>
              </a:xfrm>
              <a:custGeom>
                <a:avLst/>
                <a:gdLst>
                  <a:gd name="connsiteX0" fmla="*/ 0 w 31945"/>
                  <a:gd name="connsiteY0" fmla="*/ 31946 h 31945"/>
                  <a:gd name="connsiteX1" fmla="*/ 31946 w 31945"/>
                  <a:gd name="connsiteY1" fmla="*/ 0 h 31945"/>
                </a:gdLst>
                <a:ahLst/>
                <a:cxnLst>
                  <a:cxn ang="0">
                    <a:pos x="connsiteX0" y="connsiteY0"/>
                  </a:cxn>
                  <a:cxn ang="0">
                    <a:pos x="connsiteX1" y="connsiteY1"/>
                  </a:cxn>
                </a:cxnLst>
                <a:rect l="l" t="t" r="r" b="b"/>
                <a:pathLst>
                  <a:path w="31945" h="31945">
                    <a:moveTo>
                      <a:pt x="0" y="31946"/>
                    </a:moveTo>
                    <a:lnTo>
                      <a:pt x="31946" y="0"/>
                    </a:lnTo>
                  </a:path>
                </a:pathLst>
              </a:custGeom>
              <a:ln w="8472" cap="flat">
                <a:solidFill>
                  <a:srgbClr val="17A3A3"/>
                </a:solidFill>
                <a:prstDash val="solid"/>
                <a:miter/>
              </a:ln>
            </p:spPr>
            <p:txBody>
              <a:bodyPr rtlCol="1" anchor="ctr"/>
              <a:lstStyle/>
              <a:p>
                <a:endParaRPr lang="ar-SA"/>
              </a:p>
            </p:txBody>
          </p:sp>
          <p:sp>
            <p:nvSpPr>
              <p:cNvPr id="8371" name="شكل حر: شكل 9315">
                <a:extLst>
                  <a:ext uri="{FF2B5EF4-FFF2-40B4-BE49-F238E27FC236}">
                    <a16:creationId xmlns:a16="http://schemas.microsoft.com/office/drawing/2014/main" id="{C9653311-5544-58FE-06A9-2850CC0A5D6D}"/>
                  </a:ext>
                </a:extLst>
              </p:cNvPr>
              <p:cNvSpPr/>
              <p:nvPr/>
            </p:nvSpPr>
            <p:spPr>
              <a:xfrm>
                <a:off x="2205158" y="2929959"/>
                <a:ext cx="31917" cy="31945"/>
              </a:xfrm>
              <a:custGeom>
                <a:avLst/>
                <a:gdLst>
                  <a:gd name="connsiteX0" fmla="*/ 31917 w 31917"/>
                  <a:gd name="connsiteY0" fmla="*/ 0 h 31945"/>
                  <a:gd name="connsiteX1" fmla="*/ 0 w 31917"/>
                  <a:gd name="connsiteY1" fmla="*/ 31946 h 31945"/>
                </a:gdLst>
                <a:ahLst/>
                <a:cxnLst>
                  <a:cxn ang="0">
                    <a:pos x="connsiteX0" y="connsiteY0"/>
                  </a:cxn>
                  <a:cxn ang="0">
                    <a:pos x="connsiteX1" y="connsiteY1"/>
                  </a:cxn>
                </a:cxnLst>
                <a:rect l="l" t="t" r="r" b="b"/>
                <a:pathLst>
                  <a:path w="31917" h="31945">
                    <a:moveTo>
                      <a:pt x="31917" y="0"/>
                    </a:moveTo>
                    <a:lnTo>
                      <a:pt x="0" y="31946"/>
                    </a:lnTo>
                  </a:path>
                </a:pathLst>
              </a:custGeom>
              <a:ln w="8472" cap="flat">
                <a:solidFill>
                  <a:srgbClr val="17A3A3"/>
                </a:solidFill>
                <a:prstDash val="solid"/>
                <a:miter/>
              </a:ln>
            </p:spPr>
            <p:txBody>
              <a:bodyPr rtlCol="1" anchor="ctr"/>
              <a:lstStyle/>
              <a:p>
                <a:endParaRPr lang="ar-SA"/>
              </a:p>
            </p:txBody>
          </p:sp>
        </p:grpSp>
      </p:grpSp>
      <p:sp>
        <p:nvSpPr>
          <p:cNvPr id="8372" name="شكل حر: شكل 9316">
            <a:extLst>
              <a:ext uri="{FF2B5EF4-FFF2-40B4-BE49-F238E27FC236}">
                <a16:creationId xmlns:a16="http://schemas.microsoft.com/office/drawing/2014/main" id="{C4D0A325-8FEE-5E48-1742-8D9E9E5ACFBC}"/>
              </a:ext>
            </a:extLst>
          </p:cNvPr>
          <p:cNvSpPr/>
          <p:nvPr/>
        </p:nvSpPr>
        <p:spPr>
          <a:xfrm>
            <a:off x="1976788" y="4063492"/>
            <a:ext cx="269154" cy="268601"/>
          </a:xfrm>
          <a:custGeom>
            <a:avLst/>
            <a:gdLst>
              <a:gd name="connsiteX0" fmla="*/ 0 w 321720"/>
              <a:gd name="connsiteY0" fmla="*/ 200542 h 340781"/>
              <a:gd name="connsiteX1" fmla="*/ 175263 w 321720"/>
              <a:gd name="connsiteY1" fmla="*/ 25279 h 340781"/>
              <a:gd name="connsiteX2" fmla="*/ 235934 w 321720"/>
              <a:gd name="connsiteY2" fmla="*/ 141 h 340781"/>
              <a:gd name="connsiteX3" fmla="*/ 296549 w 321720"/>
              <a:gd name="connsiteY3" fmla="*/ 146480 h 340781"/>
              <a:gd name="connsiteX4" fmla="*/ 121258 w 321720"/>
              <a:gd name="connsiteY4" fmla="*/ 321744 h 340781"/>
              <a:gd name="connsiteX5" fmla="*/ 75274 w 321720"/>
              <a:gd name="connsiteY5" fmla="*/ 340781 h 340781"/>
              <a:gd name="connsiteX6" fmla="*/ 29291 w 321720"/>
              <a:gd name="connsiteY6" fmla="*/ 321744 h 340781"/>
              <a:gd name="connsiteX7" fmla="*/ 10168 w 321720"/>
              <a:gd name="connsiteY7" fmla="*/ 275760 h 340781"/>
              <a:gd name="connsiteX8" fmla="*/ 29291 w 321720"/>
              <a:gd name="connsiteY8" fmla="*/ 229692 h 340781"/>
              <a:gd name="connsiteX9" fmla="*/ 189866 w 321720"/>
              <a:gd name="connsiteY9" fmla="*/ 69060 h 340781"/>
              <a:gd name="connsiteX10" fmla="*/ 256893 w 321720"/>
              <a:gd name="connsiteY10" fmla="*/ 96769 h 340781"/>
              <a:gd name="connsiteX11" fmla="*/ 245425 w 321720"/>
              <a:gd name="connsiteY11" fmla="*/ 124562 h 340781"/>
              <a:gd name="connsiteX12" fmla="*/ 128602 w 321720"/>
              <a:gd name="connsiteY12" fmla="*/ 241470 h 340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1720" h="340781">
                <a:moveTo>
                  <a:pt x="0" y="200542"/>
                </a:moveTo>
                <a:lnTo>
                  <a:pt x="175263" y="25279"/>
                </a:lnTo>
                <a:cubicBezTo>
                  <a:pt x="203904" y="-3418"/>
                  <a:pt x="240086" y="141"/>
                  <a:pt x="235934" y="141"/>
                </a:cubicBezTo>
                <a:cubicBezTo>
                  <a:pt x="311548" y="141"/>
                  <a:pt x="350668" y="92362"/>
                  <a:pt x="296549" y="146480"/>
                </a:cubicBezTo>
                <a:lnTo>
                  <a:pt x="121258" y="321744"/>
                </a:lnTo>
                <a:cubicBezTo>
                  <a:pt x="108971" y="334030"/>
                  <a:pt x="92645" y="340781"/>
                  <a:pt x="75274" y="340781"/>
                </a:cubicBezTo>
                <a:cubicBezTo>
                  <a:pt x="57903" y="340781"/>
                  <a:pt x="41549" y="334030"/>
                  <a:pt x="29291" y="321744"/>
                </a:cubicBezTo>
                <a:cubicBezTo>
                  <a:pt x="16976" y="309485"/>
                  <a:pt x="10168" y="293131"/>
                  <a:pt x="10168" y="275760"/>
                </a:cubicBezTo>
                <a:cubicBezTo>
                  <a:pt x="10168" y="258389"/>
                  <a:pt x="16947" y="242007"/>
                  <a:pt x="29291" y="229692"/>
                </a:cubicBezTo>
                <a:lnTo>
                  <a:pt x="189866" y="69060"/>
                </a:lnTo>
                <a:cubicBezTo>
                  <a:pt x="214553" y="44373"/>
                  <a:pt x="256864" y="62111"/>
                  <a:pt x="256893" y="96769"/>
                </a:cubicBezTo>
                <a:cubicBezTo>
                  <a:pt x="256893" y="107304"/>
                  <a:pt x="252825" y="117133"/>
                  <a:pt x="245425" y="124562"/>
                </a:cubicBezTo>
                <a:lnTo>
                  <a:pt x="128602" y="241470"/>
                </a:lnTo>
              </a:path>
            </a:pathLst>
          </a:custGeom>
          <a:noFill/>
          <a:ln w="8472" cap="flat">
            <a:solidFill>
              <a:srgbClr val="01355A"/>
            </a:solidFill>
            <a:prstDash val="solid"/>
            <a:miter/>
          </a:ln>
        </p:spPr>
        <p:txBody>
          <a:bodyPr rtlCol="1" anchor="ctr"/>
          <a:lstStyle/>
          <a:p>
            <a:endParaRPr lang="ar-SA"/>
          </a:p>
        </p:txBody>
      </p:sp>
      <p:grpSp>
        <p:nvGrpSpPr>
          <p:cNvPr id="8373" name="رسم 8014">
            <a:extLst>
              <a:ext uri="{FF2B5EF4-FFF2-40B4-BE49-F238E27FC236}">
                <a16:creationId xmlns:a16="http://schemas.microsoft.com/office/drawing/2014/main" id="{F4032334-CEFC-A596-AC06-0D06A653E0AA}"/>
              </a:ext>
            </a:extLst>
          </p:cNvPr>
          <p:cNvGrpSpPr/>
          <p:nvPr/>
        </p:nvGrpSpPr>
        <p:grpSpPr>
          <a:xfrm>
            <a:off x="1970833" y="4896233"/>
            <a:ext cx="273900" cy="262145"/>
            <a:chOff x="1437164" y="4396604"/>
            <a:chExt cx="327393" cy="332590"/>
          </a:xfrm>
          <a:noFill/>
        </p:grpSpPr>
        <p:sp>
          <p:nvSpPr>
            <p:cNvPr id="8374" name="شكل حر: شكل 9318">
              <a:extLst>
                <a:ext uri="{FF2B5EF4-FFF2-40B4-BE49-F238E27FC236}">
                  <a16:creationId xmlns:a16="http://schemas.microsoft.com/office/drawing/2014/main" id="{0DDCC281-4A31-52A3-D6E6-41851C660AEF}"/>
                </a:ext>
              </a:extLst>
            </p:cNvPr>
            <p:cNvSpPr/>
            <p:nvPr/>
          </p:nvSpPr>
          <p:spPr>
            <a:xfrm>
              <a:off x="1437164" y="4529867"/>
              <a:ext cx="141086" cy="199328"/>
            </a:xfrm>
            <a:custGeom>
              <a:avLst/>
              <a:gdLst>
                <a:gd name="connsiteX0" fmla="*/ 122444 w 141086"/>
                <a:gd name="connsiteY0" fmla="*/ 159163 h 199328"/>
                <a:gd name="connsiteX1" fmla="*/ 85443 w 141086"/>
                <a:gd name="connsiteY1" fmla="*/ 159163 h 199328"/>
                <a:gd name="connsiteX2" fmla="*/ 85132 w 141086"/>
                <a:gd name="connsiteY2" fmla="*/ 148486 h 199328"/>
                <a:gd name="connsiteX3" fmla="*/ 85160 w 141086"/>
                <a:gd name="connsiteY3" fmla="*/ 146538 h 199328"/>
                <a:gd name="connsiteX4" fmla="*/ 86572 w 141086"/>
                <a:gd name="connsiteY4" fmla="*/ 146538 h 199328"/>
                <a:gd name="connsiteX5" fmla="*/ 97588 w 141086"/>
                <a:gd name="connsiteY5" fmla="*/ 135493 h 199328"/>
                <a:gd name="connsiteX6" fmla="*/ 86714 w 141086"/>
                <a:gd name="connsiteY6" fmla="*/ 124478 h 199328"/>
                <a:gd name="connsiteX7" fmla="*/ 93125 w 141086"/>
                <a:gd name="connsiteY7" fmla="*/ 93436 h 199328"/>
                <a:gd name="connsiteX8" fmla="*/ 100045 w 141086"/>
                <a:gd name="connsiteY8" fmla="*/ 72365 h 199328"/>
                <a:gd name="connsiteX9" fmla="*/ 104565 w 141086"/>
                <a:gd name="connsiteY9" fmla="*/ 61773 h 199328"/>
                <a:gd name="connsiteX10" fmla="*/ 109536 w 141086"/>
                <a:gd name="connsiteY10" fmla="*/ 48243 h 199328"/>
                <a:gd name="connsiteX11" fmla="*/ 106288 w 141086"/>
                <a:gd name="connsiteY11" fmla="*/ 21975 h 199328"/>
                <a:gd name="connsiteX12" fmla="*/ 70557 w 141086"/>
                <a:gd name="connsiteY12" fmla="*/ 0 h 199328"/>
                <a:gd name="connsiteX13" fmla="*/ 34827 w 141086"/>
                <a:gd name="connsiteY13" fmla="*/ 21975 h 199328"/>
                <a:gd name="connsiteX14" fmla="*/ 31578 w 141086"/>
                <a:gd name="connsiteY14" fmla="*/ 48243 h 199328"/>
                <a:gd name="connsiteX15" fmla="*/ 36550 w 141086"/>
                <a:gd name="connsiteY15" fmla="*/ 61773 h 199328"/>
                <a:gd name="connsiteX16" fmla="*/ 41069 w 141086"/>
                <a:gd name="connsiteY16" fmla="*/ 72365 h 199328"/>
                <a:gd name="connsiteX17" fmla="*/ 47989 w 141086"/>
                <a:gd name="connsiteY17" fmla="*/ 93436 h 199328"/>
                <a:gd name="connsiteX18" fmla="*/ 54401 w 141086"/>
                <a:gd name="connsiteY18" fmla="*/ 124478 h 199328"/>
                <a:gd name="connsiteX19" fmla="*/ 43526 w 141086"/>
                <a:gd name="connsiteY19" fmla="*/ 135493 h 199328"/>
                <a:gd name="connsiteX20" fmla="*/ 54542 w 141086"/>
                <a:gd name="connsiteY20" fmla="*/ 146538 h 199328"/>
                <a:gd name="connsiteX21" fmla="*/ 55954 w 141086"/>
                <a:gd name="connsiteY21" fmla="*/ 146538 h 199328"/>
                <a:gd name="connsiteX22" fmla="*/ 55983 w 141086"/>
                <a:gd name="connsiteY22" fmla="*/ 148486 h 199328"/>
                <a:gd name="connsiteX23" fmla="*/ 55672 w 141086"/>
                <a:gd name="connsiteY23" fmla="*/ 159163 h 199328"/>
                <a:gd name="connsiteX24" fmla="*/ 18670 w 141086"/>
                <a:gd name="connsiteY24" fmla="*/ 159163 h 199328"/>
                <a:gd name="connsiteX25" fmla="*/ 0 w 141086"/>
                <a:gd name="connsiteY25" fmla="*/ 177833 h 199328"/>
                <a:gd name="connsiteX26" fmla="*/ 0 w 141086"/>
                <a:gd name="connsiteY26" fmla="*/ 199328 h 199328"/>
                <a:gd name="connsiteX27" fmla="*/ 141086 w 141086"/>
                <a:gd name="connsiteY27" fmla="*/ 199328 h 199328"/>
                <a:gd name="connsiteX28" fmla="*/ 141086 w 141086"/>
                <a:gd name="connsiteY28" fmla="*/ 177833 h 199328"/>
                <a:gd name="connsiteX29" fmla="*/ 122416 w 141086"/>
                <a:gd name="connsiteY29" fmla="*/ 159163 h 199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41086" h="199328">
                  <a:moveTo>
                    <a:pt x="122444" y="159163"/>
                  </a:moveTo>
                  <a:lnTo>
                    <a:pt x="85443" y="159163"/>
                  </a:lnTo>
                  <a:cubicBezTo>
                    <a:pt x="85358" y="156649"/>
                    <a:pt x="85132" y="149108"/>
                    <a:pt x="85132" y="148486"/>
                  </a:cubicBezTo>
                  <a:cubicBezTo>
                    <a:pt x="85132" y="147837"/>
                    <a:pt x="85132" y="147187"/>
                    <a:pt x="85160" y="146538"/>
                  </a:cubicBezTo>
                  <a:lnTo>
                    <a:pt x="86572" y="146538"/>
                  </a:lnTo>
                  <a:cubicBezTo>
                    <a:pt x="92673" y="146538"/>
                    <a:pt x="97588" y="141595"/>
                    <a:pt x="97588" y="135493"/>
                  </a:cubicBezTo>
                  <a:cubicBezTo>
                    <a:pt x="97588" y="129393"/>
                    <a:pt x="92730" y="124562"/>
                    <a:pt x="86714" y="124478"/>
                  </a:cubicBezTo>
                  <a:cubicBezTo>
                    <a:pt x="88098" y="113999"/>
                    <a:pt x="90301" y="103605"/>
                    <a:pt x="93125" y="93436"/>
                  </a:cubicBezTo>
                  <a:cubicBezTo>
                    <a:pt x="95131" y="86318"/>
                    <a:pt x="97419" y="79285"/>
                    <a:pt x="100045" y="72365"/>
                  </a:cubicBezTo>
                  <a:cubicBezTo>
                    <a:pt x="101429" y="68693"/>
                    <a:pt x="102870" y="65332"/>
                    <a:pt x="104565" y="61773"/>
                  </a:cubicBezTo>
                  <a:cubicBezTo>
                    <a:pt x="106655" y="57451"/>
                    <a:pt x="108434" y="52960"/>
                    <a:pt x="109536" y="48243"/>
                  </a:cubicBezTo>
                  <a:cubicBezTo>
                    <a:pt x="111570" y="39402"/>
                    <a:pt x="110383" y="30053"/>
                    <a:pt x="106288" y="21975"/>
                  </a:cubicBezTo>
                  <a:cubicBezTo>
                    <a:pt x="99537" y="8643"/>
                    <a:pt x="85499" y="0"/>
                    <a:pt x="70557" y="0"/>
                  </a:cubicBezTo>
                  <a:cubicBezTo>
                    <a:pt x="55615" y="0"/>
                    <a:pt x="41577" y="8615"/>
                    <a:pt x="34827" y="21975"/>
                  </a:cubicBezTo>
                  <a:cubicBezTo>
                    <a:pt x="30731" y="30053"/>
                    <a:pt x="29545" y="39402"/>
                    <a:pt x="31578" y="48243"/>
                  </a:cubicBezTo>
                  <a:cubicBezTo>
                    <a:pt x="32652" y="52932"/>
                    <a:pt x="34459" y="57423"/>
                    <a:pt x="36550" y="61773"/>
                  </a:cubicBezTo>
                  <a:cubicBezTo>
                    <a:pt x="38244" y="65332"/>
                    <a:pt x="39713" y="68693"/>
                    <a:pt x="41069" y="72365"/>
                  </a:cubicBezTo>
                  <a:cubicBezTo>
                    <a:pt x="43668" y="79285"/>
                    <a:pt x="45984" y="86318"/>
                    <a:pt x="47989" y="93436"/>
                  </a:cubicBezTo>
                  <a:cubicBezTo>
                    <a:pt x="50842" y="103605"/>
                    <a:pt x="53045" y="113970"/>
                    <a:pt x="54401" y="124478"/>
                  </a:cubicBezTo>
                  <a:cubicBezTo>
                    <a:pt x="48385" y="124562"/>
                    <a:pt x="43526" y="129449"/>
                    <a:pt x="43526" y="135493"/>
                  </a:cubicBezTo>
                  <a:cubicBezTo>
                    <a:pt x="43526" y="141538"/>
                    <a:pt x="48469" y="146538"/>
                    <a:pt x="54542" y="146538"/>
                  </a:cubicBezTo>
                  <a:lnTo>
                    <a:pt x="55954" y="146538"/>
                  </a:lnTo>
                  <a:cubicBezTo>
                    <a:pt x="55954" y="147187"/>
                    <a:pt x="55983" y="147837"/>
                    <a:pt x="55983" y="148486"/>
                  </a:cubicBezTo>
                  <a:cubicBezTo>
                    <a:pt x="55983" y="149136"/>
                    <a:pt x="55757" y="156649"/>
                    <a:pt x="55672" y="159163"/>
                  </a:cubicBezTo>
                  <a:lnTo>
                    <a:pt x="18670" y="159163"/>
                  </a:lnTo>
                  <a:cubicBezTo>
                    <a:pt x="8361" y="159163"/>
                    <a:pt x="0" y="167524"/>
                    <a:pt x="0" y="177833"/>
                  </a:cubicBezTo>
                  <a:lnTo>
                    <a:pt x="0" y="199328"/>
                  </a:lnTo>
                  <a:lnTo>
                    <a:pt x="141086" y="199328"/>
                  </a:lnTo>
                  <a:lnTo>
                    <a:pt x="141086" y="177833"/>
                  </a:lnTo>
                  <a:cubicBezTo>
                    <a:pt x="141086" y="167524"/>
                    <a:pt x="132725" y="159163"/>
                    <a:pt x="122416" y="159163"/>
                  </a:cubicBezTo>
                  <a:close/>
                </a:path>
              </a:pathLst>
            </a:custGeom>
            <a:noFill/>
            <a:ln w="8472" cap="flat">
              <a:solidFill>
                <a:srgbClr val="17A3A3"/>
              </a:solidFill>
              <a:prstDash val="solid"/>
              <a:miter/>
            </a:ln>
          </p:spPr>
          <p:txBody>
            <a:bodyPr rtlCol="1" anchor="ctr"/>
            <a:lstStyle/>
            <a:p>
              <a:endParaRPr lang="ar-SA"/>
            </a:p>
          </p:txBody>
        </p:sp>
        <p:grpSp>
          <p:nvGrpSpPr>
            <p:cNvPr id="8375" name="رسم 8014">
              <a:extLst>
                <a:ext uri="{FF2B5EF4-FFF2-40B4-BE49-F238E27FC236}">
                  <a16:creationId xmlns:a16="http://schemas.microsoft.com/office/drawing/2014/main" id="{CFEB29D4-9B76-DD71-463A-A3DD86DCE5F2}"/>
                </a:ext>
              </a:extLst>
            </p:cNvPr>
            <p:cNvGrpSpPr/>
            <p:nvPr/>
          </p:nvGrpSpPr>
          <p:grpSpPr>
            <a:xfrm>
              <a:off x="1590650" y="4487837"/>
              <a:ext cx="43272" cy="110891"/>
              <a:chOff x="1590650" y="4487837"/>
              <a:chExt cx="43272" cy="110891"/>
            </a:xfrm>
            <a:noFill/>
          </p:grpSpPr>
          <p:sp>
            <p:nvSpPr>
              <p:cNvPr id="8380" name="شكل حر: شكل 9320">
                <a:extLst>
                  <a:ext uri="{FF2B5EF4-FFF2-40B4-BE49-F238E27FC236}">
                    <a16:creationId xmlns:a16="http://schemas.microsoft.com/office/drawing/2014/main" id="{1E146F9A-D706-3D66-BC50-B19FAD863790}"/>
                  </a:ext>
                </a:extLst>
              </p:cNvPr>
              <p:cNvSpPr/>
              <p:nvPr/>
            </p:nvSpPr>
            <p:spPr>
              <a:xfrm>
                <a:off x="1590650" y="4499955"/>
                <a:ext cx="43272" cy="86544"/>
              </a:xfrm>
              <a:custGeom>
                <a:avLst/>
                <a:gdLst>
                  <a:gd name="connsiteX0" fmla="*/ 0 w 43272"/>
                  <a:gd name="connsiteY0" fmla="*/ 64908 h 86544"/>
                  <a:gd name="connsiteX1" fmla="*/ 21636 w 43272"/>
                  <a:gd name="connsiteY1" fmla="*/ 86544 h 86544"/>
                  <a:gd name="connsiteX2" fmla="*/ 43272 w 43272"/>
                  <a:gd name="connsiteY2" fmla="*/ 64908 h 86544"/>
                  <a:gd name="connsiteX3" fmla="*/ 21636 w 43272"/>
                  <a:gd name="connsiteY3" fmla="*/ 43272 h 86544"/>
                  <a:gd name="connsiteX4" fmla="*/ 0 w 43272"/>
                  <a:gd name="connsiteY4" fmla="*/ 21636 h 86544"/>
                  <a:gd name="connsiteX5" fmla="*/ 21636 w 43272"/>
                  <a:gd name="connsiteY5" fmla="*/ 0 h 86544"/>
                  <a:gd name="connsiteX6" fmla="*/ 43272 w 43272"/>
                  <a:gd name="connsiteY6" fmla="*/ 21636 h 86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272" h="86544">
                    <a:moveTo>
                      <a:pt x="0" y="64908"/>
                    </a:moveTo>
                    <a:cubicBezTo>
                      <a:pt x="0" y="76856"/>
                      <a:pt x="9688" y="86544"/>
                      <a:pt x="21636" y="86544"/>
                    </a:cubicBezTo>
                    <a:cubicBezTo>
                      <a:pt x="33584" y="86544"/>
                      <a:pt x="43272" y="76856"/>
                      <a:pt x="43272" y="64908"/>
                    </a:cubicBezTo>
                    <a:cubicBezTo>
                      <a:pt x="43272" y="52960"/>
                      <a:pt x="34403" y="47424"/>
                      <a:pt x="21636" y="43272"/>
                    </a:cubicBezTo>
                    <a:cubicBezTo>
                      <a:pt x="10281" y="39572"/>
                      <a:pt x="0" y="33584"/>
                      <a:pt x="0" y="21636"/>
                    </a:cubicBezTo>
                    <a:cubicBezTo>
                      <a:pt x="0" y="9688"/>
                      <a:pt x="9688" y="0"/>
                      <a:pt x="21636" y="0"/>
                    </a:cubicBezTo>
                    <a:cubicBezTo>
                      <a:pt x="33584" y="0"/>
                      <a:pt x="43272" y="9688"/>
                      <a:pt x="43272" y="21636"/>
                    </a:cubicBezTo>
                  </a:path>
                </a:pathLst>
              </a:custGeom>
              <a:noFill/>
              <a:ln w="8472" cap="flat">
                <a:solidFill>
                  <a:srgbClr val="01355A"/>
                </a:solidFill>
                <a:prstDash val="solid"/>
                <a:miter/>
              </a:ln>
            </p:spPr>
            <p:txBody>
              <a:bodyPr rtlCol="1" anchor="ctr"/>
              <a:lstStyle/>
              <a:p>
                <a:endParaRPr lang="ar-SA"/>
              </a:p>
            </p:txBody>
          </p:sp>
          <p:sp>
            <p:nvSpPr>
              <p:cNvPr id="8381" name="شكل حر: شكل 9321">
                <a:extLst>
                  <a:ext uri="{FF2B5EF4-FFF2-40B4-BE49-F238E27FC236}">
                    <a16:creationId xmlns:a16="http://schemas.microsoft.com/office/drawing/2014/main" id="{B7D29B1D-4546-E772-D0CF-C4D4BA9D0350}"/>
                  </a:ext>
                </a:extLst>
              </p:cNvPr>
              <p:cNvSpPr/>
              <p:nvPr/>
            </p:nvSpPr>
            <p:spPr>
              <a:xfrm>
                <a:off x="1612314" y="4487837"/>
                <a:ext cx="2824" cy="12230"/>
              </a:xfrm>
              <a:custGeom>
                <a:avLst/>
                <a:gdLst>
                  <a:gd name="connsiteX0" fmla="*/ 0 w 2824"/>
                  <a:gd name="connsiteY0" fmla="*/ 0 h 12230"/>
                  <a:gd name="connsiteX1" fmla="*/ 0 w 2824"/>
                  <a:gd name="connsiteY1" fmla="*/ 12230 h 12230"/>
                </a:gdLst>
                <a:ahLst/>
                <a:cxnLst>
                  <a:cxn ang="0">
                    <a:pos x="connsiteX0" y="connsiteY0"/>
                  </a:cxn>
                  <a:cxn ang="0">
                    <a:pos x="connsiteX1" y="connsiteY1"/>
                  </a:cxn>
                </a:cxnLst>
                <a:rect l="l" t="t" r="r" b="b"/>
                <a:pathLst>
                  <a:path w="2824" h="12230">
                    <a:moveTo>
                      <a:pt x="0" y="0"/>
                    </a:moveTo>
                    <a:lnTo>
                      <a:pt x="0" y="12230"/>
                    </a:lnTo>
                  </a:path>
                </a:pathLst>
              </a:custGeom>
              <a:ln w="8472" cap="flat">
                <a:solidFill>
                  <a:srgbClr val="01355A"/>
                </a:solidFill>
                <a:prstDash val="solid"/>
                <a:miter/>
              </a:ln>
            </p:spPr>
            <p:txBody>
              <a:bodyPr rtlCol="1" anchor="ctr"/>
              <a:lstStyle/>
              <a:p>
                <a:endParaRPr lang="ar-SA"/>
              </a:p>
            </p:txBody>
          </p:sp>
          <p:sp>
            <p:nvSpPr>
              <p:cNvPr id="8382" name="شكل حر: شكل 9322">
                <a:extLst>
                  <a:ext uri="{FF2B5EF4-FFF2-40B4-BE49-F238E27FC236}">
                    <a16:creationId xmlns:a16="http://schemas.microsoft.com/office/drawing/2014/main" id="{21658799-5653-C557-01E0-46F82CCA74ED}"/>
                  </a:ext>
                </a:extLst>
              </p:cNvPr>
              <p:cNvSpPr/>
              <p:nvPr/>
            </p:nvSpPr>
            <p:spPr>
              <a:xfrm>
                <a:off x="1612314" y="4586499"/>
                <a:ext cx="2824" cy="12230"/>
              </a:xfrm>
              <a:custGeom>
                <a:avLst/>
                <a:gdLst>
                  <a:gd name="connsiteX0" fmla="*/ 0 w 2824"/>
                  <a:gd name="connsiteY0" fmla="*/ 0 h 12230"/>
                  <a:gd name="connsiteX1" fmla="*/ 0 w 2824"/>
                  <a:gd name="connsiteY1" fmla="*/ 12230 h 12230"/>
                </a:gdLst>
                <a:ahLst/>
                <a:cxnLst>
                  <a:cxn ang="0">
                    <a:pos x="connsiteX0" y="connsiteY0"/>
                  </a:cxn>
                  <a:cxn ang="0">
                    <a:pos x="connsiteX1" y="connsiteY1"/>
                  </a:cxn>
                </a:cxnLst>
                <a:rect l="l" t="t" r="r" b="b"/>
                <a:pathLst>
                  <a:path w="2824" h="12230">
                    <a:moveTo>
                      <a:pt x="0" y="0"/>
                    </a:moveTo>
                    <a:lnTo>
                      <a:pt x="0" y="12230"/>
                    </a:lnTo>
                  </a:path>
                </a:pathLst>
              </a:custGeom>
              <a:ln w="8472" cap="flat">
                <a:solidFill>
                  <a:srgbClr val="01355A"/>
                </a:solidFill>
                <a:prstDash val="solid"/>
                <a:miter/>
              </a:ln>
            </p:spPr>
            <p:txBody>
              <a:bodyPr rtlCol="1" anchor="ctr"/>
              <a:lstStyle/>
              <a:p>
                <a:endParaRPr lang="ar-SA"/>
              </a:p>
            </p:txBody>
          </p:sp>
        </p:grpSp>
        <p:sp>
          <p:nvSpPr>
            <p:cNvPr id="8376" name="شكل حر: شكل 9323">
              <a:extLst>
                <a:ext uri="{FF2B5EF4-FFF2-40B4-BE49-F238E27FC236}">
                  <a16:creationId xmlns:a16="http://schemas.microsoft.com/office/drawing/2014/main" id="{B17682AD-60EA-CEA3-B164-6D6A3CC2CE2E}"/>
                </a:ext>
              </a:extLst>
            </p:cNvPr>
            <p:cNvSpPr/>
            <p:nvPr/>
          </p:nvSpPr>
          <p:spPr>
            <a:xfrm>
              <a:off x="1569127" y="4396604"/>
              <a:ext cx="83889" cy="48893"/>
            </a:xfrm>
            <a:custGeom>
              <a:avLst/>
              <a:gdLst>
                <a:gd name="connsiteX0" fmla="*/ 78212 w 83889"/>
                <a:gd name="connsiteY0" fmla="*/ 0 h 48893"/>
                <a:gd name="connsiteX1" fmla="*/ 5706 w 83889"/>
                <a:gd name="connsiteY1" fmla="*/ 0 h 48893"/>
                <a:gd name="connsiteX2" fmla="*/ 0 w 83889"/>
                <a:gd name="connsiteY2" fmla="*/ 5706 h 48893"/>
                <a:gd name="connsiteX3" fmla="*/ 0 w 83889"/>
                <a:gd name="connsiteY3" fmla="*/ 36832 h 48893"/>
                <a:gd name="connsiteX4" fmla="*/ 12061 w 83889"/>
                <a:gd name="connsiteY4" fmla="*/ 48893 h 48893"/>
                <a:gd name="connsiteX5" fmla="*/ 12230 w 83889"/>
                <a:gd name="connsiteY5" fmla="*/ 48893 h 48893"/>
                <a:gd name="connsiteX6" fmla="*/ 23500 w 83889"/>
                <a:gd name="connsiteY6" fmla="*/ 41097 h 48893"/>
                <a:gd name="connsiteX7" fmla="*/ 41945 w 83889"/>
                <a:gd name="connsiteY7" fmla="*/ 28867 h 48893"/>
                <a:gd name="connsiteX8" fmla="*/ 60389 w 83889"/>
                <a:gd name="connsiteY8" fmla="*/ 41097 h 48893"/>
                <a:gd name="connsiteX9" fmla="*/ 71659 w 83889"/>
                <a:gd name="connsiteY9" fmla="*/ 48893 h 48893"/>
                <a:gd name="connsiteX10" fmla="*/ 71828 w 83889"/>
                <a:gd name="connsiteY10" fmla="*/ 48893 h 48893"/>
                <a:gd name="connsiteX11" fmla="*/ 83889 w 83889"/>
                <a:gd name="connsiteY11" fmla="*/ 36832 h 48893"/>
                <a:gd name="connsiteX12" fmla="*/ 83889 w 83889"/>
                <a:gd name="connsiteY12" fmla="*/ 5706 h 48893"/>
                <a:gd name="connsiteX13" fmla="*/ 78183 w 83889"/>
                <a:gd name="connsiteY13" fmla="*/ 0 h 48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3889" h="48893">
                  <a:moveTo>
                    <a:pt x="78212" y="0"/>
                  </a:moveTo>
                  <a:lnTo>
                    <a:pt x="5706" y="0"/>
                  </a:lnTo>
                  <a:cubicBezTo>
                    <a:pt x="2542" y="0"/>
                    <a:pt x="0" y="2542"/>
                    <a:pt x="0" y="5706"/>
                  </a:cubicBezTo>
                  <a:lnTo>
                    <a:pt x="0" y="36832"/>
                  </a:lnTo>
                  <a:cubicBezTo>
                    <a:pt x="0" y="43498"/>
                    <a:pt x="5395" y="48893"/>
                    <a:pt x="12061" y="48893"/>
                  </a:cubicBezTo>
                  <a:lnTo>
                    <a:pt x="12230" y="48893"/>
                  </a:lnTo>
                  <a:cubicBezTo>
                    <a:pt x="17230" y="48893"/>
                    <a:pt x="21551" y="45701"/>
                    <a:pt x="23500" y="41097"/>
                  </a:cubicBezTo>
                  <a:cubicBezTo>
                    <a:pt x="26551" y="33923"/>
                    <a:pt x="33669" y="28867"/>
                    <a:pt x="41945" y="28867"/>
                  </a:cubicBezTo>
                  <a:cubicBezTo>
                    <a:pt x="50220" y="28867"/>
                    <a:pt x="57367" y="33923"/>
                    <a:pt x="60389" y="41097"/>
                  </a:cubicBezTo>
                  <a:cubicBezTo>
                    <a:pt x="62338" y="45701"/>
                    <a:pt x="66659" y="48893"/>
                    <a:pt x="71659" y="48893"/>
                  </a:cubicBezTo>
                  <a:lnTo>
                    <a:pt x="71828" y="48893"/>
                  </a:lnTo>
                  <a:cubicBezTo>
                    <a:pt x="78494" y="48893"/>
                    <a:pt x="83889" y="43498"/>
                    <a:pt x="83889" y="36832"/>
                  </a:cubicBezTo>
                  <a:lnTo>
                    <a:pt x="83889" y="5706"/>
                  </a:lnTo>
                  <a:cubicBezTo>
                    <a:pt x="83889" y="2542"/>
                    <a:pt x="81347" y="0"/>
                    <a:pt x="78183" y="0"/>
                  </a:cubicBezTo>
                  <a:close/>
                </a:path>
              </a:pathLst>
            </a:custGeom>
            <a:noFill/>
            <a:ln w="8472" cap="flat">
              <a:solidFill>
                <a:srgbClr val="01355A"/>
              </a:solidFill>
              <a:prstDash val="solid"/>
              <a:miter/>
            </a:ln>
          </p:spPr>
          <p:txBody>
            <a:bodyPr rtlCol="1" anchor="ctr"/>
            <a:lstStyle/>
            <a:p>
              <a:endParaRPr lang="ar-SA"/>
            </a:p>
          </p:txBody>
        </p:sp>
        <p:sp>
          <p:nvSpPr>
            <p:cNvPr id="8377" name="شكل حر: شكل 9324">
              <a:extLst>
                <a:ext uri="{FF2B5EF4-FFF2-40B4-BE49-F238E27FC236}">
                  <a16:creationId xmlns:a16="http://schemas.microsoft.com/office/drawing/2014/main" id="{C437A462-DCA5-AF6B-C86F-76E61355FB68}"/>
                </a:ext>
              </a:extLst>
            </p:cNvPr>
            <p:cNvSpPr/>
            <p:nvPr/>
          </p:nvSpPr>
          <p:spPr>
            <a:xfrm>
              <a:off x="1595197" y="4422025"/>
              <a:ext cx="169359" cy="307056"/>
            </a:xfrm>
            <a:custGeom>
              <a:avLst/>
              <a:gdLst>
                <a:gd name="connsiteX0" fmla="*/ 142837 w 169359"/>
                <a:gd name="connsiteY0" fmla="*/ 0 h 307056"/>
                <a:gd name="connsiteX1" fmla="*/ 169360 w 169359"/>
                <a:gd name="connsiteY1" fmla="*/ 0 h 307056"/>
                <a:gd name="connsiteX2" fmla="*/ 169360 w 169359"/>
                <a:gd name="connsiteY2" fmla="*/ 247035 h 307056"/>
                <a:gd name="connsiteX3" fmla="*/ 109338 w 169359"/>
                <a:gd name="connsiteY3" fmla="*/ 307057 h 307056"/>
                <a:gd name="connsiteX4" fmla="*/ 0 w 169359"/>
                <a:gd name="connsiteY4" fmla="*/ 307057 h 307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359" h="307056">
                  <a:moveTo>
                    <a:pt x="142837" y="0"/>
                  </a:moveTo>
                  <a:lnTo>
                    <a:pt x="169360" y="0"/>
                  </a:lnTo>
                  <a:lnTo>
                    <a:pt x="169360" y="247035"/>
                  </a:lnTo>
                  <a:cubicBezTo>
                    <a:pt x="169360" y="280167"/>
                    <a:pt x="142498" y="307057"/>
                    <a:pt x="109338" y="307057"/>
                  </a:cubicBezTo>
                  <a:lnTo>
                    <a:pt x="0" y="307057"/>
                  </a:lnTo>
                </a:path>
              </a:pathLst>
            </a:custGeom>
            <a:noFill/>
            <a:ln w="8472" cap="flat">
              <a:solidFill>
                <a:srgbClr val="01355A"/>
              </a:solidFill>
              <a:prstDash val="solid"/>
              <a:miter/>
            </a:ln>
          </p:spPr>
          <p:txBody>
            <a:bodyPr rtlCol="1" anchor="ctr"/>
            <a:lstStyle/>
            <a:p>
              <a:endParaRPr lang="ar-SA"/>
            </a:p>
          </p:txBody>
        </p:sp>
        <p:sp>
          <p:nvSpPr>
            <p:cNvPr id="8378" name="شكل حر: شكل 9325">
              <a:extLst>
                <a:ext uri="{FF2B5EF4-FFF2-40B4-BE49-F238E27FC236}">
                  <a16:creationId xmlns:a16="http://schemas.microsoft.com/office/drawing/2014/main" id="{EE8A5820-0CF1-4910-7DAA-F77ED479A2DC}"/>
                </a:ext>
              </a:extLst>
            </p:cNvPr>
            <p:cNvSpPr/>
            <p:nvPr/>
          </p:nvSpPr>
          <p:spPr>
            <a:xfrm>
              <a:off x="1595225" y="4396604"/>
              <a:ext cx="142809" cy="305926"/>
            </a:xfrm>
            <a:custGeom>
              <a:avLst/>
              <a:gdLst>
                <a:gd name="connsiteX0" fmla="*/ 0 w 142809"/>
                <a:gd name="connsiteY0" fmla="*/ 305927 h 305926"/>
                <a:gd name="connsiteX1" fmla="*/ 88634 w 142809"/>
                <a:gd name="connsiteY1" fmla="*/ 305927 h 305926"/>
                <a:gd name="connsiteX2" fmla="*/ 105271 w 142809"/>
                <a:gd name="connsiteY2" fmla="*/ 289290 h 305926"/>
                <a:gd name="connsiteX3" fmla="*/ 105271 w 142809"/>
                <a:gd name="connsiteY3" fmla="*/ 268389 h 305926"/>
                <a:gd name="connsiteX4" fmla="*/ 126173 w 142809"/>
                <a:gd name="connsiteY4" fmla="*/ 268389 h 305926"/>
                <a:gd name="connsiteX5" fmla="*/ 142809 w 142809"/>
                <a:gd name="connsiteY5" fmla="*/ 251752 h 305926"/>
                <a:gd name="connsiteX6" fmla="*/ 142809 w 142809"/>
                <a:gd name="connsiteY6" fmla="*/ 0 h 305926"/>
                <a:gd name="connsiteX7" fmla="*/ 77138 w 142809"/>
                <a:gd name="connsiteY7" fmla="*/ 0 h 305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809" h="305926">
                  <a:moveTo>
                    <a:pt x="0" y="305927"/>
                  </a:moveTo>
                  <a:lnTo>
                    <a:pt x="88634" y="305927"/>
                  </a:lnTo>
                  <a:cubicBezTo>
                    <a:pt x="97814" y="305927"/>
                    <a:pt x="105271" y="298470"/>
                    <a:pt x="105271" y="289290"/>
                  </a:cubicBezTo>
                  <a:lnTo>
                    <a:pt x="105271" y="268389"/>
                  </a:lnTo>
                  <a:lnTo>
                    <a:pt x="126173" y="268389"/>
                  </a:lnTo>
                  <a:cubicBezTo>
                    <a:pt x="135352" y="268389"/>
                    <a:pt x="142809" y="260932"/>
                    <a:pt x="142809" y="251752"/>
                  </a:cubicBezTo>
                  <a:lnTo>
                    <a:pt x="142809" y="0"/>
                  </a:lnTo>
                  <a:lnTo>
                    <a:pt x="77138" y="0"/>
                  </a:lnTo>
                </a:path>
              </a:pathLst>
            </a:custGeom>
            <a:noFill/>
            <a:ln w="8472" cap="flat">
              <a:solidFill>
                <a:srgbClr val="01355A"/>
              </a:solidFill>
              <a:prstDash val="solid"/>
              <a:miter/>
            </a:ln>
          </p:spPr>
          <p:txBody>
            <a:bodyPr rtlCol="1" anchor="ctr"/>
            <a:lstStyle/>
            <a:p>
              <a:endParaRPr lang="ar-SA"/>
            </a:p>
          </p:txBody>
        </p:sp>
        <p:sp>
          <p:nvSpPr>
            <p:cNvPr id="8379" name="شكل حر: شكل 9326">
              <a:extLst>
                <a:ext uri="{FF2B5EF4-FFF2-40B4-BE49-F238E27FC236}">
                  <a16:creationId xmlns:a16="http://schemas.microsoft.com/office/drawing/2014/main" id="{8B4617D6-1802-8D2F-BBAB-0454FF6797D0}"/>
                </a:ext>
              </a:extLst>
            </p:cNvPr>
            <p:cNvSpPr/>
            <p:nvPr/>
          </p:nvSpPr>
          <p:spPr>
            <a:xfrm>
              <a:off x="1484164" y="4396604"/>
              <a:ext cx="65670" cy="121540"/>
            </a:xfrm>
            <a:custGeom>
              <a:avLst/>
              <a:gdLst>
                <a:gd name="connsiteX0" fmla="*/ 65671 w 65670"/>
                <a:gd name="connsiteY0" fmla="*/ 0 h 121540"/>
                <a:gd name="connsiteX1" fmla="*/ 0 w 65670"/>
                <a:gd name="connsiteY1" fmla="*/ 0 h 121540"/>
                <a:gd name="connsiteX2" fmla="*/ 0 w 65670"/>
                <a:gd name="connsiteY2" fmla="*/ 121540 h 121540"/>
              </a:gdLst>
              <a:ahLst/>
              <a:cxnLst>
                <a:cxn ang="0">
                  <a:pos x="connsiteX0" y="connsiteY0"/>
                </a:cxn>
                <a:cxn ang="0">
                  <a:pos x="connsiteX1" y="connsiteY1"/>
                </a:cxn>
                <a:cxn ang="0">
                  <a:pos x="connsiteX2" y="connsiteY2"/>
                </a:cxn>
              </a:cxnLst>
              <a:rect l="l" t="t" r="r" b="b"/>
              <a:pathLst>
                <a:path w="65670" h="121540">
                  <a:moveTo>
                    <a:pt x="65671" y="0"/>
                  </a:moveTo>
                  <a:lnTo>
                    <a:pt x="0" y="0"/>
                  </a:lnTo>
                  <a:lnTo>
                    <a:pt x="0" y="121540"/>
                  </a:lnTo>
                </a:path>
              </a:pathLst>
            </a:custGeom>
            <a:noFill/>
            <a:ln w="8472" cap="flat">
              <a:solidFill>
                <a:srgbClr val="01355A"/>
              </a:solidFill>
              <a:prstDash val="solid"/>
              <a:miter/>
            </a:ln>
          </p:spPr>
          <p:txBody>
            <a:bodyPr rtlCol="1" anchor="ctr"/>
            <a:lstStyle/>
            <a:p>
              <a:endParaRPr lang="ar-SA"/>
            </a:p>
          </p:txBody>
        </p:sp>
      </p:grpSp>
      <p:grpSp>
        <p:nvGrpSpPr>
          <p:cNvPr id="8383" name="رسم 8014">
            <a:extLst>
              <a:ext uri="{FF2B5EF4-FFF2-40B4-BE49-F238E27FC236}">
                <a16:creationId xmlns:a16="http://schemas.microsoft.com/office/drawing/2014/main" id="{5B4200A8-49D1-D814-5FD4-3297AFCBE338}"/>
              </a:ext>
            </a:extLst>
          </p:cNvPr>
          <p:cNvGrpSpPr/>
          <p:nvPr/>
        </p:nvGrpSpPr>
        <p:grpSpPr>
          <a:xfrm>
            <a:off x="2825145" y="2824814"/>
            <a:ext cx="301275" cy="283839"/>
            <a:chOff x="2458324" y="1768539"/>
            <a:chExt cx="360114" cy="360114"/>
          </a:xfrm>
          <a:noFill/>
        </p:grpSpPr>
        <p:sp>
          <p:nvSpPr>
            <p:cNvPr id="8384" name="شكل حر: شكل 9328">
              <a:extLst>
                <a:ext uri="{FF2B5EF4-FFF2-40B4-BE49-F238E27FC236}">
                  <a16:creationId xmlns:a16="http://schemas.microsoft.com/office/drawing/2014/main" id="{F23CF01E-809D-7EC2-659D-8D3731E6DD2C}"/>
                </a:ext>
              </a:extLst>
            </p:cNvPr>
            <p:cNvSpPr/>
            <p:nvPr/>
          </p:nvSpPr>
          <p:spPr>
            <a:xfrm>
              <a:off x="2736229" y="1918149"/>
              <a:ext cx="82081" cy="184894"/>
            </a:xfrm>
            <a:custGeom>
              <a:avLst/>
              <a:gdLst>
                <a:gd name="connsiteX0" fmla="*/ 82081 w 82081"/>
                <a:gd name="connsiteY0" fmla="*/ 0 h 184894"/>
                <a:gd name="connsiteX1" fmla="*/ 82081 w 82081"/>
                <a:gd name="connsiteY1" fmla="*/ 184895 h 184894"/>
                <a:gd name="connsiteX2" fmla="*/ 0 w 82081"/>
                <a:gd name="connsiteY2" fmla="*/ 184895 h 184894"/>
              </a:gdLst>
              <a:ahLst/>
              <a:cxnLst>
                <a:cxn ang="0">
                  <a:pos x="connsiteX0" y="connsiteY0"/>
                </a:cxn>
                <a:cxn ang="0">
                  <a:pos x="connsiteX1" y="connsiteY1"/>
                </a:cxn>
                <a:cxn ang="0">
                  <a:pos x="connsiteX2" y="connsiteY2"/>
                </a:cxn>
              </a:cxnLst>
              <a:rect l="l" t="t" r="r" b="b"/>
              <a:pathLst>
                <a:path w="82081" h="184894">
                  <a:moveTo>
                    <a:pt x="82081" y="0"/>
                  </a:moveTo>
                  <a:lnTo>
                    <a:pt x="82081" y="184895"/>
                  </a:lnTo>
                  <a:lnTo>
                    <a:pt x="0" y="184895"/>
                  </a:lnTo>
                </a:path>
              </a:pathLst>
            </a:custGeom>
            <a:noFill/>
            <a:ln w="8472" cap="flat">
              <a:solidFill>
                <a:srgbClr val="01355A"/>
              </a:solidFill>
              <a:prstDash val="solid"/>
              <a:miter/>
            </a:ln>
          </p:spPr>
          <p:txBody>
            <a:bodyPr rtlCol="1" anchor="ctr"/>
            <a:lstStyle/>
            <a:p>
              <a:endParaRPr lang="ar-SA"/>
            </a:p>
          </p:txBody>
        </p:sp>
        <p:sp>
          <p:nvSpPr>
            <p:cNvPr id="8385" name="شكل حر: شكل 9329">
              <a:extLst>
                <a:ext uri="{FF2B5EF4-FFF2-40B4-BE49-F238E27FC236}">
                  <a16:creationId xmlns:a16="http://schemas.microsoft.com/office/drawing/2014/main" id="{F5B7777C-1343-244E-E289-4F73645EF740}"/>
                </a:ext>
              </a:extLst>
            </p:cNvPr>
            <p:cNvSpPr/>
            <p:nvPr/>
          </p:nvSpPr>
          <p:spPr>
            <a:xfrm>
              <a:off x="2762300" y="1818782"/>
              <a:ext cx="56010" cy="13162"/>
            </a:xfrm>
            <a:custGeom>
              <a:avLst/>
              <a:gdLst>
                <a:gd name="connsiteX0" fmla="*/ 0 w 56010"/>
                <a:gd name="connsiteY0" fmla="*/ 0 h 13162"/>
                <a:gd name="connsiteX1" fmla="*/ 56011 w 56010"/>
                <a:gd name="connsiteY1" fmla="*/ 0 h 13162"/>
                <a:gd name="connsiteX2" fmla="*/ 56011 w 56010"/>
                <a:gd name="connsiteY2" fmla="*/ 13162 h 13162"/>
              </a:gdLst>
              <a:ahLst/>
              <a:cxnLst>
                <a:cxn ang="0">
                  <a:pos x="connsiteX0" y="connsiteY0"/>
                </a:cxn>
                <a:cxn ang="0">
                  <a:pos x="connsiteX1" y="connsiteY1"/>
                </a:cxn>
                <a:cxn ang="0">
                  <a:pos x="connsiteX2" y="connsiteY2"/>
                </a:cxn>
              </a:cxnLst>
              <a:rect l="l" t="t" r="r" b="b"/>
              <a:pathLst>
                <a:path w="56010" h="13162">
                  <a:moveTo>
                    <a:pt x="0" y="0"/>
                  </a:moveTo>
                  <a:lnTo>
                    <a:pt x="56011" y="0"/>
                  </a:lnTo>
                  <a:lnTo>
                    <a:pt x="56011" y="13162"/>
                  </a:lnTo>
                </a:path>
              </a:pathLst>
            </a:custGeom>
            <a:noFill/>
            <a:ln w="8472" cap="flat">
              <a:solidFill>
                <a:srgbClr val="01355A"/>
              </a:solidFill>
              <a:prstDash val="solid"/>
              <a:miter/>
            </a:ln>
          </p:spPr>
          <p:txBody>
            <a:bodyPr rtlCol="1" anchor="ctr"/>
            <a:lstStyle/>
            <a:p>
              <a:endParaRPr lang="ar-SA"/>
            </a:p>
          </p:txBody>
        </p:sp>
        <p:sp>
          <p:nvSpPr>
            <p:cNvPr id="8386" name="شكل حر: شكل 9330">
              <a:extLst>
                <a:ext uri="{FF2B5EF4-FFF2-40B4-BE49-F238E27FC236}">
                  <a16:creationId xmlns:a16="http://schemas.microsoft.com/office/drawing/2014/main" id="{CC628F26-256E-1BF9-2735-180853E20FB3}"/>
                </a:ext>
              </a:extLst>
            </p:cNvPr>
            <p:cNvSpPr/>
            <p:nvPr/>
          </p:nvSpPr>
          <p:spPr>
            <a:xfrm>
              <a:off x="2534048" y="2063529"/>
              <a:ext cx="117331" cy="39515"/>
            </a:xfrm>
            <a:custGeom>
              <a:avLst/>
              <a:gdLst>
                <a:gd name="connsiteX0" fmla="*/ 117332 w 117331"/>
                <a:gd name="connsiteY0" fmla="*/ 39515 h 39515"/>
                <a:gd name="connsiteX1" fmla="*/ 0 w 117331"/>
                <a:gd name="connsiteY1" fmla="*/ 39515 h 39515"/>
                <a:gd name="connsiteX2" fmla="*/ 0 w 117331"/>
                <a:gd name="connsiteY2" fmla="*/ 0 h 39515"/>
              </a:gdLst>
              <a:ahLst/>
              <a:cxnLst>
                <a:cxn ang="0">
                  <a:pos x="connsiteX0" y="connsiteY0"/>
                </a:cxn>
                <a:cxn ang="0">
                  <a:pos x="connsiteX1" y="connsiteY1"/>
                </a:cxn>
                <a:cxn ang="0">
                  <a:pos x="connsiteX2" y="connsiteY2"/>
                </a:cxn>
              </a:cxnLst>
              <a:rect l="l" t="t" r="r" b="b"/>
              <a:pathLst>
                <a:path w="117331" h="39515">
                  <a:moveTo>
                    <a:pt x="117332" y="39515"/>
                  </a:moveTo>
                  <a:lnTo>
                    <a:pt x="0" y="39515"/>
                  </a:lnTo>
                  <a:lnTo>
                    <a:pt x="0" y="0"/>
                  </a:lnTo>
                </a:path>
              </a:pathLst>
            </a:custGeom>
            <a:noFill/>
            <a:ln w="8472" cap="flat">
              <a:solidFill>
                <a:srgbClr val="01355A"/>
              </a:solidFill>
              <a:prstDash val="solid"/>
              <a:miter/>
            </a:ln>
          </p:spPr>
          <p:txBody>
            <a:bodyPr rtlCol="1" anchor="ctr"/>
            <a:lstStyle/>
            <a:p>
              <a:endParaRPr lang="ar-SA"/>
            </a:p>
          </p:txBody>
        </p:sp>
        <p:sp>
          <p:nvSpPr>
            <p:cNvPr id="8387" name="شكل حر: شكل 9331">
              <a:extLst>
                <a:ext uri="{FF2B5EF4-FFF2-40B4-BE49-F238E27FC236}">
                  <a16:creationId xmlns:a16="http://schemas.microsoft.com/office/drawing/2014/main" id="{48DE4C26-9519-6DAE-01F8-F7AF9104CBC5}"/>
                </a:ext>
              </a:extLst>
            </p:cNvPr>
            <p:cNvSpPr/>
            <p:nvPr/>
          </p:nvSpPr>
          <p:spPr>
            <a:xfrm rot="1116601">
              <a:off x="2496250" y="1806465"/>
              <a:ext cx="284262" cy="284262"/>
            </a:xfrm>
            <a:custGeom>
              <a:avLst/>
              <a:gdLst>
                <a:gd name="connsiteX0" fmla="*/ 0 w 284262"/>
                <a:gd name="connsiteY0" fmla="*/ 0 h 284262"/>
                <a:gd name="connsiteX1" fmla="*/ 284263 w 284262"/>
                <a:gd name="connsiteY1" fmla="*/ 0 h 284262"/>
                <a:gd name="connsiteX2" fmla="*/ 284263 w 284262"/>
                <a:gd name="connsiteY2" fmla="*/ 284263 h 284262"/>
                <a:gd name="connsiteX3" fmla="*/ 0 w 284262"/>
                <a:gd name="connsiteY3" fmla="*/ 284263 h 284262"/>
              </a:gdLst>
              <a:ahLst/>
              <a:cxnLst>
                <a:cxn ang="0">
                  <a:pos x="connsiteX0" y="connsiteY0"/>
                </a:cxn>
                <a:cxn ang="0">
                  <a:pos x="connsiteX1" y="connsiteY1"/>
                </a:cxn>
                <a:cxn ang="0">
                  <a:pos x="connsiteX2" y="connsiteY2"/>
                </a:cxn>
                <a:cxn ang="0">
                  <a:pos x="connsiteX3" y="connsiteY3"/>
                </a:cxn>
              </a:cxnLst>
              <a:rect l="l" t="t" r="r" b="b"/>
              <a:pathLst>
                <a:path w="284262" h="284262">
                  <a:moveTo>
                    <a:pt x="0" y="0"/>
                  </a:moveTo>
                  <a:lnTo>
                    <a:pt x="284263" y="0"/>
                  </a:lnTo>
                  <a:lnTo>
                    <a:pt x="284263" y="284263"/>
                  </a:lnTo>
                  <a:lnTo>
                    <a:pt x="0" y="284263"/>
                  </a:lnTo>
                  <a:close/>
                </a:path>
              </a:pathLst>
            </a:custGeom>
            <a:noFill/>
            <a:ln w="8472" cap="flat">
              <a:solidFill>
                <a:srgbClr val="01355A"/>
              </a:solidFill>
              <a:prstDash val="solid"/>
              <a:miter/>
            </a:ln>
          </p:spPr>
          <p:txBody>
            <a:bodyPr rtlCol="1" anchor="ctr"/>
            <a:lstStyle/>
            <a:p>
              <a:endParaRPr lang="ar-SA"/>
            </a:p>
          </p:txBody>
        </p:sp>
        <p:sp>
          <p:nvSpPr>
            <p:cNvPr id="8388" name="شكل حر: شكل 9332">
              <a:extLst>
                <a:ext uri="{FF2B5EF4-FFF2-40B4-BE49-F238E27FC236}">
                  <a16:creationId xmlns:a16="http://schemas.microsoft.com/office/drawing/2014/main" id="{CF222DF1-EEA2-AD9A-9047-0EB93CAF36B6}"/>
                </a:ext>
              </a:extLst>
            </p:cNvPr>
            <p:cNvSpPr/>
            <p:nvPr/>
          </p:nvSpPr>
          <p:spPr>
            <a:xfrm>
              <a:off x="2638246" y="1780481"/>
              <a:ext cx="60162" cy="129223"/>
            </a:xfrm>
            <a:custGeom>
              <a:avLst/>
              <a:gdLst>
                <a:gd name="connsiteX0" fmla="*/ 2147 w 60162"/>
                <a:gd name="connsiteY0" fmla="*/ 18925 h 129223"/>
                <a:gd name="connsiteX1" fmla="*/ 30081 w 60162"/>
                <a:gd name="connsiteY1" fmla="*/ 0 h 129223"/>
                <a:gd name="connsiteX2" fmla="*/ 30081 w 60162"/>
                <a:gd name="connsiteY2" fmla="*/ 0 h 129223"/>
                <a:gd name="connsiteX3" fmla="*/ 60163 w 60162"/>
                <a:gd name="connsiteY3" fmla="*/ 30081 h 129223"/>
                <a:gd name="connsiteX4" fmla="*/ 60163 w 60162"/>
                <a:gd name="connsiteY4" fmla="*/ 99142 h 129223"/>
                <a:gd name="connsiteX5" fmla="*/ 30081 w 60162"/>
                <a:gd name="connsiteY5" fmla="*/ 129223 h 129223"/>
                <a:gd name="connsiteX6" fmla="*/ 30081 w 60162"/>
                <a:gd name="connsiteY6" fmla="*/ 129223 h 129223"/>
                <a:gd name="connsiteX7" fmla="*/ 0 w 60162"/>
                <a:gd name="connsiteY7" fmla="*/ 99142 h 129223"/>
                <a:gd name="connsiteX8" fmla="*/ 0 w 60162"/>
                <a:gd name="connsiteY8" fmla="*/ 64597 h 129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162" h="129223">
                  <a:moveTo>
                    <a:pt x="2147" y="18925"/>
                  </a:moveTo>
                  <a:cubicBezTo>
                    <a:pt x="6581" y="7852"/>
                    <a:pt x="17427" y="0"/>
                    <a:pt x="30081" y="0"/>
                  </a:cubicBezTo>
                  <a:lnTo>
                    <a:pt x="30081" y="0"/>
                  </a:lnTo>
                  <a:cubicBezTo>
                    <a:pt x="46690" y="0"/>
                    <a:pt x="60163" y="13473"/>
                    <a:pt x="60163" y="30081"/>
                  </a:cubicBezTo>
                  <a:lnTo>
                    <a:pt x="60163" y="99142"/>
                  </a:lnTo>
                  <a:cubicBezTo>
                    <a:pt x="60163" y="115750"/>
                    <a:pt x="46690" y="129223"/>
                    <a:pt x="30081" y="129223"/>
                  </a:cubicBezTo>
                  <a:lnTo>
                    <a:pt x="30081" y="129223"/>
                  </a:lnTo>
                  <a:cubicBezTo>
                    <a:pt x="13473" y="129223"/>
                    <a:pt x="0" y="115750"/>
                    <a:pt x="0" y="99142"/>
                  </a:cubicBezTo>
                  <a:lnTo>
                    <a:pt x="0" y="64597"/>
                  </a:lnTo>
                </a:path>
              </a:pathLst>
            </a:custGeom>
            <a:noFill/>
            <a:ln w="8472" cap="flat">
              <a:solidFill>
                <a:srgbClr val="17A3A3"/>
              </a:solidFill>
              <a:prstDash val="solid"/>
              <a:miter/>
            </a:ln>
          </p:spPr>
          <p:txBody>
            <a:bodyPr rtlCol="1" anchor="ctr"/>
            <a:lstStyle/>
            <a:p>
              <a:endParaRPr lang="ar-SA"/>
            </a:p>
          </p:txBody>
        </p:sp>
        <p:sp>
          <p:nvSpPr>
            <p:cNvPr id="8389" name="شكل حر: شكل 9333">
              <a:extLst>
                <a:ext uri="{FF2B5EF4-FFF2-40B4-BE49-F238E27FC236}">
                  <a16:creationId xmlns:a16="http://schemas.microsoft.com/office/drawing/2014/main" id="{831E133E-BFFA-A6C6-98E8-59CCD791DAB9}"/>
                </a:ext>
              </a:extLst>
            </p:cNvPr>
            <p:cNvSpPr/>
            <p:nvPr/>
          </p:nvSpPr>
          <p:spPr>
            <a:xfrm>
              <a:off x="2660842" y="1845107"/>
              <a:ext cx="7484" cy="42029"/>
            </a:xfrm>
            <a:custGeom>
              <a:avLst/>
              <a:gdLst>
                <a:gd name="connsiteX0" fmla="*/ 0 w 7484"/>
                <a:gd name="connsiteY0" fmla="*/ 0 h 42029"/>
                <a:gd name="connsiteX1" fmla="*/ 0 w 7484"/>
                <a:gd name="connsiteY1" fmla="*/ 34544 h 42029"/>
                <a:gd name="connsiteX2" fmla="*/ 7485 w 7484"/>
                <a:gd name="connsiteY2" fmla="*/ 42029 h 42029"/>
              </a:gdLst>
              <a:ahLst/>
              <a:cxnLst>
                <a:cxn ang="0">
                  <a:pos x="connsiteX0" y="connsiteY0"/>
                </a:cxn>
                <a:cxn ang="0">
                  <a:pos x="connsiteX1" y="connsiteY1"/>
                </a:cxn>
                <a:cxn ang="0">
                  <a:pos x="connsiteX2" y="connsiteY2"/>
                </a:cxn>
              </a:cxnLst>
              <a:rect l="l" t="t" r="r" b="b"/>
              <a:pathLst>
                <a:path w="7484" h="42029">
                  <a:moveTo>
                    <a:pt x="0" y="0"/>
                  </a:moveTo>
                  <a:lnTo>
                    <a:pt x="0" y="34544"/>
                  </a:lnTo>
                  <a:cubicBezTo>
                    <a:pt x="0" y="38668"/>
                    <a:pt x="3361" y="42029"/>
                    <a:pt x="7485" y="42029"/>
                  </a:cubicBezTo>
                </a:path>
              </a:pathLst>
            </a:custGeom>
            <a:noFill/>
            <a:ln w="8472" cap="flat">
              <a:solidFill>
                <a:srgbClr val="17A3A3"/>
              </a:solidFill>
              <a:prstDash val="solid"/>
              <a:miter/>
            </a:ln>
          </p:spPr>
          <p:txBody>
            <a:bodyPr rtlCol="1" anchor="ctr"/>
            <a:lstStyle/>
            <a:p>
              <a:endParaRPr lang="ar-SA"/>
            </a:p>
          </p:txBody>
        </p:sp>
        <p:grpSp>
          <p:nvGrpSpPr>
            <p:cNvPr id="8390" name="رسم 8014">
              <a:extLst>
                <a:ext uri="{FF2B5EF4-FFF2-40B4-BE49-F238E27FC236}">
                  <a16:creationId xmlns:a16="http://schemas.microsoft.com/office/drawing/2014/main" id="{D283E4E5-09BC-4D8D-F055-91E40DD0F728}"/>
                </a:ext>
              </a:extLst>
            </p:cNvPr>
            <p:cNvGrpSpPr/>
            <p:nvPr/>
          </p:nvGrpSpPr>
          <p:grpSpPr>
            <a:xfrm>
              <a:off x="2563508" y="1936424"/>
              <a:ext cx="124251" cy="79906"/>
              <a:chOff x="2563508" y="1936424"/>
              <a:chExt cx="124251" cy="79906"/>
            </a:xfrm>
          </p:grpSpPr>
          <p:sp>
            <p:nvSpPr>
              <p:cNvPr id="8391" name="شكل حر: شكل 9335">
                <a:extLst>
                  <a:ext uri="{FF2B5EF4-FFF2-40B4-BE49-F238E27FC236}">
                    <a16:creationId xmlns:a16="http://schemas.microsoft.com/office/drawing/2014/main" id="{ACA10515-C3AC-CEF1-4884-409597421C2E}"/>
                  </a:ext>
                </a:extLst>
              </p:cNvPr>
              <p:cNvSpPr/>
              <p:nvPr/>
            </p:nvSpPr>
            <p:spPr>
              <a:xfrm>
                <a:off x="2579523" y="1936424"/>
                <a:ext cx="108236" cy="36464"/>
              </a:xfrm>
              <a:custGeom>
                <a:avLst/>
                <a:gdLst>
                  <a:gd name="connsiteX0" fmla="*/ 0 w 108236"/>
                  <a:gd name="connsiteY0" fmla="*/ 0 h 36464"/>
                  <a:gd name="connsiteX1" fmla="*/ 108237 w 108236"/>
                  <a:gd name="connsiteY1" fmla="*/ 36465 h 36464"/>
                </a:gdLst>
                <a:ahLst/>
                <a:cxnLst>
                  <a:cxn ang="0">
                    <a:pos x="connsiteX0" y="connsiteY0"/>
                  </a:cxn>
                  <a:cxn ang="0">
                    <a:pos x="connsiteX1" y="connsiteY1"/>
                  </a:cxn>
                </a:cxnLst>
                <a:rect l="l" t="t" r="r" b="b"/>
                <a:pathLst>
                  <a:path w="108236" h="36464">
                    <a:moveTo>
                      <a:pt x="0" y="0"/>
                    </a:moveTo>
                    <a:lnTo>
                      <a:pt x="108237" y="36465"/>
                    </a:lnTo>
                  </a:path>
                </a:pathLst>
              </a:custGeom>
              <a:ln w="8472" cap="flat">
                <a:solidFill>
                  <a:srgbClr val="17A3A3"/>
                </a:solidFill>
                <a:prstDash val="solid"/>
                <a:miter/>
              </a:ln>
            </p:spPr>
            <p:txBody>
              <a:bodyPr rtlCol="1" anchor="ctr"/>
              <a:lstStyle/>
              <a:p>
                <a:endParaRPr lang="ar-SA"/>
              </a:p>
            </p:txBody>
          </p:sp>
          <p:sp>
            <p:nvSpPr>
              <p:cNvPr id="8392" name="شكل حر: شكل 9336">
                <a:extLst>
                  <a:ext uri="{FF2B5EF4-FFF2-40B4-BE49-F238E27FC236}">
                    <a16:creationId xmlns:a16="http://schemas.microsoft.com/office/drawing/2014/main" id="{C4EF7A08-985A-6A5C-3329-82BBAAF2CF94}"/>
                  </a:ext>
                </a:extLst>
              </p:cNvPr>
              <p:cNvSpPr/>
              <p:nvPr/>
            </p:nvSpPr>
            <p:spPr>
              <a:xfrm>
                <a:off x="2563508" y="1979866"/>
                <a:ext cx="108264" cy="36464"/>
              </a:xfrm>
              <a:custGeom>
                <a:avLst/>
                <a:gdLst>
                  <a:gd name="connsiteX0" fmla="*/ 0 w 108264"/>
                  <a:gd name="connsiteY0" fmla="*/ 0 h 36464"/>
                  <a:gd name="connsiteX1" fmla="*/ 108265 w 108264"/>
                  <a:gd name="connsiteY1" fmla="*/ 36465 h 36464"/>
                </a:gdLst>
                <a:ahLst/>
                <a:cxnLst>
                  <a:cxn ang="0">
                    <a:pos x="connsiteX0" y="connsiteY0"/>
                  </a:cxn>
                  <a:cxn ang="0">
                    <a:pos x="connsiteX1" y="connsiteY1"/>
                  </a:cxn>
                </a:cxnLst>
                <a:rect l="l" t="t" r="r" b="b"/>
                <a:pathLst>
                  <a:path w="108264" h="36464">
                    <a:moveTo>
                      <a:pt x="0" y="0"/>
                    </a:moveTo>
                    <a:lnTo>
                      <a:pt x="108265" y="36465"/>
                    </a:lnTo>
                  </a:path>
                </a:pathLst>
              </a:custGeom>
              <a:ln w="8472" cap="flat">
                <a:solidFill>
                  <a:srgbClr val="17A3A3"/>
                </a:solidFill>
                <a:prstDash val="solid"/>
                <a:miter/>
              </a:ln>
            </p:spPr>
            <p:txBody>
              <a:bodyPr rtlCol="1" anchor="ctr"/>
              <a:lstStyle/>
              <a:p>
                <a:endParaRPr lang="ar-SA"/>
              </a:p>
            </p:txBody>
          </p:sp>
        </p:grpSp>
      </p:grpSp>
      <p:grpSp>
        <p:nvGrpSpPr>
          <p:cNvPr id="8393" name="رسم 8014">
            <a:extLst>
              <a:ext uri="{FF2B5EF4-FFF2-40B4-BE49-F238E27FC236}">
                <a16:creationId xmlns:a16="http://schemas.microsoft.com/office/drawing/2014/main" id="{69A7826D-5406-E3E7-C684-B21A12616398}"/>
              </a:ext>
            </a:extLst>
          </p:cNvPr>
          <p:cNvGrpSpPr/>
          <p:nvPr/>
        </p:nvGrpSpPr>
        <p:grpSpPr>
          <a:xfrm>
            <a:off x="2862598" y="4506701"/>
            <a:ext cx="263951" cy="235474"/>
            <a:chOff x="2503091" y="3902394"/>
            <a:chExt cx="315501" cy="298752"/>
          </a:xfrm>
          <a:noFill/>
        </p:grpSpPr>
        <p:sp>
          <p:nvSpPr>
            <p:cNvPr id="8394" name="شكل حر: شكل 9338">
              <a:extLst>
                <a:ext uri="{FF2B5EF4-FFF2-40B4-BE49-F238E27FC236}">
                  <a16:creationId xmlns:a16="http://schemas.microsoft.com/office/drawing/2014/main" id="{35D588E1-9EE6-886A-6AE4-080291A3B2AA}"/>
                </a:ext>
              </a:extLst>
            </p:cNvPr>
            <p:cNvSpPr/>
            <p:nvPr/>
          </p:nvSpPr>
          <p:spPr>
            <a:xfrm>
              <a:off x="2593816" y="3923352"/>
              <a:ext cx="188255" cy="164275"/>
            </a:xfrm>
            <a:custGeom>
              <a:avLst/>
              <a:gdLst>
                <a:gd name="connsiteX0" fmla="*/ 0 w 188255"/>
                <a:gd name="connsiteY0" fmla="*/ 0 h 164275"/>
                <a:gd name="connsiteX1" fmla="*/ 173004 w 188255"/>
                <a:gd name="connsiteY1" fmla="*/ 0 h 164275"/>
                <a:gd name="connsiteX2" fmla="*/ 188256 w 188255"/>
                <a:gd name="connsiteY2" fmla="*/ 15253 h 164275"/>
                <a:gd name="connsiteX3" fmla="*/ 188256 w 188255"/>
                <a:gd name="connsiteY3" fmla="*/ 164276 h 164275"/>
              </a:gdLst>
              <a:ahLst/>
              <a:cxnLst>
                <a:cxn ang="0">
                  <a:pos x="connsiteX0" y="connsiteY0"/>
                </a:cxn>
                <a:cxn ang="0">
                  <a:pos x="connsiteX1" y="connsiteY1"/>
                </a:cxn>
                <a:cxn ang="0">
                  <a:pos x="connsiteX2" y="connsiteY2"/>
                </a:cxn>
                <a:cxn ang="0">
                  <a:pos x="connsiteX3" y="connsiteY3"/>
                </a:cxn>
              </a:cxnLst>
              <a:rect l="l" t="t" r="r" b="b"/>
              <a:pathLst>
                <a:path w="188255" h="164275">
                  <a:moveTo>
                    <a:pt x="0" y="0"/>
                  </a:moveTo>
                  <a:lnTo>
                    <a:pt x="173004" y="0"/>
                  </a:lnTo>
                  <a:cubicBezTo>
                    <a:pt x="181421" y="0"/>
                    <a:pt x="188256" y="6835"/>
                    <a:pt x="188256" y="15253"/>
                  </a:cubicBezTo>
                  <a:lnTo>
                    <a:pt x="188256" y="164276"/>
                  </a:lnTo>
                </a:path>
              </a:pathLst>
            </a:custGeom>
            <a:noFill/>
            <a:ln w="8472" cap="flat">
              <a:solidFill>
                <a:srgbClr val="17A3A3"/>
              </a:solidFill>
              <a:prstDash val="solid"/>
              <a:miter/>
            </a:ln>
          </p:spPr>
          <p:txBody>
            <a:bodyPr rtlCol="1" anchor="ctr"/>
            <a:lstStyle/>
            <a:p>
              <a:endParaRPr lang="ar-SA"/>
            </a:p>
          </p:txBody>
        </p:sp>
        <p:sp>
          <p:nvSpPr>
            <p:cNvPr id="8395" name="شكل حر: شكل 9339">
              <a:extLst>
                <a:ext uri="{FF2B5EF4-FFF2-40B4-BE49-F238E27FC236}">
                  <a16:creationId xmlns:a16="http://schemas.microsoft.com/office/drawing/2014/main" id="{29384D59-820A-010C-8DAE-48A428A992B8}"/>
                </a:ext>
              </a:extLst>
            </p:cNvPr>
            <p:cNvSpPr/>
            <p:nvPr/>
          </p:nvSpPr>
          <p:spPr>
            <a:xfrm>
              <a:off x="2503091" y="3902394"/>
              <a:ext cx="315501" cy="298752"/>
            </a:xfrm>
            <a:custGeom>
              <a:avLst/>
              <a:gdLst>
                <a:gd name="connsiteX0" fmla="*/ 0 w 315501"/>
                <a:gd name="connsiteY0" fmla="*/ 0 h 298752"/>
                <a:gd name="connsiteX1" fmla="*/ 0 w 315501"/>
                <a:gd name="connsiteY1" fmla="*/ 298752 h 298752"/>
                <a:gd name="connsiteX2" fmla="*/ 315502 w 315501"/>
                <a:gd name="connsiteY2" fmla="*/ 298752 h 298752"/>
                <a:gd name="connsiteX3" fmla="*/ 315502 w 315501"/>
                <a:gd name="connsiteY3" fmla="*/ 217095 h 298752"/>
                <a:gd name="connsiteX4" fmla="*/ 66716 w 315501"/>
                <a:gd name="connsiteY4" fmla="*/ 0 h 298752"/>
                <a:gd name="connsiteX5" fmla="*/ 0 w 315501"/>
                <a:gd name="connsiteY5" fmla="*/ 0 h 298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5501" h="298752">
                  <a:moveTo>
                    <a:pt x="0" y="0"/>
                  </a:moveTo>
                  <a:lnTo>
                    <a:pt x="0" y="298752"/>
                  </a:lnTo>
                  <a:lnTo>
                    <a:pt x="315502" y="298752"/>
                  </a:lnTo>
                  <a:lnTo>
                    <a:pt x="315502" y="217095"/>
                  </a:lnTo>
                  <a:lnTo>
                    <a:pt x="66716" y="0"/>
                  </a:lnTo>
                  <a:lnTo>
                    <a:pt x="0" y="0"/>
                  </a:lnTo>
                </a:path>
              </a:pathLst>
            </a:custGeom>
            <a:noFill/>
            <a:ln w="8472" cap="flat">
              <a:solidFill>
                <a:srgbClr val="01355A"/>
              </a:solidFill>
              <a:prstDash val="solid"/>
              <a:miter/>
            </a:ln>
          </p:spPr>
          <p:txBody>
            <a:bodyPr rtlCol="1" anchor="ctr"/>
            <a:lstStyle/>
            <a:p>
              <a:endParaRPr lang="ar-SA"/>
            </a:p>
          </p:txBody>
        </p:sp>
        <p:sp>
          <p:nvSpPr>
            <p:cNvPr id="8396" name="شكل حر: شكل 9340">
              <a:extLst>
                <a:ext uri="{FF2B5EF4-FFF2-40B4-BE49-F238E27FC236}">
                  <a16:creationId xmlns:a16="http://schemas.microsoft.com/office/drawing/2014/main" id="{CC1AFCCF-F1BB-4D03-DE24-23B280966CD7}"/>
                </a:ext>
              </a:extLst>
            </p:cNvPr>
            <p:cNvSpPr/>
            <p:nvPr/>
          </p:nvSpPr>
          <p:spPr>
            <a:xfrm>
              <a:off x="2545459" y="3944762"/>
              <a:ext cx="230765" cy="214015"/>
            </a:xfrm>
            <a:custGeom>
              <a:avLst/>
              <a:gdLst>
                <a:gd name="connsiteX0" fmla="*/ 0 w 230765"/>
                <a:gd name="connsiteY0" fmla="*/ 0 h 214015"/>
                <a:gd name="connsiteX1" fmla="*/ 0 w 230765"/>
                <a:gd name="connsiteY1" fmla="*/ 214016 h 214015"/>
                <a:gd name="connsiteX2" fmla="*/ 230766 w 230765"/>
                <a:gd name="connsiteY2" fmla="*/ 214016 h 214015"/>
              </a:gdLst>
              <a:ahLst/>
              <a:cxnLst>
                <a:cxn ang="0">
                  <a:pos x="connsiteX0" y="connsiteY0"/>
                </a:cxn>
                <a:cxn ang="0">
                  <a:pos x="connsiteX1" y="connsiteY1"/>
                </a:cxn>
                <a:cxn ang="0">
                  <a:pos x="connsiteX2" y="connsiteY2"/>
                </a:cxn>
              </a:cxnLst>
              <a:rect l="l" t="t" r="r" b="b"/>
              <a:pathLst>
                <a:path w="230765" h="214015">
                  <a:moveTo>
                    <a:pt x="0" y="0"/>
                  </a:moveTo>
                  <a:lnTo>
                    <a:pt x="0" y="214016"/>
                  </a:lnTo>
                  <a:lnTo>
                    <a:pt x="230766" y="214016"/>
                  </a:lnTo>
                </a:path>
              </a:pathLst>
            </a:custGeom>
            <a:noFill/>
            <a:ln w="8472" cap="flat">
              <a:solidFill>
                <a:srgbClr val="01355A"/>
              </a:solidFill>
              <a:prstDash val="solid"/>
              <a:miter/>
            </a:ln>
          </p:spPr>
          <p:txBody>
            <a:bodyPr rtlCol="1" anchor="ctr"/>
            <a:lstStyle/>
            <a:p>
              <a:endParaRPr lang="ar-SA"/>
            </a:p>
          </p:txBody>
        </p:sp>
        <p:sp>
          <p:nvSpPr>
            <p:cNvPr id="8397" name="شكل حر: شكل 9341">
              <a:extLst>
                <a:ext uri="{FF2B5EF4-FFF2-40B4-BE49-F238E27FC236}">
                  <a16:creationId xmlns:a16="http://schemas.microsoft.com/office/drawing/2014/main" id="{909341ED-58F6-51EF-780E-B94C09EE656B}"/>
                </a:ext>
              </a:extLst>
            </p:cNvPr>
            <p:cNvSpPr/>
            <p:nvPr/>
          </p:nvSpPr>
          <p:spPr>
            <a:xfrm>
              <a:off x="2587828" y="4030571"/>
              <a:ext cx="98379" cy="85838"/>
            </a:xfrm>
            <a:custGeom>
              <a:avLst/>
              <a:gdLst>
                <a:gd name="connsiteX0" fmla="*/ 98379 w 98379"/>
                <a:gd name="connsiteY0" fmla="*/ 85838 h 85838"/>
                <a:gd name="connsiteX1" fmla="*/ 0 w 98379"/>
                <a:gd name="connsiteY1" fmla="*/ 85838 h 85838"/>
                <a:gd name="connsiteX2" fmla="*/ 0 w 98379"/>
                <a:gd name="connsiteY2" fmla="*/ 0 h 85838"/>
              </a:gdLst>
              <a:ahLst/>
              <a:cxnLst>
                <a:cxn ang="0">
                  <a:pos x="connsiteX0" y="connsiteY0"/>
                </a:cxn>
                <a:cxn ang="0">
                  <a:pos x="connsiteX1" y="connsiteY1"/>
                </a:cxn>
                <a:cxn ang="0">
                  <a:pos x="connsiteX2" y="connsiteY2"/>
                </a:cxn>
              </a:cxnLst>
              <a:rect l="l" t="t" r="r" b="b"/>
              <a:pathLst>
                <a:path w="98379" h="85838">
                  <a:moveTo>
                    <a:pt x="98379" y="85838"/>
                  </a:moveTo>
                  <a:lnTo>
                    <a:pt x="0" y="85838"/>
                  </a:lnTo>
                  <a:lnTo>
                    <a:pt x="0" y="0"/>
                  </a:lnTo>
                </a:path>
              </a:pathLst>
            </a:custGeom>
            <a:noFill/>
            <a:ln w="8472" cap="flat">
              <a:solidFill>
                <a:srgbClr val="01355A"/>
              </a:solidFill>
              <a:prstDash val="solid"/>
              <a:miter/>
            </a:ln>
          </p:spPr>
          <p:txBody>
            <a:bodyPr rtlCol="1" anchor="ctr"/>
            <a:lstStyle/>
            <a:p>
              <a:endParaRPr lang="ar-SA"/>
            </a:p>
          </p:txBody>
        </p:sp>
        <p:sp>
          <p:nvSpPr>
            <p:cNvPr id="8398" name="شكل حر: شكل 9342">
              <a:extLst>
                <a:ext uri="{FF2B5EF4-FFF2-40B4-BE49-F238E27FC236}">
                  <a16:creationId xmlns:a16="http://schemas.microsoft.com/office/drawing/2014/main" id="{7BF09B67-71C1-3F01-2B49-9AA9A2EDED56}"/>
                </a:ext>
              </a:extLst>
            </p:cNvPr>
            <p:cNvSpPr/>
            <p:nvPr/>
          </p:nvSpPr>
          <p:spPr>
            <a:xfrm>
              <a:off x="2782072" y="3977216"/>
              <a:ext cx="24969" cy="130720"/>
            </a:xfrm>
            <a:custGeom>
              <a:avLst/>
              <a:gdLst>
                <a:gd name="connsiteX0" fmla="*/ 24969 w 24969"/>
                <a:gd name="connsiteY0" fmla="*/ 130720 h 130720"/>
                <a:gd name="connsiteX1" fmla="*/ 24969 w 24969"/>
                <a:gd name="connsiteY1" fmla="*/ 15281 h 130720"/>
                <a:gd name="connsiteX2" fmla="*/ 9688 w 24969"/>
                <a:gd name="connsiteY2" fmla="*/ 0 h 130720"/>
                <a:gd name="connsiteX3" fmla="*/ 0 w 24969"/>
                <a:gd name="connsiteY3" fmla="*/ 0 h 130720"/>
              </a:gdLst>
              <a:ahLst/>
              <a:cxnLst>
                <a:cxn ang="0">
                  <a:pos x="connsiteX0" y="connsiteY0"/>
                </a:cxn>
                <a:cxn ang="0">
                  <a:pos x="connsiteX1" y="connsiteY1"/>
                </a:cxn>
                <a:cxn ang="0">
                  <a:pos x="connsiteX2" y="connsiteY2"/>
                </a:cxn>
                <a:cxn ang="0">
                  <a:pos x="connsiteX3" y="connsiteY3"/>
                </a:cxn>
              </a:cxnLst>
              <a:rect l="l" t="t" r="r" b="b"/>
              <a:pathLst>
                <a:path w="24969" h="130720">
                  <a:moveTo>
                    <a:pt x="24969" y="130720"/>
                  </a:moveTo>
                  <a:lnTo>
                    <a:pt x="24969" y="15281"/>
                  </a:lnTo>
                  <a:cubicBezTo>
                    <a:pt x="24969" y="6836"/>
                    <a:pt x="18134" y="0"/>
                    <a:pt x="9688" y="0"/>
                  </a:cubicBezTo>
                  <a:lnTo>
                    <a:pt x="0" y="0"/>
                  </a:lnTo>
                </a:path>
              </a:pathLst>
            </a:custGeom>
            <a:noFill/>
            <a:ln w="8472" cap="flat">
              <a:solidFill>
                <a:srgbClr val="17A3A3"/>
              </a:solidFill>
              <a:prstDash val="solid"/>
              <a:miter/>
            </a:ln>
          </p:spPr>
          <p:txBody>
            <a:bodyPr rtlCol="1" anchor="ctr"/>
            <a:lstStyle/>
            <a:p>
              <a:endParaRPr lang="ar-SA"/>
            </a:p>
          </p:txBody>
        </p:sp>
      </p:grpSp>
      <p:grpSp>
        <p:nvGrpSpPr>
          <p:cNvPr id="8399" name="رسم 8014">
            <a:extLst>
              <a:ext uri="{FF2B5EF4-FFF2-40B4-BE49-F238E27FC236}">
                <a16:creationId xmlns:a16="http://schemas.microsoft.com/office/drawing/2014/main" id="{7ACFAB68-707F-4484-CE1F-075062095A7E}"/>
              </a:ext>
            </a:extLst>
          </p:cNvPr>
          <p:cNvGrpSpPr/>
          <p:nvPr/>
        </p:nvGrpSpPr>
        <p:grpSpPr>
          <a:xfrm>
            <a:off x="2456509" y="4899885"/>
            <a:ext cx="193888" cy="259117"/>
            <a:chOff x="2017693" y="4401237"/>
            <a:chExt cx="231754" cy="328749"/>
          </a:xfrm>
          <a:noFill/>
        </p:grpSpPr>
        <p:sp>
          <p:nvSpPr>
            <p:cNvPr id="8400" name="شكل حر: شكل 9344">
              <a:extLst>
                <a:ext uri="{FF2B5EF4-FFF2-40B4-BE49-F238E27FC236}">
                  <a16:creationId xmlns:a16="http://schemas.microsoft.com/office/drawing/2014/main" id="{D02264CC-8535-DFC7-2BAF-1E31DDD9BA1F}"/>
                </a:ext>
              </a:extLst>
            </p:cNvPr>
            <p:cNvSpPr/>
            <p:nvPr/>
          </p:nvSpPr>
          <p:spPr>
            <a:xfrm>
              <a:off x="2047266" y="4401237"/>
              <a:ext cx="34346" cy="70161"/>
            </a:xfrm>
            <a:custGeom>
              <a:avLst/>
              <a:gdLst>
                <a:gd name="connsiteX0" fmla="*/ 0 w 34346"/>
                <a:gd name="connsiteY0" fmla="*/ 0 h 70161"/>
                <a:gd name="connsiteX1" fmla="*/ 0 w 34346"/>
                <a:gd name="connsiteY1" fmla="*/ 70162 h 70161"/>
                <a:gd name="connsiteX2" fmla="*/ 17399 w 34346"/>
                <a:gd name="connsiteY2" fmla="*/ 56406 h 70161"/>
                <a:gd name="connsiteX3" fmla="*/ 34347 w 34346"/>
                <a:gd name="connsiteY3" fmla="*/ 70162 h 70161"/>
                <a:gd name="connsiteX4" fmla="*/ 34347 w 34346"/>
                <a:gd name="connsiteY4" fmla="*/ 0 h 70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346" h="70161">
                  <a:moveTo>
                    <a:pt x="0" y="0"/>
                  </a:moveTo>
                  <a:lnTo>
                    <a:pt x="0" y="70162"/>
                  </a:lnTo>
                  <a:lnTo>
                    <a:pt x="17399" y="56406"/>
                  </a:lnTo>
                  <a:lnTo>
                    <a:pt x="34347" y="70162"/>
                  </a:lnTo>
                  <a:lnTo>
                    <a:pt x="34347" y="0"/>
                  </a:lnTo>
                </a:path>
              </a:pathLst>
            </a:custGeom>
            <a:noFill/>
            <a:ln w="8472" cap="flat">
              <a:solidFill>
                <a:srgbClr val="17A3A3"/>
              </a:solidFill>
              <a:prstDash val="solid"/>
              <a:miter/>
            </a:ln>
          </p:spPr>
          <p:txBody>
            <a:bodyPr rtlCol="1" anchor="ctr"/>
            <a:lstStyle/>
            <a:p>
              <a:endParaRPr lang="ar-SA"/>
            </a:p>
          </p:txBody>
        </p:sp>
        <p:sp>
          <p:nvSpPr>
            <p:cNvPr id="8401" name="شكل حر: شكل 9345">
              <a:extLst>
                <a:ext uri="{FF2B5EF4-FFF2-40B4-BE49-F238E27FC236}">
                  <a16:creationId xmlns:a16="http://schemas.microsoft.com/office/drawing/2014/main" id="{D8B64DBD-41A1-302D-E011-1D246C869982}"/>
                </a:ext>
              </a:extLst>
            </p:cNvPr>
            <p:cNvSpPr/>
            <p:nvPr/>
          </p:nvSpPr>
          <p:spPr>
            <a:xfrm>
              <a:off x="2017693" y="4401237"/>
              <a:ext cx="231754" cy="309824"/>
            </a:xfrm>
            <a:custGeom>
              <a:avLst/>
              <a:gdLst>
                <a:gd name="connsiteX0" fmla="*/ 20422 w 231754"/>
                <a:gd name="connsiteY0" fmla="*/ 0 h 309824"/>
                <a:gd name="connsiteX1" fmla="*/ 0 w 231754"/>
                <a:gd name="connsiteY1" fmla="*/ 20421 h 309824"/>
                <a:gd name="connsiteX2" fmla="*/ 0 w 231754"/>
                <a:gd name="connsiteY2" fmla="*/ 309825 h 309824"/>
                <a:gd name="connsiteX3" fmla="*/ 20422 w 231754"/>
                <a:gd name="connsiteY3" fmla="*/ 289403 h 309824"/>
                <a:gd name="connsiteX4" fmla="*/ 231754 w 231754"/>
                <a:gd name="connsiteY4" fmla="*/ 289403 h 309824"/>
                <a:gd name="connsiteX5" fmla="*/ 231754 w 231754"/>
                <a:gd name="connsiteY5" fmla="*/ 0 h 309824"/>
                <a:gd name="connsiteX6" fmla="*/ 20422 w 231754"/>
                <a:gd name="connsiteY6" fmla="*/ 0 h 309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1754" h="309824">
                  <a:moveTo>
                    <a:pt x="20422" y="0"/>
                  </a:moveTo>
                  <a:cubicBezTo>
                    <a:pt x="9152" y="0"/>
                    <a:pt x="0" y="9152"/>
                    <a:pt x="0" y="20421"/>
                  </a:cubicBezTo>
                  <a:lnTo>
                    <a:pt x="0" y="309825"/>
                  </a:lnTo>
                  <a:cubicBezTo>
                    <a:pt x="0" y="298555"/>
                    <a:pt x="9152" y="289403"/>
                    <a:pt x="20422" y="289403"/>
                  </a:cubicBezTo>
                  <a:lnTo>
                    <a:pt x="231754" y="289403"/>
                  </a:lnTo>
                  <a:lnTo>
                    <a:pt x="231754" y="0"/>
                  </a:lnTo>
                  <a:lnTo>
                    <a:pt x="20422" y="0"/>
                  </a:lnTo>
                  <a:close/>
                </a:path>
              </a:pathLst>
            </a:custGeom>
            <a:noFill/>
            <a:ln w="8472" cap="flat">
              <a:solidFill>
                <a:srgbClr val="01355A"/>
              </a:solidFill>
              <a:prstDash val="solid"/>
              <a:miter/>
            </a:ln>
          </p:spPr>
          <p:txBody>
            <a:bodyPr rtlCol="1" anchor="ctr"/>
            <a:lstStyle/>
            <a:p>
              <a:endParaRPr lang="ar-SA"/>
            </a:p>
          </p:txBody>
        </p:sp>
        <p:sp>
          <p:nvSpPr>
            <p:cNvPr id="8402" name="شكل حر: شكل 9346">
              <a:extLst>
                <a:ext uri="{FF2B5EF4-FFF2-40B4-BE49-F238E27FC236}">
                  <a16:creationId xmlns:a16="http://schemas.microsoft.com/office/drawing/2014/main" id="{7BC5E06C-1BB5-4E22-0DA0-DBAC01F9402B}"/>
                </a:ext>
              </a:extLst>
            </p:cNvPr>
            <p:cNvSpPr/>
            <p:nvPr/>
          </p:nvSpPr>
          <p:spPr>
            <a:xfrm>
              <a:off x="2017693" y="4690668"/>
              <a:ext cx="215117" cy="39317"/>
            </a:xfrm>
            <a:custGeom>
              <a:avLst/>
              <a:gdLst>
                <a:gd name="connsiteX0" fmla="*/ 0 w 215117"/>
                <a:gd name="connsiteY0" fmla="*/ 20393 h 39317"/>
                <a:gd name="connsiteX1" fmla="*/ 0 w 215117"/>
                <a:gd name="connsiteY1" fmla="*/ 20393 h 39317"/>
                <a:gd name="connsiteX2" fmla="*/ 18924 w 215117"/>
                <a:gd name="connsiteY2" fmla="*/ 39317 h 39317"/>
                <a:gd name="connsiteX3" fmla="*/ 215118 w 215117"/>
                <a:gd name="connsiteY3" fmla="*/ 39317 h 39317"/>
                <a:gd name="connsiteX4" fmla="*/ 215118 w 215117"/>
                <a:gd name="connsiteY4" fmla="*/ 0 h 393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117" h="39317">
                  <a:moveTo>
                    <a:pt x="0" y="20393"/>
                  </a:moveTo>
                  <a:lnTo>
                    <a:pt x="0" y="20393"/>
                  </a:lnTo>
                  <a:cubicBezTo>
                    <a:pt x="0" y="30844"/>
                    <a:pt x="8474" y="39317"/>
                    <a:pt x="18924" y="39317"/>
                  </a:cubicBezTo>
                  <a:lnTo>
                    <a:pt x="215118" y="39317"/>
                  </a:lnTo>
                  <a:lnTo>
                    <a:pt x="215118" y="0"/>
                  </a:lnTo>
                </a:path>
              </a:pathLst>
            </a:custGeom>
            <a:noFill/>
            <a:ln w="8472" cap="flat">
              <a:solidFill>
                <a:srgbClr val="01355A"/>
              </a:solidFill>
              <a:prstDash val="solid"/>
              <a:miter/>
            </a:ln>
          </p:spPr>
          <p:txBody>
            <a:bodyPr rtlCol="1" anchor="ctr"/>
            <a:lstStyle/>
            <a:p>
              <a:endParaRPr lang="ar-SA"/>
            </a:p>
          </p:txBody>
        </p:sp>
        <p:sp>
          <p:nvSpPr>
            <p:cNvPr id="8403" name="شكل حر: شكل 9347">
              <a:extLst>
                <a:ext uri="{FF2B5EF4-FFF2-40B4-BE49-F238E27FC236}">
                  <a16:creationId xmlns:a16="http://schemas.microsoft.com/office/drawing/2014/main" id="{8C235EDF-612B-85F9-9FB1-D9E30D6A3B58}"/>
                </a:ext>
              </a:extLst>
            </p:cNvPr>
            <p:cNvSpPr/>
            <p:nvPr/>
          </p:nvSpPr>
          <p:spPr>
            <a:xfrm>
              <a:off x="2057236" y="4526421"/>
              <a:ext cx="26607" cy="59456"/>
            </a:xfrm>
            <a:custGeom>
              <a:avLst/>
              <a:gdLst>
                <a:gd name="connsiteX0" fmla="*/ 0 w 26607"/>
                <a:gd name="connsiteY0" fmla="*/ 0 h 59456"/>
                <a:gd name="connsiteX1" fmla="*/ 0 w 26607"/>
                <a:gd name="connsiteY1" fmla="*/ 59457 h 59456"/>
                <a:gd name="connsiteX2" fmla="*/ 26607 w 26607"/>
                <a:gd name="connsiteY2" fmla="*/ 59457 h 59456"/>
              </a:gdLst>
              <a:ahLst/>
              <a:cxnLst>
                <a:cxn ang="0">
                  <a:pos x="connsiteX0" y="connsiteY0"/>
                </a:cxn>
                <a:cxn ang="0">
                  <a:pos x="connsiteX1" y="connsiteY1"/>
                </a:cxn>
                <a:cxn ang="0">
                  <a:pos x="connsiteX2" y="connsiteY2"/>
                </a:cxn>
              </a:cxnLst>
              <a:rect l="l" t="t" r="r" b="b"/>
              <a:pathLst>
                <a:path w="26607" h="59456">
                  <a:moveTo>
                    <a:pt x="0" y="0"/>
                  </a:moveTo>
                  <a:lnTo>
                    <a:pt x="0" y="59457"/>
                  </a:lnTo>
                  <a:lnTo>
                    <a:pt x="26607" y="59457"/>
                  </a:lnTo>
                </a:path>
              </a:pathLst>
            </a:custGeom>
            <a:noFill/>
            <a:ln w="8472" cap="flat">
              <a:solidFill>
                <a:srgbClr val="17A3A3"/>
              </a:solidFill>
              <a:prstDash val="solid"/>
              <a:miter/>
            </a:ln>
          </p:spPr>
          <p:txBody>
            <a:bodyPr rtlCol="1" anchor="ctr"/>
            <a:lstStyle/>
            <a:p>
              <a:endParaRPr lang="ar-SA"/>
            </a:p>
          </p:txBody>
        </p:sp>
        <p:grpSp>
          <p:nvGrpSpPr>
            <p:cNvPr id="8404" name="رسم 8014">
              <a:extLst>
                <a:ext uri="{FF2B5EF4-FFF2-40B4-BE49-F238E27FC236}">
                  <a16:creationId xmlns:a16="http://schemas.microsoft.com/office/drawing/2014/main" id="{8EBD489D-3CA1-1343-AED1-E2A88E4AE38C}"/>
                </a:ext>
              </a:extLst>
            </p:cNvPr>
            <p:cNvGrpSpPr/>
            <p:nvPr/>
          </p:nvGrpSpPr>
          <p:grpSpPr>
            <a:xfrm>
              <a:off x="2104604" y="4526421"/>
              <a:ext cx="36238" cy="59456"/>
              <a:chOff x="2104604" y="4526421"/>
              <a:chExt cx="36238" cy="59456"/>
            </a:xfrm>
            <a:noFill/>
          </p:grpSpPr>
          <p:sp>
            <p:nvSpPr>
              <p:cNvPr id="8406" name="شكل حر: شكل 9349">
                <a:extLst>
                  <a:ext uri="{FF2B5EF4-FFF2-40B4-BE49-F238E27FC236}">
                    <a16:creationId xmlns:a16="http://schemas.microsoft.com/office/drawing/2014/main" id="{BC01629E-0930-745D-18F3-8D6093F2C802}"/>
                  </a:ext>
                </a:extLst>
              </p:cNvPr>
              <p:cNvSpPr/>
              <p:nvPr/>
            </p:nvSpPr>
            <p:spPr>
              <a:xfrm>
                <a:off x="2104604" y="4526421"/>
                <a:ext cx="36238" cy="59456"/>
              </a:xfrm>
              <a:custGeom>
                <a:avLst/>
                <a:gdLst>
                  <a:gd name="connsiteX0" fmla="*/ 0 w 36238"/>
                  <a:gd name="connsiteY0" fmla="*/ 59457 h 59456"/>
                  <a:gd name="connsiteX1" fmla="*/ 18134 w 36238"/>
                  <a:gd name="connsiteY1" fmla="*/ 0 h 59456"/>
                  <a:gd name="connsiteX2" fmla="*/ 36239 w 36238"/>
                  <a:gd name="connsiteY2" fmla="*/ 59457 h 59456"/>
                </a:gdLst>
                <a:ahLst/>
                <a:cxnLst>
                  <a:cxn ang="0">
                    <a:pos x="connsiteX0" y="connsiteY0"/>
                  </a:cxn>
                  <a:cxn ang="0">
                    <a:pos x="connsiteX1" y="connsiteY1"/>
                  </a:cxn>
                  <a:cxn ang="0">
                    <a:pos x="connsiteX2" y="connsiteY2"/>
                  </a:cxn>
                </a:cxnLst>
                <a:rect l="l" t="t" r="r" b="b"/>
                <a:pathLst>
                  <a:path w="36238" h="59456">
                    <a:moveTo>
                      <a:pt x="0" y="59457"/>
                    </a:moveTo>
                    <a:lnTo>
                      <a:pt x="18134" y="0"/>
                    </a:lnTo>
                    <a:lnTo>
                      <a:pt x="36239" y="59457"/>
                    </a:lnTo>
                  </a:path>
                </a:pathLst>
              </a:custGeom>
              <a:noFill/>
              <a:ln w="8472" cap="flat">
                <a:solidFill>
                  <a:srgbClr val="17A3A3"/>
                </a:solidFill>
                <a:prstDash val="solid"/>
                <a:miter/>
              </a:ln>
            </p:spPr>
            <p:txBody>
              <a:bodyPr rtlCol="1" anchor="ctr"/>
              <a:lstStyle/>
              <a:p>
                <a:endParaRPr lang="ar-SA"/>
              </a:p>
            </p:txBody>
          </p:sp>
          <p:sp>
            <p:nvSpPr>
              <p:cNvPr id="8407" name="شكل حر: شكل 9350">
                <a:extLst>
                  <a:ext uri="{FF2B5EF4-FFF2-40B4-BE49-F238E27FC236}">
                    <a16:creationId xmlns:a16="http://schemas.microsoft.com/office/drawing/2014/main" id="{71D6EE46-CE26-7ABA-27F9-C8FA488B5050}"/>
                  </a:ext>
                </a:extLst>
              </p:cNvPr>
              <p:cNvSpPr/>
              <p:nvPr/>
            </p:nvSpPr>
            <p:spPr>
              <a:xfrm>
                <a:off x="2111270" y="4564015"/>
                <a:ext cx="22539" cy="2824"/>
              </a:xfrm>
              <a:custGeom>
                <a:avLst/>
                <a:gdLst>
                  <a:gd name="connsiteX0" fmla="*/ 0 w 22539"/>
                  <a:gd name="connsiteY0" fmla="*/ 0 h 2824"/>
                  <a:gd name="connsiteX1" fmla="*/ 22540 w 22539"/>
                  <a:gd name="connsiteY1" fmla="*/ 0 h 2824"/>
                </a:gdLst>
                <a:ahLst/>
                <a:cxnLst>
                  <a:cxn ang="0">
                    <a:pos x="connsiteX0" y="connsiteY0"/>
                  </a:cxn>
                  <a:cxn ang="0">
                    <a:pos x="connsiteX1" y="connsiteY1"/>
                  </a:cxn>
                </a:cxnLst>
                <a:rect l="l" t="t" r="r" b="b"/>
                <a:pathLst>
                  <a:path w="22539" h="2824">
                    <a:moveTo>
                      <a:pt x="0" y="0"/>
                    </a:moveTo>
                    <a:lnTo>
                      <a:pt x="22540" y="0"/>
                    </a:lnTo>
                  </a:path>
                </a:pathLst>
              </a:custGeom>
              <a:ln w="8472" cap="flat">
                <a:solidFill>
                  <a:srgbClr val="17A3A3"/>
                </a:solidFill>
                <a:prstDash val="solid"/>
                <a:miter/>
              </a:ln>
            </p:spPr>
            <p:txBody>
              <a:bodyPr rtlCol="1" anchor="ctr"/>
              <a:lstStyle/>
              <a:p>
                <a:endParaRPr lang="ar-SA"/>
              </a:p>
            </p:txBody>
          </p:sp>
        </p:grpSp>
        <p:sp>
          <p:nvSpPr>
            <p:cNvPr id="8405" name="شكل حر: شكل 9351">
              <a:extLst>
                <a:ext uri="{FF2B5EF4-FFF2-40B4-BE49-F238E27FC236}">
                  <a16:creationId xmlns:a16="http://schemas.microsoft.com/office/drawing/2014/main" id="{C45D0336-6D95-BA94-23B4-AFDABAC049A4}"/>
                </a:ext>
              </a:extLst>
            </p:cNvPr>
            <p:cNvSpPr/>
            <p:nvPr/>
          </p:nvSpPr>
          <p:spPr>
            <a:xfrm>
              <a:off x="2157451" y="4526421"/>
              <a:ext cx="52451" cy="59456"/>
            </a:xfrm>
            <a:custGeom>
              <a:avLst/>
              <a:gdLst>
                <a:gd name="connsiteX0" fmla="*/ 52452 w 52451"/>
                <a:gd name="connsiteY0" fmla="*/ 0 h 59456"/>
                <a:gd name="connsiteX1" fmla="*/ 40448 w 52451"/>
                <a:gd name="connsiteY1" fmla="*/ 59457 h 59456"/>
                <a:gd name="connsiteX2" fmla="*/ 26240 w 52451"/>
                <a:gd name="connsiteY2" fmla="*/ 0 h 59456"/>
                <a:gd name="connsiteX3" fmla="*/ 12004 w 52451"/>
                <a:gd name="connsiteY3" fmla="*/ 59457 h 59456"/>
                <a:gd name="connsiteX4" fmla="*/ 0 w 52451"/>
                <a:gd name="connsiteY4" fmla="*/ 0 h 59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451" h="59456">
                  <a:moveTo>
                    <a:pt x="52452" y="0"/>
                  </a:moveTo>
                  <a:lnTo>
                    <a:pt x="40448" y="59457"/>
                  </a:lnTo>
                  <a:lnTo>
                    <a:pt x="26240" y="0"/>
                  </a:lnTo>
                  <a:lnTo>
                    <a:pt x="12004" y="59457"/>
                  </a:lnTo>
                  <a:lnTo>
                    <a:pt x="0" y="0"/>
                  </a:lnTo>
                </a:path>
              </a:pathLst>
            </a:custGeom>
            <a:noFill/>
            <a:ln w="8472" cap="flat">
              <a:solidFill>
                <a:srgbClr val="17A3A3"/>
              </a:solidFill>
              <a:prstDash val="solid"/>
              <a:miter/>
            </a:ln>
          </p:spPr>
          <p:txBody>
            <a:bodyPr rtlCol="1" anchor="ctr"/>
            <a:lstStyle/>
            <a:p>
              <a:endParaRPr lang="ar-SA"/>
            </a:p>
          </p:txBody>
        </p:sp>
      </p:grpSp>
      <p:grpSp>
        <p:nvGrpSpPr>
          <p:cNvPr id="8408" name="رسم 8014">
            <a:extLst>
              <a:ext uri="{FF2B5EF4-FFF2-40B4-BE49-F238E27FC236}">
                <a16:creationId xmlns:a16="http://schemas.microsoft.com/office/drawing/2014/main" id="{2A1ADECC-4ABA-A092-FAE2-C3251A6536CC}"/>
              </a:ext>
            </a:extLst>
          </p:cNvPr>
          <p:cNvGrpSpPr/>
          <p:nvPr/>
        </p:nvGrpSpPr>
        <p:grpSpPr>
          <a:xfrm>
            <a:off x="4147409" y="3657440"/>
            <a:ext cx="304702" cy="257002"/>
            <a:chOff x="4038826" y="2824914"/>
            <a:chExt cx="364210" cy="326065"/>
          </a:xfrm>
          <a:noFill/>
        </p:grpSpPr>
        <p:sp>
          <p:nvSpPr>
            <p:cNvPr id="8409" name="شكل حر: شكل 9353">
              <a:extLst>
                <a:ext uri="{FF2B5EF4-FFF2-40B4-BE49-F238E27FC236}">
                  <a16:creationId xmlns:a16="http://schemas.microsoft.com/office/drawing/2014/main" id="{6F4437A0-5287-6AD9-27BE-914A3CBD1833}"/>
                </a:ext>
              </a:extLst>
            </p:cNvPr>
            <p:cNvSpPr/>
            <p:nvPr/>
          </p:nvSpPr>
          <p:spPr>
            <a:xfrm>
              <a:off x="4138334" y="3021985"/>
              <a:ext cx="180858" cy="51968"/>
            </a:xfrm>
            <a:custGeom>
              <a:avLst/>
              <a:gdLst>
                <a:gd name="connsiteX0" fmla="*/ 102785 w 180858"/>
                <a:gd name="connsiteY0" fmla="*/ 51969 h 51968"/>
                <a:gd name="connsiteX1" fmla="*/ 120015 w 180858"/>
                <a:gd name="connsiteY1" fmla="*/ 51969 h 51968"/>
                <a:gd name="connsiteX2" fmla="*/ 166140 w 180858"/>
                <a:gd name="connsiteY2" fmla="*/ 37789 h 51968"/>
                <a:gd name="connsiteX3" fmla="*/ 178737 w 180858"/>
                <a:gd name="connsiteY3" fmla="*/ 29231 h 51968"/>
                <a:gd name="connsiteX4" fmla="*/ 180149 w 180858"/>
                <a:gd name="connsiteY4" fmla="*/ 22876 h 51968"/>
                <a:gd name="connsiteX5" fmla="*/ 172947 w 180858"/>
                <a:gd name="connsiteY5" fmla="*/ 16153 h 51968"/>
                <a:gd name="connsiteX6" fmla="*/ 152836 w 180858"/>
                <a:gd name="connsiteY6" fmla="*/ 16012 h 51968"/>
                <a:gd name="connsiteX7" fmla="*/ 108717 w 180858"/>
                <a:gd name="connsiteY7" fmla="*/ 17791 h 51968"/>
                <a:gd name="connsiteX8" fmla="*/ 87081 w 180858"/>
                <a:gd name="connsiteY8" fmla="*/ 6578 h 51968"/>
                <a:gd name="connsiteX9" fmla="*/ 0 w 180858"/>
                <a:gd name="connsiteY9" fmla="*/ 17227 h 51968"/>
                <a:gd name="connsiteX10" fmla="*/ 0 w 180858"/>
                <a:gd name="connsiteY10" fmla="*/ 17227 h 5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0858" h="51968">
                  <a:moveTo>
                    <a:pt x="102785" y="51969"/>
                  </a:moveTo>
                  <a:lnTo>
                    <a:pt x="120015" y="51969"/>
                  </a:lnTo>
                  <a:cubicBezTo>
                    <a:pt x="136454" y="51969"/>
                    <a:pt x="152526" y="47026"/>
                    <a:pt x="166140" y="37789"/>
                  </a:cubicBezTo>
                  <a:lnTo>
                    <a:pt x="178737" y="29231"/>
                  </a:lnTo>
                  <a:cubicBezTo>
                    <a:pt x="180799" y="27819"/>
                    <a:pt x="181534" y="24966"/>
                    <a:pt x="180149" y="22876"/>
                  </a:cubicBezTo>
                  <a:cubicBezTo>
                    <a:pt x="178144" y="19854"/>
                    <a:pt x="175574" y="17679"/>
                    <a:pt x="172947" y="16153"/>
                  </a:cubicBezTo>
                  <a:cubicBezTo>
                    <a:pt x="166789" y="12566"/>
                    <a:pt x="159248" y="12877"/>
                    <a:pt x="152836" y="16012"/>
                  </a:cubicBezTo>
                  <a:cubicBezTo>
                    <a:pt x="129505" y="27395"/>
                    <a:pt x="108717" y="17791"/>
                    <a:pt x="108717" y="17791"/>
                  </a:cubicBezTo>
                  <a:cubicBezTo>
                    <a:pt x="101147" y="13046"/>
                    <a:pt x="93916" y="9374"/>
                    <a:pt x="87081" y="6578"/>
                  </a:cubicBezTo>
                  <a:cubicBezTo>
                    <a:pt x="58270" y="-5228"/>
                    <a:pt x="25364" y="-822"/>
                    <a:pt x="0" y="17227"/>
                  </a:cubicBezTo>
                  <a:lnTo>
                    <a:pt x="0" y="17227"/>
                  </a:lnTo>
                </a:path>
              </a:pathLst>
            </a:custGeom>
            <a:noFill/>
            <a:ln w="8472" cap="flat">
              <a:solidFill>
                <a:srgbClr val="01355A"/>
              </a:solidFill>
              <a:prstDash val="solid"/>
              <a:miter/>
            </a:ln>
          </p:spPr>
          <p:txBody>
            <a:bodyPr rtlCol="1" anchor="ctr"/>
            <a:lstStyle/>
            <a:p>
              <a:endParaRPr lang="ar-SA"/>
            </a:p>
          </p:txBody>
        </p:sp>
        <p:sp>
          <p:nvSpPr>
            <p:cNvPr id="8410" name="شكل حر: شكل 9354">
              <a:extLst>
                <a:ext uri="{FF2B5EF4-FFF2-40B4-BE49-F238E27FC236}">
                  <a16:creationId xmlns:a16="http://schemas.microsoft.com/office/drawing/2014/main" id="{10E933E0-6760-23BC-577E-3FD4C177F536}"/>
                </a:ext>
              </a:extLst>
            </p:cNvPr>
            <p:cNvSpPr/>
            <p:nvPr/>
          </p:nvSpPr>
          <p:spPr>
            <a:xfrm>
              <a:off x="4138306" y="3015584"/>
              <a:ext cx="264729" cy="84214"/>
            </a:xfrm>
            <a:custGeom>
              <a:avLst/>
              <a:gdLst>
                <a:gd name="connsiteX0" fmla="*/ 0 w 264729"/>
                <a:gd name="connsiteY0" fmla="*/ 84215 h 84214"/>
                <a:gd name="connsiteX1" fmla="*/ 107107 w 264729"/>
                <a:gd name="connsiteY1" fmla="*/ 80543 h 84214"/>
                <a:gd name="connsiteX2" fmla="*/ 158937 w 264729"/>
                <a:gd name="connsiteY2" fmla="*/ 69132 h 84214"/>
                <a:gd name="connsiteX3" fmla="*/ 262570 w 264729"/>
                <a:gd name="connsiteY3" fmla="*/ 14477 h 84214"/>
                <a:gd name="connsiteX4" fmla="*/ 263841 w 264729"/>
                <a:gd name="connsiteY4" fmla="*/ 8347 h 84214"/>
                <a:gd name="connsiteX5" fmla="*/ 234805 w 264729"/>
                <a:gd name="connsiteY5" fmla="*/ 1484 h 84214"/>
                <a:gd name="connsiteX6" fmla="*/ 229212 w 264729"/>
                <a:gd name="connsiteY6" fmla="*/ 3489 h 84214"/>
                <a:gd name="connsiteX7" fmla="*/ 177071 w 264729"/>
                <a:gd name="connsiteY7" fmla="*/ 25718 h 84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729" h="84214">
                  <a:moveTo>
                    <a:pt x="0" y="84215"/>
                  </a:moveTo>
                  <a:cubicBezTo>
                    <a:pt x="0" y="84215"/>
                    <a:pt x="38950" y="76645"/>
                    <a:pt x="107107" y="80543"/>
                  </a:cubicBezTo>
                  <a:cubicBezTo>
                    <a:pt x="125099" y="81560"/>
                    <a:pt x="143007" y="77549"/>
                    <a:pt x="158937" y="69132"/>
                  </a:cubicBezTo>
                  <a:lnTo>
                    <a:pt x="262570" y="14477"/>
                  </a:lnTo>
                  <a:cubicBezTo>
                    <a:pt x="264830" y="13290"/>
                    <a:pt x="265423" y="10353"/>
                    <a:pt x="263841" y="8347"/>
                  </a:cubicBezTo>
                  <a:cubicBezTo>
                    <a:pt x="260141" y="3602"/>
                    <a:pt x="251695" y="-2979"/>
                    <a:pt x="234805" y="1484"/>
                  </a:cubicBezTo>
                  <a:cubicBezTo>
                    <a:pt x="232884" y="1992"/>
                    <a:pt x="231019" y="2698"/>
                    <a:pt x="229212" y="3489"/>
                  </a:cubicBezTo>
                  <a:lnTo>
                    <a:pt x="177071" y="25718"/>
                  </a:lnTo>
                </a:path>
              </a:pathLst>
            </a:custGeom>
            <a:noFill/>
            <a:ln w="8472" cap="flat">
              <a:solidFill>
                <a:srgbClr val="01355A"/>
              </a:solidFill>
              <a:prstDash val="solid"/>
              <a:miter/>
            </a:ln>
          </p:spPr>
          <p:txBody>
            <a:bodyPr rtlCol="1" anchor="ctr"/>
            <a:lstStyle/>
            <a:p>
              <a:endParaRPr lang="ar-SA"/>
            </a:p>
          </p:txBody>
        </p:sp>
        <p:sp>
          <p:nvSpPr>
            <p:cNvPr id="8411" name="شكل حر: شكل 9355">
              <a:extLst>
                <a:ext uri="{FF2B5EF4-FFF2-40B4-BE49-F238E27FC236}">
                  <a16:creationId xmlns:a16="http://schemas.microsoft.com/office/drawing/2014/main" id="{99278B55-C264-9D1D-AA39-574EE05936AD}"/>
                </a:ext>
              </a:extLst>
            </p:cNvPr>
            <p:cNvSpPr/>
            <p:nvPr/>
          </p:nvSpPr>
          <p:spPr>
            <a:xfrm>
              <a:off x="4098932" y="3025852"/>
              <a:ext cx="38329" cy="98887"/>
            </a:xfrm>
            <a:custGeom>
              <a:avLst/>
              <a:gdLst>
                <a:gd name="connsiteX0" fmla="*/ 0 w 38329"/>
                <a:gd name="connsiteY0" fmla="*/ 98887 h 98887"/>
                <a:gd name="connsiteX1" fmla="*/ 38329 w 38329"/>
                <a:gd name="connsiteY1" fmla="*/ 98887 h 98887"/>
                <a:gd name="connsiteX2" fmla="*/ 38329 w 38329"/>
                <a:gd name="connsiteY2" fmla="*/ 0 h 98887"/>
                <a:gd name="connsiteX3" fmla="*/ 0 w 38329"/>
                <a:gd name="connsiteY3" fmla="*/ 0 h 98887"/>
              </a:gdLst>
              <a:ahLst/>
              <a:cxnLst>
                <a:cxn ang="0">
                  <a:pos x="connsiteX0" y="connsiteY0"/>
                </a:cxn>
                <a:cxn ang="0">
                  <a:pos x="connsiteX1" y="connsiteY1"/>
                </a:cxn>
                <a:cxn ang="0">
                  <a:pos x="connsiteX2" y="connsiteY2"/>
                </a:cxn>
                <a:cxn ang="0">
                  <a:pos x="connsiteX3" y="connsiteY3"/>
                </a:cxn>
              </a:cxnLst>
              <a:rect l="l" t="t" r="r" b="b"/>
              <a:pathLst>
                <a:path w="38329" h="98887">
                  <a:moveTo>
                    <a:pt x="0" y="98887"/>
                  </a:moveTo>
                  <a:lnTo>
                    <a:pt x="38329" y="98887"/>
                  </a:lnTo>
                  <a:lnTo>
                    <a:pt x="38329" y="0"/>
                  </a:lnTo>
                  <a:lnTo>
                    <a:pt x="0" y="0"/>
                  </a:lnTo>
                </a:path>
              </a:pathLst>
            </a:custGeom>
            <a:noFill/>
            <a:ln w="8472" cap="flat">
              <a:solidFill>
                <a:srgbClr val="01355A"/>
              </a:solidFill>
              <a:prstDash val="solid"/>
              <a:miter/>
            </a:ln>
          </p:spPr>
          <p:txBody>
            <a:bodyPr rtlCol="1" anchor="ctr"/>
            <a:lstStyle/>
            <a:p>
              <a:endParaRPr lang="ar-SA"/>
            </a:p>
          </p:txBody>
        </p:sp>
        <p:sp>
          <p:nvSpPr>
            <p:cNvPr id="8412" name="شكل حر: شكل 9356">
              <a:extLst>
                <a:ext uri="{FF2B5EF4-FFF2-40B4-BE49-F238E27FC236}">
                  <a16:creationId xmlns:a16="http://schemas.microsoft.com/office/drawing/2014/main" id="{1CFDB9C2-117D-FC63-5B46-B533D246B12F}"/>
                </a:ext>
              </a:extLst>
            </p:cNvPr>
            <p:cNvSpPr/>
            <p:nvPr/>
          </p:nvSpPr>
          <p:spPr>
            <a:xfrm>
              <a:off x="4038826" y="2996929"/>
              <a:ext cx="60106" cy="154050"/>
            </a:xfrm>
            <a:custGeom>
              <a:avLst/>
              <a:gdLst>
                <a:gd name="connsiteX0" fmla="*/ 0 w 60106"/>
                <a:gd name="connsiteY0" fmla="*/ 154051 h 154050"/>
                <a:gd name="connsiteX1" fmla="*/ 60106 w 60106"/>
                <a:gd name="connsiteY1" fmla="*/ 154051 h 154050"/>
                <a:gd name="connsiteX2" fmla="*/ 60106 w 60106"/>
                <a:gd name="connsiteY2" fmla="*/ 0 h 154050"/>
                <a:gd name="connsiteX3" fmla="*/ 0 w 60106"/>
                <a:gd name="connsiteY3" fmla="*/ 0 h 154050"/>
              </a:gdLst>
              <a:ahLst/>
              <a:cxnLst>
                <a:cxn ang="0">
                  <a:pos x="connsiteX0" y="connsiteY0"/>
                </a:cxn>
                <a:cxn ang="0">
                  <a:pos x="connsiteX1" y="connsiteY1"/>
                </a:cxn>
                <a:cxn ang="0">
                  <a:pos x="connsiteX2" y="connsiteY2"/>
                </a:cxn>
                <a:cxn ang="0">
                  <a:pos x="connsiteX3" y="connsiteY3"/>
                </a:cxn>
              </a:cxnLst>
              <a:rect l="l" t="t" r="r" b="b"/>
              <a:pathLst>
                <a:path w="60106" h="154050">
                  <a:moveTo>
                    <a:pt x="0" y="154051"/>
                  </a:moveTo>
                  <a:lnTo>
                    <a:pt x="60106" y="154051"/>
                  </a:lnTo>
                  <a:lnTo>
                    <a:pt x="60106" y="0"/>
                  </a:lnTo>
                  <a:lnTo>
                    <a:pt x="0" y="0"/>
                  </a:lnTo>
                </a:path>
              </a:pathLst>
            </a:custGeom>
            <a:noFill/>
            <a:ln w="8472" cap="flat">
              <a:solidFill>
                <a:srgbClr val="01355A"/>
              </a:solidFill>
              <a:prstDash val="solid"/>
              <a:miter/>
            </a:ln>
          </p:spPr>
          <p:txBody>
            <a:bodyPr rtlCol="1" anchor="ctr"/>
            <a:lstStyle/>
            <a:p>
              <a:endParaRPr lang="ar-SA"/>
            </a:p>
          </p:txBody>
        </p:sp>
        <p:grpSp>
          <p:nvGrpSpPr>
            <p:cNvPr id="8413" name="رسم 8014">
              <a:extLst>
                <a:ext uri="{FF2B5EF4-FFF2-40B4-BE49-F238E27FC236}">
                  <a16:creationId xmlns:a16="http://schemas.microsoft.com/office/drawing/2014/main" id="{B2F4559D-44E1-64CA-C672-22B22B3A8266}"/>
                </a:ext>
              </a:extLst>
            </p:cNvPr>
            <p:cNvGrpSpPr/>
            <p:nvPr/>
          </p:nvGrpSpPr>
          <p:grpSpPr>
            <a:xfrm>
              <a:off x="4155290" y="2824914"/>
              <a:ext cx="206256" cy="203536"/>
              <a:chOff x="4155290" y="2824914"/>
              <a:chExt cx="206256" cy="203536"/>
            </a:xfrm>
            <a:noFill/>
          </p:grpSpPr>
          <p:grpSp>
            <p:nvGrpSpPr>
              <p:cNvPr id="8414" name="رسم 8014">
                <a:extLst>
                  <a:ext uri="{FF2B5EF4-FFF2-40B4-BE49-F238E27FC236}">
                    <a16:creationId xmlns:a16="http://schemas.microsoft.com/office/drawing/2014/main" id="{C413B358-CCFD-F543-9CA8-97BCBD664644}"/>
                  </a:ext>
                </a:extLst>
              </p:cNvPr>
              <p:cNvGrpSpPr/>
              <p:nvPr/>
            </p:nvGrpSpPr>
            <p:grpSpPr>
              <a:xfrm>
                <a:off x="4242504" y="2929422"/>
                <a:ext cx="32821" cy="84002"/>
                <a:chOff x="4242504" y="2929422"/>
                <a:chExt cx="32821" cy="84002"/>
              </a:xfrm>
              <a:noFill/>
            </p:grpSpPr>
            <p:sp>
              <p:nvSpPr>
                <p:cNvPr id="8422" name="شكل حر: شكل 9359">
                  <a:extLst>
                    <a:ext uri="{FF2B5EF4-FFF2-40B4-BE49-F238E27FC236}">
                      <a16:creationId xmlns:a16="http://schemas.microsoft.com/office/drawing/2014/main" id="{8C888146-FE77-40A5-6F9A-D7167471D76A}"/>
                    </a:ext>
                  </a:extLst>
                </p:cNvPr>
                <p:cNvSpPr/>
                <p:nvPr/>
              </p:nvSpPr>
              <p:spPr>
                <a:xfrm>
                  <a:off x="4242504" y="2938545"/>
                  <a:ext cx="32821" cy="65642"/>
                </a:xfrm>
                <a:custGeom>
                  <a:avLst/>
                  <a:gdLst>
                    <a:gd name="connsiteX0" fmla="*/ 0 w 32821"/>
                    <a:gd name="connsiteY0" fmla="*/ 49232 h 65642"/>
                    <a:gd name="connsiteX1" fmla="*/ 16410 w 32821"/>
                    <a:gd name="connsiteY1" fmla="*/ 65642 h 65642"/>
                    <a:gd name="connsiteX2" fmla="*/ 32821 w 32821"/>
                    <a:gd name="connsiteY2" fmla="*/ 49232 h 65642"/>
                    <a:gd name="connsiteX3" fmla="*/ 16410 w 32821"/>
                    <a:gd name="connsiteY3" fmla="*/ 32821 h 65642"/>
                    <a:gd name="connsiteX4" fmla="*/ 0 w 32821"/>
                    <a:gd name="connsiteY4" fmla="*/ 16411 h 65642"/>
                    <a:gd name="connsiteX5" fmla="*/ 16410 w 32821"/>
                    <a:gd name="connsiteY5" fmla="*/ 0 h 65642"/>
                    <a:gd name="connsiteX6" fmla="*/ 32821 w 32821"/>
                    <a:gd name="connsiteY6" fmla="*/ 16411 h 65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21" h="65642">
                      <a:moveTo>
                        <a:pt x="0" y="49232"/>
                      </a:moveTo>
                      <a:cubicBezTo>
                        <a:pt x="0" y="58299"/>
                        <a:pt x="7344" y="65642"/>
                        <a:pt x="16410" y="65642"/>
                      </a:cubicBezTo>
                      <a:cubicBezTo>
                        <a:pt x="25477" y="65642"/>
                        <a:pt x="32821" y="58299"/>
                        <a:pt x="32821" y="49232"/>
                      </a:cubicBezTo>
                      <a:cubicBezTo>
                        <a:pt x="32821" y="40165"/>
                        <a:pt x="26099" y="35985"/>
                        <a:pt x="16410" y="32821"/>
                      </a:cubicBezTo>
                      <a:cubicBezTo>
                        <a:pt x="7796" y="30025"/>
                        <a:pt x="0" y="25477"/>
                        <a:pt x="0" y="16411"/>
                      </a:cubicBezTo>
                      <a:cubicBezTo>
                        <a:pt x="0" y="7344"/>
                        <a:pt x="7344" y="0"/>
                        <a:pt x="16410" y="0"/>
                      </a:cubicBezTo>
                      <a:cubicBezTo>
                        <a:pt x="25477" y="0"/>
                        <a:pt x="32821" y="7344"/>
                        <a:pt x="32821" y="16411"/>
                      </a:cubicBezTo>
                    </a:path>
                  </a:pathLst>
                </a:custGeom>
                <a:noFill/>
                <a:ln w="8472" cap="flat">
                  <a:solidFill>
                    <a:srgbClr val="17A3A3"/>
                  </a:solidFill>
                  <a:prstDash val="solid"/>
                  <a:miter/>
                </a:ln>
              </p:spPr>
              <p:txBody>
                <a:bodyPr rtlCol="1" anchor="ctr"/>
                <a:lstStyle/>
                <a:p>
                  <a:endParaRPr lang="ar-SA"/>
                </a:p>
              </p:txBody>
            </p:sp>
            <p:sp>
              <p:nvSpPr>
                <p:cNvPr id="8423" name="شكل حر: شكل 9360">
                  <a:extLst>
                    <a:ext uri="{FF2B5EF4-FFF2-40B4-BE49-F238E27FC236}">
                      <a16:creationId xmlns:a16="http://schemas.microsoft.com/office/drawing/2014/main" id="{F4F502E3-268D-DA90-AB0A-7A693776E762}"/>
                    </a:ext>
                  </a:extLst>
                </p:cNvPr>
                <p:cNvSpPr/>
                <p:nvPr/>
              </p:nvSpPr>
              <p:spPr>
                <a:xfrm>
                  <a:off x="4258914" y="2929422"/>
                  <a:ext cx="2824" cy="9264"/>
                </a:xfrm>
                <a:custGeom>
                  <a:avLst/>
                  <a:gdLst>
                    <a:gd name="connsiteX0" fmla="*/ 0 w 2824"/>
                    <a:gd name="connsiteY0" fmla="*/ 0 h 9264"/>
                    <a:gd name="connsiteX1" fmla="*/ 0 w 2824"/>
                    <a:gd name="connsiteY1" fmla="*/ 9265 h 9264"/>
                  </a:gdLst>
                  <a:ahLst/>
                  <a:cxnLst>
                    <a:cxn ang="0">
                      <a:pos x="connsiteX0" y="connsiteY0"/>
                    </a:cxn>
                    <a:cxn ang="0">
                      <a:pos x="connsiteX1" y="connsiteY1"/>
                    </a:cxn>
                  </a:cxnLst>
                  <a:rect l="l" t="t" r="r" b="b"/>
                  <a:pathLst>
                    <a:path w="2824" h="9264">
                      <a:moveTo>
                        <a:pt x="0" y="0"/>
                      </a:moveTo>
                      <a:lnTo>
                        <a:pt x="0" y="9265"/>
                      </a:lnTo>
                    </a:path>
                  </a:pathLst>
                </a:custGeom>
                <a:ln w="8472" cap="flat">
                  <a:solidFill>
                    <a:srgbClr val="17A3A3"/>
                  </a:solidFill>
                  <a:prstDash val="solid"/>
                  <a:miter/>
                </a:ln>
              </p:spPr>
              <p:txBody>
                <a:bodyPr rtlCol="1" anchor="ctr"/>
                <a:lstStyle/>
                <a:p>
                  <a:endParaRPr lang="ar-SA"/>
                </a:p>
              </p:txBody>
            </p:sp>
            <p:sp>
              <p:nvSpPr>
                <p:cNvPr id="8424" name="شكل حر: شكل 9361">
                  <a:extLst>
                    <a:ext uri="{FF2B5EF4-FFF2-40B4-BE49-F238E27FC236}">
                      <a16:creationId xmlns:a16="http://schemas.microsoft.com/office/drawing/2014/main" id="{D1005CC0-1B1D-7210-58B8-146CDFBA0EE7}"/>
                    </a:ext>
                  </a:extLst>
                </p:cNvPr>
                <p:cNvSpPr/>
                <p:nvPr/>
              </p:nvSpPr>
              <p:spPr>
                <a:xfrm>
                  <a:off x="4258914" y="3004188"/>
                  <a:ext cx="2824" cy="9236"/>
                </a:xfrm>
                <a:custGeom>
                  <a:avLst/>
                  <a:gdLst>
                    <a:gd name="connsiteX0" fmla="*/ 0 w 2824"/>
                    <a:gd name="connsiteY0" fmla="*/ 0 h 9236"/>
                    <a:gd name="connsiteX1" fmla="*/ 0 w 2824"/>
                    <a:gd name="connsiteY1" fmla="*/ 9236 h 9236"/>
                  </a:gdLst>
                  <a:ahLst/>
                  <a:cxnLst>
                    <a:cxn ang="0">
                      <a:pos x="connsiteX0" y="connsiteY0"/>
                    </a:cxn>
                    <a:cxn ang="0">
                      <a:pos x="connsiteX1" y="connsiteY1"/>
                    </a:cxn>
                  </a:cxnLst>
                  <a:rect l="l" t="t" r="r" b="b"/>
                  <a:pathLst>
                    <a:path w="2824" h="9236">
                      <a:moveTo>
                        <a:pt x="0" y="0"/>
                      </a:moveTo>
                      <a:lnTo>
                        <a:pt x="0" y="9236"/>
                      </a:lnTo>
                    </a:path>
                  </a:pathLst>
                </a:custGeom>
                <a:ln w="8472" cap="flat">
                  <a:solidFill>
                    <a:srgbClr val="17A3A3"/>
                  </a:solidFill>
                  <a:prstDash val="solid"/>
                  <a:miter/>
                </a:ln>
              </p:spPr>
              <p:txBody>
                <a:bodyPr rtlCol="1" anchor="ctr"/>
                <a:lstStyle/>
                <a:p>
                  <a:endParaRPr lang="ar-SA"/>
                </a:p>
              </p:txBody>
            </p:sp>
          </p:grpSp>
          <p:sp>
            <p:nvSpPr>
              <p:cNvPr id="8415" name="شكل حر: شكل 9362">
                <a:extLst>
                  <a:ext uri="{FF2B5EF4-FFF2-40B4-BE49-F238E27FC236}">
                    <a16:creationId xmlns:a16="http://schemas.microsoft.com/office/drawing/2014/main" id="{52B2BD52-B1A8-925A-8864-115652BBE577}"/>
                  </a:ext>
                </a:extLst>
              </p:cNvPr>
              <p:cNvSpPr/>
              <p:nvPr/>
            </p:nvSpPr>
            <p:spPr>
              <a:xfrm>
                <a:off x="4318484" y="2919847"/>
                <a:ext cx="43062" cy="108603"/>
              </a:xfrm>
              <a:custGeom>
                <a:avLst/>
                <a:gdLst>
                  <a:gd name="connsiteX0" fmla="*/ 26918 w 43062"/>
                  <a:gd name="connsiteY0" fmla="*/ 108604 h 108603"/>
                  <a:gd name="connsiteX1" fmla="*/ 37934 w 43062"/>
                  <a:gd name="connsiteY1" fmla="*/ 42735 h 108603"/>
                  <a:gd name="connsiteX2" fmla="*/ 0 w 43062"/>
                  <a:gd name="connsiteY2" fmla="*/ 0 h 108603"/>
                </a:gdLst>
                <a:ahLst/>
                <a:cxnLst>
                  <a:cxn ang="0">
                    <a:pos x="connsiteX0" y="connsiteY0"/>
                  </a:cxn>
                  <a:cxn ang="0">
                    <a:pos x="connsiteX1" y="connsiteY1"/>
                  </a:cxn>
                  <a:cxn ang="0">
                    <a:pos x="connsiteX2" y="connsiteY2"/>
                  </a:cxn>
                </a:cxnLst>
                <a:rect l="l" t="t" r="r" b="b"/>
                <a:pathLst>
                  <a:path w="43062" h="108603">
                    <a:moveTo>
                      <a:pt x="26918" y="108604"/>
                    </a:moveTo>
                    <a:cubicBezTo>
                      <a:pt x="39149" y="93916"/>
                      <a:pt x="49712" y="66292"/>
                      <a:pt x="37934" y="42735"/>
                    </a:cubicBezTo>
                    <a:cubicBezTo>
                      <a:pt x="30420" y="27709"/>
                      <a:pt x="18275" y="12795"/>
                      <a:pt x="0" y="0"/>
                    </a:cubicBezTo>
                  </a:path>
                </a:pathLst>
              </a:custGeom>
              <a:noFill/>
              <a:ln w="8472" cap="flat">
                <a:solidFill>
                  <a:srgbClr val="17A3A3"/>
                </a:solidFill>
                <a:prstDash val="solid"/>
                <a:miter/>
              </a:ln>
            </p:spPr>
            <p:txBody>
              <a:bodyPr rtlCol="1" anchor="ctr"/>
              <a:lstStyle/>
              <a:p>
                <a:endParaRPr lang="ar-SA"/>
              </a:p>
            </p:txBody>
          </p:sp>
          <p:sp>
            <p:nvSpPr>
              <p:cNvPr id="8416" name="شكل حر: شكل 9363">
                <a:extLst>
                  <a:ext uri="{FF2B5EF4-FFF2-40B4-BE49-F238E27FC236}">
                    <a16:creationId xmlns:a16="http://schemas.microsoft.com/office/drawing/2014/main" id="{91B00FDF-0AA0-1F94-6F09-5F2EB7DC5B7A}"/>
                  </a:ext>
                </a:extLst>
              </p:cNvPr>
              <p:cNvSpPr/>
              <p:nvPr/>
            </p:nvSpPr>
            <p:spPr>
              <a:xfrm>
                <a:off x="4155290" y="2919875"/>
                <a:ext cx="44026" cy="104960"/>
              </a:xfrm>
              <a:custGeom>
                <a:avLst/>
                <a:gdLst>
                  <a:gd name="connsiteX0" fmla="*/ 44026 w 44026"/>
                  <a:gd name="connsiteY0" fmla="*/ 0 h 104960"/>
                  <a:gd name="connsiteX1" fmla="*/ 6093 w 44026"/>
                  <a:gd name="connsiteY1" fmla="*/ 42735 h 104960"/>
                  <a:gd name="connsiteX2" fmla="*/ 14227 w 44026"/>
                  <a:gd name="connsiteY2" fmla="*/ 104960 h 104960"/>
                </a:gdLst>
                <a:ahLst/>
                <a:cxnLst>
                  <a:cxn ang="0">
                    <a:pos x="connsiteX0" y="connsiteY0"/>
                  </a:cxn>
                  <a:cxn ang="0">
                    <a:pos x="connsiteX1" y="connsiteY1"/>
                  </a:cxn>
                  <a:cxn ang="0">
                    <a:pos x="connsiteX2" y="connsiteY2"/>
                  </a:cxn>
                </a:cxnLst>
                <a:rect l="l" t="t" r="r" b="b"/>
                <a:pathLst>
                  <a:path w="44026" h="104960">
                    <a:moveTo>
                      <a:pt x="44026" y="0"/>
                    </a:moveTo>
                    <a:cubicBezTo>
                      <a:pt x="25752" y="12767"/>
                      <a:pt x="13832" y="27822"/>
                      <a:pt x="6093" y="42735"/>
                    </a:cubicBezTo>
                    <a:cubicBezTo>
                      <a:pt x="-5121" y="64400"/>
                      <a:pt x="48" y="90753"/>
                      <a:pt x="14227" y="104960"/>
                    </a:cubicBezTo>
                  </a:path>
                </a:pathLst>
              </a:custGeom>
              <a:noFill/>
              <a:ln w="8472" cap="flat">
                <a:solidFill>
                  <a:srgbClr val="17A3A3"/>
                </a:solidFill>
                <a:prstDash val="solid"/>
                <a:miter/>
              </a:ln>
            </p:spPr>
            <p:txBody>
              <a:bodyPr rtlCol="1" anchor="ctr"/>
              <a:lstStyle/>
              <a:p>
                <a:endParaRPr lang="ar-SA"/>
              </a:p>
            </p:txBody>
          </p:sp>
          <p:sp>
            <p:nvSpPr>
              <p:cNvPr id="8417" name="شكل حر: شكل 9364">
                <a:extLst>
                  <a:ext uri="{FF2B5EF4-FFF2-40B4-BE49-F238E27FC236}">
                    <a16:creationId xmlns:a16="http://schemas.microsoft.com/office/drawing/2014/main" id="{057F627D-761A-307B-80BC-ED213D24F4F7}"/>
                  </a:ext>
                </a:extLst>
              </p:cNvPr>
              <p:cNvSpPr/>
              <p:nvPr/>
            </p:nvSpPr>
            <p:spPr>
              <a:xfrm>
                <a:off x="4174404" y="2873524"/>
                <a:ext cx="168964" cy="49260"/>
              </a:xfrm>
              <a:custGeom>
                <a:avLst/>
                <a:gdLst>
                  <a:gd name="connsiteX0" fmla="*/ 0 w 168964"/>
                  <a:gd name="connsiteY0" fmla="*/ 49260 h 49260"/>
                  <a:gd name="connsiteX1" fmla="*/ 0 w 168964"/>
                  <a:gd name="connsiteY1" fmla="*/ 29206 h 49260"/>
                  <a:gd name="connsiteX2" fmla="*/ 29206 w 168964"/>
                  <a:gd name="connsiteY2" fmla="*/ 0 h 49260"/>
                  <a:gd name="connsiteX3" fmla="*/ 139759 w 168964"/>
                  <a:gd name="connsiteY3" fmla="*/ 0 h 49260"/>
                  <a:gd name="connsiteX4" fmla="*/ 168964 w 168964"/>
                  <a:gd name="connsiteY4" fmla="*/ 29206 h 49260"/>
                  <a:gd name="connsiteX5" fmla="*/ 168964 w 168964"/>
                  <a:gd name="connsiteY5" fmla="*/ 49260 h 49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8964" h="49260">
                    <a:moveTo>
                      <a:pt x="0" y="49260"/>
                    </a:moveTo>
                    <a:lnTo>
                      <a:pt x="0" y="29206"/>
                    </a:lnTo>
                    <a:cubicBezTo>
                      <a:pt x="0" y="13077"/>
                      <a:pt x="13078" y="0"/>
                      <a:pt x="29206" y="0"/>
                    </a:cubicBezTo>
                    <a:lnTo>
                      <a:pt x="139759" y="0"/>
                    </a:lnTo>
                    <a:cubicBezTo>
                      <a:pt x="155887" y="0"/>
                      <a:pt x="168964" y="13077"/>
                      <a:pt x="168964" y="29206"/>
                    </a:cubicBezTo>
                    <a:lnTo>
                      <a:pt x="168964" y="49260"/>
                    </a:lnTo>
                  </a:path>
                </a:pathLst>
              </a:custGeom>
              <a:noFill/>
              <a:ln w="8472" cap="flat">
                <a:solidFill>
                  <a:srgbClr val="17A3A3"/>
                </a:solidFill>
                <a:prstDash val="solid"/>
                <a:miter/>
              </a:ln>
            </p:spPr>
            <p:txBody>
              <a:bodyPr rtlCol="1" anchor="ctr"/>
              <a:lstStyle/>
              <a:p>
                <a:endParaRPr lang="ar-SA"/>
              </a:p>
            </p:txBody>
          </p:sp>
          <p:grpSp>
            <p:nvGrpSpPr>
              <p:cNvPr id="8418" name="رسم 8014">
                <a:extLst>
                  <a:ext uri="{FF2B5EF4-FFF2-40B4-BE49-F238E27FC236}">
                    <a16:creationId xmlns:a16="http://schemas.microsoft.com/office/drawing/2014/main" id="{B77E8D3A-5651-72BE-A5DD-D3DC200825E1}"/>
                  </a:ext>
                </a:extLst>
              </p:cNvPr>
              <p:cNvGrpSpPr/>
              <p:nvPr/>
            </p:nvGrpSpPr>
            <p:grpSpPr>
              <a:xfrm>
                <a:off x="4231460" y="2824914"/>
                <a:ext cx="54909" cy="30674"/>
                <a:chOff x="4231460" y="2824914"/>
                <a:chExt cx="54909" cy="30674"/>
              </a:xfrm>
              <a:noFill/>
            </p:grpSpPr>
            <p:sp>
              <p:nvSpPr>
                <p:cNvPr id="8420" name="شكل حر: شكل 9366">
                  <a:extLst>
                    <a:ext uri="{FF2B5EF4-FFF2-40B4-BE49-F238E27FC236}">
                      <a16:creationId xmlns:a16="http://schemas.microsoft.com/office/drawing/2014/main" id="{EB5F085D-C997-6831-976C-8211FDA218E0}"/>
                    </a:ext>
                  </a:extLst>
                </p:cNvPr>
                <p:cNvSpPr/>
                <p:nvPr/>
              </p:nvSpPr>
              <p:spPr>
                <a:xfrm>
                  <a:off x="4231460" y="2824914"/>
                  <a:ext cx="30674" cy="30674"/>
                </a:xfrm>
                <a:custGeom>
                  <a:avLst/>
                  <a:gdLst>
                    <a:gd name="connsiteX0" fmla="*/ 30675 w 30674"/>
                    <a:gd name="connsiteY0" fmla="*/ 15337 h 30674"/>
                    <a:gd name="connsiteX1" fmla="*/ 15337 w 30674"/>
                    <a:gd name="connsiteY1" fmla="*/ 30675 h 30674"/>
                    <a:gd name="connsiteX2" fmla="*/ 0 w 30674"/>
                    <a:gd name="connsiteY2" fmla="*/ 15337 h 30674"/>
                    <a:gd name="connsiteX3" fmla="*/ 15337 w 30674"/>
                    <a:gd name="connsiteY3" fmla="*/ 0 h 30674"/>
                    <a:gd name="connsiteX4" fmla="*/ 30675 w 30674"/>
                    <a:gd name="connsiteY4" fmla="*/ 15337 h 306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674" h="30674">
                      <a:moveTo>
                        <a:pt x="30675" y="15337"/>
                      </a:moveTo>
                      <a:cubicBezTo>
                        <a:pt x="30675" y="23808"/>
                        <a:pt x="23808" y="30675"/>
                        <a:pt x="15337" y="30675"/>
                      </a:cubicBezTo>
                      <a:cubicBezTo>
                        <a:pt x="6867" y="30675"/>
                        <a:pt x="0" y="23808"/>
                        <a:pt x="0" y="15337"/>
                      </a:cubicBezTo>
                      <a:cubicBezTo>
                        <a:pt x="0" y="6867"/>
                        <a:pt x="6867" y="0"/>
                        <a:pt x="15337" y="0"/>
                      </a:cubicBezTo>
                      <a:cubicBezTo>
                        <a:pt x="23808" y="0"/>
                        <a:pt x="30675" y="6867"/>
                        <a:pt x="30675" y="15337"/>
                      </a:cubicBezTo>
                      <a:close/>
                    </a:path>
                  </a:pathLst>
                </a:custGeom>
                <a:noFill/>
                <a:ln w="8472" cap="flat">
                  <a:solidFill>
                    <a:srgbClr val="17A3A3"/>
                  </a:solidFill>
                  <a:prstDash val="solid"/>
                  <a:miter/>
                </a:ln>
              </p:spPr>
              <p:txBody>
                <a:bodyPr rtlCol="1" anchor="ctr"/>
                <a:lstStyle/>
                <a:p>
                  <a:endParaRPr lang="ar-SA"/>
                </a:p>
              </p:txBody>
            </p:sp>
            <p:sp>
              <p:nvSpPr>
                <p:cNvPr id="8421" name="شكل حر: شكل 9367">
                  <a:extLst>
                    <a:ext uri="{FF2B5EF4-FFF2-40B4-BE49-F238E27FC236}">
                      <a16:creationId xmlns:a16="http://schemas.microsoft.com/office/drawing/2014/main" id="{610FD902-C810-6683-5C5A-3B535441AAFB}"/>
                    </a:ext>
                  </a:extLst>
                </p:cNvPr>
                <p:cNvSpPr/>
                <p:nvPr/>
              </p:nvSpPr>
              <p:spPr>
                <a:xfrm>
                  <a:off x="4271032" y="2824914"/>
                  <a:ext cx="15337" cy="30674"/>
                </a:xfrm>
                <a:custGeom>
                  <a:avLst/>
                  <a:gdLst>
                    <a:gd name="connsiteX0" fmla="*/ 0 w 15337"/>
                    <a:gd name="connsiteY0" fmla="*/ 0 h 30674"/>
                    <a:gd name="connsiteX1" fmla="*/ 15337 w 15337"/>
                    <a:gd name="connsiteY1" fmla="*/ 15337 h 30674"/>
                    <a:gd name="connsiteX2" fmla="*/ 0 w 15337"/>
                    <a:gd name="connsiteY2" fmla="*/ 30675 h 30674"/>
                  </a:gdLst>
                  <a:ahLst/>
                  <a:cxnLst>
                    <a:cxn ang="0">
                      <a:pos x="connsiteX0" y="connsiteY0"/>
                    </a:cxn>
                    <a:cxn ang="0">
                      <a:pos x="connsiteX1" y="connsiteY1"/>
                    </a:cxn>
                    <a:cxn ang="0">
                      <a:pos x="connsiteX2" y="connsiteY2"/>
                    </a:cxn>
                  </a:cxnLst>
                  <a:rect l="l" t="t" r="r" b="b"/>
                  <a:pathLst>
                    <a:path w="15337" h="30674">
                      <a:moveTo>
                        <a:pt x="0" y="0"/>
                      </a:moveTo>
                      <a:cubicBezTo>
                        <a:pt x="8474" y="0"/>
                        <a:pt x="15337" y="6864"/>
                        <a:pt x="15337" y="15337"/>
                      </a:cubicBezTo>
                      <a:cubicBezTo>
                        <a:pt x="15337" y="23811"/>
                        <a:pt x="8474" y="30675"/>
                        <a:pt x="0" y="30675"/>
                      </a:cubicBezTo>
                    </a:path>
                  </a:pathLst>
                </a:custGeom>
                <a:noFill/>
                <a:ln w="8472" cap="flat">
                  <a:solidFill>
                    <a:srgbClr val="17A3A3"/>
                  </a:solidFill>
                  <a:prstDash val="solid"/>
                  <a:miter/>
                </a:ln>
              </p:spPr>
              <p:txBody>
                <a:bodyPr rtlCol="1" anchor="ctr"/>
                <a:lstStyle/>
                <a:p>
                  <a:endParaRPr lang="ar-SA"/>
                </a:p>
              </p:txBody>
            </p:sp>
          </p:grpSp>
          <p:sp>
            <p:nvSpPr>
              <p:cNvPr id="8419" name="شكل حر: شكل 9368">
                <a:extLst>
                  <a:ext uri="{FF2B5EF4-FFF2-40B4-BE49-F238E27FC236}">
                    <a16:creationId xmlns:a16="http://schemas.microsoft.com/office/drawing/2014/main" id="{07924AAA-331D-B1F6-C149-063C391C3D61}"/>
                  </a:ext>
                </a:extLst>
              </p:cNvPr>
              <p:cNvSpPr/>
              <p:nvPr/>
            </p:nvSpPr>
            <p:spPr>
              <a:xfrm>
                <a:off x="4201068" y="2899086"/>
                <a:ext cx="115693" cy="2824"/>
              </a:xfrm>
              <a:custGeom>
                <a:avLst/>
                <a:gdLst>
                  <a:gd name="connsiteX0" fmla="*/ 0 w 115693"/>
                  <a:gd name="connsiteY0" fmla="*/ 0 h 2824"/>
                  <a:gd name="connsiteX1" fmla="*/ 115693 w 115693"/>
                  <a:gd name="connsiteY1" fmla="*/ 0 h 2824"/>
                </a:gdLst>
                <a:ahLst/>
                <a:cxnLst>
                  <a:cxn ang="0">
                    <a:pos x="connsiteX0" y="connsiteY0"/>
                  </a:cxn>
                  <a:cxn ang="0">
                    <a:pos x="connsiteX1" y="connsiteY1"/>
                  </a:cxn>
                </a:cxnLst>
                <a:rect l="l" t="t" r="r" b="b"/>
                <a:pathLst>
                  <a:path w="115693" h="2824">
                    <a:moveTo>
                      <a:pt x="0" y="0"/>
                    </a:moveTo>
                    <a:lnTo>
                      <a:pt x="115693" y="0"/>
                    </a:lnTo>
                  </a:path>
                </a:pathLst>
              </a:custGeom>
              <a:ln w="8472" cap="flat">
                <a:solidFill>
                  <a:srgbClr val="17A3A3"/>
                </a:solidFill>
                <a:prstDash val="solid"/>
                <a:miter/>
              </a:ln>
            </p:spPr>
            <p:txBody>
              <a:bodyPr rtlCol="1" anchor="ctr"/>
              <a:lstStyle/>
              <a:p>
                <a:endParaRPr lang="ar-SA"/>
              </a:p>
            </p:txBody>
          </p:sp>
        </p:grpSp>
      </p:grpSp>
      <p:grpSp>
        <p:nvGrpSpPr>
          <p:cNvPr id="8425" name="رسم 8014">
            <a:extLst>
              <a:ext uri="{FF2B5EF4-FFF2-40B4-BE49-F238E27FC236}">
                <a16:creationId xmlns:a16="http://schemas.microsoft.com/office/drawing/2014/main" id="{F7DAC0F9-D932-4195-DC30-66D66FAFBC0C}"/>
              </a:ext>
            </a:extLst>
          </p:cNvPr>
          <p:cNvGrpSpPr/>
          <p:nvPr/>
        </p:nvGrpSpPr>
        <p:grpSpPr>
          <a:xfrm>
            <a:off x="3284118" y="3672779"/>
            <a:ext cx="282619" cy="253974"/>
            <a:chOff x="3006934" y="2844375"/>
            <a:chExt cx="337815" cy="322224"/>
          </a:xfrm>
          <a:noFill/>
        </p:grpSpPr>
        <p:sp>
          <p:nvSpPr>
            <p:cNvPr id="8426" name="شكل حر: شكل 9370">
              <a:extLst>
                <a:ext uri="{FF2B5EF4-FFF2-40B4-BE49-F238E27FC236}">
                  <a16:creationId xmlns:a16="http://schemas.microsoft.com/office/drawing/2014/main" id="{411D089F-CDAB-EB25-0BFB-9CD72A0FA2E6}"/>
                </a:ext>
              </a:extLst>
            </p:cNvPr>
            <p:cNvSpPr/>
            <p:nvPr/>
          </p:nvSpPr>
          <p:spPr>
            <a:xfrm>
              <a:off x="3151974" y="2972779"/>
              <a:ext cx="120749" cy="82363"/>
            </a:xfrm>
            <a:custGeom>
              <a:avLst/>
              <a:gdLst>
                <a:gd name="connsiteX0" fmla="*/ 120749 w 120749"/>
                <a:gd name="connsiteY0" fmla="*/ 82364 h 82363"/>
                <a:gd name="connsiteX1" fmla="*/ 120749 w 120749"/>
                <a:gd name="connsiteY1" fmla="*/ 7654 h 82363"/>
                <a:gd name="connsiteX2" fmla="*/ 113095 w 120749"/>
                <a:gd name="connsiteY2" fmla="*/ 0 h 82363"/>
                <a:gd name="connsiteX3" fmla="*/ 0 w 120749"/>
                <a:gd name="connsiteY3" fmla="*/ 0 h 82363"/>
              </a:gdLst>
              <a:ahLst/>
              <a:cxnLst>
                <a:cxn ang="0">
                  <a:pos x="connsiteX0" y="connsiteY0"/>
                </a:cxn>
                <a:cxn ang="0">
                  <a:pos x="connsiteX1" y="connsiteY1"/>
                </a:cxn>
                <a:cxn ang="0">
                  <a:pos x="connsiteX2" y="connsiteY2"/>
                </a:cxn>
                <a:cxn ang="0">
                  <a:pos x="connsiteX3" y="connsiteY3"/>
                </a:cxn>
              </a:cxnLst>
              <a:rect l="l" t="t" r="r" b="b"/>
              <a:pathLst>
                <a:path w="120749" h="82363">
                  <a:moveTo>
                    <a:pt x="120749" y="82364"/>
                  </a:moveTo>
                  <a:lnTo>
                    <a:pt x="120749" y="7654"/>
                  </a:lnTo>
                  <a:cubicBezTo>
                    <a:pt x="120749" y="3418"/>
                    <a:pt x="117332" y="0"/>
                    <a:pt x="113095" y="0"/>
                  </a:cubicBezTo>
                  <a:lnTo>
                    <a:pt x="0" y="0"/>
                  </a:lnTo>
                </a:path>
              </a:pathLst>
            </a:custGeom>
            <a:noFill/>
            <a:ln w="8472" cap="flat">
              <a:solidFill>
                <a:srgbClr val="17A3A3"/>
              </a:solidFill>
              <a:prstDash val="solid"/>
              <a:miter/>
            </a:ln>
          </p:spPr>
          <p:txBody>
            <a:bodyPr rtlCol="1" anchor="ctr"/>
            <a:lstStyle/>
            <a:p>
              <a:endParaRPr lang="ar-SA"/>
            </a:p>
          </p:txBody>
        </p:sp>
        <p:sp>
          <p:nvSpPr>
            <p:cNvPr id="8427" name="شكل حر: شكل 9371">
              <a:extLst>
                <a:ext uri="{FF2B5EF4-FFF2-40B4-BE49-F238E27FC236}">
                  <a16:creationId xmlns:a16="http://schemas.microsoft.com/office/drawing/2014/main" id="{A8A29041-448E-7C73-1E74-0BCC7ACA2C22}"/>
                </a:ext>
              </a:extLst>
            </p:cNvPr>
            <p:cNvSpPr/>
            <p:nvPr/>
          </p:nvSpPr>
          <p:spPr>
            <a:xfrm>
              <a:off x="3078960" y="2972807"/>
              <a:ext cx="2824" cy="82335"/>
            </a:xfrm>
            <a:custGeom>
              <a:avLst/>
              <a:gdLst>
                <a:gd name="connsiteX0" fmla="*/ 0 w 2824"/>
                <a:gd name="connsiteY0" fmla="*/ 0 h 82335"/>
                <a:gd name="connsiteX1" fmla="*/ 0 w 2824"/>
                <a:gd name="connsiteY1" fmla="*/ 82336 h 82335"/>
              </a:gdLst>
              <a:ahLst/>
              <a:cxnLst>
                <a:cxn ang="0">
                  <a:pos x="connsiteX0" y="connsiteY0"/>
                </a:cxn>
                <a:cxn ang="0">
                  <a:pos x="connsiteX1" y="connsiteY1"/>
                </a:cxn>
              </a:cxnLst>
              <a:rect l="l" t="t" r="r" b="b"/>
              <a:pathLst>
                <a:path w="2824" h="82335">
                  <a:moveTo>
                    <a:pt x="0" y="0"/>
                  </a:moveTo>
                  <a:lnTo>
                    <a:pt x="0" y="82336"/>
                  </a:lnTo>
                </a:path>
              </a:pathLst>
            </a:custGeom>
            <a:ln w="8472" cap="flat">
              <a:solidFill>
                <a:srgbClr val="17A3A3"/>
              </a:solidFill>
              <a:prstDash val="solid"/>
              <a:miter/>
            </a:ln>
          </p:spPr>
          <p:txBody>
            <a:bodyPr rtlCol="1" anchor="ctr"/>
            <a:lstStyle/>
            <a:p>
              <a:endParaRPr lang="ar-SA"/>
            </a:p>
          </p:txBody>
        </p:sp>
        <p:sp>
          <p:nvSpPr>
            <p:cNvPr id="8428" name="شكل حر: شكل 9372">
              <a:extLst>
                <a:ext uri="{FF2B5EF4-FFF2-40B4-BE49-F238E27FC236}">
                  <a16:creationId xmlns:a16="http://schemas.microsoft.com/office/drawing/2014/main" id="{F5C743C0-A082-6D76-F927-A4163CBA6560}"/>
                </a:ext>
              </a:extLst>
            </p:cNvPr>
            <p:cNvSpPr/>
            <p:nvPr/>
          </p:nvSpPr>
          <p:spPr>
            <a:xfrm>
              <a:off x="3078988" y="2947640"/>
              <a:ext cx="73014" cy="25166"/>
            </a:xfrm>
            <a:custGeom>
              <a:avLst/>
              <a:gdLst>
                <a:gd name="connsiteX0" fmla="*/ 73015 w 73014"/>
                <a:gd name="connsiteY0" fmla="*/ 25167 h 25166"/>
                <a:gd name="connsiteX1" fmla="*/ 0 w 73014"/>
                <a:gd name="connsiteY1" fmla="*/ 25167 h 25166"/>
                <a:gd name="connsiteX2" fmla="*/ 0 w 73014"/>
                <a:gd name="connsiteY2" fmla="*/ 0 h 25166"/>
                <a:gd name="connsiteX3" fmla="*/ 54768 w 73014"/>
                <a:gd name="connsiteY3" fmla="*/ 0 h 25166"/>
                <a:gd name="connsiteX4" fmla="*/ 68326 w 73014"/>
                <a:gd name="connsiteY4" fmla="*/ 9999 h 25166"/>
                <a:gd name="connsiteX5" fmla="*/ 73015 w 73014"/>
                <a:gd name="connsiteY5" fmla="*/ 25167 h 25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14" h="25166">
                  <a:moveTo>
                    <a:pt x="73015" y="25167"/>
                  </a:moveTo>
                  <a:lnTo>
                    <a:pt x="0" y="25167"/>
                  </a:lnTo>
                  <a:lnTo>
                    <a:pt x="0" y="0"/>
                  </a:lnTo>
                  <a:lnTo>
                    <a:pt x="54768" y="0"/>
                  </a:lnTo>
                  <a:cubicBezTo>
                    <a:pt x="60982" y="0"/>
                    <a:pt x="66490" y="4068"/>
                    <a:pt x="68326" y="9999"/>
                  </a:cubicBezTo>
                  <a:lnTo>
                    <a:pt x="73015" y="25167"/>
                  </a:lnTo>
                  <a:close/>
                </a:path>
              </a:pathLst>
            </a:custGeom>
            <a:noFill/>
            <a:ln w="8472" cap="flat">
              <a:solidFill>
                <a:srgbClr val="17A3A3"/>
              </a:solidFill>
              <a:prstDash val="solid"/>
              <a:miter/>
            </a:ln>
          </p:spPr>
          <p:txBody>
            <a:bodyPr rtlCol="1" anchor="ctr"/>
            <a:lstStyle/>
            <a:p>
              <a:endParaRPr lang="ar-SA"/>
            </a:p>
          </p:txBody>
        </p:sp>
        <p:sp>
          <p:nvSpPr>
            <p:cNvPr id="8429" name="شكل حر: شكل 9373">
              <a:extLst>
                <a:ext uri="{FF2B5EF4-FFF2-40B4-BE49-F238E27FC236}">
                  <a16:creationId xmlns:a16="http://schemas.microsoft.com/office/drawing/2014/main" id="{BED73D5D-3A22-5E34-CC1F-78ABC37F6DFF}"/>
                </a:ext>
              </a:extLst>
            </p:cNvPr>
            <p:cNvSpPr/>
            <p:nvPr/>
          </p:nvSpPr>
          <p:spPr>
            <a:xfrm>
              <a:off x="3006934" y="2844375"/>
              <a:ext cx="337815" cy="62281"/>
            </a:xfrm>
            <a:custGeom>
              <a:avLst/>
              <a:gdLst>
                <a:gd name="connsiteX0" fmla="*/ 337816 w 337815"/>
                <a:gd name="connsiteY0" fmla="*/ 62281 h 62281"/>
                <a:gd name="connsiteX1" fmla="*/ 0 w 337815"/>
                <a:gd name="connsiteY1" fmla="*/ 62281 h 62281"/>
                <a:gd name="connsiteX2" fmla="*/ 36211 w 337815"/>
                <a:gd name="connsiteY2" fmla="*/ 0 h 62281"/>
                <a:gd name="connsiteX3" fmla="*/ 301633 w 337815"/>
                <a:gd name="connsiteY3" fmla="*/ 0 h 62281"/>
                <a:gd name="connsiteX4" fmla="*/ 337816 w 337815"/>
                <a:gd name="connsiteY4" fmla="*/ 62281 h 622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815" h="62281">
                  <a:moveTo>
                    <a:pt x="337816" y="62281"/>
                  </a:moveTo>
                  <a:lnTo>
                    <a:pt x="0" y="62281"/>
                  </a:lnTo>
                  <a:lnTo>
                    <a:pt x="36211" y="0"/>
                  </a:lnTo>
                  <a:lnTo>
                    <a:pt x="301633" y="0"/>
                  </a:lnTo>
                  <a:lnTo>
                    <a:pt x="337816" y="62281"/>
                  </a:lnTo>
                  <a:close/>
                </a:path>
              </a:pathLst>
            </a:custGeom>
            <a:noFill/>
            <a:ln w="8472" cap="flat">
              <a:solidFill>
                <a:srgbClr val="01355A"/>
              </a:solidFill>
              <a:prstDash val="solid"/>
              <a:miter/>
            </a:ln>
          </p:spPr>
          <p:txBody>
            <a:bodyPr rtlCol="1" anchor="ctr"/>
            <a:lstStyle/>
            <a:p>
              <a:endParaRPr lang="ar-SA"/>
            </a:p>
          </p:txBody>
        </p:sp>
        <p:sp>
          <p:nvSpPr>
            <p:cNvPr id="8430" name="شكل حر: شكل 9374">
              <a:extLst>
                <a:ext uri="{FF2B5EF4-FFF2-40B4-BE49-F238E27FC236}">
                  <a16:creationId xmlns:a16="http://schemas.microsoft.com/office/drawing/2014/main" id="{4955C582-4FE3-12A8-8B74-754251F9B1E6}"/>
                </a:ext>
              </a:extLst>
            </p:cNvPr>
            <p:cNvSpPr/>
            <p:nvPr/>
          </p:nvSpPr>
          <p:spPr>
            <a:xfrm>
              <a:off x="3006934" y="2906656"/>
              <a:ext cx="37764" cy="227884"/>
            </a:xfrm>
            <a:custGeom>
              <a:avLst/>
              <a:gdLst>
                <a:gd name="connsiteX0" fmla="*/ 0 w 37764"/>
                <a:gd name="connsiteY0" fmla="*/ 0 h 227884"/>
                <a:gd name="connsiteX1" fmla="*/ 0 w 37764"/>
                <a:gd name="connsiteY1" fmla="*/ 207915 h 227884"/>
                <a:gd name="connsiteX2" fmla="*/ 19970 w 37764"/>
                <a:gd name="connsiteY2" fmla="*/ 227885 h 227884"/>
                <a:gd name="connsiteX3" fmla="*/ 37764 w 37764"/>
                <a:gd name="connsiteY3" fmla="*/ 227885 h 227884"/>
              </a:gdLst>
              <a:ahLst/>
              <a:cxnLst>
                <a:cxn ang="0">
                  <a:pos x="connsiteX0" y="connsiteY0"/>
                </a:cxn>
                <a:cxn ang="0">
                  <a:pos x="connsiteX1" y="connsiteY1"/>
                </a:cxn>
                <a:cxn ang="0">
                  <a:pos x="connsiteX2" y="connsiteY2"/>
                </a:cxn>
                <a:cxn ang="0">
                  <a:pos x="connsiteX3" y="connsiteY3"/>
                </a:cxn>
              </a:cxnLst>
              <a:rect l="l" t="t" r="r" b="b"/>
              <a:pathLst>
                <a:path w="37764" h="227884">
                  <a:moveTo>
                    <a:pt x="0" y="0"/>
                  </a:moveTo>
                  <a:lnTo>
                    <a:pt x="0" y="207915"/>
                  </a:lnTo>
                  <a:cubicBezTo>
                    <a:pt x="0" y="218959"/>
                    <a:pt x="8954" y="227885"/>
                    <a:pt x="19970" y="227885"/>
                  </a:cubicBezTo>
                  <a:lnTo>
                    <a:pt x="37764" y="227885"/>
                  </a:lnTo>
                </a:path>
              </a:pathLst>
            </a:custGeom>
            <a:noFill/>
            <a:ln w="8472" cap="flat">
              <a:solidFill>
                <a:srgbClr val="01355A"/>
              </a:solidFill>
              <a:prstDash val="solid"/>
              <a:miter/>
            </a:ln>
          </p:spPr>
          <p:txBody>
            <a:bodyPr rtlCol="1" anchor="ctr"/>
            <a:lstStyle/>
            <a:p>
              <a:endParaRPr lang="ar-SA"/>
            </a:p>
          </p:txBody>
        </p:sp>
        <p:sp>
          <p:nvSpPr>
            <p:cNvPr id="8431" name="شكل حر: شكل 9375">
              <a:extLst>
                <a:ext uri="{FF2B5EF4-FFF2-40B4-BE49-F238E27FC236}">
                  <a16:creationId xmlns:a16="http://schemas.microsoft.com/office/drawing/2014/main" id="{E146E6C4-4615-DD5D-8FA5-EEF7C3E85BCB}"/>
                </a:ext>
              </a:extLst>
            </p:cNvPr>
            <p:cNvSpPr/>
            <p:nvPr/>
          </p:nvSpPr>
          <p:spPr>
            <a:xfrm>
              <a:off x="3306986" y="2906656"/>
              <a:ext cx="37764" cy="227884"/>
            </a:xfrm>
            <a:custGeom>
              <a:avLst/>
              <a:gdLst>
                <a:gd name="connsiteX0" fmla="*/ 37764 w 37764"/>
                <a:gd name="connsiteY0" fmla="*/ 0 h 227884"/>
                <a:gd name="connsiteX1" fmla="*/ 37764 w 37764"/>
                <a:gd name="connsiteY1" fmla="*/ 207915 h 227884"/>
                <a:gd name="connsiteX2" fmla="*/ 17795 w 37764"/>
                <a:gd name="connsiteY2" fmla="*/ 227885 h 227884"/>
                <a:gd name="connsiteX3" fmla="*/ 0 w 37764"/>
                <a:gd name="connsiteY3" fmla="*/ 227885 h 227884"/>
              </a:gdLst>
              <a:ahLst/>
              <a:cxnLst>
                <a:cxn ang="0">
                  <a:pos x="connsiteX0" y="connsiteY0"/>
                </a:cxn>
                <a:cxn ang="0">
                  <a:pos x="connsiteX1" y="connsiteY1"/>
                </a:cxn>
                <a:cxn ang="0">
                  <a:pos x="connsiteX2" y="connsiteY2"/>
                </a:cxn>
                <a:cxn ang="0">
                  <a:pos x="connsiteX3" y="connsiteY3"/>
                </a:cxn>
              </a:cxnLst>
              <a:rect l="l" t="t" r="r" b="b"/>
              <a:pathLst>
                <a:path w="37764" h="227884">
                  <a:moveTo>
                    <a:pt x="37764" y="0"/>
                  </a:moveTo>
                  <a:lnTo>
                    <a:pt x="37764" y="207915"/>
                  </a:lnTo>
                  <a:cubicBezTo>
                    <a:pt x="37764" y="218959"/>
                    <a:pt x="28810" y="227885"/>
                    <a:pt x="17795" y="227885"/>
                  </a:cubicBezTo>
                  <a:lnTo>
                    <a:pt x="0" y="227885"/>
                  </a:lnTo>
                </a:path>
              </a:pathLst>
            </a:custGeom>
            <a:noFill/>
            <a:ln w="8472" cap="flat">
              <a:solidFill>
                <a:srgbClr val="01355A"/>
              </a:solidFill>
              <a:prstDash val="solid"/>
              <a:miter/>
            </a:ln>
          </p:spPr>
          <p:txBody>
            <a:bodyPr rtlCol="1" anchor="ctr"/>
            <a:lstStyle/>
            <a:p>
              <a:endParaRPr lang="ar-SA"/>
            </a:p>
          </p:txBody>
        </p:sp>
        <p:sp>
          <p:nvSpPr>
            <p:cNvPr id="8432" name="شكل حر: شكل 9376">
              <a:extLst>
                <a:ext uri="{FF2B5EF4-FFF2-40B4-BE49-F238E27FC236}">
                  <a16:creationId xmlns:a16="http://schemas.microsoft.com/office/drawing/2014/main" id="{4218FEEF-C1C8-926F-301B-7667536390CC}"/>
                </a:ext>
              </a:extLst>
            </p:cNvPr>
            <p:cNvSpPr/>
            <p:nvPr/>
          </p:nvSpPr>
          <p:spPr>
            <a:xfrm>
              <a:off x="3044698" y="3055142"/>
              <a:ext cx="262287" cy="111456"/>
            </a:xfrm>
            <a:custGeom>
              <a:avLst/>
              <a:gdLst>
                <a:gd name="connsiteX0" fmla="*/ 0 w 262287"/>
                <a:gd name="connsiteY0" fmla="*/ 0 h 111456"/>
                <a:gd name="connsiteX1" fmla="*/ 262287 w 262287"/>
                <a:gd name="connsiteY1" fmla="*/ 0 h 111456"/>
                <a:gd name="connsiteX2" fmla="*/ 262287 w 262287"/>
                <a:gd name="connsiteY2" fmla="*/ 111457 h 111456"/>
                <a:gd name="connsiteX3" fmla="*/ 0 w 262287"/>
                <a:gd name="connsiteY3" fmla="*/ 111457 h 111456"/>
              </a:gdLst>
              <a:ahLst/>
              <a:cxnLst>
                <a:cxn ang="0">
                  <a:pos x="connsiteX0" y="connsiteY0"/>
                </a:cxn>
                <a:cxn ang="0">
                  <a:pos x="connsiteX1" y="connsiteY1"/>
                </a:cxn>
                <a:cxn ang="0">
                  <a:pos x="connsiteX2" y="connsiteY2"/>
                </a:cxn>
                <a:cxn ang="0">
                  <a:pos x="connsiteX3" y="connsiteY3"/>
                </a:cxn>
              </a:cxnLst>
              <a:rect l="l" t="t" r="r" b="b"/>
              <a:pathLst>
                <a:path w="262287" h="111456">
                  <a:moveTo>
                    <a:pt x="0" y="0"/>
                  </a:moveTo>
                  <a:lnTo>
                    <a:pt x="262287" y="0"/>
                  </a:lnTo>
                  <a:lnTo>
                    <a:pt x="262287" y="111457"/>
                  </a:lnTo>
                  <a:lnTo>
                    <a:pt x="0" y="111457"/>
                  </a:lnTo>
                  <a:close/>
                </a:path>
              </a:pathLst>
            </a:custGeom>
            <a:noFill/>
            <a:ln w="8472" cap="flat">
              <a:solidFill>
                <a:srgbClr val="17A3A3"/>
              </a:solidFill>
              <a:prstDash val="solid"/>
              <a:miter/>
            </a:ln>
          </p:spPr>
          <p:txBody>
            <a:bodyPr rtlCol="1" anchor="ctr"/>
            <a:lstStyle/>
            <a:p>
              <a:endParaRPr lang="ar-SA"/>
            </a:p>
          </p:txBody>
        </p:sp>
        <p:sp>
          <p:nvSpPr>
            <p:cNvPr id="8433" name="شكل حر: شكل 9377">
              <a:extLst>
                <a:ext uri="{FF2B5EF4-FFF2-40B4-BE49-F238E27FC236}">
                  <a16:creationId xmlns:a16="http://schemas.microsoft.com/office/drawing/2014/main" id="{3C2D0889-6AD5-C2F9-1EE2-1DAD6DCA3FFB}"/>
                </a:ext>
              </a:extLst>
            </p:cNvPr>
            <p:cNvSpPr/>
            <p:nvPr/>
          </p:nvSpPr>
          <p:spPr>
            <a:xfrm>
              <a:off x="3127542" y="3098528"/>
              <a:ext cx="96571" cy="24658"/>
            </a:xfrm>
            <a:custGeom>
              <a:avLst/>
              <a:gdLst>
                <a:gd name="connsiteX0" fmla="*/ 96571 w 96571"/>
                <a:gd name="connsiteY0" fmla="*/ 0 h 24658"/>
                <a:gd name="connsiteX1" fmla="*/ 96571 w 96571"/>
                <a:gd name="connsiteY1" fmla="*/ 12146 h 24658"/>
                <a:gd name="connsiteX2" fmla="*/ 84059 w 96571"/>
                <a:gd name="connsiteY2" fmla="*/ 24658 h 24658"/>
                <a:gd name="connsiteX3" fmla="*/ 12513 w 96571"/>
                <a:gd name="connsiteY3" fmla="*/ 24658 h 24658"/>
                <a:gd name="connsiteX4" fmla="*/ 0 w 96571"/>
                <a:gd name="connsiteY4" fmla="*/ 12146 h 24658"/>
                <a:gd name="connsiteX5" fmla="*/ 0 w 96571"/>
                <a:gd name="connsiteY5" fmla="*/ 0 h 24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571" h="24658">
                  <a:moveTo>
                    <a:pt x="96571" y="0"/>
                  </a:moveTo>
                  <a:lnTo>
                    <a:pt x="96571" y="12146"/>
                  </a:lnTo>
                  <a:cubicBezTo>
                    <a:pt x="96571" y="19037"/>
                    <a:pt x="90979" y="24658"/>
                    <a:pt x="84059" y="24658"/>
                  </a:cubicBezTo>
                  <a:lnTo>
                    <a:pt x="12513" y="24658"/>
                  </a:lnTo>
                  <a:cubicBezTo>
                    <a:pt x="5621" y="24658"/>
                    <a:pt x="0" y="19066"/>
                    <a:pt x="0" y="12146"/>
                  </a:cubicBezTo>
                  <a:lnTo>
                    <a:pt x="0" y="0"/>
                  </a:lnTo>
                </a:path>
              </a:pathLst>
            </a:custGeom>
            <a:noFill/>
            <a:ln w="8472" cap="flat">
              <a:solidFill>
                <a:srgbClr val="17A3A3"/>
              </a:solidFill>
              <a:prstDash val="solid"/>
              <a:miter/>
            </a:ln>
          </p:spPr>
          <p:txBody>
            <a:bodyPr rtlCol="1" anchor="ctr"/>
            <a:lstStyle/>
            <a:p>
              <a:endParaRPr lang="ar-SA"/>
            </a:p>
          </p:txBody>
        </p:sp>
      </p:grpSp>
      <p:grpSp>
        <p:nvGrpSpPr>
          <p:cNvPr id="8434" name="رسم 8014">
            <a:extLst>
              <a:ext uri="{FF2B5EF4-FFF2-40B4-BE49-F238E27FC236}">
                <a16:creationId xmlns:a16="http://schemas.microsoft.com/office/drawing/2014/main" id="{FA317CD4-1B66-6F45-DEA7-A4AB4D648883}"/>
              </a:ext>
            </a:extLst>
          </p:cNvPr>
          <p:cNvGrpSpPr/>
          <p:nvPr/>
        </p:nvGrpSpPr>
        <p:grpSpPr>
          <a:xfrm>
            <a:off x="3282464" y="5332184"/>
            <a:ext cx="282737" cy="216995"/>
            <a:chOff x="3004957" y="4949707"/>
            <a:chExt cx="337956" cy="275308"/>
          </a:xfrm>
          <a:noFill/>
        </p:grpSpPr>
        <p:sp>
          <p:nvSpPr>
            <p:cNvPr id="8435" name="شكل حر: شكل 9379">
              <a:extLst>
                <a:ext uri="{FF2B5EF4-FFF2-40B4-BE49-F238E27FC236}">
                  <a16:creationId xmlns:a16="http://schemas.microsoft.com/office/drawing/2014/main" id="{26DEB474-2421-6FC3-31C5-B801EA275D36}"/>
                </a:ext>
              </a:extLst>
            </p:cNvPr>
            <p:cNvSpPr/>
            <p:nvPr/>
          </p:nvSpPr>
          <p:spPr>
            <a:xfrm>
              <a:off x="3004957" y="5033484"/>
              <a:ext cx="337928" cy="191532"/>
            </a:xfrm>
            <a:custGeom>
              <a:avLst/>
              <a:gdLst>
                <a:gd name="connsiteX0" fmla="*/ 337929 w 337928"/>
                <a:gd name="connsiteY0" fmla="*/ 0 h 191532"/>
                <a:gd name="connsiteX1" fmla="*/ 337929 w 337928"/>
                <a:gd name="connsiteY1" fmla="*/ 174981 h 191532"/>
                <a:gd name="connsiteX2" fmla="*/ 321377 w 337928"/>
                <a:gd name="connsiteY2" fmla="*/ 191532 h 191532"/>
                <a:gd name="connsiteX3" fmla="*/ 16552 w 337928"/>
                <a:gd name="connsiteY3" fmla="*/ 191532 h 191532"/>
                <a:gd name="connsiteX4" fmla="*/ 0 w 337928"/>
                <a:gd name="connsiteY4" fmla="*/ 174981 h 191532"/>
                <a:gd name="connsiteX5" fmla="*/ 0 w 337928"/>
                <a:gd name="connsiteY5" fmla="*/ 0 h 191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7928" h="191532">
                  <a:moveTo>
                    <a:pt x="337929" y="0"/>
                  </a:moveTo>
                  <a:lnTo>
                    <a:pt x="337929" y="174981"/>
                  </a:lnTo>
                  <a:cubicBezTo>
                    <a:pt x="337929" y="184104"/>
                    <a:pt x="330528" y="191532"/>
                    <a:pt x="321377" y="191532"/>
                  </a:cubicBezTo>
                  <a:lnTo>
                    <a:pt x="16552" y="191532"/>
                  </a:lnTo>
                  <a:cubicBezTo>
                    <a:pt x="7429" y="191532"/>
                    <a:pt x="0" y="184132"/>
                    <a:pt x="0" y="174981"/>
                  </a:cubicBezTo>
                  <a:lnTo>
                    <a:pt x="0" y="0"/>
                  </a:lnTo>
                </a:path>
              </a:pathLst>
            </a:custGeom>
            <a:noFill/>
            <a:ln w="8472" cap="flat">
              <a:solidFill>
                <a:srgbClr val="01355A"/>
              </a:solidFill>
              <a:prstDash val="solid"/>
              <a:miter/>
            </a:ln>
          </p:spPr>
          <p:txBody>
            <a:bodyPr rtlCol="1" anchor="ctr"/>
            <a:lstStyle/>
            <a:p>
              <a:endParaRPr lang="ar-SA"/>
            </a:p>
          </p:txBody>
        </p:sp>
        <p:sp>
          <p:nvSpPr>
            <p:cNvPr id="8436" name="شكل حر: شكل 9380">
              <a:extLst>
                <a:ext uri="{FF2B5EF4-FFF2-40B4-BE49-F238E27FC236}">
                  <a16:creationId xmlns:a16="http://schemas.microsoft.com/office/drawing/2014/main" id="{5FC69B4C-CEF4-80D7-31FF-CE0D4A04753C}"/>
                </a:ext>
              </a:extLst>
            </p:cNvPr>
            <p:cNvSpPr/>
            <p:nvPr/>
          </p:nvSpPr>
          <p:spPr>
            <a:xfrm>
              <a:off x="3061617" y="4980664"/>
              <a:ext cx="31295" cy="21636"/>
            </a:xfrm>
            <a:custGeom>
              <a:avLst/>
              <a:gdLst>
                <a:gd name="connsiteX0" fmla="*/ 1243 w 31295"/>
                <a:gd name="connsiteY0" fmla="*/ 0 h 21636"/>
                <a:gd name="connsiteX1" fmla="*/ 0 w 31295"/>
                <a:gd name="connsiteY1" fmla="*/ 5988 h 21636"/>
                <a:gd name="connsiteX2" fmla="*/ 15648 w 31295"/>
                <a:gd name="connsiteY2" fmla="*/ 21636 h 21636"/>
                <a:gd name="connsiteX3" fmla="*/ 31296 w 31295"/>
                <a:gd name="connsiteY3" fmla="*/ 5988 h 21636"/>
                <a:gd name="connsiteX4" fmla="*/ 30053 w 31295"/>
                <a:gd name="connsiteY4" fmla="*/ 0 h 21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295" h="21636">
                  <a:moveTo>
                    <a:pt x="1243" y="0"/>
                  </a:moveTo>
                  <a:cubicBezTo>
                    <a:pt x="452" y="1836"/>
                    <a:pt x="0" y="3870"/>
                    <a:pt x="0" y="5988"/>
                  </a:cubicBezTo>
                  <a:cubicBezTo>
                    <a:pt x="0" y="14631"/>
                    <a:pt x="7005" y="21636"/>
                    <a:pt x="15648" y="21636"/>
                  </a:cubicBezTo>
                  <a:cubicBezTo>
                    <a:pt x="24291" y="21636"/>
                    <a:pt x="31296" y="14631"/>
                    <a:pt x="31296" y="5988"/>
                  </a:cubicBezTo>
                  <a:cubicBezTo>
                    <a:pt x="31296" y="3841"/>
                    <a:pt x="30844" y="1836"/>
                    <a:pt x="30053" y="0"/>
                  </a:cubicBezTo>
                </a:path>
              </a:pathLst>
            </a:custGeom>
            <a:noFill/>
            <a:ln w="8472" cap="flat">
              <a:solidFill>
                <a:srgbClr val="01355A"/>
              </a:solidFill>
              <a:prstDash val="solid"/>
              <a:miter/>
            </a:ln>
          </p:spPr>
          <p:txBody>
            <a:bodyPr rtlCol="1" anchor="ctr"/>
            <a:lstStyle/>
            <a:p>
              <a:endParaRPr lang="ar-SA"/>
            </a:p>
          </p:txBody>
        </p:sp>
        <p:sp>
          <p:nvSpPr>
            <p:cNvPr id="8437" name="شكل حر: شكل 9381">
              <a:extLst>
                <a:ext uri="{FF2B5EF4-FFF2-40B4-BE49-F238E27FC236}">
                  <a16:creationId xmlns:a16="http://schemas.microsoft.com/office/drawing/2014/main" id="{96DE740D-2D62-BA3C-9BDF-206CA34EE7C5}"/>
                </a:ext>
              </a:extLst>
            </p:cNvPr>
            <p:cNvSpPr/>
            <p:nvPr/>
          </p:nvSpPr>
          <p:spPr>
            <a:xfrm>
              <a:off x="3077265" y="4949707"/>
              <a:ext cx="2824" cy="36662"/>
            </a:xfrm>
            <a:custGeom>
              <a:avLst/>
              <a:gdLst>
                <a:gd name="connsiteX0" fmla="*/ 0 w 2824"/>
                <a:gd name="connsiteY0" fmla="*/ 36663 h 36662"/>
                <a:gd name="connsiteX1" fmla="*/ 0 w 2824"/>
                <a:gd name="connsiteY1" fmla="*/ 0 h 36662"/>
              </a:gdLst>
              <a:ahLst/>
              <a:cxnLst>
                <a:cxn ang="0">
                  <a:pos x="connsiteX0" y="connsiteY0"/>
                </a:cxn>
                <a:cxn ang="0">
                  <a:pos x="connsiteX1" y="connsiteY1"/>
                </a:cxn>
              </a:cxnLst>
              <a:rect l="l" t="t" r="r" b="b"/>
              <a:pathLst>
                <a:path w="2824" h="36662">
                  <a:moveTo>
                    <a:pt x="0" y="36663"/>
                  </a:moveTo>
                  <a:lnTo>
                    <a:pt x="0" y="0"/>
                  </a:lnTo>
                </a:path>
              </a:pathLst>
            </a:custGeom>
            <a:ln w="8472" cap="flat">
              <a:solidFill>
                <a:srgbClr val="01355A"/>
              </a:solidFill>
              <a:prstDash val="solid"/>
              <a:miter/>
            </a:ln>
          </p:spPr>
          <p:txBody>
            <a:bodyPr rtlCol="1" anchor="ctr"/>
            <a:lstStyle/>
            <a:p>
              <a:endParaRPr lang="ar-SA"/>
            </a:p>
          </p:txBody>
        </p:sp>
        <p:sp>
          <p:nvSpPr>
            <p:cNvPr id="8438" name="شكل حر: شكل 9382">
              <a:extLst>
                <a:ext uri="{FF2B5EF4-FFF2-40B4-BE49-F238E27FC236}">
                  <a16:creationId xmlns:a16="http://schemas.microsoft.com/office/drawing/2014/main" id="{889889C8-B3C4-3CE4-7C13-425B60D3C4D1}"/>
                </a:ext>
              </a:extLst>
            </p:cNvPr>
            <p:cNvSpPr/>
            <p:nvPr/>
          </p:nvSpPr>
          <p:spPr>
            <a:xfrm>
              <a:off x="3254957" y="4980664"/>
              <a:ext cx="31296" cy="21636"/>
            </a:xfrm>
            <a:custGeom>
              <a:avLst/>
              <a:gdLst>
                <a:gd name="connsiteX0" fmla="*/ 30053 w 31296"/>
                <a:gd name="connsiteY0" fmla="*/ 0 h 21636"/>
                <a:gd name="connsiteX1" fmla="*/ 31296 w 31296"/>
                <a:gd name="connsiteY1" fmla="*/ 5988 h 21636"/>
                <a:gd name="connsiteX2" fmla="*/ 15648 w 31296"/>
                <a:gd name="connsiteY2" fmla="*/ 21636 h 21636"/>
                <a:gd name="connsiteX3" fmla="*/ 0 w 31296"/>
                <a:gd name="connsiteY3" fmla="*/ 5988 h 21636"/>
                <a:gd name="connsiteX4" fmla="*/ 1243 w 31296"/>
                <a:gd name="connsiteY4" fmla="*/ 0 h 216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296" h="21636">
                  <a:moveTo>
                    <a:pt x="30053" y="0"/>
                  </a:moveTo>
                  <a:cubicBezTo>
                    <a:pt x="30844" y="1836"/>
                    <a:pt x="31296" y="3870"/>
                    <a:pt x="31296" y="5988"/>
                  </a:cubicBezTo>
                  <a:cubicBezTo>
                    <a:pt x="31296" y="14631"/>
                    <a:pt x="24291" y="21636"/>
                    <a:pt x="15648" y="21636"/>
                  </a:cubicBezTo>
                  <a:cubicBezTo>
                    <a:pt x="7005" y="21636"/>
                    <a:pt x="0" y="14631"/>
                    <a:pt x="0" y="5988"/>
                  </a:cubicBezTo>
                  <a:cubicBezTo>
                    <a:pt x="0" y="3841"/>
                    <a:pt x="452" y="1836"/>
                    <a:pt x="1243" y="0"/>
                  </a:cubicBezTo>
                </a:path>
              </a:pathLst>
            </a:custGeom>
            <a:noFill/>
            <a:ln w="8472" cap="flat">
              <a:solidFill>
                <a:srgbClr val="01355A"/>
              </a:solidFill>
              <a:prstDash val="solid"/>
              <a:miter/>
            </a:ln>
          </p:spPr>
          <p:txBody>
            <a:bodyPr rtlCol="1" anchor="ctr"/>
            <a:lstStyle/>
            <a:p>
              <a:endParaRPr lang="ar-SA"/>
            </a:p>
          </p:txBody>
        </p:sp>
        <p:sp>
          <p:nvSpPr>
            <p:cNvPr id="8439" name="شكل حر: شكل 9383">
              <a:extLst>
                <a:ext uri="{FF2B5EF4-FFF2-40B4-BE49-F238E27FC236}">
                  <a16:creationId xmlns:a16="http://schemas.microsoft.com/office/drawing/2014/main" id="{37FB9159-2857-3E63-250E-74203D85ED28}"/>
                </a:ext>
              </a:extLst>
            </p:cNvPr>
            <p:cNvSpPr/>
            <p:nvPr/>
          </p:nvSpPr>
          <p:spPr>
            <a:xfrm>
              <a:off x="3270605" y="4949707"/>
              <a:ext cx="2824" cy="36662"/>
            </a:xfrm>
            <a:custGeom>
              <a:avLst/>
              <a:gdLst>
                <a:gd name="connsiteX0" fmla="*/ 0 w 2824"/>
                <a:gd name="connsiteY0" fmla="*/ 36663 h 36662"/>
                <a:gd name="connsiteX1" fmla="*/ 0 w 2824"/>
                <a:gd name="connsiteY1" fmla="*/ 0 h 36662"/>
              </a:gdLst>
              <a:ahLst/>
              <a:cxnLst>
                <a:cxn ang="0">
                  <a:pos x="connsiteX0" y="connsiteY0"/>
                </a:cxn>
                <a:cxn ang="0">
                  <a:pos x="connsiteX1" y="connsiteY1"/>
                </a:cxn>
              </a:cxnLst>
              <a:rect l="l" t="t" r="r" b="b"/>
              <a:pathLst>
                <a:path w="2824" h="36662">
                  <a:moveTo>
                    <a:pt x="0" y="36663"/>
                  </a:moveTo>
                  <a:lnTo>
                    <a:pt x="0" y="0"/>
                  </a:lnTo>
                </a:path>
              </a:pathLst>
            </a:custGeom>
            <a:ln w="8472" cap="flat">
              <a:solidFill>
                <a:srgbClr val="01355A"/>
              </a:solidFill>
              <a:prstDash val="solid"/>
              <a:miter/>
            </a:ln>
          </p:spPr>
          <p:txBody>
            <a:bodyPr rtlCol="1" anchor="ctr"/>
            <a:lstStyle/>
            <a:p>
              <a:endParaRPr lang="ar-SA"/>
            </a:p>
          </p:txBody>
        </p:sp>
        <p:sp>
          <p:nvSpPr>
            <p:cNvPr id="8440" name="شكل حر: شكل 9384">
              <a:extLst>
                <a:ext uri="{FF2B5EF4-FFF2-40B4-BE49-F238E27FC236}">
                  <a16:creationId xmlns:a16="http://schemas.microsoft.com/office/drawing/2014/main" id="{33C844C0-5EC9-807E-4BD2-62BC2C92112F}"/>
                </a:ext>
              </a:extLst>
            </p:cNvPr>
            <p:cNvSpPr/>
            <p:nvPr/>
          </p:nvSpPr>
          <p:spPr>
            <a:xfrm>
              <a:off x="3094580" y="4959847"/>
              <a:ext cx="158711" cy="2824"/>
            </a:xfrm>
            <a:custGeom>
              <a:avLst/>
              <a:gdLst>
                <a:gd name="connsiteX0" fmla="*/ 158711 w 158711"/>
                <a:gd name="connsiteY0" fmla="*/ 0 h 2824"/>
                <a:gd name="connsiteX1" fmla="*/ 0 w 158711"/>
                <a:gd name="connsiteY1" fmla="*/ 0 h 2824"/>
              </a:gdLst>
              <a:ahLst/>
              <a:cxnLst>
                <a:cxn ang="0">
                  <a:pos x="connsiteX0" y="connsiteY0"/>
                </a:cxn>
                <a:cxn ang="0">
                  <a:pos x="connsiteX1" y="connsiteY1"/>
                </a:cxn>
              </a:cxnLst>
              <a:rect l="l" t="t" r="r" b="b"/>
              <a:pathLst>
                <a:path w="158711" h="2824">
                  <a:moveTo>
                    <a:pt x="158711" y="0"/>
                  </a:moveTo>
                  <a:lnTo>
                    <a:pt x="0" y="0"/>
                  </a:lnTo>
                </a:path>
              </a:pathLst>
            </a:custGeom>
            <a:ln w="8472" cap="flat">
              <a:solidFill>
                <a:srgbClr val="01355A"/>
              </a:solidFill>
              <a:prstDash val="solid"/>
              <a:miter/>
            </a:ln>
          </p:spPr>
          <p:txBody>
            <a:bodyPr rtlCol="1" anchor="ctr"/>
            <a:lstStyle/>
            <a:p>
              <a:endParaRPr lang="ar-SA"/>
            </a:p>
          </p:txBody>
        </p:sp>
        <p:sp>
          <p:nvSpPr>
            <p:cNvPr id="8441" name="شكل حر: شكل 9385">
              <a:extLst>
                <a:ext uri="{FF2B5EF4-FFF2-40B4-BE49-F238E27FC236}">
                  <a16:creationId xmlns:a16="http://schemas.microsoft.com/office/drawing/2014/main" id="{1751F854-4719-88BC-242C-B72A1E275C92}"/>
                </a:ext>
              </a:extLst>
            </p:cNvPr>
            <p:cNvSpPr/>
            <p:nvPr/>
          </p:nvSpPr>
          <p:spPr>
            <a:xfrm>
              <a:off x="3004985" y="4959847"/>
              <a:ext cx="337928" cy="73636"/>
            </a:xfrm>
            <a:custGeom>
              <a:avLst/>
              <a:gdLst>
                <a:gd name="connsiteX0" fmla="*/ 54994 w 337928"/>
                <a:gd name="connsiteY0" fmla="*/ 0 h 73636"/>
                <a:gd name="connsiteX1" fmla="*/ 16552 w 337928"/>
                <a:gd name="connsiteY1" fmla="*/ 0 h 73636"/>
                <a:gd name="connsiteX2" fmla="*/ 0 w 337928"/>
                <a:gd name="connsiteY2" fmla="*/ 16552 h 73636"/>
                <a:gd name="connsiteX3" fmla="*/ 0 w 337928"/>
                <a:gd name="connsiteY3" fmla="*/ 73636 h 73636"/>
                <a:gd name="connsiteX4" fmla="*/ 337929 w 337928"/>
                <a:gd name="connsiteY4" fmla="*/ 73636 h 73636"/>
                <a:gd name="connsiteX5" fmla="*/ 337929 w 337928"/>
                <a:gd name="connsiteY5" fmla="*/ 16552 h 73636"/>
                <a:gd name="connsiteX6" fmla="*/ 321377 w 337928"/>
                <a:gd name="connsiteY6" fmla="*/ 0 h 73636"/>
                <a:gd name="connsiteX7" fmla="*/ 282935 w 337928"/>
                <a:gd name="connsiteY7" fmla="*/ 0 h 7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7928" h="73636">
                  <a:moveTo>
                    <a:pt x="54994" y="0"/>
                  </a:moveTo>
                  <a:lnTo>
                    <a:pt x="16552" y="0"/>
                  </a:lnTo>
                  <a:cubicBezTo>
                    <a:pt x="7429" y="0"/>
                    <a:pt x="0" y="7400"/>
                    <a:pt x="0" y="16552"/>
                  </a:cubicBezTo>
                  <a:lnTo>
                    <a:pt x="0" y="73636"/>
                  </a:lnTo>
                  <a:lnTo>
                    <a:pt x="337929" y="73636"/>
                  </a:lnTo>
                  <a:lnTo>
                    <a:pt x="337929" y="16552"/>
                  </a:lnTo>
                  <a:cubicBezTo>
                    <a:pt x="337929" y="7429"/>
                    <a:pt x="330529" y="0"/>
                    <a:pt x="321377" y="0"/>
                  </a:cubicBezTo>
                  <a:lnTo>
                    <a:pt x="282935" y="0"/>
                  </a:lnTo>
                </a:path>
              </a:pathLst>
            </a:custGeom>
            <a:noFill/>
            <a:ln w="8472" cap="flat">
              <a:solidFill>
                <a:srgbClr val="01355A"/>
              </a:solidFill>
              <a:prstDash val="solid"/>
              <a:miter/>
            </a:ln>
          </p:spPr>
          <p:txBody>
            <a:bodyPr rtlCol="1" anchor="ctr"/>
            <a:lstStyle/>
            <a:p>
              <a:endParaRPr lang="ar-SA"/>
            </a:p>
          </p:txBody>
        </p:sp>
        <p:sp>
          <p:nvSpPr>
            <p:cNvPr id="8442" name="شكل حر: شكل 9386">
              <a:extLst>
                <a:ext uri="{FF2B5EF4-FFF2-40B4-BE49-F238E27FC236}">
                  <a16:creationId xmlns:a16="http://schemas.microsoft.com/office/drawing/2014/main" id="{D124AD68-E1BA-BB08-598F-A298846AC428}"/>
                </a:ext>
              </a:extLst>
            </p:cNvPr>
            <p:cNvSpPr/>
            <p:nvPr/>
          </p:nvSpPr>
          <p:spPr>
            <a:xfrm>
              <a:off x="3100709" y="5069751"/>
              <a:ext cx="2824" cy="34346"/>
            </a:xfrm>
            <a:custGeom>
              <a:avLst/>
              <a:gdLst>
                <a:gd name="connsiteX0" fmla="*/ 0 w 2824"/>
                <a:gd name="connsiteY0" fmla="*/ 0 h 34346"/>
                <a:gd name="connsiteX1" fmla="*/ 0 w 2824"/>
                <a:gd name="connsiteY1" fmla="*/ 34347 h 34346"/>
              </a:gdLst>
              <a:ahLst/>
              <a:cxnLst>
                <a:cxn ang="0">
                  <a:pos x="connsiteX0" y="connsiteY0"/>
                </a:cxn>
                <a:cxn ang="0">
                  <a:pos x="connsiteX1" y="connsiteY1"/>
                </a:cxn>
              </a:cxnLst>
              <a:rect l="l" t="t" r="r" b="b"/>
              <a:pathLst>
                <a:path w="2824" h="34346">
                  <a:moveTo>
                    <a:pt x="0" y="0"/>
                  </a:moveTo>
                  <a:lnTo>
                    <a:pt x="0" y="34347"/>
                  </a:lnTo>
                </a:path>
              </a:pathLst>
            </a:custGeom>
            <a:ln w="8472" cap="flat">
              <a:solidFill>
                <a:srgbClr val="17A3A3"/>
              </a:solidFill>
              <a:prstDash val="solid"/>
              <a:miter/>
            </a:ln>
          </p:spPr>
          <p:txBody>
            <a:bodyPr rtlCol="1" anchor="ctr"/>
            <a:lstStyle/>
            <a:p>
              <a:endParaRPr lang="ar-SA"/>
            </a:p>
          </p:txBody>
        </p:sp>
        <p:sp>
          <p:nvSpPr>
            <p:cNvPr id="8443" name="شكل حر: شكل 9387">
              <a:extLst>
                <a:ext uri="{FF2B5EF4-FFF2-40B4-BE49-F238E27FC236}">
                  <a16:creationId xmlns:a16="http://schemas.microsoft.com/office/drawing/2014/main" id="{55970CBF-CFAB-CED4-2670-50DBE8BB2E13}"/>
                </a:ext>
              </a:extLst>
            </p:cNvPr>
            <p:cNvSpPr/>
            <p:nvPr/>
          </p:nvSpPr>
          <p:spPr>
            <a:xfrm>
              <a:off x="3149545" y="5069751"/>
              <a:ext cx="2824" cy="34346"/>
            </a:xfrm>
            <a:custGeom>
              <a:avLst/>
              <a:gdLst>
                <a:gd name="connsiteX0" fmla="*/ 0 w 2824"/>
                <a:gd name="connsiteY0" fmla="*/ 0 h 34346"/>
                <a:gd name="connsiteX1" fmla="*/ 0 w 2824"/>
                <a:gd name="connsiteY1" fmla="*/ 34347 h 34346"/>
              </a:gdLst>
              <a:ahLst/>
              <a:cxnLst>
                <a:cxn ang="0">
                  <a:pos x="connsiteX0" y="connsiteY0"/>
                </a:cxn>
                <a:cxn ang="0">
                  <a:pos x="connsiteX1" y="connsiteY1"/>
                </a:cxn>
              </a:cxnLst>
              <a:rect l="l" t="t" r="r" b="b"/>
              <a:pathLst>
                <a:path w="2824" h="34346">
                  <a:moveTo>
                    <a:pt x="0" y="0"/>
                  </a:moveTo>
                  <a:lnTo>
                    <a:pt x="0" y="34347"/>
                  </a:lnTo>
                </a:path>
              </a:pathLst>
            </a:custGeom>
            <a:ln w="8472" cap="flat">
              <a:solidFill>
                <a:srgbClr val="17A3A3"/>
              </a:solidFill>
              <a:prstDash val="solid"/>
              <a:miter/>
            </a:ln>
          </p:spPr>
          <p:txBody>
            <a:bodyPr rtlCol="1" anchor="ctr"/>
            <a:lstStyle/>
            <a:p>
              <a:endParaRPr lang="ar-SA"/>
            </a:p>
          </p:txBody>
        </p:sp>
        <p:sp>
          <p:nvSpPr>
            <p:cNvPr id="8444" name="شكل حر: شكل 9388">
              <a:extLst>
                <a:ext uri="{FF2B5EF4-FFF2-40B4-BE49-F238E27FC236}">
                  <a16:creationId xmlns:a16="http://schemas.microsoft.com/office/drawing/2014/main" id="{74AAF15C-54A5-2F2C-527C-5B1038BDF33F}"/>
                </a:ext>
              </a:extLst>
            </p:cNvPr>
            <p:cNvSpPr/>
            <p:nvPr/>
          </p:nvSpPr>
          <p:spPr>
            <a:xfrm>
              <a:off x="3198353" y="5069751"/>
              <a:ext cx="2824" cy="34346"/>
            </a:xfrm>
            <a:custGeom>
              <a:avLst/>
              <a:gdLst>
                <a:gd name="connsiteX0" fmla="*/ 0 w 2824"/>
                <a:gd name="connsiteY0" fmla="*/ 0 h 34346"/>
                <a:gd name="connsiteX1" fmla="*/ 0 w 2824"/>
                <a:gd name="connsiteY1" fmla="*/ 34347 h 34346"/>
              </a:gdLst>
              <a:ahLst/>
              <a:cxnLst>
                <a:cxn ang="0">
                  <a:pos x="connsiteX0" y="connsiteY0"/>
                </a:cxn>
                <a:cxn ang="0">
                  <a:pos x="connsiteX1" y="connsiteY1"/>
                </a:cxn>
              </a:cxnLst>
              <a:rect l="l" t="t" r="r" b="b"/>
              <a:pathLst>
                <a:path w="2824" h="34346">
                  <a:moveTo>
                    <a:pt x="0" y="0"/>
                  </a:moveTo>
                  <a:lnTo>
                    <a:pt x="0" y="34347"/>
                  </a:lnTo>
                </a:path>
              </a:pathLst>
            </a:custGeom>
            <a:ln w="8472" cap="flat">
              <a:solidFill>
                <a:srgbClr val="17A3A3"/>
              </a:solidFill>
              <a:prstDash val="solid"/>
              <a:miter/>
            </a:ln>
          </p:spPr>
          <p:txBody>
            <a:bodyPr rtlCol="1" anchor="ctr"/>
            <a:lstStyle/>
            <a:p>
              <a:endParaRPr lang="ar-SA"/>
            </a:p>
          </p:txBody>
        </p:sp>
        <p:sp>
          <p:nvSpPr>
            <p:cNvPr id="8445" name="شكل حر: شكل 9389">
              <a:extLst>
                <a:ext uri="{FF2B5EF4-FFF2-40B4-BE49-F238E27FC236}">
                  <a16:creationId xmlns:a16="http://schemas.microsoft.com/office/drawing/2014/main" id="{0A7E298A-C47A-6811-A1BF-8CE62481BDC0}"/>
                </a:ext>
              </a:extLst>
            </p:cNvPr>
            <p:cNvSpPr/>
            <p:nvPr/>
          </p:nvSpPr>
          <p:spPr>
            <a:xfrm>
              <a:off x="3247162" y="5069751"/>
              <a:ext cx="2824" cy="34346"/>
            </a:xfrm>
            <a:custGeom>
              <a:avLst/>
              <a:gdLst>
                <a:gd name="connsiteX0" fmla="*/ 0 w 2824"/>
                <a:gd name="connsiteY0" fmla="*/ 0 h 34346"/>
                <a:gd name="connsiteX1" fmla="*/ 0 w 2824"/>
                <a:gd name="connsiteY1" fmla="*/ 34347 h 34346"/>
              </a:gdLst>
              <a:ahLst/>
              <a:cxnLst>
                <a:cxn ang="0">
                  <a:pos x="connsiteX0" y="connsiteY0"/>
                </a:cxn>
                <a:cxn ang="0">
                  <a:pos x="connsiteX1" y="connsiteY1"/>
                </a:cxn>
              </a:cxnLst>
              <a:rect l="l" t="t" r="r" b="b"/>
              <a:pathLst>
                <a:path w="2824" h="34346">
                  <a:moveTo>
                    <a:pt x="0" y="0"/>
                  </a:moveTo>
                  <a:lnTo>
                    <a:pt x="0" y="34347"/>
                  </a:lnTo>
                </a:path>
              </a:pathLst>
            </a:custGeom>
            <a:ln w="8472" cap="flat">
              <a:solidFill>
                <a:srgbClr val="17A3A3"/>
              </a:solidFill>
              <a:prstDash val="solid"/>
              <a:miter/>
            </a:ln>
          </p:spPr>
          <p:txBody>
            <a:bodyPr rtlCol="1" anchor="ctr"/>
            <a:lstStyle/>
            <a:p>
              <a:endParaRPr lang="ar-SA"/>
            </a:p>
          </p:txBody>
        </p:sp>
        <p:sp>
          <p:nvSpPr>
            <p:cNvPr id="8446" name="شكل حر: شكل 9390">
              <a:extLst>
                <a:ext uri="{FF2B5EF4-FFF2-40B4-BE49-F238E27FC236}">
                  <a16:creationId xmlns:a16="http://schemas.microsoft.com/office/drawing/2014/main" id="{21B4058C-547C-AA21-8FDB-2A3CAC429559}"/>
                </a:ext>
              </a:extLst>
            </p:cNvPr>
            <p:cNvSpPr/>
            <p:nvPr/>
          </p:nvSpPr>
          <p:spPr>
            <a:xfrm>
              <a:off x="3100709" y="5153809"/>
              <a:ext cx="2824" cy="34346"/>
            </a:xfrm>
            <a:custGeom>
              <a:avLst/>
              <a:gdLst>
                <a:gd name="connsiteX0" fmla="*/ 0 w 2824"/>
                <a:gd name="connsiteY0" fmla="*/ 0 h 34346"/>
                <a:gd name="connsiteX1" fmla="*/ 0 w 2824"/>
                <a:gd name="connsiteY1" fmla="*/ 34347 h 34346"/>
              </a:gdLst>
              <a:ahLst/>
              <a:cxnLst>
                <a:cxn ang="0">
                  <a:pos x="connsiteX0" y="connsiteY0"/>
                </a:cxn>
                <a:cxn ang="0">
                  <a:pos x="connsiteX1" y="connsiteY1"/>
                </a:cxn>
              </a:cxnLst>
              <a:rect l="l" t="t" r="r" b="b"/>
              <a:pathLst>
                <a:path w="2824" h="34346">
                  <a:moveTo>
                    <a:pt x="0" y="0"/>
                  </a:moveTo>
                  <a:lnTo>
                    <a:pt x="0" y="34347"/>
                  </a:lnTo>
                </a:path>
              </a:pathLst>
            </a:custGeom>
            <a:ln w="8472" cap="flat">
              <a:solidFill>
                <a:srgbClr val="17A3A3"/>
              </a:solidFill>
              <a:prstDash val="solid"/>
              <a:miter/>
            </a:ln>
          </p:spPr>
          <p:txBody>
            <a:bodyPr rtlCol="1" anchor="ctr"/>
            <a:lstStyle/>
            <a:p>
              <a:endParaRPr lang="ar-SA"/>
            </a:p>
          </p:txBody>
        </p:sp>
        <p:sp>
          <p:nvSpPr>
            <p:cNvPr id="8447" name="شكل حر: شكل 9391">
              <a:extLst>
                <a:ext uri="{FF2B5EF4-FFF2-40B4-BE49-F238E27FC236}">
                  <a16:creationId xmlns:a16="http://schemas.microsoft.com/office/drawing/2014/main" id="{E555AD79-6080-69C5-0E5C-3B34F1665432}"/>
                </a:ext>
              </a:extLst>
            </p:cNvPr>
            <p:cNvSpPr/>
            <p:nvPr/>
          </p:nvSpPr>
          <p:spPr>
            <a:xfrm>
              <a:off x="3149545" y="5153809"/>
              <a:ext cx="2824" cy="34346"/>
            </a:xfrm>
            <a:custGeom>
              <a:avLst/>
              <a:gdLst>
                <a:gd name="connsiteX0" fmla="*/ 0 w 2824"/>
                <a:gd name="connsiteY0" fmla="*/ 0 h 34346"/>
                <a:gd name="connsiteX1" fmla="*/ 0 w 2824"/>
                <a:gd name="connsiteY1" fmla="*/ 34347 h 34346"/>
              </a:gdLst>
              <a:ahLst/>
              <a:cxnLst>
                <a:cxn ang="0">
                  <a:pos x="connsiteX0" y="connsiteY0"/>
                </a:cxn>
                <a:cxn ang="0">
                  <a:pos x="connsiteX1" y="connsiteY1"/>
                </a:cxn>
              </a:cxnLst>
              <a:rect l="l" t="t" r="r" b="b"/>
              <a:pathLst>
                <a:path w="2824" h="34346">
                  <a:moveTo>
                    <a:pt x="0" y="0"/>
                  </a:moveTo>
                  <a:lnTo>
                    <a:pt x="0" y="34347"/>
                  </a:lnTo>
                </a:path>
              </a:pathLst>
            </a:custGeom>
            <a:ln w="8472" cap="flat">
              <a:solidFill>
                <a:srgbClr val="17A3A3"/>
              </a:solidFill>
              <a:prstDash val="solid"/>
              <a:miter/>
            </a:ln>
          </p:spPr>
          <p:txBody>
            <a:bodyPr rtlCol="1" anchor="ctr"/>
            <a:lstStyle/>
            <a:p>
              <a:endParaRPr lang="ar-SA"/>
            </a:p>
          </p:txBody>
        </p:sp>
        <p:sp>
          <p:nvSpPr>
            <p:cNvPr id="8448" name="شكل حر: شكل 9392">
              <a:extLst>
                <a:ext uri="{FF2B5EF4-FFF2-40B4-BE49-F238E27FC236}">
                  <a16:creationId xmlns:a16="http://schemas.microsoft.com/office/drawing/2014/main" id="{61B60EA2-319B-99F2-1CE2-87266409C04A}"/>
                </a:ext>
              </a:extLst>
            </p:cNvPr>
            <p:cNvSpPr/>
            <p:nvPr/>
          </p:nvSpPr>
          <p:spPr>
            <a:xfrm>
              <a:off x="3198353" y="5153809"/>
              <a:ext cx="2824" cy="34346"/>
            </a:xfrm>
            <a:custGeom>
              <a:avLst/>
              <a:gdLst>
                <a:gd name="connsiteX0" fmla="*/ 0 w 2824"/>
                <a:gd name="connsiteY0" fmla="*/ 0 h 34346"/>
                <a:gd name="connsiteX1" fmla="*/ 0 w 2824"/>
                <a:gd name="connsiteY1" fmla="*/ 34347 h 34346"/>
              </a:gdLst>
              <a:ahLst/>
              <a:cxnLst>
                <a:cxn ang="0">
                  <a:pos x="connsiteX0" y="connsiteY0"/>
                </a:cxn>
                <a:cxn ang="0">
                  <a:pos x="connsiteX1" y="connsiteY1"/>
                </a:cxn>
              </a:cxnLst>
              <a:rect l="l" t="t" r="r" b="b"/>
              <a:pathLst>
                <a:path w="2824" h="34346">
                  <a:moveTo>
                    <a:pt x="0" y="0"/>
                  </a:moveTo>
                  <a:lnTo>
                    <a:pt x="0" y="34347"/>
                  </a:lnTo>
                </a:path>
              </a:pathLst>
            </a:custGeom>
            <a:ln w="8472" cap="flat">
              <a:solidFill>
                <a:srgbClr val="17A3A3"/>
              </a:solidFill>
              <a:prstDash val="solid"/>
              <a:miter/>
            </a:ln>
          </p:spPr>
          <p:txBody>
            <a:bodyPr rtlCol="1" anchor="ctr"/>
            <a:lstStyle/>
            <a:p>
              <a:endParaRPr lang="ar-SA"/>
            </a:p>
          </p:txBody>
        </p:sp>
        <p:sp>
          <p:nvSpPr>
            <p:cNvPr id="8449" name="شكل حر: شكل 9393">
              <a:extLst>
                <a:ext uri="{FF2B5EF4-FFF2-40B4-BE49-F238E27FC236}">
                  <a16:creationId xmlns:a16="http://schemas.microsoft.com/office/drawing/2014/main" id="{6696B3F0-F771-AD0E-61C8-A9C10FEF771C}"/>
                </a:ext>
              </a:extLst>
            </p:cNvPr>
            <p:cNvSpPr/>
            <p:nvPr/>
          </p:nvSpPr>
          <p:spPr>
            <a:xfrm>
              <a:off x="3247162" y="5153809"/>
              <a:ext cx="2824" cy="34346"/>
            </a:xfrm>
            <a:custGeom>
              <a:avLst/>
              <a:gdLst>
                <a:gd name="connsiteX0" fmla="*/ 0 w 2824"/>
                <a:gd name="connsiteY0" fmla="*/ 0 h 34346"/>
                <a:gd name="connsiteX1" fmla="*/ 0 w 2824"/>
                <a:gd name="connsiteY1" fmla="*/ 34347 h 34346"/>
              </a:gdLst>
              <a:ahLst/>
              <a:cxnLst>
                <a:cxn ang="0">
                  <a:pos x="connsiteX0" y="connsiteY0"/>
                </a:cxn>
                <a:cxn ang="0">
                  <a:pos x="connsiteX1" y="connsiteY1"/>
                </a:cxn>
              </a:cxnLst>
              <a:rect l="l" t="t" r="r" b="b"/>
              <a:pathLst>
                <a:path w="2824" h="34346">
                  <a:moveTo>
                    <a:pt x="0" y="0"/>
                  </a:moveTo>
                  <a:lnTo>
                    <a:pt x="0" y="34347"/>
                  </a:lnTo>
                </a:path>
              </a:pathLst>
            </a:custGeom>
            <a:ln w="8472" cap="flat">
              <a:solidFill>
                <a:srgbClr val="17A3A3"/>
              </a:solidFill>
              <a:prstDash val="solid"/>
              <a:miter/>
            </a:ln>
          </p:spPr>
          <p:txBody>
            <a:bodyPr rtlCol="1" anchor="ctr"/>
            <a:lstStyle/>
            <a:p>
              <a:endParaRPr lang="ar-SA"/>
            </a:p>
          </p:txBody>
        </p:sp>
        <p:sp>
          <p:nvSpPr>
            <p:cNvPr id="8450" name="شكل حر: شكل 9394">
              <a:extLst>
                <a:ext uri="{FF2B5EF4-FFF2-40B4-BE49-F238E27FC236}">
                  <a16:creationId xmlns:a16="http://schemas.microsoft.com/office/drawing/2014/main" id="{E57BA9C4-2132-8E0B-1314-6CBBC4E8F0B8}"/>
                </a:ext>
              </a:extLst>
            </p:cNvPr>
            <p:cNvSpPr/>
            <p:nvPr/>
          </p:nvSpPr>
          <p:spPr>
            <a:xfrm>
              <a:off x="3073198" y="5129236"/>
              <a:ext cx="201474" cy="2824"/>
            </a:xfrm>
            <a:custGeom>
              <a:avLst/>
              <a:gdLst>
                <a:gd name="connsiteX0" fmla="*/ 0 w 201474"/>
                <a:gd name="connsiteY0" fmla="*/ 0 h 2824"/>
                <a:gd name="connsiteX1" fmla="*/ 201475 w 201474"/>
                <a:gd name="connsiteY1" fmla="*/ 0 h 2824"/>
              </a:gdLst>
              <a:ahLst/>
              <a:cxnLst>
                <a:cxn ang="0">
                  <a:pos x="connsiteX0" y="connsiteY0"/>
                </a:cxn>
                <a:cxn ang="0">
                  <a:pos x="connsiteX1" y="connsiteY1"/>
                </a:cxn>
              </a:cxnLst>
              <a:rect l="l" t="t" r="r" b="b"/>
              <a:pathLst>
                <a:path w="201474" h="2824">
                  <a:moveTo>
                    <a:pt x="0" y="0"/>
                  </a:moveTo>
                  <a:lnTo>
                    <a:pt x="201475" y="0"/>
                  </a:lnTo>
                </a:path>
              </a:pathLst>
            </a:custGeom>
            <a:ln w="8472" cap="flat">
              <a:solidFill>
                <a:srgbClr val="17A3A3"/>
              </a:solidFill>
              <a:prstDash val="solid"/>
              <a:miter/>
            </a:ln>
          </p:spPr>
          <p:txBody>
            <a:bodyPr rtlCol="1" anchor="ctr"/>
            <a:lstStyle/>
            <a:p>
              <a:endParaRPr lang="ar-SA"/>
            </a:p>
          </p:txBody>
        </p:sp>
        <p:sp>
          <p:nvSpPr>
            <p:cNvPr id="8451" name="شكل حر: شكل 9395">
              <a:extLst>
                <a:ext uri="{FF2B5EF4-FFF2-40B4-BE49-F238E27FC236}">
                  <a16:creationId xmlns:a16="http://schemas.microsoft.com/office/drawing/2014/main" id="{C7B1AF00-2882-F8C2-D88B-1633011C7608}"/>
                </a:ext>
              </a:extLst>
            </p:cNvPr>
            <p:cNvSpPr/>
            <p:nvPr/>
          </p:nvSpPr>
          <p:spPr>
            <a:xfrm>
              <a:off x="3115651" y="4987895"/>
              <a:ext cx="116569" cy="2824"/>
            </a:xfrm>
            <a:custGeom>
              <a:avLst/>
              <a:gdLst>
                <a:gd name="connsiteX0" fmla="*/ 116569 w 116569"/>
                <a:gd name="connsiteY0" fmla="*/ 0 h 2824"/>
                <a:gd name="connsiteX1" fmla="*/ 0 w 116569"/>
                <a:gd name="connsiteY1" fmla="*/ 0 h 2824"/>
              </a:gdLst>
              <a:ahLst/>
              <a:cxnLst>
                <a:cxn ang="0">
                  <a:pos x="connsiteX0" y="connsiteY0"/>
                </a:cxn>
                <a:cxn ang="0">
                  <a:pos x="connsiteX1" y="connsiteY1"/>
                </a:cxn>
              </a:cxnLst>
              <a:rect l="l" t="t" r="r" b="b"/>
              <a:pathLst>
                <a:path w="116569" h="2824">
                  <a:moveTo>
                    <a:pt x="116569" y="0"/>
                  </a:moveTo>
                  <a:lnTo>
                    <a:pt x="0" y="0"/>
                  </a:lnTo>
                </a:path>
              </a:pathLst>
            </a:custGeom>
            <a:ln w="8472" cap="flat">
              <a:solidFill>
                <a:srgbClr val="01355A"/>
              </a:solidFill>
              <a:prstDash val="solid"/>
              <a:miter/>
            </a:ln>
          </p:spPr>
          <p:txBody>
            <a:bodyPr rtlCol="1" anchor="ctr"/>
            <a:lstStyle/>
            <a:p>
              <a:endParaRPr lang="ar-SA"/>
            </a:p>
          </p:txBody>
        </p:sp>
      </p:grpSp>
      <p:grpSp>
        <p:nvGrpSpPr>
          <p:cNvPr id="8452" name="رسم 8014">
            <a:extLst>
              <a:ext uri="{FF2B5EF4-FFF2-40B4-BE49-F238E27FC236}">
                <a16:creationId xmlns:a16="http://schemas.microsoft.com/office/drawing/2014/main" id="{EF02C69F-719A-2F13-96C4-6BA431DEC632}"/>
              </a:ext>
            </a:extLst>
          </p:cNvPr>
          <p:cNvGrpSpPr/>
          <p:nvPr/>
        </p:nvGrpSpPr>
        <p:grpSpPr>
          <a:xfrm>
            <a:off x="2408042" y="5701859"/>
            <a:ext cx="310764" cy="286790"/>
            <a:chOff x="1959761" y="5418723"/>
            <a:chExt cx="371456" cy="363858"/>
          </a:xfrm>
          <a:noFill/>
        </p:grpSpPr>
        <p:grpSp>
          <p:nvGrpSpPr>
            <p:cNvPr id="8453" name="رسم 8014">
              <a:extLst>
                <a:ext uri="{FF2B5EF4-FFF2-40B4-BE49-F238E27FC236}">
                  <a16:creationId xmlns:a16="http://schemas.microsoft.com/office/drawing/2014/main" id="{790E0247-871B-97F7-ACB3-F105D3403310}"/>
                </a:ext>
              </a:extLst>
            </p:cNvPr>
            <p:cNvGrpSpPr/>
            <p:nvPr/>
          </p:nvGrpSpPr>
          <p:grpSpPr>
            <a:xfrm>
              <a:off x="2180528" y="5547918"/>
              <a:ext cx="28753" cy="73692"/>
              <a:chOff x="2180528" y="5547918"/>
              <a:chExt cx="28753" cy="73692"/>
            </a:xfrm>
            <a:noFill/>
          </p:grpSpPr>
          <p:sp>
            <p:nvSpPr>
              <p:cNvPr id="8472" name="شكل حر: شكل 9398">
                <a:extLst>
                  <a:ext uri="{FF2B5EF4-FFF2-40B4-BE49-F238E27FC236}">
                    <a16:creationId xmlns:a16="http://schemas.microsoft.com/office/drawing/2014/main" id="{127C9A4A-CEDC-6D0D-3BAC-F8604804AF02}"/>
                  </a:ext>
                </a:extLst>
              </p:cNvPr>
              <p:cNvSpPr/>
              <p:nvPr/>
            </p:nvSpPr>
            <p:spPr>
              <a:xfrm>
                <a:off x="2180528" y="5555968"/>
                <a:ext cx="28753" cy="57507"/>
              </a:xfrm>
              <a:custGeom>
                <a:avLst/>
                <a:gdLst>
                  <a:gd name="connsiteX0" fmla="*/ 0 w 28753"/>
                  <a:gd name="connsiteY0" fmla="*/ 43131 h 57507"/>
                  <a:gd name="connsiteX1" fmla="*/ 14377 w 28753"/>
                  <a:gd name="connsiteY1" fmla="*/ 57508 h 57507"/>
                  <a:gd name="connsiteX2" fmla="*/ 28754 w 28753"/>
                  <a:gd name="connsiteY2" fmla="*/ 43131 h 57507"/>
                  <a:gd name="connsiteX3" fmla="*/ 14377 w 28753"/>
                  <a:gd name="connsiteY3" fmla="*/ 28754 h 57507"/>
                  <a:gd name="connsiteX4" fmla="*/ 0 w 28753"/>
                  <a:gd name="connsiteY4" fmla="*/ 14377 h 57507"/>
                  <a:gd name="connsiteX5" fmla="*/ 14377 w 28753"/>
                  <a:gd name="connsiteY5" fmla="*/ 0 h 57507"/>
                  <a:gd name="connsiteX6" fmla="*/ 28754 w 28753"/>
                  <a:gd name="connsiteY6" fmla="*/ 14377 h 57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753" h="57507">
                    <a:moveTo>
                      <a:pt x="0" y="43131"/>
                    </a:moveTo>
                    <a:cubicBezTo>
                      <a:pt x="0" y="51068"/>
                      <a:pt x="6440" y="57508"/>
                      <a:pt x="14377" y="57508"/>
                    </a:cubicBezTo>
                    <a:cubicBezTo>
                      <a:pt x="22314" y="57508"/>
                      <a:pt x="28754" y="51068"/>
                      <a:pt x="28754" y="43131"/>
                    </a:cubicBezTo>
                    <a:cubicBezTo>
                      <a:pt x="28754" y="35194"/>
                      <a:pt x="22851" y="31522"/>
                      <a:pt x="14377" y="28754"/>
                    </a:cubicBezTo>
                    <a:cubicBezTo>
                      <a:pt x="6835" y="26296"/>
                      <a:pt x="0" y="22314"/>
                      <a:pt x="0" y="14377"/>
                    </a:cubicBezTo>
                    <a:cubicBezTo>
                      <a:pt x="0" y="6440"/>
                      <a:pt x="6440" y="0"/>
                      <a:pt x="14377" y="0"/>
                    </a:cubicBezTo>
                    <a:cubicBezTo>
                      <a:pt x="22314" y="0"/>
                      <a:pt x="28754" y="6440"/>
                      <a:pt x="28754" y="14377"/>
                    </a:cubicBezTo>
                  </a:path>
                </a:pathLst>
              </a:custGeom>
              <a:noFill/>
              <a:ln w="8472" cap="flat">
                <a:solidFill>
                  <a:srgbClr val="01355A"/>
                </a:solidFill>
                <a:prstDash val="solid"/>
                <a:miter/>
              </a:ln>
            </p:spPr>
            <p:txBody>
              <a:bodyPr rtlCol="1" anchor="ctr"/>
              <a:lstStyle/>
              <a:p>
                <a:endParaRPr lang="ar-SA"/>
              </a:p>
            </p:txBody>
          </p:sp>
          <p:sp>
            <p:nvSpPr>
              <p:cNvPr id="8473" name="شكل حر: شكل 9399">
                <a:extLst>
                  <a:ext uri="{FF2B5EF4-FFF2-40B4-BE49-F238E27FC236}">
                    <a16:creationId xmlns:a16="http://schemas.microsoft.com/office/drawing/2014/main" id="{F8DE2B7F-4155-AACD-CF89-CC0345349C6B}"/>
                  </a:ext>
                </a:extLst>
              </p:cNvPr>
              <p:cNvSpPr/>
              <p:nvPr/>
            </p:nvSpPr>
            <p:spPr>
              <a:xfrm>
                <a:off x="2194933" y="5547918"/>
                <a:ext cx="2824" cy="8106"/>
              </a:xfrm>
              <a:custGeom>
                <a:avLst/>
                <a:gdLst>
                  <a:gd name="connsiteX0" fmla="*/ 0 w 2824"/>
                  <a:gd name="connsiteY0" fmla="*/ 0 h 8106"/>
                  <a:gd name="connsiteX1" fmla="*/ 0 w 2824"/>
                  <a:gd name="connsiteY1" fmla="*/ 8107 h 8106"/>
                </a:gdLst>
                <a:ahLst/>
                <a:cxnLst>
                  <a:cxn ang="0">
                    <a:pos x="connsiteX0" y="connsiteY0"/>
                  </a:cxn>
                  <a:cxn ang="0">
                    <a:pos x="connsiteX1" y="connsiteY1"/>
                  </a:cxn>
                </a:cxnLst>
                <a:rect l="l" t="t" r="r" b="b"/>
                <a:pathLst>
                  <a:path w="2824" h="8106">
                    <a:moveTo>
                      <a:pt x="0" y="0"/>
                    </a:moveTo>
                    <a:lnTo>
                      <a:pt x="0" y="8107"/>
                    </a:lnTo>
                  </a:path>
                </a:pathLst>
              </a:custGeom>
              <a:ln w="8472" cap="flat">
                <a:solidFill>
                  <a:srgbClr val="01355A"/>
                </a:solidFill>
                <a:prstDash val="solid"/>
                <a:miter/>
              </a:ln>
            </p:spPr>
            <p:txBody>
              <a:bodyPr rtlCol="1" anchor="ctr"/>
              <a:lstStyle/>
              <a:p>
                <a:endParaRPr lang="ar-SA"/>
              </a:p>
            </p:txBody>
          </p:sp>
          <p:sp>
            <p:nvSpPr>
              <p:cNvPr id="8474" name="شكل حر: شكل 9400">
                <a:extLst>
                  <a:ext uri="{FF2B5EF4-FFF2-40B4-BE49-F238E27FC236}">
                    <a16:creationId xmlns:a16="http://schemas.microsoft.com/office/drawing/2014/main" id="{01F1CB4B-CC47-1792-0D4B-9CC089369B23}"/>
                  </a:ext>
                </a:extLst>
              </p:cNvPr>
              <p:cNvSpPr/>
              <p:nvPr/>
            </p:nvSpPr>
            <p:spPr>
              <a:xfrm>
                <a:off x="2194933" y="5613476"/>
                <a:ext cx="2824" cy="8134"/>
              </a:xfrm>
              <a:custGeom>
                <a:avLst/>
                <a:gdLst>
                  <a:gd name="connsiteX0" fmla="*/ 0 w 2824"/>
                  <a:gd name="connsiteY0" fmla="*/ 0 h 8134"/>
                  <a:gd name="connsiteX1" fmla="*/ 0 w 2824"/>
                  <a:gd name="connsiteY1" fmla="*/ 8135 h 8134"/>
                </a:gdLst>
                <a:ahLst/>
                <a:cxnLst>
                  <a:cxn ang="0">
                    <a:pos x="connsiteX0" y="connsiteY0"/>
                  </a:cxn>
                  <a:cxn ang="0">
                    <a:pos x="connsiteX1" y="connsiteY1"/>
                  </a:cxn>
                </a:cxnLst>
                <a:rect l="l" t="t" r="r" b="b"/>
                <a:pathLst>
                  <a:path w="2824" h="8134">
                    <a:moveTo>
                      <a:pt x="0" y="0"/>
                    </a:moveTo>
                    <a:lnTo>
                      <a:pt x="0" y="8135"/>
                    </a:lnTo>
                  </a:path>
                </a:pathLst>
              </a:custGeom>
              <a:ln w="8472" cap="flat">
                <a:solidFill>
                  <a:srgbClr val="01355A"/>
                </a:solidFill>
                <a:prstDash val="solid"/>
                <a:miter/>
              </a:ln>
            </p:spPr>
            <p:txBody>
              <a:bodyPr rtlCol="1" anchor="ctr"/>
              <a:lstStyle/>
              <a:p>
                <a:endParaRPr lang="ar-SA"/>
              </a:p>
            </p:txBody>
          </p:sp>
        </p:grpSp>
        <p:grpSp>
          <p:nvGrpSpPr>
            <p:cNvPr id="8454" name="رسم 8014">
              <a:extLst>
                <a:ext uri="{FF2B5EF4-FFF2-40B4-BE49-F238E27FC236}">
                  <a16:creationId xmlns:a16="http://schemas.microsoft.com/office/drawing/2014/main" id="{21CADA37-653C-9780-4212-8574FBAC9C71}"/>
                </a:ext>
              </a:extLst>
            </p:cNvPr>
            <p:cNvGrpSpPr/>
            <p:nvPr/>
          </p:nvGrpSpPr>
          <p:grpSpPr>
            <a:xfrm>
              <a:off x="2058649" y="5593139"/>
              <a:ext cx="272568" cy="189442"/>
              <a:chOff x="2058649" y="5593139"/>
              <a:chExt cx="272568" cy="189442"/>
            </a:xfrm>
            <a:noFill/>
          </p:grpSpPr>
          <p:sp>
            <p:nvSpPr>
              <p:cNvPr id="8466" name="شكل حر: شكل 9402">
                <a:extLst>
                  <a:ext uri="{FF2B5EF4-FFF2-40B4-BE49-F238E27FC236}">
                    <a16:creationId xmlns:a16="http://schemas.microsoft.com/office/drawing/2014/main" id="{8CA8225F-EF46-4460-2911-DB0A12552402}"/>
                  </a:ext>
                </a:extLst>
              </p:cNvPr>
              <p:cNvSpPr/>
              <p:nvPr/>
            </p:nvSpPr>
            <p:spPr>
              <a:xfrm>
                <a:off x="2091724" y="5674740"/>
                <a:ext cx="103208" cy="107841"/>
              </a:xfrm>
              <a:custGeom>
                <a:avLst/>
                <a:gdLst>
                  <a:gd name="connsiteX0" fmla="*/ 103209 w 103208"/>
                  <a:gd name="connsiteY0" fmla="*/ 107841 h 107841"/>
                  <a:gd name="connsiteX1" fmla="*/ 0 w 103208"/>
                  <a:gd name="connsiteY1" fmla="*/ 71603 h 107841"/>
                  <a:gd name="connsiteX2" fmla="*/ 0 w 103208"/>
                  <a:gd name="connsiteY2" fmla="*/ 0 h 107841"/>
                </a:gdLst>
                <a:ahLst/>
                <a:cxnLst>
                  <a:cxn ang="0">
                    <a:pos x="connsiteX0" y="connsiteY0"/>
                  </a:cxn>
                  <a:cxn ang="0">
                    <a:pos x="connsiteX1" y="connsiteY1"/>
                  </a:cxn>
                  <a:cxn ang="0">
                    <a:pos x="connsiteX2" y="connsiteY2"/>
                  </a:cxn>
                </a:cxnLst>
                <a:rect l="l" t="t" r="r" b="b"/>
                <a:pathLst>
                  <a:path w="103208" h="107841">
                    <a:moveTo>
                      <a:pt x="103209" y="107841"/>
                    </a:moveTo>
                    <a:lnTo>
                      <a:pt x="0" y="71603"/>
                    </a:lnTo>
                    <a:lnTo>
                      <a:pt x="0" y="0"/>
                    </a:lnTo>
                  </a:path>
                </a:pathLst>
              </a:custGeom>
              <a:noFill/>
              <a:ln w="8472" cap="flat">
                <a:solidFill>
                  <a:srgbClr val="01355A"/>
                </a:solidFill>
                <a:prstDash val="solid"/>
                <a:miter/>
              </a:ln>
            </p:spPr>
            <p:txBody>
              <a:bodyPr rtlCol="1" anchor="ctr"/>
              <a:lstStyle/>
              <a:p>
                <a:endParaRPr lang="ar-SA"/>
              </a:p>
            </p:txBody>
          </p:sp>
          <p:sp>
            <p:nvSpPr>
              <p:cNvPr id="8467" name="شكل حر: شكل 9403">
                <a:extLst>
                  <a:ext uri="{FF2B5EF4-FFF2-40B4-BE49-F238E27FC236}">
                    <a16:creationId xmlns:a16="http://schemas.microsoft.com/office/drawing/2014/main" id="{35998DB9-366E-644A-D2F6-2887BAF23AA5}"/>
                  </a:ext>
                </a:extLst>
              </p:cNvPr>
              <p:cNvSpPr/>
              <p:nvPr/>
            </p:nvSpPr>
            <p:spPr>
              <a:xfrm>
                <a:off x="2091724" y="5613645"/>
                <a:ext cx="103208" cy="36238"/>
              </a:xfrm>
              <a:custGeom>
                <a:avLst/>
                <a:gdLst>
                  <a:gd name="connsiteX0" fmla="*/ 0 w 103208"/>
                  <a:gd name="connsiteY0" fmla="*/ 0 h 36238"/>
                  <a:gd name="connsiteX1" fmla="*/ 103209 w 103208"/>
                  <a:gd name="connsiteY1" fmla="*/ 36239 h 36238"/>
                </a:gdLst>
                <a:ahLst/>
                <a:cxnLst>
                  <a:cxn ang="0">
                    <a:pos x="connsiteX0" y="connsiteY0"/>
                  </a:cxn>
                  <a:cxn ang="0">
                    <a:pos x="connsiteX1" y="connsiteY1"/>
                  </a:cxn>
                </a:cxnLst>
                <a:rect l="l" t="t" r="r" b="b"/>
                <a:pathLst>
                  <a:path w="103208" h="36238">
                    <a:moveTo>
                      <a:pt x="0" y="0"/>
                    </a:moveTo>
                    <a:lnTo>
                      <a:pt x="103209" y="36239"/>
                    </a:lnTo>
                  </a:path>
                </a:pathLst>
              </a:custGeom>
              <a:ln w="8472" cap="flat">
                <a:solidFill>
                  <a:srgbClr val="01355A"/>
                </a:solidFill>
                <a:prstDash val="solid"/>
                <a:miter/>
              </a:ln>
            </p:spPr>
            <p:txBody>
              <a:bodyPr rtlCol="1" anchor="ctr"/>
              <a:lstStyle/>
              <a:p>
                <a:endParaRPr lang="ar-SA"/>
              </a:p>
            </p:txBody>
          </p:sp>
          <p:sp>
            <p:nvSpPr>
              <p:cNvPr id="8468" name="شكل حر: شكل 9404">
                <a:extLst>
                  <a:ext uri="{FF2B5EF4-FFF2-40B4-BE49-F238E27FC236}">
                    <a16:creationId xmlns:a16="http://schemas.microsoft.com/office/drawing/2014/main" id="{4CB98958-179C-1271-3322-1001F3B73078}"/>
                  </a:ext>
                </a:extLst>
              </p:cNvPr>
              <p:cNvSpPr/>
              <p:nvPr/>
            </p:nvSpPr>
            <p:spPr>
              <a:xfrm>
                <a:off x="2194933" y="5674740"/>
                <a:ext cx="103208" cy="107841"/>
              </a:xfrm>
              <a:custGeom>
                <a:avLst/>
                <a:gdLst>
                  <a:gd name="connsiteX0" fmla="*/ 0 w 103208"/>
                  <a:gd name="connsiteY0" fmla="*/ 2796 h 107841"/>
                  <a:gd name="connsiteX1" fmla="*/ 0 w 103208"/>
                  <a:gd name="connsiteY1" fmla="*/ 107841 h 107841"/>
                  <a:gd name="connsiteX2" fmla="*/ 103209 w 103208"/>
                  <a:gd name="connsiteY2" fmla="*/ 71603 h 107841"/>
                  <a:gd name="connsiteX3" fmla="*/ 103209 w 103208"/>
                  <a:gd name="connsiteY3" fmla="*/ 0 h 107841"/>
                </a:gdLst>
                <a:ahLst/>
                <a:cxnLst>
                  <a:cxn ang="0">
                    <a:pos x="connsiteX0" y="connsiteY0"/>
                  </a:cxn>
                  <a:cxn ang="0">
                    <a:pos x="connsiteX1" y="connsiteY1"/>
                  </a:cxn>
                  <a:cxn ang="0">
                    <a:pos x="connsiteX2" y="connsiteY2"/>
                  </a:cxn>
                  <a:cxn ang="0">
                    <a:pos x="connsiteX3" y="connsiteY3"/>
                  </a:cxn>
                </a:cxnLst>
                <a:rect l="l" t="t" r="r" b="b"/>
                <a:pathLst>
                  <a:path w="103208" h="107841">
                    <a:moveTo>
                      <a:pt x="0" y="2796"/>
                    </a:moveTo>
                    <a:lnTo>
                      <a:pt x="0" y="107841"/>
                    </a:lnTo>
                    <a:lnTo>
                      <a:pt x="103209" y="71603"/>
                    </a:lnTo>
                    <a:lnTo>
                      <a:pt x="103209" y="0"/>
                    </a:lnTo>
                  </a:path>
                </a:pathLst>
              </a:custGeom>
              <a:noFill/>
              <a:ln w="8472" cap="flat">
                <a:solidFill>
                  <a:srgbClr val="01355A"/>
                </a:solidFill>
                <a:prstDash val="solid"/>
                <a:miter/>
              </a:ln>
            </p:spPr>
            <p:txBody>
              <a:bodyPr rtlCol="1" anchor="ctr"/>
              <a:lstStyle/>
              <a:p>
                <a:endParaRPr lang="ar-SA"/>
              </a:p>
            </p:txBody>
          </p:sp>
          <p:sp>
            <p:nvSpPr>
              <p:cNvPr id="8469" name="شكل حر: شكل 9405">
                <a:extLst>
                  <a:ext uri="{FF2B5EF4-FFF2-40B4-BE49-F238E27FC236}">
                    <a16:creationId xmlns:a16="http://schemas.microsoft.com/office/drawing/2014/main" id="{95B9B262-1E68-1E0F-4DD1-693B53DDF054}"/>
                  </a:ext>
                </a:extLst>
              </p:cNvPr>
              <p:cNvSpPr/>
              <p:nvPr/>
            </p:nvSpPr>
            <p:spPr>
              <a:xfrm>
                <a:off x="2194933" y="5613645"/>
                <a:ext cx="103208" cy="36238"/>
              </a:xfrm>
              <a:custGeom>
                <a:avLst/>
                <a:gdLst>
                  <a:gd name="connsiteX0" fmla="*/ 103209 w 103208"/>
                  <a:gd name="connsiteY0" fmla="*/ 0 h 36238"/>
                  <a:gd name="connsiteX1" fmla="*/ 0 w 103208"/>
                  <a:gd name="connsiteY1" fmla="*/ 36239 h 36238"/>
                </a:gdLst>
                <a:ahLst/>
                <a:cxnLst>
                  <a:cxn ang="0">
                    <a:pos x="connsiteX0" y="connsiteY0"/>
                  </a:cxn>
                  <a:cxn ang="0">
                    <a:pos x="connsiteX1" y="connsiteY1"/>
                  </a:cxn>
                </a:cxnLst>
                <a:rect l="l" t="t" r="r" b="b"/>
                <a:pathLst>
                  <a:path w="103208" h="36238">
                    <a:moveTo>
                      <a:pt x="103209" y="0"/>
                    </a:moveTo>
                    <a:lnTo>
                      <a:pt x="0" y="36239"/>
                    </a:lnTo>
                  </a:path>
                </a:pathLst>
              </a:custGeom>
              <a:ln w="8472" cap="flat">
                <a:solidFill>
                  <a:srgbClr val="01355A"/>
                </a:solidFill>
                <a:prstDash val="solid"/>
                <a:miter/>
              </a:ln>
            </p:spPr>
            <p:txBody>
              <a:bodyPr rtlCol="1" anchor="ctr"/>
              <a:lstStyle/>
              <a:p>
                <a:endParaRPr lang="ar-SA"/>
              </a:p>
            </p:txBody>
          </p:sp>
          <p:sp>
            <p:nvSpPr>
              <p:cNvPr id="8470" name="شكل حر: شكل 9406">
                <a:extLst>
                  <a:ext uri="{FF2B5EF4-FFF2-40B4-BE49-F238E27FC236}">
                    <a16:creationId xmlns:a16="http://schemas.microsoft.com/office/drawing/2014/main" id="{3F837217-3119-D8F6-0985-3E12AF4E40C1}"/>
                  </a:ext>
                </a:extLst>
              </p:cNvPr>
              <p:cNvSpPr/>
              <p:nvPr/>
            </p:nvSpPr>
            <p:spPr>
              <a:xfrm>
                <a:off x="2194933" y="5593139"/>
                <a:ext cx="136284" cy="91148"/>
              </a:xfrm>
              <a:custGeom>
                <a:avLst/>
                <a:gdLst>
                  <a:gd name="connsiteX0" fmla="*/ 31324 w 136284"/>
                  <a:gd name="connsiteY0" fmla="*/ 0 h 91148"/>
                  <a:gd name="connsiteX1" fmla="*/ 103209 w 136284"/>
                  <a:gd name="connsiteY1" fmla="*/ 20506 h 91148"/>
                  <a:gd name="connsiteX2" fmla="*/ 136284 w 136284"/>
                  <a:gd name="connsiteY2" fmla="*/ 53582 h 91148"/>
                  <a:gd name="connsiteX3" fmla="*/ 35222 w 136284"/>
                  <a:gd name="connsiteY3" fmla="*/ 91148 h 91148"/>
                  <a:gd name="connsiteX4" fmla="*/ 0 w 136284"/>
                  <a:gd name="connsiteY4" fmla="*/ 56745 h 91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284" h="91148">
                    <a:moveTo>
                      <a:pt x="31324" y="0"/>
                    </a:moveTo>
                    <a:lnTo>
                      <a:pt x="103209" y="20506"/>
                    </a:lnTo>
                    <a:lnTo>
                      <a:pt x="136284" y="53582"/>
                    </a:lnTo>
                    <a:lnTo>
                      <a:pt x="35222" y="91148"/>
                    </a:lnTo>
                    <a:lnTo>
                      <a:pt x="0" y="56745"/>
                    </a:lnTo>
                  </a:path>
                </a:pathLst>
              </a:custGeom>
              <a:noFill/>
              <a:ln w="8472" cap="flat">
                <a:solidFill>
                  <a:srgbClr val="01355A"/>
                </a:solidFill>
                <a:prstDash val="solid"/>
                <a:miter/>
              </a:ln>
            </p:spPr>
            <p:txBody>
              <a:bodyPr rtlCol="1" anchor="ctr"/>
              <a:lstStyle/>
              <a:p>
                <a:endParaRPr lang="ar-SA"/>
              </a:p>
            </p:txBody>
          </p:sp>
          <p:sp>
            <p:nvSpPr>
              <p:cNvPr id="8471" name="شكل حر: شكل 9407">
                <a:extLst>
                  <a:ext uri="{FF2B5EF4-FFF2-40B4-BE49-F238E27FC236}">
                    <a16:creationId xmlns:a16="http://schemas.microsoft.com/office/drawing/2014/main" id="{A97077C3-075F-F184-EB20-B2BC6BEFBF3C}"/>
                  </a:ext>
                </a:extLst>
              </p:cNvPr>
              <p:cNvSpPr/>
              <p:nvPr/>
            </p:nvSpPr>
            <p:spPr>
              <a:xfrm>
                <a:off x="2058649" y="5594100"/>
                <a:ext cx="136284" cy="90187"/>
              </a:xfrm>
              <a:custGeom>
                <a:avLst/>
                <a:gdLst>
                  <a:gd name="connsiteX0" fmla="*/ 136284 w 136284"/>
                  <a:gd name="connsiteY0" fmla="*/ 55785 h 90187"/>
                  <a:gd name="connsiteX1" fmla="*/ 101062 w 136284"/>
                  <a:gd name="connsiteY1" fmla="*/ 90188 h 90187"/>
                  <a:gd name="connsiteX2" fmla="*/ 0 w 136284"/>
                  <a:gd name="connsiteY2" fmla="*/ 52621 h 90187"/>
                  <a:gd name="connsiteX3" fmla="*/ 33075 w 136284"/>
                  <a:gd name="connsiteY3" fmla="*/ 19546 h 90187"/>
                  <a:gd name="connsiteX4" fmla="*/ 101514 w 136284"/>
                  <a:gd name="connsiteY4" fmla="*/ 0 h 901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284" h="90187">
                    <a:moveTo>
                      <a:pt x="136284" y="55785"/>
                    </a:moveTo>
                    <a:lnTo>
                      <a:pt x="101062" y="90188"/>
                    </a:lnTo>
                    <a:lnTo>
                      <a:pt x="0" y="52621"/>
                    </a:lnTo>
                    <a:lnTo>
                      <a:pt x="33075" y="19546"/>
                    </a:lnTo>
                    <a:lnTo>
                      <a:pt x="101514" y="0"/>
                    </a:lnTo>
                  </a:path>
                </a:pathLst>
              </a:custGeom>
              <a:noFill/>
              <a:ln w="8472" cap="flat">
                <a:solidFill>
                  <a:srgbClr val="01355A"/>
                </a:solidFill>
                <a:prstDash val="solid"/>
                <a:miter/>
              </a:ln>
            </p:spPr>
            <p:txBody>
              <a:bodyPr rtlCol="1" anchor="ctr"/>
              <a:lstStyle/>
              <a:p>
                <a:endParaRPr lang="ar-SA"/>
              </a:p>
            </p:txBody>
          </p:sp>
        </p:grpSp>
        <p:sp>
          <p:nvSpPr>
            <p:cNvPr id="8455" name="شكل حر: شكل 9408">
              <a:extLst>
                <a:ext uri="{FF2B5EF4-FFF2-40B4-BE49-F238E27FC236}">
                  <a16:creationId xmlns:a16="http://schemas.microsoft.com/office/drawing/2014/main" id="{54B0A733-2460-E283-24A0-02B2A715F9F4}"/>
                </a:ext>
              </a:extLst>
            </p:cNvPr>
            <p:cNvSpPr/>
            <p:nvPr/>
          </p:nvSpPr>
          <p:spPr>
            <a:xfrm>
              <a:off x="1959761" y="5418723"/>
              <a:ext cx="275139" cy="330924"/>
            </a:xfrm>
            <a:custGeom>
              <a:avLst/>
              <a:gdLst>
                <a:gd name="connsiteX0" fmla="*/ 115016 w 275139"/>
                <a:gd name="connsiteY0" fmla="*/ 330924 h 330924"/>
                <a:gd name="connsiteX1" fmla="*/ 16185 w 275139"/>
                <a:gd name="connsiteY1" fmla="*/ 330924 h 330924"/>
                <a:gd name="connsiteX2" fmla="*/ 0 w 275139"/>
                <a:gd name="connsiteY2" fmla="*/ 314739 h 330924"/>
                <a:gd name="connsiteX3" fmla="*/ 0 w 275139"/>
                <a:gd name="connsiteY3" fmla="*/ 16185 h 330924"/>
                <a:gd name="connsiteX4" fmla="*/ 16185 w 275139"/>
                <a:gd name="connsiteY4" fmla="*/ 0 h 330924"/>
                <a:gd name="connsiteX5" fmla="*/ 258955 w 275139"/>
                <a:gd name="connsiteY5" fmla="*/ 0 h 330924"/>
                <a:gd name="connsiteX6" fmla="*/ 275139 w 275139"/>
                <a:gd name="connsiteY6" fmla="*/ 16185 h 330924"/>
                <a:gd name="connsiteX7" fmla="*/ 275139 w 275139"/>
                <a:gd name="connsiteY7" fmla="*/ 159700 h 330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5139" h="330924">
                  <a:moveTo>
                    <a:pt x="115016" y="330924"/>
                  </a:moveTo>
                  <a:lnTo>
                    <a:pt x="16185" y="330924"/>
                  </a:lnTo>
                  <a:cubicBezTo>
                    <a:pt x="7231" y="330924"/>
                    <a:pt x="0" y="323665"/>
                    <a:pt x="0" y="314739"/>
                  </a:cubicBezTo>
                  <a:lnTo>
                    <a:pt x="0" y="16185"/>
                  </a:lnTo>
                  <a:cubicBezTo>
                    <a:pt x="0" y="7231"/>
                    <a:pt x="7259" y="0"/>
                    <a:pt x="16185" y="0"/>
                  </a:cubicBezTo>
                  <a:lnTo>
                    <a:pt x="258955" y="0"/>
                  </a:lnTo>
                  <a:cubicBezTo>
                    <a:pt x="267908" y="0"/>
                    <a:pt x="275139" y="7259"/>
                    <a:pt x="275139" y="16185"/>
                  </a:cubicBezTo>
                  <a:lnTo>
                    <a:pt x="275139" y="159700"/>
                  </a:lnTo>
                </a:path>
              </a:pathLst>
            </a:custGeom>
            <a:noFill/>
            <a:ln w="8472" cap="flat">
              <a:solidFill>
                <a:srgbClr val="17A3A3"/>
              </a:solidFill>
              <a:prstDash val="solid"/>
              <a:miter/>
            </a:ln>
          </p:spPr>
          <p:txBody>
            <a:bodyPr rtlCol="1" anchor="ctr"/>
            <a:lstStyle/>
            <a:p>
              <a:endParaRPr lang="ar-SA"/>
            </a:p>
          </p:txBody>
        </p:sp>
        <p:sp>
          <p:nvSpPr>
            <p:cNvPr id="8456" name="شكل حر: شكل 9409">
              <a:extLst>
                <a:ext uri="{FF2B5EF4-FFF2-40B4-BE49-F238E27FC236}">
                  <a16:creationId xmlns:a16="http://schemas.microsoft.com/office/drawing/2014/main" id="{A54DCA5E-FBFC-E885-875E-49BAED81E185}"/>
                </a:ext>
              </a:extLst>
            </p:cNvPr>
            <p:cNvSpPr/>
            <p:nvPr/>
          </p:nvSpPr>
          <p:spPr>
            <a:xfrm>
              <a:off x="1984363" y="5478095"/>
              <a:ext cx="83747" cy="2824"/>
            </a:xfrm>
            <a:custGeom>
              <a:avLst/>
              <a:gdLst>
                <a:gd name="connsiteX0" fmla="*/ 0 w 83747"/>
                <a:gd name="connsiteY0" fmla="*/ 0 h 2824"/>
                <a:gd name="connsiteX1" fmla="*/ 83748 w 83747"/>
                <a:gd name="connsiteY1" fmla="*/ 0 h 2824"/>
              </a:gdLst>
              <a:ahLst/>
              <a:cxnLst>
                <a:cxn ang="0">
                  <a:pos x="connsiteX0" y="connsiteY0"/>
                </a:cxn>
                <a:cxn ang="0">
                  <a:pos x="connsiteX1" y="connsiteY1"/>
                </a:cxn>
              </a:cxnLst>
              <a:rect l="l" t="t" r="r" b="b"/>
              <a:pathLst>
                <a:path w="83747" h="2824">
                  <a:moveTo>
                    <a:pt x="0" y="0"/>
                  </a:moveTo>
                  <a:lnTo>
                    <a:pt x="83748" y="0"/>
                  </a:lnTo>
                </a:path>
              </a:pathLst>
            </a:custGeom>
            <a:ln w="8472" cap="flat">
              <a:solidFill>
                <a:srgbClr val="17A3A3"/>
              </a:solidFill>
              <a:prstDash val="solid"/>
              <a:miter/>
            </a:ln>
          </p:spPr>
          <p:txBody>
            <a:bodyPr rtlCol="1" anchor="ctr"/>
            <a:lstStyle/>
            <a:p>
              <a:endParaRPr lang="ar-SA"/>
            </a:p>
          </p:txBody>
        </p:sp>
        <p:sp>
          <p:nvSpPr>
            <p:cNvPr id="8457" name="شكل حر: شكل 9410">
              <a:extLst>
                <a:ext uri="{FF2B5EF4-FFF2-40B4-BE49-F238E27FC236}">
                  <a16:creationId xmlns:a16="http://schemas.microsoft.com/office/drawing/2014/main" id="{5DC48092-9156-7825-7392-C25805FB0DE4}"/>
                </a:ext>
              </a:extLst>
            </p:cNvPr>
            <p:cNvSpPr/>
            <p:nvPr/>
          </p:nvSpPr>
          <p:spPr>
            <a:xfrm>
              <a:off x="1984363" y="5535716"/>
              <a:ext cx="42820" cy="2824"/>
            </a:xfrm>
            <a:custGeom>
              <a:avLst/>
              <a:gdLst>
                <a:gd name="connsiteX0" fmla="*/ 0 w 42820"/>
                <a:gd name="connsiteY0" fmla="*/ 0 h 2824"/>
                <a:gd name="connsiteX1" fmla="*/ 42820 w 42820"/>
                <a:gd name="connsiteY1" fmla="*/ 0 h 2824"/>
              </a:gdLst>
              <a:ahLst/>
              <a:cxnLst>
                <a:cxn ang="0">
                  <a:pos x="connsiteX0" y="connsiteY0"/>
                </a:cxn>
                <a:cxn ang="0">
                  <a:pos x="connsiteX1" y="connsiteY1"/>
                </a:cxn>
              </a:cxnLst>
              <a:rect l="l" t="t" r="r" b="b"/>
              <a:pathLst>
                <a:path w="42820" h="2824">
                  <a:moveTo>
                    <a:pt x="0" y="0"/>
                  </a:moveTo>
                  <a:lnTo>
                    <a:pt x="42820" y="0"/>
                  </a:lnTo>
                </a:path>
              </a:pathLst>
            </a:custGeom>
            <a:ln w="8472" cap="flat">
              <a:solidFill>
                <a:srgbClr val="01355A"/>
              </a:solidFill>
              <a:prstDash val="solid"/>
              <a:miter/>
            </a:ln>
          </p:spPr>
          <p:txBody>
            <a:bodyPr rtlCol="1" anchor="ctr"/>
            <a:lstStyle/>
            <a:p>
              <a:endParaRPr lang="ar-SA"/>
            </a:p>
          </p:txBody>
        </p:sp>
        <p:sp>
          <p:nvSpPr>
            <p:cNvPr id="8458" name="شكل حر: شكل 9411">
              <a:extLst>
                <a:ext uri="{FF2B5EF4-FFF2-40B4-BE49-F238E27FC236}">
                  <a16:creationId xmlns:a16="http://schemas.microsoft.com/office/drawing/2014/main" id="{24BED6F5-B9A3-6288-9DD6-C500B97C5296}"/>
                </a:ext>
              </a:extLst>
            </p:cNvPr>
            <p:cNvSpPr/>
            <p:nvPr/>
          </p:nvSpPr>
          <p:spPr>
            <a:xfrm>
              <a:off x="2121354" y="5535716"/>
              <a:ext cx="41266" cy="2824"/>
            </a:xfrm>
            <a:custGeom>
              <a:avLst/>
              <a:gdLst>
                <a:gd name="connsiteX0" fmla="*/ 0 w 41266"/>
                <a:gd name="connsiteY0" fmla="*/ 0 h 2824"/>
                <a:gd name="connsiteX1" fmla="*/ 41267 w 41266"/>
                <a:gd name="connsiteY1" fmla="*/ 0 h 2824"/>
              </a:gdLst>
              <a:ahLst/>
              <a:cxnLst>
                <a:cxn ang="0">
                  <a:pos x="connsiteX0" y="connsiteY0"/>
                </a:cxn>
                <a:cxn ang="0">
                  <a:pos x="connsiteX1" y="connsiteY1"/>
                </a:cxn>
              </a:cxnLst>
              <a:rect l="l" t="t" r="r" b="b"/>
              <a:pathLst>
                <a:path w="41266" h="2824">
                  <a:moveTo>
                    <a:pt x="0" y="0"/>
                  </a:moveTo>
                  <a:lnTo>
                    <a:pt x="41267" y="0"/>
                  </a:lnTo>
                </a:path>
              </a:pathLst>
            </a:custGeom>
            <a:ln w="8472" cap="flat">
              <a:solidFill>
                <a:srgbClr val="01355A"/>
              </a:solidFill>
              <a:prstDash val="solid"/>
              <a:miter/>
            </a:ln>
          </p:spPr>
          <p:txBody>
            <a:bodyPr rtlCol="1" anchor="ctr"/>
            <a:lstStyle/>
            <a:p>
              <a:endParaRPr lang="ar-SA"/>
            </a:p>
          </p:txBody>
        </p:sp>
        <p:sp>
          <p:nvSpPr>
            <p:cNvPr id="8459" name="شكل حر: شكل 9412">
              <a:extLst>
                <a:ext uri="{FF2B5EF4-FFF2-40B4-BE49-F238E27FC236}">
                  <a16:creationId xmlns:a16="http://schemas.microsoft.com/office/drawing/2014/main" id="{1C10715A-AD9F-F36A-444F-97EEAE059047}"/>
                </a:ext>
              </a:extLst>
            </p:cNvPr>
            <p:cNvSpPr/>
            <p:nvPr/>
          </p:nvSpPr>
          <p:spPr>
            <a:xfrm>
              <a:off x="2046164" y="5520181"/>
              <a:ext cx="19432" cy="31041"/>
            </a:xfrm>
            <a:custGeom>
              <a:avLst/>
              <a:gdLst>
                <a:gd name="connsiteX0" fmla="*/ 9716 w 19432"/>
                <a:gd name="connsiteY0" fmla="*/ 0 h 31041"/>
                <a:gd name="connsiteX1" fmla="*/ 9716 w 19432"/>
                <a:gd name="connsiteY1" fmla="*/ 0 h 31041"/>
                <a:gd name="connsiteX2" fmla="*/ 19433 w 19432"/>
                <a:gd name="connsiteY2" fmla="*/ 9717 h 31041"/>
                <a:gd name="connsiteX3" fmla="*/ 19433 w 19432"/>
                <a:gd name="connsiteY3" fmla="*/ 21325 h 31041"/>
                <a:gd name="connsiteX4" fmla="*/ 9716 w 19432"/>
                <a:gd name="connsiteY4" fmla="*/ 31042 h 31041"/>
                <a:gd name="connsiteX5" fmla="*/ 9716 w 19432"/>
                <a:gd name="connsiteY5" fmla="*/ 31042 h 31041"/>
                <a:gd name="connsiteX6" fmla="*/ 0 w 19432"/>
                <a:gd name="connsiteY6" fmla="*/ 21325 h 31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2" h="31041">
                  <a:moveTo>
                    <a:pt x="9716" y="0"/>
                  </a:moveTo>
                  <a:lnTo>
                    <a:pt x="9716" y="0"/>
                  </a:lnTo>
                  <a:cubicBezTo>
                    <a:pt x="15083" y="0"/>
                    <a:pt x="19433" y="4350"/>
                    <a:pt x="19433" y="9717"/>
                  </a:cubicBezTo>
                  <a:lnTo>
                    <a:pt x="19433" y="21325"/>
                  </a:lnTo>
                  <a:cubicBezTo>
                    <a:pt x="19433" y="26692"/>
                    <a:pt x="15083" y="31042"/>
                    <a:pt x="9716" y="31042"/>
                  </a:cubicBezTo>
                  <a:lnTo>
                    <a:pt x="9716" y="31042"/>
                  </a:lnTo>
                  <a:cubicBezTo>
                    <a:pt x="4350" y="31042"/>
                    <a:pt x="0" y="26692"/>
                    <a:pt x="0" y="21325"/>
                  </a:cubicBezTo>
                </a:path>
              </a:pathLst>
            </a:custGeom>
            <a:noFill/>
            <a:ln w="8472" cap="flat">
              <a:solidFill>
                <a:srgbClr val="17A3A3"/>
              </a:solidFill>
              <a:prstDash val="solid"/>
              <a:miter/>
            </a:ln>
          </p:spPr>
          <p:txBody>
            <a:bodyPr rtlCol="1" anchor="ctr"/>
            <a:lstStyle/>
            <a:p>
              <a:endParaRPr lang="ar-SA"/>
            </a:p>
          </p:txBody>
        </p:sp>
        <p:sp>
          <p:nvSpPr>
            <p:cNvPr id="8460" name="شكل حر: شكل 9413">
              <a:extLst>
                <a:ext uri="{FF2B5EF4-FFF2-40B4-BE49-F238E27FC236}">
                  <a16:creationId xmlns:a16="http://schemas.microsoft.com/office/drawing/2014/main" id="{E5CAF6B4-6522-7FAB-FFAD-5A6F2B0519A7}"/>
                </a:ext>
              </a:extLst>
            </p:cNvPr>
            <p:cNvSpPr/>
            <p:nvPr/>
          </p:nvSpPr>
          <p:spPr>
            <a:xfrm>
              <a:off x="2083279" y="5520181"/>
              <a:ext cx="19432" cy="31041"/>
            </a:xfrm>
            <a:custGeom>
              <a:avLst/>
              <a:gdLst>
                <a:gd name="connsiteX0" fmla="*/ 9716 w 19432"/>
                <a:gd name="connsiteY0" fmla="*/ 0 h 31041"/>
                <a:gd name="connsiteX1" fmla="*/ 9716 w 19432"/>
                <a:gd name="connsiteY1" fmla="*/ 0 h 31041"/>
                <a:gd name="connsiteX2" fmla="*/ 19433 w 19432"/>
                <a:gd name="connsiteY2" fmla="*/ 9717 h 31041"/>
                <a:gd name="connsiteX3" fmla="*/ 19433 w 19432"/>
                <a:gd name="connsiteY3" fmla="*/ 21325 h 31041"/>
                <a:gd name="connsiteX4" fmla="*/ 9716 w 19432"/>
                <a:gd name="connsiteY4" fmla="*/ 31042 h 31041"/>
                <a:gd name="connsiteX5" fmla="*/ 9716 w 19432"/>
                <a:gd name="connsiteY5" fmla="*/ 31042 h 31041"/>
                <a:gd name="connsiteX6" fmla="*/ 0 w 19432"/>
                <a:gd name="connsiteY6" fmla="*/ 21325 h 31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2" h="31041">
                  <a:moveTo>
                    <a:pt x="9716" y="0"/>
                  </a:moveTo>
                  <a:lnTo>
                    <a:pt x="9716" y="0"/>
                  </a:lnTo>
                  <a:cubicBezTo>
                    <a:pt x="15083" y="0"/>
                    <a:pt x="19433" y="4350"/>
                    <a:pt x="19433" y="9717"/>
                  </a:cubicBezTo>
                  <a:lnTo>
                    <a:pt x="19433" y="21325"/>
                  </a:lnTo>
                  <a:cubicBezTo>
                    <a:pt x="19433" y="26692"/>
                    <a:pt x="15083" y="31042"/>
                    <a:pt x="9716" y="31042"/>
                  </a:cubicBezTo>
                  <a:lnTo>
                    <a:pt x="9716" y="31042"/>
                  </a:lnTo>
                  <a:cubicBezTo>
                    <a:pt x="4350" y="31042"/>
                    <a:pt x="0" y="26692"/>
                    <a:pt x="0" y="21325"/>
                  </a:cubicBezTo>
                </a:path>
              </a:pathLst>
            </a:custGeom>
            <a:noFill/>
            <a:ln w="8472" cap="flat">
              <a:solidFill>
                <a:srgbClr val="17A3A3"/>
              </a:solidFill>
              <a:prstDash val="solid"/>
              <a:miter/>
            </a:ln>
          </p:spPr>
          <p:txBody>
            <a:bodyPr rtlCol="1" anchor="ctr"/>
            <a:lstStyle/>
            <a:p>
              <a:endParaRPr lang="ar-SA"/>
            </a:p>
          </p:txBody>
        </p:sp>
        <p:sp>
          <p:nvSpPr>
            <p:cNvPr id="8461" name="شكل حر: شكل 9414">
              <a:extLst>
                <a:ext uri="{FF2B5EF4-FFF2-40B4-BE49-F238E27FC236}">
                  <a16:creationId xmlns:a16="http://schemas.microsoft.com/office/drawing/2014/main" id="{AD2C8C53-A1AE-C785-3EDC-10BC5B8A6738}"/>
                </a:ext>
              </a:extLst>
            </p:cNvPr>
            <p:cNvSpPr/>
            <p:nvPr/>
          </p:nvSpPr>
          <p:spPr>
            <a:xfrm>
              <a:off x="2085877" y="5462560"/>
              <a:ext cx="19432" cy="31041"/>
            </a:xfrm>
            <a:custGeom>
              <a:avLst/>
              <a:gdLst>
                <a:gd name="connsiteX0" fmla="*/ 9716 w 19432"/>
                <a:gd name="connsiteY0" fmla="*/ 0 h 31041"/>
                <a:gd name="connsiteX1" fmla="*/ 9716 w 19432"/>
                <a:gd name="connsiteY1" fmla="*/ 0 h 31041"/>
                <a:gd name="connsiteX2" fmla="*/ 19433 w 19432"/>
                <a:gd name="connsiteY2" fmla="*/ 9717 h 31041"/>
                <a:gd name="connsiteX3" fmla="*/ 19433 w 19432"/>
                <a:gd name="connsiteY3" fmla="*/ 21325 h 31041"/>
                <a:gd name="connsiteX4" fmla="*/ 9716 w 19432"/>
                <a:gd name="connsiteY4" fmla="*/ 31042 h 31041"/>
                <a:gd name="connsiteX5" fmla="*/ 9716 w 19432"/>
                <a:gd name="connsiteY5" fmla="*/ 31042 h 31041"/>
                <a:gd name="connsiteX6" fmla="*/ 0 w 19432"/>
                <a:gd name="connsiteY6" fmla="*/ 21325 h 31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2" h="31041">
                  <a:moveTo>
                    <a:pt x="9716" y="0"/>
                  </a:moveTo>
                  <a:lnTo>
                    <a:pt x="9716" y="0"/>
                  </a:lnTo>
                  <a:cubicBezTo>
                    <a:pt x="15083" y="0"/>
                    <a:pt x="19433" y="4350"/>
                    <a:pt x="19433" y="9717"/>
                  </a:cubicBezTo>
                  <a:lnTo>
                    <a:pt x="19433" y="21325"/>
                  </a:lnTo>
                  <a:cubicBezTo>
                    <a:pt x="19433" y="26692"/>
                    <a:pt x="15083" y="31042"/>
                    <a:pt x="9716" y="31042"/>
                  </a:cubicBezTo>
                  <a:lnTo>
                    <a:pt x="9716" y="31042"/>
                  </a:lnTo>
                  <a:cubicBezTo>
                    <a:pt x="4350" y="31042"/>
                    <a:pt x="0" y="26692"/>
                    <a:pt x="0" y="21325"/>
                  </a:cubicBezTo>
                </a:path>
              </a:pathLst>
            </a:custGeom>
            <a:noFill/>
            <a:ln w="8472" cap="flat">
              <a:solidFill>
                <a:srgbClr val="17A3A3"/>
              </a:solidFill>
              <a:prstDash val="solid"/>
              <a:miter/>
            </a:ln>
          </p:spPr>
          <p:txBody>
            <a:bodyPr rtlCol="1" anchor="ctr"/>
            <a:lstStyle/>
            <a:p>
              <a:endParaRPr lang="ar-SA"/>
            </a:p>
          </p:txBody>
        </p:sp>
        <p:sp>
          <p:nvSpPr>
            <p:cNvPr id="8462" name="شكل حر: شكل 9415">
              <a:extLst>
                <a:ext uri="{FF2B5EF4-FFF2-40B4-BE49-F238E27FC236}">
                  <a16:creationId xmlns:a16="http://schemas.microsoft.com/office/drawing/2014/main" id="{6DA90B7A-C9F4-275E-E571-412B8EA31A49}"/>
                </a:ext>
              </a:extLst>
            </p:cNvPr>
            <p:cNvSpPr/>
            <p:nvPr/>
          </p:nvSpPr>
          <p:spPr>
            <a:xfrm>
              <a:off x="2123020" y="5462560"/>
              <a:ext cx="19432" cy="31041"/>
            </a:xfrm>
            <a:custGeom>
              <a:avLst/>
              <a:gdLst>
                <a:gd name="connsiteX0" fmla="*/ 9716 w 19432"/>
                <a:gd name="connsiteY0" fmla="*/ 0 h 31041"/>
                <a:gd name="connsiteX1" fmla="*/ 9716 w 19432"/>
                <a:gd name="connsiteY1" fmla="*/ 0 h 31041"/>
                <a:gd name="connsiteX2" fmla="*/ 19433 w 19432"/>
                <a:gd name="connsiteY2" fmla="*/ 9717 h 31041"/>
                <a:gd name="connsiteX3" fmla="*/ 19433 w 19432"/>
                <a:gd name="connsiteY3" fmla="*/ 21325 h 31041"/>
                <a:gd name="connsiteX4" fmla="*/ 9716 w 19432"/>
                <a:gd name="connsiteY4" fmla="*/ 31042 h 31041"/>
                <a:gd name="connsiteX5" fmla="*/ 9716 w 19432"/>
                <a:gd name="connsiteY5" fmla="*/ 31042 h 31041"/>
                <a:gd name="connsiteX6" fmla="*/ 0 w 19432"/>
                <a:gd name="connsiteY6" fmla="*/ 21325 h 31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2" h="31041">
                  <a:moveTo>
                    <a:pt x="9716" y="0"/>
                  </a:moveTo>
                  <a:lnTo>
                    <a:pt x="9716" y="0"/>
                  </a:lnTo>
                  <a:cubicBezTo>
                    <a:pt x="15083" y="0"/>
                    <a:pt x="19433" y="4350"/>
                    <a:pt x="19433" y="9717"/>
                  </a:cubicBezTo>
                  <a:lnTo>
                    <a:pt x="19433" y="21325"/>
                  </a:lnTo>
                  <a:cubicBezTo>
                    <a:pt x="19433" y="26692"/>
                    <a:pt x="15083" y="31042"/>
                    <a:pt x="9716" y="31042"/>
                  </a:cubicBezTo>
                  <a:lnTo>
                    <a:pt x="9716" y="31042"/>
                  </a:lnTo>
                  <a:cubicBezTo>
                    <a:pt x="4350" y="31042"/>
                    <a:pt x="0" y="26692"/>
                    <a:pt x="0" y="21325"/>
                  </a:cubicBezTo>
                </a:path>
              </a:pathLst>
            </a:custGeom>
            <a:noFill/>
            <a:ln w="8472" cap="flat">
              <a:solidFill>
                <a:srgbClr val="17A3A3"/>
              </a:solidFill>
              <a:prstDash val="solid"/>
              <a:miter/>
            </a:ln>
          </p:spPr>
          <p:txBody>
            <a:bodyPr rtlCol="1" anchor="ctr"/>
            <a:lstStyle/>
            <a:p>
              <a:endParaRPr lang="ar-SA"/>
            </a:p>
          </p:txBody>
        </p:sp>
        <p:sp>
          <p:nvSpPr>
            <p:cNvPr id="8463" name="شكل حر: شكل 9416">
              <a:extLst>
                <a:ext uri="{FF2B5EF4-FFF2-40B4-BE49-F238E27FC236}">
                  <a16:creationId xmlns:a16="http://schemas.microsoft.com/office/drawing/2014/main" id="{DB188ECF-514A-BB23-4C51-FC92647986FD}"/>
                </a:ext>
              </a:extLst>
            </p:cNvPr>
            <p:cNvSpPr/>
            <p:nvPr/>
          </p:nvSpPr>
          <p:spPr>
            <a:xfrm>
              <a:off x="2160163" y="5462560"/>
              <a:ext cx="19432" cy="31041"/>
            </a:xfrm>
            <a:custGeom>
              <a:avLst/>
              <a:gdLst>
                <a:gd name="connsiteX0" fmla="*/ 9716 w 19432"/>
                <a:gd name="connsiteY0" fmla="*/ 0 h 31041"/>
                <a:gd name="connsiteX1" fmla="*/ 9716 w 19432"/>
                <a:gd name="connsiteY1" fmla="*/ 0 h 31041"/>
                <a:gd name="connsiteX2" fmla="*/ 19433 w 19432"/>
                <a:gd name="connsiteY2" fmla="*/ 9717 h 31041"/>
                <a:gd name="connsiteX3" fmla="*/ 19433 w 19432"/>
                <a:gd name="connsiteY3" fmla="*/ 21325 h 31041"/>
                <a:gd name="connsiteX4" fmla="*/ 9716 w 19432"/>
                <a:gd name="connsiteY4" fmla="*/ 31042 h 31041"/>
                <a:gd name="connsiteX5" fmla="*/ 9716 w 19432"/>
                <a:gd name="connsiteY5" fmla="*/ 31042 h 31041"/>
                <a:gd name="connsiteX6" fmla="*/ 0 w 19432"/>
                <a:gd name="connsiteY6" fmla="*/ 21325 h 31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2" h="31041">
                  <a:moveTo>
                    <a:pt x="9716" y="0"/>
                  </a:moveTo>
                  <a:lnTo>
                    <a:pt x="9716" y="0"/>
                  </a:lnTo>
                  <a:cubicBezTo>
                    <a:pt x="15083" y="0"/>
                    <a:pt x="19433" y="4350"/>
                    <a:pt x="19433" y="9717"/>
                  </a:cubicBezTo>
                  <a:lnTo>
                    <a:pt x="19433" y="21325"/>
                  </a:lnTo>
                  <a:cubicBezTo>
                    <a:pt x="19433" y="26692"/>
                    <a:pt x="15083" y="31042"/>
                    <a:pt x="9716" y="31042"/>
                  </a:cubicBezTo>
                  <a:lnTo>
                    <a:pt x="9716" y="31042"/>
                  </a:lnTo>
                  <a:cubicBezTo>
                    <a:pt x="4350" y="31042"/>
                    <a:pt x="0" y="26692"/>
                    <a:pt x="0" y="21325"/>
                  </a:cubicBezTo>
                </a:path>
              </a:pathLst>
            </a:custGeom>
            <a:noFill/>
            <a:ln w="8472" cap="flat">
              <a:solidFill>
                <a:srgbClr val="17A3A3"/>
              </a:solidFill>
              <a:prstDash val="solid"/>
              <a:miter/>
            </a:ln>
          </p:spPr>
          <p:txBody>
            <a:bodyPr rtlCol="1" anchor="ctr"/>
            <a:lstStyle/>
            <a:p>
              <a:endParaRPr lang="ar-SA"/>
            </a:p>
          </p:txBody>
        </p:sp>
        <p:sp>
          <p:nvSpPr>
            <p:cNvPr id="8464" name="شكل حر: شكل 9417">
              <a:extLst>
                <a:ext uri="{FF2B5EF4-FFF2-40B4-BE49-F238E27FC236}">
                  <a16:creationId xmlns:a16="http://schemas.microsoft.com/office/drawing/2014/main" id="{BB37C792-EBF3-0FEA-45C9-986C07A79ADC}"/>
                </a:ext>
              </a:extLst>
            </p:cNvPr>
            <p:cNvSpPr/>
            <p:nvPr/>
          </p:nvSpPr>
          <p:spPr>
            <a:xfrm>
              <a:off x="2021534" y="5582942"/>
              <a:ext cx="19432" cy="31041"/>
            </a:xfrm>
            <a:custGeom>
              <a:avLst/>
              <a:gdLst>
                <a:gd name="connsiteX0" fmla="*/ 9716 w 19432"/>
                <a:gd name="connsiteY0" fmla="*/ 0 h 31041"/>
                <a:gd name="connsiteX1" fmla="*/ 9716 w 19432"/>
                <a:gd name="connsiteY1" fmla="*/ 0 h 31041"/>
                <a:gd name="connsiteX2" fmla="*/ 19433 w 19432"/>
                <a:gd name="connsiteY2" fmla="*/ 9717 h 31041"/>
                <a:gd name="connsiteX3" fmla="*/ 19433 w 19432"/>
                <a:gd name="connsiteY3" fmla="*/ 21325 h 31041"/>
                <a:gd name="connsiteX4" fmla="*/ 9716 w 19432"/>
                <a:gd name="connsiteY4" fmla="*/ 31042 h 31041"/>
                <a:gd name="connsiteX5" fmla="*/ 9716 w 19432"/>
                <a:gd name="connsiteY5" fmla="*/ 31042 h 31041"/>
                <a:gd name="connsiteX6" fmla="*/ 0 w 19432"/>
                <a:gd name="connsiteY6" fmla="*/ 21325 h 31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32" h="31041">
                  <a:moveTo>
                    <a:pt x="9716" y="0"/>
                  </a:moveTo>
                  <a:lnTo>
                    <a:pt x="9716" y="0"/>
                  </a:lnTo>
                  <a:cubicBezTo>
                    <a:pt x="15083" y="0"/>
                    <a:pt x="19433" y="4350"/>
                    <a:pt x="19433" y="9717"/>
                  </a:cubicBezTo>
                  <a:lnTo>
                    <a:pt x="19433" y="21325"/>
                  </a:lnTo>
                  <a:cubicBezTo>
                    <a:pt x="19433" y="26692"/>
                    <a:pt x="15083" y="31042"/>
                    <a:pt x="9716" y="31042"/>
                  </a:cubicBezTo>
                  <a:lnTo>
                    <a:pt x="9716" y="31042"/>
                  </a:lnTo>
                  <a:cubicBezTo>
                    <a:pt x="4350" y="31042"/>
                    <a:pt x="0" y="26692"/>
                    <a:pt x="0" y="21325"/>
                  </a:cubicBezTo>
                </a:path>
              </a:pathLst>
            </a:custGeom>
            <a:noFill/>
            <a:ln w="8472" cap="flat">
              <a:solidFill>
                <a:srgbClr val="17A3A3"/>
              </a:solidFill>
              <a:prstDash val="solid"/>
              <a:miter/>
            </a:ln>
          </p:spPr>
          <p:txBody>
            <a:bodyPr rtlCol="1" anchor="ctr"/>
            <a:lstStyle/>
            <a:p>
              <a:endParaRPr lang="ar-SA"/>
            </a:p>
          </p:txBody>
        </p:sp>
        <p:sp>
          <p:nvSpPr>
            <p:cNvPr id="8465" name="شكل حر: شكل 9418">
              <a:extLst>
                <a:ext uri="{FF2B5EF4-FFF2-40B4-BE49-F238E27FC236}">
                  <a16:creationId xmlns:a16="http://schemas.microsoft.com/office/drawing/2014/main" id="{55D3EF40-A354-5421-D632-073CA3E09E5A}"/>
                </a:ext>
              </a:extLst>
            </p:cNvPr>
            <p:cNvSpPr/>
            <p:nvPr/>
          </p:nvSpPr>
          <p:spPr>
            <a:xfrm>
              <a:off x="1984363" y="5598478"/>
              <a:ext cx="21410" cy="2824"/>
            </a:xfrm>
            <a:custGeom>
              <a:avLst/>
              <a:gdLst>
                <a:gd name="connsiteX0" fmla="*/ 0 w 21410"/>
                <a:gd name="connsiteY0" fmla="*/ 0 h 2824"/>
                <a:gd name="connsiteX1" fmla="*/ 21410 w 21410"/>
                <a:gd name="connsiteY1" fmla="*/ 0 h 2824"/>
              </a:gdLst>
              <a:ahLst/>
              <a:cxnLst>
                <a:cxn ang="0">
                  <a:pos x="connsiteX0" y="connsiteY0"/>
                </a:cxn>
                <a:cxn ang="0">
                  <a:pos x="connsiteX1" y="connsiteY1"/>
                </a:cxn>
              </a:cxnLst>
              <a:rect l="l" t="t" r="r" b="b"/>
              <a:pathLst>
                <a:path w="21410" h="2824">
                  <a:moveTo>
                    <a:pt x="0" y="0"/>
                  </a:moveTo>
                  <a:lnTo>
                    <a:pt x="21410" y="0"/>
                  </a:lnTo>
                </a:path>
              </a:pathLst>
            </a:custGeom>
            <a:ln w="8472" cap="flat">
              <a:solidFill>
                <a:srgbClr val="17A3A3"/>
              </a:solidFill>
              <a:prstDash val="solid"/>
              <a:miter/>
            </a:ln>
          </p:spPr>
          <p:txBody>
            <a:bodyPr rtlCol="1" anchor="ctr"/>
            <a:lstStyle/>
            <a:p>
              <a:endParaRPr lang="ar-SA"/>
            </a:p>
          </p:txBody>
        </p:sp>
      </p:grpSp>
      <p:grpSp>
        <p:nvGrpSpPr>
          <p:cNvPr id="8475" name="رسم 8014">
            <a:extLst>
              <a:ext uri="{FF2B5EF4-FFF2-40B4-BE49-F238E27FC236}">
                <a16:creationId xmlns:a16="http://schemas.microsoft.com/office/drawing/2014/main" id="{30A1833A-7D2C-EEF2-A7C4-A681A0E8D34D}"/>
              </a:ext>
            </a:extLst>
          </p:cNvPr>
          <p:cNvGrpSpPr/>
          <p:nvPr/>
        </p:nvGrpSpPr>
        <p:grpSpPr>
          <a:xfrm>
            <a:off x="2839487" y="5694846"/>
            <a:ext cx="290441" cy="284496"/>
            <a:chOff x="2475467" y="5409826"/>
            <a:chExt cx="347164" cy="360948"/>
          </a:xfrm>
          <a:noFill/>
        </p:grpSpPr>
        <p:sp>
          <p:nvSpPr>
            <p:cNvPr id="8476" name="شكل حر: شكل 9420">
              <a:extLst>
                <a:ext uri="{FF2B5EF4-FFF2-40B4-BE49-F238E27FC236}">
                  <a16:creationId xmlns:a16="http://schemas.microsoft.com/office/drawing/2014/main" id="{A5C3A794-7AA4-F842-0B78-7452A4052310}"/>
                </a:ext>
              </a:extLst>
            </p:cNvPr>
            <p:cNvSpPr/>
            <p:nvPr/>
          </p:nvSpPr>
          <p:spPr>
            <a:xfrm>
              <a:off x="2480184" y="5448240"/>
              <a:ext cx="59484" cy="59484"/>
            </a:xfrm>
            <a:custGeom>
              <a:avLst/>
              <a:gdLst>
                <a:gd name="connsiteX0" fmla="*/ 59485 w 59484"/>
                <a:gd name="connsiteY0" fmla="*/ 29743 h 59484"/>
                <a:gd name="connsiteX1" fmla="*/ 29743 w 59484"/>
                <a:gd name="connsiteY1" fmla="*/ 59485 h 59484"/>
                <a:gd name="connsiteX2" fmla="*/ 0 w 59484"/>
                <a:gd name="connsiteY2" fmla="*/ 29743 h 59484"/>
                <a:gd name="connsiteX3" fmla="*/ 29743 w 59484"/>
                <a:gd name="connsiteY3" fmla="*/ 0 h 59484"/>
                <a:gd name="connsiteX4" fmla="*/ 59485 w 59484"/>
                <a:gd name="connsiteY4" fmla="*/ 29743 h 59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84" h="59484">
                  <a:moveTo>
                    <a:pt x="59485" y="29743"/>
                  </a:moveTo>
                  <a:cubicBezTo>
                    <a:pt x="59485" y="46181"/>
                    <a:pt x="46181" y="59485"/>
                    <a:pt x="29743" y="59485"/>
                  </a:cubicBezTo>
                  <a:cubicBezTo>
                    <a:pt x="13304" y="59485"/>
                    <a:pt x="0" y="46181"/>
                    <a:pt x="0" y="29743"/>
                  </a:cubicBezTo>
                  <a:cubicBezTo>
                    <a:pt x="0" y="13304"/>
                    <a:pt x="13304" y="0"/>
                    <a:pt x="29743" y="0"/>
                  </a:cubicBezTo>
                  <a:cubicBezTo>
                    <a:pt x="46181" y="0"/>
                    <a:pt x="59485" y="13304"/>
                    <a:pt x="59485" y="29743"/>
                  </a:cubicBezTo>
                  <a:close/>
                </a:path>
              </a:pathLst>
            </a:custGeom>
            <a:noFill/>
            <a:ln w="8472" cap="flat">
              <a:solidFill>
                <a:srgbClr val="01355A"/>
              </a:solidFill>
              <a:prstDash val="solid"/>
              <a:miter/>
            </a:ln>
          </p:spPr>
          <p:txBody>
            <a:bodyPr rtlCol="1" anchor="ctr"/>
            <a:lstStyle/>
            <a:p>
              <a:endParaRPr lang="ar-SA"/>
            </a:p>
          </p:txBody>
        </p:sp>
        <p:sp>
          <p:nvSpPr>
            <p:cNvPr id="8477" name="شكل حر: شكل 9421">
              <a:extLst>
                <a:ext uri="{FF2B5EF4-FFF2-40B4-BE49-F238E27FC236}">
                  <a16:creationId xmlns:a16="http://schemas.microsoft.com/office/drawing/2014/main" id="{5EE69D21-5C9D-7F24-430D-8EC7870D7D39}"/>
                </a:ext>
              </a:extLst>
            </p:cNvPr>
            <p:cNvSpPr/>
            <p:nvPr/>
          </p:nvSpPr>
          <p:spPr>
            <a:xfrm>
              <a:off x="2531195" y="5640987"/>
              <a:ext cx="2824" cy="103293"/>
            </a:xfrm>
            <a:custGeom>
              <a:avLst/>
              <a:gdLst>
                <a:gd name="connsiteX0" fmla="*/ 0 w 2824"/>
                <a:gd name="connsiteY0" fmla="*/ 0 h 103293"/>
                <a:gd name="connsiteX1" fmla="*/ 0 w 2824"/>
                <a:gd name="connsiteY1" fmla="*/ 103294 h 103293"/>
              </a:gdLst>
              <a:ahLst/>
              <a:cxnLst>
                <a:cxn ang="0">
                  <a:pos x="connsiteX0" y="connsiteY0"/>
                </a:cxn>
                <a:cxn ang="0">
                  <a:pos x="connsiteX1" y="connsiteY1"/>
                </a:cxn>
              </a:cxnLst>
              <a:rect l="l" t="t" r="r" b="b"/>
              <a:pathLst>
                <a:path w="2824" h="103293">
                  <a:moveTo>
                    <a:pt x="0" y="0"/>
                  </a:moveTo>
                  <a:lnTo>
                    <a:pt x="0" y="103294"/>
                  </a:lnTo>
                </a:path>
              </a:pathLst>
            </a:custGeom>
            <a:ln w="8472" cap="flat">
              <a:solidFill>
                <a:srgbClr val="01355A"/>
              </a:solidFill>
              <a:prstDash val="solid"/>
              <a:miter/>
            </a:ln>
          </p:spPr>
          <p:txBody>
            <a:bodyPr rtlCol="1" anchor="ctr"/>
            <a:lstStyle/>
            <a:p>
              <a:endParaRPr lang="ar-SA"/>
            </a:p>
          </p:txBody>
        </p:sp>
        <p:sp>
          <p:nvSpPr>
            <p:cNvPr id="8478" name="شكل حر: شكل 9422">
              <a:extLst>
                <a:ext uri="{FF2B5EF4-FFF2-40B4-BE49-F238E27FC236}">
                  <a16:creationId xmlns:a16="http://schemas.microsoft.com/office/drawing/2014/main" id="{846ED893-B149-CD48-2B46-2427CDC80705}"/>
                </a:ext>
              </a:extLst>
            </p:cNvPr>
            <p:cNvSpPr/>
            <p:nvPr/>
          </p:nvSpPr>
          <p:spPr>
            <a:xfrm>
              <a:off x="2488658" y="5640987"/>
              <a:ext cx="2824" cy="101514"/>
            </a:xfrm>
            <a:custGeom>
              <a:avLst/>
              <a:gdLst>
                <a:gd name="connsiteX0" fmla="*/ 0 w 2824"/>
                <a:gd name="connsiteY0" fmla="*/ 101514 h 101514"/>
                <a:gd name="connsiteX1" fmla="*/ 0 w 2824"/>
                <a:gd name="connsiteY1" fmla="*/ 0 h 101514"/>
              </a:gdLst>
              <a:ahLst/>
              <a:cxnLst>
                <a:cxn ang="0">
                  <a:pos x="connsiteX0" y="connsiteY0"/>
                </a:cxn>
                <a:cxn ang="0">
                  <a:pos x="connsiteX1" y="connsiteY1"/>
                </a:cxn>
              </a:cxnLst>
              <a:rect l="l" t="t" r="r" b="b"/>
              <a:pathLst>
                <a:path w="2824" h="101514">
                  <a:moveTo>
                    <a:pt x="0" y="101514"/>
                  </a:moveTo>
                  <a:lnTo>
                    <a:pt x="0" y="0"/>
                  </a:lnTo>
                </a:path>
              </a:pathLst>
            </a:custGeom>
            <a:ln w="8472" cap="flat">
              <a:solidFill>
                <a:srgbClr val="01355A"/>
              </a:solidFill>
              <a:prstDash val="solid"/>
              <a:miter/>
            </a:ln>
          </p:spPr>
          <p:txBody>
            <a:bodyPr rtlCol="1" anchor="ctr"/>
            <a:lstStyle/>
            <a:p>
              <a:endParaRPr lang="ar-SA"/>
            </a:p>
          </p:txBody>
        </p:sp>
        <p:sp>
          <p:nvSpPr>
            <p:cNvPr id="8479" name="شكل حر: شكل 9423">
              <a:extLst>
                <a:ext uri="{FF2B5EF4-FFF2-40B4-BE49-F238E27FC236}">
                  <a16:creationId xmlns:a16="http://schemas.microsoft.com/office/drawing/2014/main" id="{1D3AB6F1-DB3D-DD99-1718-72885D15F04B}"/>
                </a:ext>
              </a:extLst>
            </p:cNvPr>
            <p:cNvSpPr/>
            <p:nvPr/>
          </p:nvSpPr>
          <p:spPr>
            <a:xfrm>
              <a:off x="2509927" y="5553426"/>
              <a:ext cx="79059" cy="34374"/>
            </a:xfrm>
            <a:custGeom>
              <a:avLst/>
              <a:gdLst>
                <a:gd name="connsiteX0" fmla="*/ 0 w 79059"/>
                <a:gd name="connsiteY0" fmla="*/ 0 h 34374"/>
                <a:gd name="connsiteX1" fmla="*/ 0 w 79059"/>
                <a:gd name="connsiteY1" fmla="*/ 12400 h 34374"/>
                <a:gd name="connsiteX2" fmla="*/ 21975 w 79059"/>
                <a:gd name="connsiteY2" fmla="*/ 34375 h 34374"/>
                <a:gd name="connsiteX3" fmla="*/ 79059 w 79059"/>
                <a:gd name="connsiteY3" fmla="*/ 34375 h 34374"/>
              </a:gdLst>
              <a:ahLst/>
              <a:cxnLst>
                <a:cxn ang="0">
                  <a:pos x="connsiteX0" y="connsiteY0"/>
                </a:cxn>
                <a:cxn ang="0">
                  <a:pos x="connsiteX1" y="connsiteY1"/>
                </a:cxn>
                <a:cxn ang="0">
                  <a:pos x="connsiteX2" y="connsiteY2"/>
                </a:cxn>
                <a:cxn ang="0">
                  <a:pos x="connsiteX3" y="connsiteY3"/>
                </a:cxn>
              </a:cxnLst>
              <a:rect l="l" t="t" r="r" b="b"/>
              <a:pathLst>
                <a:path w="79059" h="34374">
                  <a:moveTo>
                    <a:pt x="0" y="0"/>
                  </a:moveTo>
                  <a:lnTo>
                    <a:pt x="0" y="12400"/>
                  </a:lnTo>
                  <a:cubicBezTo>
                    <a:pt x="0" y="24517"/>
                    <a:pt x="9829" y="34375"/>
                    <a:pt x="21975" y="34375"/>
                  </a:cubicBezTo>
                  <a:lnTo>
                    <a:pt x="79059" y="34375"/>
                  </a:lnTo>
                </a:path>
              </a:pathLst>
            </a:custGeom>
            <a:noFill/>
            <a:ln w="8472" cap="flat">
              <a:solidFill>
                <a:srgbClr val="01355A"/>
              </a:solidFill>
              <a:prstDash val="solid"/>
              <a:miter/>
            </a:ln>
          </p:spPr>
          <p:txBody>
            <a:bodyPr rtlCol="1" anchor="ctr"/>
            <a:lstStyle/>
            <a:p>
              <a:endParaRPr lang="ar-SA"/>
            </a:p>
          </p:txBody>
        </p:sp>
        <p:sp>
          <p:nvSpPr>
            <p:cNvPr id="8480" name="شكل حر: شكل 9424">
              <a:extLst>
                <a:ext uri="{FF2B5EF4-FFF2-40B4-BE49-F238E27FC236}">
                  <a16:creationId xmlns:a16="http://schemas.microsoft.com/office/drawing/2014/main" id="{6D9ABF18-36E4-D96D-90FC-0EBBA29A7C64}"/>
                </a:ext>
              </a:extLst>
            </p:cNvPr>
            <p:cNvSpPr/>
            <p:nvPr/>
          </p:nvSpPr>
          <p:spPr>
            <a:xfrm>
              <a:off x="2488629" y="5742501"/>
              <a:ext cx="61066" cy="28273"/>
            </a:xfrm>
            <a:custGeom>
              <a:avLst/>
              <a:gdLst>
                <a:gd name="connsiteX0" fmla="*/ 61067 w 61066"/>
                <a:gd name="connsiteY0" fmla="*/ 28274 h 28273"/>
                <a:gd name="connsiteX1" fmla="*/ 61067 w 61066"/>
                <a:gd name="connsiteY1" fmla="*/ 28274 h 28273"/>
                <a:gd name="connsiteX2" fmla="*/ 32793 w 61066"/>
                <a:gd name="connsiteY2" fmla="*/ 0 h 28273"/>
                <a:gd name="connsiteX3" fmla="*/ 0 w 61066"/>
                <a:gd name="connsiteY3" fmla="*/ 0 h 28273"/>
                <a:gd name="connsiteX4" fmla="*/ 0 w 61066"/>
                <a:gd name="connsiteY4" fmla="*/ 28274 h 28273"/>
                <a:gd name="connsiteX5" fmla="*/ 61067 w 61066"/>
                <a:gd name="connsiteY5" fmla="*/ 28274 h 28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066" h="28273">
                  <a:moveTo>
                    <a:pt x="61067" y="28274"/>
                  </a:moveTo>
                  <a:lnTo>
                    <a:pt x="61067" y="28274"/>
                  </a:lnTo>
                  <a:cubicBezTo>
                    <a:pt x="61067" y="12654"/>
                    <a:pt x="48413" y="0"/>
                    <a:pt x="32793" y="0"/>
                  </a:cubicBezTo>
                  <a:lnTo>
                    <a:pt x="0" y="0"/>
                  </a:lnTo>
                  <a:lnTo>
                    <a:pt x="0" y="28274"/>
                  </a:lnTo>
                  <a:lnTo>
                    <a:pt x="61067" y="28274"/>
                  </a:lnTo>
                  <a:close/>
                </a:path>
              </a:pathLst>
            </a:custGeom>
            <a:noFill/>
            <a:ln w="8472" cap="flat">
              <a:solidFill>
                <a:srgbClr val="01355A"/>
              </a:solidFill>
              <a:prstDash val="solid"/>
              <a:miter/>
            </a:ln>
          </p:spPr>
          <p:txBody>
            <a:bodyPr rtlCol="1" anchor="ctr"/>
            <a:lstStyle/>
            <a:p>
              <a:endParaRPr lang="ar-SA"/>
            </a:p>
          </p:txBody>
        </p:sp>
        <p:sp>
          <p:nvSpPr>
            <p:cNvPr id="8481" name="شكل حر: شكل 9425">
              <a:extLst>
                <a:ext uri="{FF2B5EF4-FFF2-40B4-BE49-F238E27FC236}">
                  <a16:creationId xmlns:a16="http://schemas.microsoft.com/office/drawing/2014/main" id="{49BA23A3-8076-9D65-A93C-49FED67EE4C2}"/>
                </a:ext>
              </a:extLst>
            </p:cNvPr>
            <p:cNvSpPr/>
            <p:nvPr/>
          </p:nvSpPr>
          <p:spPr>
            <a:xfrm>
              <a:off x="2475467" y="5522892"/>
              <a:ext cx="68919" cy="118094"/>
            </a:xfrm>
            <a:custGeom>
              <a:avLst/>
              <a:gdLst>
                <a:gd name="connsiteX0" fmla="*/ 68919 w 68919"/>
                <a:gd name="connsiteY0" fmla="*/ 45362 h 118094"/>
                <a:gd name="connsiteX1" fmla="*/ 68919 w 68919"/>
                <a:gd name="connsiteY1" fmla="*/ 34460 h 118094"/>
                <a:gd name="connsiteX2" fmla="*/ 34460 w 68919"/>
                <a:gd name="connsiteY2" fmla="*/ 0 h 118094"/>
                <a:gd name="connsiteX3" fmla="*/ 34460 w 68919"/>
                <a:gd name="connsiteY3" fmla="*/ 0 h 118094"/>
                <a:gd name="connsiteX4" fmla="*/ 0 w 68919"/>
                <a:gd name="connsiteY4" fmla="*/ 34460 h 118094"/>
                <a:gd name="connsiteX5" fmla="*/ 0 w 68919"/>
                <a:gd name="connsiteY5" fmla="*/ 65332 h 118094"/>
                <a:gd name="connsiteX6" fmla="*/ 13191 w 68919"/>
                <a:gd name="connsiteY6" fmla="*/ 118094 h 118094"/>
                <a:gd name="connsiteX7" fmla="*/ 55757 w 68919"/>
                <a:gd name="connsiteY7" fmla="*/ 118094 h 118094"/>
                <a:gd name="connsiteX8" fmla="*/ 67281 w 68919"/>
                <a:gd name="connsiteY8" fmla="*/ 84454 h 118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919" h="118094">
                  <a:moveTo>
                    <a:pt x="68919" y="45362"/>
                  </a:moveTo>
                  <a:lnTo>
                    <a:pt x="68919" y="34460"/>
                  </a:lnTo>
                  <a:cubicBezTo>
                    <a:pt x="68919" y="15422"/>
                    <a:pt x="53497" y="0"/>
                    <a:pt x="34460" y="0"/>
                  </a:cubicBezTo>
                  <a:lnTo>
                    <a:pt x="34460" y="0"/>
                  </a:lnTo>
                  <a:cubicBezTo>
                    <a:pt x="15422" y="0"/>
                    <a:pt x="0" y="15422"/>
                    <a:pt x="0" y="34460"/>
                  </a:cubicBezTo>
                  <a:lnTo>
                    <a:pt x="0" y="65332"/>
                  </a:lnTo>
                  <a:cubicBezTo>
                    <a:pt x="0" y="83720"/>
                    <a:pt x="4519" y="101853"/>
                    <a:pt x="13191" y="118094"/>
                  </a:cubicBezTo>
                  <a:lnTo>
                    <a:pt x="55757" y="118094"/>
                  </a:lnTo>
                  <a:cubicBezTo>
                    <a:pt x="61377" y="107531"/>
                    <a:pt x="65275" y="96176"/>
                    <a:pt x="67281" y="84454"/>
                  </a:cubicBezTo>
                </a:path>
              </a:pathLst>
            </a:custGeom>
            <a:noFill/>
            <a:ln w="8472" cap="flat">
              <a:solidFill>
                <a:srgbClr val="01355A"/>
              </a:solidFill>
              <a:prstDash val="solid"/>
              <a:miter/>
            </a:ln>
          </p:spPr>
          <p:txBody>
            <a:bodyPr rtlCol="1" anchor="ctr"/>
            <a:lstStyle/>
            <a:p>
              <a:endParaRPr lang="ar-SA"/>
            </a:p>
          </p:txBody>
        </p:sp>
        <p:sp>
          <p:nvSpPr>
            <p:cNvPr id="8482" name="شكل حر: شكل 9426">
              <a:extLst>
                <a:ext uri="{FF2B5EF4-FFF2-40B4-BE49-F238E27FC236}">
                  <a16:creationId xmlns:a16="http://schemas.microsoft.com/office/drawing/2014/main" id="{3791C2DA-6DC1-4EDC-AF85-F26CE311CF28}"/>
                </a:ext>
              </a:extLst>
            </p:cNvPr>
            <p:cNvSpPr/>
            <p:nvPr/>
          </p:nvSpPr>
          <p:spPr>
            <a:xfrm>
              <a:off x="2641494" y="5677226"/>
              <a:ext cx="99819" cy="93548"/>
            </a:xfrm>
            <a:custGeom>
              <a:avLst/>
              <a:gdLst>
                <a:gd name="connsiteX0" fmla="*/ 70416 w 99819"/>
                <a:gd name="connsiteY0" fmla="*/ 93549 h 93548"/>
                <a:gd name="connsiteX1" fmla="*/ 98181 w 99819"/>
                <a:gd name="connsiteY1" fmla="*/ 73947 h 93548"/>
                <a:gd name="connsiteX2" fmla="*/ 99820 w 99819"/>
                <a:gd name="connsiteY2" fmla="*/ 64485 h 93548"/>
                <a:gd name="connsiteX3" fmla="*/ 89764 w 99819"/>
                <a:gd name="connsiteY3" fmla="*/ 34883 h 93548"/>
                <a:gd name="connsiteX4" fmla="*/ 68213 w 99819"/>
                <a:gd name="connsiteY4" fmla="*/ 0 h 93548"/>
                <a:gd name="connsiteX5" fmla="*/ 32059 w 99819"/>
                <a:gd name="connsiteY5" fmla="*/ 0 h 93548"/>
                <a:gd name="connsiteX6" fmla="*/ 10056 w 99819"/>
                <a:gd name="connsiteY6" fmla="*/ 34883 h 93548"/>
                <a:gd name="connsiteX7" fmla="*/ 0 w 99819"/>
                <a:gd name="connsiteY7" fmla="*/ 64485 h 93548"/>
                <a:gd name="connsiteX8" fmla="*/ 0 w 99819"/>
                <a:gd name="connsiteY8" fmla="*/ 64795 h 93548"/>
                <a:gd name="connsiteX9" fmla="*/ 29432 w 99819"/>
                <a:gd name="connsiteY9" fmla="*/ 93549 h 93548"/>
                <a:gd name="connsiteX10" fmla="*/ 70444 w 99819"/>
                <a:gd name="connsiteY10" fmla="*/ 93549 h 93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9819" h="93548">
                  <a:moveTo>
                    <a:pt x="70416" y="93549"/>
                  </a:moveTo>
                  <a:cubicBezTo>
                    <a:pt x="82872" y="93549"/>
                    <a:pt x="94312" y="85810"/>
                    <a:pt x="98181" y="73947"/>
                  </a:cubicBezTo>
                  <a:cubicBezTo>
                    <a:pt x="99255" y="70642"/>
                    <a:pt x="99791" y="67366"/>
                    <a:pt x="99820" y="64485"/>
                  </a:cubicBezTo>
                  <a:cubicBezTo>
                    <a:pt x="99820" y="53808"/>
                    <a:pt x="96148" y="43470"/>
                    <a:pt x="89764" y="34883"/>
                  </a:cubicBezTo>
                  <a:lnTo>
                    <a:pt x="68213" y="0"/>
                  </a:lnTo>
                  <a:lnTo>
                    <a:pt x="32059" y="0"/>
                  </a:lnTo>
                  <a:lnTo>
                    <a:pt x="10056" y="34883"/>
                  </a:lnTo>
                  <a:cubicBezTo>
                    <a:pt x="3672" y="43442"/>
                    <a:pt x="-28" y="53808"/>
                    <a:pt x="0" y="64485"/>
                  </a:cubicBezTo>
                  <a:cubicBezTo>
                    <a:pt x="0" y="64597"/>
                    <a:pt x="0" y="64682"/>
                    <a:pt x="0" y="64795"/>
                  </a:cubicBezTo>
                  <a:cubicBezTo>
                    <a:pt x="142" y="80782"/>
                    <a:pt x="13445" y="93549"/>
                    <a:pt x="29432" y="93549"/>
                  </a:cubicBezTo>
                  <a:lnTo>
                    <a:pt x="70444" y="93549"/>
                  </a:lnTo>
                  <a:close/>
                </a:path>
              </a:pathLst>
            </a:custGeom>
            <a:noFill/>
            <a:ln w="8472" cap="flat">
              <a:solidFill>
                <a:srgbClr val="17A3A3"/>
              </a:solidFill>
              <a:prstDash val="solid"/>
              <a:miter/>
            </a:ln>
          </p:spPr>
          <p:txBody>
            <a:bodyPr rtlCol="1" anchor="ctr"/>
            <a:lstStyle/>
            <a:p>
              <a:endParaRPr lang="ar-SA"/>
            </a:p>
          </p:txBody>
        </p:sp>
        <p:sp>
          <p:nvSpPr>
            <p:cNvPr id="8483" name="شكل حر: شكل 9427">
              <a:extLst>
                <a:ext uri="{FF2B5EF4-FFF2-40B4-BE49-F238E27FC236}">
                  <a16:creationId xmlns:a16="http://schemas.microsoft.com/office/drawing/2014/main" id="{9EC0B2A4-1656-BECD-6C6F-6E621C3F64EA}"/>
                </a:ext>
              </a:extLst>
            </p:cNvPr>
            <p:cNvSpPr/>
            <p:nvPr/>
          </p:nvSpPr>
          <p:spPr>
            <a:xfrm>
              <a:off x="2660164" y="5656769"/>
              <a:ext cx="62874" cy="20456"/>
            </a:xfrm>
            <a:custGeom>
              <a:avLst/>
              <a:gdLst>
                <a:gd name="connsiteX0" fmla="*/ 49514 w 62874"/>
                <a:gd name="connsiteY0" fmla="*/ 20457 h 20456"/>
                <a:gd name="connsiteX1" fmla="*/ 62874 w 62874"/>
                <a:gd name="connsiteY1" fmla="*/ 7492 h 20456"/>
                <a:gd name="connsiteX2" fmla="*/ 58073 w 62874"/>
                <a:gd name="connsiteY2" fmla="*/ 2690 h 20456"/>
                <a:gd name="connsiteX3" fmla="*/ 45052 w 62874"/>
                <a:gd name="connsiteY3" fmla="*/ 2690 h 20456"/>
                <a:gd name="connsiteX4" fmla="*/ 41182 w 62874"/>
                <a:gd name="connsiteY4" fmla="*/ 6560 h 20456"/>
                <a:gd name="connsiteX5" fmla="*/ 39487 w 62874"/>
                <a:gd name="connsiteY5" fmla="*/ 4865 h 20456"/>
                <a:gd name="connsiteX6" fmla="*/ 23387 w 62874"/>
                <a:gd name="connsiteY6" fmla="*/ 4865 h 20456"/>
                <a:gd name="connsiteX7" fmla="*/ 21692 w 62874"/>
                <a:gd name="connsiteY7" fmla="*/ 6560 h 20456"/>
                <a:gd name="connsiteX8" fmla="*/ 17823 w 62874"/>
                <a:gd name="connsiteY8" fmla="*/ 2690 h 20456"/>
                <a:gd name="connsiteX9" fmla="*/ 4802 w 62874"/>
                <a:gd name="connsiteY9" fmla="*/ 2690 h 20456"/>
                <a:gd name="connsiteX10" fmla="*/ 0 w 62874"/>
                <a:gd name="connsiteY10" fmla="*/ 7492 h 20456"/>
                <a:gd name="connsiteX11" fmla="*/ 13360 w 62874"/>
                <a:gd name="connsiteY11" fmla="*/ 20457 h 20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74" h="20456">
                  <a:moveTo>
                    <a:pt x="49514" y="20457"/>
                  </a:moveTo>
                  <a:lnTo>
                    <a:pt x="62874" y="7492"/>
                  </a:lnTo>
                  <a:lnTo>
                    <a:pt x="58073" y="2690"/>
                  </a:lnTo>
                  <a:cubicBezTo>
                    <a:pt x="54485" y="-897"/>
                    <a:pt x="48639" y="-897"/>
                    <a:pt x="45052" y="2690"/>
                  </a:cubicBezTo>
                  <a:lnTo>
                    <a:pt x="41182" y="6560"/>
                  </a:lnTo>
                  <a:lnTo>
                    <a:pt x="39487" y="4865"/>
                  </a:lnTo>
                  <a:cubicBezTo>
                    <a:pt x="35053" y="431"/>
                    <a:pt x="27850" y="431"/>
                    <a:pt x="23387" y="4865"/>
                  </a:cubicBezTo>
                  <a:lnTo>
                    <a:pt x="21692" y="6560"/>
                  </a:lnTo>
                  <a:lnTo>
                    <a:pt x="17823" y="2690"/>
                  </a:lnTo>
                  <a:cubicBezTo>
                    <a:pt x="14236" y="-897"/>
                    <a:pt x="8389" y="-897"/>
                    <a:pt x="4802" y="2690"/>
                  </a:cubicBezTo>
                  <a:lnTo>
                    <a:pt x="0" y="7492"/>
                  </a:lnTo>
                  <a:lnTo>
                    <a:pt x="13360" y="20457"/>
                  </a:lnTo>
                </a:path>
              </a:pathLst>
            </a:custGeom>
            <a:noFill/>
            <a:ln w="8472" cap="flat">
              <a:solidFill>
                <a:srgbClr val="17A3A3"/>
              </a:solidFill>
              <a:prstDash val="solid"/>
              <a:miter/>
            </a:ln>
          </p:spPr>
          <p:txBody>
            <a:bodyPr rtlCol="1" anchor="ctr"/>
            <a:lstStyle/>
            <a:p>
              <a:endParaRPr lang="ar-SA"/>
            </a:p>
          </p:txBody>
        </p:sp>
        <p:sp>
          <p:nvSpPr>
            <p:cNvPr id="8484" name="شكل حر: شكل 9428">
              <a:extLst>
                <a:ext uri="{FF2B5EF4-FFF2-40B4-BE49-F238E27FC236}">
                  <a16:creationId xmlns:a16="http://schemas.microsoft.com/office/drawing/2014/main" id="{94299B1D-47D2-3289-3E4D-FD38033D20C5}"/>
                </a:ext>
              </a:extLst>
            </p:cNvPr>
            <p:cNvSpPr/>
            <p:nvPr/>
          </p:nvSpPr>
          <p:spPr>
            <a:xfrm>
              <a:off x="2796562" y="5468153"/>
              <a:ext cx="2824" cy="144532"/>
            </a:xfrm>
            <a:custGeom>
              <a:avLst/>
              <a:gdLst>
                <a:gd name="connsiteX0" fmla="*/ 0 w 2824"/>
                <a:gd name="connsiteY0" fmla="*/ 144532 h 144532"/>
                <a:gd name="connsiteX1" fmla="*/ 0 w 2824"/>
                <a:gd name="connsiteY1" fmla="*/ 0 h 144532"/>
              </a:gdLst>
              <a:ahLst/>
              <a:cxnLst>
                <a:cxn ang="0">
                  <a:pos x="connsiteX0" y="connsiteY0"/>
                </a:cxn>
                <a:cxn ang="0">
                  <a:pos x="connsiteX1" y="connsiteY1"/>
                </a:cxn>
              </a:cxnLst>
              <a:rect l="l" t="t" r="r" b="b"/>
              <a:pathLst>
                <a:path w="2824" h="144532">
                  <a:moveTo>
                    <a:pt x="0" y="144532"/>
                  </a:moveTo>
                  <a:lnTo>
                    <a:pt x="0" y="0"/>
                  </a:lnTo>
                </a:path>
              </a:pathLst>
            </a:custGeom>
            <a:ln w="8472" cap="flat">
              <a:solidFill>
                <a:srgbClr val="01355A"/>
              </a:solidFill>
              <a:prstDash val="solid"/>
              <a:miter/>
            </a:ln>
          </p:spPr>
          <p:txBody>
            <a:bodyPr rtlCol="1" anchor="ctr"/>
            <a:lstStyle/>
            <a:p>
              <a:endParaRPr lang="ar-SA"/>
            </a:p>
          </p:txBody>
        </p:sp>
        <p:sp>
          <p:nvSpPr>
            <p:cNvPr id="8485" name="شكل حر: شكل 9429">
              <a:extLst>
                <a:ext uri="{FF2B5EF4-FFF2-40B4-BE49-F238E27FC236}">
                  <a16:creationId xmlns:a16="http://schemas.microsoft.com/office/drawing/2014/main" id="{C0855344-7B92-F1BF-E598-765F30B92F16}"/>
                </a:ext>
              </a:extLst>
            </p:cNvPr>
            <p:cNvSpPr/>
            <p:nvPr/>
          </p:nvSpPr>
          <p:spPr>
            <a:xfrm>
              <a:off x="2560119" y="5409826"/>
              <a:ext cx="262485" cy="72760"/>
            </a:xfrm>
            <a:custGeom>
              <a:avLst/>
              <a:gdLst>
                <a:gd name="connsiteX0" fmla="*/ 262485 w 262485"/>
                <a:gd name="connsiteY0" fmla="*/ 72760 h 72760"/>
                <a:gd name="connsiteX1" fmla="*/ 131257 w 262485"/>
                <a:gd name="connsiteY1" fmla="*/ 0 h 72760"/>
                <a:gd name="connsiteX2" fmla="*/ 0 w 262485"/>
                <a:gd name="connsiteY2" fmla="*/ 72760 h 72760"/>
              </a:gdLst>
              <a:ahLst/>
              <a:cxnLst>
                <a:cxn ang="0">
                  <a:pos x="connsiteX0" y="connsiteY0"/>
                </a:cxn>
                <a:cxn ang="0">
                  <a:pos x="connsiteX1" y="connsiteY1"/>
                </a:cxn>
                <a:cxn ang="0">
                  <a:pos x="connsiteX2" y="connsiteY2"/>
                </a:cxn>
              </a:cxnLst>
              <a:rect l="l" t="t" r="r" b="b"/>
              <a:pathLst>
                <a:path w="262485" h="72760">
                  <a:moveTo>
                    <a:pt x="262485" y="72760"/>
                  </a:moveTo>
                  <a:lnTo>
                    <a:pt x="131257" y="0"/>
                  </a:lnTo>
                  <a:lnTo>
                    <a:pt x="0" y="72760"/>
                  </a:lnTo>
                </a:path>
              </a:pathLst>
            </a:custGeom>
            <a:noFill/>
            <a:ln w="8472" cap="flat">
              <a:solidFill>
                <a:srgbClr val="01355A"/>
              </a:solidFill>
              <a:prstDash val="solid"/>
              <a:miter/>
            </a:ln>
          </p:spPr>
          <p:txBody>
            <a:bodyPr rtlCol="1" anchor="ctr"/>
            <a:lstStyle/>
            <a:p>
              <a:endParaRPr lang="ar-SA"/>
            </a:p>
          </p:txBody>
        </p:sp>
        <p:sp>
          <p:nvSpPr>
            <p:cNvPr id="8486" name="شكل حر: شكل 9430">
              <a:extLst>
                <a:ext uri="{FF2B5EF4-FFF2-40B4-BE49-F238E27FC236}">
                  <a16:creationId xmlns:a16="http://schemas.microsoft.com/office/drawing/2014/main" id="{4F686958-B5F0-0879-6B31-E0874C896651}"/>
                </a:ext>
              </a:extLst>
            </p:cNvPr>
            <p:cNvSpPr/>
            <p:nvPr/>
          </p:nvSpPr>
          <p:spPr>
            <a:xfrm>
              <a:off x="2586161" y="5468153"/>
              <a:ext cx="2824" cy="102474"/>
            </a:xfrm>
            <a:custGeom>
              <a:avLst/>
              <a:gdLst>
                <a:gd name="connsiteX0" fmla="*/ 0 w 2824"/>
                <a:gd name="connsiteY0" fmla="*/ 0 h 102474"/>
                <a:gd name="connsiteX1" fmla="*/ 0 w 2824"/>
                <a:gd name="connsiteY1" fmla="*/ 102474 h 102474"/>
              </a:gdLst>
              <a:ahLst/>
              <a:cxnLst>
                <a:cxn ang="0">
                  <a:pos x="connsiteX0" y="connsiteY0"/>
                </a:cxn>
                <a:cxn ang="0">
                  <a:pos x="connsiteX1" y="connsiteY1"/>
                </a:cxn>
              </a:cxnLst>
              <a:rect l="l" t="t" r="r" b="b"/>
              <a:pathLst>
                <a:path w="2824" h="102474">
                  <a:moveTo>
                    <a:pt x="0" y="0"/>
                  </a:moveTo>
                  <a:lnTo>
                    <a:pt x="0" y="102474"/>
                  </a:lnTo>
                </a:path>
              </a:pathLst>
            </a:custGeom>
            <a:ln w="8472" cap="flat">
              <a:solidFill>
                <a:srgbClr val="01355A"/>
              </a:solidFill>
              <a:prstDash val="solid"/>
              <a:miter/>
            </a:ln>
          </p:spPr>
          <p:txBody>
            <a:bodyPr rtlCol="1" anchor="ctr"/>
            <a:lstStyle/>
            <a:p>
              <a:endParaRPr lang="ar-SA"/>
            </a:p>
          </p:txBody>
        </p:sp>
        <p:sp>
          <p:nvSpPr>
            <p:cNvPr id="8487" name="شكل حر: شكل 9431">
              <a:extLst>
                <a:ext uri="{FF2B5EF4-FFF2-40B4-BE49-F238E27FC236}">
                  <a16:creationId xmlns:a16="http://schemas.microsoft.com/office/drawing/2014/main" id="{CA21CDA2-9725-927B-132C-3E44D9D0DBDA}"/>
                </a:ext>
              </a:extLst>
            </p:cNvPr>
            <p:cNvSpPr/>
            <p:nvPr/>
          </p:nvSpPr>
          <p:spPr>
            <a:xfrm>
              <a:off x="2613474" y="5490947"/>
              <a:ext cx="64230" cy="121737"/>
            </a:xfrm>
            <a:custGeom>
              <a:avLst/>
              <a:gdLst>
                <a:gd name="connsiteX0" fmla="*/ 0 w 64230"/>
                <a:gd name="connsiteY0" fmla="*/ 121738 h 121737"/>
                <a:gd name="connsiteX1" fmla="*/ 0 w 64230"/>
                <a:gd name="connsiteY1" fmla="*/ 32115 h 121737"/>
                <a:gd name="connsiteX2" fmla="*/ 32115 w 64230"/>
                <a:gd name="connsiteY2" fmla="*/ 0 h 121737"/>
                <a:gd name="connsiteX3" fmla="*/ 32115 w 64230"/>
                <a:gd name="connsiteY3" fmla="*/ 0 h 121737"/>
                <a:gd name="connsiteX4" fmla="*/ 64230 w 64230"/>
                <a:gd name="connsiteY4" fmla="*/ 32115 h 121737"/>
                <a:gd name="connsiteX5" fmla="*/ 64230 w 64230"/>
                <a:gd name="connsiteY5" fmla="*/ 121738 h 121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230" h="121737">
                  <a:moveTo>
                    <a:pt x="0" y="121738"/>
                  </a:moveTo>
                  <a:lnTo>
                    <a:pt x="0" y="32115"/>
                  </a:lnTo>
                  <a:cubicBezTo>
                    <a:pt x="0" y="14377"/>
                    <a:pt x="14377" y="0"/>
                    <a:pt x="32115" y="0"/>
                  </a:cubicBezTo>
                  <a:lnTo>
                    <a:pt x="32115" y="0"/>
                  </a:lnTo>
                  <a:cubicBezTo>
                    <a:pt x="49853" y="0"/>
                    <a:pt x="64230" y="14377"/>
                    <a:pt x="64230" y="32115"/>
                  </a:cubicBezTo>
                  <a:lnTo>
                    <a:pt x="64230" y="121738"/>
                  </a:lnTo>
                </a:path>
              </a:pathLst>
            </a:custGeom>
            <a:noFill/>
            <a:ln w="8472" cap="flat">
              <a:solidFill>
                <a:srgbClr val="01355A"/>
              </a:solidFill>
              <a:prstDash val="solid"/>
              <a:miter/>
            </a:ln>
          </p:spPr>
          <p:txBody>
            <a:bodyPr rtlCol="1" anchor="ctr"/>
            <a:lstStyle/>
            <a:p>
              <a:endParaRPr lang="ar-SA"/>
            </a:p>
          </p:txBody>
        </p:sp>
        <p:sp>
          <p:nvSpPr>
            <p:cNvPr id="8488" name="شكل حر: شكل 9432">
              <a:extLst>
                <a:ext uri="{FF2B5EF4-FFF2-40B4-BE49-F238E27FC236}">
                  <a16:creationId xmlns:a16="http://schemas.microsoft.com/office/drawing/2014/main" id="{9A540BF4-E60B-EA87-FAD4-02F54B483557}"/>
                </a:ext>
              </a:extLst>
            </p:cNvPr>
            <p:cNvSpPr/>
            <p:nvPr/>
          </p:nvSpPr>
          <p:spPr>
            <a:xfrm>
              <a:off x="2705018" y="5490947"/>
              <a:ext cx="64230" cy="121737"/>
            </a:xfrm>
            <a:custGeom>
              <a:avLst/>
              <a:gdLst>
                <a:gd name="connsiteX0" fmla="*/ 64230 w 64230"/>
                <a:gd name="connsiteY0" fmla="*/ 121738 h 121737"/>
                <a:gd name="connsiteX1" fmla="*/ 64230 w 64230"/>
                <a:gd name="connsiteY1" fmla="*/ 32115 h 121737"/>
                <a:gd name="connsiteX2" fmla="*/ 32115 w 64230"/>
                <a:gd name="connsiteY2" fmla="*/ 0 h 121737"/>
                <a:gd name="connsiteX3" fmla="*/ 32115 w 64230"/>
                <a:gd name="connsiteY3" fmla="*/ 0 h 121737"/>
                <a:gd name="connsiteX4" fmla="*/ 0 w 64230"/>
                <a:gd name="connsiteY4" fmla="*/ 32115 h 121737"/>
                <a:gd name="connsiteX5" fmla="*/ 0 w 64230"/>
                <a:gd name="connsiteY5" fmla="*/ 121738 h 121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4230" h="121737">
                  <a:moveTo>
                    <a:pt x="64230" y="121738"/>
                  </a:moveTo>
                  <a:lnTo>
                    <a:pt x="64230" y="32115"/>
                  </a:lnTo>
                  <a:cubicBezTo>
                    <a:pt x="64230" y="14377"/>
                    <a:pt x="49853" y="0"/>
                    <a:pt x="32115" y="0"/>
                  </a:cubicBezTo>
                  <a:lnTo>
                    <a:pt x="32115" y="0"/>
                  </a:lnTo>
                  <a:cubicBezTo>
                    <a:pt x="14377" y="0"/>
                    <a:pt x="0" y="14377"/>
                    <a:pt x="0" y="32115"/>
                  </a:cubicBezTo>
                  <a:lnTo>
                    <a:pt x="0" y="121738"/>
                  </a:lnTo>
                </a:path>
              </a:pathLst>
            </a:custGeom>
            <a:noFill/>
            <a:ln w="8472" cap="flat">
              <a:solidFill>
                <a:srgbClr val="01355A"/>
              </a:solidFill>
              <a:prstDash val="solid"/>
              <a:miter/>
            </a:ln>
          </p:spPr>
          <p:txBody>
            <a:bodyPr rtlCol="1" anchor="ctr"/>
            <a:lstStyle/>
            <a:p>
              <a:endParaRPr lang="ar-SA"/>
            </a:p>
          </p:txBody>
        </p:sp>
        <p:sp>
          <p:nvSpPr>
            <p:cNvPr id="8489" name="شكل حر: شكل 9433">
              <a:extLst>
                <a:ext uri="{FF2B5EF4-FFF2-40B4-BE49-F238E27FC236}">
                  <a16:creationId xmlns:a16="http://schemas.microsoft.com/office/drawing/2014/main" id="{1E8C32CD-70C2-1922-3A04-74BCF9816867}"/>
                </a:ext>
              </a:extLst>
            </p:cNvPr>
            <p:cNvSpPr/>
            <p:nvPr/>
          </p:nvSpPr>
          <p:spPr>
            <a:xfrm>
              <a:off x="2586161" y="5612685"/>
              <a:ext cx="236470" cy="36408"/>
            </a:xfrm>
            <a:custGeom>
              <a:avLst/>
              <a:gdLst>
                <a:gd name="connsiteX0" fmla="*/ 0 w 236470"/>
                <a:gd name="connsiteY0" fmla="*/ 0 h 36408"/>
                <a:gd name="connsiteX1" fmla="*/ 223422 w 236470"/>
                <a:gd name="connsiteY1" fmla="*/ 0 h 36408"/>
                <a:gd name="connsiteX2" fmla="*/ 236471 w 236470"/>
                <a:gd name="connsiteY2" fmla="*/ 13049 h 36408"/>
                <a:gd name="connsiteX3" fmla="*/ 236471 w 236470"/>
                <a:gd name="connsiteY3" fmla="*/ 36408 h 36408"/>
              </a:gdLst>
              <a:ahLst/>
              <a:cxnLst>
                <a:cxn ang="0">
                  <a:pos x="connsiteX0" y="connsiteY0"/>
                </a:cxn>
                <a:cxn ang="0">
                  <a:pos x="connsiteX1" y="connsiteY1"/>
                </a:cxn>
                <a:cxn ang="0">
                  <a:pos x="connsiteX2" y="connsiteY2"/>
                </a:cxn>
                <a:cxn ang="0">
                  <a:pos x="connsiteX3" y="connsiteY3"/>
                </a:cxn>
              </a:cxnLst>
              <a:rect l="l" t="t" r="r" b="b"/>
              <a:pathLst>
                <a:path w="236470" h="36408">
                  <a:moveTo>
                    <a:pt x="0" y="0"/>
                  </a:moveTo>
                  <a:lnTo>
                    <a:pt x="223422" y="0"/>
                  </a:lnTo>
                  <a:cubicBezTo>
                    <a:pt x="230624" y="0"/>
                    <a:pt x="236471" y="5847"/>
                    <a:pt x="236471" y="13049"/>
                  </a:cubicBezTo>
                  <a:lnTo>
                    <a:pt x="236471" y="36408"/>
                  </a:lnTo>
                </a:path>
              </a:pathLst>
            </a:custGeom>
            <a:noFill/>
            <a:ln w="8472" cap="flat">
              <a:solidFill>
                <a:srgbClr val="01355A"/>
              </a:solidFill>
              <a:prstDash val="solid"/>
              <a:miter/>
            </a:ln>
          </p:spPr>
          <p:txBody>
            <a:bodyPr rtlCol="1" anchor="ctr"/>
            <a:lstStyle/>
            <a:p>
              <a:endParaRPr lang="ar-SA"/>
            </a:p>
          </p:txBody>
        </p:sp>
        <p:sp>
          <p:nvSpPr>
            <p:cNvPr id="8490" name="شكل حر: شكل 9434">
              <a:extLst>
                <a:ext uri="{FF2B5EF4-FFF2-40B4-BE49-F238E27FC236}">
                  <a16:creationId xmlns:a16="http://schemas.microsoft.com/office/drawing/2014/main" id="{DE25A04E-CDD8-5EB6-7001-AE51C756523C}"/>
                </a:ext>
              </a:extLst>
            </p:cNvPr>
            <p:cNvSpPr/>
            <p:nvPr/>
          </p:nvSpPr>
          <p:spPr>
            <a:xfrm>
              <a:off x="2680896" y="5704257"/>
              <a:ext cx="20958" cy="41916"/>
            </a:xfrm>
            <a:custGeom>
              <a:avLst/>
              <a:gdLst>
                <a:gd name="connsiteX0" fmla="*/ 0 w 20958"/>
                <a:gd name="connsiteY0" fmla="*/ 31437 h 41916"/>
                <a:gd name="connsiteX1" fmla="*/ 10479 w 20958"/>
                <a:gd name="connsiteY1" fmla="*/ 41916 h 41916"/>
                <a:gd name="connsiteX2" fmla="*/ 20958 w 20958"/>
                <a:gd name="connsiteY2" fmla="*/ 31437 h 41916"/>
                <a:gd name="connsiteX3" fmla="*/ 10479 w 20958"/>
                <a:gd name="connsiteY3" fmla="*/ 20958 h 41916"/>
                <a:gd name="connsiteX4" fmla="*/ 0 w 20958"/>
                <a:gd name="connsiteY4" fmla="*/ 10479 h 41916"/>
                <a:gd name="connsiteX5" fmla="*/ 10479 w 20958"/>
                <a:gd name="connsiteY5" fmla="*/ 0 h 41916"/>
                <a:gd name="connsiteX6" fmla="*/ 20958 w 20958"/>
                <a:gd name="connsiteY6" fmla="*/ 10479 h 41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8" h="41916">
                  <a:moveTo>
                    <a:pt x="0" y="31437"/>
                  </a:moveTo>
                  <a:cubicBezTo>
                    <a:pt x="0" y="37227"/>
                    <a:pt x="4689" y="41916"/>
                    <a:pt x="10479" y="41916"/>
                  </a:cubicBezTo>
                  <a:cubicBezTo>
                    <a:pt x="16269" y="41916"/>
                    <a:pt x="20958" y="37227"/>
                    <a:pt x="20958" y="31437"/>
                  </a:cubicBezTo>
                  <a:cubicBezTo>
                    <a:pt x="20958" y="25647"/>
                    <a:pt x="16665" y="22964"/>
                    <a:pt x="10479" y="20958"/>
                  </a:cubicBezTo>
                  <a:cubicBezTo>
                    <a:pt x="4971" y="19151"/>
                    <a:pt x="0" y="16269"/>
                    <a:pt x="0" y="10479"/>
                  </a:cubicBezTo>
                  <a:cubicBezTo>
                    <a:pt x="0" y="4688"/>
                    <a:pt x="4689" y="0"/>
                    <a:pt x="10479" y="0"/>
                  </a:cubicBezTo>
                  <a:cubicBezTo>
                    <a:pt x="16269" y="0"/>
                    <a:pt x="20958" y="4688"/>
                    <a:pt x="20958" y="10479"/>
                  </a:cubicBezTo>
                </a:path>
              </a:pathLst>
            </a:custGeom>
            <a:noFill/>
            <a:ln w="8472" cap="flat">
              <a:solidFill>
                <a:srgbClr val="17A3A3"/>
              </a:solidFill>
              <a:prstDash val="solid"/>
              <a:miter/>
            </a:ln>
          </p:spPr>
          <p:txBody>
            <a:bodyPr rtlCol="1" anchor="ctr"/>
            <a:lstStyle/>
            <a:p>
              <a:endParaRPr lang="ar-SA"/>
            </a:p>
          </p:txBody>
        </p:sp>
        <p:sp>
          <p:nvSpPr>
            <p:cNvPr id="8491" name="شكل حر: شكل 9435">
              <a:extLst>
                <a:ext uri="{FF2B5EF4-FFF2-40B4-BE49-F238E27FC236}">
                  <a16:creationId xmlns:a16="http://schemas.microsoft.com/office/drawing/2014/main" id="{F4A401D9-77F1-C7E0-A912-1FFF565A4FEA}"/>
                </a:ext>
              </a:extLst>
            </p:cNvPr>
            <p:cNvSpPr/>
            <p:nvPr/>
          </p:nvSpPr>
          <p:spPr>
            <a:xfrm>
              <a:off x="2691375" y="5698438"/>
              <a:ext cx="2824" cy="5903"/>
            </a:xfrm>
            <a:custGeom>
              <a:avLst/>
              <a:gdLst>
                <a:gd name="connsiteX0" fmla="*/ 0 w 2824"/>
                <a:gd name="connsiteY0" fmla="*/ 0 h 5903"/>
                <a:gd name="connsiteX1" fmla="*/ 0 w 2824"/>
                <a:gd name="connsiteY1" fmla="*/ 5903 h 5903"/>
              </a:gdLst>
              <a:ahLst/>
              <a:cxnLst>
                <a:cxn ang="0">
                  <a:pos x="connsiteX0" y="connsiteY0"/>
                </a:cxn>
                <a:cxn ang="0">
                  <a:pos x="connsiteX1" y="connsiteY1"/>
                </a:cxn>
              </a:cxnLst>
              <a:rect l="l" t="t" r="r" b="b"/>
              <a:pathLst>
                <a:path w="2824" h="5903">
                  <a:moveTo>
                    <a:pt x="0" y="0"/>
                  </a:moveTo>
                  <a:lnTo>
                    <a:pt x="0" y="5903"/>
                  </a:lnTo>
                </a:path>
              </a:pathLst>
            </a:custGeom>
            <a:ln w="8472" cap="flat">
              <a:solidFill>
                <a:srgbClr val="17A3A3"/>
              </a:solidFill>
              <a:prstDash val="solid"/>
              <a:miter/>
            </a:ln>
          </p:spPr>
          <p:txBody>
            <a:bodyPr rtlCol="1" anchor="ctr"/>
            <a:lstStyle/>
            <a:p>
              <a:endParaRPr lang="ar-SA"/>
            </a:p>
          </p:txBody>
        </p:sp>
        <p:sp>
          <p:nvSpPr>
            <p:cNvPr id="8492" name="شكل حر: شكل 9436">
              <a:extLst>
                <a:ext uri="{FF2B5EF4-FFF2-40B4-BE49-F238E27FC236}">
                  <a16:creationId xmlns:a16="http://schemas.microsoft.com/office/drawing/2014/main" id="{8AE1D872-83E0-1192-F4FF-D7B2306F2C85}"/>
                </a:ext>
              </a:extLst>
            </p:cNvPr>
            <p:cNvSpPr/>
            <p:nvPr/>
          </p:nvSpPr>
          <p:spPr>
            <a:xfrm>
              <a:off x="2691375" y="5746173"/>
              <a:ext cx="2824" cy="5931"/>
            </a:xfrm>
            <a:custGeom>
              <a:avLst/>
              <a:gdLst>
                <a:gd name="connsiteX0" fmla="*/ 0 w 2824"/>
                <a:gd name="connsiteY0" fmla="*/ 0 h 5931"/>
                <a:gd name="connsiteX1" fmla="*/ 0 w 2824"/>
                <a:gd name="connsiteY1" fmla="*/ 5931 h 5931"/>
              </a:gdLst>
              <a:ahLst/>
              <a:cxnLst>
                <a:cxn ang="0">
                  <a:pos x="connsiteX0" y="connsiteY0"/>
                </a:cxn>
                <a:cxn ang="0">
                  <a:pos x="connsiteX1" y="connsiteY1"/>
                </a:cxn>
              </a:cxnLst>
              <a:rect l="l" t="t" r="r" b="b"/>
              <a:pathLst>
                <a:path w="2824" h="5931">
                  <a:moveTo>
                    <a:pt x="0" y="0"/>
                  </a:moveTo>
                  <a:lnTo>
                    <a:pt x="0" y="5931"/>
                  </a:lnTo>
                </a:path>
              </a:pathLst>
            </a:custGeom>
            <a:ln w="8472" cap="flat">
              <a:solidFill>
                <a:srgbClr val="17A3A3"/>
              </a:solidFill>
              <a:prstDash val="solid"/>
              <a:miter/>
            </a:ln>
          </p:spPr>
          <p:txBody>
            <a:bodyPr rtlCol="1" anchor="ctr"/>
            <a:lstStyle/>
            <a:p>
              <a:endParaRPr lang="ar-SA"/>
            </a:p>
          </p:txBody>
        </p:sp>
      </p:grpSp>
      <p:grpSp>
        <p:nvGrpSpPr>
          <p:cNvPr id="8493" name="رسم 8014">
            <a:extLst>
              <a:ext uri="{FF2B5EF4-FFF2-40B4-BE49-F238E27FC236}">
                <a16:creationId xmlns:a16="http://schemas.microsoft.com/office/drawing/2014/main" id="{504BC278-CFDB-0BD2-885A-39B96916C124}"/>
              </a:ext>
            </a:extLst>
          </p:cNvPr>
          <p:cNvGrpSpPr/>
          <p:nvPr/>
        </p:nvGrpSpPr>
        <p:grpSpPr>
          <a:xfrm>
            <a:off x="3713554" y="3677476"/>
            <a:ext cx="298050" cy="236387"/>
            <a:chOff x="3520239" y="2850335"/>
            <a:chExt cx="356259" cy="299910"/>
          </a:xfrm>
          <a:noFill/>
        </p:grpSpPr>
        <p:sp>
          <p:nvSpPr>
            <p:cNvPr id="8494" name="شكل حر: شكل 9463">
              <a:extLst>
                <a:ext uri="{FF2B5EF4-FFF2-40B4-BE49-F238E27FC236}">
                  <a16:creationId xmlns:a16="http://schemas.microsoft.com/office/drawing/2014/main" id="{EFD31827-1324-E537-5B56-098B227663A5}"/>
                </a:ext>
              </a:extLst>
            </p:cNvPr>
            <p:cNvSpPr/>
            <p:nvPr/>
          </p:nvSpPr>
          <p:spPr>
            <a:xfrm>
              <a:off x="3520239" y="2850335"/>
              <a:ext cx="356259" cy="220342"/>
            </a:xfrm>
            <a:custGeom>
              <a:avLst/>
              <a:gdLst>
                <a:gd name="connsiteX0" fmla="*/ 128630 w 356259"/>
                <a:gd name="connsiteY0" fmla="*/ 220343 h 220342"/>
                <a:gd name="connsiteX1" fmla="*/ 5508 w 356259"/>
                <a:gd name="connsiteY1" fmla="*/ 220343 h 220342"/>
                <a:gd name="connsiteX2" fmla="*/ 0 w 356259"/>
                <a:gd name="connsiteY2" fmla="*/ 214835 h 220342"/>
                <a:gd name="connsiteX3" fmla="*/ 0 w 356259"/>
                <a:gd name="connsiteY3" fmla="*/ 5508 h 220342"/>
                <a:gd name="connsiteX4" fmla="*/ 5508 w 356259"/>
                <a:gd name="connsiteY4" fmla="*/ 0 h 220342"/>
                <a:gd name="connsiteX5" fmla="*/ 350752 w 356259"/>
                <a:gd name="connsiteY5" fmla="*/ 0 h 220342"/>
                <a:gd name="connsiteX6" fmla="*/ 356260 w 356259"/>
                <a:gd name="connsiteY6" fmla="*/ 5508 h 220342"/>
                <a:gd name="connsiteX7" fmla="*/ 356260 w 356259"/>
                <a:gd name="connsiteY7" fmla="*/ 214835 h 220342"/>
                <a:gd name="connsiteX8" fmla="*/ 350752 w 356259"/>
                <a:gd name="connsiteY8" fmla="*/ 220343 h 220342"/>
                <a:gd name="connsiteX9" fmla="*/ 227630 w 356259"/>
                <a:gd name="connsiteY9" fmla="*/ 220343 h 220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6259" h="220342">
                  <a:moveTo>
                    <a:pt x="128630" y="220343"/>
                  </a:moveTo>
                  <a:lnTo>
                    <a:pt x="5508" y="220343"/>
                  </a:lnTo>
                  <a:cubicBezTo>
                    <a:pt x="2457" y="220343"/>
                    <a:pt x="0" y="217886"/>
                    <a:pt x="0" y="214835"/>
                  </a:cubicBezTo>
                  <a:lnTo>
                    <a:pt x="0" y="5508"/>
                  </a:lnTo>
                  <a:cubicBezTo>
                    <a:pt x="0" y="2457"/>
                    <a:pt x="2457" y="0"/>
                    <a:pt x="5508" y="0"/>
                  </a:cubicBezTo>
                  <a:lnTo>
                    <a:pt x="350752" y="0"/>
                  </a:lnTo>
                  <a:cubicBezTo>
                    <a:pt x="353803" y="0"/>
                    <a:pt x="356260" y="2457"/>
                    <a:pt x="356260" y="5508"/>
                  </a:cubicBezTo>
                  <a:lnTo>
                    <a:pt x="356260" y="214835"/>
                  </a:lnTo>
                  <a:cubicBezTo>
                    <a:pt x="356260" y="217886"/>
                    <a:pt x="353803" y="220343"/>
                    <a:pt x="350752" y="220343"/>
                  </a:cubicBezTo>
                  <a:lnTo>
                    <a:pt x="227630" y="220343"/>
                  </a:lnTo>
                </a:path>
              </a:pathLst>
            </a:custGeom>
            <a:noFill/>
            <a:ln w="8472" cap="flat">
              <a:solidFill>
                <a:srgbClr val="01355A"/>
              </a:solidFill>
              <a:prstDash val="solid"/>
              <a:miter/>
            </a:ln>
          </p:spPr>
          <p:txBody>
            <a:bodyPr rtlCol="1" anchor="ctr"/>
            <a:lstStyle/>
            <a:p>
              <a:endParaRPr lang="ar-SA"/>
            </a:p>
          </p:txBody>
        </p:sp>
        <p:sp>
          <p:nvSpPr>
            <p:cNvPr id="8495" name="شكل حر: شكل 9464">
              <a:extLst>
                <a:ext uri="{FF2B5EF4-FFF2-40B4-BE49-F238E27FC236}">
                  <a16:creationId xmlns:a16="http://schemas.microsoft.com/office/drawing/2014/main" id="{07732B6B-1D95-FB52-C3A1-B93F956AAFB9}"/>
                </a:ext>
              </a:extLst>
            </p:cNvPr>
            <p:cNvSpPr/>
            <p:nvPr/>
          </p:nvSpPr>
          <p:spPr>
            <a:xfrm>
              <a:off x="3648869" y="3021248"/>
              <a:ext cx="99028" cy="99028"/>
            </a:xfrm>
            <a:custGeom>
              <a:avLst/>
              <a:gdLst>
                <a:gd name="connsiteX0" fmla="*/ 99029 w 99028"/>
                <a:gd name="connsiteY0" fmla="*/ 49514 h 99028"/>
                <a:gd name="connsiteX1" fmla="*/ 49514 w 99028"/>
                <a:gd name="connsiteY1" fmla="*/ 99029 h 99028"/>
                <a:gd name="connsiteX2" fmla="*/ 0 w 99028"/>
                <a:gd name="connsiteY2" fmla="*/ 49514 h 99028"/>
                <a:gd name="connsiteX3" fmla="*/ 49514 w 99028"/>
                <a:gd name="connsiteY3" fmla="*/ 0 h 99028"/>
                <a:gd name="connsiteX4" fmla="*/ 99029 w 99028"/>
                <a:gd name="connsiteY4" fmla="*/ 49514 h 99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028" h="99028">
                  <a:moveTo>
                    <a:pt x="99029" y="49514"/>
                  </a:moveTo>
                  <a:cubicBezTo>
                    <a:pt x="99029" y="76860"/>
                    <a:pt x="76860" y="99029"/>
                    <a:pt x="49514" y="99029"/>
                  </a:cubicBezTo>
                  <a:cubicBezTo>
                    <a:pt x="22168" y="99029"/>
                    <a:pt x="0" y="76861"/>
                    <a:pt x="0" y="49514"/>
                  </a:cubicBezTo>
                  <a:cubicBezTo>
                    <a:pt x="0" y="22169"/>
                    <a:pt x="22168" y="0"/>
                    <a:pt x="49514" y="0"/>
                  </a:cubicBezTo>
                  <a:cubicBezTo>
                    <a:pt x="76860" y="0"/>
                    <a:pt x="99029" y="22168"/>
                    <a:pt x="99029" y="49514"/>
                  </a:cubicBezTo>
                  <a:close/>
                </a:path>
              </a:pathLst>
            </a:custGeom>
            <a:noFill/>
            <a:ln w="8472" cap="flat">
              <a:solidFill>
                <a:srgbClr val="17A3A3"/>
              </a:solidFill>
              <a:prstDash val="solid"/>
              <a:miter/>
            </a:ln>
          </p:spPr>
          <p:txBody>
            <a:bodyPr rtlCol="1" anchor="ctr"/>
            <a:lstStyle/>
            <a:p>
              <a:endParaRPr lang="ar-SA"/>
            </a:p>
          </p:txBody>
        </p:sp>
        <p:sp>
          <p:nvSpPr>
            <p:cNvPr id="8496" name="شكل حر: شكل 9465">
              <a:extLst>
                <a:ext uri="{FF2B5EF4-FFF2-40B4-BE49-F238E27FC236}">
                  <a16:creationId xmlns:a16="http://schemas.microsoft.com/office/drawing/2014/main" id="{643F30E3-1769-0EA4-76C5-6A5EBF33CD5A}"/>
                </a:ext>
              </a:extLst>
            </p:cNvPr>
            <p:cNvSpPr/>
            <p:nvPr/>
          </p:nvSpPr>
          <p:spPr>
            <a:xfrm>
              <a:off x="3648727" y="2997148"/>
              <a:ext cx="99310" cy="20569"/>
            </a:xfrm>
            <a:custGeom>
              <a:avLst/>
              <a:gdLst>
                <a:gd name="connsiteX0" fmla="*/ 99311 w 99310"/>
                <a:gd name="connsiteY0" fmla="*/ 20570 h 20569"/>
                <a:gd name="connsiteX1" fmla="*/ 0 w 99310"/>
                <a:gd name="connsiteY1" fmla="*/ 20570 h 20569"/>
              </a:gdLst>
              <a:ahLst/>
              <a:cxnLst>
                <a:cxn ang="0">
                  <a:pos x="connsiteX0" y="connsiteY0"/>
                </a:cxn>
                <a:cxn ang="0">
                  <a:pos x="connsiteX1" y="connsiteY1"/>
                </a:cxn>
              </a:cxnLst>
              <a:rect l="l" t="t" r="r" b="b"/>
              <a:pathLst>
                <a:path w="99310" h="20569">
                  <a:moveTo>
                    <a:pt x="99311" y="20570"/>
                  </a:moveTo>
                  <a:cubicBezTo>
                    <a:pt x="71885" y="-6857"/>
                    <a:pt x="27426" y="-6857"/>
                    <a:pt x="0" y="20570"/>
                  </a:cubicBezTo>
                </a:path>
              </a:pathLst>
            </a:custGeom>
            <a:noFill/>
            <a:ln w="8472" cap="flat">
              <a:solidFill>
                <a:srgbClr val="17A3A3"/>
              </a:solidFill>
              <a:prstDash val="solid"/>
              <a:miter/>
            </a:ln>
          </p:spPr>
          <p:txBody>
            <a:bodyPr rtlCol="1" anchor="ctr"/>
            <a:lstStyle/>
            <a:p>
              <a:endParaRPr lang="ar-SA"/>
            </a:p>
          </p:txBody>
        </p:sp>
        <p:sp>
          <p:nvSpPr>
            <p:cNvPr id="8497" name="شكل حر: شكل 9466">
              <a:extLst>
                <a:ext uri="{FF2B5EF4-FFF2-40B4-BE49-F238E27FC236}">
                  <a16:creationId xmlns:a16="http://schemas.microsoft.com/office/drawing/2014/main" id="{339BDDF8-C0AE-1671-AEBA-E74E744E7F5C}"/>
                </a:ext>
              </a:extLst>
            </p:cNvPr>
            <p:cNvSpPr/>
            <p:nvPr/>
          </p:nvSpPr>
          <p:spPr>
            <a:xfrm>
              <a:off x="3714568" y="3086919"/>
              <a:ext cx="63298" cy="63326"/>
            </a:xfrm>
            <a:custGeom>
              <a:avLst/>
              <a:gdLst>
                <a:gd name="connsiteX0" fmla="*/ 0 w 63298"/>
                <a:gd name="connsiteY0" fmla="*/ 31607 h 63326"/>
                <a:gd name="connsiteX1" fmla="*/ 31691 w 63298"/>
                <a:gd name="connsiteY1" fmla="*/ 63326 h 63326"/>
                <a:gd name="connsiteX2" fmla="*/ 31691 w 63298"/>
                <a:gd name="connsiteY2" fmla="*/ 31720 h 63326"/>
                <a:gd name="connsiteX3" fmla="*/ 63298 w 63298"/>
                <a:gd name="connsiteY3" fmla="*/ 31720 h 63326"/>
                <a:gd name="connsiteX4" fmla="*/ 31607 w 63298"/>
                <a:gd name="connsiteY4" fmla="*/ 0 h 63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298" h="63326">
                  <a:moveTo>
                    <a:pt x="0" y="31607"/>
                  </a:moveTo>
                  <a:lnTo>
                    <a:pt x="31691" y="63326"/>
                  </a:lnTo>
                  <a:lnTo>
                    <a:pt x="31691" y="31720"/>
                  </a:lnTo>
                  <a:lnTo>
                    <a:pt x="63298" y="31720"/>
                  </a:lnTo>
                  <a:lnTo>
                    <a:pt x="31607" y="0"/>
                  </a:lnTo>
                </a:path>
              </a:pathLst>
            </a:custGeom>
            <a:noFill/>
            <a:ln w="8472" cap="flat">
              <a:solidFill>
                <a:srgbClr val="01355A"/>
              </a:solidFill>
              <a:prstDash val="solid"/>
              <a:miter/>
            </a:ln>
          </p:spPr>
          <p:txBody>
            <a:bodyPr rtlCol="1" anchor="ctr"/>
            <a:lstStyle/>
            <a:p>
              <a:endParaRPr lang="ar-SA"/>
            </a:p>
          </p:txBody>
        </p:sp>
        <p:sp>
          <p:nvSpPr>
            <p:cNvPr id="8498" name="شكل حر: شكل 9467">
              <a:extLst>
                <a:ext uri="{FF2B5EF4-FFF2-40B4-BE49-F238E27FC236}">
                  <a16:creationId xmlns:a16="http://schemas.microsoft.com/office/drawing/2014/main" id="{8D4A11B7-D35A-462D-C9E1-42399812EDD1}"/>
                </a:ext>
              </a:extLst>
            </p:cNvPr>
            <p:cNvSpPr/>
            <p:nvPr/>
          </p:nvSpPr>
          <p:spPr>
            <a:xfrm>
              <a:off x="3618900" y="3086919"/>
              <a:ext cx="63326" cy="63326"/>
            </a:xfrm>
            <a:custGeom>
              <a:avLst/>
              <a:gdLst>
                <a:gd name="connsiteX0" fmla="*/ 63326 w 63326"/>
                <a:gd name="connsiteY0" fmla="*/ 31607 h 63326"/>
                <a:gd name="connsiteX1" fmla="*/ 31607 w 63326"/>
                <a:gd name="connsiteY1" fmla="*/ 63326 h 63326"/>
                <a:gd name="connsiteX2" fmla="*/ 31607 w 63326"/>
                <a:gd name="connsiteY2" fmla="*/ 31720 h 63326"/>
                <a:gd name="connsiteX3" fmla="*/ 0 w 63326"/>
                <a:gd name="connsiteY3" fmla="*/ 31720 h 63326"/>
                <a:gd name="connsiteX4" fmla="*/ 31720 w 63326"/>
                <a:gd name="connsiteY4" fmla="*/ 0 h 63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26" h="63326">
                  <a:moveTo>
                    <a:pt x="63326" y="31607"/>
                  </a:moveTo>
                  <a:lnTo>
                    <a:pt x="31607" y="63326"/>
                  </a:lnTo>
                  <a:lnTo>
                    <a:pt x="31607" y="31720"/>
                  </a:lnTo>
                  <a:lnTo>
                    <a:pt x="0" y="31720"/>
                  </a:lnTo>
                  <a:lnTo>
                    <a:pt x="31720" y="0"/>
                  </a:lnTo>
                </a:path>
              </a:pathLst>
            </a:custGeom>
            <a:noFill/>
            <a:ln w="8472" cap="flat">
              <a:solidFill>
                <a:srgbClr val="01355A"/>
              </a:solidFill>
              <a:prstDash val="solid"/>
              <a:miter/>
            </a:ln>
          </p:spPr>
          <p:txBody>
            <a:bodyPr rtlCol="1" anchor="ctr"/>
            <a:lstStyle/>
            <a:p>
              <a:endParaRPr lang="ar-SA"/>
            </a:p>
          </p:txBody>
        </p:sp>
        <p:sp>
          <p:nvSpPr>
            <p:cNvPr id="8499" name="شكل حر: شكل 9468">
              <a:extLst>
                <a:ext uri="{FF2B5EF4-FFF2-40B4-BE49-F238E27FC236}">
                  <a16:creationId xmlns:a16="http://schemas.microsoft.com/office/drawing/2014/main" id="{3DF53524-D27A-2B62-CCB2-5249F649205A}"/>
                </a:ext>
              </a:extLst>
            </p:cNvPr>
            <p:cNvSpPr/>
            <p:nvPr/>
          </p:nvSpPr>
          <p:spPr>
            <a:xfrm>
              <a:off x="3623278" y="2942217"/>
              <a:ext cx="151791" cy="2824"/>
            </a:xfrm>
            <a:custGeom>
              <a:avLst/>
              <a:gdLst>
                <a:gd name="connsiteX0" fmla="*/ 151791 w 151791"/>
                <a:gd name="connsiteY0" fmla="*/ 0 h 2824"/>
                <a:gd name="connsiteX1" fmla="*/ 0 w 151791"/>
                <a:gd name="connsiteY1" fmla="*/ 0 h 2824"/>
              </a:gdLst>
              <a:ahLst/>
              <a:cxnLst>
                <a:cxn ang="0">
                  <a:pos x="connsiteX0" y="connsiteY0"/>
                </a:cxn>
                <a:cxn ang="0">
                  <a:pos x="connsiteX1" y="connsiteY1"/>
                </a:cxn>
              </a:cxnLst>
              <a:rect l="l" t="t" r="r" b="b"/>
              <a:pathLst>
                <a:path w="151791" h="2824">
                  <a:moveTo>
                    <a:pt x="151791" y="0"/>
                  </a:moveTo>
                  <a:lnTo>
                    <a:pt x="0" y="0"/>
                  </a:lnTo>
                </a:path>
              </a:pathLst>
            </a:custGeom>
            <a:ln w="8472" cap="flat">
              <a:solidFill>
                <a:srgbClr val="17A3A3"/>
              </a:solidFill>
              <a:prstDash val="solid"/>
              <a:miter/>
            </a:ln>
          </p:spPr>
          <p:txBody>
            <a:bodyPr rtlCol="1" anchor="ctr"/>
            <a:lstStyle/>
            <a:p>
              <a:endParaRPr lang="ar-SA"/>
            </a:p>
          </p:txBody>
        </p:sp>
        <p:sp>
          <p:nvSpPr>
            <p:cNvPr id="8500" name="شكل حر: شكل 9469">
              <a:extLst>
                <a:ext uri="{FF2B5EF4-FFF2-40B4-BE49-F238E27FC236}">
                  <a16:creationId xmlns:a16="http://schemas.microsoft.com/office/drawing/2014/main" id="{601FB907-C4A7-EE84-CE82-2AE942EB6AF1}"/>
                </a:ext>
              </a:extLst>
            </p:cNvPr>
            <p:cNvSpPr/>
            <p:nvPr/>
          </p:nvSpPr>
          <p:spPr>
            <a:xfrm>
              <a:off x="3596417" y="2906769"/>
              <a:ext cx="205259" cy="2824"/>
            </a:xfrm>
            <a:custGeom>
              <a:avLst/>
              <a:gdLst>
                <a:gd name="connsiteX0" fmla="*/ 0 w 205259"/>
                <a:gd name="connsiteY0" fmla="*/ 0 h 2824"/>
                <a:gd name="connsiteX1" fmla="*/ 205260 w 205259"/>
                <a:gd name="connsiteY1" fmla="*/ 0 h 2824"/>
              </a:gdLst>
              <a:ahLst/>
              <a:cxnLst>
                <a:cxn ang="0">
                  <a:pos x="connsiteX0" y="connsiteY0"/>
                </a:cxn>
                <a:cxn ang="0">
                  <a:pos x="connsiteX1" y="connsiteY1"/>
                </a:cxn>
              </a:cxnLst>
              <a:rect l="l" t="t" r="r" b="b"/>
              <a:pathLst>
                <a:path w="205259" h="2824">
                  <a:moveTo>
                    <a:pt x="0" y="0"/>
                  </a:moveTo>
                  <a:lnTo>
                    <a:pt x="205260" y="0"/>
                  </a:lnTo>
                </a:path>
              </a:pathLst>
            </a:custGeom>
            <a:ln w="8472" cap="flat">
              <a:solidFill>
                <a:srgbClr val="17A3A3"/>
              </a:solidFill>
              <a:prstDash val="solid"/>
              <a:miter/>
            </a:ln>
          </p:spPr>
          <p:txBody>
            <a:bodyPr rtlCol="1" anchor="ctr"/>
            <a:lstStyle/>
            <a:p>
              <a:endParaRPr lang="ar-SA"/>
            </a:p>
          </p:txBody>
        </p:sp>
      </p:grpSp>
      <p:grpSp>
        <p:nvGrpSpPr>
          <p:cNvPr id="8501" name="رسم 8014">
            <a:extLst>
              <a:ext uri="{FF2B5EF4-FFF2-40B4-BE49-F238E27FC236}">
                <a16:creationId xmlns:a16="http://schemas.microsoft.com/office/drawing/2014/main" id="{E73CACE6-4E2D-B3F7-67AD-B4F8F38C48A3}"/>
              </a:ext>
            </a:extLst>
          </p:cNvPr>
          <p:cNvGrpSpPr/>
          <p:nvPr/>
        </p:nvGrpSpPr>
        <p:grpSpPr>
          <a:xfrm>
            <a:off x="5038796" y="4094216"/>
            <a:ext cx="292482" cy="227302"/>
            <a:chOff x="5104301" y="3379064"/>
            <a:chExt cx="349604" cy="288384"/>
          </a:xfrm>
          <a:noFill/>
        </p:grpSpPr>
        <p:grpSp>
          <p:nvGrpSpPr>
            <p:cNvPr id="8502" name="رسم 8014">
              <a:extLst>
                <a:ext uri="{FF2B5EF4-FFF2-40B4-BE49-F238E27FC236}">
                  <a16:creationId xmlns:a16="http://schemas.microsoft.com/office/drawing/2014/main" id="{DFB0A86B-A0FF-4A30-DBFA-452EA796629F}"/>
                </a:ext>
              </a:extLst>
            </p:cNvPr>
            <p:cNvGrpSpPr/>
            <p:nvPr/>
          </p:nvGrpSpPr>
          <p:grpSpPr>
            <a:xfrm>
              <a:off x="5341450" y="3379064"/>
              <a:ext cx="112455" cy="249320"/>
              <a:chOff x="5341450" y="3379064"/>
              <a:chExt cx="112455" cy="249320"/>
            </a:xfrm>
            <a:noFill/>
          </p:grpSpPr>
          <p:sp>
            <p:nvSpPr>
              <p:cNvPr id="8509" name="شكل حر: شكل 9472">
                <a:extLst>
                  <a:ext uri="{FF2B5EF4-FFF2-40B4-BE49-F238E27FC236}">
                    <a16:creationId xmlns:a16="http://schemas.microsoft.com/office/drawing/2014/main" id="{641C6C55-8B2A-B6D6-D1F0-0249A50CB726}"/>
                  </a:ext>
                </a:extLst>
              </p:cNvPr>
              <p:cNvSpPr/>
              <p:nvPr/>
            </p:nvSpPr>
            <p:spPr>
              <a:xfrm rot="-9498000">
                <a:off x="5387798" y="3403418"/>
                <a:ext cx="26946" cy="162326"/>
              </a:xfrm>
              <a:custGeom>
                <a:avLst/>
                <a:gdLst>
                  <a:gd name="connsiteX0" fmla="*/ 0 w 26946"/>
                  <a:gd name="connsiteY0" fmla="*/ 0 h 162326"/>
                  <a:gd name="connsiteX1" fmla="*/ 26946 w 26946"/>
                  <a:gd name="connsiteY1" fmla="*/ 0 h 162326"/>
                  <a:gd name="connsiteX2" fmla="*/ 26946 w 26946"/>
                  <a:gd name="connsiteY2" fmla="*/ 162327 h 162326"/>
                  <a:gd name="connsiteX3" fmla="*/ 0 w 26946"/>
                  <a:gd name="connsiteY3" fmla="*/ 162327 h 162326"/>
                </a:gdLst>
                <a:ahLst/>
                <a:cxnLst>
                  <a:cxn ang="0">
                    <a:pos x="connsiteX0" y="connsiteY0"/>
                  </a:cxn>
                  <a:cxn ang="0">
                    <a:pos x="connsiteX1" y="connsiteY1"/>
                  </a:cxn>
                  <a:cxn ang="0">
                    <a:pos x="connsiteX2" y="connsiteY2"/>
                  </a:cxn>
                  <a:cxn ang="0">
                    <a:pos x="connsiteX3" y="connsiteY3"/>
                  </a:cxn>
                </a:cxnLst>
                <a:rect l="l" t="t" r="r" b="b"/>
                <a:pathLst>
                  <a:path w="26946" h="162326">
                    <a:moveTo>
                      <a:pt x="0" y="0"/>
                    </a:moveTo>
                    <a:lnTo>
                      <a:pt x="26946" y="0"/>
                    </a:lnTo>
                    <a:lnTo>
                      <a:pt x="26946" y="162327"/>
                    </a:lnTo>
                    <a:lnTo>
                      <a:pt x="0" y="162327"/>
                    </a:lnTo>
                    <a:close/>
                  </a:path>
                </a:pathLst>
              </a:custGeom>
              <a:noFill/>
              <a:ln w="8472" cap="flat">
                <a:solidFill>
                  <a:srgbClr val="17A3A3"/>
                </a:solidFill>
                <a:prstDash val="solid"/>
                <a:miter/>
              </a:ln>
            </p:spPr>
            <p:txBody>
              <a:bodyPr rtlCol="1" anchor="ctr"/>
              <a:lstStyle/>
              <a:p>
                <a:endParaRPr lang="ar-SA"/>
              </a:p>
            </p:txBody>
          </p:sp>
          <p:sp>
            <p:nvSpPr>
              <p:cNvPr id="8510" name="شكل حر: شكل 9473">
                <a:extLst>
                  <a:ext uri="{FF2B5EF4-FFF2-40B4-BE49-F238E27FC236}">
                    <a16:creationId xmlns:a16="http://schemas.microsoft.com/office/drawing/2014/main" id="{4604D0AC-1451-59B1-F258-90AB44B6F1EA}"/>
                  </a:ext>
                </a:extLst>
              </p:cNvPr>
              <p:cNvSpPr/>
              <p:nvPr/>
            </p:nvSpPr>
            <p:spPr>
              <a:xfrm rot="-9498000">
                <a:off x="5349132" y="3558328"/>
                <a:ext cx="26946" cy="46718"/>
              </a:xfrm>
              <a:custGeom>
                <a:avLst/>
                <a:gdLst>
                  <a:gd name="connsiteX0" fmla="*/ 8671 w 26946"/>
                  <a:gd name="connsiteY0" fmla="*/ 0 h 46718"/>
                  <a:gd name="connsiteX1" fmla="*/ 18246 w 26946"/>
                  <a:gd name="connsiteY1" fmla="*/ 0 h 46718"/>
                  <a:gd name="connsiteX2" fmla="*/ 26946 w 26946"/>
                  <a:gd name="connsiteY2" fmla="*/ 8700 h 46718"/>
                  <a:gd name="connsiteX3" fmla="*/ 26946 w 26946"/>
                  <a:gd name="connsiteY3" fmla="*/ 46718 h 46718"/>
                  <a:gd name="connsiteX4" fmla="*/ 0 w 26946"/>
                  <a:gd name="connsiteY4" fmla="*/ 46718 h 46718"/>
                  <a:gd name="connsiteX5" fmla="*/ 0 w 26946"/>
                  <a:gd name="connsiteY5" fmla="*/ 8700 h 46718"/>
                  <a:gd name="connsiteX6" fmla="*/ 8700 w 26946"/>
                  <a:gd name="connsiteY6" fmla="*/ 0 h 46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946" h="46718">
                    <a:moveTo>
                      <a:pt x="8671" y="0"/>
                    </a:moveTo>
                    <a:lnTo>
                      <a:pt x="18246" y="0"/>
                    </a:lnTo>
                    <a:cubicBezTo>
                      <a:pt x="23048" y="0"/>
                      <a:pt x="26946" y="3898"/>
                      <a:pt x="26946" y="8700"/>
                    </a:cubicBezTo>
                    <a:lnTo>
                      <a:pt x="26946" y="46718"/>
                    </a:lnTo>
                    <a:lnTo>
                      <a:pt x="0" y="46718"/>
                    </a:lnTo>
                    <a:lnTo>
                      <a:pt x="0" y="8700"/>
                    </a:lnTo>
                    <a:cubicBezTo>
                      <a:pt x="0" y="3898"/>
                      <a:pt x="3898" y="0"/>
                      <a:pt x="8700" y="0"/>
                    </a:cubicBezTo>
                    <a:close/>
                  </a:path>
                </a:pathLst>
              </a:custGeom>
              <a:noFill/>
              <a:ln w="8472" cap="flat">
                <a:solidFill>
                  <a:srgbClr val="17A3A3"/>
                </a:solidFill>
                <a:prstDash val="solid"/>
                <a:miter/>
              </a:ln>
            </p:spPr>
            <p:txBody>
              <a:bodyPr rtlCol="1" anchor="ctr"/>
              <a:lstStyle/>
              <a:p>
                <a:endParaRPr lang="ar-SA"/>
              </a:p>
            </p:txBody>
          </p:sp>
          <p:sp>
            <p:nvSpPr>
              <p:cNvPr id="8511" name="شكل حر: شكل 9474">
                <a:extLst>
                  <a:ext uri="{FF2B5EF4-FFF2-40B4-BE49-F238E27FC236}">
                    <a16:creationId xmlns:a16="http://schemas.microsoft.com/office/drawing/2014/main" id="{C4E1DCEE-2B94-427E-0125-69A989FC208D}"/>
                  </a:ext>
                </a:extLst>
              </p:cNvPr>
              <p:cNvSpPr/>
              <p:nvPr/>
            </p:nvSpPr>
            <p:spPr>
              <a:xfrm>
                <a:off x="5344331" y="3603161"/>
                <a:ext cx="10055" cy="25223"/>
              </a:xfrm>
              <a:custGeom>
                <a:avLst/>
                <a:gdLst>
                  <a:gd name="connsiteX0" fmla="*/ 10055 w 10055"/>
                  <a:gd name="connsiteY0" fmla="*/ 0 h 25223"/>
                  <a:gd name="connsiteX1" fmla="*/ 0 w 10055"/>
                  <a:gd name="connsiteY1" fmla="*/ 25223 h 25223"/>
                </a:gdLst>
                <a:ahLst/>
                <a:cxnLst>
                  <a:cxn ang="0">
                    <a:pos x="connsiteX0" y="connsiteY0"/>
                  </a:cxn>
                  <a:cxn ang="0">
                    <a:pos x="connsiteX1" y="connsiteY1"/>
                  </a:cxn>
                </a:cxnLst>
                <a:rect l="l" t="t" r="r" b="b"/>
                <a:pathLst>
                  <a:path w="10055" h="25223">
                    <a:moveTo>
                      <a:pt x="10055" y="0"/>
                    </a:moveTo>
                    <a:lnTo>
                      <a:pt x="0" y="25223"/>
                    </a:lnTo>
                  </a:path>
                </a:pathLst>
              </a:custGeom>
              <a:ln w="8472" cap="flat">
                <a:solidFill>
                  <a:srgbClr val="17A3A3"/>
                </a:solidFill>
                <a:prstDash val="solid"/>
                <a:miter/>
              </a:ln>
            </p:spPr>
            <p:txBody>
              <a:bodyPr rtlCol="1" anchor="ctr"/>
              <a:lstStyle/>
              <a:p>
                <a:endParaRPr lang="ar-SA"/>
              </a:p>
            </p:txBody>
          </p:sp>
          <p:sp>
            <p:nvSpPr>
              <p:cNvPr id="8512" name="شكل حر: شكل 9475">
                <a:extLst>
                  <a:ext uri="{FF2B5EF4-FFF2-40B4-BE49-F238E27FC236}">
                    <a16:creationId xmlns:a16="http://schemas.microsoft.com/office/drawing/2014/main" id="{4F6F6D84-AA96-A63F-F2B0-5C4B7FB5B600}"/>
                  </a:ext>
                </a:extLst>
              </p:cNvPr>
              <p:cNvSpPr/>
              <p:nvPr/>
            </p:nvSpPr>
            <p:spPr>
              <a:xfrm rot="-9498000">
                <a:off x="5422900" y="3383095"/>
                <a:ext cx="26974" cy="26974"/>
              </a:xfrm>
              <a:custGeom>
                <a:avLst/>
                <a:gdLst>
                  <a:gd name="connsiteX0" fmla="*/ 28 w 26974"/>
                  <a:gd name="connsiteY0" fmla="*/ 0 h 26974"/>
                  <a:gd name="connsiteX1" fmla="*/ 26974 w 26974"/>
                  <a:gd name="connsiteY1" fmla="*/ 0 h 26974"/>
                  <a:gd name="connsiteX2" fmla="*/ 26974 w 26974"/>
                  <a:gd name="connsiteY2" fmla="*/ 18275 h 26974"/>
                  <a:gd name="connsiteX3" fmla="*/ 18275 w 26974"/>
                  <a:gd name="connsiteY3" fmla="*/ 26975 h 26974"/>
                  <a:gd name="connsiteX4" fmla="*/ 8699 w 26974"/>
                  <a:gd name="connsiteY4" fmla="*/ 26975 h 26974"/>
                  <a:gd name="connsiteX5" fmla="*/ 0 w 26974"/>
                  <a:gd name="connsiteY5" fmla="*/ 18275 h 26974"/>
                  <a:gd name="connsiteX6" fmla="*/ 0 w 26974"/>
                  <a:gd name="connsiteY6" fmla="*/ 0 h 26974"/>
                  <a:gd name="connsiteX7" fmla="*/ 0 w 26974"/>
                  <a:gd name="connsiteY7" fmla="*/ 0 h 26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74" h="26974">
                    <a:moveTo>
                      <a:pt x="28" y="0"/>
                    </a:moveTo>
                    <a:lnTo>
                      <a:pt x="26974" y="0"/>
                    </a:lnTo>
                    <a:lnTo>
                      <a:pt x="26974" y="18275"/>
                    </a:lnTo>
                    <a:cubicBezTo>
                      <a:pt x="26974" y="23077"/>
                      <a:pt x="23076" y="26975"/>
                      <a:pt x="18275" y="26975"/>
                    </a:cubicBezTo>
                    <a:lnTo>
                      <a:pt x="8699" y="26975"/>
                    </a:lnTo>
                    <a:cubicBezTo>
                      <a:pt x="3898" y="26975"/>
                      <a:pt x="0" y="23077"/>
                      <a:pt x="0" y="18275"/>
                    </a:cubicBezTo>
                    <a:lnTo>
                      <a:pt x="0" y="0"/>
                    </a:lnTo>
                    <a:lnTo>
                      <a:pt x="0" y="0"/>
                    </a:lnTo>
                    <a:close/>
                  </a:path>
                </a:pathLst>
              </a:custGeom>
              <a:noFill/>
              <a:ln w="8472" cap="flat">
                <a:solidFill>
                  <a:srgbClr val="17A3A3"/>
                </a:solidFill>
                <a:prstDash val="solid"/>
                <a:miter/>
              </a:ln>
            </p:spPr>
            <p:txBody>
              <a:bodyPr rtlCol="1" anchor="ctr"/>
              <a:lstStyle/>
              <a:p>
                <a:endParaRPr lang="ar-SA"/>
              </a:p>
            </p:txBody>
          </p:sp>
        </p:grpSp>
        <p:sp>
          <p:nvSpPr>
            <p:cNvPr id="8503" name="شكل حر: شكل 9476">
              <a:extLst>
                <a:ext uri="{FF2B5EF4-FFF2-40B4-BE49-F238E27FC236}">
                  <a16:creationId xmlns:a16="http://schemas.microsoft.com/office/drawing/2014/main" id="{7E69F214-7B81-EE27-CDF6-DD95FF1D257A}"/>
                </a:ext>
              </a:extLst>
            </p:cNvPr>
            <p:cNvSpPr/>
            <p:nvPr/>
          </p:nvSpPr>
          <p:spPr>
            <a:xfrm>
              <a:off x="5104301" y="3465069"/>
              <a:ext cx="319088" cy="202378"/>
            </a:xfrm>
            <a:custGeom>
              <a:avLst/>
              <a:gdLst>
                <a:gd name="connsiteX0" fmla="*/ 319089 w 319088"/>
                <a:gd name="connsiteY0" fmla="*/ 61208 h 202378"/>
                <a:gd name="connsiteX1" fmla="*/ 319089 w 319088"/>
                <a:gd name="connsiteY1" fmla="*/ 202379 h 202378"/>
                <a:gd name="connsiteX2" fmla="*/ 0 w 319088"/>
                <a:gd name="connsiteY2" fmla="*/ 202379 h 202378"/>
                <a:gd name="connsiteX3" fmla="*/ 0 w 319088"/>
                <a:gd name="connsiteY3" fmla="*/ 0 h 202378"/>
                <a:gd name="connsiteX4" fmla="*/ 268501 w 319088"/>
                <a:gd name="connsiteY4" fmla="*/ 0 h 2023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9088" h="202378">
                  <a:moveTo>
                    <a:pt x="319089" y="61208"/>
                  </a:moveTo>
                  <a:lnTo>
                    <a:pt x="319089" y="202379"/>
                  </a:lnTo>
                  <a:lnTo>
                    <a:pt x="0" y="202379"/>
                  </a:lnTo>
                  <a:lnTo>
                    <a:pt x="0" y="0"/>
                  </a:lnTo>
                  <a:lnTo>
                    <a:pt x="268501" y="0"/>
                  </a:lnTo>
                </a:path>
              </a:pathLst>
            </a:custGeom>
            <a:noFill/>
            <a:ln w="8472" cap="flat">
              <a:solidFill>
                <a:srgbClr val="01355A"/>
              </a:solidFill>
              <a:prstDash val="solid"/>
              <a:miter/>
            </a:ln>
          </p:spPr>
          <p:txBody>
            <a:bodyPr rtlCol="1" anchor="ctr"/>
            <a:lstStyle/>
            <a:p>
              <a:endParaRPr lang="ar-SA"/>
            </a:p>
          </p:txBody>
        </p:sp>
        <p:sp>
          <p:nvSpPr>
            <p:cNvPr id="8504" name="شكل حر: شكل 9477">
              <a:extLst>
                <a:ext uri="{FF2B5EF4-FFF2-40B4-BE49-F238E27FC236}">
                  <a16:creationId xmlns:a16="http://schemas.microsoft.com/office/drawing/2014/main" id="{9D98D300-7464-97F8-607A-2CA9653F95C2}"/>
                </a:ext>
              </a:extLst>
            </p:cNvPr>
            <p:cNvSpPr/>
            <p:nvPr/>
          </p:nvSpPr>
          <p:spPr>
            <a:xfrm>
              <a:off x="5160227" y="3628384"/>
              <a:ext cx="162439" cy="2824"/>
            </a:xfrm>
            <a:custGeom>
              <a:avLst/>
              <a:gdLst>
                <a:gd name="connsiteX0" fmla="*/ 162440 w 162439"/>
                <a:gd name="connsiteY0" fmla="*/ 0 h 2824"/>
                <a:gd name="connsiteX1" fmla="*/ 0 w 162439"/>
                <a:gd name="connsiteY1" fmla="*/ 0 h 2824"/>
              </a:gdLst>
              <a:ahLst/>
              <a:cxnLst>
                <a:cxn ang="0">
                  <a:pos x="connsiteX0" y="connsiteY0"/>
                </a:cxn>
                <a:cxn ang="0">
                  <a:pos x="connsiteX1" y="connsiteY1"/>
                </a:cxn>
              </a:cxnLst>
              <a:rect l="l" t="t" r="r" b="b"/>
              <a:pathLst>
                <a:path w="162439" h="2824">
                  <a:moveTo>
                    <a:pt x="162440" y="0"/>
                  </a:moveTo>
                  <a:lnTo>
                    <a:pt x="0" y="0"/>
                  </a:lnTo>
                </a:path>
              </a:pathLst>
            </a:custGeom>
            <a:ln w="8472" cap="flat">
              <a:solidFill>
                <a:srgbClr val="17A3A3"/>
              </a:solidFill>
              <a:prstDash val="solid"/>
              <a:miter/>
            </a:ln>
          </p:spPr>
          <p:txBody>
            <a:bodyPr rtlCol="1" anchor="ctr"/>
            <a:lstStyle/>
            <a:p>
              <a:endParaRPr lang="ar-SA"/>
            </a:p>
          </p:txBody>
        </p:sp>
        <p:grpSp>
          <p:nvGrpSpPr>
            <p:cNvPr id="8505" name="رسم 8014">
              <a:extLst>
                <a:ext uri="{FF2B5EF4-FFF2-40B4-BE49-F238E27FC236}">
                  <a16:creationId xmlns:a16="http://schemas.microsoft.com/office/drawing/2014/main" id="{5D56ED63-D253-0A01-5FFA-49B9E8CE6759}"/>
                </a:ext>
              </a:extLst>
            </p:cNvPr>
            <p:cNvGrpSpPr/>
            <p:nvPr/>
          </p:nvGrpSpPr>
          <p:grpSpPr>
            <a:xfrm>
              <a:off x="5153674" y="3497354"/>
              <a:ext cx="32312" cy="82674"/>
              <a:chOff x="5153674" y="3497354"/>
              <a:chExt cx="32312" cy="82674"/>
            </a:xfrm>
            <a:noFill/>
          </p:grpSpPr>
          <p:sp>
            <p:nvSpPr>
              <p:cNvPr id="8506" name="شكل حر: شكل 9479">
                <a:extLst>
                  <a:ext uri="{FF2B5EF4-FFF2-40B4-BE49-F238E27FC236}">
                    <a16:creationId xmlns:a16="http://schemas.microsoft.com/office/drawing/2014/main" id="{05AA3269-3689-2E91-CB0C-25D3EA9452A4}"/>
                  </a:ext>
                </a:extLst>
              </p:cNvPr>
              <p:cNvSpPr/>
              <p:nvPr/>
            </p:nvSpPr>
            <p:spPr>
              <a:xfrm>
                <a:off x="5153674" y="3506307"/>
                <a:ext cx="32312" cy="64625"/>
              </a:xfrm>
              <a:custGeom>
                <a:avLst/>
                <a:gdLst>
                  <a:gd name="connsiteX0" fmla="*/ 0 w 32312"/>
                  <a:gd name="connsiteY0" fmla="*/ 48469 h 64625"/>
                  <a:gd name="connsiteX1" fmla="*/ 16156 w 32312"/>
                  <a:gd name="connsiteY1" fmla="*/ 64626 h 64625"/>
                  <a:gd name="connsiteX2" fmla="*/ 32313 w 32312"/>
                  <a:gd name="connsiteY2" fmla="*/ 48469 h 64625"/>
                  <a:gd name="connsiteX3" fmla="*/ 16156 w 32312"/>
                  <a:gd name="connsiteY3" fmla="*/ 32313 h 64625"/>
                  <a:gd name="connsiteX4" fmla="*/ 0 w 32312"/>
                  <a:gd name="connsiteY4" fmla="*/ 16156 h 64625"/>
                  <a:gd name="connsiteX5" fmla="*/ 16156 w 32312"/>
                  <a:gd name="connsiteY5" fmla="*/ 0 h 64625"/>
                  <a:gd name="connsiteX6" fmla="*/ 32313 w 32312"/>
                  <a:gd name="connsiteY6" fmla="*/ 16156 h 64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312" h="64625">
                    <a:moveTo>
                      <a:pt x="0" y="48469"/>
                    </a:moveTo>
                    <a:cubicBezTo>
                      <a:pt x="0" y="57395"/>
                      <a:pt x="7231" y="64626"/>
                      <a:pt x="16156" y="64626"/>
                    </a:cubicBezTo>
                    <a:cubicBezTo>
                      <a:pt x="25082" y="64626"/>
                      <a:pt x="32313" y="57395"/>
                      <a:pt x="32313" y="48469"/>
                    </a:cubicBezTo>
                    <a:cubicBezTo>
                      <a:pt x="32313" y="39544"/>
                      <a:pt x="25703" y="35448"/>
                      <a:pt x="16156" y="32313"/>
                    </a:cubicBezTo>
                    <a:cubicBezTo>
                      <a:pt x="7683" y="29545"/>
                      <a:pt x="0" y="25082"/>
                      <a:pt x="0" y="16156"/>
                    </a:cubicBezTo>
                    <a:cubicBezTo>
                      <a:pt x="0" y="7231"/>
                      <a:pt x="7231" y="0"/>
                      <a:pt x="16156" y="0"/>
                    </a:cubicBezTo>
                    <a:cubicBezTo>
                      <a:pt x="25082" y="0"/>
                      <a:pt x="32313" y="7231"/>
                      <a:pt x="32313" y="16156"/>
                    </a:cubicBezTo>
                  </a:path>
                </a:pathLst>
              </a:custGeom>
              <a:noFill/>
              <a:ln w="8472" cap="flat">
                <a:solidFill>
                  <a:srgbClr val="17A3A3"/>
                </a:solidFill>
                <a:prstDash val="solid"/>
                <a:miter/>
              </a:ln>
            </p:spPr>
            <p:txBody>
              <a:bodyPr rtlCol="1" anchor="ctr"/>
              <a:lstStyle/>
              <a:p>
                <a:endParaRPr lang="ar-SA"/>
              </a:p>
            </p:txBody>
          </p:sp>
          <p:sp>
            <p:nvSpPr>
              <p:cNvPr id="8507" name="شكل حر: شكل 9480">
                <a:extLst>
                  <a:ext uri="{FF2B5EF4-FFF2-40B4-BE49-F238E27FC236}">
                    <a16:creationId xmlns:a16="http://schemas.microsoft.com/office/drawing/2014/main" id="{98515335-1004-6D92-910C-E0F91E89BAE4}"/>
                  </a:ext>
                </a:extLst>
              </p:cNvPr>
              <p:cNvSpPr/>
              <p:nvPr/>
            </p:nvSpPr>
            <p:spPr>
              <a:xfrm>
                <a:off x="5169831" y="3497354"/>
                <a:ext cx="2824" cy="9095"/>
              </a:xfrm>
              <a:custGeom>
                <a:avLst/>
                <a:gdLst>
                  <a:gd name="connsiteX0" fmla="*/ 0 w 2824"/>
                  <a:gd name="connsiteY0" fmla="*/ 0 h 9095"/>
                  <a:gd name="connsiteX1" fmla="*/ 0 w 2824"/>
                  <a:gd name="connsiteY1" fmla="*/ 9095 h 9095"/>
                </a:gdLst>
                <a:ahLst/>
                <a:cxnLst>
                  <a:cxn ang="0">
                    <a:pos x="connsiteX0" y="connsiteY0"/>
                  </a:cxn>
                  <a:cxn ang="0">
                    <a:pos x="connsiteX1" y="connsiteY1"/>
                  </a:cxn>
                </a:cxnLst>
                <a:rect l="l" t="t" r="r" b="b"/>
                <a:pathLst>
                  <a:path w="2824" h="9095">
                    <a:moveTo>
                      <a:pt x="0" y="0"/>
                    </a:moveTo>
                    <a:lnTo>
                      <a:pt x="0" y="9095"/>
                    </a:lnTo>
                  </a:path>
                </a:pathLst>
              </a:custGeom>
              <a:ln w="8472" cap="flat">
                <a:solidFill>
                  <a:srgbClr val="17A3A3"/>
                </a:solidFill>
                <a:prstDash val="solid"/>
                <a:miter/>
              </a:ln>
            </p:spPr>
            <p:txBody>
              <a:bodyPr rtlCol="1" anchor="ctr"/>
              <a:lstStyle/>
              <a:p>
                <a:endParaRPr lang="ar-SA"/>
              </a:p>
            </p:txBody>
          </p:sp>
          <p:sp>
            <p:nvSpPr>
              <p:cNvPr id="8508" name="شكل حر: شكل 9481">
                <a:extLst>
                  <a:ext uri="{FF2B5EF4-FFF2-40B4-BE49-F238E27FC236}">
                    <a16:creationId xmlns:a16="http://schemas.microsoft.com/office/drawing/2014/main" id="{732A23A1-5133-FC0A-7DFA-284138414818}"/>
                  </a:ext>
                </a:extLst>
              </p:cNvPr>
              <p:cNvSpPr/>
              <p:nvPr/>
            </p:nvSpPr>
            <p:spPr>
              <a:xfrm>
                <a:off x="5169831" y="3570933"/>
                <a:ext cx="2824" cy="9095"/>
              </a:xfrm>
              <a:custGeom>
                <a:avLst/>
                <a:gdLst>
                  <a:gd name="connsiteX0" fmla="*/ 0 w 2824"/>
                  <a:gd name="connsiteY0" fmla="*/ 0 h 9095"/>
                  <a:gd name="connsiteX1" fmla="*/ 0 w 2824"/>
                  <a:gd name="connsiteY1" fmla="*/ 9095 h 9095"/>
                </a:gdLst>
                <a:ahLst/>
                <a:cxnLst>
                  <a:cxn ang="0">
                    <a:pos x="connsiteX0" y="connsiteY0"/>
                  </a:cxn>
                  <a:cxn ang="0">
                    <a:pos x="connsiteX1" y="connsiteY1"/>
                  </a:cxn>
                </a:cxnLst>
                <a:rect l="l" t="t" r="r" b="b"/>
                <a:pathLst>
                  <a:path w="2824" h="9095">
                    <a:moveTo>
                      <a:pt x="0" y="0"/>
                    </a:moveTo>
                    <a:lnTo>
                      <a:pt x="0" y="9095"/>
                    </a:lnTo>
                  </a:path>
                </a:pathLst>
              </a:custGeom>
              <a:ln w="8472" cap="flat">
                <a:solidFill>
                  <a:srgbClr val="17A3A3"/>
                </a:solidFill>
                <a:prstDash val="solid"/>
                <a:miter/>
              </a:ln>
            </p:spPr>
            <p:txBody>
              <a:bodyPr rtlCol="1" anchor="ctr"/>
              <a:lstStyle/>
              <a:p>
                <a:endParaRPr lang="ar-SA"/>
              </a:p>
            </p:txBody>
          </p:sp>
        </p:grpSp>
      </p:grpSp>
      <p:grpSp>
        <p:nvGrpSpPr>
          <p:cNvPr id="8513" name="رسم 8014">
            <a:extLst>
              <a:ext uri="{FF2B5EF4-FFF2-40B4-BE49-F238E27FC236}">
                <a16:creationId xmlns:a16="http://schemas.microsoft.com/office/drawing/2014/main" id="{9C4B4B22-2DD9-908A-DF2A-647365D2B60D}"/>
              </a:ext>
            </a:extLst>
          </p:cNvPr>
          <p:cNvGrpSpPr/>
          <p:nvPr/>
        </p:nvGrpSpPr>
        <p:grpSpPr>
          <a:xfrm>
            <a:off x="1527761" y="4475082"/>
            <a:ext cx="298003" cy="269141"/>
            <a:chOff x="907561" y="3862278"/>
            <a:chExt cx="356203" cy="341466"/>
          </a:xfrm>
          <a:noFill/>
        </p:grpSpPr>
        <p:sp>
          <p:nvSpPr>
            <p:cNvPr id="8514" name="شكل حر: شكل 9483">
              <a:extLst>
                <a:ext uri="{FF2B5EF4-FFF2-40B4-BE49-F238E27FC236}">
                  <a16:creationId xmlns:a16="http://schemas.microsoft.com/office/drawing/2014/main" id="{E8487A50-9D5A-DD8D-D96F-5E7829B227C1}"/>
                </a:ext>
              </a:extLst>
            </p:cNvPr>
            <p:cNvSpPr/>
            <p:nvPr/>
          </p:nvSpPr>
          <p:spPr>
            <a:xfrm>
              <a:off x="907561" y="3919878"/>
              <a:ext cx="236301" cy="283866"/>
            </a:xfrm>
            <a:custGeom>
              <a:avLst/>
              <a:gdLst>
                <a:gd name="connsiteX0" fmla="*/ 236302 w 236301"/>
                <a:gd name="connsiteY0" fmla="*/ 75867 h 283866"/>
                <a:gd name="connsiteX1" fmla="*/ 192211 w 236301"/>
                <a:gd name="connsiteY1" fmla="*/ 0 h 283866"/>
                <a:gd name="connsiteX2" fmla="*/ 90357 w 236301"/>
                <a:gd name="connsiteY2" fmla="*/ 0 h 283866"/>
                <a:gd name="connsiteX3" fmla="*/ 28330 w 236301"/>
                <a:gd name="connsiteY3" fmla="*/ 98237 h 283866"/>
                <a:gd name="connsiteX4" fmla="*/ 0 w 236301"/>
                <a:gd name="connsiteY4" fmla="*/ 181590 h 283866"/>
                <a:gd name="connsiteX5" fmla="*/ 140606 w 236301"/>
                <a:gd name="connsiteY5" fmla="*/ 283867 h 283866"/>
                <a:gd name="connsiteX6" fmla="*/ 206305 w 236301"/>
                <a:gd name="connsiteY6" fmla="*/ 282935 h 283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6301" h="283866">
                  <a:moveTo>
                    <a:pt x="236302" y="75867"/>
                  </a:moveTo>
                  <a:lnTo>
                    <a:pt x="192211" y="0"/>
                  </a:lnTo>
                  <a:lnTo>
                    <a:pt x="90357" y="0"/>
                  </a:lnTo>
                  <a:lnTo>
                    <a:pt x="28330" y="98237"/>
                  </a:lnTo>
                  <a:cubicBezTo>
                    <a:pt x="10395" y="122359"/>
                    <a:pt x="-56" y="151509"/>
                    <a:pt x="0" y="181590"/>
                  </a:cubicBezTo>
                  <a:cubicBezTo>
                    <a:pt x="113" y="228082"/>
                    <a:pt x="24433" y="283867"/>
                    <a:pt x="140606" y="283867"/>
                  </a:cubicBezTo>
                  <a:cubicBezTo>
                    <a:pt x="187296" y="283867"/>
                    <a:pt x="206305" y="282935"/>
                    <a:pt x="206305" y="282935"/>
                  </a:cubicBezTo>
                </a:path>
              </a:pathLst>
            </a:custGeom>
            <a:noFill/>
            <a:ln w="8472" cap="flat">
              <a:solidFill>
                <a:srgbClr val="01355A"/>
              </a:solidFill>
              <a:prstDash val="solid"/>
              <a:miter/>
            </a:ln>
          </p:spPr>
          <p:txBody>
            <a:bodyPr rtlCol="1" anchor="ctr"/>
            <a:lstStyle/>
            <a:p>
              <a:endParaRPr lang="ar-SA"/>
            </a:p>
          </p:txBody>
        </p:sp>
        <p:sp>
          <p:nvSpPr>
            <p:cNvPr id="8515" name="شكل حر: شكل 9484">
              <a:extLst>
                <a:ext uri="{FF2B5EF4-FFF2-40B4-BE49-F238E27FC236}">
                  <a16:creationId xmlns:a16="http://schemas.microsoft.com/office/drawing/2014/main" id="{371BB714-5B74-936D-1854-E89499573052}"/>
                </a:ext>
              </a:extLst>
            </p:cNvPr>
            <p:cNvSpPr/>
            <p:nvPr/>
          </p:nvSpPr>
          <p:spPr>
            <a:xfrm>
              <a:off x="960267" y="3862278"/>
              <a:ext cx="177183" cy="57627"/>
            </a:xfrm>
            <a:custGeom>
              <a:avLst/>
              <a:gdLst>
                <a:gd name="connsiteX0" fmla="*/ 139533 w 177183"/>
                <a:gd name="connsiteY0" fmla="*/ 57628 h 57627"/>
                <a:gd name="connsiteX1" fmla="*/ 177184 w 177183"/>
                <a:gd name="connsiteY1" fmla="*/ 21135 h 57627"/>
                <a:gd name="connsiteX2" fmla="*/ 163654 w 177183"/>
                <a:gd name="connsiteY2" fmla="*/ 7605 h 57627"/>
                <a:gd name="connsiteX3" fmla="*/ 126963 w 177183"/>
                <a:gd name="connsiteY3" fmla="*/ 7605 h 57627"/>
                <a:gd name="connsiteX4" fmla="*/ 116061 w 177183"/>
                <a:gd name="connsiteY4" fmla="*/ 18508 h 57627"/>
                <a:gd name="connsiteX5" fmla="*/ 111259 w 177183"/>
                <a:gd name="connsiteY5" fmla="*/ 13706 h 57627"/>
                <a:gd name="connsiteX6" fmla="*/ 65925 w 177183"/>
                <a:gd name="connsiteY6" fmla="*/ 13706 h 57627"/>
                <a:gd name="connsiteX7" fmla="*/ 61123 w 177183"/>
                <a:gd name="connsiteY7" fmla="*/ 18508 h 57627"/>
                <a:gd name="connsiteX8" fmla="*/ 50220 w 177183"/>
                <a:gd name="connsiteY8" fmla="*/ 7605 h 57627"/>
                <a:gd name="connsiteX9" fmla="*/ 13530 w 177183"/>
                <a:gd name="connsiteY9" fmla="*/ 7605 h 57627"/>
                <a:gd name="connsiteX10" fmla="*/ 0 w 177183"/>
                <a:gd name="connsiteY10" fmla="*/ 21135 h 57627"/>
                <a:gd name="connsiteX11" fmla="*/ 37651 w 177183"/>
                <a:gd name="connsiteY11" fmla="*/ 57628 h 57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7183" h="57627">
                  <a:moveTo>
                    <a:pt x="139533" y="57628"/>
                  </a:moveTo>
                  <a:lnTo>
                    <a:pt x="177184" y="21135"/>
                  </a:lnTo>
                  <a:lnTo>
                    <a:pt x="163654" y="7605"/>
                  </a:lnTo>
                  <a:cubicBezTo>
                    <a:pt x="153514" y="-2535"/>
                    <a:pt x="137104" y="-2535"/>
                    <a:pt x="126963" y="7605"/>
                  </a:cubicBezTo>
                  <a:lnTo>
                    <a:pt x="116061" y="18508"/>
                  </a:lnTo>
                  <a:lnTo>
                    <a:pt x="111259" y="13706"/>
                  </a:lnTo>
                  <a:cubicBezTo>
                    <a:pt x="98746" y="1193"/>
                    <a:pt x="78466" y="1193"/>
                    <a:pt x="65925" y="13706"/>
                  </a:cubicBezTo>
                  <a:lnTo>
                    <a:pt x="61123" y="18508"/>
                  </a:lnTo>
                  <a:lnTo>
                    <a:pt x="50220" y="7605"/>
                  </a:lnTo>
                  <a:cubicBezTo>
                    <a:pt x="40080" y="-2535"/>
                    <a:pt x="23670" y="-2535"/>
                    <a:pt x="13530" y="7605"/>
                  </a:cubicBezTo>
                  <a:lnTo>
                    <a:pt x="0" y="21135"/>
                  </a:lnTo>
                  <a:lnTo>
                    <a:pt x="37651" y="57628"/>
                  </a:lnTo>
                </a:path>
              </a:pathLst>
            </a:custGeom>
            <a:noFill/>
            <a:ln w="8472" cap="flat">
              <a:solidFill>
                <a:srgbClr val="01355A"/>
              </a:solidFill>
              <a:prstDash val="solid"/>
              <a:miter/>
            </a:ln>
          </p:spPr>
          <p:txBody>
            <a:bodyPr rtlCol="1" anchor="ctr"/>
            <a:lstStyle/>
            <a:p>
              <a:endParaRPr lang="ar-SA"/>
            </a:p>
          </p:txBody>
        </p:sp>
        <p:sp>
          <p:nvSpPr>
            <p:cNvPr id="8516" name="شكل حر: شكل 9485">
              <a:extLst>
                <a:ext uri="{FF2B5EF4-FFF2-40B4-BE49-F238E27FC236}">
                  <a16:creationId xmlns:a16="http://schemas.microsoft.com/office/drawing/2014/main" id="{E9324DDA-68DD-5F90-BD05-FA963167FB67}"/>
                </a:ext>
              </a:extLst>
            </p:cNvPr>
            <p:cNvSpPr/>
            <p:nvPr/>
          </p:nvSpPr>
          <p:spPr>
            <a:xfrm>
              <a:off x="1113923" y="3995745"/>
              <a:ext cx="149842" cy="207124"/>
            </a:xfrm>
            <a:custGeom>
              <a:avLst/>
              <a:gdLst>
                <a:gd name="connsiteX0" fmla="*/ 0 w 149842"/>
                <a:gd name="connsiteY0" fmla="*/ 0 h 207124"/>
                <a:gd name="connsiteX1" fmla="*/ 149842 w 149842"/>
                <a:gd name="connsiteY1" fmla="*/ 0 h 207124"/>
                <a:gd name="connsiteX2" fmla="*/ 149842 w 149842"/>
                <a:gd name="connsiteY2" fmla="*/ 207124 h 207124"/>
                <a:gd name="connsiteX3" fmla="*/ 0 w 149842"/>
                <a:gd name="connsiteY3" fmla="*/ 207124 h 207124"/>
              </a:gdLst>
              <a:ahLst/>
              <a:cxnLst>
                <a:cxn ang="0">
                  <a:pos x="connsiteX0" y="connsiteY0"/>
                </a:cxn>
                <a:cxn ang="0">
                  <a:pos x="connsiteX1" y="connsiteY1"/>
                </a:cxn>
                <a:cxn ang="0">
                  <a:pos x="connsiteX2" y="connsiteY2"/>
                </a:cxn>
                <a:cxn ang="0">
                  <a:pos x="connsiteX3" y="connsiteY3"/>
                </a:cxn>
              </a:cxnLst>
              <a:rect l="l" t="t" r="r" b="b"/>
              <a:pathLst>
                <a:path w="149842" h="207124">
                  <a:moveTo>
                    <a:pt x="0" y="0"/>
                  </a:moveTo>
                  <a:lnTo>
                    <a:pt x="149842" y="0"/>
                  </a:lnTo>
                  <a:lnTo>
                    <a:pt x="149842" y="207124"/>
                  </a:lnTo>
                  <a:lnTo>
                    <a:pt x="0" y="207124"/>
                  </a:lnTo>
                  <a:close/>
                </a:path>
              </a:pathLst>
            </a:custGeom>
            <a:noFill/>
            <a:ln w="8472" cap="flat">
              <a:solidFill>
                <a:srgbClr val="17A3A3"/>
              </a:solidFill>
              <a:prstDash val="solid"/>
              <a:miter/>
            </a:ln>
          </p:spPr>
          <p:txBody>
            <a:bodyPr rtlCol="1" anchor="ctr"/>
            <a:lstStyle/>
            <a:p>
              <a:endParaRPr lang="ar-SA"/>
            </a:p>
          </p:txBody>
        </p:sp>
        <p:grpSp>
          <p:nvGrpSpPr>
            <p:cNvPr id="8517" name="رسم 8014">
              <a:extLst>
                <a:ext uri="{FF2B5EF4-FFF2-40B4-BE49-F238E27FC236}">
                  <a16:creationId xmlns:a16="http://schemas.microsoft.com/office/drawing/2014/main" id="{40E8CB56-4B52-84C5-4325-F6996713A4B6}"/>
                </a:ext>
              </a:extLst>
            </p:cNvPr>
            <p:cNvGrpSpPr/>
            <p:nvPr/>
          </p:nvGrpSpPr>
          <p:grpSpPr>
            <a:xfrm>
              <a:off x="1025740" y="4023369"/>
              <a:ext cx="42650" cy="109225"/>
              <a:chOff x="1025740" y="4023369"/>
              <a:chExt cx="42650" cy="109225"/>
            </a:xfrm>
            <a:noFill/>
          </p:grpSpPr>
          <p:sp>
            <p:nvSpPr>
              <p:cNvPr id="8528" name="شكل حر: شكل 9487">
                <a:extLst>
                  <a:ext uri="{FF2B5EF4-FFF2-40B4-BE49-F238E27FC236}">
                    <a16:creationId xmlns:a16="http://schemas.microsoft.com/office/drawing/2014/main" id="{7B9146AA-0964-2EF7-8423-0690763A5A4E}"/>
                  </a:ext>
                </a:extLst>
              </p:cNvPr>
              <p:cNvSpPr/>
              <p:nvPr/>
            </p:nvSpPr>
            <p:spPr>
              <a:xfrm>
                <a:off x="1025740" y="4035260"/>
                <a:ext cx="42650" cy="85301"/>
              </a:xfrm>
              <a:custGeom>
                <a:avLst/>
                <a:gdLst>
                  <a:gd name="connsiteX0" fmla="*/ 0 w 42650"/>
                  <a:gd name="connsiteY0" fmla="*/ 63976 h 85301"/>
                  <a:gd name="connsiteX1" fmla="*/ 21325 w 42650"/>
                  <a:gd name="connsiteY1" fmla="*/ 85301 h 85301"/>
                  <a:gd name="connsiteX2" fmla="*/ 42651 w 42650"/>
                  <a:gd name="connsiteY2" fmla="*/ 63976 h 85301"/>
                  <a:gd name="connsiteX3" fmla="*/ 21325 w 42650"/>
                  <a:gd name="connsiteY3" fmla="*/ 42651 h 85301"/>
                  <a:gd name="connsiteX4" fmla="*/ 0 w 42650"/>
                  <a:gd name="connsiteY4" fmla="*/ 21325 h 85301"/>
                  <a:gd name="connsiteX5" fmla="*/ 21325 w 42650"/>
                  <a:gd name="connsiteY5" fmla="*/ 0 h 85301"/>
                  <a:gd name="connsiteX6" fmla="*/ 42651 w 42650"/>
                  <a:gd name="connsiteY6" fmla="*/ 21325 h 85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650" h="85301">
                    <a:moveTo>
                      <a:pt x="0" y="63976"/>
                    </a:moveTo>
                    <a:cubicBezTo>
                      <a:pt x="0" y="75754"/>
                      <a:pt x="9547" y="85301"/>
                      <a:pt x="21325" y="85301"/>
                    </a:cubicBezTo>
                    <a:cubicBezTo>
                      <a:pt x="33104" y="85301"/>
                      <a:pt x="42651" y="75754"/>
                      <a:pt x="42651" y="63976"/>
                    </a:cubicBezTo>
                    <a:cubicBezTo>
                      <a:pt x="42651" y="52198"/>
                      <a:pt x="33923" y="46746"/>
                      <a:pt x="21325" y="42651"/>
                    </a:cubicBezTo>
                    <a:cubicBezTo>
                      <a:pt x="10140" y="39007"/>
                      <a:pt x="0" y="33104"/>
                      <a:pt x="0" y="21325"/>
                    </a:cubicBezTo>
                    <a:cubicBezTo>
                      <a:pt x="0" y="9547"/>
                      <a:pt x="9547" y="0"/>
                      <a:pt x="21325" y="0"/>
                    </a:cubicBezTo>
                    <a:cubicBezTo>
                      <a:pt x="33104" y="0"/>
                      <a:pt x="42651" y="9547"/>
                      <a:pt x="42651" y="21325"/>
                    </a:cubicBezTo>
                  </a:path>
                </a:pathLst>
              </a:custGeom>
              <a:noFill/>
              <a:ln w="8472" cap="flat">
                <a:solidFill>
                  <a:srgbClr val="01355A"/>
                </a:solidFill>
                <a:prstDash val="solid"/>
                <a:miter/>
              </a:ln>
            </p:spPr>
            <p:txBody>
              <a:bodyPr rtlCol="1" anchor="ctr"/>
              <a:lstStyle/>
              <a:p>
                <a:endParaRPr lang="ar-SA"/>
              </a:p>
            </p:txBody>
          </p:sp>
          <p:sp>
            <p:nvSpPr>
              <p:cNvPr id="8529" name="شكل حر: شكل 9488">
                <a:extLst>
                  <a:ext uri="{FF2B5EF4-FFF2-40B4-BE49-F238E27FC236}">
                    <a16:creationId xmlns:a16="http://schemas.microsoft.com/office/drawing/2014/main" id="{68D5D389-147D-35E6-8192-770A9C1FA0B8}"/>
                  </a:ext>
                </a:extLst>
              </p:cNvPr>
              <p:cNvSpPr/>
              <p:nvPr/>
            </p:nvSpPr>
            <p:spPr>
              <a:xfrm>
                <a:off x="1047066" y="4023369"/>
                <a:ext cx="2824" cy="12032"/>
              </a:xfrm>
              <a:custGeom>
                <a:avLst/>
                <a:gdLst>
                  <a:gd name="connsiteX0" fmla="*/ 0 w 2824"/>
                  <a:gd name="connsiteY0" fmla="*/ 0 h 12032"/>
                  <a:gd name="connsiteX1" fmla="*/ 0 w 2824"/>
                  <a:gd name="connsiteY1" fmla="*/ 12032 h 12032"/>
                </a:gdLst>
                <a:ahLst/>
                <a:cxnLst>
                  <a:cxn ang="0">
                    <a:pos x="connsiteX0" y="connsiteY0"/>
                  </a:cxn>
                  <a:cxn ang="0">
                    <a:pos x="connsiteX1" y="connsiteY1"/>
                  </a:cxn>
                </a:cxnLst>
                <a:rect l="l" t="t" r="r" b="b"/>
                <a:pathLst>
                  <a:path w="2824" h="12032">
                    <a:moveTo>
                      <a:pt x="0" y="0"/>
                    </a:moveTo>
                    <a:lnTo>
                      <a:pt x="0" y="12032"/>
                    </a:lnTo>
                  </a:path>
                </a:pathLst>
              </a:custGeom>
              <a:ln w="8472" cap="flat">
                <a:solidFill>
                  <a:srgbClr val="01355A"/>
                </a:solidFill>
                <a:prstDash val="solid"/>
                <a:miter/>
              </a:ln>
            </p:spPr>
            <p:txBody>
              <a:bodyPr rtlCol="1" anchor="ctr"/>
              <a:lstStyle/>
              <a:p>
                <a:endParaRPr lang="ar-SA"/>
              </a:p>
            </p:txBody>
          </p:sp>
          <p:sp>
            <p:nvSpPr>
              <p:cNvPr id="8530" name="شكل حر: شكل 9489">
                <a:extLst>
                  <a:ext uri="{FF2B5EF4-FFF2-40B4-BE49-F238E27FC236}">
                    <a16:creationId xmlns:a16="http://schemas.microsoft.com/office/drawing/2014/main" id="{819C77CC-DA58-5BD5-10E0-09B26E9B5BCD}"/>
                  </a:ext>
                </a:extLst>
              </p:cNvPr>
              <p:cNvSpPr/>
              <p:nvPr/>
            </p:nvSpPr>
            <p:spPr>
              <a:xfrm>
                <a:off x="1047066" y="4120562"/>
                <a:ext cx="2824" cy="12032"/>
              </a:xfrm>
              <a:custGeom>
                <a:avLst/>
                <a:gdLst>
                  <a:gd name="connsiteX0" fmla="*/ 0 w 2824"/>
                  <a:gd name="connsiteY0" fmla="*/ 0 h 12032"/>
                  <a:gd name="connsiteX1" fmla="*/ 0 w 2824"/>
                  <a:gd name="connsiteY1" fmla="*/ 12033 h 12032"/>
                </a:gdLst>
                <a:ahLst/>
                <a:cxnLst>
                  <a:cxn ang="0">
                    <a:pos x="connsiteX0" y="connsiteY0"/>
                  </a:cxn>
                  <a:cxn ang="0">
                    <a:pos x="connsiteX1" y="connsiteY1"/>
                  </a:cxn>
                </a:cxnLst>
                <a:rect l="l" t="t" r="r" b="b"/>
                <a:pathLst>
                  <a:path w="2824" h="12032">
                    <a:moveTo>
                      <a:pt x="0" y="0"/>
                    </a:moveTo>
                    <a:lnTo>
                      <a:pt x="0" y="12033"/>
                    </a:lnTo>
                  </a:path>
                </a:pathLst>
              </a:custGeom>
              <a:ln w="8472" cap="flat">
                <a:solidFill>
                  <a:srgbClr val="01355A"/>
                </a:solidFill>
                <a:prstDash val="solid"/>
                <a:miter/>
              </a:ln>
            </p:spPr>
            <p:txBody>
              <a:bodyPr rtlCol="1" anchor="ctr"/>
              <a:lstStyle/>
              <a:p>
                <a:endParaRPr lang="ar-SA"/>
              </a:p>
            </p:txBody>
          </p:sp>
        </p:grpSp>
        <p:grpSp>
          <p:nvGrpSpPr>
            <p:cNvPr id="8518" name="رسم 8014">
              <a:extLst>
                <a:ext uri="{FF2B5EF4-FFF2-40B4-BE49-F238E27FC236}">
                  <a16:creationId xmlns:a16="http://schemas.microsoft.com/office/drawing/2014/main" id="{7014F84D-F0E4-C563-7BB0-88E17C812433}"/>
                </a:ext>
              </a:extLst>
            </p:cNvPr>
            <p:cNvGrpSpPr/>
            <p:nvPr/>
          </p:nvGrpSpPr>
          <p:grpSpPr>
            <a:xfrm>
              <a:off x="1155133" y="4106495"/>
              <a:ext cx="67393" cy="50163"/>
              <a:chOff x="1155133" y="4106495"/>
              <a:chExt cx="67393" cy="50163"/>
            </a:xfrm>
          </p:grpSpPr>
          <p:sp>
            <p:nvSpPr>
              <p:cNvPr id="8519" name="شكل حر: شكل 9491">
                <a:extLst>
                  <a:ext uri="{FF2B5EF4-FFF2-40B4-BE49-F238E27FC236}">
                    <a16:creationId xmlns:a16="http://schemas.microsoft.com/office/drawing/2014/main" id="{BDB4F76A-FA8E-EC9A-A5FD-DC9010F700BE}"/>
                  </a:ext>
                </a:extLst>
              </p:cNvPr>
              <p:cNvSpPr/>
              <p:nvPr/>
            </p:nvSpPr>
            <p:spPr>
              <a:xfrm>
                <a:off x="1155133" y="4106495"/>
                <a:ext cx="10705" cy="2824"/>
              </a:xfrm>
              <a:custGeom>
                <a:avLst/>
                <a:gdLst>
                  <a:gd name="connsiteX0" fmla="*/ 0 w 10705"/>
                  <a:gd name="connsiteY0" fmla="*/ 0 h 2824"/>
                  <a:gd name="connsiteX1" fmla="*/ 10705 w 10705"/>
                  <a:gd name="connsiteY1" fmla="*/ 0 h 2824"/>
                </a:gdLst>
                <a:ahLst/>
                <a:cxnLst>
                  <a:cxn ang="0">
                    <a:pos x="connsiteX0" y="connsiteY0"/>
                  </a:cxn>
                  <a:cxn ang="0">
                    <a:pos x="connsiteX1" y="connsiteY1"/>
                  </a:cxn>
                </a:cxnLst>
                <a:rect l="l" t="t" r="r" b="b"/>
                <a:pathLst>
                  <a:path w="10705" h="2824">
                    <a:moveTo>
                      <a:pt x="0" y="0"/>
                    </a:moveTo>
                    <a:lnTo>
                      <a:pt x="10705" y="0"/>
                    </a:lnTo>
                  </a:path>
                </a:pathLst>
              </a:custGeom>
              <a:ln w="8472" cap="flat">
                <a:solidFill>
                  <a:srgbClr val="17A3A3"/>
                </a:solidFill>
                <a:prstDash val="solid"/>
                <a:miter/>
              </a:ln>
            </p:spPr>
            <p:txBody>
              <a:bodyPr rtlCol="1" anchor="ctr"/>
              <a:lstStyle/>
              <a:p>
                <a:endParaRPr lang="ar-SA"/>
              </a:p>
            </p:txBody>
          </p:sp>
          <p:sp>
            <p:nvSpPr>
              <p:cNvPr id="8520" name="شكل حر: شكل 9492">
                <a:extLst>
                  <a:ext uri="{FF2B5EF4-FFF2-40B4-BE49-F238E27FC236}">
                    <a16:creationId xmlns:a16="http://schemas.microsoft.com/office/drawing/2014/main" id="{0CF55E89-D160-4420-1D1F-7ED69902AE03}"/>
                  </a:ext>
                </a:extLst>
              </p:cNvPr>
              <p:cNvSpPr/>
              <p:nvPr/>
            </p:nvSpPr>
            <p:spPr>
              <a:xfrm>
                <a:off x="1183491" y="4106495"/>
                <a:ext cx="10705" cy="2824"/>
              </a:xfrm>
              <a:custGeom>
                <a:avLst/>
                <a:gdLst>
                  <a:gd name="connsiteX0" fmla="*/ 0 w 10705"/>
                  <a:gd name="connsiteY0" fmla="*/ 0 h 2824"/>
                  <a:gd name="connsiteX1" fmla="*/ 10705 w 10705"/>
                  <a:gd name="connsiteY1" fmla="*/ 0 h 2824"/>
                </a:gdLst>
                <a:ahLst/>
                <a:cxnLst>
                  <a:cxn ang="0">
                    <a:pos x="connsiteX0" y="connsiteY0"/>
                  </a:cxn>
                  <a:cxn ang="0">
                    <a:pos x="connsiteX1" y="connsiteY1"/>
                  </a:cxn>
                </a:cxnLst>
                <a:rect l="l" t="t" r="r" b="b"/>
                <a:pathLst>
                  <a:path w="10705" h="2824">
                    <a:moveTo>
                      <a:pt x="0" y="0"/>
                    </a:moveTo>
                    <a:lnTo>
                      <a:pt x="10705" y="0"/>
                    </a:lnTo>
                  </a:path>
                </a:pathLst>
              </a:custGeom>
              <a:ln w="8472" cap="flat">
                <a:solidFill>
                  <a:srgbClr val="17A3A3"/>
                </a:solidFill>
                <a:prstDash val="solid"/>
                <a:miter/>
              </a:ln>
            </p:spPr>
            <p:txBody>
              <a:bodyPr rtlCol="1" anchor="ctr"/>
              <a:lstStyle/>
              <a:p>
                <a:endParaRPr lang="ar-SA"/>
              </a:p>
            </p:txBody>
          </p:sp>
          <p:sp>
            <p:nvSpPr>
              <p:cNvPr id="8521" name="شكل حر: شكل 9493">
                <a:extLst>
                  <a:ext uri="{FF2B5EF4-FFF2-40B4-BE49-F238E27FC236}">
                    <a16:creationId xmlns:a16="http://schemas.microsoft.com/office/drawing/2014/main" id="{83B5F1F7-FD5B-E1B7-8870-CC8C56182CCE}"/>
                  </a:ext>
                </a:extLst>
              </p:cNvPr>
              <p:cNvSpPr/>
              <p:nvPr/>
            </p:nvSpPr>
            <p:spPr>
              <a:xfrm>
                <a:off x="1211850" y="4106495"/>
                <a:ext cx="10676" cy="2824"/>
              </a:xfrm>
              <a:custGeom>
                <a:avLst/>
                <a:gdLst>
                  <a:gd name="connsiteX0" fmla="*/ 0 w 10676"/>
                  <a:gd name="connsiteY0" fmla="*/ 0 h 2824"/>
                  <a:gd name="connsiteX1" fmla="*/ 10677 w 10676"/>
                  <a:gd name="connsiteY1" fmla="*/ 0 h 2824"/>
                </a:gdLst>
                <a:ahLst/>
                <a:cxnLst>
                  <a:cxn ang="0">
                    <a:pos x="connsiteX0" y="connsiteY0"/>
                  </a:cxn>
                  <a:cxn ang="0">
                    <a:pos x="connsiteX1" y="connsiteY1"/>
                  </a:cxn>
                </a:cxnLst>
                <a:rect l="l" t="t" r="r" b="b"/>
                <a:pathLst>
                  <a:path w="10676" h="2824">
                    <a:moveTo>
                      <a:pt x="0" y="0"/>
                    </a:moveTo>
                    <a:lnTo>
                      <a:pt x="10677" y="0"/>
                    </a:lnTo>
                  </a:path>
                </a:pathLst>
              </a:custGeom>
              <a:ln w="8472" cap="flat">
                <a:solidFill>
                  <a:srgbClr val="17A3A3"/>
                </a:solidFill>
                <a:prstDash val="solid"/>
                <a:miter/>
              </a:ln>
            </p:spPr>
            <p:txBody>
              <a:bodyPr rtlCol="1" anchor="ctr"/>
              <a:lstStyle/>
              <a:p>
                <a:endParaRPr lang="ar-SA"/>
              </a:p>
            </p:txBody>
          </p:sp>
          <p:sp>
            <p:nvSpPr>
              <p:cNvPr id="8522" name="شكل حر: شكل 9494">
                <a:extLst>
                  <a:ext uri="{FF2B5EF4-FFF2-40B4-BE49-F238E27FC236}">
                    <a16:creationId xmlns:a16="http://schemas.microsoft.com/office/drawing/2014/main" id="{3FEA6188-7FAB-9538-AF48-499A513600DC}"/>
                  </a:ext>
                </a:extLst>
              </p:cNvPr>
              <p:cNvSpPr/>
              <p:nvPr/>
            </p:nvSpPr>
            <p:spPr>
              <a:xfrm>
                <a:off x="1155133" y="4131577"/>
                <a:ext cx="10705" cy="2824"/>
              </a:xfrm>
              <a:custGeom>
                <a:avLst/>
                <a:gdLst>
                  <a:gd name="connsiteX0" fmla="*/ 0 w 10705"/>
                  <a:gd name="connsiteY0" fmla="*/ 0 h 2824"/>
                  <a:gd name="connsiteX1" fmla="*/ 10705 w 10705"/>
                  <a:gd name="connsiteY1" fmla="*/ 0 h 2824"/>
                </a:gdLst>
                <a:ahLst/>
                <a:cxnLst>
                  <a:cxn ang="0">
                    <a:pos x="connsiteX0" y="connsiteY0"/>
                  </a:cxn>
                  <a:cxn ang="0">
                    <a:pos x="connsiteX1" y="connsiteY1"/>
                  </a:cxn>
                </a:cxnLst>
                <a:rect l="l" t="t" r="r" b="b"/>
                <a:pathLst>
                  <a:path w="10705" h="2824">
                    <a:moveTo>
                      <a:pt x="0" y="0"/>
                    </a:moveTo>
                    <a:lnTo>
                      <a:pt x="10705" y="0"/>
                    </a:lnTo>
                  </a:path>
                </a:pathLst>
              </a:custGeom>
              <a:ln w="8472" cap="flat">
                <a:solidFill>
                  <a:srgbClr val="17A3A3"/>
                </a:solidFill>
                <a:prstDash val="solid"/>
                <a:miter/>
              </a:ln>
            </p:spPr>
            <p:txBody>
              <a:bodyPr rtlCol="1" anchor="ctr"/>
              <a:lstStyle/>
              <a:p>
                <a:endParaRPr lang="ar-SA"/>
              </a:p>
            </p:txBody>
          </p:sp>
          <p:sp>
            <p:nvSpPr>
              <p:cNvPr id="8523" name="شكل حر: شكل 9495">
                <a:extLst>
                  <a:ext uri="{FF2B5EF4-FFF2-40B4-BE49-F238E27FC236}">
                    <a16:creationId xmlns:a16="http://schemas.microsoft.com/office/drawing/2014/main" id="{AF25314F-3B07-F4A3-F7D0-CC4A04AB9D3D}"/>
                  </a:ext>
                </a:extLst>
              </p:cNvPr>
              <p:cNvSpPr/>
              <p:nvPr/>
            </p:nvSpPr>
            <p:spPr>
              <a:xfrm>
                <a:off x="1183491" y="4131577"/>
                <a:ext cx="10705" cy="2824"/>
              </a:xfrm>
              <a:custGeom>
                <a:avLst/>
                <a:gdLst>
                  <a:gd name="connsiteX0" fmla="*/ 0 w 10705"/>
                  <a:gd name="connsiteY0" fmla="*/ 0 h 2824"/>
                  <a:gd name="connsiteX1" fmla="*/ 10705 w 10705"/>
                  <a:gd name="connsiteY1" fmla="*/ 0 h 2824"/>
                </a:gdLst>
                <a:ahLst/>
                <a:cxnLst>
                  <a:cxn ang="0">
                    <a:pos x="connsiteX0" y="connsiteY0"/>
                  </a:cxn>
                  <a:cxn ang="0">
                    <a:pos x="connsiteX1" y="connsiteY1"/>
                  </a:cxn>
                </a:cxnLst>
                <a:rect l="l" t="t" r="r" b="b"/>
                <a:pathLst>
                  <a:path w="10705" h="2824">
                    <a:moveTo>
                      <a:pt x="0" y="0"/>
                    </a:moveTo>
                    <a:lnTo>
                      <a:pt x="10705" y="0"/>
                    </a:lnTo>
                  </a:path>
                </a:pathLst>
              </a:custGeom>
              <a:ln w="8472" cap="flat">
                <a:solidFill>
                  <a:srgbClr val="17A3A3"/>
                </a:solidFill>
                <a:prstDash val="solid"/>
                <a:miter/>
              </a:ln>
            </p:spPr>
            <p:txBody>
              <a:bodyPr rtlCol="1" anchor="ctr"/>
              <a:lstStyle/>
              <a:p>
                <a:endParaRPr lang="ar-SA"/>
              </a:p>
            </p:txBody>
          </p:sp>
          <p:sp>
            <p:nvSpPr>
              <p:cNvPr id="8524" name="شكل حر: شكل 9496">
                <a:extLst>
                  <a:ext uri="{FF2B5EF4-FFF2-40B4-BE49-F238E27FC236}">
                    <a16:creationId xmlns:a16="http://schemas.microsoft.com/office/drawing/2014/main" id="{C015EB9C-58B2-C95C-88F2-AD480927A970}"/>
                  </a:ext>
                </a:extLst>
              </p:cNvPr>
              <p:cNvSpPr/>
              <p:nvPr/>
            </p:nvSpPr>
            <p:spPr>
              <a:xfrm>
                <a:off x="1211850" y="4131577"/>
                <a:ext cx="10676" cy="2824"/>
              </a:xfrm>
              <a:custGeom>
                <a:avLst/>
                <a:gdLst>
                  <a:gd name="connsiteX0" fmla="*/ 0 w 10676"/>
                  <a:gd name="connsiteY0" fmla="*/ 0 h 2824"/>
                  <a:gd name="connsiteX1" fmla="*/ 10677 w 10676"/>
                  <a:gd name="connsiteY1" fmla="*/ 0 h 2824"/>
                </a:gdLst>
                <a:ahLst/>
                <a:cxnLst>
                  <a:cxn ang="0">
                    <a:pos x="connsiteX0" y="connsiteY0"/>
                  </a:cxn>
                  <a:cxn ang="0">
                    <a:pos x="connsiteX1" y="connsiteY1"/>
                  </a:cxn>
                </a:cxnLst>
                <a:rect l="l" t="t" r="r" b="b"/>
                <a:pathLst>
                  <a:path w="10676" h="2824">
                    <a:moveTo>
                      <a:pt x="0" y="0"/>
                    </a:moveTo>
                    <a:lnTo>
                      <a:pt x="10677" y="0"/>
                    </a:lnTo>
                  </a:path>
                </a:pathLst>
              </a:custGeom>
              <a:ln w="8472" cap="flat">
                <a:solidFill>
                  <a:srgbClr val="17A3A3"/>
                </a:solidFill>
                <a:prstDash val="solid"/>
                <a:miter/>
              </a:ln>
            </p:spPr>
            <p:txBody>
              <a:bodyPr rtlCol="1" anchor="ctr"/>
              <a:lstStyle/>
              <a:p>
                <a:endParaRPr lang="ar-SA"/>
              </a:p>
            </p:txBody>
          </p:sp>
          <p:sp>
            <p:nvSpPr>
              <p:cNvPr id="8525" name="شكل حر: شكل 9497">
                <a:extLst>
                  <a:ext uri="{FF2B5EF4-FFF2-40B4-BE49-F238E27FC236}">
                    <a16:creationId xmlns:a16="http://schemas.microsoft.com/office/drawing/2014/main" id="{ACA67E5D-9F32-62D8-F458-0190DF7D74A2}"/>
                  </a:ext>
                </a:extLst>
              </p:cNvPr>
              <p:cNvSpPr/>
              <p:nvPr/>
            </p:nvSpPr>
            <p:spPr>
              <a:xfrm>
                <a:off x="1155133" y="4156659"/>
                <a:ext cx="10705" cy="2824"/>
              </a:xfrm>
              <a:custGeom>
                <a:avLst/>
                <a:gdLst>
                  <a:gd name="connsiteX0" fmla="*/ 0 w 10705"/>
                  <a:gd name="connsiteY0" fmla="*/ 0 h 2824"/>
                  <a:gd name="connsiteX1" fmla="*/ 10705 w 10705"/>
                  <a:gd name="connsiteY1" fmla="*/ 0 h 2824"/>
                </a:gdLst>
                <a:ahLst/>
                <a:cxnLst>
                  <a:cxn ang="0">
                    <a:pos x="connsiteX0" y="connsiteY0"/>
                  </a:cxn>
                  <a:cxn ang="0">
                    <a:pos x="connsiteX1" y="connsiteY1"/>
                  </a:cxn>
                </a:cxnLst>
                <a:rect l="l" t="t" r="r" b="b"/>
                <a:pathLst>
                  <a:path w="10705" h="2824">
                    <a:moveTo>
                      <a:pt x="0" y="0"/>
                    </a:moveTo>
                    <a:lnTo>
                      <a:pt x="10705" y="0"/>
                    </a:lnTo>
                  </a:path>
                </a:pathLst>
              </a:custGeom>
              <a:ln w="8472" cap="flat">
                <a:solidFill>
                  <a:srgbClr val="17A3A3"/>
                </a:solidFill>
                <a:prstDash val="solid"/>
                <a:miter/>
              </a:ln>
            </p:spPr>
            <p:txBody>
              <a:bodyPr rtlCol="1" anchor="ctr"/>
              <a:lstStyle/>
              <a:p>
                <a:endParaRPr lang="ar-SA"/>
              </a:p>
            </p:txBody>
          </p:sp>
          <p:sp>
            <p:nvSpPr>
              <p:cNvPr id="8526" name="شكل حر: شكل 9498">
                <a:extLst>
                  <a:ext uri="{FF2B5EF4-FFF2-40B4-BE49-F238E27FC236}">
                    <a16:creationId xmlns:a16="http://schemas.microsoft.com/office/drawing/2014/main" id="{50F76A52-1EF8-D69E-7E36-E9A60CFD3153}"/>
                  </a:ext>
                </a:extLst>
              </p:cNvPr>
              <p:cNvSpPr/>
              <p:nvPr/>
            </p:nvSpPr>
            <p:spPr>
              <a:xfrm>
                <a:off x="1183491" y="4156659"/>
                <a:ext cx="10705" cy="2824"/>
              </a:xfrm>
              <a:custGeom>
                <a:avLst/>
                <a:gdLst>
                  <a:gd name="connsiteX0" fmla="*/ 0 w 10705"/>
                  <a:gd name="connsiteY0" fmla="*/ 0 h 2824"/>
                  <a:gd name="connsiteX1" fmla="*/ 10705 w 10705"/>
                  <a:gd name="connsiteY1" fmla="*/ 0 h 2824"/>
                </a:gdLst>
                <a:ahLst/>
                <a:cxnLst>
                  <a:cxn ang="0">
                    <a:pos x="connsiteX0" y="connsiteY0"/>
                  </a:cxn>
                  <a:cxn ang="0">
                    <a:pos x="connsiteX1" y="connsiteY1"/>
                  </a:cxn>
                </a:cxnLst>
                <a:rect l="l" t="t" r="r" b="b"/>
                <a:pathLst>
                  <a:path w="10705" h="2824">
                    <a:moveTo>
                      <a:pt x="0" y="0"/>
                    </a:moveTo>
                    <a:lnTo>
                      <a:pt x="10705" y="0"/>
                    </a:lnTo>
                  </a:path>
                </a:pathLst>
              </a:custGeom>
              <a:ln w="8472" cap="flat">
                <a:solidFill>
                  <a:srgbClr val="17A3A3"/>
                </a:solidFill>
                <a:prstDash val="solid"/>
                <a:miter/>
              </a:ln>
            </p:spPr>
            <p:txBody>
              <a:bodyPr rtlCol="1" anchor="ctr"/>
              <a:lstStyle/>
              <a:p>
                <a:endParaRPr lang="ar-SA"/>
              </a:p>
            </p:txBody>
          </p:sp>
          <p:sp>
            <p:nvSpPr>
              <p:cNvPr id="8527" name="شكل حر: شكل 9499">
                <a:extLst>
                  <a:ext uri="{FF2B5EF4-FFF2-40B4-BE49-F238E27FC236}">
                    <a16:creationId xmlns:a16="http://schemas.microsoft.com/office/drawing/2014/main" id="{94E6D047-7925-B75D-9394-F697C2910FFC}"/>
                  </a:ext>
                </a:extLst>
              </p:cNvPr>
              <p:cNvSpPr/>
              <p:nvPr/>
            </p:nvSpPr>
            <p:spPr>
              <a:xfrm>
                <a:off x="1211850" y="4156659"/>
                <a:ext cx="10676" cy="2824"/>
              </a:xfrm>
              <a:custGeom>
                <a:avLst/>
                <a:gdLst>
                  <a:gd name="connsiteX0" fmla="*/ 0 w 10676"/>
                  <a:gd name="connsiteY0" fmla="*/ 0 h 2824"/>
                  <a:gd name="connsiteX1" fmla="*/ 10677 w 10676"/>
                  <a:gd name="connsiteY1" fmla="*/ 0 h 2824"/>
                </a:gdLst>
                <a:ahLst/>
                <a:cxnLst>
                  <a:cxn ang="0">
                    <a:pos x="connsiteX0" y="connsiteY0"/>
                  </a:cxn>
                  <a:cxn ang="0">
                    <a:pos x="connsiteX1" y="connsiteY1"/>
                  </a:cxn>
                </a:cxnLst>
                <a:rect l="l" t="t" r="r" b="b"/>
                <a:pathLst>
                  <a:path w="10676" h="2824">
                    <a:moveTo>
                      <a:pt x="0" y="0"/>
                    </a:moveTo>
                    <a:lnTo>
                      <a:pt x="10677" y="0"/>
                    </a:lnTo>
                  </a:path>
                </a:pathLst>
              </a:custGeom>
              <a:ln w="8472" cap="flat">
                <a:solidFill>
                  <a:srgbClr val="17A3A3"/>
                </a:solidFill>
                <a:prstDash val="solid"/>
                <a:miter/>
              </a:ln>
            </p:spPr>
            <p:txBody>
              <a:bodyPr rtlCol="1" anchor="ctr"/>
              <a:lstStyle/>
              <a:p>
                <a:endParaRPr lang="ar-SA"/>
              </a:p>
            </p:txBody>
          </p:sp>
        </p:grpSp>
      </p:grpSp>
      <p:grpSp>
        <p:nvGrpSpPr>
          <p:cNvPr id="8531" name="رسم 8014">
            <a:extLst>
              <a:ext uri="{FF2B5EF4-FFF2-40B4-BE49-F238E27FC236}">
                <a16:creationId xmlns:a16="http://schemas.microsoft.com/office/drawing/2014/main" id="{7650B9BA-FE61-0F3B-CA3A-D41A41075CE5}"/>
              </a:ext>
            </a:extLst>
          </p:cNvPr>
          <p:cNvGrpSpPr/>
          <p:nvPr/>
        </p:nvGrpSpPr>
        <p:grpSpPr>
          <a:xfrm>
            <a:off x="5453250" y="2864949"/>
            <a:ext cx="316009" cy="232758"/>
            <a:chOff x="5599698" y="1819460"/>
            <a:chExt cx="377726" cy="295306"/>
          </a:xfrm>
          <a:noFill/>
        </p:grpSpPr>
        <p:grpSp>
          <p:nvGrpSpPr>
            <p:cNvPr id="8532" name="رسم 8014">
              <a:extLst>
                <a:ext uri="{FF2B5EF4-FFF2-40B4-BE49-F238E27FC236}">
                  <a16:creationId xmlns:a16="http://schemas.microsoft.com/office/drawing/2014/main" id="{D0F1E06B-0468-C925-E92F-C46421DF29DE}"/>
                </a:ext>
              </a:extLst>
            </p:cNvPr>
            <p:cNvGrpSpPr/>
            <p:nvPr/>
          </p:nvGrpSpPr>
          <p:grpSpPr>
            <a:xfrm>
              <a:off x="5599698" y="1843271"/>
              <a:ext cx="173342" cy="271495"/>
              <a:chOff x="5599698" y="1843271"/>
              <a:chExt cx="173342" cy="271495"/>
            </a:xfrm>
            <a:noFill/>
          </p:grpSpPr>
          <p:grpSp>
            <p:nvGrpSpPr>
              <p:cNvPr id="8546" name="رسم 8014">
                <a:extLst>
                  <a:ext uri="{FF2B5EF4-FFF2-40B4-BE49-F238E27FC236}">
                    <a16:creationId xmlns:a16="http://schemas.microsoft.com/office/drawing/2014/main" id="{235B8626-C39B-089F-E828-CEFD7545CBA3}"/>
                  </a:ext>
                </a:extLst>
              </p:cNvPr>
              <p:cNvGrpSpPr/>
              <p:nvPr/>
            </p:nvGrpSpPr>
            <p:grpSpPr>
              <a:xfrm>
                <a:off x="5599698" y="1843271"/>
                <a:ext cx="173342" cy="229522"/>
                <a:chOff x="5599698" y="1843271"/>
                <a:chExt cx="173342" cy="229522"/>
              </a:xfrm>
              <a:noFill/>
            </p:grpSpPr>
            <p:sp>
              <p:nvSpPr>
                <p:cNvPr id="8549" name="شكل حر: شكل 9503">
                  <a:extLst>
                    <a:ext uri="{FF2B5EF4-FFF2-40B4-BE49-F238E27FC236}">
                      <a16:creationId xmlns:a16="http://schemas.microsoft.com/office/drawing/2014/main" id="{2F1C2321-0423-02DA-DC49-8C082D0EA526}"/>
                    </a:ext>
                  </a:extLst>
                </p:cNvPr>
                <p:cNvSpPr/>
                <p:nvPr/>
              </p:nvSpPr>
              <p:spPr>
                <a:xfrm>
                  <a:off x="5671753" y="1892503"/>
                  <a:ext cx="101288" cy="156790"/>
                </a:xfrm>
                <a:custGeom>
                  <a:avLst/>
                  <a:gdLst>
                    <a:gd name="connsiteX0" fmla="*/ 101288 w 101288"/>
                    <a:gd name="connsiteY0" fmla="*/ 156791 h 156790"/>
                    <a:gd name="connsiteX1" fmla="*/ 94763 w 101288"/>
                    <a:gd name="connsiteY1" fmla="*/ 133686 h 156790"/>
                    <a:gd name="connsiteX2" fmla="*/ 54542 w 101288"/>
                    <a:gd name="connsiteY2" fmla="*/ 86516 h 156790"/>
                    <a:gd name="connsiteX3" fmla="*/ 38329 w 101288"/>
                    <a:gd name="connsiteY3" fmla="*/ 79002 h 156790"/>
                    <a:gd name="connsiteX4" fmla="*/ 18698 w 101288"/>
                    <a:gd name="connsiteY4" fmla="*/ 56011 h 156790"/>
                    <a:gd name="connsiteX5" fmla="*/ 10846 w 101288"/>
                    <a:gd name="connsiteY5" fmla="*/ 28330 h 156790"/>
                    <a:gd name="connsiteX6" fmla="*/ 11467 w 101288"/>
                    <a:gd name="connsiteY6" fmla="*/ 23670 h 156790"/>
                    <a:gd name="connsiteX7" fmla="*/ 395 w 101288"/>
                    <a:gd name="connsiteY7" fmla="*/ 254 h 156790"/>
                    <a:gd name="connsiteX8" fmla="*/ 0 w 101288"/>
                    <a:gd name="connsiteY8" fmla="*/ 0 h 156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1288" h="156790">
                      <a:moveTo>
                        <a:pt x="101288" y="156791"/>
                      </a:moveTo>
                      <a:lnTo>
                        <a:pt x="94763" y="133686"/>
                      </a:lnTo>
                      <a:cubicBezTo>
                        <a:pt x="88860" y="112841"/>
                        <a:pt x="74173" y="95639"/>
                        <a:pt x="54542" y="86516"/>
                      </a:cubicBezTo>
                      <a:lnTo>
                        <a:pt x="38329" y="79002"/>
                      </a:lnTo>
                      <a:cubicBezTo>
                        <a:pt x="28754" y="74568"/>
                        <a:pt x="21579" y="66151"/>
                        <a:pt x="18698" y="56011"/>
                      </a:cubicBezTo>
                      <a:lnTo>
                        <a:pt x="10846" y="28330"/>
                      </a:lnTo>
                      <a:lnTo>
                        <a:pt x="11467" y="23670"/>
                      </a:lnTo>
                      <a:cubicBezTo>
                        <a:pt x="12710" y="14377"/>
                        <a:pt x="8361" y="5197"/>
                        <a:pt x="395" y="254"/>
                      </a:cubicBezTo>
                      <a:lnTo>
                        <a:pt x="0" y="0"/>
                      </a:lnTo>
                    </a:path>
                  </a:pathLst>
                </a:custGeom>
                <a:noFill/>
                <a:ln w="8472" cap="flat">
                  <a:solidFill>
                    <a:srgbClr val="01355A"/>
                  </a:solidFill>
                  <a:prstDash val="solid"/>
                  <a:miter/>
                </a:ln>
              </p:spPr>
              <p:txBody>
                <a:bodyPr rtlCol="1" anchor="ctr"/>
                <a:lstStyle/>
                <a:p>
                  <a:endParaRPr lang="ar-SA"/>
                </a:p>
              </p:txBody>
            </p:sp>
            <p:sp>
              <p:nvSpPr>
                <p:cNvPr id="8550" name="شكل حر: شكل 9504">
                  <a:extLst>
                    <a:ext uri="{FF2B5EF4-FFF2-40B4-BE49-F238E27FC236}">
                      <a16:creationId xmlns:a16="http://schemas.microsoft.com/office/drawing/2014/main" id="{68CFE554-C7E8-783F-09FC-7CEF71369654}"/>
                    </a:ext>
                  </a:extLst>
                </p:cNvPr>
                <p:cNvSpPr/>
                <p:nvPr/>
              </p:nvSpPr>
              <p:spPr>
                <a:xfrm>
                  <a:off x="5599698" y="1964758"/>
                  <a:ext cx="107671" cy="108034"/>
                </a:xfrm>
                <a:custGeom>
                  <a:avLst/>
                  <a:gdLst>
                    <a:gd name="connsiteX0" fmla="*/ 93549 w 107671"/>
                    <a:gd name="connsiteY0" fmla="*/ 38495 h 108034"/>
                    <a:gd name="connsiteX1" fmla="*/ 90131 w 107671"/>
                    <a:gd name="connsiteY1" fmla="*/ 38890 h 108034"/>
                    <a:gd name="connsiteX2" fmla="*/ 41775 w 107671"/>
                    <a:gd name="connsiteY2" fmla="*/ 17254 h 108034"/>
                    <a:gd name="connsiteX3" fmla="*/ 0 w 107671"/>
                    <a:gd name="connsiteY3" fmla="*/ 5843 h 108034"/>
                    <a:gd name="connsiteX4" fmla="*/ 32906 w 107671"/>
                    <a:gd name="connsiteY4" fmla="*/ 52476 h 108034"/>
                    <a:gd name="connsiteX5" fmla="*/ 76319 w 107671"/>
                    <a:gd name="connsiteY5" fmla="*/ 86173 h 108034"/>
                    <a:gd name="connsiteX6" fmla="*/ 79822 w 107671"/>
                    <a:gd name="connsiteY6" fmla="*/ 86964 h 108034"/>
                    <a:gd name="connsiteX7" fmla="*/ 107672 w 107671"/>
                    <a:gd name="connsiteY7" fmla="*/ 108035 h 108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671" h="108034">
                      <a:moveTo>
                        <a:pt x="93549" y="38495"/>
                      </a:moveTo>
                      <a:cubicBezTo>
                        <a:pt x="92391" y="38664"/>
                        <a:pt x="91261" y="38777"/>
                        <a:pt x="90131" y="38890"/>
                      </a:cubicBezTo>
                      <a:cubicBezTo>
                        <a:pt x="71489" y="40528"/>
                        <a:pt x="53299" y="32026"/>
                        <a:pt x="41775" y="17254"/>
                      </a:cubicBezTo>
                      <a:cubicBezTo>
                        <a:pt x="18049" y="-13110"/>
                        <a:pt x="0" y="5843"/>
                        <a:pt x="0" y="5843"/>
                      </a:cubicBezTo>
                      <a:cubicBezTo>
                        <a:pt x="0" y="5843"/>
                        <a:pt x="19574" y="29315"/>
                        <a:pt x="32906" y="52476"/>
                      </a:cubicBezTo>
                      <a:cubicBezTo>
                        <a:pt x="42425" y="69000"/>
                        <a:pt x="57847" y="81569"/>
                        <a:pt x="76319" y="86173"/>
                      </a:cubicBezTo>
                      <a:cubicBezTo>
                        <a:pt x="77449" y="86455"/>
                        <a:pt x="78635" y="86738"/>
                        <a:pt x="79822" y="86964"/>
                      </a:cubicBezTo>
                      <a:cubicBezTo>
                        <a:pt x="91939" y="89449"/>
                        <a:pt x="102051" y="97358"/>
                        <a:pt x="107672" y="108035"/>
                      </a:cubicBezTo>
                    </a:path>
                  </a:pathLst>
                </a:custGeom>
                <a:noFill/>
                <a:ln w="8472" cap="flat">
                  <a:solidFill>
                    <a:srgbClr val="01355A"/>
                  </a:solidFill>
                  <a:prstDash val="solid"/>
                  <a:miter/>
                </a:ln>
              </p:spPr>
              <p:txBody>
                <a:bodyPr rtlCol="1" anchor="ctr"/>
                <a:lstStyle/>
                <a:p>
                  <a:endParaRPr lang="ar-SA"/>
                </a:p>
              </p:txBody>
            </p:sp>
            <p:sp>
              <p:nvSpPr>
                <p:cNvPr id="8551" name="شكل حر: شكل 9505">
                  <a:extLst>
                    <a:ext uri="{FF2B5EF4-FFF2-40B4-BE49-F238E27FC236}">
                      <a16:creationId xmlns:a16="http://schemas.microsoft.com/office/drawing/2014/main" id="{B6A52E6F-3761-0F67-3159-50F417F79E72}"/>
                    </a:ext>
                  </a:extLst>
                </p:cNvPr>
                <p:cNvSpPr/>
                <p:nvPr/>
              </p:nvSpPr>
              <p:spPr>
                <a:xfrm>
                  <a:off x="5609330" y="1855275"/>
                  <a:ext cx="34394" cy="109705"/>
                </a:xfrm>
                <a:custGeom>
                  <a:avLst/>
                  <a:gdLst>
                    <a:gd name="connsiteX0" fmla="*/ 8079 w 34394"/>
                    <a:gd name="connsiteY0" fmla="*/ 109705 h 109705"/>
                    <a:gd name="connsiteX1" fmla="*/ 0 w 34394"/>
                    <a:gd name="connsiteY1" fmla="*/ 72788 h 109705"/>
                    <a:gd name="connsiteX2" fmla="*/ 23726 w 34394"/>
                    <a:gd name="connsiteY2" fmla="*/ 0 h 109705"/>
                    <a:gd name="connsiteX3" fmla="*/ 33810 w 34394"/>
                    <a:gd name="connsiteY3" fmla="*/ 24178 h 109705"/>
                    <a:gd name="connsiteX4" fmla="*/ 23048 w 34394"/>
                    <a:gd name="connsiteY4" fmla="*/ 71546 h 109705"/>
                    <a:gd name="connsiteX5" fmla="*/ 30392 w 34394"/>
                    <a:gd name="connsiteY5" fmla="*/ 101486 h 109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394" h="109705">
                      <a:moveTo>
                        <a:pt x="8079" y="109705"/>
                      </a:moveTo>
                      <a:lnTo>
                        <a:pt x="0" y="72788"/>
                      </a:lnTo>
                      <a:lnTo>
                        <a:pt x="23726" y="0"/>
                      </a:lnTo>
                      <a:cubicBezTo>
                        <a:pt x="23726" y="0"/>
                        <a:pt x="37341" y="3418"/>
                        <a:pt x="33810" y="24178"/>
                      </a:cubicBezTo>
                      <a:lnTo>
                        <a:pt x="23048" y="71546"/>
                      </a:lnTo>
                      <a:lnTo>
                        <a:pt x="30392" y="101486"/>
                      </a:lnTo>
                    </a:path>
                  </a:pathLst>
                </a:custGeom>
                <a:noFill/>
                <a:ln w="8472" cap="flat">
                  <a:solidFill>
                    <a:srgbClr val="01355A"/>
                  </a:solidFill>
                  <a:prstDash val="solid"/>
                  <a:miter/>
                </a:ln>
              </p:spPr>
              <p:txBody>
                <a:bodyPr rtlCol="1" anchor="ctr"/>
                <a:lstStyle/>
                <a:p>
                  <a:endParaRPr lang="ar-SA"/>
                </a:p>
              </p:txBody>
            </p:sp>
            <p:sp>
              <p:nvSpPr>
                <p:cNvPr id="8552" name="شكل حر: شكل 9506">
                  <a:extLst>
                    <a:ext uri="{FF2B5EF4-FFF2-40B4-BE49-F238E27FC236}">
                      <a16:creationId xmlns:a16="http://schemas.microsoft.com/office/drawing/2014/main" id="{8145A4CF-4287-F9B8-1B68-85D1303D88DD}"/>
                    </a:ext>
                  </a:extLst>
                </p:cNvPr>
                <p:cNvSpPr/>
                <p:nvPr/>
              </p:nvSpPr>
              <p:spPr>
                <a:xfrm>
                  <a:off x="5641615" y="1843271"/>
                  <a:ext cx="19242" cy="109168"/>
                </a:xfrm>
                <a:custGeom>
                  <a:avLst/>
                  <a:gdLst>
                    <a:gd name="connsiteX0" fmla="*/ 0 w 19242"/>
                    <a:gd name="connsiteY0" fmla="*/ 19659 h 109168"/>
                    <a:gd name="connsiteX1" fmla="*/ 6355 w 19242"/>
                    <a:gd name="connsiteY1" fmla="*/ 0 h 109168"/>
                    <a:gd name="connsiteX2" fmla="*/ 18021 w 19242"/>
                    <a:gd name="connsiteY2" fmla="*/ 29940 h 109168"/>
                    <a:gd name="connsiteX3" fmla="*/ 8163 w 19242"/>
                    <a:gd name="connsiteY3" fmla="*/ 81347 h 109168"/>
                    <a:gd name="connsiteX4" fmla="*/ 16044 w 19242"/>
                    <a:gd name="connsiteY4" fmla="*/ 109169 h 109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42" h="109168">
                      <a:moveTo>
                        <a:pt x="0" y="19659"/>
                      </a:moveTo>
                      <a:lnTo>
                        <a:pt x="6355" y="0"/>
                      </a:lnTo>
                      <a:cubicBezTo>
                        <a:pt x="6355" y="0"/>
                        <a:pt x="23952" y="6468"/>
                        <a:pt x="18021" y="29940"/>
                      </a:cubicBezTo>
                      <a:lnTo>
                        <a:pt x="8163" y="81347"/>
                      </a:lnTo>
                      <a:lnTo>
                        <a:pt x="16044" y="109169"/>
                      </a:lnTo>
                    </a:path>
                  </a:pathLst>
                </a:custGeom>
                <a:noFill/>
                <a:ln w="8472" cap="flat">
                  <a:solidFill>
                    <a:srgbClr val="01355A"/>
                  </a:solidFill>
                  <a:prstDash val="solid"/>
                  <a:miter/>
                </a:ln>
              </p:spPr>
              <p:txBody>
                <a:bodyPr rtlCol="1" anchor="ctr"/>
                <a:lstStyle/>
                <a:p>
                  <a:endParaRPr lang="ar-SA"/>
                </a:p>
              </p:txBody>
            </p:sp>
            <p:sp>
              <p:nvSpPr>
                <p:cNvPr id="8553" name="شكل حر: شكل 9507">
                  <a:extLst>
                    <a:ext uri="{FF2B5EF4-FFF2-40B4-BE49-F238E27FC236}">
                      <a16:creationId xmlns:a16="http://schemas.microsoft.com/office/drawing/2014/main" id="{17901F95-C70C-1EC1-8BEE-2696869237E9}"/>
                    </a:ext>
                  </a:extLst>
                </p:cNvPr>
                <p:cNvSpPr/>
                <p:nvPr/>
              </p:nvSpPr>
              <p:spPr>
                <a:xfrm>
                  <a:off x="5660850" y="1862873"/>
                  <a:ext cx="13812" cy="85894"/>
                </a:xfrm>
                <a:custGeom>
                  <a:avLst/>
                  <a:gdLst>
                    <a:gd name="connsiteX0" fmla="*/ 0 w 13812"/>
                    <a:gd name="connsiteY0" fmla="*/ 0 h 85894"/>
                    <a:gd name="connsiteX1" fmla="*/ 904 w 13812"/>
                    <a:gd name="connsiteY1" fmla="*/ 650 h 85894"/>
                    <a:gd name="connsiteX2" fmla="*/ 11383 w 13812"/>
                    <a:gd name="connsiteY2" fmla="*/ 27116 h 85894"/>
                    <a:gd name="connsiteX3" fmla="*/ 5677 w 13812"/>
                    <a:gd name="connsiteY3" fmla="*/ 57564 h 85894"/>
                    <a:gd name="connsiteX4" fmla="*/ 13812 w 13812"/>
                    <a:gd name="connsiteY4" fmla="*/ 85894 h 85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12" h="85894">
                      <a:moveTo>
                        <a:pt x="0" y="0"/>
                      </a:moveTo>
                      <a:lnTo>
                        <a:pt x="904" y="650"/>
                      </a:lnTo>
                      <a:cubicBezTo>
                        <a:pt x="9208" y="6722"/>
                        <a:pt x="13276" y="17032"/>
                        <a:pt x="11383" y="27116"/>
                      </a:cubicBezTo>
                      <a:lnTo>
                        <a:pt x="5677" y="57564"/>
                      </a:lnTo>
                      <a:lnTo>
                        <a:pt x="13812" y="85894"/>
                      </a:lnTo>
                    </a:path>
                  </a:pathLst>
                </a:custGeom>
                <a:noFill/>
                <a:ln w="8472" cap="flat">
                  <a:solidFill>
                    <a:srgbClr val="01355A"/>
                  </a:solidFill>
                  <a:prstDash val="solid"/>
                  <a:miter/>
                </a:ln>
              </p:spPr>
              <p:txBody>
                <a:bodyPr rtlCol="1" anchor="ctr"/>
                <a:lstStyle/>
                <a:p>
                  <a:endParaRPr lang="ar-SA"/>
                </a:p>
              </p:txBody>
            </p:sp>
          </p:grpSp>
          <p:sp>
            <p:nvSpPr>
              <p:cNvPr id="8547" name="شكل حر: شكل 9508">
                <a:extLst>
                  <a:ext uri="{FF2B5EF4-FFF2-40B4-BE49-F238E27FC236}">
                    <a16:creationId xmlns:a16="http://schemas.microsoft.com/office/drawing/2014/main" id="{2C340665-9994-BFFD-B80C-B0A1163CD40F}"/>
                  </a:ext>
                </a:extLst>
              </p:cNvPr>
              <p:cNvSpPr/>
              <p:nvPr/>
            </p:nvSpPr>
            <p:spPr>
              <a:xfrm>
                <a:off x="5694603" y="2049265"/>
                <a:ext cx="78437" cy="65501"/>
              </a:xfrm>
              <a:custGeom>
                <a:avLst/>
                <a:gdLst>
                  <a:gd name="connsiteX0" fmla="*/ 70360 w 78437"/>
                  <a:gd name="connsiteY0" fmla="*/ 48441 h 65501"/>
                  <a:gd name="connsiteX1" fmla="*/ 14914 w 78437"/>
                  <a:gd name="connsiteY1" fmla="*/ 65501 h 65501"/>
                  <a:gd name="connsiteX2" fmla="*/ 0 w 78437"/>
                  <a:gd name="connsiteY2" fmla="*/ 28245 h 65501"/>
                  <a:gd name="connsiteX3" fmla="*/ 78438 w 78437"/>
                  <a:gd name="connsiteY3" fmla="*/ 0 h 65501"/>
                  <a:gd name="connsiteX4" fmla="*/ 78438 w 78437"/>
                  <a:gd name="connsiteY4" fmla="*/ 18896 h 655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437" h="65501">
                    <a:moveTo>
                      <a:pt x="70360" y="48441"/>
                    </a:moveTo>
                    <a:lnTo>
                      <a:pt x="14914" y="65501"/>
                    </a:lnTo>
                    <a:lnTo>
                      <a:pt x="0" y="28245"/>
                    </a:lnTo>
                    <a:lnTo>
                      <a:pt x="78438" y="0"/>
                    </a:lnTo>
                    <a:lnTo>
                      <a:pt x="78438" y="18896"/>
                    </a:lnTo>
                  </a:path>
                </a:pathLst>
              </a:custGeom>
              <a:noFill/>
              <a:ln w="8472" cap="flat">
                <a:solidFill>
                  <a:srgbClr val="01355A"/>
                </a:solidFill>
                <a:prstDash val="solid"/>
                <a:miter/>
              </a:ln>
            </p:spPr>
            <p:txBody>
              <a:bodyPr rtlCol="1" anchor="ctr"/>
              <a:lstStyle/>
              <a:p>
                <a:endParaRPr lang="ar-SA"/>
              </a:p>
            </p:txBody>
          </p:sp>
          <p:sp>
            <p:nvSpPr>
              <p:cNvPr id="8548" name="شكل حر: شكل 9509">
                <a:extLst>
                  <a:ext uri="{FF2B5EF4-FFF2-40B4-BE49-F238E27FC236}">
                    <a16:creationId xmlns:a16="http://schemas.microsoft.com/office/drawing/2014/main" id="{9211B2AF-7DA1-03D4-7EA8-001FC4209927}"/>
                  </a:ext>
                </a:extLst>
              </p:cNvPr>
              <p:cNvSpPr/>
              <p:nvPr/>
            </p:nvSpPr>
            <p:spPr>
              <a:xfrm>
                <a:off x="5701043" y="2068161"/>
                <a:ext cx="71997" cy="25449"/>
              </a:xfrm>
              <a:custGeom>
                <a:avLst/>
                <a:gdLst>
                  <a:gd name="connsiteX0" fmla="*/ 0 w 71997"/>
                  <a:gd name="connsiteY0" fmla="*/ 25449 h 25449"/>
                  <a:gd name="connsiteX1" fmla="*/ 71998 w 71997"/>
                  <a:gd name="connsiteY1" fmla="*/ 0 h 25449"/>
                </a:gdLst>
                <a:ahLst/>
                <a:cxnLst>
                  <a:cxn ang="0">
                    <a:pos x="connsiteX0" y="connsiteY0"/>
                  </a:cxn>
                  <a:cxn ang="0">
                    <a:pos x="connsiteX1" y="connsiteY1"/>
                  </a:cxn>
                </a:cxnLst>
                <a:rect l="l" t="t" r="r" b="b"/>
                <a:pathLst>
                  <a:path w="71997" h="25449">
                    <a:moveTo>
                      <a:pt x="0" y="25449"/>
                    </a:moveTo>
                    <a:lnTo>
                      <a:pt x="71998" y="0"/>
                    </a:lnTo>
                  </a:path>
                </a:pathLst>
              </a:custGeom>
              <a:ln w="8472" cap="flat">
                <a:solidFill>
                  <a:srgbClr val="01355A"/>
                </a:solidFill>
                <a:prstDash val="solid"/>
                <a:miter/>
              </a:ln>
            </p:spPr>
            <p:txBody>
              <a:bodyPr rtlCol="1" anchor="ctr"/>
              <a:lstStyle/>
              <a:p>
                <a:endParaRPr lang="ar-SA"/>
              </a:p>
            </p:txBody>
          </p:sp>
        </p:grpSp>
        <p:grpSp>
          <p:nvGrpSpPr>
            <p:cNvPr id="8533" name="رسم 8014">
              <a:extLst>
                <a:ext uri="{FF2B5EF4-FFF2-40B4-BE49-F238E27FC236}">
                  <a16:creationId xmlns:a16="http://schemas.microsoft.com/office/drawing/2014/main" id="{B6E3A23C-1AC9-2E49-D482-FE37BAADB6DB}"/>
                </a:ext>
              </a:extLst>
            </p:cNvPr>
            <p:cNvGrpSpPr/>
            <p:nvPr/>
          </p:nvGrpSpPr>
          <p:grpSpPr>
            <a:xfrm>
              <a:off x="5804054" y="1843271"/>
              <a:ext cx="173370" cy="271495"/>
              <a:chOff x="5804054" y="1843271"/>
              <a:chExt cx="173370" cy="271495"/>
            </a:xfrm>
            <a:noFill/>
          </p:grpSpPr>
          <p:grpSp>
            <p:nvGrpSpPr>
              <p:cNvPr id="8538" name="رسم 8014">
                <a:extLst>
                  <a:ext uri="{FF2B5EF4-FFF2-40B4-BE49-F238E27FC236}">
                    <a16:creationId xmlns:a16="http://schemas.microsoft.com/office/drawing/2014/main" id="{5D835E61-14B0-D837-DE10-53476C829AB0}"/>
                  </a:ext>
                </a:extLst>
              </p:cNvPr>
              <p:cNvGrpSpPr/>
              <p:nvPr/>
            </p:nvGrpSpPr>
            <p:grpSpPr>
              <a:xfrm>
                <a:off x="5804054" y="1843271"/>
                <a:ext cx="173370" cy="229522"/>
                <a:chOff x="5804054" y="1843271"/>
                <a:chExt cx="173370" cy="229522"/>
              </a:xfrm>
              <a:noFill/>
            </p:grpSpPr>
            <p:sp>
              <p:nvSpPr>
                <p:cNvPr id="8541" name="شكل حر: شكل 9512">
                  <a:extLst>
                    <a:ext uri="{FF2B5EF4-FFF2-40B4-BE49-F238E27FC236}">
                      <a16:creationId xmlns:a16="http://schemas.microsoft.com/office/drawing/2014/main" id="{17F01EB9-6178-1230-52B3-991378482BE4}"/>
                    </a:ext>
                  </a:extLst>
                </p:cNvPr>
                <p:cNvSpPr/>
                <p:nvPr/>
              </p:nvSpPr>
              <p:spPr>
                <a:xfrm>
                  <a:off x="5804054" y="1892503"/>
                  <a:ext cx="101288" cy="156790"/>
                </a:xfrm>
                <a:custGeom>
                  <a:avLst/>
                  <a:gdLst>
                    <a:gd name="connsiteX0" fmla="*/ 0 w 101288"/>
                    <a:gd name="connsiteY0" fmla="*/ 156791 h 156790"/>
                    <a:gd name="connsiteX1" fmla="*/ 6525 w 101288"/>
                    <a:gd name="connsiteY1" fmla="*/ 133686 h 156790"/>
                    <a:gd name="connsiteX2" fmla="*/ 46746 w 101288"/>
                    <a:gd name="connsiteY2" fmla="*/ 86516 h 156790"/>
                    <a:gd name="connsiteX3" fmla="*/ 62959 w 101288"/>
                    <a:gd name="connsiteY3" fmla="*/ 79002 h 156790"/>
                    <a:gd name="connsiteX4" fmla="*/ 82590 w 101288"/>
                    <a:gd name="connsiteY4" fmla="*/ 56011 h 156790"/>
                    <a:gd name="connsiteX5" fmla="*/ 90442 w 101288"/>
                    <a:gd name="connsiteY5" fmla="*/ 28330 h 156790"/>
                    <a:gd name="connsiteX6" fmla="*/ 89820 w 101288"/>
                    <a:gd name="connsiteY6" fmla="*/ 23670 h 156790"/>
                    <a:gd name="connsiteX7" fmla="*/ 100893 w 101288"/>
                    <a:gd name="connsiteY7" fmla="*/ 254 h 156790"/>
                    <a:gd name="connsiteX8" fmla="*/ 101288 w 101288"/>
                    <a:gd name="connsiteY8" fmla="*/ 0 h 156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1288" h="156790">
                      <a:moveTo>
                        <a:pt x="0" y="156791"/>
                      </a:moveTo>
                      <a:lnTo>
                        <a:pt x="6525" y="133686"/>
                      </a:lnTo>
                      <a:cubicBezTo>
                        <a:pt x="12428" y="112841"/>
                        <a:pt x="27116" y="95639"/>
                        <a:pt x="46746" y="86516"/>
                      </a:cubicBezTo>
                      <a:lnTo>
                        <a:pt x="62959" y="79002"/>
                      </a:lnTo>
                      <a:cubicBezTo>
                        <a:pt x="72534" y="74568"/>
                        <a:pt x="79709" y="66151"/>
                        <a:pt x="82590" y="56011"/>
                      </a:cubicBezTo>
                      <a:lnTo>
                        <a:pt x="90442" y="28330"/>
                      </a:lnTo>
                      <a:lnTo>
                        <a:pt x="89820" y="23670"/>
                      </a:lnTo>
                      <a:cubicBezTo>
                        <a:pt x="88578" y="14377"/>
                        <a:pt x="92928" y="5197"/>
                        <a:pt x="100893" y="254"/>
                      </a:cubicBezTo>
                      <a:lnTo>
                        <a:pt x="101288" y="0"/>
                      </a:lnTo>
                    </a:path>
                  </a:pathLst>
                </a:custGeom>
                <a:noFill/>
                <a:ln w="8472" cap="flat">
                  <a:solidFill>
                    <a:srgbClr val="01355A"/>
                  </a:solidFill>
                  <a:prstDash val="solid"/>
                  <a:miter/>
                </a:ln>
              </p:spPr>
              <p:txBody>
                <a:bodyPr rtlCol="1" anchor="ctr"/>
                <a:lstStyle/>
                <a:p>
                  <a:endParaRPr lang="ar-SA"/>
                </a:p>
              </p:txBody>
            </p:sp>
            <p:sp>
              <p:nvSpPr>
                <p:cNvPr id="8542" name="شكل حر: شكل 9513">
                  <a:extLst>
                    <a:ext uri="{FF2B5EF4-FFF2-40B4-BE49-F238E27FC236}">
                      <a16:creationId xmlns:a16="http://schemas.microsoft.com/office/drawing/2014/main" id="{AA4C6B1F-B250-19C4-C9BE-3EB7171F0437}"/>
                    </a:ext>
                  </a:extLst>
                </p:cNvPr>
                <p:cNvSpPr/>
                <p:nvPr/>
              </p:nvSpPr>
              <p:spPr>
                <a:xfrm>
                  <a:off x="5869753" y="1964758"/>
                  <a:ext cx="107671" cy="108034"/>
                </a:xfrm>
                <a:custGeom>
                  <a:avLst/>
                  <a:gdLst>
                    <a:gd name="connsiteX0" fmla="*/ 14123 w 107671"/>
                    <a:gd name="connsiteY0" fmla="*/ 38495 h 108034"/>
                    <a:gd name="connsiteX1" fmla="*/ 17540 w 107671"/>
                    <a:gd name="connsiteY1" fmla="*/ 38890 h 108034"/>
                    <a:gd name="connsiteX2" fmla="*/ 65897 w 107671"/>
                    <a:gd name="connsiteY2" fmla="*/ 17254 h 108034"/>
                    <a:gd name="connsiteX3" fmla="*/ 107672 w 107671"/>
                    <a:gd name="connsiteY3" fmla="*/ 5843 h 108034"/>
                    <a:gd name="connsiteX4" fmla="*/ 74766 w 107671"/>
                    <a:gd name="connsiteY4" fmla="*/ 52476 h 108034"/>
                    <a:gd name="connsiteX5" fmla="*/ 31352 w 107671"/>
                    <a:gd name="connsiteY5" fmla="*/ 86173 h 108034"/>
                    <a:gd name="connsiteX6" fmla="*/ 27850 w 107671"/>
                    <a:gd name="connsiteY6" fmla="*/ 86964 h 108034"/>
                    <a:gd name="connsiteX7" fmla="*/ 0 w 107671"/>
                    <a:gd name="connsiteY7" fmla="*/ 108035 h 108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671" h="108034">
                      <a:moveTo>
                        <a:pt x="14123" y="38495"/>
                      </a:moveTo>
                      <a:cubicBezTo>
                        <a:pt x="15281" y="38664"/>
                        <a:pt x="16410" y="38777"/>
                        <a:pt x="17540" y="38890"/>
                      </a:cubicBezTo>
                      <a:cubicBezTo>
                        <a:pt x="36182" y="40528"/>
                        <a:pt x="54373" y="32026"/>
                        <a:pt x="65897" y="17254"/>
                      </a:cubicBezTo>
                      <a:cubicBezTo>
                        <a:pt x="89623" y="-13110"/>
                        <a:pt x="107672" y="5843"/>
                        <a:pt x="107672" y="5843"/>
                      </a:cubicBezTo>
                      <a:cubicBezTo>
                        <a:pt x="107672" y="5843"/>
                        <a:pt x="88097" y="29315"/>
                        <a:pt x="74766" y="52476"/>
                      </a:cubicBezTo>
                      <a:cubicBezTo>
                        <a:pt x="65247" y="69000"/>
                        <a:pt x="49825" y="81569"/>
                        <a:pt x="31352" y="86173"/>
                      </a:cubicBezTo>
                      <a:cubicBezTo>
                        <a:pt x="30223" y="86455"/>
                        <a:pt x="29036" y="86738"/>
                        <a:pt x="27850" y="86964"/>
                      </a:cubicBezTo>
                      <a:cubicBezTo>
                        <a:pt x="15733" y="89449"/>
                        <a:pt x="5621" y="97358"/>
                        <a:pt x="0" y="108035"/>
                      </a:cubicBezTo>
                    </a:path>
                  </a:pathLst>
                </a:custGeom>
                <a:noFill/>
                <a:ln w="8472" cap="flat">
                  <a:solidFill>
                    <a:srgbClr val="01355A"/>
                  </a:solidFill>
                  <a:prstDash val="solid"/>
                  <a:miter/>
                </a:ln>
              </p:spPr>
              <p:txBody>
                <a:bodyPr rtlCol="1" anchor="ctr"/>
                <a:lstStyle/>
                <a:p>
                  <a:endParaRPr lang="ar-SA"/>
                </a:p>
              </p:txBody>
            </p:sp>
            <p:sp>
              <p:nvSpPr>
                <p:cNvPr id="8543" name="شكل حر: شكل 9514">
                  <a:extLst>
                    <a:ext uri="{FF2B5EF4-FFF2-40B4-BE49-F238E27FC236}">
                      <a16:creationId xmlns:a16="http://schemas.microsoft.com/office/drawing/2014/main" id="{60C61D3A-48C8-4CD2-F858-ED7740E2BF0B}"/>
                    </a:ext>
                  </a:extLst>
                </p:cNvPr>
                <p:cNvSpPr/>
                <p:nvPr/>
              </p:nvSpPr>
              <p:spPr>
                <a:xfrm>
                  <a:off x="5933371" y="1855275"/>
                  <a:ext cx="34394" cy="109705"/>
                </a:xfrm>
                <a:custGeom>
                  <a:avLst/>
                  <a:gdLst>
                    <a:gd name="connsiteX0" fmla="*/ 26316 w 34394"/>
                    <a:gd name="connsiteY0" fmla="*/ 109705 h 109705"/>
                    <a:gd name="connsiteX1" fmla="*/ 34394 w 34394"/>
                    <a:gd name="connsiteY1" fmla="*/ 72788 h 109705"/>
                    <a:gd name="connsiteX2" fmla="*/ 10668 w 34394"/>
                    <a:gd name="connsiteY2" fmla="*/ 0 h 109705"/>
                    <a:gd name="connsiteX3" fmla="*/ 585 w 34394"/>
                    <a:gd name="connsiteY3" fmla="*/ 24178 h 109705"/>
                    <a:gd name="connsiteX4" fmla="*/ 11346 w 34394"/>
                    <a:gd name="connsiteY4" fmla="*/ 71546 h 109705"/>
                    <a:gd name="connsiteX5" fmla="*/ 4002 w 34394"/>
                    <a:gd name="connsiteY5" fmla="*/ 101486 h 109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394" h="109705">
                      <a:moveTo>
                        <a:pt x="26316" y="109705"/>
                      </a:moveTo>
                      <a:lnTo>
                        <a:pt x="34394" y="72788"/>
                      </a:lnTo>
                      <a:lnTo>
                        <a:pt x="10668" y="0"/>
                      </a:lnTo>
                      <a:cubicBezTo>
                        <a:pt x="10668" y="0"/>
                        <a:pt x="-2946" y="3418"/>
                        <a:pt x="585" y="24178"/>
                      </a:cubicBezTo>
                      <a:lnTo>
                        <a:pt x="11346" y="71546"/>
                      </a:lnTo>
                      <a:lnTo>
                        <a:pt x="4002" y="101486"/>
                      </a:lnTo>
                    </a:path>
                  </a:pathLst>
                </a:custGeom>
                <a:noFill/>
                <a:ln w="8472" cap="flat">
                  <a:solidFill>
                    <a:srgbClr val="01355A"/>
                  </a:solidFill>
                  <a:prstDash val="solid"/>
                  <a:miter/>
                </a:ln>
              </p:spPr>
              <p:txBody>
                <a:bodyPr rtlCol="1" anchor="ctr"/>
                <a:lstStyle/>
                <a:p>
                  <a:endParaRPr lang="ar-SA"/>
                </a:p>
              </p:txBody>
            </p:sp>
            <p:sp>
              <p:nvSpPr>
                <p:cNvPr id="8544" name="شكل حر: شكل 9515">
                  <a:extLst>
                    <a:ext uri="{FF2B5EF4-FFF2-40B4-BE49-F238E27FC236}">
                      <a16:creationId xmlns:a16="http://schemas.microsoft.com/office/drawing/2014/main" id="{97A2AF75-881E-6DC8-77B8-A780E5AB3D48}"/>
                    </a:ext>
                  </a:extLst>
                </p:cNvPr>
                <p:cNvSpPr/>
                <p:nvPr/>
              </p:nvSpPr>
              <p:spPr>
                <a:xfrm>
                  <a:off x="5916238" y="1843271"/>
                  <a:ext cx="19242" cy="109168"/>
                </a:xfrm>
                <a:custGeom>
                  <a:avLst/>
                  <a:gdLst>
                    <a:gd name="connsiteX0" fmla="*/ 19242 w 19242"/>
                    <a:gd name="connsiteY0" fmla="*/ 19659 h 109168"/>
                    <a:gd name="connsiteX1" fmla="*/ 12887 w 19242"/>
                    <a:gd name="connsiteY1" fmla="*/ 0 h 109168"/>
                    <a:gd name="connsiteX2" fmla="*/ 1222 w 19242"/>
                    <a:gd name="connsiteY2" fmla="*/ 29940 h 109168"/>
                    <a:gd name="connsiteX3" fmla="*/ 11079 w 19242"/>
                    <a:gd name="connsiteY3" fmla="*/ 81347 h 109168"/>
                    <a:gd name="connsiteX4" fmla="*/ 3199 w 19242"/>
                    <a:gd name="connsiteY4" fmla="*/ 109169 h 109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42" h="109168">
                      <a:moveTo>
                        <a:pt x="19242" y="19659"/>
                      </a:moveTo>
                      <a:lnTo>
                        <a:pt x="12887" y="0"/>
                      </a:lnTo>
                      <a:cubicBezTo>
                        <a:pt x="12887" y="0"/>
                        <a:pt x="-4710" y="6468"/>
                        <a:pt x="1222" y="29940"/>
                      </a:cubicBezTo>
                      <a:lnTo>
                        <a:pt x="11079" y="81347"/>
                      </a:lnTo>
                      <a:lnTo>
                        <a:pt x="3199" y="109169"/>
                      </a:lnTo>
                    </a:path>
                  </a:pathLst>
                </a:custGeom>
                <a:noFill/>
                <a:ln w="8472" cap="flat">
                  <a:solidFill>
                    <a:srgbClr val="01355A"/>
                  </a:solidFill>
                  <a:prstDash val="solid"/>
                  <a:miter/>
                </a:ln>
              </p:spPr>
              <p:txBody>
                <a:bodyPr rtlCol="1" anchor="ctr"/>
                <a:lstStyle/>
                <a:p>
                  <a:endParaRPr lang="ar-SA"/>
                </a:p>
              </p:txBody>
            </p:sp>
            <p:sp>
              <p:nvSpPr>
                <p:cNvPr id="8545" name="شكل حر: شكل 9516">
                  <a:extLst>
                    <a:ext uri="{FF2B5EF4-FFF2-40B4-BE49-F238E27FC236}">
                      <a16:creationId xmlns:a16="http://schemas.microsoft.com/office/drawing/2014/main" id="{B2FF7FEC-FA89-6689-0E73-00E9E1BE19D8}"/>
                    </a:ext>
                  </a:extLst>
                </p:cNvPr>
                <p:cNvSpPr/>
                <p:nvPr/>
              </p:nvSpPr>
              <p:spPr>
                <a:xfrm>
                  <a:off x="5902461" y="1862873"/>
                  <a:ext cx="13812" cy="85894"/>
                </a:xfrm>
                <a:custGeom>
                  <a:avLst/>
                  <a:gdLst>
                    <a:gd name="connsiteX0" fmla="*/ 13812 w 13812"/>
                    <a:gd name="connsiteY0" fmla="*/ 0 h 85894"/>
                    <a:gd name="connsiteX1" fmla="*/ 12908 w 13812"/>
                    <a:gd name="connsiteY1" fmla="*/ 650 h 85894"/>
                    <a:gd name="connsiteX2" fmla="*/ 2429 w 13812"/>
                    <a:gd name="connsiteY2" fmla="*/ 27116 h 85894"/>
                    <a:gd name="connsiteX3" fmla="*/ 8135 w 13812"/>
                    <a:gd name="connsiteY3" fmla="*/ 57564 h 85894"/>
                    <a:gd name="connsiteX4" fmla="*/ 0 w 13812"/>
                    <a:gd name="connsiteY4" fmla="*/ 85894 h 85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12" h="85894">
                      <a:moveTo>
                        <a:pt x="13812" y="0"/>
                      </a:moveTo>
                      <a:lnTo>
                        <a:pt x="12908" y="650"/>
                      </a:lnTo>
                      <a:cubicBezTo>
                        <a:pt x="4604" y="6722"/>
                        <a:pt x="537" y="17032"/>
                        <a:pt x="2429" y="27116"/>
                      </a:cubicBezTo>
                      <a:lnTo>
                        <a:pt x="8135" y="57564"/>
                      </a:lnTo>
                      <a:lnTo>
                        <a:pt x="0" y="85894"/>
                      </a:lnTo>
                    </a:path>
                  </a:pathLst>
                </a:custGeom>
                <a:noFill/>
                <a:ln w="8472" cap="flat">
                  <a:solidFill>
                    <a:srgbClr val="01355A"/>
                  </a:solidFill>
                  <a:prstDash val="solid"/>
                  <a:miter/>
                </a:ln>
              </p:spPr>
              <p:txBody>
                <a:bodyPr rtlCol="1" anchor="ctr"/>
                <a:lstStyle/>
                <a:p>
                  <a:endParaRPr lang="ar-SA"/>
                </a:p>
              </p:txBody>
            </p:sp>
          </p:grpSp>
          <p:sp>
            <p:nvSpPr>
              <p:cNvPr id="8539" name="شكل حر: شكل 9517">
                <a:extLst>
                  <a:ext uri="{FF2B5EF4-FFF2-40B4-BE49-F238E27FC236}">
                    <a16:creationId xmlns:a16="http://schemas.microsoft.com/office/drawing/2014/main" id="{0DFB6145-D3EC-5371-A769-8EA97CFB6570}"/>
                  </a:ext>
                </a:extLst>
              </p:cNvPr>
              <p:cNvSpPr/>
              <p:nvPr/>
            </p:nvSpPr>
            <p:spPr>
              <a:xfrm>
                <a:off x="5804054" y="2049265"/>
                <a:ext cx="78465" cy="65501"/>
              </a:xfrm>
              <a:custGeom>
                <a:avLst/>
                <a:gdLst>
                  <a:gd name="connsiteX0" fmla="*/ 8078 w 78465"/>
                  <a:gd name="connsiteY0" fmla="*/ 48441 h 65501"/>
                  <a:gd name="connsiteX1" fmla="*/ 63524 w 78465"/>
                  <a:gd name="connsiteY1" fmla="*/ 65501 h 65501"/>
                  <a:gd name="connsiteX2" fmla="*/ 78466 w 78465"/>
                  <a:gd name="connsiteY2" fmla="*/ 28245 h 65501"/>
                  <a:gd name="connsiteX3" fmla="*/ 0 w 78465"/>
                  <a:gd name="connsiteY3" fmla="*/ 0 h 65501"/>
                  <a:gd name="connsiteX4" fmla="*/ 0 w 78465"/>
                  <a:gd name="connsiteY4" fmla="*/ 18896 h 655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465" h="65501">
                    <a:moveTo>
                      <a:pt x="8078" y="48441"/>
                    </a:moveTo>
                    <a:lnTo>
                      <a:pt x="63524" y="65501"/>
                    </a:lnTo>
                    <a:lnTo>
                      <a:pt x="78466" y="28245"/>
                    </a:lnTo>
                    <a:lnTo>
                      <a:pt x="0" y="0"/>
                    </a:lnTo>
                    <a:lnTo>
                      <a:pt x="0" y="18896"/>
                    </a:lnTo>
                  </a:path>
                </a:pathLst>
              </a:custGeom>
              <a:noFill/>
              <a:ln w="8472" cap="flat">
                <a:solidFill>
                  <a:srgbClr val="01355A"/>
                </a:solidFill>
                <a:prstDash val="solid"/>
                <a:miter/>
              </a:ln>
            </p:spPr>
            <p:txBody>
              <a:bodyPr rtlCol="1" anchor="ctr"/>
              <a:lstStyle/>
              <a:p>
                <a:endParaRPr lang="ar-SA"/>
              </a:p>
            </p:txBody>
          </p:sp>
          <p:sp>
            <p:nvSpPr>
              <p:cNvPr id="8540" name="شكل حر: شكل 9518">
                <a:extLst>
                  <a:ext uri="{FF2B5EF4-FFF2-40B4-BE49-F238E27FC236}">
                    <a16:creationId xmlns:a16="http://schemas.microsoft.com/office/drawing/2014/main" id="{FADDB8D8-678A-BBB9-823B-0B13FD7B7D24}"/>
                  </a:ext>
                </a:extLst>
              </p:cNvPr>
              <p:cNvSpPr/>
              <p:nvPr/>
            </p:nvSpPr>
            <p:spPr>
              <a:xfrm>
                <a:off x="5804054" y="2068161"/>
                <a:ext cx="71997" cy="25449"/>
              </a:xfrm>
              <a:custGeom>
                <a:avLst/>
                <a:gdLst>
                  <a:gd name="connsiteX0" fmla="*/ 71998 w 71997"/>
                  <a:gd name="connsiteY0" fmla="*/ 25449 h 25449"/>
                  <a:gd name="connsiteX1" fmla="*/ 0 w 71997"/>
                  <a:gd name="connsiteY1" fmla="*/ 0 h 25449"/>
                </a:gdLst>
                <a:ahLst/>
                <a:cxnLst>
                  <a:cxn ang="0">
                    <a:pos x="connsiteX0" y="connsiteY0"/>
                  </a:cxn>
                  <a:cxn ang="0">
                    <a:pos x="connsiteX1" y="connsiteY1"/>
                  </a:cxn>
                </a:cxnLst>
                <a:rect l="l" t="t" r="r" b="b"/>
                <a:pathLst>
                  <a:path w="71997" h="25449">
                    <a:moveTo>
                      <a:pt x="71998" y="25449"/>
                    </a:moveTo>
                    <a:lnTo>
                      <a:pt x="0" y="0"/>
                    </a:lnTo>
                  </a:path>
                </a:pathLst>
              </a:custGeom>
              <a:ln w="8472" cap="flat">
                <a:solidFill>
                  <a:srgbClr val="01355A"/>
                </a:solidFill>
                <a:prstDash val="solid"/>
                <a:miter/>
              </a:ln>
            </p:spPr>
            <p:txBody>
              <a:bodyPr rtlCol="1" anchor="ctr"/>
              <a:lstStyle/>
              <a:p>
                <a:endParaRPr lang="ar-SA"/>
              </a:p>
            </p:txBody>
          </p:sp>
        </p:grpSp>
        <p:grpSp>
          <p:nvGrpSpPr>
            <p:cNvPr id="8534" name="رسم 8014">
              <a:extLst>
                <a:ext uri="{FF2B5EF4-FFF2-40B4-BE49-F238E27FC236}">
                  <a16:creationId xmlns:a16="http://schemas.microsoft.com/office/drawing/2014/main" id="{1D6C41B8-7C20-3EDA-3128-4170D5AFBBD2}"/>
                </a:ext>
              </a:extLst>
            </p:cNvPr>
            <p:cNvGrpSpPr/>
            <p:nvPr/>
          </p:nvGrpSpPr>
          <p:grpSpPr>
            <a:xfrm>
              <a:off x="5773125" y="1819460"/>
              <a:ext cx="33894" cy="86826"/>
              <a:chOff x="5773125" y="1819460"/>
              <a:chExt cx="33894" cy="86826"/>
            </a:xfrm>
            <a:noFill/>
          </p:grpSpPr>
          <p:sp>
            <p:nvSpPr>
              <p:cNvPr id="8535" name="شكل حر: شكل 9520">
                <a:extLst>
                  <a:ext uri="{FF2B5EF4-FFF2-40B4-BE49-F238E27FC236}">
                    <a16:creationId xmlns:a16="http://schemas.microsoft.com/office/drawing/2014/main" id="{3B70AF6D-B548-6395-DE04-EB02BDDE9906}"/>
                  </a:ext>
                </a:extLst>
              </p:cNvPr>
              <p:cNvSpPr/>
              <p:nvPr/>
            </p:nvSpPr>
            <p:spPr>
              <a:xfrm>
                <a:off x="5773125" y="1828922"/>
                <a:ext cx="33894" cy="67789"/>
              </a:xfrm>
              <a:custGeom>
                <a:avLst/>
                <a:gdLst>
                  <a:gd name="connsiteX0" fmla="*/ 0 w 33894"/>
                  <a:gd name="connsiteY0" fmla="*/ 50842 h 67789"/>
                  <a:gd name="connsiteX1" fmla="*/ 16947 w 33894"/>
                  <a:gd name="connsiteY1" fmla="*/ 67789 h 67789"/>
                  <a:gd name="connsiteX2" fmla="*/ 33895 w 33894"/>
                  <a:gd name="connsiteY2" fmla="*/ 50842 h 67789"/>
                  <a:gd name="connsiteX3" fmla="*/ 16947 w 33894"/>
                  <a:gd name="connsiteY3" fmla="*/ 33895 h 67789"/>
                  <a:gd name="connsiteX4" fmla="*/ 0 w 33894"/>
                  <a:gd name="connsiteY4" fmla="*/ 16947 h 67789"/>
                  <a:gd name="connsiteX5" fmla="*/ 16947 w 33894"/>
                  <a:gd name="connsiteY5" fmla="*/ 0 h 67789"/>
                  <a:gd name="connsiteX6" fmla="*/ 33895 w 33894"/>
                  <a:gd name="connsiteY6" fmla="*/ 16947 h 677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894" h="67789">
                    <a:moveTo>
                      <a:pt x="0" y="50842"/>
                    </a:moveTo>
                    <a:cubicBezTo>
                      <a:pt x="0" y="60219"/>
                      <a:pt x="7598" y="67789"/>
                      <a:pt x="16947" y="67789"/>
                    </a:cubicBezTo>
                    <a:cubicBezTo>
                      <a:pt x="26297" y="67789"/>
                      <a:pt x="33895" y="60191"/>
                      <a:pt x="33895" y="50842"/>
                    </a:cubicBezTo>
                    <a:cubicBezTo>
                      <a:pt x="33895" y="41493"/>
                      <a:pt x="26946" y="37143"/>
                      <a:pt x="16947" y="33895"/>
                    </a:cubicBezTo>
                    <a:cubicBezTo>
                      <a:pt x="8050" y="30985"/>
                      <a:pt x="0" y="26297"/>
                      <a:pt x="0" y="16947"/>
                    </a:cubicBezTo>
                    <a:cubicBezTo>
                      <a:pt x="0" y="7598"/>
                      <a:pt x="7598" y="0"/>
                      <a:pt x="16947" y="0"/>
                    </a:cubicBezTo>
                    <a:cubicBezTo>
                      <a:pt x="26297" y="0"/>
                      <a:pt x="33895" y="7598"/>
                      <a:pt x="33895" y="16947"/>
                    </a:cubicBezTo>
                  </a:path>
                </a:pathLst>
              </a:custGeom>
              <a:noFill/>
              <a:ln w="8472" cap="flat">
                <a:solidFill>
                  <a:srgbClr val="17A3A3"/>
                </a:solidFill>
                <a:prstDash val="solid"/>
                <a:miter/>
              </a:ln>
            </p:spPr>
            <p:txBody>
              <a:bodyPr rtlCol="1" anchor="ctr"/>
              <a:lstStyle/>
              <a:p>
                <a:endParaRPr lang="ar-SA"/>
              </a:p>
            </p:txBody>
          </p:sp>
          <p:sp>
            <p:nvSpPr>
              <p:cNvPr id="8536" name="شكل حر: شكل 9521">
                <a:extLst>
                  <a:ext uri="{FF2B5EF4-FFF2-40B4-BE49-F238E27FC236}">
                    <a16:creationId xmlns:a16="http://schemas.microsoft.com/office/drawing/2014/main" id="{41B20C96-9D16-51C1-0A81-02CF205C4159}"/>
                  </a:ext>
                </a:extLst>
              </p:cNvPr>
              <p:cNvSpPr/>
              <p:nvPr/>
            </p:nvSpPr>
            <p:spPr>
              <a:xfrm>
                <a:off x="5790073" y="1819460"/>
                <a:ext cx="2824" cy="9575"/>
              </a:xfrm>
              <a:custGeom>
                <a:avLst/>
                <a:gdLst>
                  <a:gd name="connsiteX0" fmla="*/ 0 w 2824"/>
                  <a:gd name="connsiteY0" fmla="*/ 0 h 9575"/>
                  <a:gd name="connsiteX1" fmla="*/ 0 w 2824"/>
                  <a:gd name="connsiteY1" fmla="*/ 9575 h 9575"/>
                </a:gdLst>
                <a:ahLst/>
                <a:cxnLst>
                  <a:cxn ang="0">
                    <a:pos x="connsiteX0" y="connsiteY0"/>
                  </a:cxn>
                  <a:cxn ang="0">
                    <a:pos x="connsiteX1" y="connsiteY1"/>
                  </a:cxn>
                </a:cxnLst>
                <a:rect l="l" t="t" r="r" b="b"/>
                <a:pathLst>
                  <a:path w="2824" h="9575">
                    <a:moveTo>
                      <a:pt x="0" y="0"/>
                    </a:moveTo>
                    <a:lnTo>
                      <a:pt x="0" y="9575"/>
                    </a:lnTo>
                  </a:path>
                </a:pathLst>
              </a:custGeom>
              <a:ln w="8472" cap="flat">
                <a:solidFill>
                  <a:srgbClr val="17A3A3"/>
                </a:solidFill>
                <a:prstDash val="solid"/>
                <a:miter/>
              </a:ln>
            </p:spPr>
            <p:txBody>
              <a:bodyPr rtlCol="1" anchor="ctr"/>
              <a:lstStyle/>
              <a:p>
                <a:endParaRPr lang="ar-SA"/>
              </a:p>
            </p:txBody>
          </p:sp>
          <p:sp>
            <p:nvSpPr>
              <p:cNvPr id="8537" name="شكل حر: شكل 9522">
                <a:extLst>
                  <a:ext uri="{FF2B5EF4-FFF2-40B4-BE49-F238E27FC236}">
                    <a16:creationId xmlns:a16="http://schemas.microsoft.com/office/drawing/2014/main" id="{4FCBE006-4640-F6DE-F0D1-30B66B7CED60}"/>
                  </a:ext>
                </a:extLst>
              </p:cNvPr>
              <p:cNvSpPr/>
              <p:nvPr/>
            </p:nvSpPr>
            <p:spPr>
              <a:xfrm>
                <a:off x="5790073" y="1896739"/>
                <a:ext cx="2824" cy="9546"/>
              </a:xfrm>
              <a:custGeom>
                <a:avLst/>
                <a:gdLst>
                  <a:gd name="connsiteX0" fmla="*/ 0 w 2824"/>
                  <a:gd name="connsiteY0" fmla="*/ 0 h 9546"/>
                  <a:gd name="connsiteX1" fmla="*/ 0 w 2824"/>
                  <a:gd name="connsiteY1" fmla="*/ 9547 h 9546"/>
                </a:gdLst>
                <a:ahLst/>
                <a:cxnLst>
                  <a:cxn ang="0">
                    <a:pos x="connsiteX0" y="connsiteY0"/>
                  </a:cxn>
                  <a:cxn ang="0">
                    <a:pos x="connsiteX1" y="connsiteY1"/>
                  </a:cxn>
                </a:cxnLst>
                <a:rect l="l" t="t" r="r" b="b"/>
                <a:pathLst>
                  <a:path w="2824" h="9546">
                    <a:moveTo>
                      <a:pt x="0" y="0"/>
                    </a:moveTo>
                    <a:lnTo>
                      <a:pt x="0" y="9547"/>
                    </a:lnTo>
                  </a:path>
                </a:pathLst>
              </a:custGeom>
              <a:ln w="8472" cap="flat">
                <a:solidFill>
                  <a:srgbClr val="17A3A3"/>
                </a:solidFill>
                <a:prstDash val="solid"/>
                <a:miter/>
              </a:ln>
            </p:spPr>
            <p:txBody>
              <a:bodyPr rtlCol="1" anchor="ctr"/>
              <a:lstStyle/>
              <a:p>
                <a:endParaRPr lang="ar-SA"/>
              </a:p>
            </p:txBody>
          </p:sp>
        </p:grpSp>
      </p:grpSp>
      <p:grpSp>
        <p:nvGrpSpPr>
          <p:cNvPr id="8554" name="رسم 8014">
            <a:extLst>
              <a:ext uri="{FF2B5EF4-FFF2-40B4-BE49-F238E27FC236}">
                <a16:creationId xmlns:a16="http://schemas.microsoft.com/office/drawing/2014/main" id="{BEFD5B0E-AAAE-1722-42A0-48C16B8C0D83}"/>
              </a:ext>
            </a:extLst>
          </p:cNvPr>
          <p:cNvGrpSpPr/>
          <p:nvPr/>
        </p:nvGrpSpPr>
        <p:grpSpPr>
          <a:xfrm>
            <a:off x="4168606" y="4468253"/>
            <a:ext cx="239565" cy="282805"/>
            <a:chOff x="4064162" y="3853614"/>
            <a:chExt cx="286352" cy="358802"/>
          </a:xfrm>
          <a:noFill/>
        </p:grpSpPr>
        <p:grpSp>
          <p:nvGrpSpPr>
            <p:cNvPr id="8555" name="رسم 8014">
              <a:extLst>
                <a:ext uri="{FF2B5EF4-FFF2-40B4-BE49-F238E27FC236}">
                  <a16:creationId xmlns:a16="http://schemas.microsoft.com/office/drawing/2014/main" id="{315024F5-0CBB-D12C-198B-47FBEDF7B9F2}"/>
                </a:ext>
              </a:extLst>
            </p:cNvPr>
            <p:cNvGrpSpPr/>
            <p:nvPr/>
          </p:nvGrpSpPr>
          <p:grpSpPr>
            <a:xfrm>
              <a:off x="4173246" y="3887734"/>
              <a:ext cx="157524" cy="236273"/>
              <a:chOff x="4173246" y="3887734"/>
              <a:chExt cx="157524" cy="236273"/>
            </a:xfrm>
          </p:grpSpPr>
          <p:sp>
            <p:nvSpPr>
              <p:cNvPr id="8568" name="شكل حر: شكل 9525">
                <a:extLst>
                  <a:ext uri="{FF2B5EF4-FFF2-40B4-BE49-F238E27FC236}">
                    <a16:creationId xmlns:a16="http://schemas.microsoft.com/office/drawing/2014/main" id="{580D6F86-AE64-CA34-B059-CECC1BA959EB}"/>
                  </a:ext>
                </a:extLst>
              </p:cNvPr>
              <p:cNvSpPr/>
              <p:nvPr/>
            </p:nvSpPr>
            <p:spPr>
              <a:xfrm>
                <a:off x="4229821" y="4124008"/>
                <a:ext cx="100949" cy="2824"/>
              </a:xfrm>
              <a:custGeom>
                <a:avLst/>
                <a:gdLst>
                  <a:gd name="connsiteX0" fmla="*/ 100949 w 100949"/>
                  <a:gd name="connsiteY0" fmla="*/ 0 h 2824"/>
                  <a:gd name="connsiteX1" fmla="*/ 0 w 100949"/>
                  <a:gd name="connsiteY1" fmla="*/ 0 h 2824"/>
                </a:gdLst>
                <a:ahLst/>
                <a:cxnLst>
                  <a:cxn ang="0">
                    <a:pos x="connsiteX0" y="connsiteY0"/>
                  </a:cxn>
                  <a:cxn ang="0">
                    <a:pos x="connsiteX1" y="connsiteY1"/>
                  </a:cxn>
                </a:cxnLst>
                <a:rect l="l" t="t" r="r" b="b"/>
                <a:pathLst>
                  <a:path w="100949" h="2824">
                    <a:moveTo>
                      <a:pt x="100949" y="0"/>
                    </a:moveTo>
                    <a:lnTo>
                      <a:pt x="0" y="0"/>
                    </a:lnTo>
                  </a:path>
                </a:pathLst>
              </a:custGeom>
              <a:ln w="8472" cap="flat">
                <a:solidFill>
                  <a:srgbClr val="01355A"/>
                </a:solidFill>
                <a:prstDash val="solid"/>
                <a:miter/>
              </a:ln>
            </p:spPr>
            <p:txBody>
              <a:bodyPr rtlCol="1" anchor="ctr"/>
              <a:lstStyle/>
              <a:p>
                <a:endParaRPr lang="ar-SA"/>
              </a:p>
            </p:txBody>
          </p:sp>
          <p:sp>
            <p:nvSpPr>
              <p:cNvPr id="8569" name="شكل حر: شكل 9526">
                <a:extLst>
                  <a:ext uri="{FF2B5EF4-FFF2-40B4-BE49-F238E27FC236}">
                    <a16:creationId xmlns:a16="http://schemas.microsoft.com/office/drawing/2014/main" id="{7A19522D-C3BF-178E-97A3-6F65C7FC729D}"/>
                  </a:ext>
                </a:extLst>
              </p:cNvPr>
              <p:cNvSpPr/>
              <p:nvPr/>
            </p:nvSpPr>
            <p:spPr>
              <a:xfrm>
                <a:off x="4173246" y="3887734"/>
                <a:ext cx="157524" cy="2824"/>
              </a:xfrm>
              <a:custGeom>
                <a:avLst/>
                <a:gdLst>
                  <a:gd name="connsiteX0" fmla="*/ 0 w 157524"/>
                  <a:gd name="connsiteY0" fmla="*/ 0 h 2824"/>
                  <a:gd name="connsiteX1" fmla="*/ 157525 w 157524"/>
                  <a:gd name="connsiteY1" fmla="*/ 0 h 2824"/>
                </a:gdLst>
                <a:ahLst/>
                <a:cxnLst>
                  <a:cxn ang="0">
                    <a:pos x="connsiteX0" y="connsiteY0"/>
                  </a:cxn>
                  <a:cxn ang="0">
                    <a:pos x="connsiteX1" y="connsiteY1"/>
                  </a:cxn>
                </a:cxnLst>
                <a:rect l="l" t="t" r="r" b="b"/>
                <a:pathLst>
                  <a:path w="157524" h="2824">
                    <a:moveTo>
                      <a:pt x="0" y="0"/>
                    </a:moveTo>
                    <a:lnTo>
                      <a:pt x="157525" y="0"/>
                    </a:lnTo>
                  </a:path>
                </a:pathLst>
              </a:custGeom>
              <a:ln w="8472" cap="flat">
                <a:solidFill>
                  <a:srgbClr val="01355A"/>
                </a:solidFill>
                <a:prstDash val="solid"/>
                <a:miter/>
              </a:ln>
            </p:spPr>
            <p:txBody>
              <a:bodyPr rtlCol="1" anchor="ctr"/>
              <a:lstStyle/>
              <a:p>
                <a:endParaRPr lang="ar-SA"/>
              </a:p>
            </p:txBody>
          </p:sp>
        </p:grpSp>
        <p:sp>
          <p:nvSpPr>
            <p:cNvPr id="8556" name="شكل حر: شكل 9527">
              <a:extLst>
                <a:ext uri="{FF2B5EF4-FFF2-40B4-BE49-F238E27FC236}">
                  <a16:creationId xmlns:a16="http://schemas.microsoft.com/office/drawing/2014/main" id="{4820E53F-A0A0-6112-FB55-488DE2C8F3D4}"/>
                </a:ext>
              </a:extLst>
            </p:cNvPr>
            <p:cNvSpPr/>
            <p:nvPr/>
          </p:nvSpPr>
          <p:spPr>
            <a:xfrm>
              <a:off x="4153474" y="3853614"/>
              <a:ext cx="197040" cy="324455"/>
            </a:xfrm>
            <a:custGeom>
              <a:avLst/>
              <a:gdLst>
                <a:gd name="connsiteX0" fmla="*/ 0 w 197040"/>
                <a:gd name="connsiteY0" fmla="*/ 236302 h 324455"/>
                <a:gd name="connsiteX1" fmla="*/ 0 w 197040"/>
                <a:gd name="connsiteY1" fmla="*/ 21100 h 324455"/>
                <a:gd name="connsiteX2" fmla="*/ 21099 w 197040"/>
                <a:gd name="connsiteY2" fmla="*/ 0 h 324455"/>
                <a:gd name="connsiteX3" fmla="*/ 175941 w 197040"/>
                <a:gd name="connsiteY3" fmla="*/ 0 h 324455"/>
                <a:gd name="connsiteX4" fmla="*/ 197040 w 197040"/>
                <a:gd name="connsiteY4" fmla="*/ 21100 h 324455"/>
                <a:gd name="connsiteX5" fmla="*/ 197040 w 197040"/>
                <a:gd name="connsiteY5" fmla="*/ 303356 h 324455"/>
                <a:gd name="connsiteX6" fmla="*/ 175941 w 197040"/>
                <a:gd name="connsiteY6" fmla="*/ 324456 h 324455"/>
                <a:gd name="connsiteX7" fmla="*/ 45729 w 197040"/>
                <a:gd name="connsiteY7" fmla="*/ 324456 h 324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7040" h="324455">
                  <a:moveTo>
                    <a:pt x="0" y="236302"/>
                  </a:moveTo>
                  <a:lnTo>
                    <a:pt x="0" y="21100"/>
                  </a:lnTo>
                  <a:cubicBezTo>
                    <a:pt x="0" y="9434"/>
                    <a:pt x="9462" y="0"/>
                    <a:pt x="21099" y="0"/>
                  </a:cubicBezTo>
                  <a:lnTo>
                    <a:pt x="175941" y="0"/>
                  </a:lnTo>
                  <a:cubicBezTo>
                    <a:pt x="187606" y="0"/>
                    <a:pt x="197040" y="9463"/>
                    <a:pt x="197040" y="21100"/>
                  </a:cubicBezTo>
                  <a:lnTo>
                    <a:pt x="197040" y="303356"/>
                  </a:lnTo>
                  <a:cubicBezTo>
                    <a:pt x="197040" y="315022"/>
                    <a:pt x="187578" y="324456"/>
                    <a:pt x="175941" y="324456"/>
                  </a:cubicBezTo>
                  <a:lnTo>
                    <a:pt x="45729" y="324456"/>
                  </a:lnTo>
                </a:path>
              </a:pathLst>
            </a:custGeom>
            <a:noFill/>
            <a:ln w="8472" cap="flat">
              <a:solidFill>
                <a:srgbClr val="01355A"/>
              </a:solidFill>
              <a:prstDash val="solid"/>
              <a:miter/>
            </a:ln>
          </p:spPr>
          <p:txBody>
            <a:bodyPr rtlCol="1" anchor="ctr"/>
            <a:lstStyle/>
            <a:p>
              <a:endParaRPr lang="ar-SA"/>
            </a:p>
          </p:txBody>
        </p:sp>
        <p:sp>
          <p:nvSpPr>
            <p:cNvPr id="8557" name="شكل حر: شكل 9528">
              <a:extLst>
                <a:ext uri="{FF2B5EF4-FFF2-40B4-BE49-F238E27FC236}">
                  <a16:creationId xmlns:a16="http://schemas.microsoft.com/office/drawing/2014/main" id="{25CE476F-BF85-8153-F326-DEF48D8C1DD0}"/>
                </a:ext>
              </a:extLst>
            </p:cNvPr>
            <p:cNvSpPr/>
            <p:nvPr/>
          </p:nvSpPr>
          <p:spPr>
            <a:xfrm>
              <a:off x="4232505" y="3870843"/>
              <a:ext cx="39035" cy="2824"/>
            </a:xfrm>
            <a:custGeom>
              <a:avLst/>
              <a:gdLst>
                <a:gd name="connsiteX0" fmla="*/ 0 w 39035"/>
                <a:gd name="connsiteY0" fmla="*/ 0 h 2824"/>
                <a:gd name="connsiteX1" fmla="*/ 39035 w 39035"/>
                <a:gd name="connsiteY1" fmla="*/ 0 h 2824"/>
              </a:gdLst>
              <a:ahLst/>
              <a:cxnLst>
                <a:cxn ang="0">
                  <a:pos x="connsiteX0" y="connsiteY0"/>
                </a:cxn>
                <a:cxn ang="0">
                  <a:pos x="connsiteX1" y="connsiteY1"/>
                </a:cxn>
              </a:cxnLst>
              <a:rect l="l" t="t" r="r" b="b"/>
              <a:pathLst>
                <a:path w="39035" h="2824">
                  <a:moveTo>
                    <a:pt x="0" y="0"/>
                  </a:moveTo>
                  <a:lnTo>
                    <a:pt x="39035" y="0"/>
                  </a:lnTo>
                </a:path>
              </a:pathLst>
            </a:custGeom>
            <a:ln w="8472" cap="flat">
              <a:solidFill>
                <a:srgbClr val="01355A"/>
              </a:solidFill>
              <a:prstDash val="solid"/>
              <a:miter/>
            </a:ln>
          </p:spPr>
          <p:txBody>
            <a:bodyPr rtlCol="1" anchor="ctr"/>
            <a:lstStyle/>
            <a:p>
              <a:endParaRPr lang="ar-SA"/>
            </a:p>
          </p:txBody>
        </p:sp>
        <p:grpSp>
          <p:nvGrpSpPr>
            <p:cNvPr id="8558" name="رسم 8014">
              <a:extLst>
                <a:ext uri="{FF2B5EF4-FFF2-40B4-BE49-F238E27FC236}">
                  <a16:creationId xmlns:a16="http://schemas.microsoft.com/office/drawing/2014/main" id="{8C31230B-491B-286E-A4B5-08305718C74A}"/>
                </a:ext>
              </a:extLst>
            </p:cNvPr>
            <p:cNvGrpSpPr/>
            <p:nvPr/>
          </p:nvGrpSpPr>
          <p:grpSpPr>
            <a:xfrm>
              <a:off x="4192425" y="3919369"/>
              <a:ext cx="38357" cy="98209"/>
              <a:chOff x="4192425" y="3919369"/>
              <a:chExt cx="38357" cy="98209"/>
            </a:xfrm>
            <a:noFill/>
          </p:grpSpPr>
          <p:sp>
            <p:nvSpPr>
              <p:cNvPr id="8565" name="شكل حر: شكل 9530">
                <a:extLst>
                  <a:ext uri="{FF2B5EF4-FFF2-40B4-BE49-F238E27FC236}">
                    <a16:creationId xmlns:a16="http://schemas.microsoft.com/office/drawing/2014/main" id="{04B5F1DE-F393-585A-8765-69B256D1D59F}"/>
                  </a:ext>
                </a:extLst>
              </p:cNvPr>
              <p:cNvSpPr/>
              <p:nvPr/>
            </p:nvSpPr>
            <p:spPr>
              <a:xfrm>
                <a:off x="4192425" y="3930046"/>
                <a:ext cx="38357" cy="76714"/>
              </a:xfrm>
              <a:custGeom>
                <a:avLst/>
                <a:gdLst>
                  <a:gd name="connsiteX0" fmla="*/ 0 w 38357"/>
                  <a:gd name="connsiteY0" fmla="*/ 57536 h 76714"/>
                  <a:gd name="connsiteX1" fmla="*/ 19178 w 38357"/>
                  <a:gd name="connsiteY1" fmla="*/ 76715 h 76714"/>
                  <a:gd name="connsiteX2" fmla="*/ 38357 w 38357"/>
                  <a:gd name="connsiteY2" fmla="*/ 57536 h 76714"/>
                  <a:gd name="connsiteX3" fmla="*/ 19178 w 38357"/>
                  <a:gd name="connsiteY3" fmla="*/ 38357 h 76714"/>
                  <a:gd name="connsiteX4" fmla="*/ 0 w 38357"/>
                  <a:gd name="connsiteY4" fmla="*/ 19179 h 76714"/>
                  <a:gd name="connsiteX5" fmla="*/ 19178 w 38357"/>
                  <a:gd name="connsiteY5" fmla="*/ 0 h 76714"/>
                  <a:gd name="connsiteX6" fmla="*/ 38357 w 38357"/>
                  <a:gd name="connsiteY6" fmla="*/ 19179 h 76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357" h="76714">
                    <a:moveTo>
                      <a:pt x="0" y="57536"/>
                    </a:moveTo>
                    <a:cubicBezTo>
                      <a:pt x="0" y="68128"/>
                      <a:pt x="8586" y="76715"/>
                      <a:pt x="19178" y="76715"/>
                    </a:cubicBezTo>
                    <a:cubicBezTo>
                      <a:pt x="29770" y="76715"/>
                      <a:pt x="38357" y="68128"/>
                      <a:pt x="38357" y="57536"/>
                    </a:cubicBezTo>
                    <a:cubicBezTo>
                      <a:pt x="38357" y="46944"/>
                      <a:pt x="30505" y="42058"/>
                      <a:pt x="19178" y="38357"/>
                    </a:cubicBezTo>
                    <a:cubicBezTo>
                      <a:pt x="9123" y="35081"/>
                      <a:pt x="0" y="29771"/>
                      <a:pt x="0" y="19179"/>
                    </a:cubicBezTo>
                    <a:cubicBezTo>
                      <a:pt x="0" y="8587"/>
                      <a:pt x="8586" y="0"/>
                      <a:pt x="19178" y="0"/>
                    </a:cubicBezTo>
                    <a:cubicBezTo>
                      <a:pt x="29770" y="0"/>
                      <a:pt x="38357" y="8587"/>
                      <a:pt x="38357" y="19179"/>
                    </a:cubicBezTo>
                  </a:path>
                </a:pathLst>
              </a:custGeom>
              <a:noFill/>
              <a:ln w="8472" cap="flat">
                <a:solidFill>
                  <a:srgbClr val="17A3A3"/>
                </a:solidFill>
                <a:prstDash val="solid"/>
                <a:miter/>
              </a:ln>
            </p:spPr>
            <p:txBody>
              <a:bodyPr rtlCol="1" anchor="ctr"/>
              <a:lstStyle/>
              <a:p>
                <a:endParaRPr lang="ar-SA"/>
              </a:p>
            </p:txBody>
          </p:sp>
          <p:sp>
            <p:nvSpPr>
              <p:cNvPr id="8566" name="شكل حر: شكل 9531">
                <a:extLst>
                  <a:ext uri="{FF2B5EF4-FFF2-40B4-BE49-F238E27FC236}">
                    <a16:creationId xmlns:a16="http://schemas.microsoft.com/office/drawing/2014/main" id="{4E6BB486-0E1B-0717-D851-03EBB3134EA9}"/>
                  </a:ext>
                </a:extLst>
              </p:cNvPr>
              <p:cNvSpPr/>
              <p:nvPr/>
            </p:nvSpPr>
            <p:spPr>
              <a:xfrm>
                <a:off x="4211603" y="3919369"/>
                <a:ext cx="2824" cy="10818"/>
              </a:xfrm>
              <a:custGeom>
                <a:avLst/>
                <a:gdLst>
                  <a:gd name="connsiteX0" fmla="*/ 0 w 2824"/>
                  <a:gd name="connsiteY0" fmla="*/ 0 h 10818"/>
                  <a:gd name="connsiteX1" fmla="*/ 0 w 2824"/>
                  <a:gd name="connsiteY1" fmla="*/ 10818 h 10818"/>
                </a:gdLst>
                <a:ahLst/>
                <a:cxnLst>
                  <a:cxn ang="0">
                    <a:pos x="connsiteX0" y="connsiteY0"/>
                  </a:cxn>
                  <a:cxn ang="0">
                    <a:pos x="connsiteX1" y="connsiteY1"/>
                  </a:cxn>
                </a:cxnLst>
                <a:rect l="l" t="t" r="r" b="b"/>
                <a:pathLst>
                  <a:path w="2824" h="10818">
                    <a:moveTo>
                      <a:pt x="0" y="0"/>
                    </a:moveTo>
                    <a:lnTo>
                      <a:pt x="0" y="10818"/>
                    </a:lnTo>
                  </a:path>
                </a:pathLst>
              </a:custGeom>
              <a:ln w="8472" cap="flat">
                <a:solidFill>
                  <a:srgbClr val="17A3A3"/>
                </a:solidFill>
                <a:prstDash val="solid"/>
                <a:miter/>
              </a:ln>
            </p:spPr>
            <p:txBody>
              <a:bodyPr rtlCol="1" anchor="ctr"/>
              <a:lstStyle/>
              <a:p>
                <a:endParaRPr lang="ar-SA"/>
              </a:p>
            </p:txBody>
          </p:sp>
          <p:sp>
            <p:nvSpPr>
              <p:cNvPr id="8567" name="شكل حر: شكل 9532">
                <a:extLst>
                  <a:ext uri="{FF2B5EF4-FFF2-40B4-BE49-F238E27FC236}">
                    <a16:creationId xmlns:a16="http://schemas.microsoft.com/office/drawing/2014/main" id="{742BC09B-26AB-3ED0-D495-CF34B3BDEC6D}"/>
                  </a:ext>
                </a:extLst>
              </p:cNvPr>
              <p:cNvSpPr/>
              <p:nvPr/>
            </p:nvSpPr>
            <p:spPr>
              <a:xfrm>
                <a:off x="4211603" y="4006761"/>
                <a:ext cx="2824" cy="10818"/>
              </a:xfrm>
              <a:custGeom>
                <a:avLst/>
                <a:gdLst>
                  <a:gd name="connsiteX0" fmla="*/ 0 w 2824"/>
                  <a:gd name="connsiteY0" fmla="*/ 0 h 10818"/>
                  <a:gd name="connsiteX1" fmla="*/ 0 w 2824"/>
                  <a:gd name="connsiteY1" fmla="*/ 10818 h 10818"/>
                </a:gdLst>
                <a:ahLst/>
                <a:cxnLst>
                  <a:cxn ang="0">
                    <a:pos x="connsiteX0" y="connsiteY0"/>
                  </a:cxn>
                  <a:cxn ang="0">
                    <a:pos x="connsiteX1" y="connsiteY1"/>
                  </a:cxn>
                </a:cxnLst>
                <a:rect l="l" t="t" r="r" b="b"/>
                <a:pathLst>
                  <a:path w="2824" h="10818">
                    <a:moveTo>
                      <a:pt x="0" y="0"/>
                    </a:moveTo>
                    <a:lnTo>
                      <a:pt x="0" y="10818"/>
                    </a:lnTo>
                  </a:path>
                </a:pathLst>
              </a:custGeom>
              <a:ln w="8472" cap="flat">
                <a:solidFill>
                  <a:srgbClr val="17A3A3"/>
                </a:solidFill>
                <a:prstDash val="solid"/>
                <a:miter/>
              </a:ln>
            </p:spPr>
            <p:txBody>
              <a:bodyPr rtlCol="1" anchor="ctr"/>
              <a:lstStyle/>
              <a:p>
                <a:endParaRPr lang="ar-SA"/>
              </a:p>
            </p:txBody>
          </p:sp>
        </p:grpSp>
        <p:grpSp>
          <p:nvGrpSpPr>
            <p:cNvPr id="8559" name="رسم 8014">
              <a:extLst>
                <a:ext uri="{FF2B5EF4-FFF2-40B4-BE49-F238E27FC236}">
                  <a16:creationId xmlns:a16="http://schemas.microsoft.com/office/drawing/2014/main" id="{3289C4F9-5E0B-6DF3-E63B-F6E8C72AE923}"/>
                </a:ext>
              </a:extLst>
            </p:cNvPr>
            <p:cNvGrpSpPr/>
            <p:nvPr/>
          </p:nvGrpSpPr>
          <p:grpSpPr>
            <a:xfrm>
              <a:off x="4064162" y="4004699"/>
              <a:ext cx="182449" cy="207717"/>
              <a:chOff x="4064162" y="4004699"/>
              <a:chExt cx="182449" cy="207717"/>
            </a:xfrm>
            <a:noFill/>
          </p:grpSpPr>
          <p:sp>
            <p:nvSpPr>
              <p:cNvPr id="8563" name="شكل حر: شكل 9534">
                <a:extLst>
                  <a:ext uri="{FF2B5EF4-FFF2-40B4-BE49-F238E27FC236}">
                    <a16:creationId xmlns:a16="http://schemas.microsoft.com/office/drawing/2014/main" id="{696FB0E2-15AC-3B8D-506F-F28B5984444A}"/>
                  </a:ext>
                </a:extLst>
              </p:cNvPr>
              <p:cNvSpPr/>
              <p:nvPr/>
            </p:nvSpPr>
            <p:spPr>
              <a:xfrm>
                <a:off x="4064162" y="4004699"/>
                <a:ext cx="89312" cy="207717"/>
              </a:xfrm>
              <a:custGeom>
                <a:avLst/>
                <a:gdLst>
                  <a:gd name="connsiteX0" fmla="*/ 89312 w 89312"/>
                  <a:gd name="connsiteY0" fmla="*/ 0 h 207717"/>
                  <a:gd name="connsiteX1" fmla="*/ 80782 w 89312"/>
                  <a:gd name="connsiteY1" fmla="*/ 4745 h 207717"/>
                  <a:gd name="connsiteX2" fmla="*/ 10253 w 89312"/>
                  <a:gd name="connsiteY2" fmla="*/ 114338 h 207717"/>
                  <a:gd name="connsiteX3" fmla="*/ 0 w 89312"/>
                  <a:gd name="connsiteY3" fmla="*/ 207717 h 207717"/>
                </a:gdLst>
                <a:ahLst/>
                <a:cxnLst>
                  <a:cxn ang="0">
                    <a:pos x="connsiteX0" y="connsiteY0"/>
                  </a:cxn>
                  <a:cxn ang="0">
                    <a:pos x="connsiteX1" y="connsiteY1"/>
                  </a:cxn>
                  <a:cxn ang="0">
                    <a:pos x="connsiteX2" y="connsiteY2"/>
                  </a:cxn>
                  <a:cxn ang="0">
                    <a:pos x="connsiteX3" y="connsiteY3"/>
                  </a:cxn>
                </a:cxnLst>
                <a:rect l="l" t="t" r="r" b="b"/>
                <a:pathLst>
                  <a:path w="89312" h="207717">
                    <a:moveTo>
                      <a:pt x="89312" y="0"/>
                    </a:moveTo>
                    <a:lnTo>
                      <a:pt x="80782" y="4745"/>
                    </a:lnTo>
                    <a:cubicBezTo>
                      <a:pt x="46492" y="23839"/>
                      <a:pt x="18924" y="76037"/>
                      <a:pt x="10253" y="114338"/>
                    </a:cubicBezTo>
                    <a:cubicBezTo>
                      <a:pt x="3418" y="144476"/>
                      <a:pt x="0" y="163993"/>
                      <a:pt x="0" y="207717"/>
                    </a:cubicBezTo>
                  </a:path>
                </a:pathLst>
              </a:custGeom>
              <a:noFill/>
              <a:ln w="8472" cap="flat">
                <a:solidFill>
                  <a:srgbClr val="01355A"/>
                </a:solidFill>
                <a:prstDash val="solid"/>
                <a:miter/>
              </a:ln>
            </p:spPr>
            <p:txBody>
              <a:bodyPr rtlCol="1" anchor="ctr"/>
              <a:lstStyle/>
              <a:p>
                <a:endParaRPr lang="ar-SA"/>
              </a:p>
            </p:txBody>
          </p:sp>
          <p:sp>
            <p:nvSpPr>
              <p:cNvPr id="8564" name="شكل حر: شكل 9535">
                <a:extLst>
                  <a:ext uri="{FF2B5EF4-FFF2-40B4-BE49-F238E27FC236}">
                    <a16:creationId xmlns:a16="http://schemas.microsoft.com/office/drawing/2014/main" id="{38F8C090-2CED-CAE0-6CE4-78FE267717C4}"/>
                  </a:ext>
                </a:extLst>
              </p:cNvPr>
              <p:cNvSpPr/>
              <p:nvPr/>
            </p:nvSpPr>
            <p:spPr>
              <a:xfrm>
                <a:off x="4140877" y="4046236"/>
                <a:ext cx="105734" cy="166179"/>
              </a:xfrm>
              <a:custGeom>
                <a:avLst/>
                <a:gdLst>
                  <a:gd name="connsiteX0" fmla="*/ 12597 w 105734"/>
                  <a:gd name="connsiteY0" fmla="*/ 43679 h 166179"/>
                  <a:gd name="connsiteX1" fmla="*/ 12597 w 105734"/>
                  <a:gd name="connsiteY1" fmla="*/ 43877 h 166179"/>
                  <a:gd name="connsiteX2" fmla="*/ 30618 w 105734"/>
                  <a:gd name="connsiteY2" fmla="*/ 52972 h 166179"/>
                  <a:gd name="connsiteX3" fmla="*/ 75189 w 105734"/>
                  <a:gd name="connsiteY3" fmla="*/ 6678 h 166179"/>
                  <a:gd name="connsiteX4" fmla="*/ 99085 w 105734"/>
                  <a:gd name="connsiteY4" fmla="*/ 3797 h 166179"/>
                  <a:gd name="connsiteX5" fmla="*/ 99621 w 105734"/>
                  <a:gd name="connsiteY5" fmla="*/ 4249 h 166179"/>
                  <a:gd name="connsiteX6" fmla="*/ 99593 w 105734"/>
                  <a:gd name="connsiteY6" fmla="*/ 30912 h 166179"/>
                  <a:gd name="connsiteX7" fmla="*/ 77901 w 105734"/>
                  <a:gd name="connsiteY7" fmla="*/ 62011 h 166179"/>
                  <a:gd name="connsiteX8" fmla="*/ 63609 w 105734"/>
                  <a:gd name="connsiteY8" fmla="*/ 90736 h 166179"/>
                  <a:gd name="connsiteX9" fmla="*/ 16241 w 105734"/>
                  <a:gd name="connsiteY9" fmla="*/ 141747 h 166179"/>
                  <a:gd name="connsiteX10" fmla="*/ 0 w 105734"/>
                  <a:gd name="connsiteY10" fmla="*/ 166180 h 166179"/>
                  <a:gd name="connsiteX11" fmla="*/ 0 w 105734"/>
                  <a:gd name="connsiteY11" fmla="*/ 166180 h 166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5734" h="166179">
                    <a:moveTo>
                      <a:pt x="12597" y="43679"/>
                    </a:moveTo>
                    <a:lnTo>
                      <a:pt x="12597" y="43877"/>
                    </a:lnTo>
                    <a:cubicBezTo>
                      <a:pt x="12626" y="53085"/>
                      <a:pt x="23189" y="58452"/>
                      <a:pt x="30618" y="52972"/>
                    </a:cubicBezTo>
                    <a:cubicBezTo>
                      <a:pt x="53101" y="36420"/>
                      <a:pt x="65783" y="19049"/>
                      <a:pt x="75189" y="6678"/>
                    </a:cubicBezTo>
                    <a:cubicBezTo>
                      <a:pt x="80923" y="-920"/>
                      <a:pt x="91798" y="-2248"/>
                      <a:pt x="99085" y="3797"/>
                    </a:cubicBezTo>
                    <a:cubicBezTo>
                      <a:pt x="99254" y="3966"/>
                      <a:pt x="99396" y="4079"/>
                      <a:pt x="99621" y="4249"/>
                    </a:cubicBezTo>
                    <a:cubicBezTo>
                      <a:pt x="108208" y="11790"/>
                      <a:pt x="107333" y="19106"/>
                      <a:pt x="99593" y="30912"/>
                    </a:cubicBezTo>
                    <a:cubicBezTo>
                      <a:pt x="92645" y="41448"/>
                      <a:pt x="83550" y="53085"/>
                      <a:pt x="77901" y="62011"/>
                    </a:cubicBezTo>
                    <a:cubicBezTo>
                      <a:pt x="72139" y="71049"/>
                      <a:pt x="67619" y="80737"/>
                      <a:pt x="63609" y="90736"/>
                    </a:cubicBezTo>
                    <a:cubicBezTo>
                      <a:pt x="50898" y="122399"/>
                      <a:pt x="30477" y="135957"/>
                      <a:pt x="16241" y="141747"/>
                    </a:cubicBezTo>
                    <a:cubicBezTo>
                      <a:pt x="6355" y="145787"/>
                      <a:pt x="0" y="155531"/>
                      <a:pt x="0" y="166180"/>
                    </a:cubicBezTo>
                    <a:lnTo>
                      <a:pt x="0" y="166180"/>
                    </a:lnTo>
                  </a:path>
                </a:pathLst>
              </a:custGeom>
              <a:noFill/>
              <a:ln w="8472" cap="flat">
                <a:solidFill>
                  <a:srgbClr val="01355A"/>
                </a:solidFill>
                <a:prstDash val="solid"/>
                <a:miter/>
              </a:ln>
            </p:spPr>
            <p:txBody>
              <a:bodyPr rtlCol="1" anchor="ctr"/>
              <a:lstStyle/>
              <a:p>
                <a:endParaRPr lang="ar-SA"/>
              </a:p>
            </p:txBody>
          </p:sp>
        </p:grpSp>
        <p:grpSp>
          <p:nvGrpSpPr>
            <p:cNvPr id="8560" name="رسم 8014">
              <a:extLst>
                <a:ext uri="{FF2B5EF4-FFF2-40B4-BE49-F238E27FC236}">
                  <a16:creationId xmlns:a16="http://schemas.microsoft.com/office/drawing/2014/main" id="{8186A60B-D4D0-F392-D33A-230BD568677F}"/>
                </a:ext>
              </a:extLst>
            </p:cNvPr>
            <p:cNvGrpSpPr/>
            <p:nvPr/>
          </p:nvGrpSpPr>
          <p:grpSpPr>
            <a:xfrm>
              <a:off x="4263349" y="3947954"/>
              <a:ext cx="57197" cy="41040"/>
              <a:chOff x="4263349" y="3947954"/>
              <a:chExt cx="57197" cy="41040"/>
            </a:xfrm>
          </p:grpSpPr>
          <p:sp>
            <p:nvSpPr>
              <p:cNvPr id="8561" name="شكل حر: شكل 9537">
                <a:extLst>
                  <a:ext uri="{FF2B5EF4-FFF2-40B4-BE49-F238E27FC236}">
                    <a16:creationId xmlns:a16="http://schemas.microsoft.com/office/drawing/2014/main" id="{FC7067F6-E7B4-C99B-5512-94E51EEBCA37}"/>
                  </a:ext>
                </a:extLst>
              </p:cNvPr>
              <p:cNvSpPr/>
              <p:nvPr/>
            </p:nvSpPr>
            <p:spPr>
              <a:xfrm>
                <a:off x="4263349" y="3988994"/>
                <a:ext cx="57197" cy="2824"/>
              </a:xfrm>
              <a:custGeom>
                <a:avLst/>
                <a:gdLst>
                  <a:gd name="connsiteX0" fmla="*/ 0 w 57197"/>
                  <a:gd name="connsiteY0" fmla="*/ 0 h 2824"/>
                  <a:gd name="connsiteX1" fmla="*/ 57197 w 57197"/>
                  <a:gd name="connsiteY1" fmla="*/ 0 h 2824"/>
                </a:gdLst>
                <a:ahLst/>
                <a:cxnLst>
                  <a:cxn ang="0">
                    <a:pos x="connsiteX0" y="connsiteY0"/>
                  </a:cxn>
                  <a:cxn ang="0">
                    <a:pos x="connsiteX1" y="connsiteY1"/>
                  </a:cxn>
                </a:cxnLst>
                <a:rect l="l" t="t" r="r" b="b"/>
                <a:pathLst>
                  <a:path w="57197" h="2824">
                    <a:moveTo>
                      <a:pt x="0" y="0"/>
                    </a:moveTo>
                    <a:lnTo>
                      <a:pt x="57197" y="0"/>
                    </a:lnTo>
                  </a:path>
                </a:pathLst>
              </a:custGeom>
              <a:ln w="8472" cap="flat">
                <a:solidFill>
                  <a:srgbClr val="17A3A3"/>
                </a:solidFill>
                <a:prstDash val="solid"/>
                <a:miter/>
              </a:ln>
            </p:spPr>
            <p:txBody>
              <a:bodyPr rtlCol="1" anchor="ctr"/>
              <a:lstStyle/>
              <a:p>
                <a:endParaRPr lang="ar-SA"/>
              </a:p>
            </p:txBody>
          </p:sp>
          <p:sp>
            <p:nvSpPr>
              <p:cNvPr id="8562" name="شكل حر: شكل 9538">
                <a:extLst>
                  <a:ext uri="{FF2B5EF4-FFF2-40B4-BE49-F238E27FC236}">
                    <a16:creationId xmlns:a16="http://schemas.microsoft.com/office/drawing/2014/main" id="{7B6BCC2C-BE8A-8975-E6A4-86D3A4F4571B}"/>
                  </a:ext>
                </a:extLst>
              </p:cNvPr>
              <p:cNvSpPr/>
              <p:nvPr/>
            </p:nvSpPr>
            <p:spPr>
              <a:xfrm>
                <a:off x="4263349" y="3947954"/>
                <a:ext cx="57197" cy="2824"/>
              </a:xfrm>
              <a:custGeom>
                <a:avLst/>
                <a:gdLst>
                  <a:gd name="connsiteX0" fmla="*/ 0 w 57197"/>
                  <a:gd name="connsiteY0" fmla="*/ 0 h 2824"/>
                  <a:gd name="connsiteX1" fmla="*/ 57197 w 57197"/>
                  <a:gd name="connsiteY1" fmla="*/ 0 h 2824"/>
                </a:gdLst>
                <a:ahLst/>
                <a:cxnLst>
                  <a:cxn ang="0">
                    <a:pos x="connsiteX0" y="connsiteY0"/>
                  </a:cxn>
                  <a:cxn ang="0">
                    <a:pos x="connsiteX1" y="connsiteY1"/>
                  </a:cxn>
                </a:cxnLst>
                <a:rect l="l" t="t" r="r" b="b"/>
                <a:pathLst>
                  <a:path w="57197" h="2824">
                    <a:moveTo>
                      <a:pt x="0" y="0"/>
                    </a:moveTo>
                    <a:lnTo>
                      <a:pt x="57197" y="0"/>
                    </a:lnTo>
                  </a:path>
                </a:pathLst>
              </a:custGeom>
              <a:ln w="8472" cap="flat">
                <a:solidFill>
                  <a:srgbClr val="17A3A3"/>
                </a:solidFill>
                <a:prstDash val="solid"/>
                <a:miter/>
              </a:ln>
            </p:spPr>
            <p:txBody>
              <a:bodyPr rtlCol="1" anchor="ctr"/>
              <a:lstStyle/>
              <a:p>
                <a:endParaRPr lang="ar-SA"/>
              </a:p>
            </p:txBody>
          </p:sp>
        </p:grpSp>
      </p:grpSp>
      <p:grpSp>
        <p:nvGrpSpPr>
          <p:cNvPr id="8570" name="رسم 8014">
            <a:extLst>
              <a:ext uri="{FF2B5EF4-FFF2-40B4-BE49-F238E27FC236}">
                <a16:creationId xmlns:a16="http://schemas.microsoft.com/office/drawing/2014/main" id="{179F19F7-D2FD-B066-5294-F1F13A5D9389}"/>
              </a:ext>
            </a:extLst>
          </p:cNvPr>
          <p:cNvGrpSpPr/>
          <p:nvPr/>
        </p:nvGrpSpPr>
        <p:grpSpPr>
          <a:xfrm>
            <a:off x="5889681" y="3684689"/>
            <a:ext cx="317451" cy="221938"/>
            <a:chOff x="6121364" y="2859486"/>
            <a:chExt cx="379449" cy="281579"/>
          </a:xfrm>
          <a:noFill/>
        </p:grpSpPr>
        <p:sp>
          <p:nvSpPr>
            <p:cNvPr id="8571" name="شكل حر: شكل 9540">
              <a:extLst>
                <a:ext uri="{FF2B5EF4-FFF2-40B4-BE49-F238E27FC236}">
                  <a16:creationId xmlns:a16="http://schemas.microsoft.com/office/drawing/2014/main" id="{6E3145D6-2797-3050-8C59-BB46107CD9FC}"/>
                </a:ext>
              </a:extLst>
            </p:cNvPr>
            <p:cNvSpPr/>
            <p:nvPr/>
          </p:nvSpPr>
          <p:spPr>
            <a:xfrm>
              <a:off x="6393396" y="2950013"/>
              <a:ext cx="107417" cy="53638"/>
            </a:xfrm>
            <a:custGeom>
              <a:avLst/>
              <a:gdLst>
                <a:gd name="connsiteX0" fmla="*/ 98238 w 107417"/>
                <a:gd name="connsiteY0" fmla="*/ 0 h 53638"/>
                <a:gd name="connsiteX1" fmla="*/ 107417 w 107417"/>
                <a:gd name="connsiteY1" fmla="*/ 9180 h 53638"/>
                <a:gd name="connsiteX2" fmla="*/ 107417 w 107417"/>
                <a:gd name="connsiteY2" fmla="*/ 44458 h 53638"/>
                <a:gd name="connsiteX3" fmla="*/ 98238 w 107417"/>
                <a:gd name="connsiteY3" fmla="*/ 53638 h 53638"/>
                <a:gd name="connsiteX4" fmla="*/ 9180 w 107417"/>
                <a:gd name="connsiteY4" fmla="*/ 53638 h 53638"/>
                <a:gd name="connsiteX5" fmla="*/ 0 w 107417"/>
                <a:gd name="connsiteY5" fmla="*/ 44458 h 53638"/>
                <a:gd name="connsiteX6" fmla="*/ 0 w 107417"/>
                <a:gd name="connsiteY6" fmla="*/ 9180 h 53638"/>
                <a:gd name="connsiteX7" fmla="*/ 9180 w 107417"/>
                <a:gd name="connsiteY7" fmla="*/ 0 h 53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417" h="53638">
                  <a:moveTo>
                    <a:pt x="98238" y="0"/>
                  </a:moveTo>
                  <a:cubicBezTo>
                    <a:pt x="103307" y="0"/>
                    <a:pt x="107417" y="4110"/>
                    <a:pt x="107417" y="9180"/>
                  </a:cubicBezTo>
                  <a:lnTo>
                    <a:pt x="107417" y="44458"/>
                  </a:lnTo>
                  <a:cubicBezTo>
                    <a:pt x="107417" y="49528"/>
                    <a:pt x="103307" y="53638"/>
                    <a:pt x="98238" y="53638"/>
                  </a:cubicBezTo>
                  <a:lnTo>
                    <a:pt x="9180" y="53638"/>
                  </a:lnTo>
                  <a:cubicBezTo>
                    <a:pt x="4110" y="53638"/>
                    <a:pt x="0" y="49528"/>
                    <a:pt x="0" y="44458"/>
                  </a:cubicBezTo>
                  <a:lnTo>
                    <a:pt x="0" y="9180"/>
                  </a:lnTo>
                  <a:cubicBezTo>
                    <a:pt x="0" y="4110"/>
                    <a:pt x="4110" y="0"/>
                    <a:pt x="9180" y="0"/>
                  </a:cubicBezTo>
                  <a:close/>
                </a:path>
              </a:pathLst>
            </a:custGeom>
            <a:noFill/>
            <a:ln w="8472" cap="flat">
              <a:solidFill>
                <a:srgbClr val="17A3A3"/>
              </a:solidFill>
              <a:prstDash val="solid"/>
              <a:miter/>
            </a:ln>
          </p:spPr>
          <p:txBody>
            <a:bodyPr rtlCol="1" anchor="ctr"/>
            <a:lstStyle/>
            <a:p>
              <a:endParaRPr lang="ar-SA"/>
            </a:p>
          </p:txBody>
        </p:sp>
        <p:sp>
          <p:nvSpPr>
            <p:cNvPr id="8572" name="شكل حر: شكل 9541">
              <a:extLst>
                <a:ext uri="{FF2B5EF4-FFF2-40B4-BE49-F238E27FC236}">
                  <a16:creationId xmlns:a16="http://schemas.microsoft.com/office/drawing/2014/main" id="{2A78771D-5E02-94FA-C3DC-B4EC31B48D01}"/>
                </a:ext>
              </a:extLst>
            </p:cNvPr>
            <p:cNvSpPr/>
            <p:nvPr/>
          </p:nvSpPr>
          <p:spPr>
            <a:xfrm>
              <a:off x="6260529" y="3003623"/>
              <a:ext cx="226528" cy="90526"/>
            </a:xfrm>
            <a:custGeom>
              <a:avLst/>
              <a:gdLst>
                <a:gd name="connsiteX0" fmla="*/ 0 w 226528"/>
                <a:gd name="connsiteY0" fmla="*/ 90527 h 90526"/>
                <a:gd name="connsiteX1" fmla="*/ 198989 w 226528"/>
                <a:gd name="connsiteY1" fmla="*/ 90527 h 90526"/>
                <a:gd name="connsiteX2" fmla="*/ 226529 w 226528"/>
                <a:gd name="connsiteY2" fmla="*/ 62987 h 90526"/>
                <a:gd name="connsiteX3" fmla="*/ 226529 w 226528"/>
                <a:gd name="connsiteY3" fmla="*/ 0 h 90526"/>
              </a:gdLst>
              <a:ahLst/>
              <a:cxnLst>
                <a:cxn ang="0">
                  <a:pos x="connsiteX0" y="connsiteY0"/>
                </a:cxn>
                <a:cxn ang="0">
                  <a:pos x="connsiteX1" y="connsiteY1"/>
                </a:cxn>
                <a:cxn ang="0">
                  <a:pos x="connsiteX2" y="connsiteY2"/>
                </a:cxn>
                <a:cxn ang="0">
                  <a:pos x="connsiteX3" y="connsiteY3"/>
                </a:cxn>
              </a:cxnLst>
              <a:rect l="l" t="t" r="r" b="b"/>
              <a:pathLst>
                <a:path w="226528" h="90526">
                  <a:moveTo>
                    <a:pt x="0" y="90527"/>
                  </a:moveTo>
                  <a:lnTo>
                    <a:pt x="198989" y="90527"/>
                  </a:lnTo>
                  <a:cubicBezTo>
                    <a:pt x="214185" y="90527"/>
                    <a:pt x="226529" y="78183"/>
                    <a:pt x="226529" y="62987"/>
                  </a:cubicBezTo>
                  <a:lnTo>
                    <a:pt x="226529" y="0"/>
                  </a:lnTo>
                </a:path>
              </a:pathLst>
            </a:custGeom>
            <a:noFill/>
            <a:ln w="8472" cap="flat">
              <a:solidFill>
                <a:srgbClr val="01355A"/>
              </a:solidFill>
              <a:prstDash val="solid"/>
              <a:miter/>
            </a:ln>
          </p:spPr>
          <p:txBody>
            <a:bodyPr rtlCol="1" anchor="ctr"/>
            <a:lstStyle/>
            <a:p>
              <a:endParaRPr lang="ar-SA"/>
            </a:p>
          </p:txBody>
        </p:sp>
        <p:sp>
          <p:nvSpPr>
            <p:cNvPr id="8573" name="شكل حر: شكل 9542">
              <a:extLst>
                <a:ext uri="{FF2B5EF4-FFF2-40B4-BE49-F238E27FC236}">
                  <a16:creationId xmlns:a16="http://schemas.microsoft.com/office/drawing/2014/main" id="{7D821550-FDBA-A7FB-4E0D-F8E90EBF38BF}"/>
                </a:ext>
              </a:extLst>
            </p:cNvPr>
            <p:cNvSpPr/>
            <p:nvPr/>
          </p:nvSpPr>
          <p:spPr>
            <a:xfrm>
              <a:off x="6429776" y="3003623"/>
              <a:ext cx="27539" cy="90526"/>
            </a:xfrm>
            <a:custGeom>
              <a:avLst/>
              <a:gdLst>
                <a:gd name="connsiteX0" fmla="*/ 0 w 27539"/>
                <a:gd name="connsiteY0" fmla="*/ 90527 h 90526"/>
                <a:gd name="connsiteX1" fmla="*/ 27539 w 27539"/>
                <a:gd name="connsiteY1" fmla="*/ 62987 h 90526"/>
                <a:gd name="connsiteX2" fmla="*/ 27539 w 27539"/>
                <a:gd name="connsiteY2" fmla="*/ 0 h 90526"/>
              </a:gdLst>
              <a:ahLst/>
              <a:cxnLst>
                <a:cxn ang="0">
                  <a:pos x="connsiteX0" y="connsiteY0"/>
                </a:cxn>
                <a:cxn ang="0">
                  <a:pos x="connsiteX1" y="connsiteY1"/>
                </a:cxn>
                <a:cxn ang="0">
                  <a:pos x="connsiteX2" y="connsiteY2"/>
                </a:cxn>
              </a:cxnLst>
              <a:rect l="l" t="t" r="r" b="b"/>
              <a:pathLst>
                <a:path w="27539" h="90526">
                  <a:moveTo>
                    <a:pt x="0" y="90527"/>
                  </a:moveTo>
                  <a:cubicBezTo>
                    <a:pt x="15196" y="90527"/>
                    <a:pt x="27539" y="78183"/>
                    <a:pt x="27539" y="62987"/>
                  </a:cubicBezTo>
                  <a:lnTo>
                    <a:pt x="27539" y="0"/>
                  </a:lnTo>
                </a:path>
              </a:pathLst>
            </a:custGeom>
            <a:noFill/>
            <a:ln w="8472" cap="flat">
              <a:solidFill>
                <a:srgbClr val="01355A"/>
              </a:solidFill>
              <a:prstDash val="solid"/>
              <a:miter/>
            </a:ln>
          </p:spPr>
          <p:txBody>
            <a:bodyPr rtlCol="1" anchor="ctr"/>
            <a:lstStyle/>
            <a:p>
              <a:endParaRPr lang="ar-SA"/>
            </a:p>
          </p:txBody>
        </p:sp>
        <p:sp>
          <p:nvSpPr>
            <p:cNvPr id="8574" name="شكل حر: شكل 9543">
              <a:extLst>
                <a:ext uri="{FF2B5EF4-FFF2-40B4-BE49-F238E27FC236}">
                  <a16:creationId xmlns:a16="http://schemas.microsoft.com/office/drawing/2014/main" id="{20B01E38-6ED0-8CBA-81F1-CCD5F7ACF975}"/>
                </a:ext>
              </a:extLst>
            </p:cNvPr>
            <p:cNvSpPr/>
            <p:nvPr/>
          </p:nvSpPr>
          <p:spPr>
            <a:xfrm>
              <a:off x="6429776" y="2859486"/>
              <a:ext cx="27539" cy="90526"/>
            </a:xfrm>
            <a:custGeom>
              <a:avLst/>
              <a:gdLst>
                <a:gd name="connsiteX0" fmla="*/ 27539 w 27539"/>
                <a:gd name="connsiteY0" fmla="*/ 90527 h 90526"/>
                <a:gd name="connsiteX1" fmla="*/ 27539 w 27539"/>
                <a:gd name="connsiteY1" fmla="*/ 27539 h 90526"/>
                <a:gd name="connsiteX2" fmla="*/ 0 w 27539"/>
                <a:gd name="connsiteY2" fmla="*/ 0 h 90526"/>
              </a:gdLst>
              <a:ahLst/>
              <a:cxnLst>
                <a:cxn ang="0">
                  <a:pos x="connsiteX0" y="connsiteY0"/>
                </a:cxn>
                <a:cxn ang="0">
                  <a:pos x="connsiteX1" y="connsiteY1"/>
                </a:cxn>
                <a:cxn ang="0">
                  <a:pos x="connsiteX2" y="connsiteY2"/>
                </a:cxn>
              </a:cxnLst>
              <a:rect l="l" t="t" r="r" b="b"/>
              <a:pathLst>
                <a:path w="27539" h="90526">
                  <a:moveTo>
                    <a:pt x="27539" y="90527"/>
                  </a:moveTo>
                  <a:lnTo>
                    <a:pt x="27539" y="27539"/>
                  </a:lnTo>
                  <a:cubicBezTo>
                    <a:pt x="27539" y="12343"/>
                    <a:pt x="15196" y="0"/>
                    <a:pt x="0" y="0"/>
                  </a:cubicBezTo>
                </a:path>
              </a:pathLst>
            </a:custGeom>
            <a:noFill/>
            <a:ln w="8472" cap="flat">
              <a:solidFill>
                <a:srgbClr val="01355A"/>
              </a:solidFill>
              <a:prstDash val="solid"/>
              <a:miter/>
            </a:ln>
          </p:spPr>
          <p:txBody>
            <a:bodyPr rtlCol="1" anchor="ctr"/>
            <a:lstStyle/>
            <a:p>
              <a:endParaRPr lang="ar-SA"/>
            </a:p>
          </p:txBody>
        </p:sp>
        <p:grpSp>
          <p:nvGrpSpPr>
            <p:cNvPr id="8575" name="رسم 8014">
              <a:extLst>
                <a:ext uri="{FF2B5EF4-FFF2-40B4-BE49-F238E27FC236}">
                  <a16:creationId xmlns:a16="http://schemas.microsoft.com/office/drawing/2014/main" id="{97442F57-A807-731D-99D8-2ABFF5298D65}"/>
                </a:ext>
              </a:extLst>
            </p:cNvPr>
            <p:cNvGrpSpPr/>
            <p:nvPr/>
          </p:nvGrpSpPr>
          <p:grpSpPr>
            <a:xfrm>
              <a:off x="6318178" y="2926626"/>
              <a:ext cx="37368" cy="95695"/>
              <a:chOff x="6318178" y="2926626"/>
              <a:chExt cx="37368" cy="95695"/>
            </a:xfrm>
            <a:noFill/>
          </p:grpSpPr>
          <p:sp>
            <p:nvSpPr>
              <p:cNvPr id="8580" name="شكل حر: شكل 9545">
                <a:extLst>
                  <a:ext uri="{FF2B5EF4-FFF2-40B4-BE49-F238E27FC236}">
                    <a16:creationId xmlns:a16="http://schemas.microsoft.com/office/drawing/2014/main" id="{5593BCC6-353D-3512-7872-97B0DD2B2904}"/>
                  </a:ext>
                </a:extLst>
              </p:cNvPr>
              <p:cNvSpPr/>
              <p:nvPr/>
            </p:nvSpPr>
            <p:spPr>
              <a:xfrm>
                <a:off x="6318178" y="2937020"/>
                <a:ext cx="37368" cy="74737"/>
              </a:xfrm>
              <a:custGeom>
                <a:avLst/>
                <a:gdLst>
                  <a:gd name="connsiteX0" fmla="*/ 0 w 37368"/>
                  <a:gd name="connsiteY0" fmla="*/ 56068 h 74737"/>
                  <a:gd name="connsiteX1" fmla="*/ 18698 w 37368"/>
                  <a:gd name="connsiteY1" fmla="*/ 74738 h 74737"/>
                  <a:gd name="connsiteX2" fmla="*/ 37369 w 37368"/>
                  <a:gd name="connsiteY2" fmla="*/ 56068 h 74737"/>
                  <a:gd name="connsiteX3" fmla="*/ 18698 w 37368"/>
                  <a:gd name="connsiteY3" fmla="*/ 37369 h 74737"/>
                  <a:gd name="connsiteX4" fmla="*/ 0 w 37368"/>
                  <a:gd name="connsiteY4" fmla="*/ 18671 h 74737"/>
                  <a:gd name="connsiteX5" fmla="*/ 18698 w 37368"/>
                  <a:gd name="connsiteY5" fmla="*/ 0 h 74737"/>
                  <a:gd name="connsiteX6" fmla="*/ 37369 w 37368"/>
                  <a:gd name="connsiteY6" fmla="*/ 18671 h 74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368" h="74737">
                    <a:moveTo>
                      <a:pt x="0" y="56068"/>
                    </a:moveTo>
                    <a:cubicBezTo>
                      <a:pt x="0" y="66377"/>
                      <a:pt x="8361" y="74738"/>
                      <a:pt x="18698" y="74738"/>
                    </a:cubicBezTo>
                    <a:cubicBezTo>
                      <a:pt x="29036" y="74738"/>
                      <a:pt x="37369" y="66377"/>
                      <a:pt x="37369" y="56068"/>
                    </a:cubicBezTo>
                    <a:cubicBezTo>
                      <a:pt x="37369" y="45758"/>
                      <a:pt x="29714" y="40984"/>
                      <a:pt x="18698" y="37369"/>
                    </a:cubicBezTo>
                    <a:cubicBezTo>
                      <a:pt x="8897" y="34177"/>
                      <a:pt x="0" y="29008"/>
                      <a:pt x="0" y="18671"/>
                    </a:cubicBezTo>
                    <a:cubicBezTo>
                      <a:pt x="0" y="8333"/>
                      <a:pt x="8361" y="0"/>
                      <a:pt x="18698" y="0"/>
                    </a:cubicBezTo>
                    <a:cubicBezTo>
                      <a:pt x="29036" y="0"/>
                      <a:pt x="37369" y="8361"/>
                      <a:pt x="37369" y="18671"/>
                    </a:cubicBezTo>
                  </a:path>
                </a:pathLst>
              </a:custGeom>
              <a:noFill/>
              <a:ln w="8472" cap="flat">
                <a:solidFill>
                  <a:srgbClr val="17A3A3"/>
                </a:solidFill>
                <a:prstDash val="solid"/>
                <a:miter/>
              </a:ln>
            </p:spPr>
            <p:txBody>
              <a:bodyPr rtlCol="1" anchor="ctr"/>
              <a:lstStyle/>
              <a:p>
                <a:endParaRPr lang="ar-SA"/>
              </a:p>
            </p:txBody>
          </p:sp>
          <p:sp>
            <p:nvSpPr>
              <p:cNvPr id="8581" name="شكل حر: شكل 9546">
                <a:extLst>
                  <a:ext uri="{FF2B5EF4-FFF2-40B4-BE49-F238E27FC236}">
                    <a16:creationId xmlns:a16="http://schemas.microsoft.com/office/drawing/2014/main" id="{062BA8F2-3E34-2719-2756-DF4CB2E977D2}"/>
                  </a:ext>
                </a:extLst>
              </p:cNvPr>
              <p:cNvSpPr/>
              <p:nvPr/>
            </p:nvSpPr>
            <p:spPr>
              <a:xfrm>
                <a:off x="6336849" y="2926626"/>
                <a:ext cx="2824" cy="10535"/>
              </a:xfrm>
              <a:custGeom>
                <a:avLst/>
                <a:gdLst>
                  <a:gd name="connsiteX0" fmla="*/ 0 w 2824"/>
                  <a:gd name="connsiteY0" fmla="*/ 0 h 10535"/>
                  <a:gd name="connsiteX1" fmla="*/ 0 w 2824"/>
                  <a:gd name="connsiteY1" fmla="*/ 10536 h 10535"/>
                </a:gdLst>
                <a:ahLst/>
                <a:cxnLst>
                  <a:cxn ang="0">
                    <a:pos x="connsiteX0" y="connsiteY0"/>
                  </a:cxn>
                  <a:cxn ang="0">
                    <a:pos x="connsiteX1" y="connsiteY1"/>
                  </a:cxn>
                </a:cxnLst>
                <a:rect l="l" t="t" r="r" b="b"/>
                <a:pathLst>
                  <a:path w="2824" h="10535">
                    <a:moveTo>
                      <a:pt x="0" y="0"/>
                    </a:moveTo>
                    <a:lnTo>
                      <a:pt x="0" y="10536"/>
                    </a:lnTo>
                  </a:path>
                </a:pathLst>
              </a:custGeom>
              <a:ln w="8472" cap="flat">
                <a:solidFill>
                  <a:srgbClr val="17A3A3"/>
                </a:solidFill>
                <a:prstDash val="solid"/>
                <a:miter/>
              </a:ln>
            </p:spPr>
            <p:txBody>
              <a:bodyPr rtlCol="1" anchor="ctr"/>
              <a:lstStyle/>
              <a:p>
                <a:endParaRPr lang="ar-SA"/>
              </a:p>
            </p:txBody>
          </p:sp>
          <p:sp>
            <p:nvSpPr>
              <p:cNvPr id="8582" name="شكل حر: شكل 9547">
                <a:extLst>
                  <a:ext uri="{FF2B5EF4-FFF2-40B4-BE49-F238E27FC236}">
                    <a16:creationId xmlns:a16="http://schemas.microsoft.com/office/drawing/2014/main" id="{49E5C8F1-F974-3F0F-20EC-A2C9862D8B27}"/>
                  </a:ext>
                </a:extLst>
              </p:cNvPr>
              <p:cNvSpPr/>
              <p:nvPr/>
            </p:nvSpPr>
            <p:spPr>
              <a:xfrm>
                <a:off x="6336849" y="3011786"/>
                <a:ext cx="2824" cy="10535"/>
              </a:xfrm>
              <a:custGeom>
                <a:avLst/>
                <a:gdLst>
                  <a:gd name="connsiteX0" fmla="*/ 0 w 2824"/>
                  <a:gd name="connsiteY0" fmla="*/ 0 h 10535"/>
                  <a:gd name="connsiteX1" fmla="*/ 0 w 2824"/>
                  <a:gd name="connsiteY1" fmla="*/ 10536 h 10535"/>
                </a:gdLst>
                <a:ahLst/>
                <a:cxnLst>
                  <a:cxn ang="0">
                    <a:pos x="connsiteX0" y="connsiteY0"/>
                  </a:cxn>
                  <a:cxn ang="0">
                    <a:pos x="connsiteX1" y="connsiteY1"/>
                  </a:cxn>
                </a:cxnLst>
                <a:rect l="l" t="t" r="r" b="b"/>
                <a:pathLst>
                  <a:path w="2824" h="10535">
                    <a:moveTo>
                      <a:pt x="0" y="0"/>
                    </a:moveTo>
                    <a:lnTo>
                      <a:pt x="0" y="10536"/>
                    </a:lnTo>
                  </a:path>
                </a:pathLst>
              </a:custGeom>
              <a:ln w="8472" cap="flat">
                <a:solidFill>
                  <a:srgbClr val="17A3A3"/>
                </a:solidFill>
                <a:prstDash val="solid"/>
                <a:miter/>
              </a:ln>
            </p:spPr>
            <p:txBody>
              <a:bodyPr rtlCol="1" anchor="ctr"/>
              <a:lstStyle/>
              <a:p>
                <a:endParaRPr lang="ar-SA"/>
              </a:p>
            </p:txBody>
          </p:sp>
        </p:grpSp>
        <p:grpSp>
          <p:nvGrpSpPr>
            <p:cNvPr id="8576" name="رسم 8014">
              <a:extLst>
                <a:ext uri="{FF2B5EF4-FFF2-40B4-BE49-F238E27FC236}">
                  <a16:creationId xmlns:a16="http://schemas.microsoft.com/office/drawing/2014/main" id="{AA790253-F784-0B92-2686-B8E41BFCD945}"/>
                </a:ext>
              </a:extLst>
            </p:cNvPr>
            <p:cNvGrpSpPr/>
            <p:nvPr/>
          </p:nvGrpSpPr>
          <p:grpSpPr>
            <a:xfrm>
              <a:off x="6121364" y="2859486"/>
              <a:ext cx="365665" cy="281579"/>
              <a:chOff x="6121364" y="2859486"/>
              <a:chExt cx="365665" cy="281579"/>
            </a:xfrm>
            <a:noFill/>
          </p:grpSpPr>
          <p:sp>
            <p:nvSpPr>
              <p:cNvPr id="8578" name="شكل حر: شكل 9549">
                <a:extLst>
                  <a:ext uri="{FF2B5EF4-FFF2-40B4-BE49-F238E27FC236}">
                    <a16:creationId xmlns:a16="http://schemas.microsoft.com/office/drawing/2014/main" id="{E058DF03-6108-E448-BD34-31FA7423AAB4}"/>
                  </a:ext>
                </a:extLst>
              </p:cNvPr>
              <p:cNvSpPr/>
              <p:nvPr/>
            </p:nvSpPr>
            <p:spPr>
              <a:xfrm>
                <a:off x="6121364" y="2948431"/>
                <a:ext cx="82844" cy="192606"/>
              </a:xfrm>
              <a:custGeom>
                <a:avLst/>
                <a:gdLst>
                  <a:gd name="connsiteX0" fmla="*/ 82844 w 82844"/>
                  <a:gd name="connsiteY0" fmla="*/ 0 h 192606"/>
                  <a:gd name="connsiteX1" fmla="*/ 74935 w 82844"/>
                  <a:gd name="connsiteY1" fmla="*/ 4406 h 192606"/>
                  <a:gd name="connsiteX2" fmla="*/ 9519 w 82844"/>
                  <a:gd name="connsiteY2" fmla="*/ 106005 h 192606"/>
                  <a:gd name="connsiteX3" fmla="*/ 0 w 82844"/>
                  <a:gd name="connsiteY3" fmla="*/ 192606 h 192606"/>
                </a:gdLst>
                <a:ahLst/>
                <a:cxnLst>
                  <a:cxn ang="0">
                    <a:pos x="connsiteX0" y="connsiteY0"/>
                  </a:cxn>
                  <a:cxn ang="0">
                    <a:pos x="connsiteX1" y="connsiteY1"/>
                  </a:cxn>
                  <a:cxn ang="0">
                    <a:pos x="connsiteX2" y="connsiteY2"/>
                  </a:cxn>
                  <a:cxn ang="0">
                    <a:pos x="connsiteX3" y="connsiteY3"/>
                  </a:cxn>
                </a:cxnLst>
                <a:rect l="l" t="t" r="r" b="b"/>
                <a:pathLst>
                  <a:path w="82844" h="192606">
                    <a:moveTo>
                      <a:pt x="82844" y="0"/>
                    </a:moveTo>
                    <a:lnTo>
                      <a:pt x="74935" y="4406"/>
                    </a:lnTo>
                    <a:cubicBezTo>
                      <a:pt x="43131" y="22116"/>
                      <a:pt x="17597" y="70529"/>
                      <a:pt x="9519" y="106005"/>
                    </a:cubicBezTo>
                    <a:cubicBezTo>
                      <a:pt x="3163" y="133940"/>
                      <a:pt x="0" y="152045"/>
                      <a:pt x="0" y="192606"/>
                    </a:cubicBezTo>
                  </a:path>
                </a:pathLst>
              </a:custGeom>
              <a:noFill/>
              <a:ln w="8472" cap="flat">
                <a:solidFill>
                  <a:srgbClr val="01355A"/>
                </a:solidFill>
                <a:prstDash val="solid"/>
                <a:miter/>
              </a:ln>
            </p:spPr>
            <p:txBody>
              <a:bodyPr rtlCol="1" anchor="ctr"/>
              <a:lstStyle/>
              <a:p>
                <a:endParaRPr lang="ar-SA"/>
              </a:p>
            </p:txBody>
          </p:sp>
          <p:sp>
            <p:nvSpPr>
              <p:cNvPr id="8579" name="شكل حر: شكل 9550">
                <a:extLst>
                  <a:ext uri="{FF2B5EF4-FFF2-40B4-BE49-F238E27FC236}">
                    <a16:creationId xmlns:a16="http://schemas.microsoft.com/office/drawing/2014/main" id="{0907379E-5EB7-F98C-EF58-71B53326E14F}"/>
                  </a:ext>
                </a:extLst>
              </p:cNvPr>
              <p:cNvSpPr/>
              <p:nvPr/>
            </p:nvSpPr>
            <p:spPr>
              <a:xfrm>
                <a:off x="6192571" y="2859486"/>
                <a:ext cx="294459" cy="281579"/>
              </a:xfrm>
              <a:custGeom>
                <a:avLst/>
                <a:gdLst>
                  <a:gd name="connsiteX0" fmla="*/ 294459 w 294459"/>
                  <a:gd name="connsiteY0" fmla="*/ 90527 h 281579"/>
                  <a:gd name="connsiteX1" fmla="*/ 294459 w 294459"/>
                  <a:gd name="connsiteY1" fmla="*/ 27539 h 281579"/>
                  <a:gd name="connsiteX2" fmla="*/ 266920 w 294459"/>
                  <a:gd name="connsiteY2" fmla="*/ 0 h 281579"/>
                  <a:gd name="connsiteX3" fmla="*/ 39374 w 294459"/>
                  <a:gd name="connsiteY3" fmla="*/ 0 h 281579"/>
                  <a:gd name="connsiteX4" fmla="*/ 11835 w 294459"/>
                  <a:gd name="connsiteY4" fmla="*/ 27539 h 281579"/>
                  <a:gd name="connsiteX5" fmla="*/ 11835 w 294459"/>
                  <a:gd name="connsiteY5" fmla="*/ 165688 h 281579"/>
                  <a:gd name="connsiteX6" fmla="*/ 13812 w 294459"/>
                  <a:gd name="connsiteY6" fmla="*/ 173229 h 281579"/>
                  <a:gd name="connsiteX7" fmla="*/ 28359 w 294459"/>
                  <a:gd name="connsiteY7" fmla="*/ 176591 h 281579"/>
                  <a:gd name="connsiteX8" fmla="*/ 69710 w 294459"/>
                  <a:gd name="connsiteY8" fmla="*/ 133686 h 281579"/>
                  <a:gd name="connsiteX9" fmla="*/ 91883 w 294459"/>
                  <a:gd name="connsiteY9" fmla="*/ 131031 h 281579"/>
                  <a:gd name="connsiteX10" fmla="*/ 92363 w 294459"/>
                  <a:gd name="connsiteY10" fmla="*/ 131455 h 281579"/>
                  <a:gd name="connsiteX11" fmla="*/ 92335 w 294459"/>
                  <a:gd name="connsiteY11" fmla="*/ 156169 h 281579"/>
                  <a:gd name="connsiteX12" fmla="*/ 72224 w 294459"/>
                  <a:gd name="connsiteY12" fmla="*/ 185008 h 281579"/>
                  <a:gd name="connsiteX13" fmla="*/ 58977 w 294459"/>
                  <a:gd name="connsiteY13" fmla="*/ 211643 h 281579"/>
                  <a:gd name="connsiteX14" fmla="*/ 15055 w 294459"/>
                  <a:gd name="connsiteY14" fmla="*/ 258926 h 281579"/>
                  <a:gd name="connsiteX15" fmla="*/ 0 w 294459"/>
                  <a:gd name="connsiteY15" fmla="*/ 281579 h 281579"/>
                  <a:gd name="connsiteX16" fmla="*/ 0 w 294459"/>
                  <a:gd name="connsiteY16" fmla="*/ 281579 h 281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94459" h="281579">
                    <a:moveTo>
                      <a:pt x="294459" y="90527"/>
                    </a:moveTo>
                    <a:lnTo>
                      <a:pt x="294459" y="27539"/>
                    </a:lnTo>
                    <a:cubicBezTo>
                      <a:pt x="294459" y="12343"/>
                      <a:pt x="282116" y="0"/>
                      <a:pt x="266920" y="0"/>
                    </a:cubicBezTo>
                    <a:lnTo>
                      <a:pt x="39374" y="0"/>
                    </a:lnTo>
                    <a:cubicBezTo>
                      <a:pt x="24178" y="0"/>
                      <a:pt x="11835" y="12343"/>
                      <a:pt x="11835" y="27539"/>
                    </a:cubicBezTo>
                    <a:lnTo>
                      <a:pt x="11835" y="165688"/>
                    </a:lnTo>
                    <a:cubicBezTo>
                      <a:pt x="11835" y="168343"/>
                      <a:pt x="12400" y="170998"/>
                      <a:pt x="13812" y="173229"/>
                    </a:cubicBezTo>
                    <a:cubicBezTo>
                      <a:pt x="17032" y="178370"/>
                      <a:pt x="23077" y="180489"/>
                      <a:pt x="28359" y="176591"/>
                    </a:cubicBezTo>
                    <a:cubicBezTo>
                      <a:pt x="49204" y="161225"/>
                      <a:pt x="60982" y="145125"/>
                      <a:pt x="69710" y="133686"/>
                    </a:cubicBezTo>
                    <a:cubicBezTo>
                      <a:pt x="75020" y="126653"/>
                      <a:pt x="85104" y="125410"/>
                      <a:pt x="91883" y="131031"/>
                    </a:cubicBezTo>
                    <a:cubicBezTo>
                      <a:pt x="92024" y="131172"/>
                      <a:pt x="92193" y="131285"/>
                      <a:pt x="92363" y="131455"/>
                    </a:cubicBezTo>
                    <a:cubicBezTo>
                      <a:pt x="100328" y="138459"/>
                      <a:pt x="99509" y="145238"/>
                      <a:pt x="92335" y="156169"/>
                    </a:cubicBezTo>
                    <a:cubicBezTo>
                      <a:pt x="85895" y="165942"/>
                      <a:pt x="77477" y="176732"/>
                      <a:pt x="72224" y="185008"/>
                    </a:cubicBezTo>
                    <a:cubicBezTo>
                      <a:pt x="66857" y="193397"/>
                      <a:pt x="62677" y="202379"/>
                      <a:pt x="58977" y="211643"/>
                    </a:cubicBezTo>
                    <a:cubicBezTo>
                      <a:pt x="47170" y="240990"/>
                      <a:pt x="28274" y="253588"/>
                      <a:pt x="15055" y="258926"/>
                    </a:cubicBezTo>
                    <a:cubicBezTo>
                      <a:pt x="5875" y="262683"/>
                      <a:pt x="0" y="271693"/>
                      <a:pt x="0" y="281579"/>
                    </a:cubicBezTo>
                    <a:lnTo>
                      <a:pt x="0" y="281579"/>
                    </a:lnTo>
                  </a:path>
                </a:pathLst>
              </a:custGeom>
              <a:noFill/>
              <a:ln w="8472" cap="flat">
                <a:solidFill>
                  <a:srgbClr val="01355A"/>
                </a:solidFill>
                <a:prstDash val="solid"/>
                <a:miter/>
              </a:ln>
            </p:spPr>
            <p:txBody>
              <a:bodyPr rtlCol="1" anchor="ctr"/>
              <a:lstStyle/>
              <a:p>
                <a:endParaRPr lang="ar-SA"/>
              </a:p>
            </p:txBody>
          </p:sp>
        </p:grpSp>
        <p:sp>
          <p:nvSpPr>
            <p:cNvPr id="8577" name="شكل حر: شكل 9551">
              <a:extLst>
                <a:ext uri="{FF2B5EF4-FFF2-40B4-BE49-F238E27FC236}">
                  <a16:creationId xmlns:a16="http://schemas.microsoft.com/office/drawing/2014/main" id="{4B81E466-044B-E70E-D59B-66F36A8380A5}"/>
                </a:ext>
              </a:extLst>
            </p:cNvPr>
            <p:cNvSpPr/>
            <p:nvPr/>
          </p:nvSpPr>
          <p:spPr>
            <a:xfrm>
              <a:off x="6230391" y="2904735"/>
              <a:ext cx="2824" cy="95526"/>
            </a:xfrm>
            <a:custGeom>
              <a:avLst/>
              <a:gdLst>
                <a:gd name="connsiteX0" fmla="*/ 0 w 2824"/>
                <a:gd name="connsiteY0" fmla="*/ 95526 h 95526"/>
                <a:gd name="connsiteX1" fmla="*/ 0 w 2824"/>
                <a:gd name="connsiteY1" fmla="*/ 0 h 95526"/>
              </a:gdLst>
              <a:ahLst/>
              <a:cxnLst>
                <a:cxn ang="0">
                  <a:pos x="connsiteX0" y="connsiteY0"/>
                </a:cxn>
                <a:cxn ang="0">
                  <a:pos x="connsiteX1" y="connsiteY1"/>
                </a:cxn>
              </a:cxnLst>
              <a:rect l="l" t="t" r="r" b="b"/>
              <a:pathLst>
                <a:path w="2824" h="95526">
                  <a:moveTo>
                    <a:pt x="0" y="95526"/>
                  </a:moveTo>
                  <a:lnTo>
                    <a:pt x="0" y="0"/>
                  </a:lnTo>
                </a:path>
              </a:pathLst>
            </a:custGeom>
            <a:ln w="8472" cap="flat">
              <a:solidFill>
                <a:srgbClr val="01355A"/>
              </a:solidFill>
              <a:prstDash val="solid"/>
              <a:miter/>
            </a:ln>
          </p:spPr>
          <p:txBody>
            <a:bodyPr rtlCol="1" anchor="ctr"/>
            <a:lstStyle/>
            <a:p>
              <a:endParaRPr lang="ar-SA"/>
            </a:p>
          </p:txBody>
        </p:sp>
      </p:grpSp>
      <p:grpSp>
        <p:nvGrpSpPr>
          <p:cNvPr id="8583" name="رسم 8014">
            <a:extLst>
              <a:ext uri="{FF2B5EF4-FFF2-40B4-BE49-F238E27FC236}">
                <a16:creationId xmlns:a16="http://schemas.microsoft.com/office/drawing/2014/main" id="{97F55932-CB2F-2054-1B86-9352B83C691A}"/>
              </a:ext>
            </a:extLst>
          </p:cNvPr>
          <p:cNvGrpSpPr/>
          <p:nvPr/>
        </p:nvGrpSpPr>
        <p:grpSpPr>
          <a:xfrm>
            <a:off x="3722533" y="5713436"/>
            <a:ext cx="280091" cy="263681"/>
            <a:chOff x="3530972" y="5433411"/>
            <a:chExt cx="334793" cy="334539"/>
          </a:xfrm>
          <a:noFill/>
        </p:grpSpPr>
        <p:sp>
          <p:nvSpPr>
            <p:cNvPr id="8584" name="شكل حر: شكل 9553">
              <a:extLst>
                <a:ext uri="{FF2B5EF4-FFF2-40B4-BE49-F238E27FC236}">
                  <a16:creationId xmlns:a16="http://schemas.microsoft.com/office/drawing/2014/main" id="{E9C687F2-05C9-7510-AEC4-A8956BDAEF26}"/>
                </a:ext>
              </a:extLst>
            </p:cNvPr>
            <p:cNvSpPr/>
            <p:nvPr/>
          </p:nvSpPr>
          <p:spPr>
            <a:xfrm>
              <a:off x="3530972" y="5501257"/>
              <a:ext cx="142978" cy="266693"/>
            </a:xfrm>
            <a:custGeom>
              <a:avLst/>
              <a:gdLst>
                <a:gd name="connsiteX0" fmla="*/ 121343 w 142978"/>
                <a:gd name="connsiteY0" fmla="*/ 0 h 266693"/>
                <a:gd name="connsiteX1" fmla="*/ 134561 w 142978"/>
                <a:gd name="connsiteY1" fmla="*/ 0 h 266693"/>
                <a:gd name="connsiteX2" fmla="*/ 142979 w 142978"/>
                <a:gd name="connsiteY2" fmla="*/ 8417 h 266693"/>
                <a:gd name="connsiteX3" fmla="*/ 142979 w 142978"/>
                <a:gd name="connsiteY3" fmla="*/ 258276 h 266693"/>
                <a:gd name="connsiteX4" fmla="*/ 134561 w 142978"/>
                <a:gd name="connsiteY4" fmla="*/ 266694 h 266693"/>
                <a:gd name="connsiteX5" fmla="*/ 8417 w 142978"/>
                <a:gd name="connsiteY5" fmla="*/ 266694 h 266693"/>
                <a:gd name="connsiteX6" fmla="*/ 0 w 142978"/>
                <a:gd name="connsiteY6" fmla="*/ 258276 h 266693"/>
                <a:gd name="connsiteX7" fmla="*/ 0 w 142978"/>
                <a:gd name="connsiteY7" fmla="*/ 8417 h 266693"/>
                <a:gd name="connsiteX8" fmla="*/ 8417 w 142978"/>
                <a:gd name="connsiteY8" fmla="*/ 0 h 266693"/>
                <a:gd name="connsiteX9" fmla="*/ 21636 w 142978"/>
                <a:gd name="connsiteY9" fmla="*/ 0 h 26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978" h="266693">
                  <a:moveTo>
                    <a:pt x="121343" y="0"/>
                  </a:moveTo>
                  <a:lnTo>
                    <a:pt x="134561" y="0"/>
                  </a:lnTo>
                  <a:cubicBezTo>
                    <a:pt x="139194" y="0"/>
                    <a:pt x="142979" y="3757"/>
                    <a:pt x="142979" y="8417"/>
                  </a:cubicBezTo>
                  <a:lnTo>
                    <a:pt x="142979" y="258276"/>
                  </a:lnTo>
                  <a:cubicBezTo>
                    <a:pt x="142979" y="262909"/>
                    <a:pt x="139222" y="266694"/>
                    <a:pt x="134561" y="266694"/>
                  </a:cubicBezTo>
                  <a:lnTo>
                    <a:pt x="8417" y="266694"/>
                  </a:lnTo>
                  <a:cubicBezTo>
                    <a:pt x="3785" y="266694"/>
                    <a:pt x="0" y="262937"/>
                    <a:pt x="0" y="258276"/>
                  </a:cubicBezTo>
                  <a:lnTo>
                    <a:pt x="0" y="8417"/>
                  </a:lnTo>
                  <a:cubicBezTo>
                    <a:pt x="0" y="3785"/>
                    <a:pt x="3757" y="0"/>
                    <a:pt x="8417" y="0"/>
                  </a:cubicBezTo>
                  <a:lnTo>
                    <a:pt x="21636" y="0"/>
                  </a:lnTo>
                </a:path>
              </a:pathLst>
            </a:custGeom>
            <a:noFill/>
            <a:ln w="8472" cap="flat">
              <a:solidFill>
                <a:srgbClr val="01355A"/>
              </a:solidFill>
              <a:prstDash val="solid"/>
              <a:miter/>
            </a:ln>
          </p:spPr>
          <p:txBody>
            <a:bodyPr rtlCol="1" anchor="ctr"/>
            <a:lstStyle/>
            <a:p>
              <a:endParaRPr lang="ar-SA"/>
            </a:p>
          </p:txBody>
        </p:sp>
        <p:sp>
          <p:nvSpPr>
            <p:cNvPr id="8585" name="شكل حر: شكل 9554">
              <a:extLst>
                <a:ext uri="{FF2B5EF4-FFF2-40B4-BE49-F238E27FC236}">
                  <a16:creationId xmlns:a16="http://schemas.microsoft.com/office/drawing/2014/main" id="{56D5059F-6472-0820-30FE-9661860E5F80}"/>
                </a:ext>
              </a:extLst>
            </p:cNvPr>
            <p:cNvSpPr/>
            <p:nvPr/>
          </p:nvSpPr>
          <p:spPr>
            <a:xfrm>
              <a:off x="3552636" y="5574525"/>
              <a:ext cx="99706" cy="46859"/>
            </a:xfrm>
            <a:custGeom>
              <a:avLst/>
              <a:gdLst>
                <a:gd name="connsiteX0" fmla="*/ 0 w 99706"/>
                <a:gd name="connsiteY0" fmla="*/ 0 h 46859"/>
                <a:gd name="connsiteX1" fmla="*/ 99706 w 99706"/>
                <a:gd name="connsiteY1" fmla="*/ 0 h 46859"/>
                <a:gd name="connsiteX2" fmla="*/ 99706 w 99706"/>
                <a:gd name="connsiteY2" fmla="*/ 46859 h 46859"/>
                <a:gd name="connsiteX3" fmla="*/ 0 w 99706"/>
                <a:gd name="connsiteY3" fmla="*/ 46859 h 46859"/>
              </a:gdLst>
              <a:ahLst/>
              <a:cxnLst>
                <a:cxn ang="0">
                  <a:pos x="connsiteX0" y="connsiteY0"/>
                </a:cxn>
                <a:cxn ang="0">
                  <a:pos x="connsiteX1" y="connsiteY1"/>
                </a:cxn>
                <a:cxn ang="0">
                  <a:pos x="connsiteX2" y="connsiteY2"/>
                </a:cxn>
                <a:cxn ang="0">
                  <a:pos x="connsiteX3" y="connsiteY3"/>
                </a:cxn>
              </a:cxnLst>
              <a:rect l="l" t="t" r="r" b="b"/>
              <a:pathLst>
                <a:path w="99706" h="46859">
                  <a:moveTo>
                    <a:pt x="0" y="0"/>
                  </a:moveTo>
                  <a:lnTo>
                    <a:pt x="99706" y="0"/>
                  </a:lnTo>
                  <a:lnTo>
                    <a:pt x="99706" y="46859"/>
                  </a:lnTo>
                  <a:lnTo>
                    <a:pt x="0" y="46859"/>
                  </a:lnTo>
                  <a:close/>
                </a:path>
              </a:pathLst>
            </a:custGeom>
            <a:noFill/>
            <a:ln w="8472" cap="flat">
              <a:solidFill>
                <a:srgbClr val="01355A"/>
              </a:solidFill>
              <a:prstDash val="solid"/>
              <a:miter/>
            </a:ln>
          </p:spPr>
          <p:txBody>
            <a:bodyPr rtlCol="1" anchor="ctr"/>
            <a:lstStyle/>
            <a:p>
              <a:endParaRPr lang="ar-SA"/>
            </a:p>
          </p:txBody>
        </p:sp>
        <p:sp>
          <p:nvSpPr>
            <p:cNvPr id="8586" name="شكل حر: شكل 9555">
              <a:extLst>
                <a:ext uri="{FF2B5EF4-FFF2-40B4-BE49-F238E27FC236}">
                  <a16:creationId xmlns:a16="http://schemas.microsoft.com/office/drawing/2014/main" id="{7E9D66EF-412D-EAF4-4E5E-8B5E0F386CE6}"/>
                </a:ext>
              </a:extLst>
            </p:cNvPr>
            <p:cNvSpPr/>
            <p:nvPr/>
          </p:nvSpPr>
          <p:spPr>
            <a:xfrm>
              <a:off x="3552636" y="5536987"/>
              <a:ext cx="99678" cy="2824"/>
            </a:xfrm>
            <a:custGeom>
              <a:avLst/>
              <a:gdLst>
                <a:gd name="connsiteX0" fmla="*/ 0 w 99678"/>
                <a:gd name="connsiteY0" fmla="*/ 0 h 2824"/>
                <a:gd name="connsiteX1" fmla="*/ 99678 w 99678"/>
                <a:gd name="connsiteY1" fmla="*/ 0 h 2824"/>
              </a:gdLst>
              <a:ahLst/>
              <a:cxnLst>
                <a:cxn ang="0">
                  <a:pos x="connsiteX0" y="connsiteY0"/>
                </a:cxn>
                <a:cxn ang="0">
                  <a:pos x="connsiteX1" y="connsiteY1"/>
                </a:cxn>
              </a:cxnLst>
              <a:rect l="l" t="t" r="r" b="b"/>
              <a:pathLst>
                <a:path w="99678" h="2824">
                  <a:moveTo>
                    <a:pt x="0" y="0"/>
                  </a:moveTo>
                  <a:lnTo>
                    <a:pt x="99678" y="0"/>
                  </a:lnTo>
                </a:path>
              </a:pathLst>
            </a:custGeom>
            <a:ln w="8472" cap="flat">
              <a:solidFill>
                <a:srgbClr val="01355A"/>
              </a:solidFill>
              <a:prstDash val="solid"/>
              <a:miter/>
            </a:ln>
          </p:spPr>
          <p:txBody>
            <a:bodyPr rtlCol="1" anchor="ctr"/>
            <a:lstStyle/>
            <a:p>
              <a:endParaRPr lang="ar-SA"/>
            </a:p>
          </p:txBody>
        </p:sp>
        <p:sp>
          <p:nvSpPr>
            <p:cNvPr id="8587" name="شكل حر: شكل 9556">
              <a:extLst>
                <a:ext uri="{FF2B5EF4-FFF2-40B4-BE49-F238E27FC236}">
                  <a16:creationId xmlns:a16="http://schemas.microsoft.com/office/drawing/2014/main" id="{763DABE5-733A-7B88-9EDD-6D8AADBC6BFA}"/>
                </a:ext>
              </a:extLst>
            </p:cNvPr>
            <p:cNvSpPr/>
            <p:nvPr/>
          </p:nvSpPr>
          <p:spPr>
            <a:xfrm>
              <a:off x="3552636" y="5433411"/>
              <a:ext cx="99678" cy="34515"/>
            </a:xfrm>
            <a:custGeom>
              <a:avLst/>
              <a:gdLst>
                <a:gd name="connsiteX0" fmla="*/ 0 w 99678"/>
                <a:gd name="connsiteY0" fmla="*/ 34516 h 34515"/>
                <a:gd name="connsiteX1" fmla="*/ 0 w 99678"/>
                <a:gd name="connsiteY1" fmla="*/ 20111 h 34515"/>
                <a:gd name="connsiteX2" fmla="*/ 20111 w 99678"/>
                <a:gd name="connsiteY2" fmla="*/ 0 h 34515"/>
                <a:gd name="connsiteX3" fmla="*/ 79567 w 99678"/>
                <a:gd name="connsiteY3" fmla="*/ 0 h 34515"/>
                <a:gd name="connsiteX4" fmla="*/ 99678 w 99678"/>
                <a:gd name="connsiteY4" fmla="*/ 20111 h 34515"/>
                <a:gd name="connsiteX5" fmla="*/ 99678 w 99678"/>
                <a:gd name="connsiteY5" fmla="*/ 34516 h 34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678" h="34515">
                  <a:moveTo>
                    <a:pt x="0" y="34516"/>
                  </a:moveTo>
                  <a:lnTo>
                    <a:pt x="0" y="20111"/>
                  </a:lnTo>
                  <a:cubicBezTo>
                    <a:pt x="0" y="9010"/>
                    <a:pt x="9010" y="0"/>
                    <a:pt x="20111" y="0"/>
                  </a:cubicBezTo>
                  <a:lnTo>
                    <a:pt x="79567" y="0"/>
                  </a:lnTo>
                  <a:cubicBezTo>
                    <a:pt x="90668" y="0"/>
                    <a:pt x="99678" y="9010"/>
                    <a:pt x="99678" y="20111"/>
                  </a:cubicBezTo>
                  <a:lnTo>
                    <a:pt x="99678" y="34516"/>
                  </a:lnTo>
                </a:path>
              </a:pathLst>
            </a:custGeom>
            <a:noFill/>
            <a:ln w="8472" cap="flat">
              <a:solidFill>
                <a:srgbClr val="01355A"/>
              </a:solidFill>
              <a:prstDash val="solid"/>
              <a:miter/>
            </a:ln>
          </p:spPr>
          <p:txBody>
            <a:bodyPr rtlCol="1" anchor="ctr"/>
            <a:lstStyle/>
            <a:p>
              <a:endParaRPr lang="ar-SA"/>
            </a:p>
          </p:txBody>
        </p:sp>
        <p:sp>
          <p:nvSpPr>
            <p:cNvPr id="8588" name="شكل حر: شكل 9557">
              <a:extLst>
                <a:ext uri="{FF2B5EF4-FFF2-40B4-BE49-F238E27FC236}">
                  <a16:creationId xmlns:a16="http://schemas.microsoft.com/office/drawing/2014/main" id="{7DAC1545-87E2-055D-5D80-645C96F85979}"/>
                </a:ext>
              </a:extLst>
            </p:cNvPr>
            <p:cNvSpPr/>
            <p:nvPr/>
          </p:nvSpPr>
          <p:spPr>
            <a:xfrm>
              <a:off x="3652315" y="5467927"/>
              <a:ext cx="2824" cy="52706"/>
            </a:xfrm>
            <a:custGeom>
              <a:avLst/>
              <a:gdLst>
                <a:gd name="connsiteX0" fmla="*/ 0 w 2824"/>
                <a:gd name="connsiteY0" fmla="*/ 0 h 52706"/>
                <a:gd name="connsiteX1" fmla="*/ 0 w 2824"/>
                <a:gd name="connsiteY1" fmla="*/ 52706 h 52706"/>
              </a:gdLst>
              <a:ahLst/>
              <a:cxnLst>
                <a:cxn ang="0">
                  <a:pos x="connsiteX0" y="connsiteY0"/>
                </a:cxn>
                <a:cxn ang="0">
                  <a:pos x="connsiteX1" y="connsiteY1"/>
                </a:cxn>
              </a:cxnLst>
              <a:rect l="l" t="t" r="r" b="b"/>
              <a:pathLst>
                <a:path w="2824" h="52706">
                  <a:moveTo>
                    <a:pt x="0" y="0"/>
                  </a:moveTo>
                  <a:lnTo>
                    <a:pt x="0" y="52706"/>
                  </a:lnTo>
                </a:path>
              </a:pathLst>
            </a:custGeom>
            <a:ln w="8472" cap="flat">
              <a:solidFill>
                <a:srgbClr val="01355A"/>
              </a:solidFill>
              <a:prstDash val="solid"/>
              <a:miter/>
            </a:ln>
          </p:spPr>
          <p:txBody>
            <a:bodyPr rtlCol="1" anchor="ctr"/>
            <a:lstStyle/>
            <a:p>
              <a:endParaRPr lang="ar-SA"/>
            </a:p>
          </p:txBody>
        </p:sp>
        <p:sp>
          <p:nvSpPr>
            <p:cNvPr id="8589" name="شكل حر: شكل 9558">
              <a:extLst>
                <a:ext uri="{FF2B5EF4-FFF2-40B4-BE49-F238E27FC236}">
                  <a16:creationId xmlns:a16="http://schemas.microsoft.com/office/drawing/2014/main" id="{770ABBF3-ED33-017A-901A-DAC4D7D291E5}"/>
                </a:ext>
              </a:extLst>
            </p:cNvPr>
            <p:cNvSpPr/>
            <p:nvPr/>
          </p:nvSpPr>
          <p:spPr>
            <a:xfrm>
              <a:off x="3552636" y="5467927"/>
              <a:ext cx="2824" cy="52706"/>
            </a:xfrm>
            <a:custGeom>
              <a:avLst/>
              <a:gdLst>
                <a:gd name="connsiteX0" fmla="*/ 0 w 2824"/>
                <a:gd name="connsiteY0" fmla="*/ 52706 h 52706"/>
                <a:gd name="connsiteX1" fmla="*/ 0 w 2824"/>
                <a:gd name="connsiteY1" fmla="*/ 0 h 52706"/>
              </a:gdLst>
              <a:ahLst/>
              <a:cxnLst>
                <a:cxn ang="0">
                  <a:pos x="connsiteX0" y="connsiteY0"/>
                </a:cxn>
                <a:cxn ang="0">
                  <a:pos x="connsiteX1" y="connsiteY1"/>
                </a:cxn>
              </a:cxnLst>
              <a:rect l="l" t="t" r="r" b="b"/>
              <a:pathLst>
                <a:path w="2824" h="52706">
                  <a:moveTo>
                    <a:pt x="0" y="52706"/>
                  </a:moveTo>
                  <a:lnTo>
                    <a:pt x="0" y="0"/>
                  </a:lnTo>
                </a:path>
              </a:pathLst>
            </a:custGeom>
            <a:ln w="8472" cap="flat">
              <a:solidFill>
                <a:srgbClr val="01355A"/>
              </a:solidFill>
              <a:prstDash val="solid"/>
              <a:miter/>
            </a:ln>
          </p:spPr>
          <p:txBody>
            <a:bodyPr rtlCol="1" anchor="ctr"/>
            <a:lstStyle/>
            <a:p>
              <a:endParaRPr lang="ar-SA"/>
            </a:p>
          </p:txBody>
        </p:sp>
        <p:sp>
          <p:nvSpPr>
            <p:cNvPr id="8590" name="شكل حر: شكل 9559">
              <a:extLst>
                <a:ext uri="{FF2B5EF4-FFF2-40B4-BE49-F238E27FC236}">
                  <a16:creationId xmlns:a16="http://schemas.microsoft.com/office/drawing/2014/main" id="{D62533EA-5CC1-83DB-AC2B-E4FADF30E6A2}"/>
                </a:ext>
              </a:extLst>
            </p:cNvPr>
            <p:cNvSpPr/>
            <p:nvPr/>
          </p:nvSpPr>
          <p:spPr>
            <a:xfrm>
              <a:off x="3571165" y="5473322"/>
              <a:ext cx="62620" cy="2824"/>
            </a:xfrm>
            <a:custGeom>
              <a:avLst/>
              <a:gdLst>
                <a:gd name="connsiteX0" fmla="*/ 0 w 62620"/>
                <a:gd name="connsiteY0" fmla="*/ 0 h 2824"/>
                <a:gd name="connsiteX1" fmla="*/ 62620 w 62620"/>
                <a:gd name="connsiteY1" fmla="*/ 0 h 2824"/>
              </a:gdLst>
              <a:ahLst/>
              <a:cxnLst>
                <a:cxn ang="0">
                  <a:pos x="connsiteX0" y="connsiteY0"/>
                </a:cxn>
                <a:cxn ang="0">
                  <a:pos x="connsiteX1" y="connsiteY1"/>
                </a:cxn>
              </a:cxnLst>
              <a:rect l="l" t="t" r="r" b="b"/>
              <a:pathLst>
                <a:path w="62620" h="2824">
                  <a:moveTo>
                    <a:pt x="0" y="0"/>
                  </a:moveTo>
                  <a:lnTo>
                    <a:pt x="62620" y="0"/>
                  </a:lnTo>
                </a:path>
              </a:pathLst>
            </a:custGeom>
            <a:ln w="8472" cap="flat">
              <a:solidFill>
                <a:srgbClr val="01355A"/>
              </a:solidFill>
              <a:prstDash val="solid"/>
              <a:miter/>
            </a:ln>
          </p:spPr>
          <p:txBody>
            <a:bodyPr rtlCol="1" anchor="ctr"/>
            <a:lstStyle/>
            <a:p>
              <a:endParaRPr lang="ar-SA"/>
            </a:p>
          </p:txBody>
        </p:sp>
        <p:sp>
          <p:nvSpPr>
            <p:cNvPr id="8591" name="شكل حر: شكل 9560">
              <a:extLst>
                <a:ext uri="{FF2B5EF4-FFF2-40B4-BE49-F238E27FC236}">
                  <a16:creationId xmlns:a16="http://schemas.microsoft.com/office/drawing/2014/main" id="{A9CD5F37-F145-7DC0-FEBB-FB3E1596C0D5}"/>
                </a:ext>
              </a:extLst>
            </p:cNvPr>
            <p:cNvSpPr/>
            <p:nvPr/>
          </p:nvSpPr>
          <p:spPr>
            <a:xfrm>
              <a:off x="3583565" y="5494280"/>
              <a:ext cx="37820" cy="2824"/>
            </a:xfrm>
            <a:custGeom>
              <a:avLst/>
              <a:gdLst>
                <a:gd name="connsiteX0" fmla="*/ 0 w 37820"/>
                <a:gd name="connsiteY0" fmla="*/ 0 h 2824"/>
                <a:gd name="connsiteX1" fmla="*/ 37821 w 37820"/>
                <a:gd name="connsiteY1" fmla="*/ 0 h 2824"/>
              </a:gdLst>
              <a:ahLst/>
              <a:cxnLst>
                <a:cxn ang="0">
                  <a:pos x="connsiteX0" y="connsiteY0"/>
                </a:cxn>
                <a:cxn ang="0">
                  <a:pos x="connsiteX1" y="connsiteY1"/>
                </a:cxn>
              </a:cxnLst>
              <a:rect l="l" t="t" r="r" b="b"/>
              <a:pathLst>
                <a:path w="37820" h="2824">
                  <a:moveTo>
                    <a:pt x="0" y="0"/>
                  </a:moveTo>
                  <a:lnTo>
                    <a:pt x="37821" y="0"/>
                  </a:lnTo>
                </a:path>
              </a:pathLst>
            </a:custGeom>
            <a:ln w="8472" cap="flat">
              <a:solidFill>
                <a:srgbClr val="01355A"/>
              </a:solidFill>
              <a:prstDash val="solid"/>
              <a:miter/>
            </a:ln>
          </p:spPr>
          <p:txBody>
            <a:bodyPr rtlCol="1" anchor="ctr"/>
            <a:lstStyle/>
            <a:p>
              <a:endParaRPr lang="ar-SA"/>
            </a:p>
          </p:txBody>
        </p:sp>
        <p:sp>
          <p:nvSpPr>
            <p:cNvPr id="8592" name="شكل حر: شكل 9561">
              <a:extLst>
                <a:ext uri="{FF2B5EF4-FFF2-40B4-BE49-F238E27FC236}">
                  <a16:creationId xmlns:a16="http://schemas.microsoft.com/office/drawing/2014/main" id="{DC2F4A83-F0D6-3861-DB88-B7D607D98C91}"/>
                </a:ext>
              </a:extLst>
            </p:cNvPr>
            <p:cNvSpPr/>
            <p:nvPr/>
          </p:nvSpPr>
          <p:spPr>
            <a:xfrm>
              <a:off x="3673951" y="5554386"/>
              <a:ext cx="40221" cy="174782"/>
            </a:xfrm>
            <a:custGeom>
              <a:avLst/>
              <a:gdLst>
                <a:gd name="connsiteX0" fmla="*/ 0 w 40221"/>
                <a:gd name="connsiteY0" fmla="*/ 28 h 174782"/>
                <a:gd name="connsiteX1" fmla="*/ 29460 w 40221"/>
                <a:gd name="connsiteY1" fmla="*/ 28 h 174782"/>
                <a:gd name="connsiteX2" fmla="*/ 40222 w 40221"/>
                <a:gd name="connsiteY2" fmla="*/ 10790 h 174782"/>
                <a:gd name="connsiteX3" fmla="*/ 40222 w 40221"/>
                <a:gd name="connsiteY3" fmla="*/ 164022 h 174782"/>
                <a:gd name="connsiteX4" fmla="*/ 29460 w 40221"/>
                <a:gd name="connsiteY4" fmla="*/ 174783 h 174782"/>
                <a:gd name="connsiteX5" fmla="*/ 0 w 40221"/>
                <a:gd name="connsiteY5" fmla="*/ 174783 h 174782"/>
                <a:gd name="connsiteX6" fmla="*/ 0 w 40221"/>
                <a:gd name="connsiteY6" fmla="*/ 0 h 174782"/>
                <a:gd name="connsiteX7" fmla="*/ 0 w 40221"/>
                <a:gd name="connsiteY7" fmla="*/ 0 h 174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221" h="174782">
                  <a:moveTo>
                    <a:pt x="0" y="28"/>
                  </a:moveTo>
                  <a:lnTo>
                    <a:pt x="29460" y="28"/>
                  </a:lnTo>
                  <a:cubicBezTo>
                    <a:pt x="35392" y="28"/>
                    <a:pt x="40222" y="4858"/>
                    <a:pt x="40222" y="10790"/>
                  </a:cubicBezTo>
                  <a:lnTo>
                    <a:pt x="40222" y="164022"/>
                  </a:lnTo>
                  <a:cubicBezTo>
                    <a:pt x="40222" y="169953"/>
                    <a:pt x="35392" y="174783"/>
                    <a:pt x="29460" y="174783"/>
                  </a:cubicBezTo>
                  <a:lnTo>
                    <a:pt x="0" y="174783"/>
                  </a:lnTo>
                  <a:lnTo>
                    <a:pt x="0" y="0"/>
                  </a:lnTo>
                  <a:lnTo>
                    <a:pt x="0" y="0"/>
                  </a:lnTo>
                  <a:close/>
                </a:path>
              </a:pathLst>
            </a:custGeom>
            <a:noFill/>
            <a:ln w="8472" cap="flat">
              <a:solidFill>
                <a:srgbClr val="01355A"/>
              </a:solidFill>
              <a:prstDash val="solid"/>
              <a:miter/>
            </a:ln>
          </p:spPr>
          <p:txBody>
            <a:bodyPr rtlCol="1" anchor="ctr"/>
            <a:lstStyle/>
            <a:p>
              <a:endParaRPr lang="ar-SA"/>
            </a:p>
          </p:txBody>
        </p:sp>
        <p:sp>
          <p:nvSpPr>
            <p:cNvPr id="8593" name="شكل حر: شكل 9562">
              <a:extLst>
                <a:ext uri="{FF2B5EF4-FFF2-40B4-BE49-F238E27FC236}">
                  <a16:creationId xmlns:a16="http://schemas.microsoft.com/office/drawing/2014/main" id="{0C6915D3-D7AF-68D9-EA11-6DD09E46E32D}"/>
                </a:ext>
              </a:extLst>
            </p:cNvPr>
            <p:cNvSpPr/>
            <p:nvPr/>
          </p:nvSpPr>
          <p:spPr>
            <a:xfrm>
              <a:off x="3694061" y="5600116"/>
              <a:ext cx="2824" cy="83352"/>
            </a:xfrm>
            <a:custGeom>
              <a:avLst/>
              <a:gdLst>
                <a:gd name="connsiteX0" fmla="*/ 0 w 2824"/>
                <a:gd name="connsiteY0" fmla="*/ 0 h 83352"/>
                <a:gd name="connsiteX1" fmla="*/ 0 w 2824"/>
                <a:gd name="connsiteY1" fmla="*/ 83353 h 83352"/>
              </a:gdLst>
              <a:ahLst/>
              <a:cxnLst>
                <a:cxn ang="0">
                  <a:pos x="connsiteX0" y="connsiteY0"/>
                </a:cxn>
                <a:cxn ang="0">
                  <a:pos x="connsiteX1" y="connsiteY1"/>
                </a:cxn>
              </a:cxnLst>
              <a:rect l="l" t="t" r="r" b="b"/>
              <a:pathLst>
                <a:path w="2824" h="83352">
                  <a:moveTo>
                    <a:pt x="0" y="0"/>
                  </a:moveTo>
                  <a:lnTo>
                    <a:pt x="0" y="83353"/>
                  </a:lnTo>
                </a:path>
              </a:pathLst>
            </a:custGeom>
            <a:ln w="8472" cap="flat">
              <a:solidFill>
                <a:srgbClr val="01355A"/>
              </a:solidFill>
              <a:prstDash val="solid"/>
              <a:miter/>
            </a:ln>
          </p:spPr>
          <p:txBody>
            <a:bodyPr rtlCol="1" anchor="ctr"/>
            <a:lstStyle/>
            <a:p>
              <a:endParaRPr lang="ar-SA"/>
            </a:p>
          </p:txBody>
        </p:sp>
        <p:sp>
          <p:nvSpPr>
            <p:cNvPr id="8594" name="شكل حر: شكل 9563">
              <a:extLst>
                <a:ext uri="{FF2B5EF4-FFF2-40B4-BE49-F238E27FC236}">
                  <a16:creationId xmlns:a16="http://schemas.microsoft.com/office/drawing/2014/main" id="{997E1788-54E2-3595-1A70-BB8C1C0E2676}"/>
                </a:ext>
              </a:extLst>
            </p:cNvPr>
            <p:cNvSpPr/>
            <p:nvPr/>
          </p:nvSpPr>
          <p:spPr>
            <a:xfrm>
              <a:off x="3568793" y="5671040"/>
              <a:ext cx="10676" cy="2824"/>
            </a:xfrm>
            <a:custGeom>
              <a:avLst/>
              <a:gdLst>
                <a:gd name="connsiteX0" fmla="*/ 0 w 10676"/>
                <a:gd name="connsiteY0" fmla="*/ 0 h 2824"/>
                <a:gd name="connsiteX1" fmla="*/ 10677 w 10676"/>
                <a:gd name="connsiteY1" fmla="*/ 0 h 2824"/>
              </a:gdLst>
              <a:ahLst/>
              <a:cxnLst>
                <a:cxn ang="0">
                  <a:pos x="connsiteX0" y="connsiteY0"/>
                </a:cxn>
                <a:cxn ang="0">
                  <a:pos x="connsiteX1" y="connsiteY1"/>
                </a:cxn>
              </a:cxnLst>
              <a:rect l="l" t="t" r="r" b="b"/>
              <a:pathLst>
                <a:path w="10676" h="2824">
                  <a:moveTo>
                    <a:pt x="0" y="0"/>
                  </a:moveTo>
                  <a:lnTo>
                    <a:pt x="10677" y="0"/>
                  </a:lnTo>
                </a:path>
              </a:pathLst>
            </a:custGeom>
            <a:ln w="8472" cap="flat">
              <a:solidFill>
                <a:srgbClr val="01355A"/>
              </a:solidFill>
              <a:prstDash val="solid"/>
              <a:miter/>
            </a:ln>
          </p:spPr>
          <p:txBody>
            <a:bodyPr rtlCol="1" anchor="ctr"/>
            <a:lstStyle/>
            <a:p>
              <a:endParaRPr lang="ar-SA"/>
            </a:p>
          </p:txBody>
        </p:sp>
        <p:sp>
          <p:nvSpPr>
            <p:cNvPr id="8595" name="شكل حر: شكل 9564">
              <a:extLst>
                <a:ext uri="{FF2B5EF4-FFF2-40B4-BE49-F238E27FC236}">
                  <a16:creationId xmlns:a16="http://schemas.microsoft.com/office/drawing/2014/main" id="{FA346454-BC75-FFE0-E5CA-184D7669B6C9}"/>
                </a:ext>
              </a:extLst>
            </p:cNvPr>
            <p:cNvSpPr/>
            <p:nvPr/>
          </p:nvSpPr>
          <p:spPr>
            <a:xfrm>
              <a:off x="3597123" y="5671040"/>
              <a:ext cx="10705" cy="2824"/>
            </a:xfrm>
            <a:custGeom>
              <a:avLst/>
              <a:gdLst>
                <a:gd name="connsiteX0" fmla="*/ 0 w 10705"/>
                <a:gd name="connsiteY0" fmla="*/ 0 h 2824"/>
                <a:gd name="connsiteX1" fmla="*/ 10705 w 10705"/>
                <a:gd name="connsiteY1" fmla="*/ 0 h 2824"/>
              </a:gdLst>
              <a:ahLst/>
              <a:cxnLst>
                <a:cxn ang="0">
                  <a:pos x="connsiteX0" y="connsiteY0"/>
                </a:cxn>
                <a:cxn ang="0">
                  <a:pos x="connsiteX1" y="connsiteY1"/>
                </a:cxn>
              </a:cxnLst>
              <a:rect l="l" t="t" r="r" b="b"/>
              <a:pathLst>
                <a:path w="10705" h="2824">
                  <a:moveTo>
                    <a:pt x="0" y="0"/>
                  </a:moveTo>
                  <a:lnTo>
                    <a:pt x="10705" y="0"/>
                  </a:lnTo>
                </a:path>
              </a:pathLst>
            </a:custGeom>
            <a:ln w="8472" cap="flat">
              <a:solidFill>
                <a:srgbClr val="01355A"/>
              </a:solidFill>
              <a:prstDash val="solid"/>
              <a:miter/>
            </a:ln>
          </p:spPr>
          <p:txBody>
            <a:bodyPr rtlCol="1" anchor="ctr"/>
            <a:lstStyle/>
            <a:p>
              <a:endParaRPr lang="ar-SA"/>
            </a:p>
          </p:txBody>
        </p:sp>
        <p:sp>
          <p:nvSpPr>
            <p:cNvPr id="8596" name="شكل حر: شكل 9565">
              <a:extLst>
                <a:ext uri="{FF2B5EF4-FFF2-40B4-BE49-F238E27FC236}">
                  <a16:creationId xmlns:a16="http://schemas.microsoft.com/office/drawing/2014/main" id="{62658C7C-9DB0-0D1C-F6C0-EFE9181FB48C}"/>
                </a:ext>
              </a:extLst>
            </p:cNvPr>
            <p:cNvSpPr/>
            <p:nvPr/>
          </p:nvSpPr>
          <p:spPr>
            <a:xfrm>
              <a:off x="3625481" y="5671040"/>
              <a:ext cx="10676" cy="2824"/>
            </a:xfrm>
            <a:custGeom>
              <a:avLst/>
              <a:gdLst>
                <a:gd name="connsiteX0" fmla="*/ 0 w 10676"/>
                <a:gd name="connsiteY0" fmla="*/ 0 h 2824"/>
                <a:gd name="connsiteX1" fmla="*/ 10677 w 10676"/>
                <a:gd name="connsiteY1" fmla="*/ 0 h 2824"/>
              </a:gdLst>
              <a:ahLst/>
              <a:cxnLst>
                <a:cxn ang="0">
                  <a:pos x="connsiteX0" y="connsiteY0"/>
                </a:cxn>
                <a:cxn ang="0">
                  <a:pos x="connsiteX1" y="connsiteY1"/>
                </a:cxn>
              </a:cxnLst>
              <a:rect l="l" t="t" r="r" b="b"/>
              <a:pathLst>
                <a:path w="10676" h="2824">
                  <a:moveTo>
                    <a:pt x="0" y="0"/>
                  </a:moveTo>
                  <a:lnTo>
                    <a:pt x="10677" y="0"/>
                  </a:lnTo>
                </a:path>
              </a:pathLst>
            </a:custGeom>
            <a:ln w="8472" cap="flat">
              <a:solidFill>
                <a:srgbClr val="01355A"/>
              </a:solidFill>
              <a:prstDash val="solid"/>
              <a:miter/>
            </a:ln>
          </p:spPr>
          <p:txBody>
            <a:bodyPr rtlCol="1" anchor="ctr"/>
            <a:lstStyle/>
            <a:p>
              <a:endParaRPr lang="ar-SA"/>
            </a:p>
          </p:txBody>
        </p:sp>
        <p:sp>
          <p:nvSpPr>
            <p:cNvPr id="8597" name="شكل حر: شكل 9566">
              <a:extLst>
                <a:ext uri="{FF2B5EF4-FFF2-40B4-BE49-F238E27FC236}">
                  <a16:creationId xmlns:a16="http://schemas.microsoft.com/office/drawing/2014/main" id="{C2212D44-0606-AFE6-8F07-79CA9B2681C4}"/>
                </a:ext>
              </a:extLst>
            </p:cNvPr>
            <p:cNvSpPr/>
            <p:nvPr/>
          </p:nvSpPr>
          <p:spPr>
            <a:xfrm>
              <a:off x="3568793" y="5696122"/>
              <a:ext cx="10676" cy="2824"/>
            </a:xfrm>
            <a:custGeom>
              <a:avLst/>
              <a:gdLst>
                <a:gd name="connsiteX0" fmla="*/ 0 w 10676"/>
                <a:gd name="connsiteY0" fmla="*/ 0 h 2824"/>
                <a:gd name="connsiteX1" fmla="*/ 10677 w 10676"/>
                <a:gd name="connsiteY1" fmla="*/ 0 h 2824"/>
              </a:gdLst>
              <a:ahLst/>
              <a:cxnLst>
                <a:cxn ang="0">
                  <a:pos x="connsiteX0" y="connsiteY0"/>
                </a:cxn>
                <a:cxn ang="0">
                  <a:pos x="connsiteX1" y="connsiteY1"/>
                </a:cxn>
              </a:cxnLst>
              <a:rect l="l" t="t" r="r" b="b"/>
              <a:pathLst>
                <a:path w="10676" h="2824">
                  <a:moveTo>
                    <a:pt x="0" y="0"/>
                  </a:moveTo>
                  <a:lnTo>
                    <a:pt x="10677" y="0"/>
                  </a:lnTo>
                </a:path>
              </a:pathLst>
            </a:custGeom>
            <a:ln w="8472" cap="flat">
              <a:solidFill>
                <a:srgbClr val="01355A"/>
              </a:solidFill>
              <a:prstDash val="solid"/>
              <a:miter/>
            </a:ln>
          </p:spPr>
          <p:txBody>
            <a:bodyPr rtlCol="1" anchor="ctr"/>
            <a:lstStyle/>
            <a:p>
              <a:endParaRPr lang="ar-SA"/>
            </a:p>
          </p:txBody>
        </p:sp>
        <p:sp>
          <p:nvSpPr>
            <p:cNvPr id="8598" name="شكل حر: شكل 9567">
              <a:extLst>
                <a:ext uri="{FF2B5EF4-FFF2-40B4-BE49-F238E27FC236}">
                  <a16:creationId xmlns:a16="http://schemas.microsoft.com/office/drawing/2014/main" id="{52185F2C-B77C-C9CD-7562-F42A4541EA47}"/>
                </a:ext>
              </a:extLst>
            </p:cNvPr>
            <p:cNvSpPr/>
            <p:nvPr/>
          </p:nvSpPr>
          <p:spPr>
            <a:xfrm>
              <a:off x="3597123" y="5696122"/>
              <a:ext cx="10705" cy="2824"/>
            </a:xfrm>
            <a:custGeom>
              <a:avLst/>
              <a:gdLst>
                <a:gd name="connsiteX0" fmla="*/ 0 w 10705"/>
                <a:gd name="connsiteY0" fmla="*/ 0 h 2824"/>
                <a:gd name="connsiteX1" fmla="*/ 10705 w 10705"/>
                <a:gd name="connsiteY1" fmla="*/ 0 h 2824"/>
              </a:gdLst>
              <a:ahLst/>
              <a:cxnLst>
                <a:cxn ang="0">
                  <a:pos x="connsiteX0" y="connsiteY0"/>
                </a:cxn>
                <a:cxn ang="0">
                  <a:pos x="connsiteX1" y="connsiteY1"/>
                </a:cxn>
              </a:cxnLst>
              <a:rect l="l" t="t" r="r" b="b"/>
              <a:pathLst>
                <a:path w="10705" h="2824">
                  <a:moveTo>
                    <a:pt x="0" y="0"/>
                  </a:moveTo>
                  <a:lnTo>
                    <a:pt x="10705" y="0"/>
                  </a:lnTo>
                </a:path>
              </a:pathLst>
            </a:custGeom>
            <a:ln w="8472" cap="flat">
              <a:solidFill>
                <a:srgbClr val="01355A"/>
              </a:solidFill>
              <a:prstDash val="solid"/>
              <a:miter/>
            </a:ln>
          </p:spPr>
          <p:txBody>
            <a:bodyPr rtlCol="1" anchor="ctr"/>
            <a:lstStyle/>
            <a:p>
              <a:endParaRPr lang="ar-SA"/>
            </a:p>
          </p:txBody>
        </p:sp>
        <p:sp>
          <p:nvSpPr>
            <p:cNvPr id="8599" name="شكل حر: شكل 9568">
              <a:extLst>
                <a:ext uri="{FF2B5EF4-FFF2-40B4-BE49-F238E27FC236}">
                  <a16:creationId xmlns:a16="http://schemas.microsoft.com/office/drawing/2014/main" id="{3B9F9AE9-4060-6DBE-278F-4F89C7C538FB}"/>
                </a:ext>
              </a:extLst>
            </p:cNvPr>
            <p:cNvSpPr/>
            <p:nvPr/>
          </p:nvSpPr>
          <p:spPr>
            <a:xfrm>
              <a:off x="3625481" y="5696122"/>
              <a:ext cx="10676" cy="2824"/>
            </a:xfrm>
            <a:custGeom>
              <a:avLst/>
              <a:gdLst>
                <a:gd name="connsiteX0" fmla="*/ 0 w 10676"/>
                <a:gd name="connsiteY0" fmla="*/ 0 h 2824"/>
                <a:gd name="connsiteX1" fmla="*/ 10677 w 10676"/>
                <a:gd name="connsiteY1" fmla="*/ 0 h 2824"/>
              </a:gdLst>
              <a:ahLst/>
              <a:cxnLst>
                <a:cxn ang="0">
                  <a:pos x="connsiteX0" y="connsiteY0"/>
                </a:cxn>
                <a:cxn ang="0">
                  <a:pos x="connsiteX1" y="connsiteY1"/>
                </a:cxn>
              </a:cxnLst>
              <a:rect l="l" t="t" r="r" b="b"/>
              <a:pathLst>
                <a:path w="10676" h="2824">
                  <a:moveTo>
                    <a:pt x="0" y="0"/>
                  </a:moveTo>
                  <a:lnTo>
                    <a:pt x="10677" y="0"/>
                  </a:lnTo>
                </a:path>
              </a:pathLst>
            </a:custGeom>
            <a:ln w="8472" cap="flat">
              <a:solidFill>
                <a:srgbClr val="01355A"/>
              </a:solidFill>
              <a:prstDash val="solid"/>
              <a:miter/>
            </a:ln>
          </p:spPr>
          <p:txBody>
            <a:bodyPr rtlCol="1" anchor="ctr"/>
            <a:lstStyle/>
            <a:p>
              <a:endParaRPr lang="ar-SA"/>
            </a:p>
          </p:txBody>
        </p:sp>
        <p:sp>
          <p:nvSpPr>
            <p:cNvPr id="8600" name="شكل حر: شكل 9569">
              <a:extLst>
                <a:ext uri="{FF2B5EF4-FFF2-40B4-BE49-F238E27FC236}">
                  <a16:creationId xmlns:a16="http://schemas.microsoft.com/office/drawing/2014/main" id="{C3EA7219-63A1-75D1-E63A-515D64056536}"/>
                </a:ext>
              </a:extLst>
            </p:cNvPr>
            <p:cNvSpPr/>
            <p:nvPr/>
          </p:nvSpPr>
          <p:spPr>
            <a:xfrm>
              <a:off x="3568793" y="5721204"/>
              <a:ext cx="10676" cy="2824"/>
            </a:xfrm>
            <a:custGeom>
              <a:avLst/>
              <a:gdLst>
                <a:gd name="connsiteX0" fmla="*/ 0 w 10676"/>
                <a:gd name="connsiteY0" fmla="*/ 0 h 2824"/>
                <a:gd name="connsiteX1" fmla="*/ 10677 w 10676"/>
                <a:gd name="connsiteY1" fmla="*/ 0 h 2824"/>
              </a:gdLst>
              <a:ahLst/>
              <a:cxnLst>
                <a:cxn ang="0">
                  <a:pos x="connsiteX0" y="connsiteY0"/>
                </a:cxn>
                <a:cxn ang="0">
                  <a:pos x="connsiteX1" y="connsiteY1"/>
                </a:cxn>
              </a:cxnLst>
              <a:rect l="l" t="t" r="r" b="b"/>
              <a:pathLst>
                <a:path w="10676" h="2824">
                  <a:moveTo>
                    <a:pt x="0" y="0"/>
                  </a:moveTo>
                  <a:lnTo>
                    <a:pt x="10677" y="0"/>
                  </a:lnTo>
                </a:path>
              </a:pathLst>
            </a:custGeom>
            <a:ln w="8472" cap="flat">
              <a:solidFill>
                <a:srgbClr val="01355A"/>
              </a:solidFill>
              <a:prstDash val="solid"/>
              <a:miter/>
            </a:ln>
          </p:spPr>
          <p:txBody>
            <a:bodyPr rtlCol="1" anchor="ctr"/>
            <a:lstStyle/>
            <a:p>
              <a:endParaRPr lang="ar-SA"/>
            </a:p>
          </p:txBody>
        </p:sp>
        <p:sp>
          <p:nvSpPr>
            <p:cNvPr id="8601" name="شكل حر: شكل 9570">
              <a:extLst>
                <a:ext uri="{FF2B5EF4-FFF2-40B4-BE49-F238E27FC236}">
                  <a16:creationId xmlns:a16="http://schemas.microsoft.com/office/drawing/2014/main" id="{5DF61D31-F57B-B184-2831-995FC965606C}"/>
                </a:ext>
              </a:extLst>
            </p:cNvPr>
            <p:cNvSpPr/>
            <p:nvPr/>
          </p:nvSpPr>
          <p:spPr>
            <a:xfrm>
              <a:off x="3597123" y="5721204"/>
              <a:ext cx="10705" cy="2824"/>
            </a:xfrm>
            <a:custGeom>
              <a:avLst/>
              <a:gdLst>
                <a:gd name="connsiteX0" fmla="*/ 0 w 10705"/>
                <a:gd name="connsiteY0" fmla="*/ 0 h 2824"/>
                <a:gd name="connsiteX1" fmla="*/ 10705 w 10705"/>
                <a:gd name="connsiteY1" fmla="*/ 0 h 2824"/>
              </a:gdLst>
              <a:ahLst/>
              <a:cxnLst>
                <a:cxn ang="0">
                  <a:pos x="connsiteX0" y="connsiteY0"/>
                </a:cxn>
                <a:cxn ang="0">
                  <a:pos x="connsiteX1" y="connsiteY1"/>
                </a:cxn>
              </a:cxnLst>
              <a:rect l="l" t="t" r="r" b="b"/>
              <a:pathLst>
                <a:path w="10705" h="2824">
                  <a:moveTo>
                    <a:pt x="0" y="0"/>
                  </a:moveTo>
                  <a:lnTo>
                    <a:pt x="10705" y="0"/>
                  </a:lnTo>
                </a:path>
              </a:pathLst>
            </a:custGeom>
            <a:ln w="8472" cap="flat">
              <a:solidFill>
                <a:srgbClr val="01355A"/>
              </a:solidFill>
              <a:prstDash val="solid"/>
              <a:miter/>
            </a:ln>
          </p:spPr>
          <p:txBody>
            <a:bodyPr rtlCol="1" anchor="ctr"/>
            <a:lstStyle/>
            <a:p>
              <a:endParaRPr lang="ar-SA"/>
            </a:p>
          </p:txBody>
        </p:sp>
        <p:sp>
          <p:nvSpPr>
            <p:cNvPr id="8602" name="شكل حر: شكل 9571">
              <a:extLst>
                <a:ext uri="{FF2B5EF4-FFF2-40B4-BE49-F238E27FC236}">
                  <a16:creationId xmlns:a16="http://schemas.microsoft.com/office/drawing/2014/main" id="{117B3DC4-F153-9E78-E4AA-0CBC448D38E6}"/>
                </a:ext>
              </a:extLst>
            </p:cNvPr>
            <p:cNvSpPr/>
            <p:nvPr/>
          </p:nvSpPr>
          <p:spPr>
            <a:xfrm>
              <a:off x="3625481" y="5721204"/>
              <a:ext cx="10676" cy="2824"/>
            </a:xfrm>
            <a:custGeom>
              <a:avLst/>
              <a:gdLst>
                <a:gd name="connsiteX0" fmla="*/ 0 w 10676"/>
                <a:gd name="connsiteY0" fmla="*/ 0 h 2824"/>
                <a:gd name="connsiteX1" fmla="*/ 10677 w 10676"/>
                <a:gd name="connsiteY1" fmla="*/ 0 h 2824"/>
              </a:gdLst>
              <a:ahLst/>
              <a:cxnLst>
                <a:cxn ang="0">
                  <a:pos x="connsiteX0" y="connsiteY0"/>
                </a:cxn>
                <a:cxn ang="0">
                  <a:pos x="connsiteX1" y="connsiteY1"/>
                </a:cxn>
              </a:cxnLst>
              <a:rect l="l" t="t" r="r" b="b"/>
              <a:pathLst>
                <a:path w="10676" h="2824">
                  <a:moveTo>
                    <a:pt x="0" y="0"/>
                  </a:moveTo>
                  <a:lnTo>
                    <a:pt x="10677" y="0"/>
                  </a:lnTo>
                </a:path>
              </a:pathLst>
            </a:custGeom>
            <a:ln w="8472" cap="flat">
              <a:solidFill>
                <a:srgbClr val="01355A"/>
              </a:solidFill>
              <a:prstDash val="solid"/>
              <a:miter/>
            </a:ln>
          </p:spPr>
          <p:txBody>
            <a:bodyPr rtlCol="1" anchor="ctr"/>
            <a:lstStyle/>
            <a:p>
              <a:endParaRPr lang="ar-SA"/>
            </a:p>
          </p:txBody>
        </p:sp>
        <p:sp>
          <p:nvSpPr>
            <p:cNvPr id="8603" name="شكل حر: شكل 9572">
              <a:extLst>
                <a:ext uri="{FF2B5EF4-FFF2-40B4-BE49-F238E27FC236}">
                  <a16:creationId xmlns:a16="http://schemas.microsoft.com/office/drawing/2014/main" id="{C9004944-0E7C-CAFE-7683-D3DA7B0C2D5D}"/>
                </a:ext>
              </a:extLst>
            </p:cNvPr>
            <p:cNvSpPr/>
            <p:nvPr/>
          </p:nvSpPr>
          <p:spPr>
            <a:xfrm rot="5400000">
              <a:off x="3723832" y="5587264"/>
              <a:ext cx="174782" cy="109084"/>
            </a:xfrm>
            <a:custGeom>
              <a:avLst/>
              <a:gdLst>
                <a:gd name="connsiteX0" fmla="*/ 163852 w 174782"/>
                <a:gd name="connsiteY0" fmla="*/ 0 h 109084"/>
                <a:gd name="connsiteX1" fmla="*/ 174783 w 174782"/>
                <a:gd name="connsiteY1" fmla="*/ 10931 h 109084"/>
                <a:gd name="connsiteX2" fmla="*/ 174783 w 174782"/>
                <a:gd name="connsiteY2" fmla="*/ 98153 h 109084"/>
                <a:gd name="connsiteX3" fmla="*/ 163852 w 174782"/>
                <a:gd name="connsiteY3" fmla="*/ 109084 h 109084"/>
                <a:gd name="connsiteX4" fmla="*/ 10931 w 174782"/>
                <a:gd name="connsiteY4" fmla="*/ 109084 h 109084"/>
                <a:gd name="connsiteX5" fmla="*/ 0 w 174782"/>
                <a:gd name="connsiteY5" fmla="*/ 98153 h 109084"/>
                <a:gd name="connsiteX6" fmla="*/ 0 w 174782"/>
                <a:gd name="connsiteY6" fmla="*/ 10931 h 109084"/>
                <a:gd name="connsiteX7" fmla="*/ 10931 w 174782"/>
                <a:gd name="connsiteY7" fmla="*/ 0 h 109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4782" h="109084">
                  <a:moveTo>
                    <a:pt x="163852" y="0"/>
                  </a:moveTo>
                  <a:cubicBezTo>
                    <a:pt x="169889" y="0"/>
                    <a:pt x="174783" y="4894"/>
                    <a:pt x="174783" y="10931"/>
                  </a:cubicBezTo>
                  <a:lnTo>
                    <a:pt x="174783" y="98153"/>
                  </a:lnTo>
                  <a:cubicBezTo>
                    <a:pt x="174783" y="104190"/>
                    <a:pt x="169889" y="109084"/>
                    <a:pt x="163852" y="109084"/>
                  </a:cubicBezTo>
                  <a:lnTo>
                    <a:pt x="10931" y="109084"/>
                  </a:lnTo>
                  <a:cubicBezTo>
                    <a:pt x="4894" y="109084"/>
                    <a:pt x="0" y="104190"/>
                    <a:pt x="0" y="98153"/>
                  </a:cubicBezTo>
                  <a:lnTo>
                    <a:pt x="0" y="10931"/>
                  </a:lnTo>
                  <a:cubicBezTo>
                    <a:pt x="0" y="4894"/>
                    <a:pt x="4894" y="0"/>
                    <a:pt x="10931" y="0"/>
                  </a:cubicBezTo>
                  <a:close/>
                </a:path>
              </a:pathLst>
            </a:custGeom>
            <a:noFill/>
            <a:ln w="8472" cap="flat">
              <a:solidFill>
                <a:srgbClr val="17A3A3"/>
              </a:solidFill>
              <a:prstDash val="solid"/>
              <a:miter/>
            </a:ln>
          </p:spPr>
          <p:txBody>
            <a:bodyPr rtlCol="1" anchor="ctr"/>
            <a:lstStyle/>
            <a:p>
              <a:endParaRPr lang="ar-SA"/>
            </a:p>
          </p:txBody>
        </p:sp>
        <p:sp>
          <p:nvSpPr>
            <p:cNvPr id="8604" name="شكل حر: شكل 9573">
              <a:extLst>
                <a:ext uri="{FF2B5EF4-FFF2-40B4-BE49-F238E27FC236}">
                  <a16:creationId xmlns:a16="http://schemas.microsoft.com/office/drawing/2014/main" id="{4468C4BC-C11B-4960-8CA3-C75DDC597FFF}"/>
                </a:ext>
              </a:extLst>
            </p:cNvPr>
            <p:cNvSpPr/>
            <p:nvPr/>
          </p:nvSpPr>
          <p:spPr>
            <a:xfrm>
              <a:off x="3778685" y="5554415"/>
              <a:ext cx="2824" cy="174782"/>
            </a:xfrm>
            <a:custGeom>
              <a:avLst/>
              <a:gdLst>
                <a:gd name="connsiteX0" fmla="*/ 0 w 2824"/>
                <a:gd name="connsiteY0" fmla="*/ 0 h 174782"/>
                <a:gd name="connsiteX1" fmla="*/ 0 w 2824"/>
                <a:gd name="connsiteY1" fmla="*/ 174783 h 174782"/>
              </a:gdLst>
              <a:ahLst/>
              <a:cxnLst>
                <a:cxn ang="0">
                  <a:pos x="connsiteX0" y="connsiteY0"/>
                </a:cxn>
                <a:cxn ang="0">
                  <a:pos x="connsiteX1" y="connsiteY1"/>
                </a:cxn>
              </a:cxnLst>
              <a:rect l="l" t="t" r="r" b="b"/>
              <a:pathLst>
                <a:path w="2824" h="174782">
                  <a:moveTo>
                    <a:pt x="0" y="0"/>
                  </a:moveTo>
                  <a:lnTo>
                    <a:pt x="0" y="174783"/>
                  </a:lnTo>
                </a:path>
              </a:pathLst>
            </a:custGeom>
            <a:ln w="8472" cap="flat">
              <a:solidFill>
                <a:srgbClr val="17A3A3"/>
              </a:solidFill>
              <a:prstDash val="solid"/>
              <a:miter/>
            </a:ln>
          </p:spPr>
          <p:txBody>
            <a:bodyPr rtlCol="1" anchor="ctr"/>
            <a:lstStyle/>
            <a:p>
              <a:endParaRPr lang="ar-SA"/>
            </a:p>
          </p:txBody>
        </p:sp>
        <p:sp>
          <p:nvSpPr>
            <p:cNvPr id="8605" name="شكل حر: شكل 9574">
              <a:extLst>
                <a:ext uri="{FF2B5EF4-FFF2-40B4-BE49-F238E27FC236}">
                  <a16:creationId xmlns:a16="http://schemas.microsoft.com/office/drawing/2014/main" id="{B4426011-A4FF-F615-8D35-F66CDE505B65}"/>
                </a:ext>
              </a:extLst>
            </p:cNvPr>
            <p:cNvSpPr/>
            <p:nvPr/>
          </p:nvSpPr>
          <p:spPr>
            <a:xfrm>
              <a:off x="3799106" y="5571644"/>
              <a:ext cx="2824" cy="140295"/>
            </a:xfrm>
            <a:custGeom>
              <a:avLst/>
              <a:gdLst>
                <a:gd name="connsiteX0" fmla="*/ 0 w 2824"/>
                <a:gd name="connsiteY0" fmla="*/ 0 h 140295"/>
                <a:gd name="connsiteX1" fmla="*/ 0 w 2824"/>
                <a:gd name="connsiteY1" fmla="*/ 140295 h 140295"/>
              </a:gdLst>
              <a:ahLst/>
              <a:cxnLst>
                <a:cxn ang="0">
                  <a:pos x="connsiteX0" y="connsiteY0"/>
                </a:cxn>
                <a:cxn ang="0">
                  <a:pos x="connsiteX1" y="connsiteY1"/>
                </a:cxn>
              </a:cxnLst>
              <a:rect l="l" t="t" r="r" b="b"/>
              <a:pathLst>
                <a:path w="2824" h="140295">
                  <a:moveTo>
                    <a:pt x="0" y="0"/>
                  </a:moveTo>
                  <a:lnTo>
                    <a:pt x="0" y="140295"/>
                  </a:lnTo>
                </a:path>
              </a:pathLst>
            </a:custGeom>
            <a:ln w="8472" cap="flat">
              <a:solidFill>
                <a:srgbClr val="17A3A3"/>
              </a:solidFill>
              <a:prstDash val="solid"/>
              <a:miter/>
            </a:ln>
          </p:spPr>
          <p:txBody>
            <a:bodyPr rtlCol="1" anchor="ctr"/>
            <a:lstStyle/>
            <a:p>
              <a:endParaRPr lang="ar-SA"/>
            </a:p>
          </p:txBody>
        </p:sp>
      </p:grpSp>
      <p:grpSp>
        <p:nvGrpSpPr>
          <p:cNvPr id="8606" name="رسم 8014">
            <a:extLst>
              <a:ext uri="{FF2B5EF4-FFF2-40B4-BE49-F238E27FC236}">
                <a16:creationId xmlns:a16="http://schemas.microsoft.com/office/drawing/2014/main" id="{0B4D1A18-99D9-30D8-CA46-F70650183D43}"/>
              </a:ext>
            </a:extLst>
          </p:cNvPr>
          <p:cNvGrpSpPr/>
          <p:nvPr/>
        </p:nvGrpSpPr>
        <p:grpSpPr>
          <a:xfrm>
            <a:off x="8540947" y="4066475"/>
            <a:ext cx="260904" cy="266263"/>
            <a:chOff x="9290421" y="3343868"/>
            <a:chExt cx="311858" cy="337815"/>
          </a:xfrm>
          <a:noFill/>
        </p:grpSpPr>
        <p:sp>
          <p:nvSpPr>
            <p:cNvPr id="8607" name="شكل حر: شكل 9576">
              <a:extLst>
                <a:ext uri="{FF2B5EF4-FFF2-40B4-BE49-F238E27FC236}">
                  <a16:creationId xmlns:a16="http://schemas.microsoft.com/office/drawing/2014/main" id="{E8019E3F-94BE-6ADC-3E1B-8CAF48A220EB}"/>
                </a:ext>
              </a:extLst>
            </p:cNvPr>
            <p:cNvSpPr/>
            <p:nvPr/>
          </p:nvSpPr>
          <p:spPr>
            <a:xfrm>
              <a:off x="9324344" y="3377790"/>
              <a:ext cx="244012" cy="244012"/>
            </a:xfrm>
            <a:custGeom>
              <a:avLst/>
              <a:gdLst>
                <a:gd name="connsiteX0" fmla="*/ 0 w 244012"/>
                <a:gd name="connsiteY0" fmla="*/ 0 h 244012"/>
                <a:gd name="connsiteX1" fmla="*/ 244012 w 244012"/>
                <a:gd name="connsiteY1" fmla="*/ 0 h 244012"/>
                <a:gd name="connsiteX2" fmla="*/ 244012 w 244012"/>
                <a:gd name="connsiteY2" fmla="*/ 244013 h 244012"/>
                <a:gd name="connsiteX3" fmla="*/ 0 w 244012"/>
                <a:gd name="connsiteY3" fmla="*/ 244013 h 244012"/>
              </a:gdLst>
              <a:ahLst/>
              <a:cxnLst>
                <a:cxn ang="0">
                  <a:pos x="connsiteX0" y="connsiteY0"/>
                </a:cxn>
                <a:cxn ang="0">
                  <a:pos x="connsiteX1" y="connsiteY1"/>
                </a:cxn>
                <a:cxn ang="0">
                  <a:pos x="connsiteX2" y="connsiteY2"/>
                </a:cxn>
                <a:cxn ang="0">
                  <a:pos x="connsiteX3" y="connsiteY3"/>
                </a:cxn>
              </a:cxnLst>
              <a:rect l="l" t="t" r="r" b="b"/>
              <a:pathLst>
                <a:path w="244012" h="244012">
                  <a:moveTo>
                    <a:pt x="0" y="0"/>
                  </a:moveTo>
                  <a:lnTo>
                    <a:pt x="244012" y="0"/>
                  </a:lnTo>
                  <a:lnTo>
                    <a:pt x="244012" y="244013"/>
                  </a:lnTo>
                  <a:lnTo>
                    <a:pt x="0" y="244013"/>
                  </a:lnTo>
                  <a:close/>
                </a:path>
              </a:pathLst>
            </a:custGeom>
            <a:noFill/>
            <a:ln w="8472" cap="flat">
              <a:solidFill>
                <a:srgbClr val="17A3A3"/>
              </a:solidFill>
              <a:prstDash val="solid"/>
              <a:miter/>
            </a:ln>
          </p:spPr>
          <p:txBody>
            <a:bodyPr rtlCol="1" anchor="ctr"/>
            <a:lstStyle/>
            <a:p>
              <a:endParaRPr lang="ar-SA"/>
            </a:p>
          </p:txBody>
        </p:sp>
        <p:sp>
          <p:nvSpPr>
            <p:cNvPr id="8608" name="شكل حر: شكل 9577">
              <a:extLst>
                <a:ext uri="{FF2B5EF4-FFF2-40B4-BE49-F238E27FC236}">
                  <a16:creationId xmlns:a16="http://schemas.microsoft.com/office/drawing/2014/main" id="{B61647EB-53EB-5392-DAA0-CA2EF870CFF0}"/>
                </a:ext>
              </a:extLst>
            </p:cNvPr>
            <p:cNvSpPr/>
            <p:nvPr/>
          </p:nvSpPr>
          <p:spPr>
            <a:xfrm>
              <a:off x="9290421" y="3343868"/>
              <a:ext cx="311858" cy="311858"/>
            </a:xfrm>
            <a:custGeom>
              <a:avLst/>
              <a:gdLst>
                <a:gd name="connsiteX0" fmla="*/ 299798 w 311858"/>
                <a:gd name="connsiteY0" fmla="*/ 0 h 311858"/>
                <a:gd name="connsiteX1" fmla="*/ 311859 w 311858"/>
                <a:gd name="connsiteY1" fmla="*/ 12061 h 311858"/>
                <a:gd name="connsiteX2" fmla="*/ 311859 w 311858"/>
                <a:gd name="connsiteY2" fmla="*/ 299797 h 311858"/>
                <a:gd name="connsiteX3" fmla="*/ 299798 w 311858"/>
                <a:gd name="connsiteY3" fmla="*/ 311858 h 311858"/>
                <a:gd name="connsiteX4" fmla="*/ 12061 w 311858"/>
                <a:gd name="connsiteY4" fmla="*/ 311858 h 311858"/>
                <a:gd name="connsiteX5" fmla="*/ 0 w 311858"/>
                <a:gd name="connsiteY5" fmla="*/ 299797 h 311858"/>
                <a:gd name="connsiteX6" fmla="*/ 0 w 311858"/>
                <a:gd name="connsiteY6" fmla="*/ 12061 h 311858"/>
                <a:gd name="connsiteX7" fmla="*/ 12061 w 311858"/>
                <a:gd name="connsiteY7" fmla="*/ 0 h 311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1858" h="311858">
                  <a:moveTo>
                    <a:pt x="299798" y="0"/>
                  </a:moveTo>
                  <a:cubicBezTo>
                    <a:pt x="306458" y="0"/>
                    <a:pt x="311859" y="5400"/>
                    <a:pt x="311859" y="12061"/>
                  </a:cubicBezTo>
                  <a:lnTo>
                    <a:pt x="311859" y="299797"/>
                  </a:lnTo>
                  <a:cubicBezTo>
                    <a:pt x="311859" y="306458"/>
                    <a:pt x="306458" y="311858"/>
                    <a:pt x="299798" y="311858"/>
                  </a:cubicBezTo>
                  <a:lnTo>
                    <a:pt x="12061" y="311858"/>
                  </a:lnTo>
                  <a:cubicBezTo>
                    <a:pt x="5400" y="311858"/>
                    <a:pt x="0" y="306458"/>
                    <a:pt x="0" y="299797"/>
                  </a:cubicBezTo>
                  <a:lnTo>
                    <a:pt x="0" y="12061"/>
                  </a:lnTo>
                  <a:cubicBezTo>
                    <a:pt x="0" y="5400"/>
                    <a:pt x="5400" y="0"/>
                    <a:pt x="12061" y="0"/>
                  </a:cubicBezTo>
                  <a:close/>
                </a:path>
              </a:pathLst>
            </a:custGeom>
            <a:noFill/>
            <a:ln w="8472" cap="flat">
              <a:solidFill>
                <a:srgbClr val="17A3A3"/>
              </a:solidFill>
              <a:prstDash val="solid"/>
              <a:miter/>
            </a:ln>
          </p:spPr>
          <p:txBody>
            <a:bodyPr rtlCol="1" anchor="ctr"/>
            <a:lstStyle/>
            <a:p>
              <a:endParaRPr lang="ar-SA"/>
            </a:p>
          </p:txBody>
        </p:sp>
        <p:sp>
          <p:nvSpPr>
            <p:cNvPr id="8609" name="شكل حر: شكل 9578">
              <a:extLst>
                <a:ext uri="{FF2B5EF4-FFF2-40B4-BE49-F238E27FC236}">
                  <a16:creationId xmlns:a16="http://schemas.microsoft.com/office/drawing/2014/main" id="{86AFD769-4F03-A415-8AFD-92CCE3301579}"/>
                </a:ext>
              </a:extLst>
            </p:cNvPr>
            <p:cNvSpPr/>
            <p:nvPr/>
          </p:nvSpPr>
          <p:spPr>
            <a:xfrm>
              <a:off x="9324343" y="3669962"/>
              <a:ext cx="57281" cy="11721"/>
            </a:xfrm>
            <a:custGeom>
              <a:avLst/>
              <a:gdLst>
                <a:gd name="connsiteX0" fmla="*/ 57282 w 57281"/>
                <a:gd name="connsiteY0" fmla="*/ 0 h 11721"/>
                <a:gd name="connsiteX1" fmla="*/ 57282 w 57281"/>
                <a:gd name="connsiteY1" fmla="*/ 11722 h 11721"/>
                <a:gd name="connsiteX2" fmla="*/ 0 w 57281"/>
                <a:gd name="connsiteY2" fmla="*/ 11722 h 11721"/>
                <a:gd name="connsiteX3" fmla="*/ 0 w 57281"/>
                <a:gd name="connsiteY3" fmla="*/ 0 h 11721"/>
              </a:gdLst>
              <a:ahLst/>
              <a:cxnLst>
                <a:cxn ang="0">
                  <a:pos x="connsiteX0" y="connsiteY0"/>
                </a:cxn>
                <a:cxn ang="0">
                  <a:pos x="connsiteX1" y="connsiteY1"/>
                </a:cxn>
                <a:cxn ang="0">
                  <a:pos x="connsiteX2" y="connsiteY2"/>
                </a:cxn>
                <a:cxn ang="0">
                  <a:pos x="connsiteX3" y="connsiteY3"/>
                </a:cxn>
              </a:cxnLst>
              <a:rect l="l" t="t" r="r" b="b"/>
              <a:pathLst>
                <a:path w="57281" h="11721">
                  <a:moveTo>
                    <a:pt x="57282" y="0"/>
                  </a:moveTo>
                  <a:lnTo>
                    <a:pt x="57282" y="11722"/>
                  </a:lnTo>
                  <a:lnTo>
                    <a:pt x="0" y="11722"/>
                  </a:lnTo>
                  <a:lnTo>
                    <a:pt x="0" y="0"/>
                  </a:lnTo>
                </a:path>
              </a:pathLst>
            </a:custGeom>
            <a:noFill/>
            <a:ln w="8472" cap="flat">
              <a:solidFill>
                <a:srgbClr val="01355A"/>
              </a:solidFill>
              <a:prstDash val="solid"/>
              <a:miter/>
            </a:ln>
          </p:spPr>
          <p:txBody>
            <a:bodyPr rtlCol="1" anchor="ctr"/>
            <a:lstStyle/>
            <a:p>
              <a:endParaRPr lang="ar-SA"/>
            </a:p>
          </p:txBody>
        </p:sp>
        <p:sp>
          <p:nvSpPr>
            <p:cNvPr id="8610" name="شكل حر: شكل 9579">
              <a:extLst>
                <a:ext uri="{FF2B5EF4-FFF2-40B4-BE49-F238E27FC236}">
                  <a16:creationId xmlns:a16="http://schemas.microsoft.com/office/drawing/2014/main" id="{1A07A96B-BBF0-B986-C3B1-766D1A5FA9A8}"/>
                </a:ext>
              </a:extLst>
            </p:cNvPr>
            <p:cNvSpPr/>
            <p:nvPr/>
          </p:nvSpPr>
          <p:spPr>
            <a:xfrm>
              <a:off x="9511075" y="3669962"/>
              <a:ext cx="57281" cy="11721"/>
            </a:xfrm>
            <a:custGeom>
              <a:avLst/>
              <a:gdLst>
                <a:gd name="connsiteX0" fmla="*/ 57282 w 57281"/>
                <a:gd name="connsiteY0" fmla="*/ 0 h 11721"/>
                <a:gd name="connsiteX1" fmla="*/ 57282 w 57281"/>
                <a:gd name="connsiteY1" fmla="*/ 11722 h 11721"/>
                <a:gd name="connsiteX2" fmla="*/ 0 w 57281"/>
                <a:gd name="connsiteY2" fmla="*/ 11722 h 11721"/>
                <a:gd name="connsiteX3" fmla="*/ 0 w 57281"/>
                <a:gd name="connsiteY3" fmla="*/ 0 h 11721"/>
              </a:gdLst>
              <a:ahLst/>
              <a:cxnLst>
                <a:cxn ang="0">
                  <a:pos x="connsiteX0" y="connsiteY0"/>
                </a:cxn>
                <a:cxn ang="0">
                  <a:pos x="connsiteX1" y="connsiteY1"/>
                </a:cxn>
                <a:cxn ang="0">
                  <a:pos x="connsiteX2" y="connsiteY2"/>
                </a:cxn>
                <a:cxn ang="0">
                  <a:pos x="connsiteX3" y="connsiteY3"/>
                </a:cxn>
              </a:cxnLst>
              <a:rect l="l" t="t" r="r" b="b"/>
              <a:pathLst>
                <a:path w="57281" h="11721">
                  <a:moveTo>
                    <a:pt x="57282" y="0"/>
                  </a:moveTo>
                  <a:lnTo>
                    <a:pt x="57282" y="11722"/>
                  </a:lnTo>
                  <a:lnTo>
                    <a:pt x="0" y="11722"/>
                  </a:lnTo>
                  <a:lnTo>
                    <a:pt x="0" y="0"/>
                  </a:lnTo>
                </a:path>
              </a:pathLst>
            </a:custGeom>
            <a:noFill/>
            <a:ln w="8472" cap="flat">
              <a:solidFill>
                <a:srgbClr val="01355A"/>
              </a:solidFill>
              <a:prstDash val="solid"/>
              <a:miter/>
            </a:ln>
          </p:spPr>
          <p:txBody>
            <a:bodyPr rtlCol="1" anchor="ctr"/>
            <a:lstStyle/>
            <a:p>
              <a:endParaRPr lang="ar-SA"/>
            </a:p>
          </p:txBody>
        </p:sp>
        <p:sp>
          <p:nvSpPr>
            <p:cNvPr id="8611" name="شكل حر: شكل 9580">
              <a:extLst>
                <a:ext uri="{FF2B5EF4-FFF2-40B4-BE49-F238E27FC236}">
                  <a16:creationId xmlns:a16="http://schemas.microsoft.com/office/drawing/2014/main" id="{B6BAABF1-1047-AFC6-CD33-BA25A8BED007}"/>
                </a:ext>
              </a:extLst>
            </p:cNvPr>
            <p:cNvSpPr/>
            <p:nvPr/>
          </p:nvSpPr>
          <p:spPr>
            <a:xfrm rot="-4603200">
              <a:off x="9418592" y="3472150"/>
              <a:ext cx="54796" cy="54796"/>
            </a:xfrm>
            <a:custGeom>
              <a:avLst/>
              <a:gdLst>
                <a:gd name="connsiteX0" fmla="*/ 54796 w 54796"/>
                <a:gd name="connsiteY0" fmla="*/ 27398 h 54796"/>
                <a:gd name="connsiteX1" fmla="*/ 27398 w 54796"/>
                <a:gd name="connsiteY1" fmla="*/ 54796 h 54796"/>
                <a:gd name="connsiteX2" fmla="*/ 0 w 54796"/>
                <a:gd name="connsiteY2" fmla="*/ 27398 h 54796"/>
                <a:gd name="connsiteX3" fmla="*/ 27398 w 54796"/>
                <a:gd name="connsiteY3" fmla="*/ 0 h 54796"/>
                <a:gd name="connsiteX4" fmla="*/ 54796 w 54796"/>
                <a:gd name="connsiteY4" fmla="*/ 27398 h 547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796" h="54796">
                  <a:moveTo>
                    <a:pt x="54796" y="27398"/>
                  </a:moveTo>
                  <a:cubicBezTo>
                    <a:pt x="54796" y="42530"/>
                    <a:pt x="42530" y="54796"/>
                    <a:pt x="27398" y="54796"/>
                  </a:cubicBezTo>
                  <a:cubicBezTo>
                    <a:pt x="12267" y="54796"/>
                    <a:pt x="0" y="42529"/>
                    <a:pt x="0" y="27398"/>
                  </a:cubicBezTo>
                  <a:cubicBezTo>
                    <a:pt x="0" y="12267"/>
                    <a:pt x="12267" y="0"/>
                    <a:pt x="27398" y="0"/>
                  </a:cubicBezTo>
                  <a:cubicBezTo>
                    <a:pt x="42530" y="0"/>
                    <a:pt x="54796" y="12267"/>
                    <a:pt x="54796" y="27398"/>
                  </a:cubicBezTo>
                  <a:close/>
                </a:path>
              </a:pathLst>
            </a:custGeom>
            <a:noFill/>
            <a:ln w="8472" cap="flat">
              <a:solidFill>
                <a:srgbClr val="01355A"/>
              </a:solidFill>
              <a:prstDash val="solid"/>
              <a:miter/>
            </a:ln>
          </p:spPr>
          <p:txBody>
            <a:bodyPr rtlCol="1" anchor="ctr"/>
            <a:lstStyle/>
            <a:p>
              <a:endParaRPr lang="ar-SA"/>
            </a:p>
          </p:txBody>
        </p:sp>
        <p:sp>
          <p:nvSpPr>
            <p:cNvPr id="8612" name="شكل حر: شكل 9581">
              <a:extLst>
                <a:ext uri="{FF2B5EF4-FFF2-40B4-BE49-F238E27FC236}">
                  <a16:creationId xmlns:a16="http://schemas.microsoft.com/office/drawing/2014/main" id="{CDFC02D8-0202-2737-B083-CBB2B6336151}"/>
                </a:ext>
              </a:extLst>
            </p:cNvPr>
            <p:cNvSpPr/>
            <p:nvPr/>
          </p:nvSpPr>
          <p:spPr>
            <a:xfrm>
              <a:off x="9381625" y="3499783"/>
              <a:ext cx="37312" cy="2824"/>
            </a:xfrm>
            <a:custGeom>
              <a:avLst/>
              <a:gdLst>
                <a:gd name="connsiteX0" fmla="*/ 37312 w 37312"/>
                <a:gd name="connsiteY0" fmla="*/ 0 h 2824"/>
                <a:gd name="connsiteX1" fmla="*/ 0 w 37312"/>
                <a:gd name="connsiteY1" fmla="*/ 0 h 2824"/>
              </a:gdLst>
              <a:ahLst/>
              <a:cxnLst>
                <a:cxn ang="0">
                  <a:pos x="connsiteX0" y="connsiteY0"/>
                </a:cxn>
                <a:cxn ang="0">
                  <a:pos x="connsiteX1" y="connsiteY1"/>
                </a:cxn>
              </a:cxnLst>
              <a:rect l="l" t="t" r="r" b="b"/>
              <a:pathLst>
                <a:path w="37312" h="2824">
                  <a:moveTo>
                    <a:pt x="37312" y="0"/>
                  </a:moveTo>
                  <a:lnTo>
                    <a:pt x="0" y="0"/>
                  </a:lnTo>
                </a:path>
              </a:pathLst>
            </a:custGeom>
            <a:ln w="8472" cap="flat">
              <a:solidFill>
                <a:srgbClr val="01355A"/>
              </a:solidFill>
              <a:prstDash val="solid"/>
              <a:miter/>
            </a:ln>
          </p:spPr>
          <p:txBody>
            <a:bodyPr rtlCol="1" anchor="ctr"/>
            <a:lstStyle/>
            <a:p>
              <a:endParaRPr lang="ar-SA"/>
            </a:p>
          </p:txBody>
        </p:sp>
        <p:sp>
          <p:nvSpPr>
            <p:cNvPr id="8613" name="شكل حر: شكل 9582">
              <a:extLst>
                <a:ext uri="{FF2B5EF4-FFF2-40B4-BE49-F238E27FC236}">
                  <a16:creationId xmlns:a16="http://schemas.microsoft.com/office/drawing/2014/main" id="{E1683867-CE40-ADC0-0D06-2EF956294D5E}"/>
                </a:ext>
              </a:extLst>
            </p:cNvPr>
            <p:cNvSpPr/>
            <p:nvPr/>
          </p:nvSpPr>
          <p:spPr>
            <a:xfrm>
              <a:off x="9473762" y="3499783"/>
              <a:ext cx="37312" cy="2824"/>
            </a:xfrm>
            <a:custGeom>
              <a:avLst/>
              <a:gdLst>
                <a:gd name="connsiteX0" fmla="*/ 37312 w 37312"/>
                <a:gd name="connsiteY0" fmla="*/ 0 h 2824"/>
                <a:gd name="connsiteX1" fmla="*/ 0 w 37312"/>
                <a:gd name="connsiteY1" fmla="*/ 0 h 2824"/>
              </a:gdLst>
              <a:ahLst/>
              <a:cxnLst>
                <a:cxn ang="0">
                  <a:pos x="connsiteX0" y="connsiteY0"/>
                </a:cxn>
                <a:cxn ang="0">
                  <a:pos x="connsiteX1" y="connsiteY1"/>
                </a:cxn>
              </a:cxnLst>
              <a:rect l="l" t="t" r="r" b="b"/>
              <a:pathLst>
                <a:path w="37312" h="2824">
                  <a:moveTo>
                    <a:pt x="37312" y="0"/>
                  </a:moveTo>
                  <a:lnTo>
                    <a:pt x="0" y="0"/>
                  </a:lnTo>
                </a:path>
              </a:pathLst>
            </a:custGeom>
            <a:ln w="8472" cap="flat">
              <a:solidFill>
                <a:srgbClr val="01355A"/>
              </a:solidFill>
              <a:prstDash val="solid"/>
              <a:miter/>
            </a:ln>
          </p:spPr>
          <p:txBody>
            <a:bodyPr rtlCol="1" anchor="ctr"/>
            <a:lstStyle/>
            <a:p>
              <a:endParaRPr lang="ar-SA"/>
            </a:p>
          </p:txBody>
        </p:sp>
        <p:sp>
          <p:nvSpPr>
            <p:cNvPr id="8614" name="شكل حر: شكل 9583">
              <a:extLst>
                <a:ext uri="{FF2B5EF4-FFF2-40B4-BE49-F238E27FC236}">
                  <a16:creationId xmlns:a16="http://schemas.microsoft.com/office/drawing/2014/main" id="{BACFDB72-5B21-C92E-6C8A-B42425092655}"/>
                </a:ext>
              </a:extLst>
            </p:cNvPr>
            <p:cNvSpPr/>
            <p:nvPr/>
          </p:nvSpPr>
          <p:spPr>
            <a:xfrm>
              <a:off x="9446336" y="3435072"/>
              <a:ext cx="2824" cy="37312"/>
            </a:xfrm>
            <a:custGeom>
              <a:avLst/>
              <a:gdLst>
                <a:gd name="connsiteX0" fmla="*/ 0 w 2824"/>
                <a:gd name="connsiteY0" fmla="*/ 37312 h 37312"/>
                <a:gd name="connsiteX1" fmla="*/ 0 w 2824"/>
                <a:gd name="connsiteY1" fmla="*/ 0 h 37312"/>
              </a:gdLst>
              <a:ahLst/>
              <a:cxnLst>
                <a:cxn ang="0">
                  <a:pos x="connsiteX0" y="connsiteY0"/>
                </a:cxn>
                <a:cxn ang="0">
                  <a:pos x="connsiteX1" y="connsiteY1"/>
                </a:cxn>
              </a:cxnLst>
              <a:rect l="l" t="t" r="r" b="b"/>
              <a:pathLst>
                <a:path w="2824" h="37312">
                  <a:moveTo>
                    <a:pt x="0" y="37312"/>
                  </a:moveTo>
                  <a:lnTo>
                    <a:pt x="0" y="0"/>
                  </a:lnTo>
                </a:path>
              </a:pathLst>
            </a:custGeom>
            <a:ln w="8472" cap="flat">
              <a:solidFill>
                <a:srgbClr val="01355A"/>
              </a:solidFill>
              <a:prstDash val="solid"/>
              <a:miter/>
            </a:ln>
          </p:spPr>
          <p:txBody>
            <a:bodyPr rtlCol="1" anchor="ctr"/>
            <a:lstStyle/>
            <a:p>
              <a:endParaRPr lang="ar-SA"/>
            </a:p>
          </p:txBody>
        </p:sp>
        <p:sp>
          <p:nvSpPr>
            <p:cNvPr id="8615" name="شكل حر: شكل 9584">
              <a:extLst>
                <a:ext uri="{FF2B5EF4-FFF2-40B4-BE49-F238E27FC236}">
                  <a16:creationId xmlns:a16="http://schemas.microsoft.com/office/drawing/2014/main" id="{6E725D98-6B5C-4BF7-C579-02AD2C24F259}"/>
                </a:ext>
              </a:extLst>
            </p:cNvPr>
            <p:cNvSpPr/>
            <p:nvPr/>
          </p:nvSpPr>
          <p:spPr>
            <a:xfrm>
              <a:off x="9446336" y="3527209"/>
              <a:ext cx="2824" cy="37312"/>
            </a:xfrm>
            <a:custGeom>
              <a:avLst/>
              <a:gdLst>
                <a:gd name="connsiteX0" fmla="*/ 0 w 2824"/>
                <a:gd name="connsiteY0" fmla="*/ 37312 h 37312"/>
                <a:gd name="connsiteX1" fmla="*/ 0 w 2824"/>
                <a:gd name="connsiteY1" fmla="*/ 0 h 37312"/>
              </a:gdLst>
              <a:ahLst/>
              <a:cxnLst>
                <a:cxn ang="0">
                  <a:pos x="connsiteX0" y="connsiteY0"/>
                </a:cxn>
                <a:cxn ang="0">
                  <a:pos x="connsiteX1" y="connsiteY1"/>
                </a:cxn>
              </a:cxnLst>
              <a:rect l="l" t="t" r="r" b="b"/>
              <a:pathLst>
                <a:path w="2824" h="37312">
                  <a:moveTo>
                    <a:pt x="0" y="37312"/>
                  </a:moveTo>
                  <a:lnTo>
                    <a:pt x="0" y="0"/>
                  </a:lnTo>
                </a:path>
              </a:pathLst>
            </a:custGeom>
            <a:ln w="8472" cap="flat">
              <a:solidFill>
                <a:srgbClr val="01355A"/>
              </a:solidFill>
              <a:prstDash val="solid"/>
              <a:miter/>
            </a:ln>
          </p:spPr>
          <p:txBody>
            <a:bodyPr rtlCol="1" anchor="ctr"/>
            <a:lstStyle/>
            <a:p>
              <a:endParaRPr lang="ar-SA"/>
            </a:p>
          </p:txBody>
        </p:sp>
      </p:grpSp>
      <p:grpSp>
        <p:nvGrpSpPr>
          <p:cNvPr id="8616" name="رسم 8014">
            <a:extLst>
              <a:ext uri="{FF2B5EF4-FFF2-40B4-BE49-F238E27FC236}">
                <a16:creationId xmlns:a16="http://schemas.microsoft.com/office/drawing/2014/main" id="{E324D5F6-F02D-563F-6D6A-0B2F84CDEA5C}"/>
              </a:ext>
            </a:extLst>
          </p:cNvPr>
          <p:cNvGrpSpPr/>
          <p:nvPr/>
        </p:nvGrpSpPr>
        <p:grpSpPr>
          <a:xfrm>
            <a:off x="1529983" y="5291688"/>
            <a:ext cx="293563" cy="283428"/>
            <a:chOff x="910216" y="4898329"/>
            <a:chExt cx="350896" cy="359593"/>
          </a:xfrm>
          <a:noFill/>
        </p:grpSpPr>
        <p:sp>
          <p:nvSpPr>
            <p:cNvPr id="8617" name="شكل حر: شكل 9586">
              <a:extLst>
                <a:ext uri="{FF2B5EF4-FFF2-40B4-BE49-F238E27FC236}">
                  <a16:creationId xmlns:a16="http://schemas.microsoft.com/office/drawing/2014/main" id="{A6842F15-5598-31A7-E3DF-5215AF74E5FD}"/>
                </a:ext>
              </a:extLst>
            </p:cNvPr>
            <p:cNvSpPr/>
            <p:nvPr/>
          </p:nvSpPr>
          <p:spPr>
            <a:xfrm>
              <a:off x="999384" y="5210808"/>
              <a:ext cx="70475" cy="47085"/>
            </a:xfrm>
            <a:custGeom>
              <a:avLst/>
              <a:gdLst>
                <a:gd name="connsiteX0" fmla="*/ 70476 w 70475"/>
                <a:gd name="connsiteY0" fmla="*/ 0 h 47085"/>
                <a:gd name="connsiteX1" fmla="*/ 16188 w 70475"/>
                <a:gd name="connsiteY1" fmla="*/ 0 h 47085"/>
                <a:gd name="connsiteX2" fmla="*/ 10511 w 70475"/>
                <a:gd name="connsiteY2" fmla="*/ 4152 h 47085"/>
                <a:gd name="connsiteX3" fmla="*/ 173 w 70475"/>
                <a:gd name="connsiteY3" fmla="*/ 42481 h 47085"/>
                <a:gd name="connsiteX4" fmla="*/ 3534 w 70475"/>
                <a:gd name="connsiteY4" fmla="*/ 47085 h 47085"/>
                <a:gd name="connsiteX5" fmla="*/ 59686 w 70475"/>
                <a:gd name="connsiteY5" fmla="*/ 47085 h 47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475" h="47085">
                  <a:moveTo>
                    <a:pt x="70476" y="0"/>
                  </a:moveTo>
                  <a:lnTo>
                    <a:pt x="16188" y="0"/>
                  </a:lnTo>
                  <a:cubicBezTo>
                    <a:pt x="13590" y="0"/>
                    <a:pt x="11302" y="1667"/>
                    <a:pt x="10511" y="4152"/>
                  </a:cubicBezTo>
                  <a:lnTo>
                    <a:pt x="173" y="42481"/>
                  </a:lnTo>
                  <a:cubicBezTo>
                    <a:pt x="-561" y="44769"/>
                    <a:pt x="1133" y="47085"/>
                    <a:pt x="3534" y="47085"/>
                  </a:cubicBezTo>
                  <a:lnTo>
                    <a:pt x="59686" y="47085"/>
                  </a:lnTo>
                </a:path>
              </a:pathLst>
            </a:custGeom>
            <a:noFill/>
            <a:ln w="8472" cap="flat">
              <a:solidFill>
                <a:srgbClr val="01355A"/>
              </a:solidFill>
              <a:prstDash val="solid"/>
              <a:miter/>
            </a:ln>
          </p:spPr>
          <p:txBody>
            <a:bodyPr rtlCol="1" anchor="ctr"/>
            <a:lstStyle/>
            <a:p>
              <a:endParaRPr lang="ar-SA"/>
            </a:p>
          </p:txBody>
        </p:sp>
        <p:sp>
          <p:nvSpPr>
            <p:cNvPr id="8618" name="شكل حر: شكل 9587">
              <a:extLst>
                <a:ext uri="{FF2B5EF4-FFF2-40B4-BE49-F238E27FC236}">
                  <a16:creationId xmlns:a16="http://schemas.microsoft.com/office/drawing/2014/main" id="{70AE1F7F-85B0-4E7E-A022-AFE3ECC26F2C}"/>
                </a:ext>
              </a:extLst>
            </p:cNvPr>
            <p:cNvSpPr/>
            <p:nvPr/>
          </p:nvSpPr>
          <p:spPr>
            <a:xfrm>
              <a:off x="1190637" y="5210808"/>
              <a:ext cx="70475" cy="47085"/>
            </a:xfrm>
            <a:custGeom>
              <a:avLst/>
              <a:gdLst>
                <a:gd name="connsiteX0" fmla="*/ 0 w 70475"/>
                <a:gd name="connsiteY0" fmla="*/ 0 h 47085"/>
                <a:gd name="connsiteX1" fmla="*/ 54288 w 70475"/>
                <a:gd name="connsiteY1" fmla="*/ 0 h 47085"/>
                <a:gd name="connsiteX2" fmla="*/ 59965 w 70475"/>
                <a:gd name="connsiteY2" fmla="*/ 4152 h 47085"/>
                <a:gd name="connsiteX3" fmla="*/ 70303 w 70475"/>
                <a:gd name="connsiteY3" fmla="*/ 42481 h 47085"/>
                <a:gd name="connsiteX4" fmla="*/ 66942 w 70475"/>
                <a:gd name="connsiteY4" fmla="*/ 47085 h 47085"/>
                <a:gd name="connsiteX5" fmla="*/ 10790 w 70475"/>
                <a:gd name="connsiteY5" fmla="*/ 47085 h 47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475" h="47085">
                  <a:moveTo>
                    <a:pt x="0" y="0"/>
                  </a:moveTo>
                  <a:lnTo>
                    <a:pt x="54288" y="0"/>
                  </a:lnTo>
                  <a:cubicBezTo>
                    <a:pt x="56886" y="0"/>
                    <a:pt x="59174" y="1667"/>
                    <a:pt x="59965" y="4152"/>
                  </a:cubicBezTo>
                  <a:lnTo>
                    <a:pt x="70303" y="42481"/>
                  </a:lnTo>
                  <a:cubicBezTo>
                    <a:pt x="71037" y="44769"/>
                    <a:pt x="69343" y="47085"/>
                    <a:pt x="66942" y="47085"/>
                  </a:cubicBezTo>
                  <a:lnTo>
                    <a:pt x="10790" y="47085"/>
                  </a:lnTo>
                </a:path>
              </a:pathLst>
            </a:custGeom>
            <a:noFill/>
            <a:ln w="8472" cap="flat">
              <a:solidFill>
                <a:srgbClr val="01355A"/>
              </a:solidFill>
              <a:prstDash val="solid"/>
              <a:miter/>
            </a:ln>
          </p:spPr>
          <p:txBody>
            <a:bodyPr rtlCol="1" anchor="ctr"/>
            <a:lstStyle/>
            <a:p>
              <a:endParaRPr lang="ar-SA"/>
            </a:p>
          </p:txBody>
        </p:sp>
        <p:sp>
          <p:nvSpPr>
            <p:cNvPr id="8619" name="شكل حر: شكل 9588">
              <a:extLst>
                <a:ext uri="{FF2B5EF4-FFF2-40B4-BE49-F238E27FC236}">
                  <a16:creationId xmlns:a16="http://schemas.microsoft.com/office/drawing/2014/main" id="{5F977CDF-918D-05B7-A64F-39046139A90C}"/>
                </a:ext>
              </a:extLst>
            </p:cNvPr>
            <p:cNvSpPr/>
            <p:nvPr/>
          </p:nvSpPr>
          <p:spPr>
            <a:xfrm>
              <a:off x="1073763" y="5198324"/>
              <a:ext cx="113111" cy="59597"/>
            </a:xfrm>
            <a:custGeom>
              <a:avLst/>
              <a:gdLst>
                <a:gd name="connsiteX0" fmla="*/ 99842 w 113111"/>
                <a:gd name="connsiteY0" fmla="*/ 5254 h 59597"/>
                <a:gd name="connsiteX1" fmla="*/ 92639 w 113111"/>
                <a:gd name="connsiteY1" fmla="*/ 0 h 59597"/>
                <a:gd name="connsiteX2" fmla="*/ 20472 w 113111"/>
                <a:gd name="connsiteY2" fmla="*/ 0 h 59597"/>
                <a:gd name="connsiteX3" fmla="*/ 13269 w 113111"/>
                <a:gd name="connsiteY3" fmla="*/ 5254 h 59597"/>
                <a:gd name="connsiteX4" fmla="*/ 220 w 113111"/>
                <a:gd name="connsiteY4" fmla="*/ 53751 h 59597"/>
                <a:gd name="connsiteX5" fmla="*/ 4457 w 113111"/>
                <a:gd name="connsiteY5" fmla="*/ 59598 h 59597"/>
                <a:gd name="connsiteX6" fmla="*/ 108654 w 113111"/>
                <a:gd name="connsiteY6" fmla="*/ 59598 h 59597"/>
                <a:gd name="connsiteX7" fmla="*/ 112891 w 113111"/>
                <a:gd name="connsiteY7" fmla="*/ 53751 h 59597"/>
                <a:gd name="connsiteX8" fmla="*/ 99842 w 113111"/>
                <a:gd name="connsiteY8" fmla="*/ 5254 h 59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3111" h="59597">
                  <a:moveTo>
                    <a:pt x="99842" y="5254"/>
                  </a:moveTo>
                  <a:cubicBezTo>
                    <a:pt x="98825" y="2118"/>
                    <a:pt x="95916" y="0"/>
                    <a:pt x="92639" y="0"/>
                  </a:cubicBezTo>
                  <a:lnTo>
                    <a:pt x="20472" y="0"/>
                  </a:lnTo>
                  <a:cubicBezTo>
                    <a:pt x="17196" y="0"/>
                    <a:pt x="14286" y="2118"/>
                    <a:pt x="13269" y="5254"/>
                  </a:cubicBezTo>
                  <a:lnTo>
                    <a:pt x="220" y="53751"/>
                  </a:lnTo>
                  <a:cubicBezTo>
                    <a:pt x="-712" y="56632"/>
                    <a:pt x="1435" y="59598"/>
                    <a:pt x="4457" y="59598"/>
                  </a:cubicBezTo>
                  <a:lnTo>
                    <a:pt x="108654" y="59598"/>
                  </a:lnTo>
                  <a:cubicBezTo>
                    <a:pt x="111677" y="59598"/>
                    <a:pt x="113823" y="56632"/>
                    <a:pt x="112891" y="53751"/>
                  </a:cubicBezTo>
                  <a:lnTo>
                    <a:pt x="99842" y="5254"/>
                  </a:lnTo>
                  <a:close/>
                </a:path>
              </a:pathLst>
            </a:custGeom>
            <a:noFill/>
            <a:ln w="8472" cap="flat">
              <a:solidFill>
                <a:srgbClr val="01355A"/>
              </a:solidFill>
              <a:prstDash val="solid"/>
              <a:miter/>
            </a:ln>
          </p:spPr>
          <p:txBody>
            <a:bodyPr rtlCol="1" anchor="ctr"/>
            <a:lstStyle/>
            <a:p>
              <a:endParaRPr lang="ar-SA"/>
            </a:p>
          </p:txBody>
        </p:sp>
        <p:sp>
          <p:nvSpPr>
            <p:cNvPr id="8620" name="شكل حر: شكل 9589">
              <a:extLst>
                <a:ext uri="{FF2B5EF4-FFF2-40B4-BE49-F238E27FC236}">
                  <a16:creationId xmlns:a16="http://schemas.microsoft.com/office/drawing/2014/main" id="{BEDCB381-AB14-610C-DFDB-335B6701D052}"/>
                </a:ext>
              </a:extLst>
            </p:cNvPr>
            <p:cNvSpPr/>
            <p:nvPr/>
          </p:nvSpPr>
          <p:spPr>
            <a:xfrm>
              <a:off x="1091552" y="5130902"/>
              <a:ext cx="77562" cy="35447"/>
            </a:xfrm>
            <a:custGeom>
              <a:avLst/>
              <a:gdLst>
                <a:gd name="connsiteX0" fmla="*/ 77562 w 77562"/>
                <a:gd name="connsiteY0" fmla="*/ 35448 h 35447"/>
                <a:gd name="connsiteX1" fmla="*/ 69004 w 77562"/>
                <a:gd name="connsiteY1" fmla="*/ 3672 h 35447"/>
                <a:gd name="connsiteX2" fmla="*/ 63976 w 77562"/>
                <a:gd name="connsiteY2" fmla="*/ 0 h 35447"/>
                <a:gd name="connsiteX3" fmla="*/ 13586 w 77562"/>
                <a:gd name="connsiteY3" fmla="*/ 0 h 35447"/>
                <a:gd name="connsiteX4" fmla="*/ 8558 w 77562"/>
                <a:gd name="connsiteY4" fmla="*/ 3672 h 35447"/>
                <a:gd name="connsiteX5" fmla="*/ 0 w 77562"/>
                <a:gd name="connsiteY5" fmla="*/ 35448 h 354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62" h="35447">
                  <a:moveTo>
                    <a:pt x="77562" y="35448"/>
                  </a:moveTo>
                  <a:lnTo>
                    <a:pt x="69004" y="3672"/>
                  </a:lnTo>
                  <a:cubicBezTo>
                    <a:pt x="68298" y="1497"/>
                    <a:pt x="66264" y="0"/>
                    <a:pt x="63976" y="0"/>
                  </a:cubicBezTo>
                  <a:lnTo>
                    <a:pt x="13586" y="0"/>
                  </a:lnTo>
                  <a:cubicBezTo>
                    <a:pt x="11298" y="0"/>
                    <a:pt x="9265" y="1469"/>
                    <a:pt x="8558" y="3672"/>
                  </a:cubicBezTo>
                  <a:lnTo>
                    <a:pt x="0" y="35448"/>
                  </a:lnTo>
                </a:path>
              </a:pathLst>
            </a:custGeom>
            <a:noFill/>
            <a:ln w="8472" cap="flat">
              <a:solidFill>
                <a:srgbClr val="01355A"/>
              </a:solidFill>
              <a:prstDash val="solid"/>
              <a:miter/>
            </a:ln>
          </p:spPr>
          <p:txBody>
            <a:bodyPr rtlCol="1" anchor="ctr"/>
            <a:lstStyle/>
            <a:p>
              <a:endParaRPr lang="ar-SA"/>
            </a:p>
          </p:txBody>
        </p:sp>
        <p:sp>
          <p:nvSpPr>
            <p:cNvPr id="8621" name="شكل حر: شكل 9590">
              <a:extLst>
                <a:ext uri="{FF2B5EF4-FFF2-40B4-BE49-F238E27FC236}">
                  <a16:creationId xmlns:a16="http://schemas.microsoft.com/office/drawing/2014/main" id="{E1EA3A51-9247-5353-8910-475EE846FC2D}"/>
                </a:ext>
              </a:extLst>
            </p:cNvPr>
            <p:cNvSpPr/>
            <p:nvPr/>
          </p:nvSpPr>
          <p:spPr>
            <a:xfrm>
              <a:off x="1033282" y="5166378"/>
              <a:ext cx="83267" cy="44430"/>
            </a:xfrm>
            <a:custGeom>
              <a:avLst/>
              <a:gdLst>
                <a:gd name="connsiteX0" fmla="*/ 0 w 83267"/>
                <a:gd name="connsiteY0" fmla="*/ 44430 h 44430"/>
                <a:gd name="connsiteX1" fmla="*/ 11242 w 83267"/>
                <a:gd name="connsiteY1" fmla="*/ 3898 h 44430"/>
                <a:gd name="connsiteX2" fmla="*/ 16608 w 83267"/>
                <a:gd name="connsiteY2" fmla="*/ 0 h 44430"/>
                <a:gd name="connsiteX3" fmla="*/ 70472 w 83267"/>
                <a:gd name="connsiteY3" fmla="*/ 0 h 44430"/>
                <a:gd name="connsiteX4" fmla="*/ 75839 w 83267"/>
                <a:gd name="connsiteY4" fmla="*/ 3898 h 44430"/>
                <a:gd name="connsiteX5" fmla="*/ 83268 w 83267"/>
                <a:gd name="connsiteY5" fmla="*/ 31946 h 44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267" h="44430">
                  <a:moveTo>
                    <a:pt x="0" y="44430"/>
                  </a:moveTo>
                  <a:lnTo>
                    <a:pt x="11242" y="3898"/>
                  </a:lnTo>
                  <a:cubicBezTo>
                    <a:pt x="12004" y="1554"/>
                    <a:pt x="14151" y="0"/>
                    <a:pt x="16608" y="0"/>
                  </a:cubicBezTo>
                  <a:lnTo>
                    <a:pt x="70472" y="0"/>
                  </a:lnTo>
                  <a:cubicBezTo>
                    <a:pt x="72930" y="0"/>
                    <a:pt x="75105" y="1582"/>
                    <a:pt x="75839" y="3898"/>
                  </a:cubicBezTo>
                  <a:lnTo>
                    <a:pt x="83268" y="31946"/>
                  </a:lnTo>
                </a:path>
              </a:pathLst>
            </a:custGeom>
            <a:noFill/>
            <a:ln w="8472" cap="flat">
              <a:solidFill>
                <a:srgbClr val="01355A"/>
              </a:solidFill>
              <a:prstDash val="solid"/>
              <a:miter/>
            </a:ln>
          </p:spPr>
          <p:txBody>
            <a:bodyPr rtlCol="1" anchor="ctr"/>
            <a:lstStyle/>
            <a:p>
              <a:endParaRPr lang="ar-SA"/>
            </a:p>
          </p:txBody>
        </p:sp>
        <p:sp>
          <p:nvSpPr>
            <p:cNvPr id="8622" name="شكل حر: شكل 9591">
              <a:extLst>
                <a:ext uri="{FF2B5EF4-FFF2-40B4-BE49-F238E27FC236}">
                  <a16:creationId xmlns:a16="http://schemas.microsoft.com/office/drawing/2014/main" id="{5C8C07EB-FC5C-015F-E80A-597063CEE2A3}"/>
                </a:ext>
              </a:extLst>
            </p:cNvPr>
            <p:cNvSpPr/>
            <p:nvPr/>
          </p:nvSpPr>
          <p:spPr>
            <a:xfrm>
              <a:off x="1143609" y="5166378"/>
              <a:ext cx="83154" cy="44430"/>
            </a:xfrm>
            <a:custGeom>
              <a:avLst/>
              <a:gdLst>
                <a:gd name="connsiteX0" fmla="*/ 83155 w 83154"/>
                <a:gd name="connsiteY0" fmla="*/ 44430 h 44430"/>
                <a:gd name="connsiteX1" fmla="*/ 71913 w 83154"/>
                <a:gd name="connsiteY1" fmla="*/ 3898 h 44430"/>
                <a:gd name="connsiteX2" fmla="*/ 66546 w 83154"/>
                <a:gd name="connsiteY2" fmla="*/ 0 h 44430"/>
                <a:gd name="connsiteX3" fmla="*/ 12682 w 83154"/>
                <a:gd name="connsiteY3" fmla="*/ 0 h 44430"/>
                <a:gd name="connsiteX4" fmla="*/ 7316 w 83154"/>
                <a:gd name="connsiteY4" fmla="*/ 3898 h 44430"/>
                <a:gd name="connsiteX5" fmla="*/ 0 w 83154"/>
                <a:gd name="connsiteY5" fmla="*/ 31946 h 44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3154" h="44430">
                  <a:moveTo>
                    <a:pt x="83155" y="44430"/>
                  </a:moveTo>
                  <a:lnTo>
                    <a:pt x="71913" y="3898"/>
                  </a:lnTo>
                  <a:cubicBezTo>
                    <a:pt x="71150" y="1554"/>
                    <a:pt x="69004" y="0"/>
                    <a:pt x="66546" y="0"/>
                  </a:cubicBezTo>
                  <a:lnTo>
                    <a:pt x="12682" y="0"/>
                  </a:lnTo>
                  <a:cubicBezTo>
                    <a:pt x="10225" y="0"/>
                    <a:pt x="8050" y="1582"/>
                    <a:pt x="7316" y="3898"/>
                  </a:cubicBezTo>
                  <a:lnTo>
                    <a:pt x="0" y="31946"/>
                  </a:lnTo>
                </a:path>
              </a:pathLst>
            </a:custGeom>
            <a:noFill/>
            <a:ln w="8472" cap="flat">
              <a:solidFill>
                <a:srgbClr val="01355A"/>
              </a:solidFill>
              <a:prstDash val="solid"/>
              <a:miter/>
            </a:ln>
          </p:spPr>
          <p:txBody>
            <a:bodyPr rtlCol="1" anchor="ctr"/>
            <a:lstStyle/>
            <a:p>
              <a:endParaRPr lang="ar-SA"/>
            </a:p>
          </p:txBody>
        </p:sp>
        <p:sp>
          <p:nvSpPr>
            <p:cNvPr id="8623" name="شكل حر: شكل 9592">
              <a:extLst>
                <a:ext uri="{FF2B5EF4-FFF2-40B4-BE49-F238E27FC236}">
                  <a16:creationId xmlns:a16="http://schemas.microsoft.com/office/drawing/2014/main" id="{F39D7FBE-313C-715F-DA1C-372A239D8A12}"/>
                </a:ext>
              </a:extLst>
            </p:cNvPr>
            <p:cNvSpPr/>
            <p:nvPr/>
          </p:nvSpPr>
          <p:spPr>
            <a:xfrm>
              <a:off x="945410" y="4933523"/>
              <a:ext cx="253079" cy="182776"/>
            </a:xfrm>
            <a:custGeom>
              <a:avLst/>
              <a:gdLst>
                <a:gd name="connsiteX0" fmla="*/ 146142 w 253079"/>
                <a:gd name="connsiteY0" fmla="*/ 182776 h 182776"/>
                <a:gd name="connsiteX1" fmla="*/ 0 w 253079"/>
                <a:gd name="connsiteY1" fmla="*/ 182776 h 182776"/>
                <a:gd name="connsiteX2" fmla="*/ 0 w 253079"/>
                <a:gd name="connsiteY2" fmla="*/ 0 h 182776"/>
                <a:gd name="connsiteX3" fmla="*/ 253079 w 253079"/>
                <a:gd name="connsiteY3" fmla="*/ 0 h 182776"/>
                <a:gd name="connsiteX4" fmla="*/ 253079 w 253079"/>
                <a:gd name="connsiteY4" fmla="*/ 182776 h 182776"/>
                <a:gd name="connsiteX5" fmla="*/ 223704 w 253079"/>
                <a:gd name="connsiteY5" fmla="*/ 182776 h 182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3079" h="182776">
                  <a:moveTo>
                    <a:pt x="146142" y="182776"/>
                  </a:moveTo>
                  <a:lnTo>
                    <a:pt x="0" y="182776"/>
                  </a:lnTo>
                  <a:lnTo>
                    <a:pt x="0" y="0"/>
                  </a:lnTo>
                  <a:lnTo>
                    <a:pt x="253079" y="0"/>
                  </a:lnTo>
                  <a:lnTo>
                    <a:pt x="253079" y="182776"/>
                  </a:lnTo>
                  <a:lnTo>
                    <a:pt x="223704" y="182776"/>
                  </a:lnTo>
                </a:path>
              </a:pathLst>
            </a:custGeom>
            <a:noFill/>
            <a:ln w="8472" cap="flat">
              <a:solidFill>
                <a:srgbClr val="01355A"/>
              </a:solidFill>
              <a:prstDash val="solid"/>
              <a:miter/>
            </a:ln>
          </p:spPr>
          <p:txBody>
            <a:bodyPr rtlCol="1" anchor="ctr"/>
            <a:lstStyle/>
            <a:p>
              <a:endParaRPr lang="ar-SA"/>
            </a:p>
          </p:txBody>
        </p:sp>
        <p:sp>
          <p:nvSpPr>
            <p:cNvPr id="8624" name="شكل حر: شكل 9593">
              <a:extLst>
                <a:ext uri="{FF2B5EF4-FFF2-40B4-BE49-F238E27FC236}">
                  <a16:creationId xmlns:a16="http://schemas.microsoft.com/office/drawing/2014/main" id="{C61B60DE-510D-E558-73F5-8C33465DA39F}"/>
                </a:ext>
              </a:extLst>
            </p:cNvPr>
            <p:cNvSpPr/>
            <p:nvPr/>
          </p:nvSpPr>
          <p:spPr>
            <a:xfrm>
              <a:off x="910216" y="4898329"/>
              <a:ext cx="323438" cy="253135"/>
            </a:xfrm>
            <a:custGeom>
              <a:avLst/>
              <a:gdLst>
                <a:gd name="connsiteX0" fmla="*/ 124421 w 323438"/>
                <a:gd name="connsiteY0" fmla="*/ 253136 h 253135"/>
                <a:gd name="connsiteX1" fmla="*/ 12513 w 323438"/>
                <a:gd name="connsiteY1" fmla="*/ 253136 h 253135"/>
                <a:gd name="connsiteX2" fmla="*/ 0 w 323438"/>
                <a:gd name="connsiteY2" fmla="*/ 240623 h 253135"/>
                <a:gd name="connsiteX3" fmla="*/ 0 w 323438"/>
                <a:gd name="connsiteY3" fmla="*/ 12513 h 253135"/>
                <a:gd name="connsiteX4" fmla="*/ 12513 w 323438"/>
                <a:gd name="connsiteY4" fmla="*/ 0 h 253135"/>
                <a:gd name="connsiteX5" fmla="*/ 310926 w 323438"/>
                <a:gd name="connsiteY5" fmla="*/ 0 h 253135"/>
                <a:gd name="connsiteX6" fmla="*/ 323439 w 323438"/>
                <a:gd name="connsiteY6" fmla="*/ 12513 h 253135"/>
                <a:gd name="connsiteX7" fmla="*/ 323439 w 323438"/>
                <a:gd name="connsiteY7" fmla="*/ 240623 h 253135"/>
                <a:gd name="connsiteX8" fmla="*/ 310926 w 323438"/>
                <a:gd name="connsiteY8" fmla="*/ 253136 h 253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438" h="253135">
                  <a:moveTo>
                    <a:pt x="124421" y="253136"/>
                  </a:moveTo>
                  <a:lnTo>
                    <a:pt x="12513" y="253136"/>
                  </a:lnTo>
                  <a:cubicBezTo>
                    <a:pt x="5621" y="253136"/>
                    <a:pt x="0" y="247543"/>
                    <a:pt x="0" y="240623"/>
                  </a:cubicBezTo>
                  <a:lnTo>
                    <a:pt x="0" y="12513"/>
                  </a:lnTo>
                  <a:cubicBezTo>
                    <a:pt x="0" y="5621"/>
                    <a:pt x="5593" y="0"/>
                    <a:pt x="12513" y="0"/>
                  </a:cubicBezTo>
                  <a:lnTo>
                    <a:pt x="310926" y="0"/>
                  </a:lnTo>
                  <a:cubicBezTo>
                    <a:pt x="317818" y="0"/>
                    <a:pt x="323439" y="5593"/>
                    <a:pt x="323439" y="12513"/>
                  </a:cubicBezTo>
                  <a:lnTo>
                    <a:pt x="323439" y="240623"/>
                  </a:lnTo>
                  <a:cubicBezTo>
                    <a:pt x="323439" y="247515"/>
                    <a:pt x="317846" y="253136"/>
                    <a:pt x="310926" y="253136"/>
                  </a:cubicBezTo>
                </a:path>
              </a:pathLst>
            </a:custGeom>
            <a:noFill/>
            <a:ln w="8472" cap="flat">
              <a:solidFill>
                <a:srgbClr val="01355A"/>
              </a:solidFill>
              <a:prstDash val="solid"/>
              <a:miter/>
            </a:ln>
          </p:spPr>
          <p:txBody>
            <a:bodyPr rtlCol="1" anchor="ctr"/>
            <a:lstStyle/>
            <a:p>
              <a:endParaRPr lang="ar-SA"/>
            </a:p>
          </p:txBody>
        </p:sp>
        <p:sp>
          <p:nvSpPr>
            <p:cNvPr id="8625" name="شكل حر: شكل 9594">
              <a:extLst>
                <a:ext uri="{FF2B5EF4-FFF2-40B4-BE49-F238E27FC236}">
                  <a16:creationId xmlns:a16="http://schemas.microsoft.com/office/drawing/2014/main" id="{247318BC-7C73-DC8B-4A56-CAFCB3CD952A}"/>
                </a:ext>
              </a:extLst>
            </p:cNvPr>
            <p:cNvSpPr/>
            <p:nvPr/>
          </p:nvSpPr>
          <p:spPr>
            <a:xfrm>
              <a:off x="945410" y="5166237"/>
              <a:ext cx="59428" cy="12173"/>
            </a:xfrm>
            <a:custGeom>
              <a:avLst/>
              <a:gdLst>
                <a:gd name="connsiteX0" fmla="*/ 59428 w 59428"/>
                <a:gd name="connsiteY0" fmla="*/ 0 h 12173"/>
                <a:gd name="connsiteX1" fmla="*/ 59428 w 59428"/>
                <a:gd name="connsiteY1" fmla="*/ 12174 h 12173"/>
                <a:gd name="connsiteX2" fmla="*/ 0 w 59428"/>
                <a:gd name="connsiteY2" fmla="*/ 12174 h 12173"/>
                <a:gd name="connsiteX3" fmla="*/ 0 w 59428"/>
                <a:gd name="connsiteY3" fmla="*/ 0 h 12173"/>
              </a:gdLst>
              <a:ahLst/>
              <a:cxnLst>
                <a:cxn ang="0">
                  <a:pos x="connsiteX0" y="connsiteY0"/>
                </a:cxn>
                <a:cxn ang="0">
                  <a:pos x="connsiteX1" y="connsiteY1"/>
                </a:cxn>
                <a:cxn ang="0">
                  <a:pos x="connsiteX2" y="connsiteY2"/>
                </a:cxn>
                <a:cxn ang="0">
                  <a:pos x="connsiteX3" y="connsiteY3"/>
                </a:cxn>
              </a:cxnLst>
              <a:rect l="l" t="t" r="r" b="b"/>
              <a:pathLst>
                <a:path w="59428" h="12173">
                  <a:moveTo>
                    <a:pt x="59428" y="0"/>
                  </a:moveTo>
                  <a:lnTo>
                    <a:pt x="59428" y="12174"/>
                  </a:lnTo>
                  <a:lnTo>
                    <a:pt x="0" y="12174"/>
                  </a:lnTo>
                  <a:lnTo>
                    <a:pt x="0" y="0"/>
                  </a:lnTo>
                </a:path>
              </a:pathLst>
            </a:custGeom>
            <a:noFill/>
            <a:ln w="8472" cap="flat">
              <a:solidFill>
                <a:srgbClr val="01355A"/>
              </a:solidFill>
              <a:prstDash val="solid"/>
              <a:miter/>
            </a:ln>
          </p:spPr>
          <p:txBody>
            <a:bodyPr rtlCol="1" anchor="ctr"/>
            <a:lstStyle/>
            <a:p>
              <a:endParaRPr lang="ar-SA"/>
            </a:p>
          </p:txBody>
        </p:sp>
        <p:sp>
          <p:nvSpPr>
            <p:cNvPr id="8626" name="شكل حر: شكل 9595">
              <a:extLst>
                <a:ext uri="{FF2B5EF4-FFF2-40B4-BE49-F238E27FC236}">
                  <a16:creationId xmlns:a16="http://schemas.microsoft.com/office/drawing/2014/main" id="{8ED8474B-52CE-AC7D-F71D-17A4C677983F}"/>
                </a:ext>
              </a:extLst>
            </p:cNvPr>
            <p:cNvSpPr/>
            <p:nvPr/>
          </p:nvSpPr>
          <p:spPr>
            <a:xfrm>
              <a:off x="1093529" y="4998883"/>
              <a:ext cx="11100" cy="2824"/>
            </a:xfrm>
            <a:custGeom>
              <a:avLst/>
              <a:gdLst>
                <a:gd name="connsiteX0" fmla="*/ 0 w 11100"/>
                <a:gd name="connsiteY0" fmla="*/ 0 h 2824"/>
                <a:gd name="connsiteX1" fmla="*/ 11100 w 11100"/>
                <a:gd name="connsiteY1" fmla="*/ 0 h 2824"/>
              </a:gdLst>
              <a:ahLst/>
              <a:cxnLst>
                <a:cxn ang="0">
                  <a:pos x="connsiteX0" y="connsiteY0"/>
                </a:cxn>
                <a:cxn ang="0">
                  <a:pos x="connsiteX1" y="connsiteY1"/>
                </a:cxn>
              </a:cxnLst>
              <a:rect l="l" t="t" r="r" b="b"/>
              <a:pathLst>
                <a:path w="11100" h="2824">
                  <a:moveTo>
                    <a:pt x="0" y="0"/>
                  </a:moveTo>
                  <a:lnTo>
                    <a:pt x="11100" y="0"/>
                  </a:lnTo>
                </a:path>
              </a:pathLst>
            </a:custGeom>
            <a:ln w="8472" cap="flat">
              <a:solidFill>
                <a:srgbClr val="17A3A3"/>
              </a:solidFill>
              <a:prstDash val="solid"/>
              <a:miter/>
            </a:ln>
          </p:spPr>
          <p:txBody>
            <a:bodyPr rtlCol="1" anchor="ctr"/>
            <a:lstStyle/>
            <a:p>
              <a:endParaRPr lang="ar-SA"/>
            </a:p>
          </p:txBody>
        </p:sp>
        <p:sp>
          <p:nvSpPr>
            <p:cNvPr id="8627" name="شكل حر: شكل 9596">
              <a:extLst>
                <a:ext uri="{FF2B5EF4-FFF2-40B4-BE49-F238E27FC236}">
                  <a16:creationId xmlns:a16="http://schemas.microsoft.com/office/drawing/2014/main" id="{519EF3A9-B258-9CC4-CCF1-14F42C6FEB3C}"/>
                </a:ext>
              </a:extLst>
            </p:cNvPr>
            <p:cNvSpPr/>
            <p:nvPr/>
          </p:nvSpPr>
          <p:spPr>
            <a:xfrm>
              <a:off x="1122933" y="4998883"/>
              <a:ext cx="11100" cy="2824"/>
            </a:xfrm>
            <a:custGeom>
              <a:avLst/>
              <a:gdLst>
                <a:gd name="connsiteX0" fmla="*/ 0 w 11100"/>
                <a:gd name="connsiteY0" fmla="*/ 0 h 2824"/>
                <a:gd name="connsiteX1" fmla="*/ 11100 w 11100"/>
                <a:gd name="connsiteY1" fmla="*/ 0 h 2824"/>
              </a:gdLst>
              <a:ahLst/>
              <a:cxnLst>
                <a:cxn ang="0">
                  <a:pos x="connsiteX0" y="connsiteY0"/>
                </a:cxn>
                <a:cxn ang="0">
                  <a:pos x="connsiteX1" y="connsiteY1"/>
                </a:cxn>
              </a:cxnLst>
              <a:rect l="l" t="t" r="r" b="b"/>
              <a:pathLst>
                <a:path w="11100" h="2824">
                  <a:moveTo>
                    <a:pt x="0" y="0"/>
                  </a:moveTo>
                  <a:lnTo>
                    <a:pt x="11100" y="0"/>
                  </a:lnTo>
                </a:path>
              </a:pathLst>
            </a:custGeom>
            <a:ln w="8472" cap="flat">
              <a:solidFill>
                <a:srgbClr val="17A3A3"/>
              </a:solidFill>
              <a:prstDash val="solid"/>
              <a:miter/>
            </a:ln>
          </p:spPr>
          <p:txBody>
            <a:bodyPr rtlCol="1" anchor="ctr"/>
            <a:lstStyle/>
            <a:p>
              <a:endParaRPr lang="ar-SA"/>
            </a:p>
          </p:txBody>
        </p:sp>
        <p:sp>
          <p:nvSpPr>
            <p:cNvPr id="8628" name="شكل حر: شكل 9597">
              <a:extLst>
                <a:ext uri="{FF2B5EF4-FFF2-40B4-BE49-F238E27FC236}">
                  <a16:creationId xmlns:a16="http://schemas.microsoft.com/office/drawing/2014/main" id="{22C5D673-23BE-EA55-2165-C9F051F04463}"/>
                </a:ext>
              </a:extLst>
            </p:cNvPr>
            <p:cNvSpPr/>
            <p:nvPr/>
          </p:nvSpPr>
          <p:spPr>
            <a:xfrm>
              <a:off x="1152336" y="4998883"/>
              <a:ext cx="11100" cy="2824"/>
            </a:xfrm>
            <a:custGeom>
              <a:avLst/>
              <a:gdLst>
                <a:gd name="connsiteX0" fmla="*/ 0 w 11100"/>
                <a:gd name="connsiteY0" fmla="*/ 0 h 2824"/>
                <a:gd name="connsiteX1" fmla="*/ 11100 w 11100"/>
                <a:gd name="connsiteY1" fmla="*/ 0 h 2824"/>
              </a:gdLst>
              <a:ahLst/>
              <a:cxnLst>
                <a:cxn ang="0">
                  <a:pos x="connsiteX0" y="connsiteY0"/>
                </a:cxn>
                <a:cxn ang="0">
                  <a:pos x="connsiteX1" y="connsiteY1"/>
                </a:cxn>
              </a:cxnLst>
              <a:rect l="l" t="t" r="r" b="b"/>
              <a:pathLst>
                <a:path w="11100" h="2824">
                  <a:moveTo>
                    <a:pt x="0" y="0"/>
                  </a:moveTo>
                  <a:lnTo>
                    <a:pt x="11100" y="0"/>
                  </a:lnTo>
                </a:path>
              </a:pathLst>
            </a:custGeom>
            <a:ln w="8472" cap="flat">
              <a:solidFill>
                <a:srgbClr val="17A3A3"/>
              </a:solidFill>
              <a:prstDash val="solid"/>
              <a:miter/>
            </a:ln>
          </p:spPr>
          <p:txBody>
            <a:bodyPr rtlCol="1" anchor="ctr"/>
            <a:lstStyle/>
            <a:p>
              <a:endParaRPr lang="ar-SA"/>
            </a:p>
          </p:txBody>
        </p:sp>
        <p:sp>
          <p:nvSpPr>
            <p:cNvPr id="8629" name="شكل حر: شكل 9598">
              <a:extLst>
                <a:ext uri="{FF2B5EF4-FFF2-40B4-BE49-F238E27FC236}">
                  <a16:creationId xmlns:a16="http://schemas.microsoft.com/office/drawing/2014/main" id="{011706CF-AE3A-599B-D9D2-C141A84701AB}"/>
                </a:ext>
              </a:extLst>
            </p:cNvPr>
            <p:cNvSpPr/>
            <p:nvPr/>
          </p:nvSpPr>
          <p:spPr>
            <a:xfrm>
              <a:off x="1093529" y="5024897"/>
              <a:ext cx="11100" cy="2824"/>
            </a:xfrm>
            <a:custGeom>
              <a:avLst/>
              <a:gdLst>
                <a:gd name="connsiteX0" fmla="*/ 0 w 11100"/>
                <a:gd name="connsiteY0" fmla="*/ 0 h 2824"/>
                <a:gd name="connsiteX1" fmla="*/ 11100 w 11100"/>
                <a:gd name="connsiteY1" fmla="*/ 0 h 2824"/>
              </a:gdLst>
              <a:ahLst/>
              <a:cxnLst>
                <a:cxn ang="0">
                  <a:pos x="connsiteX0" y="connsiteY0"/>
                </a:cxn>
                <a:cxn ang="0">
                  <a:pos x="connsiteX1" y="connsiteY1"/>
                </a:cxn>
              </a:cxnLst>
              <a:rect l="l" t="t" r="r" b="b"/>
              <a:pathLst>
                <a:path w="11100" h="2824">
                  <a:moveTo>
                    <a:pt x="0" y="0"/>
                  </a:moveTo>
                  <a:lnTo>
                    <a:pt x="11100" y="0"/>
                  </a:lnTo>
                </a:path>
              </a:pathLst>
            </a:custGeom>
            <a:ln w="8472" cap="flat">
              <a:solidFill>
                <a:srgbClr val="17A3A3"/>
              </a:solidFill>
              <a:prstDash val="solid"/>
              <a:miter/>
            </a:ln>
          </p:spPr>
          <p:txBody>
            <a:bodyPr rtlCol="1" anchor="ctr"/>
            <a:lstStyle/>
            <a:p>
              <a:endParaRPr lang="ar-SA"/>
            </a:p>
          </p:txBody>
        </p:sp>
        <p:sp>
          <p:nvSpPr>
            <p:cNvPr id="8630" name="شكل حر: شكل 9599">
              <a:extLst>
                <a:ext uri="{FF2B5EF4-FFF2-40B4-BE49-F238E27FC236}">
                  <a16:creationId xmlns:a16="http://schemas.microsoft.com/office/drawing/2014/main" id="{CC0B1A26-C1C9-39FD-377F-16FBBA2EEEFF}"/>
                </a:ext>
              </a:extLst>
            </p:cNvPr>
            <p:cNvSpPr/>
            <p:nvPr/>
          </p:nvSpPr>
          <p:spPr>
            <a:xfrm>
              <a:off x="1122933" y="5024897"/>
              <a:ext cx="11100" cy="2824"/>
            </a:xfrm>
            <a:custGeom>
              <a:avLst/>
              <a:gdLst>
                <a:gd name="connsiteX0" fmla="*/ 0 w 11100"/>
                <a:gd name="connsiteY0" fmla="*/ 0 h 2824"/>
                <a:gd name="connsiteX1" fmla="*/ 11100 w 11100"/>
                <a:gd name="connsiteY1" fmla="*/ 0 h 2824"/>
              </a:gdLst>
              <a:ahLst/>
              <a:cxnLst>
                <a:cxn ang="0">
                  <a:pos x="connsiteX0" y="connsiteY0"/>
                </a:cxn>
                <a:cxn ang="0">
                  <a:pos x="connsiteX1" y="connsiteY1"/>
                </a:cxn>
              </a:cxnLst>
              <a:rect l="l" t="t" r="r" b="b"/>
              <a:pathLst>
                <a:path w="11100" h="2824">
                  <a:moveTo>
                    <a:pt x="0" y="0"/>
                  </a:moveTo>
                  <a:lnTo>
                    <a:pt x="11100" y="0"/>
                  </a:lnTo>
                </a:path>
              </a:pathLst>
            </a:custGeom>
            <a:ln w="8472" cap="flat">
              <a:solidFill>
                <a:srgbClr val="17A3A3"/>
              </a:solidFill>
              <a:prstDash val="solid"/>
              <a:miter/>
            </a:ln>
          </p:spPr>
          <p:txBody>
            <a:bodyPr rtlCol="1" anchor="ctr"/>
            <a:lstStyle/>
            <a:p>
              <a:endParaRPr lang="ar-SA"/>
            </a:p>
          </p:txBody>
        </p:sp>
        <p:sp>
          <p:nvSpPr>
            <p:cNvPr id="8631" name="شكل حر: شكل 9600">
              <a:extLst>
                <a:ext uri="{FF2B5EF4-FFF2-40B4-BE49-F238E27FC236}">
                  <a16:creationId xmlns:a16="http://schemas.microsoft.com/office/drawing/2014/main" id="{656D5D86-89E4-B0D4-7357-0E9B498BC988}"/>
                </a:ext>
              </a:extLst>
            </p:cNvPr>
            <p:cNvSpPr/>
            <p:nvPr/>
          </p:nvSpPr>
          <p:spPr>
            <a:xfrm>
              <a:off x="1152336" y="5024897"/>
              <a:ext cx="11100" cy="2824"/>
            </a:xfrm>
            <a:custGeom>
              <a:avLst/>
              <a:gdLst>
                <a:gd name="connsiteX0" fmla="*/ 0 w 11100"/>
                <a:gd name="connsiteY0" fmla="*/ 0 h 2824"/>
                <a:gd name="connsiteX1" fmla="*/ 11100 w 11100"/>
                <a:gd name="connsiteY1" fmla="*/ 0 h 2824"/>
              </a:gdLst>
              <a:ahLst/>
              <a:cxnLst>
                <a:cxn ang="0">
                  <a:pos x="connsiteX0" y="connsiteY0"/>
                </a:cxn>
                <a:cxn ang="0">
                  <a:pos x="connsiteX1" y="connsiteY1"/>
                </a:cxn>
              </a:cxnLst>
              <a:rect l="l" t="t" r="r" b="b"/>
              <a:pathLst>
                <a:path w="11100" h="2824">
                  <a:moveTo>
                    <a:pt x="0" y="0"/>
                  </a:moveTo>
                  <a:lnTo>
                    <a:pt x="11100" y="0"/>
                  </a:lnTo>
                </a:path>
              </a:pathLst>
            </a:custGeom>
            <a:ln w="8472" cap="flat">
              <a:solidFill>
                <a:srgbClr val="17A3A3"/>
              </a:solidFill>
              <a:prstDash val="solid"/>
              <a:miter/>
            </a:ln>
          </p:spPr>
          <p:txBody>
            <a:bodyPr rtlCol="1" anchor="ctr"/>
            <a:lstStyle/>
            <a:p>
              <a:endParaRPr lang="ar-SA"/>
            </a:p>
          </p:txBody>
        </p:sp>
        <p:sp>
          <p:nvSpPr>
            <p:cNvPr id="8632" name="شكل حر: شكل 9601">
              <a:extLst>
                <a:ext uri="{FF2B5EF4-FFF2-40B4-BE49-F238E27FC236}">
                  <a16:creationId xmlns:a16="http://schemas.microsoft.com/office/drawing/2014/main" id="{0D04E0AA-3B99-8886-82AE-82191C5CDBE2}"/>
                </a:ext>
              </a:extLst>
            </p:cNvPr>
            <p:cNvSpPr/>
            <p:nvPr/>
          </p:nvSpPr>
          <p:spPr>
            <a:xfrm>
              <a:off x="1093529" y="5050911"/>
              <a:ext cx="11100" cy="2824"/>
            </a:xfrm>
            <a:custGeom>
              <a:avLst/>
              <a:gdLst>
                <a:gd name="connsiteX0" fmla="*/ 0 w 11100"/>
                <a:gd name="connsiteY0" fmla="*/ 0 h 2824"/>
                <a:gd name="connsiteX1" fmla="*/ 11100 w 11100"/>
                <a:gd name="connsiteY1" fmla="*/ 0 h 2824"/>
              </a:gdLst>
              <a:ahLst/>
              <a:cxnLst>
                <a:cxn ang="0">
                  <a:pos x="connsiteX0" y="connsiteY0"/>
                </a:cxn>
                <a:cxn ang="0">
                  <a:pos x="connsiteX1" y="connsiteY1"/>
                </a:cxn>
              </a:cxnLst>
              <a:rect l="l" t="t" r="r" b="b"/>
              <a:pathLst>
                <a:path w="11100" h="2824">
                  <a:moveTo>
                    <a:pt x="0" y="0"/>
                  </a:moveTo>
                  <a:lnTo>
                    <a:pt x="11100" y="0"/>
                  </a:lnTo>
                </a:path>
              </a:pathLst>
            </a:custGeom>
            <a:ln w="8472" cap="flat">
              <a:solidFill>
                <a:srgbClr val="17A3A3"/>
              </a:solidFill>
              <a:prstDash val="solid"/>
              <a:miter/>
            </a:ln>
          </p:spPr>
          <p:txBody>
            <a:bodyPr rtlCol="1" anchor="ctr"/>
            <a:lstStyle/>
            <a:p>
              <a:endParaRPr lang="ar-SA"/>
            </a:p>
          </p:txBody>
        </p:sp>
        <p:sp>
          <p:nvSpPr>
            <p:cNvPr id="8633" name="شكل حر: شكل 9602">
              <a:extLst>
                <a:ext uri="{FF2B5EF4-FFF2-40B4-BE49-F238E27FC236}">
                  <a16:creationId xmlns:a16="http://schemas.microsoft.com/office/drawing/2014/main" id="{26EED073-B80F-6432-D1AD-3C9BC2486DA6}"/>
                </a:ext>
              </a:extLst>
            </p:cNvPr>
            <p:cNvSpPr/>
            <p:nvPr/>
          </p:nvSpPr>
          <p:spPr>
            <a:xfrm>
              <a:off x="1122933" y="5050911"/>
              <a:ext cx="11100" cy="2824"/>
            </a:xfrm>
            <a:custGeom>
              <a:avLst/>
              <a:gdLst>
                <a:gd name="connsiteX0" fmla="*/ 0 w 11100"/>
                <a:gd name="connsiteY0" fmla="*/ 0 h 2824"/>
                <a:gd name="connsiteX1" fmla="*/ 11100 w 11100"/>
                <a:gd name="connsiteY1" fmla="*/ 0 h 2824"/>
              </a:gdLst>
              <a:ahLst/>
              <a:cxnLst>
                <a:cxn ang="0">
                  <a:pos x="connsiteX0" y="connsiteY0"/>
                </a:cxn>
                <a:cxn ang="0">
                  <a:pos x="connsiteX1" y="connsiteY1"/>
                </a:cxn>
              </a:cxnLst>
              <a:rect l="l" t="t" r="r" b="b"/>
              <a:pathLst>
                <a:path w="11100" h="2824">
                  <a:moveTo>
                    <a:pt x="0" y="0"/>
                  </a:moveTo>
                  <a:lnTo>
                    <a:pt x="11100" y="0"/>
                  </a:lnTo>
                </a:path>
              </a:pathLst>
            </a:custGeom>
            <a:ln w="8472" cap="flat">
              <a:solidFill>
                <a:srgbClr val="17A3A3"/>
              </a:solidFill>
              <a:prstDash val="solid"/>
              <a:miter/>
            </a:ln>
          </p:spPr>
          <p:txBody>
            <a:bodyPr rtlCol="1" anchor="ctr"/>
            <a:lstStyle/>
            <a:p>
              <a:endParaRPr lang="ar-SA"/>
            </a:p>
          </p:txBody>
        </p:sp>
        <p:sp>
          <p:nvSpPr>
            <p:cNvPr id="8634" name="شكل حر: شكل 9603">
              <a:extLst>
                <a:ext uri="{FF2B5EF4-FFF2-40B4-BE49-F238E27FC236}">
                  <a16:creationId xmlns:a16="http://schemas.microsoft.com/office/drawing/2014/main" id="{A256B8BD-986D-0608-8610-BD5F9FB63378}"/>
                </a:ext>
              </a:extLst>
            </p:cNvPr>
            <p:cNvSpPr/>
            <p:nvPr/>
          </p:nvSpPr>
          <p:spPr>
            <a:xfrm>
              <a:off x="1152336" y="5050911"/>
              <a:ext cx="11100" cy="2824"/>
            </a:xfrm>
            <a:custGeom>
              <a:avLst/>
              <a:gdLst>
                <a:gd name="connsiteX0" fmla="*/ 0 w 11100"/>
                <a:gd name="connsiteY0" fmla="*/ 0 h 2824"/>
                <a:gd name="connsiteX1" fmla="*/ 11100 w 11100"/>
                <a:gd name="connsiteY1" fmla="*/ 0 h 2824"/>
              </a:gdLst>
              <a:ahLst/>
              <a:cxnLst>
                <a:cxn ang="0">
                  <a:pos x="connsiteX0" y="connsiteY0"/>
                </a:cxn>
                <a:cxn ang="0">
                  <a:pos x="connsiteX1" y="connsiteY1"/>
                </a:cxn>
              </a:cxnLst>
              <a:rect l="l" t="t" r="r" b="b"/>
              <a:pathLst>
                <a:path w="11100" h="2824">
                  <a:moveTo>
                    <a:pt x="0" y="0"/>
                  </a:moveTo>
                  <a:lnTo>
                    <a:pt x="11100" y="0"/>
                  </a:lnTo>
                </a:path>
              </a:pathLst>
            </a:custGeom>
            <a:ln w="8472" cap="flat">
              <a:solidFill>
                <a:srgbClr val="17A3A3"/>
              </a:solidFill>
              <a:prstDash val="solid"/>
              <a:miter/>
            </a:ln>
          </p:spPr>
          <p:txBody>
            <a:bodyPr rtlCol="1" anchor="ctr"/>
            <a:lstStyle/>
            <a:p>
              <a:endParaRPr lang="ar-SA"/>
            </a:p>
          </p:txBody>
        </p:sp>
        <p:sp>
          <p:nvSpPr>
            <p:cNvPr id="8635" name="شكل حر: شكل 9604">
              <a:extLst>
                <a:ext uri="{FF2B5EF4-FFF2-40B4-BE49-F238E27FC236}">
                  <a16:creationId xmlns:a16="http://schemas.microsoft.com/office/drawing/2014/main" id="{86766669-AC38-927E-83BC-2B7764754682}"/>
                </a:ext>
              </a:extLst>
            </p:cNvPr>
            <p:cNvSpPr/>
            <p:nvPr/>
          </p:nvSpPr>
          <p:spPr>
            <a:xfrm rot="-1336201">
              <a:off x="973222" y="4979123"/>
              <a:ext cx="91402" cy="91402"/>
            </a:xfrm>
            <a:custGeom>
              <a:avLst/>
              <a:gdLst>
                <a:gd name="connsiteX0" fmla="*/ 91402 w 91402"/>
                <a:gd name="connsiteY0" fmla="*/ 45701 h 91402"/>
                <a:gd name="connsiteX1" fmla="*/ 45701 w 91402"/>
                <a:gd name="connsiteY1" fmla="*/ 91402 h 91402"/>
                <a:gd name="connsiteX2" fmla="*/ 0 w 91402"/>
                <a:gd name="connsiteY2" fmla="*/ 45701 h 91402"/>
                <a:gd name="connsiteX3" fmla="*/ 45701 w 91402"/>
                <a:gd name="connsiteY3" fmla="*/ 0 h 91402"/>
                <a:gd name="connsiteX4" fmla="*/ 91402 w 91402"/>
                <a:gd name="connsiteY4" fmla="*/ 45701 h 91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02" h="91402">
                  <a:moveTo>
                    <a:pt x="91402" y="45701"/>
                  </a:moveTo>
                  <a:cubicBezTo>
                    <a:pt x="91402" y="70941"/>
                    <a:pt x="70941" y="91402"/>
                    <a:pt x="45701" y="91402"/>
                  </a:cubicBezTo>
                  <a:cubicBezTo>
                    <a:pt x="20461" y="91402"/>
                    <a:pt x="0" y="70941"/>
                    <a:pt x="0" y="45701"/>
                  </a:cubicBezTo>
                  <a:cubicBezTo>
                    <a:pt x="0" y="20461"/>
                    <a:pt x="20461" y="0"/>
                    <a:pt x="45701" y="0"/>
                  </a:cubicBezTo>
                  <a:cubicBezTo>
                    <a:pt x="70941" y="0"/>
                    <a:pt x="91402" y="20461"/>
                    <a:pt x="91402" y="45701"/>
                  </a:cubicBezTo>
                  <a:close/>
                </a:path>
              </a:pathLst>
            </a:custGeom>
            <a:noFill/>
            <a:ln w="8472" cap="flat">
              <a:solidFill>
                <a:srgbClr val="17A3A3"/>
              </a:solidFill>
              <a:prstDash val="solid"/>
              <a:miter/>
            </a:ln>
          </p:spPr>
          <p:txBody>
            <a:bodyPr rtlCol="1" anchor="ctr"/>
            <a:lstStyle/>
            <a:p>
              <a:endParaRPr lang="ar-SA"/>
            </a:p>
          </p:txBody>
        </p:sp>
        <p:sp>
          <p:nvSpPr>
            <p:cNvPr id="8636" name="شكل حر: شكل 9605">
              <a:extLst>
                <a:ext uri="{FF2B5EF4-FFF2-40B4-BE49-F238E27FC236}">
                  <a16:creationId xmlns:a16="http://schemas.microsoft.com/office/drawing/2014/main" id="{09A064A6-C3BF-A0FF-102B-F88654E78D82}"/>
                </a:ext>
              </a:extLst>
            </p:cNvPr>
            <p:cNvSpPr/>
            <p:nvPr/>
          </p:nvSpPr>
          <p:spPr>
            <a:xfrm>
              <a:off x="1018735" y="4979196"/>
              <a:ext cx="2824" cy="31578"/>
            </a:xfrm>
            <a:custGeom>
              <a:avLst/>
              <a:gdLst>
                <a:gd name="connsiteX0" fmla="*/ 0 w 2824"/>
                <a:gd name="connsiteY0" fmla="*/ 0 h 31578"/>
                <a:gd name="connsiteX1" fmla="*/ 0 w 2824"/>
                <a:gd name="connsiteY1" fmla="*/ 31578 h 31578"/>
              </a:gdLst>
              <a:ahLst/>
              <a:cxnLst>
                <a:cxn ang="0">
                  <a:pos x="connsiteX0" y="connsiteY0"/>
                </a:cxn>
                <a:cxn ang="0">
                  <a:pos x="connsiteX1" y="connsiteY1"/>
                </a:cxn>
              </a:cxnLst>
              <a:rect l="l" t="t" r="r" b="b"/>
              <a:pathLst>
                <a:path w="2824" h="31578">
                  <a:moveTo>
                    <a:pt x="0" y="0"/>
                  </a:moveTo>
                  <a:lnTo>
                    <a:pt x="0" y="31578"/>
                  </a:lnTo>
                </a:path>
              </a:pathLst>
            </a:custGeom>
            <a:ln w="8472" cap="flat">
              <a:solidFill>
                <a:srgbClr val="17A3A3"/>
              </a:solidFill>
              <a:prstDash val="solid"/>
              <a:miter/>
            </a:ln>
          </p:spPr>
          <p:txBody>
            <a:bodyPr rtlCol="1" anchor="ctr"/>
            <a:lstStyle/>
            <a:p>
              <a:endParaRPr lang="ar-SA"/>
            </a:p>
          </p:txBody>
        </p:sp>
        <p:sp>
          <p:nvSpPr>
            <p:cNvPr id="8637" name="شكل حر: شكل 9606">
              <a:extLst>
                <a:ext uri="{FF2B5EF4-FFF2-40B4-BE49-F238E27FC236}">
                  <a16:creationId xmlns:a16="http://schemas.microsoft.com/office/drawing/2014/main" id="{62BFF056-9A23-F960-BC97-C2BA1CD50A6C}"/>
                </a:ext>
              </a:extLst>
            </p:cNvPr>
            <p:cNvSpPr/>
            <p:nvPr/>
          </p:nvSpPr>
          <p:spPr>
            <a:xfrm>
              <a:off x="1004584" y="5010746"/>
              <a:ext cx="28301" cy="28302"/>
            </a:xfrm>
            <a:custGeom>
              <a:avLst/>
              <a:gdLst>
                <a:gd name="connsiteX0" fmla="*/ 28302 w 28301"/>
                <a:gd name="connsiteY0" fmla="*/ 14151 h 28302"/>
                <a:gd name="connsiteX1" fmla="*/ 14151 w 28301"/>
                <a:gd name="connsiteY1" fmla="*/ 28302 h 28302"/>
                <a:gd name="connsiteX2" fmla="*/ 0 w 28301"/>
                <a:gd name="connsiteY2" fmla="*/ 14151 h 28302"/>
                <a:gd name="connsiteX3" fmla="*/ 14151 w 28301"/>
                <a:gd name="connsiteY3" fmla="*/ 0 h 28302"/>
                <a:gd name="connsiteX4" fmla="*/ 28302 w 28301"/>
                <a:gd name="connsiteY4" fmla="*/ 14151 h 28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01" h="28302">
                  <a:moveTo>
                    <a:pt x="28302" y="14151"/>
                  </a:moveTo>
                  <a:cubicBezTo>
                    <a:pt x="28302" y="21947"/>
                    <a:pt x="21975" y="28302"/>
                    <a:pt x="14151" y="28302"/>
                  </a:cubicBezTo>
                  <a:cubicBezTo>
                    <a:pt x="6327" y="28302"/>
                    <a:pt x="0" y="21975"/>
                    <a:pt x="0" y="14151"/>
                  </a:cubicBezTo>
                  <a:cubicBezTo>
                    <a:pt x="0" y="6327"/>
                    <a:pt x="6327" y="0"/>
                    <a:pt x="14151" y="0"/>
                  </a:cubicBezTo>
                  <a:cubicBezTo>
                    <a:pt x="21975" y="0"/>
                    <a:pt x="28302" y="6327"/>
                    <a:pt x="28302" y="14151"/>
                  </a:cubicBezTo>
                  <a:close/>
                </a:path>
              </a:pathLst>
            </a:custGeom>
            <a:noFill/>
            <a:ln w="8472" cap="flat">
              <a:solidFill>
                <a:srgbClr val="17A3A3"/>
              </a:solidFill>
              <a:prstDash val="solid"/>
              <a:miter/>
            </a:ln>
          </p:spPr>
          <p:txBody>
            <a:bodyPr rtlCol="1" anchor="ctr"/>
            <a:lstStyle/>
            <a:p>
              <a:endParaRPr lang="ar-SA"/>
            </a:p>
          </p:txBody>
        </p:sp>
      </p:grpSp>
      <p:grpSp>
        <p:nvGrpSpPr>
          <p:cNvPr id="8638" name="رسم 8014">
            <a:extLst>
              <a:ext uri="{FF2B5EF4-FFF2-40B4-BE49-F238E27FC236}">
                <a16:creationId xmlns:a16="http://schemas.microsoft.com/office/drawing/2014/main" id="{5B9B1038-5D05-9521-5A7D-EE195BBD3176}"/>
              </a:ext>
            </a:extLst>
          </p:cNvPr>
          <p:cNvGrpSpPr/>
          <p:nvPr/>
        </p:nvGrpSpPr>
        <p:grpSpPr>
          <a:xfrm>
            <a:off x="4148591" y="2834476"/>
            <a:ext cx="302351" cy="259062"/>
            <a:chOff x="4040238" y="1780798"/>
            <a:chExt cx="361400" cy="328679"/>
          </a:xfrm>
          <a:noFill/>
        </p:grpSpPr>
        <p:sp>
          <p:nvSpPr>
            <p:cNvPr id="8639" name="شكل حر: شكل 9608">
              <a:extLst>
                <a:ext uri="{FF2B5EF4-FFF2-40B4-BE49-F238E27FC236}">
                  <a16:creationId xmlns:a16="http://schemas.microsoft.com/office/drawing/2014/main" id="{58788547-BE77-9863-B6B3-81EA0E946A10}"/>
                </a:ext>
              </a:extLst>
            </p:cNvPr>
            <p:cNvSpPr/>
            <p:nvPr/>
          </p:nvSpPr>
          <p:spPr>
            <a:xfrm>
              <a:off x="4276200" y="1830617"/>
              <a:ext cx="37284" cy="74568"/>
            </a:xfrm>
            <a:custGeom>
              <a:avLst/>
              <a:gdLst>
                <a:gd name="connsiteX0" fmla="*/ 0 w 37284"/>
                <a:gd name="connsiteY0" fmla="*/ 55926 h 74568"/>
                <a:gd name="connsiteX1" fmla="*/ 18642 w 37284"/>
                <a:gd name="connsiteY1" fmla="*/ 74568 h 74568"/>
                <a:gd name="connsiteX2" fmla="*/ 37284 w 37284"/>
                <a:gd name="connsiteY2" fmla="*/ 55926 h 74568"/>
                <a:gd name="connsiteX3" fmla="*/ 18642 w 37284"/>
                <a:gd name="connsiteY3" fmla="*/ 37284 h 74568"/>
                <a:gd name="connsiteX4" fmla="*/ 0 w 37284"/>
                <a:gd name="connsiteY4" fmla="*/ 18642 h 74568"/>
                <a:gd name="connsiteX5" fmla="*/ 18642 w 37284"/>
                <a:gd name="connsiteY5" fmla="*/ 0 h 74568"/>
                <a:gd name="connsiteX6" fmla="*/ 37284 w 37284"/>
                <a:gd name="connsiteY6" fmla="*/ 18642 h 74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284" h="74568">
                  <a:moveTo>
                    <a:pt x="0" y="55926"/>
                  </a:moveTo>
                  <a:cubicBezTo>
                    <a:pt x="0" y="66207"/>
                    <a:pt x="8333" y="74568"/>
                    <a:pt x="18642" y="74568"/>
                  </a:cubicBezTo>
                  <a:cubicBezTo>
                    <a:pt x="28952" y="74568"/>
                    <a:pt x="37284" y="66236"/>
                    <a:pt x="37284" y="55926"/>
                  </a:cubicBezTo>
                  <a:cubicBezTo>
                    <a:pt x="37284" y="45617"/>
                    <a:pt x="29629" y="40871"/>
                    <a:pt x="18642" y="37284"/>
                  </a:cubicBezTo>
                  <a:cubicBezTo>
                    <a:pt x="8869" y="34092"/>
                    <a:pt x="0" y="28952"/>
                    <a:pt x="0" y="18642"/>
                  </a:cubicBezTo>
                  <a:cubicBezTo>
                    <a:pt x="0" y="8332"/>
                    <a:pt x="8333" y="0"/>
                    <a:pt x="18642" y="0"/>
                  </a:cubicBezTo>
                  <a:cubicBezTo>
                    <a:pt x="28952" y="0"/>
                    <a:pt x="37284" y="8332"/>
                    <a:pt x="37284" y="18642"/>
                  </a:cubicBezTo>
                </a:path>
              </a:pathLst>
            </a:custGeom>
            <a:noFill/>
            <a:ln w="8472" cap="flat">
              <a:solidFill>
                <a:srgbClr val="17A3A3"/>
              </a:solidFill>
              <a:prstDash val="solid"/>
              <a:miter/>
            </a:ln>
          </p:spPr>
          <p:txBody>
            <a:bodyPr rtlCol="1" anchor="ctr"/>
            <a:lstStyle/>
            <a:p>
              <a:endParaRPr lang="ar-SA"/>
            </a:p>
          </p:txBody>
        </p:sp>
        <p:sp>
          <p:nvSpPr>
            <p:cNvPr id="8640" name="شكل حر: شكل 9609">
              <a:extLst>
                <a:ext uri="{FF2B5EF4-FFF2-40B4-BE49-F238E27FC236}">
                  <a16:creationId xmlns:a16="http://schemas.microsoft.com/office/drawing/2014/main" id="{4270F5B3-4484-62C5-C4AC-5F14E2F19C41}"/>
                </a:ext>
              </a:extLst>
            </p:cNvPr>
            <p:cNvSpPr/>
            <p:nvPr/>
          </p:nvSpPr>
          <p:spPr>
            <a:xfrm>
              <a:off x="4294814" y="1820222"/>
              <a:ext cx="2824" cy="10507"/>
            </a:xfrm>
            <a:custGeom>
              <a:avLst/>
              <a:gdLst>
                <a:gd name="connsiteX0" fmla="*/ 0 w 2824"/>
                <a:gd name="connsiteY0" fmla="*/ 0 h 10507"/>
                <a:gd name="connsiteX1" fmla="*/ 0 w 2824"/>
                <a:gd name="connsiteY1" fmla="*/ 10507 h 10507"/>
              </a:gdLst>
              <a:ahLst/>
              <a:cxnLst>
                <a:cxn ang="0">
                  <a:pos x="connsiteX0" y="connsiteY0"/>
                </a:cxn>
                <a:cxn ang="0">
                  <a:pos x="connsiteX1" y="connsiteY1"/>
                </a:cxn>
              </a:cxnLst>
              <a:rect l="l" t="t" r="r" b="b"/>
              <a:pathLst>
                <a:path w="2824" h="10507">
                  <a:moveTo>
                    <a:pt x="0" y="0"/>
                  </a:moveTo>
                  <a:lnTo>
                    <a:pt x="0" y="10507"/>
                  </a:lnTo>
                </a:path>
              </a:pathLst>
            </a:custGeom>
            <a:ln w="8472" cap="flat">
              <a:solidFill>
                <a:srgbClr val="01355A"/>
              </a:solidFill>
              <a:prstDash val="solid"/>
              <a:miter/>
            </a:ln>
          </p:spPr>
          <p:txBody>
            <a:bodyPr rtlCol="1" anchor="ctr"/>
            <a:lstStyle/>
            <a:p>
              <a:endParaRPr lang="ar-SA"/>
            </a:p>
          </p:txBody>
        </p:sp>
        <p:sp>
          <p:nvSpPr>
            <p:cNvPr id="8641" name="شكل حر: شكل 9610">
              <a:extLst>
                <a:ext uri="{FF2B5EF4-FFF2-40B4-BE49-F238E27FC236}">
                  <a16:creationId xmlns:a16="http://schemas.microsoft.com/office/drawing/2014/main" id="{1B2FE303-B17C-A2F6-4148-313D8F7D3AFD}"/>
                </a:ext>
              </a:extLst>
            </p:cNvPr>
            <p:cNvSpPr/>
            <p:nvPr/>
          </p:nvSpPr>
          <p:spPr>
            <a:xfrm>
              <a:off x="4294814" y="1905185"/>
              <a:ext cx="2824" cy="10507"/>
            </a:xfrm>
            <a:custGeom>
              <a:avLst/>
              <a:gdLst>
                <a:gd name="connsiteX0" fmla="*/ 0 w 2824"/>
                <a:gd name="connsiteY0" fmla="*/ 0 h 10507"/>
                <a:gd name="connsiteX1" fmla="*/ 0 w 2824"/>
                <a:gd name="connsiteY1" fmla="*/ 10507 h 10507"/>
              </a:gdLst>
              <a:ahLst/>
              <a:cxnLst>
                <a:cxn ang="0">
                  <a:pos x="connsiteX0" y="connsiteY0"/>
                </a:cxn>
                <a:cxn ang="0">
                  <a:pos x="connsiteX1" y="connsiteY1"/>
                </a:cxn>
              </a:cxnLst>
              <a:rect l="l" t="t" r="r" b="b"/>
              <a:pathLst>
                <a:path w="2824" h="10507">
                  <a:moveTo>
                    <a:pt x="0" y="0"/>
                  </a:moveTo>
                  <a:lnTo>
                    <a:pt x="0" y="10507"/>
                  </a:lnTo>
                </a:path>
              </a:pathLst>
            </a:custGeom>
            <a:ln w="8472" cap="flat">
              <a:solidFill>
                <a:srgbClr val="01355A"/>
              </a:solidFill>
              <a:prstDash val="solid"/>
              <a:miter/>
            </a:ln>
          </p:spPr>
          <p:txBody>
            <a:bodyPr rtlCol="1" anchor="ctr"/>
            <a:lstStyle/>
            <a:p>
              <a:endParaRPr lang="ar-SA"/>
            </a:p>
          </p:txBody>
        </p:sp>
        <p:sp>
          <p:nvSpPr>
            <p:cNvPr id="8642" name="شكل حر: شكل 9611">
              <a:extLst>
                <a:ext uri="{FF2B5EF4-FFF2-40B4-BE49-F238E27FC236}">
                  <a16:creationId xmlns:a16="http://schemas.microsoft.com/office/drawing/2014/main" id="{48D85762-BF64-1253-185E-0DC9F061FE33}"/>
                </a:ext>
              </a:extLst>
            </p:cNvPr>
            <p:cNvSpPr/>
            <p:nvPr/>
          </p:nvSpPr>
          <p:spPr>
            <a:xfrm>
              <a:off x="4061845" y="1780798"/>
              <a:ext cx="151113" cy="134131"/>
            </a:xfrm>
            <a:custGeom>
              <a:avLst/>
              <a:gdLst>
                <a:gd name="connsiteX0" fmla="*/ 151113 w 151113"/>
                <a:gd name="connsiteY0" fmla="*/ 1688 h 134131"/>
                <a:gd name="connsiteX1" fmla="*/ 0 w 151113"/>
                <a:gd name="connsiteY1" fmla="*/ 134131 h 134131"/>
              </a:gdLst>
              <a:ahLst/>
              <a:cxnLst>
                <a:cxn ang="0">
                  <a:pos x="connsiteX0" y="connsiteY0"/>
                </a:cxn>
                <a:cxn ang="0">
                  <a:pos x="connsiteX1" y="connsiteY1"/>
                </a:cxn>
              </a:cxnLst>
              <a:rect l="l" t="t" r="r" b="b"/>
              <a:pathLst>
                <a:path w="151113" h="134131">
                  <a:moveTo>
                    <a:pt x="151113" y="1688"/>
                  </a:moveTo>
                  <a:cubicBezTo>
                    <a:pt x="151113" y="1688"/>
                    <a:pt x="11553" y="-25032"/>
                    <a:pt x="0" y="134131"/>
                  </a:cubicBezTo>
                </a:path>
              </a:pathLst>
            </a:custGeom>
            <a:noFill/>
            <a:ln w="8472" cap="flat">
              <a:solidFill>
                <a:srgbClr val="01355A"/>
              </a:solidFill>
              <a:prstDash val="solid"/>
              <a:miter/>
            </a:ln>
          </p:spPr>
          <p:txBody>
            <a:bodyPr rtlCol="1" anchor="ctr"/>
            <a:lstStyle/>
            <a:p>
              <a:endParaRPr lang="ar-SA"/>
            </a:p>
          </p:txBody>
        </p:sp>
        <p:sp>
          <p:nvSpPr>
            <p:cNvPr id="8643" name="شكل حر: شكل 9612">
              <a:extLst>
                <a:ext uri="{FF2B5EF4-FFF2-40B4-BE49-F238E27FC236}">
                  <a16:creationId xmlns:a16="http://schemas.microsoft.com/office/drawing/2014/main" id="{4961FD4C-AC6B-87E5-1367-922E2E3A1F68}"/>
                </a:ext>
              </a:extLst>
            </p:cNvPr>
            <p:cNvSpPr/>
            <p:nvPr/>
          </p:nvSpPr>
          <p:spPr>
            <a:xfrm>
              <a:off x="4040238" y="1913743"/>
              <a:ext cx="42057" cy="23726"/>
            </a:xfrm>
            <a:custGeom>
              <a:avLst/>
              <a:gdLst>
                <a:gd name="connsiteX0" fmla="*/ 42057 w 42057"/>
                <a:gd name="connsiteY0" fmla="*/ 5395 h 23726"/>
                <a:gd name="connsiteX1" fmla="*/ 18331 w 42057"/>
                <a:gd name="connsiteY1" fmla="*/ 23726 h 23726"/>
                <a:gd name="connsiteX2" fmla="*/ 0 w 42057"/>
                <a:gd name="connsiteY2" fmla="*/ 0 h 23726"/>
              </a:gdLst>
              <a:ahLst/>
              <a:cxnLst>
                <a:cxn ang="0">
                  <a:pos x="connsiteX0" y="connsiteY0"/>
                </a:cxn>
                <a:cxn ang="0">
                  <a:pos x="connsiteX1" y="connsiteY1"/>
                </a:cxn>
                <a:cxn ang="0">
                  <a:pos x="connsiteX2" y="connsiteY2"/>
                </a:cxn>
              </a:cxnLst>
              <a:rect l="l" t="t" r="r" b="b"/>
              <a:pathLst>
                <a:path w="42057" h="23726">
                  <a:moveTo>
                    <a:pt x="42057" y="5395"/>
                  </a:moveTo>
                  <a:lnTo>
                    <a:pt x="18331" y="23726"/>
                  </a:lnTo>
                  <a:lnTo>
                    <a:pt x="0" y="0"/>
                  </a:lnTo>
                </a:path>
              </a:pathLst>
            </a:custGeom>
            <a:noFill/>
            <a:ln w="8472" cap="flat">
              <a:solidFill>
                <a:srgbClr val="01355A"/>
              </a:solidFill>
              <a:prstDash val="solid"/>
              <a:miter/>
            </a:ln>
          </p:spPr>
          <p:txBody>
            <a:bodyPr rtlCol="1" anchor="ctr"/>
            <a:lstStyle/>
            <a:p>
              <a:endParaRPr lang="ar-SA"/>
            </a:p>
          </p:txBody>
        </p:sp>
        <p:sp>
          <p:nvSpPr>
            <p:cNvPr id="8644" name="شكل حر: شكل 9613">
              <a:extLst>
                <a:ext uri="{FF2B5EF4-FFF2-40B4-BE49-F238E27FC236}">
                  <a16:creationId xmlns:a16="http://schemas.microsoft.com/office/drawing/2014/main" id="{5EAAC6AC-A50C-A818-8EFB-E674670148D5}"/>
                </a:ext>
              </a:extLst>
            </p:cNvPr>
            <p:cNvSpPr/>
            <p:nvPr/>
          </p:nvSpPr>
          <p:spPr>
            <a:xfrm>
              <a:off x="4228889" y="1975346"/>
              <a:ext cx="151113" cy="134131"/>
            </a:xfrm>
            <a:custGeom>
              <a:avLst/>
              <a:gdLst>
                <a:gd name="connsiteX0" fmla="*/ 0 w 151113"/>
                <a:gd name="connsiteY0" fmla="*/ 132443 h 134131"/>
                <a:gd name="connsiteX1" fmla="*/ 151113 w 151113"/>
                <a:gd name="connsiteY1" fmla="*/ 0 h 134131"/>
              </a:gdLst>
              <a:ahLst/>
              <a:cxnLst>
                <a:cxn ang="0">
                  <a:pos x="connsiteX0" y="connsiteY0"/>
                </a:cxn>
                <a:cxn ang="0">
                  <a:pos x="connsiteX1" y="connsiteY1"/>
                </a:cxn>
              </a:cxnLst>
              <a:rect l="l" t="t" r="r" b="b"/>
              <a:pathLst>
                <a:path w="151113" h="134131">
                  <a:moveTo>
                    <a:pt x="0" y="132443"/>
                  </a:moveTo>
                  <a:cubicBezTo>
                    <a:pt x="0" y="132443"/>
                    <a:pt x="139561" y="159163"/>
                    <a:pt x="151113" y="0"/>
                  </a:cubicBezTo>
                </a:path>
              </a:pathLst>
            </a:custGeom>
            <a:noFill/>
            <a:ln w="8472" cap="flat">
              <a:solidFill>
                <a:srgbClr val="01355A"/>
              </a:solidFill>
              <a:prstDash val="solid"/>
              <a:miter/>
            </a:ln>
          </p:spPr>
          <p:txBody>
            <a:bodyPr rtlCol="1" anchor="ctr"/>
            <a:lstStyle/>
            <a:p>
              <a:endParaRPr lang="ar-SA"/>
            </a:p>
          </p:txBody>
        </p:sp>
        <p:sp>
          <p:nvSpPr>
            <p:cNvPr id="8645" name="شكل حر: شكل 9614">
              <a:extLst>
                <a:ext uri="{FF2B5EF4-FFF2-40B4-BE49-F238E27FC236}">
                  <a16:creationId xmlns:a16="http://schemas.microsoft.com/office/drawing/2014/main" id="{485A8AA4-6D96-8582-C6A1-DD5534F44F90}"/>
                </a:ext>
              </a:extLst>
            </p:cNvPr>
            <p:cNvSpPr/>
            <p:nvPr/>
          </p:nvSpPr>
          <p:spPr>
            <a:xfrm>
              <a:off x="4359581" y="1952778"/>
              <a:ext cx="42057" cy="23754"/>
            </a:xfrm>
            <a:custGeom>
              <a:avLst/>
              <a:gdLst>
                <a:gd name="connsiteX0" fmla="*/ 0 w 42057"/>
                <a:gd name="connsiteY0" fmla="*/ 18331 h 23754"/>
                <a:gd name="connsiteX1" fmla="*/ 23698 w 42057"/>
                <a:gd name="connsiteY1" fmla="*/ 0 h 23754"/>
                <a:gd name="connsiteX2" fmla="*/ 42058 w 42057"/>
                <a:gd name="connsiteY2" fmla="*/ 23755 h 23754"/>
              </a:gdLst>
              <a:ahLst/>
              <a:cxnLst>
                <a:cxn ang="0">
                  <a:pos x="connsiteX0" y="connsiteY0"/>
                </a:cxn>
                <a:cxn ang="0">
                  <a:pos x="connsiteX1" y="connsiteY1"/>
                </a:cxn>
                <a:cxn ang="0">
                  <a:pos x="connsiteX2" y="connsiteY2"/>
                </a:cxn>
              </a:cxnLst>
              <a:rect l="l" t="t" r="r" b="b"/>
              <a:pathLst>
                <a:path w="42057" h="23754">
                  <a:moveTo>
                    <a:pt x="0" y="18331"/>
                  </a:moveTo>
                  <a:lnTo>
                    <a:pt x="23698" y="0"/>
                  </a:lnTo>
                  <a:lnTo>
                    <a:pt x="42058" y="23755"/>
                  </a:lnTo>
                </a:path>
              </a:pathLst>
            </a:custGeom>
            <a:noFill/>
            <a:ln w="8472" cap="flat">
              <a:solidFill>
                <a:srgbClr val="01355A"/>
              </a:solidFill>
              <a:prstDash val="solid"/>
              <a:miter/>
            </a:ln>
          </p:spPr>
          <p:txBody>
            <a:bodyPr rtlCol="1" anchor="ctr"/>
            <a:lstStyle/>
            <a:p>
              <a:endParaRPr lang="ar-SA"/>
            </a:p>
          </p:txBody>
        </p:sp>
        <p:grpSp>
          <p:nvGrpSpPr>
            <p:cNvPr id="8646" name="رسم 8014">
              <a:extLst>
                <a:ext uri="{FF2B5EF4-FFF2-40B4-BE49-F238E27FC236}">
                  <a16:creationId xmlns:a16="http://schemas.microsoft.com/office/drawing/2014/main" id="{26C7CEED-3042-6ADE-7B7B-983F546748F9}"/>
                </a:ext>
              </a:extLst>
            </p:cNvPr>
            <p:cNvGrpSpPr/>
            <p:nvPr/>
          </p:nvGrpSpPr>
          <p:grpSpPr>
            <a:xfrm>
              <a:off x="4107829" y="1987746"/>
              <a:ext cx="54429" cy="94170"/>
              <a:chOff x="4107829" y="1987746"/>
              <a:chExt cx="54429" cy="94170"/>
            </a:xfrm>
            <a:noFill/>
          </p:grpSpPr>
          <p:grpSp>
            <p:nvGrpSpPr>
              <p:cNvPr id="8647" name="رسم 8014">
                <a:extLst>
                  <a:ext uri="{FF2B5EF4-FFF2-40B4-BE49-F238E27FC236}">
                    <a16:creationId xmlns:a16="http://schemas.microsoft.com/office/drawing/2014/main" id="{0018544F-770B-0127-0D73-DFD5903AC37B}"/>
                  </a:ext>
                </a:extLst>
              </p:cNvPr>
              <p:cNvGrpSpPr/>
              <p:nvPr/>
            </p:nvGrpSpPr>
            <p:grpSpPr>
              <a:xfrm>
                <a:off x="4107829" y="1987746"/>
                <a:ext cx="54429" cy="94170"/>
                <a:chOff x="4107829" y="1987746"/>
                <a:chExt cx="54429" cy="94170"/>
              </a:xfrm>
              <a:noFill/>
            </p:grpSpPr>
            <p:sp>
              <p:nvSpPr>
                <p:cNvPr id="8650" name="شكل حر: شكل 9617">
                  <a:extLst>
                    <a:ext uri="{FF2B5EF4-FFF2-40B4-BE49-F238E27FC236}">
                      <a16:creationId xmlns:a16="http://schemas.microsoft.com/office/drawing/2014/main" id="{59A3E822-5908-1034-5DD5-6E43481E8B74}"/>
                    </a:ext>
                  </a:extLst>
                </p:cNvPr>
                <p:cNvSpPr/>
                <p:nvPr/>
              </p:nvSpPr>
              <p:spPr>
                <a:xfrm>
                  <a:off x="4107829" y="1987746"/>
                  <a:ext cx="27200" cy="43639"/>
                </a:xfrm>
                <a:custGeom>
                  <a:avLst/>
                  <a:gdLst>
                    <a:gd name="connsiteX0" fmla="*/ 0 w 27200"/>
                    <a:gd name="connsiteY0" fmla="*/ 0 h 43639"/>
                    <a:gd name="connsiteX1" fmla="*/ 15761 w 27200"/>
                    <a:gd name="connsiteY1" fmla="*/ 25251 h 43639"/>
                    <a:gd name="connsiteX2" fmla="*/ 27200 w 27200"/>
                    <a:gd name="connsiteY2" fmla="*/ 43639 h 43639"/>
                  </a:gdLst>
                  <a:ahLst/>
                  <a:cxnLst>
                    <a:cxn ang="0">
                      <a:pos x="connsiteX0" y="connsiteY0"/>
                    </a:cxn>
                    <a:cxn ang="0">
                      <a:pos x="connsiteX1" y="connsiteY1"/>
                    </a:cxn>
                    <a:cxn ang="0">
                      <a:pos x="connsiteX2" y="connsiteY2"/>
                    </a:cxn>
                  </a:cxnLst>
                  <a:rect l="l" t="t" r="r" b="b"/>
                  <a:pathLst>
                    <a:path w="27200" h="43639">
                      <a:moveTo>
                        <a:pt x="0" y="0"/>
                      </a:moveTo>
                      <a:lnTo>
                        <a:pt x="15761" y="25251"/>
                      </a:lnTo>
                      <a:lnTo>
                        <a:pt x="27200" y="43639"/>
                      </a:lnTo>
                    </a:path>
                  </a:pathLst>
                </a:custGeom>
                <a:noFill/>
                <a:ln w="8472" cap="flat">
                  <a:solidFill>
                    <a:srgbClr val="17A3A3"/>
                  </a:solidFill>
                  <a:prstDash val="solid"/>
                  <a:miter/>
                </a:ln>
              </p:spPr>
              <p:txBody>
                <a:bodyPr rtlCol="1" anchor="ctr"/>
                <a:lstStyle/>
                <a:p>
                  <a:endParaRPr lang="ar-SA"/>
                </a:p>
              </p:txBody>
            </p:sp>
            <p:sp>
              <p:nvSpPr>
                <p:cNvPr id="8651" name="شكل حر: شكل 9618">
                  <a:extLst>
                    <a:ext uri="{FF2B5EF4-FFF2-40B4-BE49-F238E27FC236}">
                      <a16:creationId xmlns:a16="http://schemas.microsoft.com/office/drawing/2014/main" id="{D0E68FEA-934E-C399-4F9C-5230B18F4A06}"/>
                    </a:ext>
                  </a:extLst>
                </p:cNvPr>
                <p:cNvSpPr/>
                <p:nvPr/>
              </p:nvSpPr>
              <p:spPr>
                <a:xfrm>
                  <a:off x="4135030" y="1987746"/>
                  <a:ext cx="27228" cy="94170"/>
                </a:xfrm>
                <a:custGeom>
                  <a:avLst/>
                  <a:gdLst>
                    <a:gd name="connsiteX0" fmla="*/ 27229 w 27228"/>
                    <a:gd name="connsiteY0" fmla="*/ 0 h 94170"/>
                    <a:gd name="connsiteX1" fmla="*/ 11807 w 27228"/>
                    <a:gd name="connsiteY1" fmla="*/ 24715 h 94170"/>
                    <a:gd name="connsiteX2" fmla="*/ 0 w 27228"/>
                    <a:gd name="connsiteY2" fmla="*/ 43639 h 94170"/>
                    <a:gd name="connsiteX3" fmla="*/ 0 w 27228"/>
                    <a:gd name="connsiteY3" fmla="*/ 94170 h 94170"/>
                  </a:gdLst>
                  <a:ahLst/>
                  <a:cxnLst>
                    <a:cxn ang="0">
                      <a:pos x="connsiteX0" y="connsiteY0"/>
                    </a:cxn>
                    <a:cxn ang="0">
                      <a:pos x="connsiteX1" y="connsiteY1"/>
                    </a:cxn>
                    <a:cxn ang="0">
                      <a:pos x="connsiteX2" y="connsiteY2"/>
                    </a:cxn>
                    <a:cxn ang="0">
                      <a:pos x="connsiteX3" y="connsiteY3"/>
                    </a:cxn>
                  </a:cxnLst>
                  <a:rect l="l" t="t" r="r" b="b"/>
                  <a:pathLst>
                    <a:path w="27228" h="94170">
                      <a:moveTo>
                        <a:pt x="27229" y="0"/>
                      </a:moveTo>
                      <a:lnTo>
                        <a:pt x="11807" y="24715"/>
                      </a:lnTo>
                      <a:lnTo>
                        <a:pt x="0" y="43639"/>
                      </a:lnTo>
                      <a:lnTo>
                        <a:pt x="0" y="94170"/>
                      </a:lnTo>
                    </a:path>
                  </a:pathLst>
                </a:custGeom>
                <a:noFill/>
                <a:ln w="8472" cap="flat">
                  <a:solidFill>
                    <a:srgbClr val="17A3A3"/>
                  </a:solidFill>
                  <a:prstDash val="solid"/>
                  <a:miter/>
                </a:ln>
              </p:spPr>
              <p:txBody>
                <a:bodyPr rtlCol="1" anchor="ctr"/>
                <a:lstStyle/>
                <a:p>
                  <a:endParaRPr lang="ar-SA"/>
                </a:p>
              </p:txBody>
            </p:sp>
          </p:grpSp>
          <p:sp>
            <p:nvSpPr>
              <p:cNvPr id="8648" name="شكل حر: شكل 9619">
                <a:extLst>
                  <a:ext uri="{FF2B5EF4-FFF2-40B4-BE49-F238E27FC236}">
                    <a16:creationId xmlns:a16="http://schemas.microsoft.com/office/drawing/2014/main" id="{865BBED1-D087-D696-0BB9-4BDD5CD75174}"/>
                  </a:ext>
                </a:extLst>
              </p:cNvPr>
              <p:cNvSpPr/>
              <p:nvPr/>
            </p:nvSpPr>
            <p:spPr>
              <a:xfrm>
                <a:off x="4115145" y="2029973"/>
                <a:ext cx="39797" cy="2824"/>
              </a:xfrm>
              <a:custGeom>
                <a:avLst/>
                <a:gdLst>
                  <a:gd name="connsiteX0" fmla="*/ 0 w 39797"/>
                  <a:gd name="connsiteY0" fmla="*/ 0 h 2824"/>
                  <a:gd name="connsiteX1" fmla="*/ 39798 w 39797"/>
                  <a:gd name="connsiteY1" fmla="*/ 0 h 2824"/>
                </a:gdLst>
                <a:ahLst/>
                <a:cxnLst>
                  <a:cxn ang="0">
                    <a:pos x="connsiteX0" y="connsiteY0"/>
                  </a:cxn>
                  <a:cxn ang="0">
                    <a:pos x="connsiteX1" y="connsiteY1"/>
                  </a:cxn>
                </a:cxnLst>
                <a:rect l="l" t="t" r="r" b="b"/>
                <a:pathLst>
                  <a:path w="39797" h="2824">
                    <a:moveTo>
                      <a:pt x="0" y="0"/>
                    </a:moveTo>
                    <a:lnTo>
                      <a:pt x="39798" y="0"/>
                    </a:lnTo>
                  </a:path>
                </a:pathLst>
              </a:custGeom>
              <a:ln w="8472" cap="flat">
                <a:solidFill>
                  <a:srgbClr val="17A3A3"/>
                </a:solidFill>
                <a:prstDash val="solid"/>
                <a:miter/>
              </a:ln>
            </p:spPr>
            <p:txBody>
              <a:bodyPr rtlCol="1" anchor="ctr"/>
              <a:lstStyle/>
              <a:p>
                <a:endParaRPr lang="ar-SA"/>
              </a:p>
            </p:txBody>
          </p:sp>
          <p:sp>
            <p:nvSpPr>
              <p:cNvPr id="8649" name="شكل حر: شكل 9620">
                <a:extLst>
                  <a:ext uri="{FF2B5EF4-FFF2-40B4-BE49-F238E27FC236}">
                    <a16:creationId xmlns:a16="http://schemas.microsoft.com/office/drawing/2014/main" id="{F5DBD8E9-05F6-D29F-32A2-870FCEB3584A}"/>
                  </a:ext>
                </a:extLst>
              </p:cNvPr>
              <p:cNvSpPr/>
              <p:nvPr/>
            </p:nvSpPr>
            <p:spPr>
              <a:xfrm>
                <a:off x="4115145" y="2046412"/>
                <a:ext cx="39797" cy="2824"/>
              </a:xfrm>
              <a:custGeom>
                <a:avLst/>
                <a:gdLst>
                  <a:gd name="connsiteX0" fmla="*/ 0 w 39797"/>
                  <a:gd name="connsiteY0" fmla="*/ 0 h 2824"/>
                  <a:gd name="connsiteX1" fmla="*/ 39798 w 39797"/>
                  <a:gd name="connsiteY1" fmla="*/ 0 h 2824"/>
                </a:gdLst>
                <a:ahLst/>
                <a:cxnLst>
                  <a:cxn ang="0">
                    <a:pos x="connsiteX0" y="connsiteY0"/>
                  </a:cxn>
                  <a:cxn ang="0">
                    <a:pos x="connsiteX1" y="connsiteY1"/>
                  </a:cxn>
                </a:cxnLst>
                <a:rect l="l" t="t" r="r" b="b"/>
                <a:pathLst>
                  <a:path w="39797" h="2824">
                    <a:moveTo>
                      <a:pt x="0" y="0"/>
                    </a:moveTo>
                    <a:lnTo>
                      <a:pt x="39798" y="0"/>
                    </a:lnTo>
                  </a:path>
                </a:pathLst>
              </a:custGeom>
              <a:ln w="8472" cap="flat">
                <a:solidFill>
                  <a:srgbClr val="17A3A3"/>
                </a:solidFill>
                <a:prstDash val="solid"/>
                <a:miter/>
              </a:ln>
            </p:spPr>
            <p:txBody>
              <a:bodyPr rtlCol="1" anchor="ctr"/>
              <a:lstStyle/>
              <a:p>
                <a:endParaRPr lang="ar-SA"/>
              </a:p>
            </p:txBody>
          </p:sp>
        </p:grpSp>
      </p:grpSp>
      <p:grpSp>
        <p:nvGrpSpPr>
          <p:cNvPr id="8652" name="رسم 8014">
            <a:extLst>
              <a:ext uri="{FF2B5EF4-FFF2-40B4-BE49-F238E27FC236}">
                <a16:creationId xmlns:a16="http://schemas.microsoft.com/office/drawing/2014/main" id="{D496162C-275B-23DA-9609-FEBD6577EBF2}"/>
              </a:ext>
            </a:extLst>
          </p:cNvPr>
          <p:cNvGrpSpPr/>
          <p:nvPr/>
        </p:nvGrpSpPr>
        <p:grpSpPr>
          <a:xfrm>
            <a:off x="1533693" y="3657017"/>
            <a:ext cx="308292" cy="283818"/>
            <a:chOff x="914651" y="2824377"/>
            <a:chExt cx="368502" cy="360088"/>
          </a:xfrm>
          <a:noFill/>
        </p:grpSpPr>
        <p:sp>
          <p:nvSpPr>
            <p:cNvPr id="8653" name="شكل حر: شكل 9622">
              <a:extLst>
                <a:ext uri="{FF2B5EF4-FFF2-40B4-BE49-F238E27FC236}">
                  <a16:creationId xmlns:a16="http://schemas.microsoft.com/office/drawing/2014/main" id="{B168A0E9-147A-ABCC-316F-EE49D8C58840}"/>
                </a:ext>
              </a:extLst>
            </p:cNvPr>
            <p:cNvSpPr/>
            <p:nvPr/>
          </p:nvSpPr>
          <p:spPr>
            <a:xfrm>
              <a:off x="914651" y="2824377"/>
              <a:ext cx="352898" cy="97813"/>
            </a:xfrm>
            <a:custGeom>
              <a:avLst/>
              <a:gdLst>
                <a:gd name="connsiteX0" fmla="*/ 176449 w 352898"/>
                <a:gd name="connsiteY0" fmla="*/ 0 h 97813"/>
                <a:gd name="connsiteX1" fmla="*/ 0 w 352898"/>
                <a:gd name="connsiteY1" fmla="*/ 97814 h 97813"/>
                <a:gd name="connsiteX2" fmla="*/ 352899 w 352898"/>
                <a:gd name="connsiteY2" fmla="*/ 97814 h 97813"/>
                <a:gd name="connsiteX3" fmla="*/ 176449 w 352898"/>
                <a:gd name="connsiteY3" fmla="*/ 0 h 97813"/>
              </a:gdLst>
              <a:ahLst/>
              <a:cxnLst>
                <a:cxn ang="0">
                  <a:pos x="connsiteX0" y="connsiteY0"/>
                </a:cxn>
                <a:cxn ang="0">
                  <a:pos x="connsiteX1" y="connsiteY1"/>
                </a:cxn>
                <a:cxn ang="0">
                  <a:pos x="connsiteX2" y="connsiteY2"/>
                </a:cxn>
                <a:cxn ang="0">
                  <a:pos x="connsiteX3" y="connsiteY3"/>
                </a:cxn>
              </a:cxnLst>
              <a:rect l="l" t="t" r="r" b="b"/>
              <a:pathLst>
                <a:path w="352898" h="97813">
                  <a:moveTo>
                    <a:pt x="176449" y="0"/>
                  </a:moveTo>
                  <a:lnTo>
                    <a:pt x="0" y="97814"/>
                  </a:lnTo>
                  <a:lnTo>
                    <a:pt x="352899" y="97814"/>
                  </a:lnTo>
                  <a:lnTo>
                    <a:pt x="176449" y="0"/>
                  </a:lnTo>
                  <a:close/>
                </a:path>
              </a:pathLst>
            </a:custGeom>
            <a:noFill/>
            <a:ln w="8472" cap="flat">
              <a:solidFill>
                <a:srgbClr val="01355A"/>
              </a:solidFill>
              <a:prstDash val="solid"/>
              <a:miter/>
            </a:ln>
          </p:spPr>
          <p:txBody>
            <a:bodyPr rtlCol="1" anchor="ctr"/>
            <a:lstStyle/>
            <a:p>
              <a:endParaRPr lang="ar-SA"/>
            </a:p>
          </p:txBody>
        </p:sp>
        <p:sp>
          <p:nvSpPr>
            <p:cNvPr id="8654" name="شكل حر: شكل 9623">
              <a:extLst>
                <a:ext uri="{FF2B5EF4-FFF2-40B4-BE49-F238E27FC236}">
                  <a16:creationId xmlns:a16="http://schemas.microsoft.com/office/drawing/2014/main" id="{D678A97A-085D-4248-58E7-C8AB548461A1}"/>
                </a:ext>
              </a:extLst>
            </p:cNvPr>
            <p:cNvSpPr/>
            <p:nvPr/>
          </p:nvSpPr>
          <p:spPr>
            <a:xfrm>
              <a:off x="940072" y="2922191"/>
              <a:ext cx="302057" cy="22059"/>
            </a:xfrm>
            <a:custGeom>
              <a:avLst/>
              <a:gdLst>
                <a:gd name="connsiteX0" fmla="*/ 302057 w 302057"/>
                <a:gd name="connsiteY0" fmla="*/ 0 h 22059"/>
                <a:gd name="connsiteX1" fmla="*/ 302057 w 302057"/>
                <a:gd name="connsiteY1" fmla="*/ 22060 h 22059"/>
                <a:gd name="connsiteX2" fmla="*/ 0 w 302057"/>
                <a:gd name="connsiteY2" fmla="*/ 22060 h 22059"/>
                <a:gd name="connsiteX3" fmla="*/ 0 w 302057"/>
                <a:gd name="connsiteY3" fmla="*/ 0 h 22059"/>
              </a:gdLst>
              <a:ahLst/>
              <a:cxnLst>
                <a:cxn ang="0">
                  <a:pos x="connsiteX0" y="connsiteY0"/>
                </a:cxn>
                <a:cxn ang="0">
                  <a:pos x="connsiteX1" y="connsiteY1"/>
                </a:cxn>
                <a:cxn ang="0">
                  <a:pos x="connsiteX2" y="connsiteY2"/>
                </a:cxn>
                <a:cxn ang="0">
                  <a:pos x="connsiteX3" y="connsiteY3"/>
                </a:cxn>
              </a:cxnLst>
              <a:rect l="l" t="t" r="r" b="b"/>
              <a:pathLst>
                <a:path w="302057" h="22059">
                  <a:moveTo>
                    <a:pt x="302057" y="0"/>
                  </a:moveTo>
                  <a:lnTo>
                    <a:pt x="302057" y="22060"/>
                  </a:lnTo>
                  <a:lnTo>
                    <a:pt x="0" y="22060"/>
                  </a:lnTo>
                  <a:lnTo>
                    <a:pt x="0" y="0"/>
                  </a:lnTo>
                </a:path>
              </a:pathLst>
            </a:custGeom>
            <a:noFill/>
            <a:ln w="8472" cap="flat">
              <a:solidFill>
                <a:srgbClr val="01355A"/>
              </a:solidFill>
              <a:prstDash val="solid"/>
              <a:miter/>
            </a:ln>
          </p:spPr>
          <p:txBody>
            <a:bodyPr rtlCol="1" anchor="ctr"/>
            <a:lstStyle/>
            <a:p>
              <a:endParaRPr lang="ar-SA"/>
            </a:p>
          </p:txBody>
        </p:sp>
        <p:sp>
          <p:nvSpPr>
            <p:cNvPr id="8655" name="شكل حر: شكل 9624">
              <a:extLst>
                <a:ext uri="{FF2B5EF4-FFF2-40B4-BE49-F238E27FC236}">
                  <a16:creationId xmlns:a16="http://schemas.microsoft.com/office/drawing/2014/main" id="{4E0B5584-E522-5E1D-7ADD-01EBFF7FDBAA}"/>
                </a:ext>
              </a:extLst>
            </p:cNvPr>
            <p:cNvSpPr/>
            <p:nvPr/>
          </p:nvSpPr>
          <p:spPr>
            <a:xfrm>
              <a:off x="940072" y="3102510"/>
              <a:ext cx="193086" cy="28047"/>
            </a:xfrm>
            <a:custGeom>
              <a:avLst/>
              <a:gdLst>
                <a:gd name="connsiteX0" fmla="*/ 193086 w 193086"/>
                <a:gd name="connsiteY0" fmla="*/ 0 h 28047"/>
                <a:gd name="connsiteX1" fmla="*/ 0 w 193086"/>
                <a:gd name="connsiteY1" fmla="*/ 0 h 28047"/>
                <a:gd name="connsiteX2" fmla="*/ 0 w 193086"/>
                <a:gd name="connsiteY2" fmla="*/ 28048 h 28047"/>
              </a:gdLst>
              <a:ahLst/>
              <a:cxnLst>
                <a:cxn ang="0">
                  <a:pos x="connsiteX0" y="connsiteY0"/>
                </a:cxn>
                <a:cxn ang="0">
                  <a:pos x="connsiteX1" y="connsiteY1"/>
                </a:cxn>
                <a:cxn ang="0">
                  <a:pos x="connsiteX2" y="connsiteY2"/>
                </a:cxn>
              </a:cxnLst>
              <a:rect l="l" t="t" r="r" b="b"/>
              <a:pathLst>
                <a:path w="193086" h="28047">
                  <a:moveTo>
                    <a:pt x="193086" y="0"/>
                  </a:moveTo>
                  <a:lnTo>
                    <a:pt x="0" y="0"/>
                  </a:lnTo>
                  <a:lnTo>
                    <a:pt x="0" y="28048"/>
                  </a:lnTo>
                </a:path>
              </a:pathLst>
            </a:custGeom>
            <a:noFill/>
            <a:ln w="8472" cap="flat">
              <a:solidFill>
                <a:srgbClr val="01355A"/>
              </a:solidFill>
              <a:prstDash val="solid"/>
              <a:miter/>
            </a:ln>
          </p:spPr>
          <p:txBody>
            <a:bodyPr rtlCol="1" anchor="ctr"/>
            <a:lstStyle/>
            <a:p>
              <a:endParaRPr lang="ar-SA"/>
            </a:p>
          </p:txBody>
        </p:sp>
        <p:sp>
          <p:nvSpPr>
            <p:cNvPr id="8656" name="شكل حر: شكل 9625">
              <a:extLst>
                <a:ext uri="{FF2B5EF4-FFF2-40B4-BE49-F238E27FC236}">
                  <a16:creationId xmlns:a16="http://schemas.microsoft.com/office/drawing/2014/main" id="{0399AB7A-3F7E-2DE9-A469-E29C3341DF37}"/>
                </a:ext>
              </a:extLst>
            </p:cNvPr>
            <p:cNvSpPr/>
            <p:nvPr/>
          </p:nvSpPr>
          <p:spPr>
            <a:xfrm>
              <a:off x="940072" y="2944251"/>
              <a:ext cx="55926" cy="28414"/>
            </a:xfrm>
            <a:custGeom>
              <a:avLst/>
              <a:gdLst>
                <a:gd name="connsiteX0" fmla="*/ 55926 w 55926"/>
                <a:gd name="connsiteY0" fmla="*/ 18812 h 28414"/>
                <a:gd name="connsiteX1" fmla="*/ 46323 w 55926"/>
                <a:gd name="connsiteY1" fmla="*/ 28415 h 28414"/>
                <a:gd name="connsiteX2" fmla="*/ 36719 w 55926"/>
                <a:gd name="connsiteY2" fmla="*/ 18812 h 28414"/>
                <a:gd name="connsiteX3" fmla="*/ 19207 w 55926"/>
                <a:gd name="connsiteY3" fmla="*/ 18812 h 28414"/>
                <a:gd name="connsiteX4" fmla="*/ 9603 w 55926"/>
                <a:gd name="connsiteY4" fmla="*/ 28415 h 28414"/>
                <a:gd name="connsiteX5" fmla="*/ 0 w 55926"/>
                <a:gd name="connsiteY5" fmla="*/ 18812 h 28414"/>
                <a:gd name="connsiteX6" fmla="*/ 0 w 55926"/>
                <a:gd name="connsiteY6" fmla="*/ 0 h 28414"/>
                <a:gd name="connsiteX7" fmla="*/ 55926 w 55926"/>
                <a:gd name="connsiteY7" fmla="*/ 0 h 28414"/>
                <a:gd name="connsiteX8" fmla="*/ 55926 w 55926"/>
                <a:gd name="connsiteY8" fmla="*/ 18812 h 2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926" h="28414">
                  <a:moveTo>
                    <a:pt x="55926" y="18812"/>
                  </a:moveTo>
                  <a:cubicBezTo>
                    <a:pt x="55926" y="24122"/>
                    <a:pt x="51633" y="28415"/>
                    <a:pt x="46323" y="28415"/>
                  </a:cubicBezTo>
                  <a:cubicBezTo>
                    <a:pt x="41012" y="28415"/>
                    <a:pt x="36719" y="24122"/>
                    <a:pt x="36719" y="18812"/>
                  </a:cubicBezTo>
                  <a:lnTo>
                    <a:pt x="19207" y="18812"/>
                  </a:lnTo>
                  <a:cubicBezTo>
                    <a:pt x="19207" y="24122"/>
                    <a:pt x="14914" y="28415"/>
                    <a:pt x="9603" y="28415"/>
                  </a:cubicBezTo>
                  <a:cubicBezTo>
                    <a:pt x="4293" y="28415"/>
                    <a:pt x="0" y="24122"/>
                    <a:pt x="0" y="18812"/>
                  </a:cubicBezTo>
                  <a:lnTo>
                    <a:pt x="0" y="0"/>
                  </a:lnTo>
                  <a:lnTo>
                    <a:pt x="55926" y="0"/>
                  </a:lnTo>
                  <a:lnTo>
                    <a:pt x="55926" y="18812"/>
                  </a:lnTo>
                  <a:close/>
                </a:path>
              </a:pathLst>
            </a:custGeom>
            <a:noFill/>
            <a:ln w="8472" cap="flat">
              <a:solidFill>
                <a:srgbClr val="01355A"/>
              </a:solidFill>
              <a:prstDash val="solid"/>
              <a:miter/>
            </a:ln>
          </p:spPr>
          <p:txBody>
            <a:bodyPr rtlCol="1" anchor="ctr"/>
            <a:lstStyle/>
            <a:p>
              <a:endParaRPr lang="ar-SA"/>
            </a:p>
          </p:txBody>
        </p:sp>
        <p:sp>
          <p:nvSpPr>
            <p:cNvPr id="8657" name="شكل حر: شكل 9626">
              <a:extLst>
                <a:ext uri="{FF2B5EF4-FFF2-40B4-BE49-F238E27FC236}">
                  <a16:creationId xmlns:a16="http://schemas.microsoft.com/office/drawing/2014/main" id="{49A99437-A35A-DF5D-7EE5-1E8A2D0D498A}"/>
                </a:ext>
              </a:extLst>
            </p:cNvPr>
            <p:cNvSpPr/>
            <p:nvPr/>
          </p:nvSpPr>
          <p:spPr>
            <a:xfrm>
              <a:off x="940072" y="3074095"/>
              <a:ext cx="55926" cy="28415"/>
            </a:xfrm>
            <a:custGeom>
              <a:avLst/>
              <a:gdLst>
                <a:gd name="connsiteX0" fmla="*/ 55926 w 55926"/>
                <a:gd name="connsiteY0" fmla="*/ 9604 h 28415"/>
                <a:gd name="connsiteX1" fmla="*/ 46323 w 55926"/>
                <a:gd name="connsiteY1" fmla="*/ 0 h 28415"/>
                <a:gd name="connsiteX2" fmla="*/ 36719 w 55926"/>
                <a:gd name="connsiteY2" fmla="*/ 9604 h 28415"/>
                <a:gd name="connsiteX3" fmla="*/ 19207 w 55926"/>
                <a:gd name="connsiteY3" fmla="*/ 9604 h 28415"/>
                <a:gd name="connsiteX4" fmla="*/ 9603 w 55926"/>
                <a:gd name="connsiteY4" fmla="*/ 0 h 28415"/>
                <a:gd name="connsiteX5" fmla="*/ 0 w 55926"/>
                <a:gd name="connsiteY5" fmla="*/ 9604 h 28415"/>
                <a:gd name="connsiteX6" fmla="*/ 0 w 55926"/>
                <a:gd name="connsiteY6" fmla="*/ 28415 h 28415"/>
                <a:gd name="connsiteX7" fmla="*/ 55926 w 55926"/>
                <a:gd name="connsiteY7" fmla="*/ 28415 h 28415"/>
                <a:gd name="connsiteX8" fmla="*/ 55926 w 55926"/>
                <a:gd name="connsiteY8" fmla="*/ 9604 h 28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926" h="28415">
                  <a:moveTo>
                    <a:pt x="55926" y="9604"/>
                  </a:moveTo>
                  <a:cubicBezTo>
                    <a:pt x="55926" y="4293"/>
                    <a:pt x="51633" y="0"/>
                    <a:pt x="46323" y="0"/>
                  </a:cubicBezTo>
                  <a:cubicBezTo>
                    <a:pt x="41012" y="0"/>
                    <a:pt x="36719" y="4293"/>
                    <a:pt x="36719" y="9604"/>
                  </a:cubicBezTo>
                  <a:lnTo>
                    <a:pt x="19207" y="9604"/>
                  </a:lnTo>
                  <a:cubicBezTo>
                    <a:pt x="19207" y="4293"/>
                    <a:pt x="14914" y="0"/>
                    <a:pt x="9603" y="0"/>
                  </a:cubicBezTo>
                  <a:cubicBezTo>
                    <a:pt x="4293" y="0"/>
                    <a:pt x="0" y="4293"/>
                    <a:pt x="0" y="9604"/>
                  </a:cubicBezTo>
                  <a:lnTo>
                    <a:pt x="0" y="28415"/>
                  </a:lnTo>
                  <a:lnTo>
                    <a:pt x="55926" y="28415"/>
                  </a:lnTo>
                  <a:lnTo>
                    <a:pt x="55926" y="9604"/>
                  </a:lnTo>
                  <a:close/>
                </a:path>
              </a:pathLst>
            </a:custGeom>
            <a:noFill/>
            <a:ln w="8472" cap="flat">
              <a:solidFill>
                <a:srgbClr val="01355A"/>
              </a:solidFill>
              <a:prstDash val="solid"/>
              <a:miter/>
            </a:ln>
          </p:spPr>
          <p:txBody>
            <a:bodyPr rtlCol="1" anchor="ctr"/>
            <a:lstStyle/>
            <a:p>
              <a:endParaRPr lang="ar-SA"/>
            </a:p>
          </p:txBody>
        </p:sp>
        <p:sp>
          <p:nvSpPr>
            <p:cNvPr id="8658" name="شكل حر: شكل 9627">
              <a:extLst>
                <a:ext uri="{FF2B5EF4-FFF2-40B4-BE49-F238E27FC236}">
                  <a16:creationId xmlns:a16="http://schemas.microsoft.com/office/drawing/2014/main" id="{AEFF50DD-15AE-A86C-9DD0-F8007CA1BE6D}"/>
                </a:ext>
              </a:extLst>
            </p:cNvPr>
            <p:cNvSpPr/>
            <p:nvPr/>
          </p:nvSpPr>
          <p:spPr>
            <a:xfrm>
              <a:off x="1063137" y="3074095"/>
              <a:ext cx="55926" cy="28415"/>
            </a:xfrm>
            <a:custGeom>
              <a:avLst/>
              <a:gdLst>
                <a:gd name="connsiteX0" fmla="*/ 55926 w 55926"/>
                <a:gd name="connsiteY0" fmla="*/ 9604 h 28415"/>
                <a:gd name="connsiteX1" fmla="*/ 46323 w 55926"/>
                <a:gd name="connsiteY1" fmla="*/ 0 h 28415"/>
                <a:gd name="connsiteX2" fmla="*/ 36719 w 55926"/>
                <a:gd name="connsiteY2" fmla="*/ 9604 h 28415"/>
                <a:gd name="connsiteX3" fmla="*/ 19207 w 55926"/>
                <a:gd name="connsiteY3" fmla="*/ 9604 h 28415"/>
                <a:gd name="connsiteX4" fmla="*/ 9603 w 55926"/>
                <a:gd name="connsiteY4" fmla="*/ 0 h 28415"/>
                <a:gd name="connsiteX5" fmla="*/ 0 w 55926"/>
                <a:gd name="connsiteY5" fmla="*/ 9604 h 28415"/>
                <a:gd name="connsiteX6" fmla="*/ 0 w 55926"/>
                <a:gd name="connsiteY6" fmla="*/ 28415 h 28415"/>
                <a:gd name="connsiteX7" fmla="*/ 55926 w 55926"/>
                <a:gd name="connsiteY7" fmla="*/ 28415 h 28415"/>
                <a:gd name="connsiteX8" fmla="*/ 55926 w 55926"/>
                <a:gd name="connsiteY8" fmla="*/ 9604 h 28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926" h="28415">
                  <a:moveTo>
                    <a:pt x="55926" y="9604"/>
                  </a:moveTo>
                  <a:cubicBezTo>
                    <a:pt x="55926" y="4293"/>
                    <a:pt x="51633" y="0"/>
                    <a:pt x="46323" y="0"/>
                  </a:cubicBezTo>
                  <a:cubicBezTo>
                    <a:pt x="41012" y="0"/>
                    <a:pt x="36719" y="4293"/>
                    <a:pt x="36719" y="9604"/>
                  </a:cubicBezTo>
                  <a:lnTo>
                    <a:pt x="19207" y="9604"/>
                  </a:lnTo>
                  <a:cubicBezTo>
                    <a:pt x="19207" y="4293"/>
                    <a:pt x="14914" y="0"/>
                    <a:pt x="9603" y="0"/>
                  </a:cubicBezTo>
                  <a:cubicBezTo>
                    <a:pt x="4293" y="0"/>
                    <a:pt x="0" y="4293"/>
                    <a:pt x="0" y="9604"/>
                  </a:cubicBezTo>
                  <a:lnTo>
                    <a:pt x="0" y="28415"/>
                  </a:lnTo>
                  <a:lnTo>
                    <a:pt x="55926" y="28415"/>
                  </a:lnTo>
                  <a:lnTo>
                    <a:pt x="55926" y="9604"/>
                  </a:lnTo>
                  <a:close/>
                </a:path>
              </a:pathLst>
            </a:custGeom>
            <a:noFill/>
            <a:ln w="8472" cap="flat">
              <a:solidFill>
                <a:srgbClr val="01355A"/>
              </a:solidFill>
              <a:prstDash val="solid"/>
              <a:miter/>
            </a:ln>
          </p:spPr>
          <p:txBody>
            <a:bodyPr rtlCol="1" anchor="ctr"/>
            <a:lstStyle/>
            <a:p>
              <a:endParaRPr lang="ar-SA"/>
            </a:p>
          </p:txBody>
        </p:sp>
        <p:sp>
          <p:nvSpPr>
            <p:cNvPr id="8659" name="شكل حر: شكل 9628">
              <a:extLst>
                <a:ext uri="{FF2B5EF4-FFF2-40B4-BE49-F238E27FC236}">
                  <a16:creationId xmlns:a16="http://schemas.microsoft.com/office/drawing/2014/main" id="{BDFE3360-8380-77CD-B407-2AB888468DA5}"/>
                </a:ext>
              </a:extLst>
            </p:cNvPr>
            <p:cNvSpPr/>
            <p:nvPr/>
          </p:nvSpPr>
          <p:spPr>
            <a:xfrm>
              <a:off x="1063137" y="2944251"/>
              <a:ext cx="55926" cy="28414"/>
            </a:xfrm>
            <a:custGeom>
              <a:avLst/>
              <a:gdLst>
                <a:gd name="connsiteX0" fmla="*/ 55926 w 55926"/>
                <a:gd name="connsiteY0" fmla="*/ 18812 h 28414"/>
                <a:gd name="connsiteX1" fmla="*/ 46323 w 55926"/>
                <a:gd name="connsiteY1" fmla="*/ 28415 h 28414"/>
                <a:gd name="connsiteX2" fmla="*/ 36719 w 55926"/>
                <a:gd name="connsiteY2" fmla="*/ 18812 h 28414"/>
                <a:gd name="connsiteX3" fmla="*/ 19207 w 55926"/>
                <a:gd name="connsiteY3" fmla="*/ 18812 h 28414"/>
                <a:gd name="connsiteX4" fmla="*/ 9603 w 55926"/>
                <a:gd name="connsiteY4" fmla="*/ 28415 h 28414"/>
                <a:gd name="connsiteX5" fmla="*/ 0 w 55926"/>
                <a:gd name="connsiteY5" fmla="*/ 18812 h 28414"/>
                <a:gd name="connsiteX6" fmla="*/ 0 w 55926"/>
                <a:gd name="connsiteY6" fmla="*/ 0 h 28414"/>
                <a:gd name="connsiteX7" fmla="*/ 55926 w 55926"/>
                <a:gd name="connsiteY7" fmla="*/ 0 h 28414"/>
                <a:gd name="connsiteX8" fmla="*/ 55926 w 55926"/>
                <a:gd name="connsiteY8" fmla="*/ 18812 h 2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926" h="28414">
                  <a:moveTo>
                    <a:pt x="55926" y="18812"/>
                  </a:moveTo>
                  <a:cubicBezTo>
                    <a:pt x="55926" y="24122"/>
                    <a:pt x="51633" y="28415"/>
                    <a:pt x="46323" y="28415"/>
                  </a:cubicBezTo>
                  <a:cubicBezTo>
                    <a:pt x="41012" y="28415"/>
                    <a:pt x="36719" y="24122"/>
                    <a:pt x="36719" y="18812"/>
                  </a:cubicBezTo>
                  <a:lnTo>
                    <a:pt x="19207" y="18812"/>
                  </a:lnTo>
                  <a:cubicBezTo>
                    <a:pt x="19207" y="24122"/>
                    <a:pt x="14914" y="28415"/>
                    <a:pt x="9603" y="28415"/>
                  </a:cubicBezTo>
                  <a:cubicBezTo>
                    <a:pt x="4293" y="28415"/>
                    <a:pt x="0" y="24122"/>
                    <a:pt x="0" y="18812"/>
                  </a:cubicBezTo>
                  <a:lnTo>
                    <a:pt x="0" y="0"/>
                  </a:lnTo>
                  <a:lnTo>
                    <a:pt x="55926" y="0"/>
                  </a:lnTo>
                  <a:lnTo>
                    <a:pt x="55926" y="18812"/>
                  </a:lnTo>
                  <a:close/>
                </a:path>
              </a:pathLst>
            </a:custGeom>
            <a:noFill/>
            <a:ln w="8472" cap="flat">
              <a:solidFill>
                <a:srgbClr val="01355A"/>
              </a:solidFill>
              <a:prstDash val="solid"/>
              <a:miter/>
            </a:ln>
          </p:spPr>
          <p:txBody>
            <a:bodyPr rtlCol="1" anchor="ctr"/>
            <a:lstStyle/>
            <a:p>
              <a:endParaRPr lang="ar-SA"/>
            </a:p>
          </p:txBody>
        </p:sp>
        <p:sp>
          <p:nvSpPr>
            <p:cNvPr id="8660" name="شكل حر: شكل 9629">
              <a:extLst>
                <a:ext uri="{FF2B5EF4-FFF2-40B4-BE49-F238E27FC236}">
                  <a16:creationId xmlns:a16="http://schemas.microsoft.com/office/drawing/2014/main" id="{BAB60BE8-372D-44FD-F6F0-9223B0071653}"/>
                </a:ext>
              </a:extLst>
            </p:cNvPr>
            <p:cNvSpPr/>
            <p:nvPr/>
          </p:nvSpPr>
          <p:spPr>
            <a:xfrm>
              <a:off x="1186203" y="2944251"/>
              <a:ext cx="55926" cy="28414"/>
            </a:xfrm>
            <a:custGeom>
              <a:avLst/>
              <a:gdLst>
                <a:gd name="connsiteX0" fmla="*/ 55926 w 55926"/>
                <a:gd name="connsiteY0" fmla="*/ 18812 h 28414"/>
                <a:gd name="connsiteX1" fmla="*/ 46323 w 55926"/>
                <a:gd name="connsiteY1" fmla="*/ 28415 h 28414"/>
                <a:gd name="connsiteX2" fmla="*/ 36719 w 55926"/>
                <a:gd name="connsiteY2" fmla="*/ 18812 h 28414"/>
                <a:gd name="connsiteX3" fmla="*/ 19207 w 55926"/>
                <a:gd name="connsiteY3" fmla="*/ 18812 h 28414"/>
                <a:gd name="connsiteX4" fmla="*/ 9603 w 55926"/>
                <a:gd name="connsiteY4" fmla="*/ 28415 h 28414"/>
                <a:gd name="connsiteX5" fmla="*/ 0 w 55926"/>
                <a:gd name="connsiteY5" fmla="*/ 18812 h 28414"/>
                <a:gd name="connsiteX6" fmla="*/ 0 w 55926"/>
                <a:gd name="connsiteY6" fmla="*/ 0 h 28414"/>
                <a:gd name="connsiteX7" fmla="*/ 55926 w 55926"/>
                <a:gd name="connsiteY7" fmla="*/ 0 h 28414"/>
                <a:gd name="connsiteX8" fmla="*/ 55926 w 55926"/>
                <a:gd name="connsiteY8" fmla="*/ 18812 h 28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926" h="28414">
                  <a:moveTo>
                    <a:pt x="55926" y="18812"/>
                  </a:moveTo>
                  <a:cubicBezTo>
                    <a:pt x="55926" y="24122"/>
                    <a:pt x="51633" y="28415"/>
                    <a:pt x="46323" y="28415"/>
                  </a:cubicBezTo>
                  <a:cubicBezTo>
                    <a:pt x="41012" y="28415"/>
                    <a:pt x="36719" y="24122"/>
                    <a:pt x="36719" y="18812"/>
                  </a:cubicBezTo>
                  <a:lnTo>
                    <a:pt x="19207" y="18812"/>
                  </a:lnTo>
                  <a:cubicBezTo>
                    <a:pt x="19207" y="24122"/>
                    <a:pt x="14914" y="28415"/>
                    <a:pt x="9603" y="28415"/>
                  </a:cubicBezTo>
                  <a:cubicBezTo>
                    <a:pt x="4293" y="28415"/>
                    <a:pt x="0" y="24122"/>
                    <a:pt x="0" y="18812"/>
                  </a:cubicBezTo>
                  <a:lnTo>
                    <a:pt x="0" y="0"/>
                  </a:lnTo>
                  <a:lnTo>
                    <a:pt x="55926" y="0"/>
                  </a:lnTo>
                  <a:lnTo>
                    <a:pt x="55926" y="18812"/>
                  </a:lnTo>
                  <a:close/>
                </a:path>
              </a:pathLst>
            </a:custGeom>
            <a:noFill/>
            <a:ln w="8472" cap="flat">
              <a:solidFill>
                <a:srgbClr val="01355A"/>
              </a:solidFill>
              <a:prstDash val="solid"/>
              <a:miter/>
            </a:ln>
          </p:spPr>
          <p:txBody>
            <a:bodyPr rtlCol="1" anchor="ctr"/>
            <a:lstStyle/>
            <a:p>
              <a:endParaRPr lang="ar-SA"/>
            </a:p>
          </p:txBody>
        </p:sp>
        <p:grpSp>
          <p:nvGrpSpPr>
            <p:cNvPr id="8661" name="رسم 8014">
              <a:extLst>
                <a:ext uri="{FF2B5EF4-FFF2-40B4-BE49-F238E27FC236}">
                  <a16:creationId xmlns:a16="http://schemas.microsoft.com/office/drawing/2014/main" id="{B467EEBC-DE83-908C-916C-E4D1296AA329}"/>
                </a:ext>
              </a:extLst>
            </p:cNvPr>
            <p:cNvGrpSpPr/>
            <p:nvPr/>
          </p:nvGrpSpPr>
          <p:grpSpPr>
            <a:xfrm>
              <a:off x="949675" y="2972666"/>
              <a:ext cx="36719" cy="101429"/>
              <a:chOff x="949675" y="2972666"/>
              <a:chExt cx="36719" cy="101429"/>
            </a:xfrm>
          </p:grpSpPr>
          <p:sp>
            <p:nvSpPr>
              <p:cNvPr id="8672" name="شكل حر: شكل 9631">
                <a:extLst>
                  <a:ext uri="{FF2B5EF4-FFF2-40B4-BE49-F238E27FC236}">
                    <a16:creationId xmlns:a16="http://schemas.microsoft.com/office/drawing/2014/main" id="{ED6B5F39-19F5-D946-7B8D-A204CC75F65E}"/>
                  </a:ext>
                </a:extLst>
              </p:cNvPr>
              <p:cNvSpPr/>
              <p:nvPr/>
            </p:nvSpPr>
            <p:spPr>
              <a:xfrm>
                <a:off x="949675" y="2972666"/>
                <a:ext cx="2824" cy="101429"/>
              </a:xfrm>
              <a:custGeom>
                <a:avLst/>
                <a:gdLst>
                  <a:gd name="connsiteX0" fmla="*/ 0 w 2824"/>
                  <a:gd name="connsiteY0" fmla="*/ 0 h 101429"/>
                  <a:gd name="connsiteX1" fmla="*/ 0 w 2824"/>
                  <a:gd name="connsiteY1" fmla="*/ 101429 h 101429"/>
                </a:gdLst>
                <a:ahLst/>
                <a:cxnLst>
                  <a:cxn ang="0">
                    <a:pos x="connsiteX0" y="connsiteY0"/>
                  </a:cxn>
                  <a:cxn ang="0">
                    <a:pos x="connsiteX1" y="connsiteY1"/>
                  </a:cxn>
                </a:cxnLst>
                <a:rect l="l" t="t" r="r" b="b"/>
                <a:pathLst>
                  <a:path w="2824" h="101429">
                    <a:moveTo>
                      <a:pt x="0" y="0"/>
                    </a:moveTo>
                    <a:lnTo>
                      <a:pt x="0" y="101429"/>
                    </a:lnTo>
                  </a:path>
                </a:pathLst>
              </a:custGeom>
              <a:ln w="8472" cap="flat">
                <a:solidFill>
                  <a:srgbClr val="01355A"/>
                </a:solidFill>
                <a:prstDash val="solid"/>
                <a:miter/>
              </a:ln>
            </p:spPr>
            <p:txBody>
              <a:bodyPr rtlCol="1" anchor="ctr"/>
              <a:lstStyle/>
              <a:p>
                <a:endParaRPr lang="ar-SA"/>
              </a:p>
            </p:txBody>
          </p:sp>
          <p:sp>
            <p:nvSpPr>
              <p:cNvPr id="8673" name="شكل حر: شكل 9632">
                <a:extLst>
                  <a:ext uri="{FF2B5EF4-FFF2-40B4-BE49-F238E27FC236}">
                    <a16:creationId xmlns:a16="http://schemas.microsoft.com/office/drawing/2014/main" id="{2D824175-77B0-9C82-F8E9-3B23F4630DF1}"/>
                  </a:ext>
                </a:extLst>
              </p:cNvPr>
              <p:cNvSpPr/>
              <p:nvPr/>
            </p:nvSpPr>
            <p:spPr>
              <a:xfrm>
                <a:off x="986394" y="2972666"/>
                <a:ext cx="2824" cy="101429"/>
              </a:xfrm>
              <a:custGeom>
                <a:avLst/>
                <a:gdLst>
                  <a:gd name="connsiteX0" fmla="*/ 0 w 2824"/>
                  <a:gd name="connsiteY0" fmla="*/ 0 h 101429"/>
                  <a:gd name="connsiteX1" fmla="*/ 0 w 2824"/>
                  <a:gd name="connsiteY1" fmla="*/ 101429 h 101429"/>
                </a:gdLst>
                <a:ahLst/>
                <a:cxnLst>
                  <a:cxn ang="0">
                    <a:pos x="connsiteX0" y="connsiteY0"/>
                  </a:cxn>
                  <a:cxn ang="0">
                    <a:pos x="connsiteX1" y="connsiteY1"/>
                  </a:cxn>
                </a:cxnLst>
                <a:rect l="l" t="t" r="r" b="b"/>
                <a:pathLst>
                  <a:path w="2824" h="101429">
                    <a:moveTo>
                      <a:pt x="0" y="0"/>
                    </a:moveTo>
                    <a:lnTo>
                      <a:pt x="0" y="101429"/>
                    </a:lnTo>
                  </a:path>
                </a:pathLst>
              </a:custGeom>
              <a:ln w="8472" cap="flat">
                <a:solidFill>
                  <a:srgbClr val="01355A"/>
                </a:solidFill>
                <a:prstDash val="solid"/>
                <a:miter/>
              </a:ln>
            </p:spPr>
            <p:txBody>
              <a:bodyPr rtlCol="1" anchor="ctr"/>
              <a:lstStyle/>
              <a:p>
                <a:endParaRPr lang="ar-SA"/>
              </a:p>
            </p:txBody>
          </p:sp>
        </p:grpSp>
        <p:sp>
          <p:nvSpPr>
            <p:cNvPr id="8662" name="شكل حر: شكل 9633">
              <a:extLst>
                <a:ext uri="{FF2B5EF4-FFF2-40B4-BE49-F238E27FC236}">
                  <a16:creationId xmlns:a16="http://schemas.microsoft.com/office/drawing/2014/main" id="{0C5240BA-75F1-335F-20A5-03790E11457A}"/>
                </a:ext>
              </a:extLst>
            </p:cNvPr>
            <p:cNvSpPr/>
            <p:nvPr/>
          </p:nvSpPr>
          <p:spPr>
            <a:xfrm>
              <a:off x="1072741" y="2972666"/>
              <a:ext cx="2824" cy="101429"/>
            </a:xfrm>
            <a:custGeom>
              <a:avLst/>
              <a:gdLst>
                <a:gd name="connsiteX0" fmla="*/ 0 w 2824"/>
                <a:gd name="connsiteY0" fmla="*/ 0 h 101429"/>
                <a:gd name="connsiteX1" fmla="*/ 0 w 2824"/>
                <a:gd name="connsiteY1" fmla="*/ 101429 h 101429"/>
              </a:gdLst>
              <a:ahLst/>
              <a:cxnLst>
                <a:cxn ang="0">
                  <a:pos x="connsiteX0" y="connsiteY0"/>
                </a:cxn>
                <a:cxn ang="0">
                  <a:pos x="connsiteX1" y="connsiteY1"/>
                </a:cxn>
              </a:cxnLst>
              <a:rect l="l" t="t" r="r" b="b"/>
              <a:pathLst>
                <a:path w="2824" h="101429">
                  <a:moveTo>
                    <a:pt x="0" y="0"/>
                  </a:moveTo>
                  <a:lnTo>
                    <a:pt x="0" y="101429"/>
                  </a:lnTo>
                </a:path>
              </a:pathLst>
            </a:custGeom>
            <a:ln w="8472" cap="flat">
              <a:solidFill>
                <a:srgbClr val="01355A"/>
              </a:solidFill>
              <a:prstDash val="solid"/>
              <a:miter/>
            </a:ln>
          </p:spPr>
          <p:txBody>
            <a:bodyPr rtlCol="1" anchor="ctr"/>
            <a:lstStyle/>
            <a:p>
              <a:endParaRPr lang="ar-SA"/>
            </a:p>
          </p:txBody>
        </p:sp>
        <p:sp>
          <p:nvSpPr>
            <p:cNvPr id="8663" name="شكل حر: شكل 9634">
              <a:extLst>
                <a:ext uri="{FF2B5EF4-FFF2-40B4-BE49-F238E27FC236}">
                  <a16:creationId xmlns:a16="http://schemas.microsoft.com/office/drawing/2014/main" id="{0B774A31-8028-343D-5289-99398F021E6A}"/>
                </a:ext>
              </a:extLst>
            </p:cNvPr>
            <p:cNvSpPr/>
            <p:nvPr/>
          </p:nvSpPr>
          <p:spPr>
            <a:xfrm>
              <a:off x="1109460" y="2972666"/>
              <a:ext cx="2824" cy="101429"/>
            </a:xfrm>
            <a:custGeom>
              <a:avLst/>
              <a:gdLst>
                <a:gd name="connsiteX0" fmla="*/ 0 w 2824"/>
                <a:gd name="connsiteY0" fmla="*/ 0 h 101429"/>
                <a:gd name="connsiteX1" fmla="*/ 0 w 2824"/>
                <a:gd name="connsiteY1" fmla="*/ 101429 h 101429"/>
              </a:gdLst>
              <a:ahLst/>
              <a:cxnLst>
                <a:cxn ang="0">
                  <a:pos x="connsiteX0" y="connsiteY0"/>
                </a:cxn>
                <a:cxn ang="0">
                  <a:pos x="connsiteX1" y="connsiteY1"/>
                </a:cxn>
              </a:cxnLst>
              <a:rect l="l" t="t" r="r" b="b"/>
              <a:pathLst>
                <a:path w="2824" h="101429">
                  <a:moveTo>
                    <a:pt x="0" y="0"/>
                  </a:moveTo>
                  <a:lnTo>
                    <a:pt x="0" y="101429"/>
                  </a:lnTo>
                </a:path>
              </a:pathLst>
            </a:custGeom>
            <a:ln w="8472" cap="flat">
              <a:solidFill>
                <a:srgbClr val="01355A"/>
              </a:solidFill>
              <a:prstDash val="solid"/>
              <a:miter/>
            </a:ln>
          </p:spPr>
          <p:txBody>
            <a:bodyPr rtlCol="1" anchor="ctr"/>
            <a:lstStyle/>
            <a:p>
              <a:endParaRPr lang="ar-SA"/>
            </a:p>
          </p:txBody>
        </p:sp>
        <p:sp>
          <p:nvSpPr>
            <p:cNvPr id="8664" name="شكل حر: شكل 9635">
              <a:extLst>
                <a:ext uri="{FF2B5EF4-FFF2-40B4-BE49-F238E27FC236}">
                  <a16:creationId xmlns:a16="http://schemas.microsoft.com/office/drawing/2014/main" id="{ECD4D0A1-F5A1-1A8A-7FA2-AFD025689F33}"/>
                </a:ext>
              </a:extLst>
            </p:cNvPr>
            <p:cNvSpPr/>
            <p:nvPr/>
          </p:nvSpPr>
          <p:spPr>
            <a:xfrm>
              <a:off x="1195806" y="2972666"/>
              <a:ext cx="2824" cy="61801"/>
            </a:xfrm>
            <a:custGeom>
              <a:avLst/>
              <a:gdLst>
                <a:gd name="connsiteX0" fmla="*/ 0 w 2824"/>
                <a:gd name="connsiteY0" fmla="*/ 0 h 61801"/>
                <a:gd name="connsiteX1" fmla="*/ 0 w 2824"/>
                <a:gd name="connsiteY1" fmla="*/ 61801 h 61801"/>
              </a:gdLst>
              <a:ahLst/>
              <a:cxnLst>
                <a:cxn ang="0">
                  <a:pos x="connsiteX0" y="connsiteY0"/>
                </a:cxn>
                <a:cxn ang="0">
                  <a:pos x="connsiteX1" y="connsiteY1"/>
                </a:cxn>
              </a:cxnLst>
              <a:rect l="l" t="t" r="r" b="b"/>
              <a:pathLst>
                <a:path w="2824" h="61801">
                  <a:moveTo>
                    <a:pt x="0" y="0"/>
                  </a:moveTo>
                  <a:lnTo>
                    <a:pt x="0" y="61801"/>
                  </a:lnTo>
                </a:path>
              </a:pathLst>
            </a:custGeom>
            <a:ln w="8472" cap="flat">
              <a:solidFill>
                <a:srgbClr val="01355A"/>
              </a:solidFill>
              <a:prstDash val="solid"/>
              <a:miter/>
            </a:ln>
          </p:spPr>
          <p:txBody>
            <a:bodyPr rtlCol="1" anchor="ctr"/>
            <a:lstStyle/>
            <a:p>
              <a:endParaRPr lang="ar-SA"/>
            </a:p>
          </p:txBody>
        </p:sp>
        <p:sp>
          <p:nvSpPr>
            <p:cNvPr id="8665" name="شكل حر: شكل 9636">
              <a:extLst>
                <a:ext uri="{FF2B5EF4-FFF2-40B4-BE49-F238E27FC236}">
                  <a16:creationId xmlns:a16="http://schemas.microsoft.com/office/drawing/2014/main" id="{AE59EBBA-B4F8-0560-49F4-E1B1FF773404}"/>
                </a:ext>
              </a:extLst>
            </p:cNvPr>
            <p:cNvSpPr/>
            <p:nvPr/>
          </p:nvSpPr>
          <p:spPr>
            <a:xfrm>
              <a:off x="1232525" y="2972666"/>
              <a:ext cx="2824" cy="64992"/>
            </a:xfrm>
            <a:custGeom>
              <a:avLst/>
              <a:gdLst>
                <a:gd name="connsiteX0" fmla="*/ 0 w 2824"/>
                <a:gd name="connsiteY0" fmla="*/ 0 h 64992"/>
                <a:gd name="connsiteX1" fmla="*/ 0 w 2824"/>
                <a:gd name="connsiteY1" fmla="*/ 64993 h 64992"/>
              </a:gdLst>
              <a:ahLst/>
              <a:cxnLst>
                <a:cxn ang="0">
                  <a:pos x="connsiteX0" y="connsiteY0"/>
                </a:cxn>
                <a:cxn ang="0">
                  <a:pos x="connsiteX1" y="connsiteY1"/>
                </a:cxn>
              </a:cxnLst>
              <a:rect l="l" t="t" r="r" b="b"/>
              <a:pathLst>
                <a:path w="2824" h="64992">
                  <a:moveTo>
                    <a:pt x="0" y="0"/>
                  </a:moveTo>
                  <a:lnTo>
                    <a:pt x="0" y="64993"/>
                  </a:lnTo>
                </a:path>
              </a:pathLst>
            </a:custGeom>
            <a:ln w="8472" cap="flat">
              <a:solidFill>
                <a:srgbClr val="01355A"/>
              </a:solidFill>
              <a:prstDash val="solid"/>
              <a:miter/>
            </a:ln>
          </p:spPr>
          <p:txBody>
            <a:bodyPr rtlCol="1" anchor="ctr"/>
            <a:lstStyle/>
            <a:p>
              <a:endParaRPr lang="ar-SA"/>
            </a:p>
          </p:txBody>
        </p:sp>
        <p:sp>
          <p:nvSpPr>
            <p:cNvPr id="8666" name="شكل حر: شكل 9637">
              <a:extLst>
                <a:ext uri="{FF2B5EF4-FFF2-40B4-BE49-F238E27FC236}">
                  <a16:creationId xmlns:a16="http://schemas.microsoft.com/office/drawing/2014/main" id="{0D42A807-941D-C8EE-ADAC-4400DA5FE33A}"/>
                </a:ext>
              </a:extLst>
            </p:cNvPr>
            <p:cNvSpPr/>
            <p:nvPr/>
          </p:nvSpPr>
          <p:spPr>
            <a:xfrm>
              <a:off x="914651" y="3130529"/>
              <a:ext cx="231386" cy="24008"/>
            </a:xfrm>
            <a:custGeom>
              <a:avLst/>
              <a:gdLst>
                <a:gd name="connsiteX0" fmla="*/ 231387 w 231386"/>
                <a:gd name="connsiteY0" fmla="*/ 24009 h 24008"/>
                <a:gd name="connsiteX1" fmla="*/ 0 w 231386"/>
                <a:gd name="connsiteY1" fmla="*/ 24009 h 24008"/>
                <a:gd name="connsiteX2" fmla="*/ 0 w 231386"/>
                <a:gd name="connsiteY2" fmla="*/ 23500 h 24008"/>
                <a:gd name="connsiteX3" fmla="*/ 23500 w 231386"/>
                <a:gd name="connsiteY3" fmla="*/ 0 h 24008"/>
                <a:gd name="connsiteX4" fmla="*/ 218535 w 231386"/>
                <a:gd name="connsiteY4" fmla="*/ 0 h 240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386" h="24008">
                  <a:moveTo>
                    <a:pt x="231387" y="24009"/>
                  </a:moveTo>
                  <a:lnTo>
                    <a:pt x="0" y="24009"/>
                  </a:lnTo>
                  <a:lnTo>
                    <a:pt x="0" y="23500"/>
                  </a:lnTo>
                  <a:cubicBezTo>
                    <a:pt x="0" y="10536"/>
                    <a:pt x="10507" y="0"/>
                    <a:pt x="23500" y="0"/>
                  </a:cubicBezTo>
                  <a:lnTo>
                    <a:pt x="218535" y="0"/>
                  </a:lnTo>
                </a:path>
              </a:pathLst>
            </a:custGeom>
            <a:noFill/>
            <a:ln w="8472" cap="flat">
              <a:solidFill>
                <a:srgbClr val="01355A"/>
              </a:solidFill>
              <a:prstDash val="solid"/>
              <a:miter/>
            </a:ln>
          </p:spPr>
          <p:txBody>
            <a:bodyPr rtlCol="1" anchor="ctr"/>
            <a:lstStyle/>
            <a:p>
              <a:endParaRPr lang="ar-SA"/>
            </a:p>
          </p:txBody>
        </p:sp>
        <p:grpSp>
          <p:nvGrpSpPr>
            <p:cNvPr id="8667" name="رسم 8014">
              <a:extLst>
                <a:ext uri="{FF2B5EF4-FFF2-40B4-BE49-F238E27FC236}">
                  <a16:creationId xmlns:a16="http://schemas.microsoft.com/office/drawing/2014/main" id="{982D96B2-F764-239B-FD01-00D3FC690643}"/>
                </a:ext>
              </a:extLst>
            </p:cNvPr>
            <p:cNvGrpSpPr/>
            <p:nvPr/>
          </p:nvGrpSpPr>
          <p:grpSpPr>
            <a:xfrm>
              <a:off x="1180243" y="3084348"/>
              <a:ext cx="60614" cy="54965"/>
              <a:chOff x="1180243" y="3084348"/>
              <a:chExt cx="60614" cy="54965"/>
            </a:xfrm>
            <a:noFill/>
          </p:grpSpPr>
          <p:sp>
            <p:nvSpPr>
              <p:cNvPr id="8669" name="شكل حر: شكل 9639">
                <a:extLst>
                  <a:ext uri="{FF2B5EF4-FFF2-40B4-BE49-F238E27FC236}">
                    <a16:creationId xmlns:a16="http://schemas.microsoft.com/office/drawing/2014/main" id="{09E02498-03D7-3E6B-C0DC-9DDA170C4A44}"/>
                  </a:ext>
                </a:extLst>
              </p:cNvPr>
              <p:cNvSpPr/>
              <p:nvPr/>
            </p:nvSpPr>
            <p:spPr>
              <a:xfrm>
                <a:off x="1195128" y="3084377"/>
                <a:ext cx="30166" cy="54937"/>
              </a:xfrm>
              <a:custGeom>
                <a:avLst/>
                <a:gdLst>
                  <a:gd name="connsiteX0" fmla="*/ 0 w 30166"/>
                  <a:gd name="connsiteY0" fmla="*/ 54937 h 54937"/>
                  <a:gd name="connsiteX1" fmla="*/ 30166 w 30166"/>
                  <a:gd name="connsiteY1" fmla="*/ 0 h 54937"/>
                </a:gdLst>
                <a:ahLst/>
                <a:cxnLst>
                  <a:cxn ang="0">
                    <a:pos x="connsiteX0" y="connsiteY0"/>
                  </a:cxn>
                  <a:cxn ang="0">
                    <a:pos x="connsiteX1" y="connsiteY1"/>
                  </a:cxn>
                </a:cxnLst>
                <a:rect l="l" t="t" r="r" b="b"/>
                <a:pathLst>
                  <a:path w="30166" h="54937">
                    <a:moveTo>
                      <a:pt x="0" y="54937"/>
                    </a:moveTo>
                    <a:lnTo>
                      <a:pt x="30166" y="0"/>
                    </a:lnTo>
                  </a:path>
                </a:pathLst>
              </a:custGeom>
              <a:ln w="8472" cap="flat">
                <a:solidFill>
                  <a:srgbClr val="17A3A3"/>
                </a:solidFill>
                <a:prstDash val="solid"/>
                <a:miter/>
              </a:ln>
            </p:spPr>
            <p:txBody>
              <a:bodyPr rtlCol="1" anchor="ctr"/>
              <a:lstStyle/>
              <a:p>
                <a:endParaRPr lang="ar-SA"/>
              </a:p>
            </p:txBody>
          </p:sp>
          <p:sp>
            <p:nvSpPr>
              <p:cNvPr id="8670" name="شكل حر: شكل 9640">
                <a:extLst>
                  <a:ext uri="{FF2B5EF4-FFF2-40B4-BE49-F238E27FC236}">
                    <a16:creationId xmlns:a16="http://schemas.microsoft.com/office/drawing/2014/main" id="{F844D706-0257-65D9-32B2-C9279DC453CF}"/>
                  </a:ext>
                </a:extLst>
              </p:cNvPr>
              <p:cNvSpPr/>
              <p:nvPr/>
            </p:nvSpPr>
            <p:spPr>
              <a:xfrm>
                <a:off x="1221312" y="3113017"/>
                <a:ext cx="19545" cy="26296"/>
              </a:xfrm>
              <a:custGeom>
                <a:avLst/>
                <a:gdLst>
                  <a:gd name="connsiteX0" fmla="*/ 9773 w 19545"/>
                  <a:gd name="connsiteY0" fmla="*/ 0 h 26296"/>
                  <a:gd name="connsiteX1" fmla="*/ 19546 w 19545"/>
                  <a:gd name="connsiteY1" fmla="*/ 9773 h 26296"/>
                  <a:gd name="connsiteX2" fmla="*/ 19546 w 19545"/>
                  <a:gd name="connsiteY2" fmla="*/ 16524 h 26296"/>
                  <a:gd name="connsiteX3" fmla="*/ 9773 w 19545"/>
                  <a:gd name="connsiteY3" fmla="*/ 26296 h 26296"/>
                  <a:gd name="connsiteX4" fmla="*/ 9773 w 19545"/>
                  <a:gd name="connsiteY4" fmla="*/ 26296 h 26296"/>
                  <a:gd name="connsiteX5" fmla="*/ 0 w 19545"/>
                  <a:gd name="connsiteY5" fmla="*/ 16524 h 26296"/>
                  <a:gd name="connsiteX6" fmla="*/ 0 w 19545"/>
                  <a:gd name="connsiteY6" fmla="*/ 9773 h 26296"/>
                  <a:gd name="connsiteX7" fmla="*/ 9773 w 19545"/>
                  <a:gd name="connsiteY7" fmla="*/ 0 h 26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545" h="26296">
                    <a:moveTo>
                      <a:pt x="9773" y="0"/>
                    </a:moveTo>
                    <a:cubicBezTo>
                      <a:pt x="15170" y="0"/>
                      <a:pt x="19546" y="4375"/>
                      <a:pt x="19546" y="9773"/>
                    </a:cubicBezTo>
                    <a:lnTo>
                      <a:pt x="19546" y="16524"/>
                    </a:lnTo>
                    <a:cubicBezTo>
                      <a:pt x="19546" y="21921"/>
                      <a:pt x="15170" y="26296"/>
                      <a:pt x="9773" y="26296"/>
                    </a:cubicBezTo>
                    <a:lnTo>
                      <a:pt x="9773" y="26296"/>
                    </a:lnTo>
                    <a:cubicBezTo>
                      <a:pt x="4375" y="26296"/>
                      <a:pt x="0" y="21921"/>
                      <a:pt x="0" y="16524"/>
                    </a:cubicBezTo>
                    <a:lnTo>
                      <a:pt x="0" y="9773"/>
                    </a:lnTo>
                    <a:cubicBezTo>
                      <a:pt x="0" y="4375"/>
                      <a:pt x="4375" y="0"/>
                      <a:pt x="9773" y="0"/>
                    </a:cubicBezTo>
                    <a:close/>
                  </a:path>
                </a:pathLst>
              </a:custGeom>
              <a:noFill/>
              <a:ln w="8472" cap="flat">
                <a:solidFill>
                  <a:srgbClr val="17A3A3"/>
                </a:solidFill>
                <a:prstDash val="solid"/>
                <a:miter/>
              </a:ln>
            </p:spPr>
            <p:txBody>
              <a:bodyPr rtlCol="1" anchor="ctr"/>
              <a:lstStyle/>
              <a:p>
                <a:endParaRPr lang="ar-SA"/>
              </a:p>
            </p:txBody>
          </p:sp>
          <p:sp>
            <p:nvSpPr>
              <p:cNvPr id="8671" name="شكل حر: شكل 9641">
                <a:extLst>
                  <a:ext uri="{FF2B5EF4-FFF2-40B4-BE49-F238E27FC236}">
                    <a16:creationId xmlns:a16="http://schemas.microsoft.com/office/drawing/2014/main" id="{4927EE3C-9B71-7EAD-7D77-792484312E86}"/>
                  </a:ext>
                </a:extLst>
              </p:cNvPr>
              <p:cNvSpPr/>
              <p:nvPr/>
            </p:nvSpPr>
            <p:spPr>
              <a:xfrm>
                <a:off x="1180243" y="3084348"/>
                <a:ext cx="19545" cy="26324"/>
              </a:xfrm>
              <a:custGeom>
                <a:avLst/>
                <a:gdLst>
                  <a:gd name="connsiteX0" fmla="*/ 9773 w 19545"/>
                  <a:gd name="connsiteY0" fmla="*/ 26325 h 26324"/>
                  <a:gd name="connsiteX1" fmla="*/ 9773 w 19545"/>
                  <a:gd name="connsiteY1" fmla="*/ 26325 h 26324"/>
                  <a:gd name="connsiteX2" fmla="*/ 0 w 19545"/>
                  <a:gd name="connsiteY2" fmla="*/ 16552 h 26324"/>
                  <a:gd name="connsiteX3" fmla="*/ 0 w 19545"/>
                  <a:gd name="connsiteY3" fmla="*/ 9773 h 26324"/>
                  <a:gd name="connsiteX4" fmla="*/ 9773 w 19545"/>
                  <a:gd name="connsiteY4" fmla="*/ 0 h 26324"/>
                  <a:gd name="connsiteX5" fmla="*/ 9773 w 19545"/>
                  <a:gd name="connsiteY5" fmla="*/ 0 h 26324"/>
                  <a:gd name="connsiteX6" fmla="*/ 19546 w 19545"/>
                  <a:gd name="connsiteY6" fmla="*/ 9773 h 26324"/>
                  <a:gd name="connsiteX7" fmla="*/ 19546 w 19545"/>
                  <a:gd name="connsiteY7" fmla="*/ 16552 h 26324"/>
                  <a:gd name="connsiteX8" fmla="*/ 9773 w 19545"/>
                  <a:gd name="connsiteY8" fmla="*/ 26325 h 26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545" h="26324">
                    <a:moveTo>
                      <a:pt x="9773" y="26325"/>
                    </a:moveTo>
                    <a:lnTo>
                      <a:pt x="9773" y="26325"/>
                    </a:lnTo>
                    <a:cubicBezTo>
                      <a:pt x="4378" y="26325"/>
                      <a:pt x="0" y="21947"/>
                      <a:pt x="0" y="16552"/>
                    </a:cubicBezTo>
                    <a:lnTo>
                      <a:pt x="0" y="9773"/>
                    </a:lnTo>
                    <a:cubicBezTo>
                      <a:pt x="0" y="4378"/>
                      <a:pt x="4378" y="0"/>
                      <a:pt x="9773" y="0"/>
                    </a:cubicBezTo>
                    <a:lnTo>
                      <a:pt x="9773" y="0"/>
                    </a:lnTo>
                    <a:cubicBezTo>
                      <a:pt x="15168" y="0"/>
                      <a:pt x="19546" y="4378"/>
                      <a:pt x="19546" y="9773"/>
                    </a:cubicBezTo>
                    <a:lnTo>
                      <a:pt x="19546" y="16552"/>
                    </a:lnTo>
                    <a:cubicBezTo>
                      <a:pt x="19546" y="21947"/>
                      <a:pt x="15168" y="26325"/>
                      <a:pt x="9773" y="26325"/>
                    </a:cubicBezTo>
                    <a:close/>
                  </a:path>
                </a:pathLst>
              </a:custGeom>
              <a:noFill/>
              <a:ln w="8472" cap="flat">
                <a:solidFill>
                  <a:srgbClr val="17A3A3"/>
                </a:solidFill>
                <a:prstDash val="solid"/>
                <a:miter/>
              </a:ln>
            </p:spPr>
            <p:txBody>
              <a:bodyPr rtlCol="1" anchor="ctr"/>
              <a:lstStyle/>
              <a:p>
                <a:endParaRPr lang="ar-SA"/>
              </a:p>
            </p:txBody>
          </p:sp>
        </p:grpSp>
        <p:sp>
          <p:nvSpPr>
            <p:cNvPr id="8668" name="شكل حر: شكل 9642">
              <a:extLst>
                <a:ext uri="{FF2B5EF4-FFF2-40B4-BE49-F238E27FC236}">
                  <a16:creationId xmlns:a16="http://schemas.microsoft.com/office/drawing/2014/main" id="{8FE3CBA2-7258-0EB6-3C2D-4C8A45DA9B88}"/>
                </a:ext>
              </a:extLst>
            </p:cNvPr>
            <p:cNvSpPr/>
            <p:nvPr/>
          </p:nvSpPr>
          <p:spPr>
            <a:xfrm rot="-4610400">
              <a:off x="1150089" y="3051400"/>
              <a:ext cx="120890" cy="120890"/>
            </a:xfrm>
            <a:custGeom>
              <a:avLst/>
              <a:gdLst>
                <a:gd name="connsiteX0" fmla="*/ 120891 w 120890"/>
                <a:gd name="connsiteY0" fmla="*/ 60445 h 120890"/>
                <a:gd name="connsiteX1" fmla="*/ 60445 w 120890"/>
                <a:gd name="connsiteY1" fmla="*/ 120891 h 120890"/>
                <a:gd name="connsiteX2" fmla="*/ 0 w 120890"/>
                <a:gd name="connsiteY2" fmla="*/ 60445 h 120890"/>
                <a:gd name="connsiteX3" fmla="*/ 60445 w 120890"/>
                <a:gd name="connsiteY3" fmla="*/ 0 h 120890"/>
                <a:gd name="connsiteX4" fmla="*/ 120891 w 120890"/>
                <a:gd name="connsiteY4" fmla="*/ 60445 h 120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890" h="120890">
                  <a:moveTo>
                    <a:pt x="120891" y="60445"/>
                  </a:moveTo>
                  <a:cubicBezTo>
                    <a:pt x="120891" y="93828"/>
                    <a:pt x="93828" y="120891"/>
                    <a:pt x="60445" y="120891"/>
                  </a:cubicBezTo>
                  <a:cubicBezTo>
                    <a:pt x="27062" y="120891"/>
                    <a:pt x="0" y="93828"/>
                    <a:pt x="0" y="60445"/>
                  </a:cubicBezTo>
                  <a:cubicBezTo>
                    <a:pt x="0" y="27062"/>
                    <a:pt x="27062" y="0"/>
                    <a:pt x="60445" y="0"/>
                  </a:cubicBezTo>
                  <a:cubicBezTo>
                    <a:pt x="93828" y="0"/>
                    <a:pt x="120891" y="27062"/>
                    <a:pt x="120891" y="60445"/>
                  </a:cubicBezTo>
                  <a:close/>
                </a:path>
              </a:pathLst>
            </a:custGeom>
            <a:noFill/>
            <a:ln w="8472" cap="flat">
              <a:solidFill>
                <a:srgbClr val="17A3A3"/>
              </a:solidFill>
              <a:prstDash val="solid"/>
              <a:miter/>
            </a:ln>
          </p:spPr>
          <p:txBody>
            <a:bodyPr rtlCol="1" anchor="ctr"/>
            <a:lstStyle/>
            <a:p>
              <a:endParaRPr lang="ar-SA"/>
            </a:p>
          </p:txBody>
        </p:sp>
      </p:grpSp>
      <p:grpSp>
        <p:nvGrpSpPr>
          <p:cNvPr id="8674" name="رسم 8014">
            <a:extLst>
              <a:ext uri="{FF2B5EF4-FFF2-40B4-BE49-F238E27FC236}">
                <a16:creationId xmlns:a16="http://schemas.microsoft.com/office/drawing/2014/main" id="{F065B2B0-26B8-6BE2-2CB2-A7A47DC13194}"/>
              </a:ext>
            </a:extLst>
          </p:cNvPr>
          <p:cNvGrpSpPr/>
          <p:nvPr/>
        </p:nvGrpSpPr>
        <p:grpSpPr>
          <a:xfrm>
            <a:off x="5469083" y="4880494"/>
            <a:ext cx="284345" cy="277662"/>
            <a:chOff x="5618623" y="4376635"/>
            <a:chExt cx="339877" cy="352277"/>
          </a:xfrm>
          <a:noFill/>
        </p:grpSpPr>
        <p:grpSp>
          <p:nvGrpSpPr>
            <p:cNvPr id="8675" name="رسم 8014">
              <a:extLst>
                <a:ext uri="{FF2B5EF4-FFF2-40B4-BE49-F238E27FC236}">
                  <a16:creationId xmlns:a16="http://schemas.microsoft.com/office/drawing/2014/main" id="{730925A0-0F62-ACA4-DDC1-CB62EA08F9C5}"/>
                </a:ext>
              </a:extLst>
            </p:cNvPr>
            <p:cNvGrpSpPr/>
            <p:nvPr/>
          </p:nvGrpSpPr>
          <p:grpSpPr>
            <a:xfrm>
              <a:off x="5767222" y="4544102"/>
              <a:ext cx="42650" cy="109225"/>
              <a:chOff x="5767222" y="4544102"/>
              <a:chExt cx="42650" cy="109225"/>
            </a:xfrm>
            <a:noFill/>
          </p:grpSpPr>
          <p:sp>
            <p:nvSpPr>
              <p:cNvPr id="8701" name="شكل حر: شكل 9645">
                <a:extLst>
                  <a:ext uri="{FF2B5EF4-FFF2-40B4-BE49-F238E27FC236}">
                    <a16:creationId xmlns:a16="http://schemas.microsoft.com/office/drawing/2014/main" id="{FB8F39A7-5407-1AEA-7C9E-C86D9ABA3777}"/>
                  </a:ext>
                </a:extLst>
              </p:cNvPr>
              <p:cNvSpPr/>
              <p:nvPr/>
            </p:nvSpPr>
            <p:spPr>
              <a:xfrm>
                <a:off x="5767222" y="4555994"/>
                <a:ext cx="42650" cy="85301"/>
              </a:xfrm>
              <a:custGeom>
                <a:avLst/>
                <a:gdLst>
                  <a:gd name="connsiteX0" fmla="*/ 0 w 42650"/>
                  <a:gd name="connsiteY0" fmla="*/ 63976 h 85301"/>
                  <a:gd name="connsiteX1" fmla="*/ 21325 w 42650"/>
                  <a:gd name="connsiteY1" fmla="*/ 85301 h 85301"/>
                  <a:gd name="connsiteX2" fmla="*/ 42651 w 42650"/>
                  <a:gd name="connsiteY2" fmla="*/ 63976 h 85301"/>
                  <a:gd name="connsiteX3" fmla="*/ 21325 w 42650"/>
                  <a:gd name="connsiteY3" fmla="*/ 42651 h 85301"/>
                  <a:gd name="connsiteX4" fmla="*/ 0 w 42650"/>
                  <a:gd name="connsiteY4" fmla="*/ 21325 h 85301"/>
                  <a:gd name="connsiteX5" fmla="*/ 21325 w 42650"/>
                  <a:gd name="connsiteY5" fmla="*/ 0 h 85301"/>
                  <a:gd name="connsiteX6" fmla="*/ 42651 w 42650"/>
                  <a:gd name="connsiteY6" fmla="*/ 21325 h 85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650" h="85301">
                    <a:moveTo>
                      <a:pt x="0" y="63976"/>
                    </a:moveTo>
                    <a:cubicBezTo>
                      <a:pt x="0" y="75754"/>
                      <a:pt x="9547" y="85301"/>
                      <a:pt x="21325" y="85301"/>
                    </a:cubicBezTo>
                    <a:cubicBezTo>
                      <a:pt x="33104" y="85301"/>
                      <a:pt x="42651" y="75754"/>
                      <a:pt x="42651" y="63976"/>
                    </a:cubicBezTo>
                    <a:cubicBezTo>
                      <a:pt x="42651" y="52198"/>
                      <a:pt x="33895" y="46746"/>
                      <a:pt x="21325" y="42651"/>
                    </a:cubicBezTo>
                    <a:cubicBezTo>
                      <a:pt x="10140" y="39007"/>
                      <a:pt x="0" y="33104"/>
                      <a:pt x="0" y="21325"/>
                    </a:cubicBezTo>
                    <a:cubicBezTo>
                      <a:pt x="0" y="9547"/>
                      <a:pt x="9547" y="0"/>
                      <a:pt x="21325" y="0"/>
                    </a:cubicBezTo>
                    <a:cubicBezTo>
                      <a:pt x="33104" y="0"/>
                      <a:pt x="42651" y="9547"/>
                      <a:pt x="42651" y="21325"/>
                    </a:cubicBezTo>
                  </a:path>
                </a:pathLst>
              </a:custGeom>
              <a:noFill/>
              <a:ln w="8472" cap="flat">
                <a:solidFill>
                  <a:srgbClr val="17A3A3"/>
                </a:solidFill>
                <a:prstDash val="solid"/>
                <a:miter/>
              </a:ln>
            </p:spPr>
            <p:txBody>
              <a:bodyPr rtlCol="1" anchor="ctr"/>
              <a:lstStyle/>
              <a:p>
                <a:endParaRPr lang="ar-SA"/>
              </a:p>
            </p:txBody>
          </p:sp>
          <p:sp>
            <p:nvSpPr>
              <p:cNvPr id="8702" name="شكل حر: شكل 9646">
                <a:extLst>
                  <a:ext uri="{FF2B5EF4-FFF2-40B4-BE49-F238E27FC236}">
                    <a16:creationId xmlns:a16="http://schemas.microsoft.com/office/drawing/2014/main" id="{6736FE2D-068B-5C59-AC9D-0691F7B60B9C}"/>
                  </a:ext>
                </a:extLst>
              </p:cNvPr>
              <p:cNvSpPr/>
              <p:nvPr/>
            </p:nvSpPr>
            <p:spPr>
              <a:xfrm>
                <a:off x="5788548" y="4544102"/>
                <a:ext cx="2824" cy="12032"/>
              </a:xfrm>
              <a:custGeom>
                <a:avLst/>
                <a:gdLst>
                  <a:gd name="connsiteX0" fmla="*/ 0 w 2824"/>
                  <a:gd name="connsiteY0" fmla="*/ 0 h 12032"/>
                  <a:gd name="connsiteX1" fmla="*/ 0 w 2824"/>
                  <a:gd name="connsiteY1" fmla="*/ 12033 h 12032"/>
                </a:gdLst>
                <a:ahLst/>
                <a:cxnLst>
                  <a:cxn ang="0">
                    <a:pos x="connsiteX0" y="connsiteY0"/>
                  </a:cxn>
                  <a:cxn ang="0">
                    <a:pos x="connsiteX1" y="connsiteY1"/>
                  </a:cxn>
                </a:cxnLst>
                <a:rect l="l" t="t" r="r" b="b"/>
                <a:pathLst>
                  <a:path w="2824" h="12032">
                    <a:moveTo>
                      <a:pt x="0" y="0"/>
                    </a:moveTo>
                    <a:lnTo>
                      <a:pt x="0" y="12033"/>
                    </a:lnTo>
                  </a:path>
                </a:pathLst>
              </a:custGeom>
              <a:ln w="8472" cap="flat">
                <a:solidFill>
                  <a:srgbClr val="17A3A3"/>
                </a:solidFill>
                <a:prstDash val="solid"/>
                <a:miter/>
              </a:ln>
            </p:spPr>
            <p:txBody>
              <a:bodyPr rtlCol="1" anchor="ctr"/>
              <a:lstStyle/>
              <a:p>
                <a:endParaRPr lang="ar-SA"/>
              </a:p>
            </p:txBody>
          </p:sp>
          <p:sp>
            <p:nvSpPr>
              <p:cNvPr id="8703" name="شكل حر: شكل 9647">
                <a:extLst>
                  <a:ext uri="{FF2B5EF4-FFF2-40B4-BE49-F238E27FC236}">
                    <a16:creationId xmlns:a16="http://schemas.microsoft.com/office/drawing/2014/main" id="{CD3AAAA7-49C9-21FA-4B3A-314EDA21C8A9}"/>
                  </a:ext>
                </a:extLst>
              </p:cNvPr>
              <p:cNvSpPr/>
              <p:nvPr/>
            </p:nvSpPr>
            <p:spPr>
              <a:xfrm>
                <a:off x="5788548" y="4641295"/>
                <a:ext cx="2824" cy="12032"/>
              </a:xfrm>
              <a:custGeom>
                <a:avLst/>
                <a:gdLst>
                  <a:gd name="connsiteX0" fmla="*/ 0 w 2824"/>
                  <a:gd name="connsiteY0" fmla="*/ 0 h 12032"/>
                  <a:gd name="connsiteX1" fmla="*/ 0 w 2824"/>
                  <a:gd name="connsiteY1" fmla="*/ 12032 h 12032"/>
                </a:gdLst>
                <a:ahLst/>
                <a:cxnLst>
                  <a:cxn ang="0">
                    <a:pos x="connsiteX0" y="connsiteY0"/>
                  </a:cxn>
                  <a:cxn ang="0">
                    <a:pos x="connsiteX1" y="connsiteY1"/>
                  </a:cxn>
                </a:cxnLst>
                <a:rect l="l" t="t" r="r" b="b"/>
                <a:pathLst>
                  <a:path w="2824" h="12032">
                    <a:moveTo>
                      <a:pt x="0" y="0"/>
                    </a:moveTo>
                    <a:lnTo>
                      <a:pt x="0" y="12032"/>
                    </a:lnTo>
                  </a:path>
                </a:pathLst>
              </a:custGeom>
              <a:ln w="8472" cap="flat">
                <a:solidFill>
                  <a:srgbClr val="17A3A3"/>
                </a:solidFill>
                <a:prstDash val="solid"/>
                <a:miter/>
              </a:ln>
            </p:spPr>
            <p:txBody>
              <a:bodyPr rtlCol="1" anchor="ctr"/>
              <a:lstStyle/>
              <a:p>
                <a:endParaRPr lang="ar-SA"/>
              </a:p>
            </p:txBody>
          </p:sp>
        </p:grpSp>
        <p:grpSp>
          <p:nvGrpSpPr>
            <p:cNvPr id="8676" name="رسم 8014">
              <a:extLst>
                <a:ext uri="{FF2B5EF4-FFF2-40B4-BE49-F238E27FC236}">
                  <a16:creationId xmlns:a16="http://schemas.microsoft.com/office/drawing/2014/main" id="{2AC024B8-3C88-8BED-B114-C44E16D30801}"/>
                </a:ext>
              </a:extLst>
            </p:cNvPr>
            <p:cNvGrpSpPr/>
            <p:nvPr/>
          </p:nvGrpSpPr>
          <p:grpSpPr>
            <a:xfrm>
              <a:off x="5655342" y="4511959"/>
              <a:ext cx="266411" cy="166845"/>
              <a:chOff x="5655342" y="4511959"/>
              <a:chExt cx="266411" cy="166845"/>
            </a:xfrm>
            <a:noFill/>
          </p:grpSpPr>
          <p:grpSp>
            <p:nvGrpSpPr>
              <p:cNvPr id="8681" name="رسم 8014">
                <a:extLst>
                  <a:ext uri="{FF2B5EF4-FFF2-40B4-BE49-F238E27FC236}">
                    <a16:creationId xmlns:a16="http://schemas.microsoft.com/office/drawing/2014/main" id="{7BC381F5-DD27-7792-F3EE-930EA5936972}"/>
                  </a:ext>
                </a:extLst>
              </p:cNvPr>
              <p:cNvGrpSpPr/>
              <p:nvPr/>
            </p:nvGrpSpPr>
            <p:grpSpPr>
              <a:xfrm>
                <a:off x="5655342" y="4511959"/>
                <a:ext cx="90413" cy="166845"/>
                <a:chOff x="5655342" y="4511959"/>
                <a:chExt cx="90413" cy="166845"/>
              </a:xfrm>
              <a:noFill/>
            </p:grpSpPr>
            <p:sp>
              <p:nvSpPr>
                <p:cNvPr id="8692" name="شكل حر: شكل 9650">
                  <a:extLst>
                    <a:ext uri="{FF2B5EF4-FFF2-40B4-BE49-F238E27FC236}">
                      <a16:creationId xmlns:a16="http://schemas.microsoft.com/office/drawing/2014/main" id="{EAD78869-A02A-95E5-797B-51B5F1703891}"/>
                    </a:ext>
                  </a:extLst>
                </p:cNvPr>
                <p:cNvSpPr/>
                <p:nvPr/>
              </p:nvSpPr>
              <p:spPr>
                <a:xfrm>
                  <a:off x="5677741" y="4572376"/>
                  <a:ext cx="2824" cy="106428"/>
                </a:xfrm>
                <a:custGeom>
                  <a:avLst/>
                  <a:gdLst>
                    <a:gd name="connsiteX0" fmla="*/ 0 w 2824"/>
                    <a:gd name="connsiteY0" fmla="*/ 0 h 106428"/>
                    <a:gd name="connsiteX1" fmla="*/ 0 w 2824"/>
                    <a:gd name="connsiteY1" fmla="*/ 106429 h 106428"/>
                  </a:gdLst>
                  <a:ahLst/>
                  <a:cxnLst>
                    <a:cxn ang="0">
                      <a:pos x="connsiteX0" y="connsiteY0"/>
                    </a:cxn>
                    <a:cxn ang="0">
                      <a:pos x="connsiteX1" y="connsiteY1"/>
                    </a:cxn>
                  </a:cxnLst>
                  <a:rect l="l" t="t" r="r" b="b"/>
                  <a:pathLst>
                    <a:path w="2824" h="106428">
                      <a:moveTo>
                        <a:pt x="0" y="0"/>
                      </a:moveTo>
                      <a:lnTo>
                        <a:pt x="0" y="106429"/>
                      </a:lnTo>
                    </a:path>
                  </a:pathLst>
                </a:custGeom>
                <a:ln w="8472" cap="flat">
                  <a:solidFill>
                    <a:srgbClr val="17A3A3"/>
                  </a:solidFill>
                  <a:prstDash val="solid"/>
                  <a:miter/>
                </a:ln>
              </p:spPr>
              <p:txBody>
                <a:bodyPr rtlCol="1" anchor="ctr"/>
                <a:lstStyle/>
                <a:p>
                  <a:endParaRPr lang="ar-SA"/>
                </a:p>
              </p:txBody>
            </p:sp>
            <p:sp>
              <p:nvSpPr>
                <p:cNvPr id="8693" name="شكل حر: شكل 9651">
                  <a:extLst>
                    <a:ext uri="{FF2B5EF4-FFF2-40B4-BE49-F238E27FC236}">
                      <a16:creationId xmlns:a16="http://schemas.microsoft.com/office/drawing/2014/main" id="{5F0F6621-06D9-DC18-96F7-8CFCFCD3AF30}"/>
                    </a:ext>
                  </a:extLst>
                </p:cNvPr>
                <p:cNvSpPr/>
                <p:nvPr/>
              </p:nvSpPr>
              <p:spPr>
                <a:xfrm>
                  <a:off x="5700563" y="4613445"/>
                  <a:ext cx="2824" cy="65360"/>
                </a:xfrm>
                <a:custGeom>
                  <a:avLst/>
                  <a:gdLst>
                    <a:gd name="connsiteX0" fmla="*/ 0 w 2824"/>
                    <a:gd name="connsiteY0" fmla="*/ 65360 h 65360"/>
                    <a:gd name="connsiteX1" fmla="*/ 0 w 2824"/>
                    <a:gd name="connsiteY1" fmla="*/ 0 h 65360"/>
                  </a:gdLst>
                  <a:ahLst/>
                  <a:cxnLst>
                    <a:cxn ang="0">
                      <a:pos x="connsiteX0" y="connsiteY0"/>
                    </a:cxn>
                    <a:cxn ang="0">
                      <a:pos x="connsiteX1" y="connsiteY1"/>
                    </a:cxn>
                  </a:cxnLst>
                  <a:rect l="l" t="t" r="r" b="b"/>
                  <a:pathLst>
                    <a:path w="2824" h="65360">
                      <a:moveTo>
                        <a:pt x="0" y="65360"/>
                      </a:moveTo>
                      <a:lnTo>
                        <a:pt x="0" y="0"/>
                      </a:lnTo>
                    </a:path>
                  </a:pathLst>
                </a:custGeom>
                <a:ln w="8472" cap="flat">
                  <a:solidFill>
                    <a:srgbClr val="17A3A3"/>
                  </a:solidFill>
                  <a:prstDash val="solid"/>
                  <a:miter/>
                </a:ln>
              </p:spPr>
              <p:txBody>
                <a:bodyPr rtlCol="1" anchor="ctr"/>
                <a:lstStyle/>
                <a:p>
                  <a:endParaRPr lang="ar-SA"/>
                </a:p>
              </p:txBody>
            </p:sp>
            <p:sp>
              <p:nvSpPr>
                <p:cNvPr id="8694" name="شكل حر: شكل 9652">
                  <a:extLst>
                    <a:ext uri="{FF2B5EF4-FFF2-40B4-BE49-F238E27FC236}">
                      <a16:creationId xmlns:a16="http://schemas.microsoft.com/office/drawing/2014/main" id="{C9A92F39-1518-3BED-6604-D90244699C4A}"/>
                    </a:ext>
                  </a:extLst>
                </p:cNvPr>
                <p:cNvSpPr/>
                <p:nvPr/>
              </p:nvSpPr>
              <p:spPr>
                <a:xfrm>
                  <a:off x="5723357" y="4613445"/>
                  <a:ext cx="2824" cy="65360"/>
                </a:xfrm>
                <a:custGeom>
                  <a:avLst/>
                  <a:gdLst>
                    <a:gd name="connsiteX0" fmla="*/ 0 w 2824"/>
                    <a:gd name="connsiteY0" fmla="*/ 0 h 65360"/>
                    <a:gd name="connsiteX1" fmla="*/ 0 w 2824"/>
                    <a:gd name="connsiteY1" fmla="*/ 65360 h 65360"/>
                  </a:gdLst>
                  <a:ahLst/>
                  <a:cxnLst>
                    <a:cxn ang="0">
                      <a:pos x="connsiteX0" y="connsiteY0"/>
                    </a:cxn>
                    <a:cxn ang="0">
                      <a:pos x="connsiteX1" y="connsiteY1"/>
                    </a:cxn>
                  </a:cxnLst>
                  <a:rect l="l" t="t" r="r" b="b"/>
                  <a:pathLst>
                    <a:path w="2824" h="65360">
                      <a:moveTo>
                        <a:pt x="0" y="0"/>
                      </a:moveTo>
                      <a:lnTo>
                        <a:pt x="0" y="65360"/>
                      </a:lnTo>
                    </a:path>
                  </a:pathLst>
                </a:custGeom>
                <a:ln w="8472" cap="flat">
                  <a:solidFill>
                    <a:srgbClr val="17A3A3"/>
                  </a:solidFill>
                  <a:prstDash val="solid"/>
                  <a:miter/>
                </a:ln>
              </p:spPr>
              <p:txBody>
                <a:bodyPr rtlCol="1" anchor="ctr"/>
                <a:lstStyle/>
                <a:p>
                  <a:endParaRPr lang="ar-SA"/>
                </a:p>
              </p:txBody>
            </p:sp>
            <p:sp>
              <p:nvSpPr>
                <p:cNvPr id="8695" name="شكل حر: شكل 9653">
                  <a:extLst>
                    <a:ext uri="{FF2B5EF4-FFF2-40B4-BE49-F238E27FC236}">
                      <a16:creationId xmlns:a16="http://schemas.microsoft.com/office/drawing/2014/main" id="{39C3A106-FB31-DDB2-8F4F-93B4580C9E79}"/>
                    </a:ext>
                  </a:extLst>
                </p:cNvPr>
                <p:cNvSpPr/>
                <p:nvPr/>
              </p:nvSpPr>
              <p:spPr>
                <a:xfrm>
                  <a:off x="5723357" y="4572376"/>
                  <a:ext cx="2824" cy="41068"/>
                </a:xfrm>
                <a:custGeom>
                  <a:avLst/>
                  <a:gdLst>
                    <a:gd name="connsiteX0" fmla="*/ 0 w 2824"/>
                    <a:gd name="connsiteY0" fmla="*/ 0 h 41068"/>
                    <a:gd name="connsiteX1" fmla="*/ 0 w 2824"/>
                    <a:gd name="connsiteY1" fmla="*/ 41069 h 41068"/>
                  </a:gdLst>
                  <a:ahLst/>
                  <a:cxnLst>
                    <a:cxn ang="0">
                      <a:pos x="connsiteX0" y="connsiteY0"/>
                    </a:cxn>
                    <a:cxn ang="0">
                      <a:pos x="connsiteX1" y="connsiteY1"/>
                    </a:cxn>
                  </a:cxnLst>
                  <a:rect l="l" t="t" r="r" b="b"/>
                  <a:pathLst>
                    <a:path w="2824" h="41068">
                      <a:moveTo>
                        <a:pt x="0" y="0"/>
                      </a:moveTo>
                      <a:lnTo>
                        <a:pt x="0" y="41069"/>
                      </a:lnTo>
                    </a:path>
                  </a:pathLst>
                </a:custGeom>
                <a:ln w="8472" cap="flat">
                  <a:solidFill>
                    <a:srgbClr val="17A3A3"/>
                  </a:solidFill>
                  <a:prstDash val="solid"/>
                  <a:miter/>
                </a:ln>
              </p:spPr>
              <p:txBody>
                <a:bodyPr rtlCol="1" anchor="ctr"/>
                <a:lstStyle/>
                <a:p>
                  <a:endParaRPr lang="ar-SA"/>
                </a:p>
              </p:txBody>
            </p:sp>
            <p:sp>
              <p:nvSpPr>
                <p:cNvPr id="8696" name="شكل حر: شكل 9654">
                  <a:extLst>
                    <a:ext uri="{FF2B5EF4-FFF2-40B4-BE49-F238E27FC236}">
                      <a16:creationId xmlns:a16="http://schemas.microsoft.com/office/drawing/2014/main" id="{50D437D1-B422-3438-5973-D33BF7E23231}"/>
                    </a:ext>
                  </a:extLst>
                </p:cNvPr>
                <p:cNvSpPr/>
                <p:nvPr/>
              </p:nvSpPr>
              <p:spPr>
                <a:xfrm>
                  <a:off x="5683305" y="4512609"/>
                  <a:ext cx="34515" cy="34515"/>
                </a:xfrm>
                <a:custGeom>
                  <a:avLst/>
                  <a:gdLst>
                    <a:gd name="connsiteX0" fmla="*/ 34516 w 34515"/>
                    <a:gd name="connsiteY0" fmla="*/ 17258 h 34515"/>
                    <a:gd name="connsiteX1" fmla="*/ 17258 w 34515"/>
                    <a:gd name="connsiteY1" fmla="*/ 34516 h 34515"/>
                    <a:gd name="connsiteX2" fmla="*/ 0 w 34515"/>
                    <a:gd name="connsiteY2" fmla="*/ 17258 h 34515"/>
                    <a:gd name="connsiteX3" fmla="*/ 17258 w 34515"/>
                    <a:gd name="connsiteY3" fmla="*/ 0 h 34515"/>
                    <a:gd name="connsiteX4" fmla="*/ 34516 w 34515"/>
                    <a:gd name="connsiteY4" fmla="*/ 17258 h 345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15" h="34515">
                      <a:moveTo>
                        <a:pt x="34516" y="17258"/>
                      </a:moveTo>
                      <a:cubicBezTo>
                        <a:pt x="34516" y="26789"/>
                        <a:pt x="26789" y="34516"/>
                        <a:pt x="17258" y="34516"/>
                      </a:cubicBezTo>
                      <a:cubicBezTo>
                        <a:pt x="7727" y="34516"/>
                        <a:pt x="0" y="26789"/>
                        <a:pt x="0" y="17258"/>
                      </a:cubicBezTo>
                      <a:cubicBezTo>
                        <a:pt x="0" y="7727"/>
                        <a:pt x="7727" y="0"/>
                        <a:pt x="17258" y="0"/>
                      </a:cubicBezTo>
                      <a:cubicBezTo>
                        <a:pt x="26789" y="0"/>
                        <a:pt x="34516" y="7727"/>
                        <a:pt x="34516" y="17258"/>
                      </a:cubicBezTo>
                      <a:close/>
                    </a:path>
                  </a:pathLst>
                </a:custGeom>
                <a:noFill/>
                <a:ln w="8472" cap="flat">
                  <a:solidFill>
                    <a:srgbClr val="17A3A3"/>
                  </a:solidFill>
                  <a:prstDash val="solid"/>
                  <a:miter/>
                </a:ln>
              </p:spPr>
              <p:txBody>
                <a:bodyPr rtlCol="1" anchor="ctr"/>
                <a:lstStyle/>
                <a:p>
                  <a:endParaRPr lang="ar-SA"/>
                </a:p>
              </p:txBody>
            </p:sp>
            <p:sp>
              <p:nvSpPr>
                <p:cNvPr id="8697" name="شكل حر: شكل 9655">
                  <a:extLst>
                    <a:ext uri="{FF2B5EF4-FFF2-40B4-BE49-F238E27FC236}">
                      <a16:creationId xmlns:a16="http://schemas.microsoft.com/office/drawing/2014/main" id="{3F5CDCD3-C0C5-85AB-96A5-4B89B4199923}"/>
                    </a:ext>
                  </a:extLst>
                </p:cNvPr>
                <p:cNvSpPr/>
                <p:nvPr/>
              </p:nvSpPr>
              <p:spPr>
                <a:xfrm>
                  <a:off x="5677741" y="4613445"/>
                  <a:ext cx="45616" cy="2824"/>
                </a:xfrm>
                <a:custGeom>
                  <a:avLst/>
                  <a:gdLst>
                    <a:gd name="connsiteX0" fmla="*/ 0 w 45616"/>
                    <a:gd name="connsiteY0" fmla="*/ 0 h 2824"/>
                    <a:gd name="connsiteX1" fmla="*/ 45616 w 45616"/>
                    <a:gd name="connsiteY1" fmla="*/ 0 h 2824"/>
                  </a:gdLst>
                  <a:ahLst/>
                  <a:cxnLst>
                    <a:cxn ang="0">
                      <a:pos x="connsiteX0" y="connsiteY0"/>
                    </a:cxn>
                    <a:cxn ang="0">
                      <a:pos x="connsiteX1" y="connsiteY1"/>
                    </a:cxn>
                  </a:cxnLst>
                  <a:rect l="l" t="t" r="r" b="b"/>
                  <a:pathLst>
                    <a:path w="45616" h="2824">
                      <a:moveTo>
                        <a:pt x="0" y="0"/>
                      </a:moveTo>
                      <a:lnTo>
                        <a:pt x="45616" y="0"/>
                      </a:lnTo>
                    </a:path>
                  </a:pathLst>
                </a:custGeom>
                <a:ln w="8472" cap="flat">
                  <a:solidFill>
                    <a:srgbClr val="17A3A3"/>
                  </a:solidFill>
                  <a:prstDash val="solid"/>
                  <a:miter/>
                </a:ln>
              </p:spPr>
              <p:txBody>
                <a:bodyPr rtlCol="1" anchor="ctr"/>
                <a:lstStyle/>
                <a:p>
                  <a:endParaRPr lang="ar-SA"/>
                </a:p>
              </p:txBody>
            </p:sp>
            <p:sp>
              <p:nvSpPr>
                <p:cNvPr id="8698" name="شكل حر: شكل 9656">
                  <a:extLst>
                    <a:ext uri="{FF2B5EF4-FFF2-40B4-BE49-F238E27FC236}">
                      <a16:creationId xmlns:a16="http://schemas.microsoft.com/office/drawing/2014/main" id="{A77A5E9B-37D9-A522-1A25-FA1EC61E188E}"/>
                    </a:ext>
                  </a:extLst>
                </p:cNvPr>
                <p:cNvSpPr/>
                <p:nvPr/>
              </p:nvSpPr>
              <p:spPr>
                <a:xfrm>
                  <a:off x="5700563" y="4558564"/>
                  <a:ext cx="2824" cy="20026"/>
                </a:xfrm>
                <a:custGeom>
                  <a:avLst/>
                  <a:gdLst>
                    <a:gd name="connsiteX0" fmla="*/ 0 w 2824"/>
                    <a:gd name="connsiteY0" fmla="*/ 0 h 20026"/>
                    <a:gd name="connsiteX1" fmla="*/ 0 w 2824"/>
                    <a:gd name="connsiteY1" fmla="*/ 20026 h 20026"/>
                  </a:gdLst>
                  <a:ahLst/>
                  <a:cxnLst>
                    <a:cxn ang="0">
                      <a:pos x="connsiteX0" y="connsiteY0"/>
                    </a:cxn>
                    <a:cxn ang="0">
                      <a:pos x="connsiteX1" y="connsiteY1"/>
                    </a:cxn>
                  </a:cxnLst>
                  <a:rect l="l" t="t" r="r" b="b"/>
                  <a:pathLst>
                    <a:path w="2824" h="20026">
                      <a:moveTo>
                        <a:pt x="0" y="0"/>
                      </a:moveTo>
                      <a:lnTo>
                        <a:pt x="0" y="20026"/>
                      </a:lnTo>
                    </a:path>
                  </a:pathLst>
                </a:custGeom>
                <a:ln w="8472" cap="flat">
                  <a:solidFill>
                    <a:srgbClr val="17A3A3"/>
                  </a:solidFill>
                  <a:prstDash val="solid"/>
                  <a:miter/>
                </a:ln>
              </p:spPr>
              <p:txBody>
                <a:bodyPr rtlCol="1" anchor="ctr"/>
                <a:lstStyle/>
                <a:p>
                  <a:endParaRPr lang="ar-SA"/>
                </a:p>
              </p:txBody>
            </p:sp>
            <p:sp>
              <p:nvSpPr>
                <p:cNvPr id="8699" name="شكل حر: شكل 9657">
                  <a:extLst>
                    <a:ext uri="{FF2B5EF4-FFF2-40B4-BE49-F238E27FC236}">
                      <a16:creationId xmlns:a16="http://schemas.microsoft.com/office/drawing/2014/main" id="{C939F409-7243-8F85-A8A0-E53D1291FD31}"/>
                    </a:ext>
                  </a:extLst>
                </p:cNvPr>
                <p:cNvSpPr/>
                <p:nvPr/>
              </p:nvSpPr>
              <p:spPr>
                <a:xfrm>
                  <a:off x="5700563" y="4511959"/>
                  <a:ext cx="45192" cy="46605"/>
                </a:xfrm>
                <a:custGeom>
                  <a:avLst/>
                  <a:gdLst>
                    <a:gd name="connsiteX0" fmla="*/ 0 w 45192"/>
                    <a:gd name="connsiteY0" fmla="*/ 46605 h 46605"/>
                    <a:gd name="connsiteX1" fmla="*/ 20224 w 45192"/>
                    <a:gd name="connsiteY1" fmla="*/ 46605 h 46605"/>
                    <a:gd name="connsiteX2" fmla="*/ 45193 w 45192"/>
                    <a:gd name="connsiteY2" fmla="*/ 21636 h 46605"/>
                    <a:gd name="connsiteX3" fmla="*/ 45193 w 45192"/>
                    <a:gd name="connsiteY3" fmla="*/ 0 h 46605"/>
                  </a:gdLst>
                  <a:ahLst/>
                  <a:cxnLst>
                    <a:cxn ang="0">
                      <a:pos x="connsiteX0" y="connsiteY0"/>
                    </a:cxn>
                    <a:cxn ang="0">
                      <a:pos x="connsiteX1" y="connsiteY1"/>
                    </a:cxn>
                    <a:cxn ang="0">
                      <a:pos x="connsiteX2" y="connsiteY2"/>
                    </a:cxn>
                    <a:cxn ang="0">
                      <a:pos x="connsiteX3" y="connsiteY3"/>
                    </a:cxn>
                  </a:cxnLst>
                  <a:rect l="l" t="t" r="r" b="b"/>
                  <a:pathLst>
                    <a:path w="45192" h="46605">
                      <a:moveTo>
                        <a:pt x="0" y="46605"/>
                      </a:moveTo>
                      <a:lnTo>
                        <a:pt x="20224" y="46605"/>
                      </a:lnTo>
                      <a:lnTo>
                        <a:pt x="45193" y="21636"/>
                      </a:lnTo>
                      <a:lnTo>
                        <a:pt x="45193" y="0"/>
                      </a:lnTo>
                    </a:path>
                  </a:pathLst>
                </a:custGeom>
                <a:noFill/>
                <a:ln w="8472" cap="flat">
                  <a:solidFill>
                    <a:srgbClr val="17A3A3"/>
                  </a:solidFill>
                  <a:prstDash val="solid"/>
                  <a:miter/>
                </a:ln>
              </p:spPr>
              <p:txBody>
                <a:bodyPr rtlCol="1" anchor="ctr"/>
                <a:lstStyle/>
                <a:p>
                  <a:endParaRPr lang="ar-SA"/>
                </a:p>
              </p:txBody>
            </p:sp>
            <p:sp>
              <p:nvSpPr>
                <p:cNvPr id="8700" name="شكل حر: شكل 9658">
                  <a:extLst>
                    <a:ext uri="{FF2B5EF4-FFF2-40B4-BE49-F238E27FC236}">
                      <a16:creationId xmlns:a16="http://schemas.microsoft.com/office/drawing/2014/main" id="{F0390260-F5AA-22B6-7CDF-6E8CA299B690}"/>
                    </a:ext>
                  </a:extLst>
                </p:cNvPr>
                <p:cNvSpPr/>
                <p:nvPr/>
              </p:nvSpPr>
              <p:spPr>
                <a:xfrm>
                  <a:off x="5655342" y="4511959"/>
                  <a:ext cx="45221" cy="46605"/>
                </a:xfrm>
                <a:custGeom>
                  <a:avLst/>
                  <a:gdLst>
                    <a:gd name="connsiteX0" fmla="*/ 45221 w 45221"/>
                    <a:gd name="connsiteY0" fmla="*/ 46605 h 46605"/>
                    <a:gd name="connsiteX1" fmla="*/ 24969 w 45221"/>
                    <a:gd name="connsiteY1" fmla="*/ 46605 h 46605"/>
                    <a:gd name="connsiteX2" fmla="*/ 0 w 45221"/>
                    <a:gd name="connsiteY2" fmla="*/ 21636 h 46605"/>
                    <a:gd name="connsiteX3" fmla="*/ 0 w 45221"/>
                    <a:gd name="connsiteY3" fmla="*/ 0 h 46605"/>
                  </a:gdLst>
                  <a:ahLst/>
                  <a:cxnLst>
                    <a:cxn ang="0">
                      <a:pos x="connsiteX0" y="connsiteY0"/>
                    </a:cxn>
                    <a:cxn ang="0">
                      <a:pos x="connsiteX1" y="connsiteY1"/>
                    </a:cxn>
                    <a:cxn ang="0">
                      <a:pos x="connsiteX2" y="connsiteY2"/>
                    </a:cxn>
                    <a:cxn ang="0">
                      <a:pos x="connsiteX3" y="connsiteY3"/>
                    </a:cxn>
                  </a:cxnLst>
                  <a:rect l="l" t="t" r="r" b="b"/>
                  <a:pathLst>
                    <a:path w="45221" h="46605">
                      <a:moveTo>
                        <a:pt x="45221" y="46605"/>
                      </a:moveTo>
                      <a:lnTo>
                        <a:pt x="24969" y="46605"/>
                      </a:lnTo>
                      <a:lnTo>
                        <a:pt x="0" y="21636"/>
                      </a:lnTo>
                      <a:lnTo>
                        <a:pt x="0" y="0"/>
                      </a:lnTo>
                    </a:path>
                  </a:pathLst>
                </a:custGeom>
                <a:noFill/>
                <a:ln w="8472" cap="flat">
                  <a:solidFill>
                    <a:srgbClr val="17A3A3"/>
                  </a:solidFill>
                  <a:prstDash val="solid"/>
                  <a:miter/>
                </a:ln>
              </p:spPr>
              <p:txBody>
                <a:bodyPr rtlCol="1" anchor="ctr"/>
                <a:lstStyle/>
                <a:p>
                  <a:endParaRPr lang="ar-SA"/>
                </a:p>
              </p:txBody>
            </p:sp>
          </p:grpSp>
          <p:grpSp>
            <p:nvGrpSpPr>
              <p:cNvPr id="8682" name="رسم 8014">
                <a:extLst>
                  <a:ext uri="{FF2B5EF4-FFF2-40B4-BE49-F238E27FC236}">
                    <a16:creationId xmlns:a16="http://schemas.microsoft.com/office/drawing/2014/main" id="{0D361345-65D5-A64F-C4F7-2429C9C854A8}"/>
                  </a:ext>
                </a:extLst>
              </p:cNvPr>
              <p:cNvGrpSpPr/>
              <p:nvPr/>
            </p:nvGrpSpPr>
            <p:grpSpPr>
              <a:xfrm>
                <a:off x="5831340" y="4511959"/>
                <a:ext cx="90413" cy="166845"/>
                <a:chOff x="5831340" y="4511959"/>
                <a:chExt cx="90413" cy="166845"/>
              </a:xfrm>
              <a:noFill/>
            </p:grpSpPr>
            <p:sp>
              <p:nvSpPr>
                <p:cNvPr id="8683" name="شكل حر: شكل 9660">
                  <a:extLst>
                    <a:ext uri="{FF2B5EF4-FFF2-40B4-BE49-F238E27FC236}">
                      <a16:creationId xmlns:a16="http://schemas.microsoft.com/office/drawing/2014/main" id="{C820F312-789A-EECE-1D56-E4EB369D3396}"/>
                    </a:ext>
                  </a:extLst>
                </p:cNvPr>
                <p:cNvSpPr/>
                <p:nvPr/>
              </p:nvSpPr>
              <p:spPr>
                <a:xfrm>
                  <a:off x="5853738" y="4572376"/>
                  <a:ext cx="2824" cy="106428"/>
                </a:xfrm>
                <a:custGeom>
                  <a:avLst/>
                  <a:gdLst>
                    <a:gd name="connsiteX0" fmla="*/ 0 w 2824"/>
                    <a:gd name="connsiteY0" fmla="*/ 0 h 106428"/>
                    <a:gd name="connsiteX1" fmla="*/ 0 w 2824"/>
                    <a:gd name="connsiteY1" fmla="*/ 106429 h 106428"/>
                  </a:gdLst>
                  <a:ahLst/>
                  <a:cxnLst>
                    <a:cxn ang="0">
                      <a:pos x="connsiteX0" y="connsiteY0"/>
                    </a:cxn>
                    <a:cxn ang="0">
                      <a:pos x="connsiteX1" y="connsiteY1"/>
                    </a:cxn>
                  </a:cxnLst>
                  <a:rect l="l" t="t" r="r" b="b"/>
                  <a:pathLst>
                    <a:path w="2824" h="106428">
                      <a:moveTo>
                        <a:pt x="0" y="0"/>
                      </a:moveTo>
                      <a:lnTo>
                        <a:pt x="0" y="106429"/>
                      </a:lnTo>
                    </a:path>
                  </a:pathLst>
                </a:custGeom>
                <a:ln w="8472" cap="flat">
                  <a:solidFill>
                    <a:srgbClr val="17A3A3"/>
                  </a:solidFill>
                  <a:prstDash val="solid"/>
                  <a:miter/>
                </a:ln>
              </p:spPr>
              <p:txBody>
                <a:bodyPr rtlCol="1" anchor="ctr"/>
                <a:lstStyle/>
                <a:p>
                  <a:endParaRPr lang="ar-SA"/>
                </a:p>
              </p:txBody>
            </p:sp>
            <p:sp>
              <p:nvSpPr>
                <p:cNvPr id="8684" name="شكل حر: شكل 9661">
                  <a:extLst>
                    <a:ext uri="{FF2B5EF4-FFF2-40B4-BE49-F238E27FC236}">
                      <a16:creationId xmlns:a16="http://schemas.microsoft.com/office/drawing/2014/main" id="{33854132-C2DC-96EC-8A23-42653635D173}"/>
                    </a:ext>
                  </a:extLst>
                </p:cNvPr>
                <p:cNvSpPr/>
                <p:nvPr/>
              </p:nvSpPr>
              <p:spPr>
                <a:xfrm>
                  <a:off x="5876560" y="4613445"/>
                  <a:ext cx="2824" cy="65360"/>
                </a:xfrm>
                <a:custGeom>
                  <a:avLst/>
                  <a:gdLst>
                    <a:gd name="connsiteX0" fmla="*/ 0 w 2824"/>
                    <a:gd name="connsiteY0" fmla="*/ 65360 h 65360"/>
                    <a:gd name="connsiteX1" fmla="*/ 0 w 2824"/>
                    <a:gd name="connsiteY1" fmla="*/ 0 h 65360"/>
                  </a:gdLst>
                  <a:ahLst/>
                  <a:cxnLst>
                    <a:cxn ang="0">
                      <a:pos x="connsiteX0" y="connsiteY0"/>
                    </a:cxn>
                    <a:cxn ang="0">
                      <a:pos x="connsiteX1" y="connsiteY1"/>
                    </a:cxn>
                  </a:cxnLst>
                  <a:rect l="l" t="t" r="r" b="b"/>
                  <a:pathLst>
                    <a:path w="2824" h="65360">
                      <a:moveTo>
                        <a:pt x="0" y="65360"/>
                      </a:moveTo>
                      <a:lnTo>
                        <a:pt x="0" y="0"/>
                      </a:lnTo>
                    </a:path>
                  </a:pathLst>
                </a:custGeom>
                <a:ln w="8472" cap="flat">
                  <a:solidFill>
                    <a:srgbClr val="17A3A3"/>
                  </a:solidFill>
                  <a:prstDash val="solid"/>
                  <a:miter/>
                </a:ln>
              </p:spPr>
              <p:txBody>
                <a:bodyPr rtlCol="1" anchor="ctr"/>
                <a:lstStyle/>
                <a:p>
                  <a:endParaRPr lang="ar-SA"/>
                </a:p>
              </p:txBody>
            </p:sp>
            <p:sp>
              <p:nvSpPr>
                <p:cNvPr id="8685" name="شكل حر: شكل 9662">
                  <a:extLst>
                    <a:ext uri="{FF2B5EF4-FFF2-40B4-BE49-F238E27FC236}">
                      <a16:creationId xmlns:a16="http://schemas.microsoft.com/office/drawing/2014/main" id="{6F9F12D2-DDC7-7594-A9D5-B648DC9EB897}"/>
                    </a:ext>
                  </a:extLst>
                </p:cNvPr>
                <p:cNvSpPr/>
                <p:nvPr/>
              </p:nvSpPr>
              <p:spPr>
                <a:xfrm>
                  <a:off x="5899355" y="4613445"/>
                  <a:ext cx="2824" cy="65360"/>
                </a:xfrm>
                <a:custGeom>
                  <a:avLst/>
                  <a:gdLst>
                    <a:gd name="connsiteX0" fmla="*/ 0 w 2824"/>
                    <a:gd name="connsiteY0" fmla="*/ 0 h 65360"/>
                    <a:gd name="connsiteX1" fmla="*/ 0 w 2824"/>
                    <a:gd name="connsiteY1" fmla="*/ 65360 h 65360"/>
                  </a:gdLst>
                  <a:ahLst/>
                  <a:cxnLst>
                    <a:cxn ang="0">
                      <a:pos x="connsiteX0" y="connsiteY0"/>
                    </a:cxn>
                    <a:cxn ang="0">
                      <a:pos x="connsiteX1" y="connsiteY1"/>
                    </a:cxn>
                  </a:cxnLst>
                  <a:rect l="l" t="t" r="r" b="b"/>
                  <a:pathLst>
                    <a:path w="2824" h="65360">
                      <a:moveTo>
                        <a:pt x="0" y="0"/>
                      </a:moveTo>
                      <a:lnTo>
                        <a:pt x="0" y="65360"/>
                      </a:lnTo>
                    </a:path>
                  </a:pathLst>
                </a:custGeom>
                <a:ln w="8472" cap="flat">
                  <a:solidFill>
                    <a:srgbClr val="17A3A3"/>
                  </a:solidFill>
                  <a:prstDash val="solid"/>
                  <a:miter/>
                </a:ln>
              </p:spPr>
              <p:txBody>
                <a:bodyPr rtlCol="1" anchor="ctr"/>
                <a:lstStyle/>
                <a:p>
                  <a:endParaRPr lang="ar-SA"/>
                </a:p>
              </p:txBody>
            </p:sp>
            <p:sp>
              <p:nvSpPr>
                <p:cNvPr id="8686" name="شكل حر: شكل 9663">
                  <a:extLst>
                    <a:ext uri="{FF2B5EF4-FFF2-40B4-BE49-F238E27FC236}">
                      <a16:creationId xmlns:a16="http://schemas.microsoft.com/office/drawing/2014/main" id="{A6B39428-C9C0-4A66-287B-26CE946A3A2D}"/>
                    </a:ext>
                  </a:extLst>
                </p:cNvPr>
                <p:cNvSpPr/>
                <p:nvPr/>
              </p:nvSpPr>
              <p:spPr>
                <a:xfrm>
                  <a:off x="5899355" y="4572376"/>
                  <a:ext cx="2824" cy="41068"/>
                </a:xfrm>
                <a:custGeom>
                  <a:avLst/>
                  <a:gdLst>
                    <a:gd name="connsiteX0" fmla="*/ 0 w 2824"/>
                    <a:gd name="connsiteY0" fmla="*/ 0 h 41068"/>
                    <a:gd name="connsiteX1" fmla="*/ 0 w 2824"/>
                    <a:gd name="connsiteY1" fmla="*/ 41069 h 41068"/>
                  </a:gdLst>
                  <a:ahLst/>
                  <a:cxnLst>
                    <a:cxn ang="0">
                      <a:pos x="connsiteX0" y="connsiteY0"/>
                    </a:cxn>
                    <a:cxn ang="0">
                      <a:pos x="connsiteX1" y="connsiteY1"/>
                    </a:cxn>
                  </a:cxnLst>
                  <a:rect l="l" t="t" r="r" b="b"/>
                  <a:pathLst>
                    <a:path w="2824" h="41068">
                      <a:moveTo>
                        <a:pt x="0" y="0"/>
                      </a:moveTo>
                      <a:lnTo>
                        <a:pt x="0" y="41069"/>
                      </a:lnTo>
                    </a:path>
                  </a:pathLst>
                </a:custGeom>
                <a:ln w="8472" cap="flat">
                  <a:solidFill>
                    <a:srgbClr val="17A3A3"/>
                  </a:solidFill>
                  <a:prstDash val="solid"/>
                  <a:miter/>
                </a:ln>
              </p:spPr>
              <p:txBody>
                <a:bodyPr rtlCol="1" anchor="ctr"/>
                <a:lstStyle/>
                <a:p>
                  <a:endParaRPr lang="ar-SA"/>
                </a:p>
              </p:txBody>
            </p:sp>
            <p:sp>
              <p:nvSpPr>
                <p:cNvPr id="8687" name="شكل حر: شكل 9664">
                  <a:extLst>
                    <a:ext uri="{FF2B5EF4-FFF2-40B4-BE49-F238E27FC236}">
                      <a16:creationId xmlns:a16="http://schemas.microsoft.com/office/drawing/2014/main" id="{BA7C571F-8E9C-9CBB-7E64-1AEAD3376AC0}"/>
                    </a:ext>
                  </a:extLst>
                </p:cNvPr>
                <p:cNvSpPr/>
                <p:nvPr/>
              </p:nvSpPr>
              <p:spPr>
                <a:xfrm>
                  <a:off x="5859302" y="4512609"/>
                  <a:ext cx="34515" cy="34515"/>
                </a:xfrm>
                <a:custGeom>
                  <a:avLst/>
                  <a:gdLst>
                    <a:gd name="connsiteX0" fmla="*/ 34516 w 34515"/>
                    <a:gd name="connsiteY0" fmla="*/ 17258 h 34515"/>
                    <a:gd name="connsiteX1" fmla="*/ 17258 w 34515"/>
                    <a:gd name="connsiteY1" fmla="*/ 34516 h 34515"/>
                    <a:gd name="connsiteX2" fmla="*/ 0 w 34515"/>
                    <a:gd name="connsiteY2" fmla="*/ 17258 h 34515"/>
                    <a:gd name="connsiteX3" fmla="*/ 17258 w 34515"/>
                    <a:gd name="connsiteY3" fmla="*/ 0 h 34515"/>
                    <a:gd name="connsiteX4" fmla="*/ 34516 w 34515"/>
                    <a:gd name="connsiteY4" fmla="*/ 17258 h 345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15" h="34515">
                      <a:moveTo>
                        <a:pt x="34516" y="17258"/>
                      </a:moveTo>
                      <a:cubicBezTo>
                        <a:pt x="34516" y="26789"/>
                        <a:pt x="26789" y="34516"/>
                        <a:pt x="17258" y="34516"/>
                      </a:cubicBezTo>
                      <a:cubicBezTo>
                        <a:pt x="7727" y="34516"/>
                        <a:pt x="0" y="26789"/>
                        <a:pt x="0" y="17258"/>
                      </a:cubicBezTo>
                      <a:cubicBezTo>
                        <a:pt x="0" y="7727"/>
                        <a:pt x="7727" y="0"/>
                        <a:pt x="17258" y="0"/>
                      </a:cubicBezTo>
                      <a:cubicBezTo>
                        <a:pt x="26790" y="0"/>
                        <a:pt x="34516" y="7727"/>
                        <a:pt x="34516" y="17258"/>
                      </a:cubicBezTo>
                      <a:close/>
                    </a:path>
                  </a:pathLst>
                </a:custGeom>
                <a:noFill/>
                <a:ln w="8472" cap="flat">
                  <a:solidFill>
                    <a:srgbClr val="17A3A3"/>
                  </a:solidFill>
                  <a:prstDash val="solid"/>
                  <a:miter/>
                </a:ln>
              </p:spPr>
              <p:txBody>
                <a:bodyPr rtlCol="1" anchor="ctr"/>
                <a:lstStyle/>
                <a:p>
                  <a:endParaRPr lang="ar-SA"/>
                </a:p>
              </p:txBody>
            </p:sp>
            <p:sp>
              <p:nvSpPr>
                <p:cNvPr id="8688" name="شكل حر: شكل 9665">
                  <a:extLst>
                    <a:ext uri="{FF2B5EF4-FFF2-40B4-BE49-F238E27FC236}">
                      <a16:creationId xmlns:a16="http://schemas.microsoft.com/office/drawing/2014/main" id="{64DB7188-9A15-5A47-14CC-DCA945FCDAEB}"/>
                    </a:ext>
                  </a:extLst>
                </p:cNvPr>
                <p:cNvSpPr/>
                <p:nvPr/>
              </p:nvSpPr>
              <p:spPr>
                <a:xfrm>
                  <a:off x="5853738" y="4613445"/>
                  <a:ext cx="45616" cy="2824"/>
                </a:xfrm>
                <a:custGeom>
                  <a:avLst/>
                  <a:gdLst>
                    <a:gd name="connsiteX0" fmla="*/ 0 w 45616"/>
                    <a:gd name="connsiteY0" fmla="*/ 0 h 2824"/>
                    <a:gd name="connsiteX1" fmla="*/ 45616 w 45616"/>
                    <a:gd name="connsiteY1" fmla="*/ 0 h 2824"/>
                  </a:gdLst>
                  <a:ahLst/>
                  <a:cxnLst>
                    <a:cxn ang="0">
                      <a:pos x="connsiteX0" y="connsiteY0"/>
                    </a:cxn>
                    <a:cxn ang="0">
                      <a:pos x="connsiteX1" y="connsiteY1"/>
                    </a:cxn>
                  </a:cxnLst>
                  <a:rect l="l" t="t" r="r" b="b"/>
                  <a:pathLst>
                    <a:path w="45616" h="2824">
                      <a:moveTo>
                        <a:pt x="0" y="0"/>
                      </a:moveTo>
                      <a:lnTo>
                        <a:pt x="45616" y="0"/>
                      </a:lnTo>
                    </a:path>
                  </a:pathLst>
                </a:custGeom>
                <a:ln w="8472" cap="flat">
                  <a:solidFill>
                    <a:srgbClr val="17A3A3"/>
                  </a:solidFill>
                  <a:prstDash val="solid"/>
                  <a:miter/>
                </a:ln>
              </p:spPr>
              <p:txBody>
                <a:bodyPr rtlCol="1" anchor="ctr"/>
                <a:lstStyle/>
                <a:p>
                  <a:endParaRPr lang="ar-SA"/>
                </a:p>
              </p:txBody>
            </p:sp>
            <p:sp>
              <p:nvSpPr>
                <p:cNvPr id="8689" name="شكل حر: شكل 9666">
                  <a:extLst>
                    <a:ext uri="{FF2B5EF4-FFF2-40B4-BE49-F238E27FC236}">
                      <a16:creationId xmlns:a16="http://schemas.microsoft.com/office/drawing/2014/main" id="{D46CF1C5-E5B4-9A23-1AA5-FC1552519D87}"/>
                    </a:ext>
                  </a:extLst>
                </p:cNvPr>
                <p:cNvSpPr/>
                <p:nvPr/>
              </p:nvSpPr>
              <p:spPr>
                <a:xfrm>
                  <a:off x="5876560" y="4558564"/>
                  <a:ext cx="2824" cy="20026"/>
                </a:xfrm>
                <a:custGeom>
                  <a:avLst/>
                  <a:gdLst>
                    <a:gd name="connsiteX0" fmla="*/ 0 w 2824"/>
                    <a:gd name="connsiteY0" fmla="*/ 0 h 20026"/>
                    <a:gd name="connsiteX1" fmla="*/ 0 w 2824"/>
                    <a:gd name="connsiteY1" fmla="*/ 20026 h 20026"/>
                  </a:gdLst>
                  <a:ahLst/>
                  <a:cxnLst>
                    <a:cxn ang="0">
                      <a:pos x="connsiteX0" y="connsiteY0"/>
                    </a:cxn>
                    <a:cxn ang="0">
                      <a:pos x="connsiteX1" y="connsiteY1"/>
                    </a:cxn>
                  </a:cxnLst>
                  <a:rect l="l" t="t" r="r" b="b"/>
                  <a:pathLst>
                    <a:path w="2824" h="20026">
                      <a:moveTo>
                        <a:pt x="0" y="0"/>
                      </a:moveTo>
                      <a:lnTo>
                        <a:pt x="0" y="20026"/>
                      </a:lnTo>
                    </a:path>
                  </a:pathLst>
                </a:custGeom>
                <a:ln w="8472" cap="flat">
                  <a:solidFill>
                    <a:srgbClr val="17A3A3"/>
                  </a:solidFill>
                  <a:prstDash val="solid"/>
                  <a:miter/>
                </a:ln>
              </p:spPr>
              <p:txBody>
                <a:bodyPr rtlCol="1" anchor="ctr"/>
                <a:lstStyle/>
                <a:p>
                  <a:endParaRPr lang="ar-SA"/>
                </a:p>
              </p:txBody>
            </p:sp>
            <p:sp>
              <p:nvSpPr>
                <p:cNvPr id="8690" name="شكل حر: شكل 9667">
                  <a:extLst>
                    <a:ext uri="{FF2B5EF4-FFF2-40B4-BE49-F238E27FC236}">
                      <a16:creationId xmlns:a16="http://schemas.microsoft.com/office/drawing/2014/main" id="{193B9D7D-8D0D-5FAA-10BB-A2AD0602A0B7}"/>
                    </a:ext>
                  </a:extLst>
                </p:cNvPr>
                <p:cNvSpPr/>
                <p:nvPr/>
              </p:nvSpPr>
              <p:spPr>
                <a:xfrm>
                  <a:off x="5876561" y="4511959"/>
                  <a:ext cx="45192" cy="46605"/>
                </a:xfrm>
                <a:custGeom>
                  <a:avLst/>
                  <a:gdLst>
                    <a:gd name="connsiteX0" fmla="*/ 0 w 45192"/>
                    <a:gd name="connsiteY0" fmla="*/ 46605 h 46605"/>
                    <a:gd name="connsiteX1" fmla="*/ 20224 w 45192"/>
                    <a:gd name="connsiteY1" fmla="*/ 46605 h 46605"/>
                    <a:gd name="connsiteX2" fmla="*/ 45193 w 45192"/>
                    <a:gd name="connsiteY2" fmla="*/ 21636 h 46605"/>
                    <a:gd name="connsiteX3" fmla="*/ 45193 w 45192"/>
                    <a:gd name="connsiteY3" fmla="*/ 0 h 46605"/>
                  </a:gdLst>
                  <a:ahLst/>
                  <a:cxnLst>
                    <a:cxn ang="0">
                      <a:pos x="connsiteX0" y="connsiteY0"/>
                    </a:cxn>
                    <a:cxn ang="0">
                      <a:pos x="connsiteX1" y="connsiteY1"/>
                    </a:cxn>
                    <a:cxn ang="0">
                      <a:pos x="connsiteX2" y="connsiteY2"/>
                    </a:cxn>
                    <a:cxn ang="0">
                      <a:pos x="connsiteX3" y="connsiteY3"/>
                    </a:cxn>
                  </a:cxnLst>
                  <a:rect l="l" t="t" r="r" b="b"/>
                  <a:pathLst>
                    <a:path w="45192" h="46605">
                      <a:moveTo>
                        <a:pt x="0" y="46605"/>
                      </a:moveTo>
                      <a:lnTo>
                        <a:pt x="20224" y="46605"/>
                      </a:lnTo>
                      <a:lnTo>
                        <a:pt x="45193" y="21636"/>
                      </a:lnTo>
                      <a:lnTo>
                        <a:pt x="45193" y="0"/>
                      </a:lnTo>
                    </a:path>
                  </a:pathLst>
                </a:custGeom>
                <a:noFill/>
                <a:ln w="8472" cap="flat">
                  <a:solidFill>
                    <a:srgbClr val="17A3A3"/>
                  </a:solidFill>
                  <a:prstDash val="solid"/>
                  <a:miter/>
                </a:ln>
              </p:spPr>
              <p:txBody>
                <a:bodyPr rtlCol="1" anchor="ctr"/>
                <a:lstStyle/>
                <a:p>
                  <a:endParaRPr lang="ar-SA"/>
                </a:p>
              </p:txBody>
            </p:sp>
            <p:sp>
              <p:nvSpPr>
                <p:cNvPr id="8691" name="شكل حر: شكل 9668">
                  <a:extLst>
                    <a:ext uri="{FF2B5EF4-FFF2-40B4-BE49-F238E27FC236}">
                      <a16:creationId xmlns:a16="http://schemas.microsoft.com/office/drawing/2014/main" id="{DDD17BB6-A04E-1F19-568E-748A62ED030D}"/>
                    </a:ext>
                  </a:extLst>
                </p:cNvPr>
                <p:cNvSpPr/>
                <p:nvPr/>
              </p:nvSpPr>
              <p:spPr>
                <a:xfrm>
                  <a:off x="5831340" y="4511959"/>
                  <a:ext cx="45221" cy="46605"/>
                </a:xfrm>
                <a:custGeom>
                  <a:avLst/>
                  <a:gdLst>
                    <a:gd name="connsiteX0" fmla="*/ 45221 w 45221"/>
                    <a:gd name="connsiteY0" fmla="*/ 46605 h 46605"/>
                    <a:gd name="connsiteX1" fmla="*/ 24969 w 45221"/>
                    <a:gd name="connsiteY1" fmla="*/ 46605 h 46605"/>
                    <a:gd name="connsiteX2" fmla="*/ 0 w 45221"/>
                    <a:gd name="connsiteY2" fmla="*/ 21636 h 46605"/>
                    <a:gd name="connsiteX3" fmla="*/ 0 w 45221"/>
                    <a:gd name="connsiteY3" fmla="*/ 0 h 46605"/>
                  </a:gdLst>
                  <a:ahLst/>
                  <a:cxnLst>
                    <a:cxn ang="0">
                      <a:pos x="connsiteX0" y="connsiteY0"/>
                    </a:cxn>
                    <a:cxn ang="0">
                      <a:pos x="connsiteX1" y="connsiteY1"/>
                    </a:cxn>
                    <a:cxn ang="0">
                      <a:pos x="connsiteX2" y="connsiteY2"/>
                    </a:cxn>
                    <a:cxn ang="0">
                      <a:pos x="connsiteX3" y="connsiteY3"/>
                    </a:cxn>
                  </a:cxnLst>
                  <a:rect l="l" t="t" r="r" b="b"/>
                  <a:pathLst>
                    <a:path w="45221" h="46605">
                      <a:moveTo>
                        <a:pt x="45221" y="46605"/>
                      </a:moveTo>
                      <a:lnTo>
                        <a:pt x="24969" y="46605"/>
                      </a:lnTo>
                      <a:lnTo>
                        <a:pt x="0" y="21636"/>
                      </a:lnTo>
                      <a:lnTo>
                        <a:pt x="0" y="0"/>
                      </a:lnTo>
                    </a:path>
                  </a:pathLst>
                </a:custGeom>
                <a:noFill/>
                <a:ln w="8472" cap="flat">
                  <a:solidFill>
                    <a:srgbClr val="17A3A3"/>
                  </a:solidFill>
                  <a:prstDash val="solid"/>
                  <a:miter/>
                </a:ln>
              </p:spPr>
              <p:txBody>
                <a:bodyPr rtlCol="1" anchor="ctr"/>
                <a:lstStyle/>
                <a:p>
                  <a:endParaRPr lang="ar-SA"/>
                </a:p>
              </p:txBody>
            </p:sp>
          </p:grpSp>
        </p:grpSp>
        <p:sp>
          <p:nvSpPr>
            <p:cNvPr id="8677" name="شكل حر: شكل 9669">
              <a:extLst>
                <a:ext uri="{FF2B5EF4-FFF2-40B4-BE49-F238E27FC236}">
                  <a16:creationId xmlns:a16="http://schemas.microsoft.com/office/drawing/2014/main" id="{1E4B32AE-93B2-D3E0-E1A7-092CA0FE25F6}"/>
                </a:ext>
              </a:extLst>
            </p:cNvPr>
            <p:cNvSpPr/>
            <p:nvPr/>
          </p:nvSpPr>
          <p:spPr>
            <a:xfrm>
              <a:off x="5618623" y="4376635"/>
              <a:ext cx="339877" cy="94198"/>
            </a:xfrm>
            <a:custGeom>
              <a:avLst/>
              <a:gdLst>
                <a:gd name="connsiteX0" fmla="*/ 169925 w 339877"/>
                <a:gd name="connsiteY0" fmla="*/ 0 h 94198"/>
                <a:gd name="connsiteX1" fmla="*/ 0 w 339877"/>
                <a:gd name="connsiteY1" fmla="*/ 94199 h 94198"/>
                <a:gd name="connsiteX2" fmla="*/ 339878 w 339877"/>
                <a:gd name="connsiteY2" fmla="*/ 94199 h 94198"/>
                <a:gd name="connsiteX3" fmla="*/ 169925 w 339877"/>
                <a:gd name="connsiteY3" fmla="*/ 0 h 94198"/>
              </a:gdLst>
              <a:ahLst/>
              <a:cxnLst>
                <a:cxn ang="0">
                  <a:pos x="connsiteX0" y="connsiteY0"/>
                </a:cxn>
                <a:cxn ang="0">
                  <a:pos x="connsiteX1" y="connsiteY1"/>
                </a:cxn>
                <a:cxn ang="0">
                  <a:pos x="connsiteX2" y="connsiteY2"/>
                </a:cxn>
                <a:cxn ang="0">
                  <a:pos x="connsiteX3" y="connsiteY3"/>
                </a:cxn>
              </a:cxnLst>
              <a:rect l="l" t="t" r="r" b="b"/>
              <a:pathLst>
                <a:path w="339877" h="94198">
                  <a:moveTo>
                    <a:pt x="169925" y="0"/>
                  </a:moveTo>
                  <a:lnTo>
                    <a:pt x="0" y="94199"/>
                  </a:lnTo>
                  <a:lnTo>
                    <a:pt x="339878" y="94199"/>
                  </a:lnTo>
                  <a:lnTo>
                    <a:pt x="169925" y="0"/>
                  </a:lnTo>
                  <a:close/>
                </a:path>
              </a:pathLst>
            </a:custGeom>
            <a:noFill/>
            <a:ln w="8472" cap="flat">
              <a:solidFill>
                <a:srgbClr val="01355A"/>
              </a:solidFill>
              <a:prstDash val="solid"/>
              <a:miter/>
            </a:ln>
          </p:spPr>
          <p:txBody>
            <a:bodyPr rtlCol="1" anchor="ctr"/>
            <a:lstStyle/>
            <a:p>
              <a:endParaRPr lang="ar-SA"/>
            </a:p>
          </p:txBody>
        </p:sp>
        <p:sp>
          <p:nvSpPr>
            <p:cNvPr id="8678" name="شكل حر: شكل 9670">
              <a:extLst>
                <a:ext uri="{FF2B5EF4-FFF2-40B4-BE49-F238E27FC236}">
                  <a16:creationId xmlns:a16="http://schemas.microsoft.com/office/drawing/2014/main" id="{812FD498-D923-FD9D-0C07-B874E45BC976}"/>
                </a:ext>
              </a:extLst>
            </p:cNvPr>
            <p:cNvSpPr/>
            <p:nvPr/>
          </p:nvSpPr>
          <p:spPr>
            <a:xfrm>
              <a:off x="5643083" y="4470834"/>
              <a:ext cx="290928" cy="21240"/>
            </a:xfrm>
            <a:custGeom>
              <a:avLst/>
              <a:gdLst>
                <a:gd name="connsiteX0" fmla="*/ 290928 w 290928"/>
                <a:gd name="connsiteY0" fmla="*/ 0 h 21240"/>
                <a:gd name="connsiteX1" fmla="*/ 290928 w 290928"/>
                <a:gd name="connsiteY1" fmla="*/ 21241 h 21240"/>
                <a:gd name="connsiteX2" fmla="*/ 0 w 290928"/>
                <a:gd name="connsiteY2" fmla="*/ 21241 h 21240"/>
                <a:gd name="connsiteX3" fmla="*/ 0 w 290928"/>
                <a:gd name="connsiteY3" fmla="*/ 0 h 21240"/>
              </a:gdLst>
              <a:ahLst/>
              <a:cxnLst>
                <a:cxn ang="0">
                  <a:pos x="connsiteX0" y="connsiteY0"/>
                </a:cxn>
                <a:cxn ang="0">
                  <a:pos x="connsiteX1" y="connsiteY1"/>
                </a:cxn>
                <a:cxn ang="0">
                  <a:pos x="connsiteX2" y="connsiteY2"/>
                </a:cxn>
                <a:cxn ang="0">
                  <a:pos x="connsiteX3" y="connsiteY3"/>
                </a:cxn>
              </a:cxnLst>
              <a:rect l="l" t="t" r="r" b="b"/>
              <a:pathLst>
                <a:path w="290928" h="21240">
                  <a:moveTo>
                    <a:pt x="290928" y="0"/>
                  </a:moveTo>
                  <a:lnTo>
                    <a:pt x="290928" y="21241"/>
                  </a:lnTo>
                  <a:lnTo>
                    <a:pt x="0" y="21241"/>
                  </a:lnTo>
                  <a:lnTo>
                    <a:pt x="0" y="0"/>
                  </a:lnTo>
                </a:path>
              </a:pathLst>
            </a:custGeom>
            <a:noFill/>
            <a:ln w="8472" cap="flat">
              <a:solidFill>
                <a:srgbClr val="01355A"/>
              </a:solidFill>
              <a:prstDash val="solid"/>
              <a:miter/>
            </a:ln>
          </p:spPr>
          <p:txBody>
            <a:bodyPr rtlCol="1" anchor="ctr"/>
            <a:lstStyle/>
            <a:p>
              <a:endParaRPr lang="ar-SA"/>
            </a:p>
          </p:txBody>
        </p:sp>
        <p:sp>
          <p:nvSpPr>
            <p:cNvPr id="8679" name="شكل حر: شكل 9671">
              <a:extLst>
                <a:ext uri="{FF2B5EF4-FFF2-40B4-BE49-F238E27FC236}">
                  <a16:creationId xmlns:a16="http://schemas.microsoft.com/office/drawing/2014/main" id="{CFD41B50-A6A3-57E2-EBB1-12F3E69A97EA}"/>
                </a:ext>
              </a:extLst>
            </p:cNvPr>
            <p:cNvSpPr/>
            <p:nvPr/>
          </p:nvSpPr>
          <p:spPr>
            <a:xfrm>
              <a:off x="5643083" y="4678805"/>
              <a:ext cx="290928" cy="27002"/>
            </a:xfrm>
            <a:custGeom>
              <a:avLst/>
              <a:gdLst>
                <a:gd name="connsiteX0" fmla="*/ 290928 w 290928"/>
                <a:gd name="connsiteY0" fmla="*/ 27003 h 27002"/>
                <a:gd name="connsiteX1" fmla="*/ 290928 w 290928"/>
                <a:gd name="connsiteY1" fmla="*/ 0 h 27002"/>
                <a:gd name="connsiteX2" fmla="*/ 0 w 290928"/>
                <a:gd name="connsiteY2" fmla="*/ 0 h 27002"/>
                <a:gd name="connsiteX3" fmla="*/ 0 w 290928"/>
                <a:gd name="connsiteY3" fmla="*/ 27003 h 27002"/>
              </a:gdLst>
              <a:ahLst/>
              <a:cxnLst>
                <a:cxn ang="0">
                  <a:pos x="connsiteX0" y="connsiteY0"/>
                </a:cxn>
                <a:cxn ang="0">
                  <a:pos x="connsiteX1" y="connsiteY1"/>
                </a:cxn>
                <a:cxn ang="0">
                  <a:pos x="connsiteX2" y="connsiteY2"/>
                </a:cxn>
                <a:cxn ang="0">
                  <a:pos x="connsiteX3" y="connsiteY3"/>
                </a:cxn>
              </a:cxnLst>
              <a:rect l="l" t="t" r="r" b="b"/>
              <a:pathLst>
                <a:path w="290928" h="27002">
                  <a:moveTo>
                    <a:pt x="290928" y="27003"/>
                  </a:moveTo>
                  <a:lnTo>
                    <a:pt x="290928" y="0"/>
                  </a:lnTo>
                  <a:lnTo>
                    <a:pt x="0" y="0"/>
                  </a:lnTo>
                  <a:lnTo>
                    <a:pt x="0" y="27003"/>
                  </a:lnTo>
                </a:path>
              </a:pathLst>
            </a:custGeom>
            <a:noFill/>
            <a:ln w="8472" cap="flat">
              <a:solidFill>
                <a:srgbClr val="01355A"/>
              </a:solidFill>
              <a:prstDash val="solid"/>
              <a:miter/>
            </a:ln>
          </p:spPr>
          <p:txBody>
            <a:bodyPr rtlCol="1" anchor="ctr"/>
            <a:lstStyle/>
            <a:p>
              <a:endParaRPr lang="ar-SA"/>
            </a:p>
          </p:txBody>
        </p:sp>
        <p:sp>
          <p:nvSpPr>
            <p:cNvPr id="8680" name="شكل حر: شكل 9672">
              <a:extLst>
                <a:ext uri="{FF2B5EF4-FFF2-40B4-BE49-F238E27FC236}">
                  <a16:creationId xmlns:a16="http://schemas.microsoft.com/office/drawing/2014/main" id="{934C1353-C128-5077-3C55-B32768AA795C}"/>
                </a:ext>
              </a:extLst>
            </p:cNvPr>
            <p:cNvSpPr/>
            <p:nvPr/>
          </p:nvSpPr>
          <p:spPr>
            <a:xfrm>
              <a:off x="5618623" y="4705808"/>
              <a:ext cx="339877" cy="23104"/>
            </a:xfrm>
            <a:custGeom>
              <a:avLst/>
              <a:gdLst>
                <a:gd name="connsiteX0" fmla="*/ 22625 w 339877"/>
                <a:gd name="connsiteY0" fmla="*/ 0 h 23104"/>
                <a:gd name="connsiteX1" fmla="*/ 317253 w 339877"/>
                <a:gd name="connsiteY1" fmla="*/ 0 h 23104"/>
                <a:gd name="connsiteX2" fmla="*/ 339878 w 339877"/>
                <a:gd name="connsiteY2" fmla="*/ 22625 h 23104"/>
                <a:gd name="connsiteX3" fmla="*/ 339878 w 339877"/>
                <a:gd name="connsiteY3" fmla="*/ 23105 h 23104"/>
                <a:gd name="connsiteX4" fmla="*/ 0 w 339877"/>
                <a:gd name="connsiteY4" fmla="*/ 23105 h 23104"/>
                <a:gd name="connsiteX5" fmla="*/ 0 w 339877"/>
                <a:gd name="connsiteY5" fmla="*/ 22625 h 23104"/>
                <a:gd name="connsiteX6" fmla="*/ 22625 w 339877"/>
                <a:gd name="connsiteY6" fmla="*/ 0 h 23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877" h="23104">
                  <a:moveTo>
                    <a:pt x="22625" y="0"/>
                  </a:moveTo>
                  <a:lnTo>
                    <a:pt x="317253" y="0"/>
                  </a:lnTo>
                  <a:cubicBezTo>
                    <a:pt x="329738" y="0"/>
                    <a:pt x="339878" y="10140"/>
                    <a:pt x="339878" y="22625"/>
                  </a:cubicBezTo>
                  <a:lnTo>
                    <a:pt x="339878" y="23105"/>
                  </a:lnTo>
                  <a:lnTo>
                    <a:pt x="0" y="23105"/>
                  </a:lnTo>
                  <a:lnTo>
                    <a:pt x="0" y="22625"/>
                  </a:lnTo>
                  <a:cubicBezTo>
                    <a:pt x="0" y="10140"/>
                    <a:pt x="10140" y="0"/>
                    <a:pt x="22625" y="0"/>
                  </a:cubicBezTo>
                  <a:close/>
                </a:path>
              </a:pathLst>
            </a:custGeom>
            <a:noFill/>
            <a:ln w="8472" cap="flat">
              <a:solidFill>
                <a:srgbClr val="01355A"/>
              </a:solidFill>
              <a:prstDash val="solid"/>
              <a:miter/>
            </a:ln>
          </p:spPr>
          <p:txBody>
            <a:bodyPr rtlCol="1" anchor="ctr"/>
            <a:lstStyle/>
            <a:p>
              <a:endParaRPr lang="ar-SA"/>
            </a:p>
          </p:txBody>
        </p:sp>
      </p:grpSp>
      <p:grpSp>
        <p:nvGrpSpPr>
          <p:cNvPr id="8704" name="رسم 8014">
            <a:extLst>
              <a:ext uri="{FF2B5EF4-FFF2-40B4-BE49-F238E27FC236}">
                <a16:creationId xmlns:a16="http://schemas.microsoft.com/office/drawing/2014/main" id="{082BB6BA-8C2E-443D-3A66-64F58BB2A2BD}"/>
              </a:ext>
            </a:extLst>
          </p:cNvPr>
          <p:cNvGrpSpPr/>
          <p:nvPr/>
        </p:nvGrpSpPr>
        <p:grpSpPr>
          <a:xfrm>
            <a:off x="7654899" y="3248761"/>
            <a:ext cx="284345" cy="250635"/>
            <a:chOff x="8231329" y="2306412"/>
            <a:chExt cx="339877" cy="317987"/>
          </a:xfrm>
          <a:noFill/>
        </p:grpSpPr>
        <p:sp>
          <p:nvSpPr>
            <p:cNvPr id="8705" name="شكل حر: شكل 9674">
              <a:extLst>
                <a:ext uri="{FF2B5EF4-FFF2-40B4-BE49-F238E27FC236}">
                  <a16:creationId xmlns:a16="http://schemas.microsoft.com/office/drawing/2014/main" id="{4C9B2DFF-8EA6-BAE2-3735-A38603AE0DBA}"/>
                </a:ext>
              </a:extLst>
            </p:cNvPr>
            <p:cNvSpPr/>
            <p:nvPr/>
          </p:nvSpPr>
          <p:spPr>
            <a:xfrm>
              <a:off x="8231329" y="2306412"/>
              <a:ext cx="339877" cy="94226"/>
            </a:xfrm>
            <a:custGeom>
              <a:avLst/>
              <a:gdLst>
                <a:gd name="connsiteX0" fmla="*/ 169924 w 339877"/>
                <a:gd name="connsiteY0" fmla="*/ 0 h 94226"/>
                <a:gd name="connsiteX1" fmla="*/ 0 w 339877"/>
                <a:gd name="connsiteY1" fmla="*/ 94227 h 94226"/>
                <a:gd name="connsiteX2" fmla="*/ 339878 w 339877"/>
                <a:gd name="connsiteY2" fmla="*/ 94227 h 94226"/>
                <a:gd name="connsiteX3" fmla="*/ 169924 w 339877"/>
                <a:gd name="connsiteY3" fmla="*/ 0 h 94226"/>
              </a:gdLst>
              <a:ahLst/>
              <a:cxnLst>
                <a:cxn ang="0">
                  <a:pos x="connsiteX0" y="connsiteY0"/>
                </a:cxn>
                <a:cxn ang="0">
                  <a:pos x="connsiteX1" y="connsiteY1"/>
                </a:cxn>
                <a:cxn ang="0">
                  <a:pos x="connsiteX2" y="connsiteY2"/>
                </a:cxn>
                <a:cxn ang="0">
                  <a:pos x="connsiteX3" y="connsiteY3"/>
                </a:cxn>
              </a:cxnLst>
              <a:rect l="l" t="t" r="r" b="b"/>
              <a:pathLst>
                <a:path w="339877" h="94226">
                  <a:moveTo>
                    <a:pt x="169924" y="0"/>
                  </a:moveTo>
                  <a:lnTo>
                    <a:pt x="0" y="94227"/>
                  </a:lnTo>
                  <a:lnTo>
                    <a:pt x="339878" y="94227"/>
                  </a:lnTo>
                  <a:lnTo>
                    <a:pt x="169924" y="0"/>
                  </a:lnTo>
                  <a:close/>
                </a:path>
              </a:pathLst>
            </a:custGeom>
            <a:noFill/>
            <a:ln w="8472" cap="flat">
              <a:solidFill>
                <a:srgbClr val="01355A"/>
              </a:solidFill>
              <a:prstDash val="solid"/>
              <a:miter/>
            </a:ln>
          </p:spPr>
          <p:txBody>
            <a:bodyPr rtlCol="1" anchor="ctr"/>
            <a:lstStyle/>
            <a:p>
              <a:endParaRPr lang="ar-SA"/>
            </a:p>
          </p:txBody>
        </p:sp>
        <p:sp>
          <p:nvSpPr>
            <p:cNvPr id="8706" name="شكل حر: شكل 9675">
              <a:extLst>
                <a:ext uri="{FF2B5EF4-FFF2-40B4-BE49-F238E27FC236}">
                  <a16:creationId xmlns:a16="http://schemas.microsoft.com/office/drawing/2014/main" id="{B9B7E61D-02FF-8B1C-2BF9-4272C2E9843C}"/>
                </a:ext>
              </a:extLst>
            </p:cNvPr>
            <p:cNvSpPr/>
            <p:nvPr/>
          </p:nvSpPr>
          <p:spPr>
            <a:xfrm>
              <a:off x="8255789" y="2400638"/>
              <a:ext cx="290928" cy="21240"/>
            </a:xfrm>
            <a:custGeom>
              <a:avLst/>
              <a:gdLst>
                <a:gd name="connsiteX0" fmla="*/ 290928 w 290928"/>
                <a:gd name="connsiteY0" fmla="*/ 0 h 21240"/>
                <a:gd name="connsiteX1" fmla="*/ 290928 w 290928"/>
                <a:gd name="connsiteY1" fmla="*/ 21241 h 21240"/>
                <a:gd name="connsiteX2" fmla="*/ 0 w 290928"/>
                <a:gd name="connsiteY2" fmla="*/ 21241 h 21240"/>
                <a:gd name="connsiteX3" fmla="*/ 0 w 290928"/>
                <a:gd name="connsiteY3" fmla="*/ 0 h 21240"/>
              </a:gdLst>
              <a:ahLst/>
              <a:cxnLst>
                <a:cxn ang="0">
                  <a:pos x="connsiteX0" y="connsiteY0"/>
                </a:cxn>
                <a:cxn ang="0">
                  <a:pos x="connsiteX1" y="connsiteY1"/>
                </a:cxn>
                <a:cxn ang="0">
                  <a:pos x="connsiteX2" y="connsiteY2"/>
                </a:cxn>
                <a:cxn ang="0">
                  <a:pos x="connsiteX3" y="connsiteY3"/>
                </a:cxn>
              </a:cxnLst>
              <a:rect l="l" t="t" r="r" b="b"/>
              <a:pathLst>
                <a:path w="290928" h="21240">
                  <a:moveTo>
                    <a:pt x="290928" y="0"/>
                  </a:moveTo>
                  <a:lnTo>
                    <a:pt x="290928" y="21241"/>
                  </a:lnTo>
                  <a:lnTo>
                    <a:pt x="0" y="21241"/>
                  </a:lnTo>
                  <a:lnTo>
                    <a:pt x="0" y="0"/>
                  </a:lnTo>
                </a:path>
              </a:pathLst>
            </a:custGeom>
            <a:noFill/>
            <a:ln w="8472" cap="flat">
              <a:solidFill>
                <a:srgbClr val="01355A"/>
              </a:solidFill>
              <a:prstDash val="solid"/>
              <a:miter/>
            </a:ln>
          </p:spPr>
          <p:txBody>
            <a:bodyPr rtlCol="1" anchor="ctr"/>
            <a:lstStyle/>
            <a:p>
              <a:endParaRPr lang="ar-SA"/>
            </a:p>
          </p:txBody>
        </p:sp>
        <p:sp>
          <p:nvSpPr>
            <p:cNvPr id="8707" name="شكل حر: شكل 9676">
              <a:extLst>
                <a:ext uri="{FF2B5EF4-FFF2-40B4-BE49-F238E27FC236}">
                  <a16:creationId xmlns:a16="http://schemas.microsoft.com/office/drawing/2014/main" id="{10E0EDBE-2F78-889A-F9CF-8661523C0D86}"/>
                </a:ext>
              </a:extLst>
            </p:cNvPr>
            <p:cNvSpPr/>
            <p:nvPr/>
          </p:nvSpPr>
          <p:spPr>
            <a:xfrm>
              <a:off x="8255789" y="2574292"/>
              <a:ext cx="290928" cy="27002"/>
            </a:xfrm>
            <a:custGeom>
              <a:avLst/>
              <a:gdLst>
                <a:gd name="connsiteX0" fmla="*/ 290928 w 290928"/>
                <a:gd name="connsiteY0" fmla="*/ 27003 h 27002"/>
                <a:gd name="connsiteX1" fmla="*/ 290928 w 290928"/>
                <a:gd name="connsiteY1" fmla="*/ 0 h 27002"/>
                <a:gd name="connsiteX2" fmla="*/ 0 w 290928"/>
                <a:gd name="connsiteY2" fmla="*/ 0 h 27002"/>
                <a:gd name="connsiteX3" fmla="*/ 0 w 290928"/>
                <a:gd name="connsiteY3" fmla="*/ 27003 h 27002"/>
              </a:gdLst>
              <a:ahLst/>
              <a:cxnLst>
                <a:cxn ang="0">
                  <a:pos x="connsiteX0" y="connsiteY0"/>
                </a:cxn>
                <a:cxn ang="0">
                  <a:pos x="connsiteX1" y="connsiteY1"/>
                </a:cxn>
                <a:cxn ang="0">
                  <a:pos x="connsiteX2" y="connsiteY2"/>
                </a:cxn>
                <a:cxn ang="0">
                  <a:pos x="connsiteX3" y="connsiteY3"/>
                </a:cxn>
              </a:cxnLst>
              <a:rect l="l" t="t" r="r" b="b"/>
              <a:pathLst>
                <a:path w="290928" h="27002">
                  <a:moveTo>
                    <a:pt x="290928" y="27003"/>
                  </a:moveTo>
                  <a:lnTo>
                    <a:pt x="290928" y="0"/>
                  </a:lnTo>
                  <a:lnTo>
                    <a:pt x="0" y="0"/>
                  </a:lnTo>
                  <a:lnTo>
                    <a:pt x="0" y="27003"/>
                  </a:lnTo>
                </a:path>
              </a:pathLst>
            </a:custGeom>
            <a:noFill/>
            <a:ln w="8472" cap="flat">
              <a:solidFill>
                <a:srgbClr val="01355A"/>
              </a:solidFill>
              <a:prstDash val="solid"/>
              <a:miter/>
            </a:ln>
          </p:spPr>
          <p:txBody>
            <a:bodyPr rtlCol="1" anchor="ctr"/>
            <a:lstStyle/>
            <a:p>
              <a:endParaRPr lang="ar-SA"/>
            </a:p>
          </p:txBody>
        </p:sp>
        <p:sp>
          <p:nvSpPr>
            <p:cNvPr id="8708" name="شكل حر: شكل 9677">
              <a:extLst>
                <a:ext uri="{FF2B5EF4-FFF2-40B4-BE49-F238E27FC236}">
                  <a16:creationId xmlns:a16="http://schemas.microsoft.com/office/drawing/2014/main" id="{A0B8224D-7F31-E994-5DC5-6BE19482233D}"/>
                </a:ext>
              </a:extLst>
            </p:cNvPr>
            <p:cNvSpPr/>
            <p:nvPr/>
          </p:nvSpPr>
          <p:spPr>
            <a:xfrm>
              <a:off x="8231329" y="2601294"/>
              <a:ext cx="339877" cy="23104"/>
            </a:xfrm>
            <a:custGeom>
              <a:avLst/>
              <a:gdLst>
                <a:gd name="connsiteX0" fmla="*/ 22625 w 339877"/>
                <a:gd name="connsiteY0" fmla="*/ 0 h 23104"/>
                <a:gd name="connsiteX1" fmla="*/ 317253 w 339877"/>
                <a:gd name="connsiteY1" fmla="*/ 0 h 23104"/>
                <a:gd name="connsiteX2" fmla="*/ 339878 w 339877"/>
                <a:gd name="connsiteY2" fmla="*/ 22624 h 23104"/>
                <a:gd name="connsiteX3" fmla="*/ 339878 w 339877"/>
                <a:gd name="connsiteY3" fmla="*/ 23105 h 23104"/>
                <a:gd name="connsiteX4" fmla="*/ 0 w 339877"/>
                <a:gd name="connsiteY4" fmla="*/ 23105 h 23104"/>
                <a:gd name="connsiteX5" fmla="*/ 0 w 339877"/>
                <a:gd name="connsiteY5" fmla="*/ 22624 h 23104"/>
                <a:gd name="connsiteX6" fmla="*/ 22625 w 339877"/>
                <a:gd name="connsiteY6" fmla="*/ 0 h 23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877" h="23104">
                  <a:moveTo>
                    <a:pt x="22625" y="0"/>
                  </a:moveTo>
                  <a:lnTo>
                    <a:pt x="317253" y="0"/>
                  </a:lnTo>
                  <a:cubicBezTo>
                    <a:pt x="329738" y="0"/>
                    <a:pt x="339878" y="10140"/>
                    <a:pt x="339878" y="22624"/>
                  </a:cubicBezTo>
                  <a:lnTo>
                    <a:pt x="339878" y="23105"/>
                  </a:lnTo>
                  <a:lnTo>
                    <a:pt x="0" y="23105"/>
                  </a:lnTo>
                  <a:lnTo>
                    <a:pt x="0" y="22624"/>
                  </a:lnTo>
                  <a:cubicBezTo>
                    <a:pt x="0" y="10140"/>
                    <a:pt x="10140" y="0"/>
                    <a:pt x="22625" y="0"/>
                  </a:cubicBezTo>
                  <a:close/>
                </a:path>
              </a:pathLst>
            </a:custGeom>
            <a:noFill/>
            <a:ln w="8472" cap="flat">
              <a:solidFill>
                <a:srgbClr val="01355A"/>
              </a:solidFill>
              <a:prstDash val="solid"/>
              <a:miter/>
            </a:ln>
          </p:spPr>
          <p:txBody>
            <a:bodyPr rtlCol="1" anchor="ctr"/>
            <a:lstStyle/>
            <a:p>
              <a:endParaRPr lang="ar-SA"/>
            </a:p>
          </p:txBody>
        </p:sp>
        <p:sp>
          <p:nvSpPr>
            <p:cNvPr id="8709" name="شكل حر: شكل 9678">
              <a:extLst>
                <a:ext uri="{FF2B5EF4-FFF2-40B4-BE49-F238E27FC236}">
                  <a16:creationId xmlns:a16="http://schemas.microsoft.com/office/drawing/2014/main" id="{B0B04EB4-01D6-A038-94F8-9FCA0C8AF35F}"/>
                </a:ext>
              </a:extLst>
            </p:cNvPr>
            <p:cNvSpPr/>
            <p:nvPr/>
          </p:nvSpPr>
          <p:spPr>
            <a:xfrm>
              <a:off x="8451361" y="2438657"/>
              <a:ext cx="95356" cy="135634"/>
            </a:xfrm>
            <a:custGeom>
              <a:avLst/>
              <a:gdLst>
                <a:gd name="connsiteX0" fmla="*/ 29150 w 95356"/>
                <a:gd name="connsiteY0" fmla="*/ 135635 h 135634"/>
                <a:gd name="connsiteX1" fmla="*/ 29150 w 95356"/>
                <a:gd name="connsiteY1" fmla="*/ 56293 h 135634"/>
                <a:gd name="connsiteX2" fmla="*/ 0 w 95356"/>
                <a:gd name="connsiteY2" fmla="*/ 56293 h 135634"/>
                <a:gd name="connsiteX3" fmla="*/ 47679 w 95356"/>
                <a:gd name="connsiteY3" fmla="*/ 0 h 135634"/>
                <a:gd name="connsiteX4" fmla="*/ 95357 w 95356"/>
                <a:gd name="connsiteY4" fmla="*/ 56293 h 135634"/>
                <a:gd name="connsiteX5" fmla="*/ 66208 w 95356"/>
                <a:gd name="connsiteY5" fmla="*/ 56293 h 135634"/>
                <a:gd name="connsiteX6" fmla="*/ 66208 w 95356"/>
                <a:gd name="connsiteY6" fmla="*/ 135635 h 135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356" h="135634">
                  <a:moveTo>
                    <a:pt x="29150" y="135635"/>
                  </a:moveTo>
                  <a:lnTo>
                    <a:pt x="29150" y="56293"/>
                  </a:lnTo>
                  <a:lnTo>
                    <a:pt x="0" y="56293"/>
                  </a:lnTo>
                  <a:lnTo>
                    <a:pt x="47679" y="0"/>
                  </a:lnTo>
                  <a:lnTo>
                    <a:pt x="95357" y="56293"/>
                  </a:lnTo>
                  <a:lnTo>
                    <a:pt x="66208" y="56293"/>
                  </a:lnTo>
                  <a:lnTo>
                    <a:pt x="66208" y="135635"/>
                  </a:lnTo>
                </a:path>
              </a:pathLst>
            </a:custGeom>
            <a:noFill/>
            <a:ln w="8472" cap="flat">
              <a:solidFill>
                <a:srgbClr val="17A3A3"/>
              </a:solidFill>
              <a:prstDash val="solid"/>
              <a:miter/>
            </a:ln>
          </p:spPr>
          <p:txBody>
            <a:bodyPr rtlCol="1" anchor="ctr"/>
            <a:lstStyle/>
            <a:p>
              <a:endParaRPr lang="ar-SA"/>
            </a:p>
          </p:txBody>
        </p:sp>
        <p:sp>
          <p:nvSpPr>
            <p:cNvPr id="8710" name="شكل حر: شكل 9679">
              <a:extLst>
                <a:ext uri="{FF2B5EF4-FFF2-40B4-BE49-F238E27FC236}">
                  <a16:creationId xmlns:a16="http://schemas.microsoft.com/office/drawing/2014/main" id="{DDE96F67-F7FB-5AF3-819E-613D97BE467F}"/>
                </a:ext>
              </a:extLst>
            </p:cNvPr>
            <p:cNvSpPr/>
            <p:nvPr/>
          </p:nvSpPr>
          <p:spPr>
            <a:xfrm>
              <a:off x="8255789" y="2421710"/>
              <a:ext cx="95356" cy="135634"/>
            </a:xfrm>
            <a:custGeom>
              <a:avLst/>
              <a:gdLst>
                <a:gd name="connsiteX0" fmla="*/ 66236 w 95356"/>
                <a:gd name="connsiteY0" fmla="*/ 0 h 135634"/>
                <a:gd name="connsiteX1" fmla="*/ 66236 w 95356"/>
                <a:gd name="connsiteY1" fmla="*/ 79370 h 135634"/>
                <a:gd name="connsiteX2" fmla="*/ 95357 w 95356"/>
                <a:gd name="connsiteY2" fmla="*/ 79370 h 135634"/>
                <a:gd name="connsiteX3" fmla="*/ 47679 w 95356"/>
                <a:gd name="connsiteY3" fmla="*/ 135635 h 135634"/>
                <a:gd name="connsiteX4" fmla="*/ 0 w 95356"/>
                <a:gd name="connsiteY4" fmla="*/ 79370 h 135634"/>
                <a:gd name="connsiteX5" fmla="*/ 29150 w 95356"/>
                <a:gd name="connsiteY5" fmla="*/ 79370 h 135634"/>
                <a:gd name="connsiteX6" fmla="*/ 29150 w 95356"/>
                <a:gd name="connsiteY6" fmla="*/ 0 h 135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356" h="135634">
                  <a:moveTo>
                    <a:pt x="66236" y="0"/>
                  </a:moveTo>
                  <a:lnTo>
                    <a:pt x="66236" y="79370"/>
                  </a:lnTo>
                  <a:lnTo>
                    <a:pt x="95357" y="79370"/>
                  </a:lnTo>
                  <a:lnTo>
                    <a:pt x="47679" y="135635"/>
                  </a:lnTo>
                  <a:lnTo>
                    <a:pt x="0" y="79370"/>
                  </a:lnTo>
                  <a:lnTo>
                    <a:pt x="29150" y="79370"/>
                  </a:lnTo>
                  <a:lnTo>
                    <a:pt x="29150" y="0"/>
                  </a:lnTo>
                </a:path>
              </a:pathLst>
            </a:custGeom>
            <a:noFill/>
            <a:ln w="8472" cap="flat">
              <a:solidFill>
                <a:srgbClr val="17A3A3"/>
              </a:solidFill>
              <a:prstDash val="solid"/>
              <a:miter/>
            </a:ln>
          </p:spPr>
          <p:txBody>
            <a:bodyPr rtlCol="1" anchor="ctr"/>
            <a:lstStyle/>
            <a:p>
              <a:endParaRPr lang="ar-SA"/>
            </a:p>
          </p:txBody>
        </p:sp>
        <p:grpSp>
          <p:nvGrpSpPr>
            <p:cNvPr id="8711" name="رسم 8014">
              <a:extLst>
                <a:ext uri="{FF2B5EF4-FFF2-40B4-BE49-F238E27FC236}">
                  <a16:creationId xmlns:a16="http://schemas.microsoft.com/office/drawing/2014/main" id="{7CFD86A2-016E-70BB-F4E1-BFB86031FF71}"/>
                </a:ext>
              </a:extLst>
            </p:cNvPr>
            <p:cNvGrpSpPr/>
            <p:nvPr/>
          </p:nvGrpSpPr>
          <p:grpSpPr>
            <a:xfrm>
              <a:off x="8363038" y="2459615"/>
              <a:ext cx="76431" cy="69314"/>
              <a:chOff x="8363038" y="2459615"/>
              <a:chExt cx="76431" cy="69314"/>
            </a:xfrm>
            <a:noFill/>
          </p:grpSpPr>
          <p:sp>
            <p:nvSpPr>
              <p:cNvPr id="8712" name="شكل حر: شكل 9681">
                <a:extLst>
                  <a:ext uri="{FF2B5EF4-FFF2-40B4-BE49-F238E27FC236}">
                    <a16:creationId xmlns:a16="http://schemas.microsoft.com/office/drawing/2014/main" id="{542BB2DB-E47C-86C8-7AF5-85324D577BFE}"/>
                  </a:ext>
                </a:extLst>
              </p:cNvPr>
              <p:cNvSpPr/>
              <p:nvPr/>
            </p:nvSpPr>
            <p:spPr>
              <a:xfrm>
                <a:off x="8381792" y="2459615"/>
                <a:ext cx="38074" cy="69314"/>
              </a:xfrm>
              <a:custGeom>
                <a:avLst/>
                <a:gdLst>
                  <a:gd name="connsiteX0" fmla="*/ 0 w 38074"/>
                  <a:gd name="connsiteY0" fmla="*/ 69314 h 69314"/>
                  <a:gd name="connsiteX1" fmla="*/ 38075 w 38074"/>
                  <a:gd name="connsiteY1" fmla="*/ 0 h 69314"/>
                </a:gdLst>
                <a:ahLst/>
                <a:cxnLst>
                  <a:cxn ang="0">
                    <a:pos x="connsiteX0" y="connsiteY0"/>
                  </a:cxn>
                  <a:cxn ang="0">
                    <a:pos x="connsiteX1" y="connsiteY1"/>
                  </a:cxn>
                </a:cxnLst>
                <a:rect l="l" t="t" r="r" b="b"/>
                <a:pathLst>
                  <a:path w="38074" h="69314">
                    <a:moveTo>
                      <a:pt x="0" y="69314"/>
                    </a:moveTo>
                    <a:lnTo>
                      <a:pt x="38075" y="0"/>
                    </a:lnTo>
                  </a:path>
                </a:pathLst>
              </a:custGeom>
              <a:ln w="8472" cap="flat">
                <a:solidFill>
                  <a:srgbClr val="01355A"/>
                </a:solidFill>
                <a:prstDash val="solid"/>
                <a:miter/>
              </a:ln>
            </p:spPr>
            <p:txBody>
              <a:bodyPr rtlCol="1" anchor="ctr"/>
              <a:lstStyle/>
              <a:p>
                <a:endParaRPr lang="ar-SA"/>
              </a:p>
            </p:txBody>
          </p:sp>
          <p:sp>
            <p:nvSpPr>
              <p:cNvPr id="8713" name="شكل حر: شكل 9682">
                <a:extLst>
                  <a:ext uri="{FF2B5EF4-FFF2-40B4-BE49-F238E27FC236}">
                    <a16:creationId xmlns:a16="http://schemas.microsoft.com/office/drawing/2014/main" id="{BFED202D-3996-BBF1-A372-86C2D0D53C75}"/>
                  </a:ext>
                </a:extLst>
              </p:cNvPr>
              <p:cNvSpPr/>
              <p:nvPr/>
            </p:nvSpPr>
            <p:spPr>
              <a:xfrm>
                <a:off x="8414839" y="2495769"/>
                <a:ext cx="24629" cy="33160"/>
              </a:xfrm>
              <a:custGeom>
                <a:avLst/>
                <a:gdLst>
                  <a:gd name="connsiteX0" fmla="*/ 12315 w 24629"/>
                  <a:gd name="connsiteY0" fmla="*/ 33160 h 33160"/>
                  <a:gd name="connsiteX1" fmla="*/ 12315 w 24629"/>
                  <a:gd name="connsiteY1" fmla="*/ 33160 h 33160"/>
                  <a:gd name="connsiteX2" fmla="*/ 0 w 24629"/>
                  <a:gd name="connsiteY2" fmla="*/ 20845 h 33160"/>
                  <a:gd name="connsiteX3" fmla="*/ 0 w 24629"/>
                  <a:gd name="connsiteY3" fmla="*/ 12315 h 33160"/>
                  <a:gd name="connsiteX4" fmla="*/ 12315 w 24629"/>
                  <a:gd name="connsiteY4" fmla="*/ 0 h 33160"/>
                  <a:gd name="connsiteX5" fmla="*/ 12315 w 24629"/>
                  <a:gd name="connsiteY5" fmla="*/ 0 h 33160"/>
                  <a:gd name="connsiteX6" fmla="*/ 24630 w 24629"/>
                  <a:gd name="connsiteY6" fmla="*/ 12315 h 33160"/>
                  <a:gd name="connsiteX7" fmla="*/ 24630 w 24629"/>
                  <a:gd name="connsiteY7" fmla="*/ 20845 h 33160"/>
                  <a:gd name="connsiteX8" fmla="*/ 12315 w 24629"/>
                  <a:gd name="connsiteY8" fmla="*/ 33160 h 33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29" h="33160">
                    <a:moveTo>
                      <a:pt x="12315" y="33160"/>
                    </a:moveTo>
                    <a:lnTo>
                      <a:pt x="12315" y="33160"/>
                    </a:lnTo>
                    <a:cubicBezTo>
                      <a:pt x="5508" y="33160"/>
                      <a:pt x="0" y="27652"/>
                      <a:pt x="0" y="20845"/>
                    </a:cubicBezTo>
                    <a:lnTo>
                      <a:pt x="0" y="12315"/>
                    </a:lnTo>
                    <a:cubicBezTo>
                      <a:pt x="0" y="5508"/>
                      <a:pt x="5508" y="0"/>
                      <a:pt x="12315" y="0"/>
                    </a:cubicBezTo>
                    <a:lnTo>
                      <a:pt x="12315" y="0"/>
                    </a:lnTo>
                    <a:cubicBezTo>
                      <a:pt x="19122" y="0"/>
                      <a:pt x="24630" y="5508"/>
                      <a:pt x="24630" y="12315"/>
                    </a:cubicBezTo>
                    <a:lnTo>
                      <a:pt x="24630" y="20845"/>
                    </a:lnTo>
                    <a:cubicBezTo>
                      <a:pt x="24630" y="27652"/>
                      <a:pt x="19122" y="33160"/>
                      <a:pt x="12315" y="33160"/>
                    </a:cubicBezTo>
                    <a:close/>
                  </a:path>
                </a:pathLst>
              </a:custGeom>
              <a:noFill/>
              <a:ln w="8472" cap="flat">
                <a:solidFill>
                  <a:srgbClr val="01355A"/>
                </a:solidFill>
                <a:prstDash val="solid"/>
                <a:miter/>
              </a:ln>
            </p:spPr>
            <p:txBody>
              <a:bodyPr rtlCol="1" anchor="ctr"/>
              <a:lstStyle/>
              <a:p>
                <a:endParaRPr lang="ar-SA"/>
              </a:p>
            </p:txBody>
          </p:sp>
          <p:sp>
            <p:nvSpPr>
              <p:cNvPr id="8714" name="شكل حر: شكل 9683">
                <a:extLst>
                  <a:ext uri="{FF2B5EF4-FFF2-40B4-BE49-F238E27FC236}">
                    <a16:creationId xmlns:a16="http://schemas.microsoft.com/office/drawing/2014/main" id="{742B30BB-3D14-FEB3-6B20-640FF49A8D9B}"/>
                  </a:ext>
                </a:extLst>
              </p:cNvPr>
              <p:cNvSpPr/>
              <p:nvPr/>
            </p:nvSpPr>
            <p:spPr>
              <a:xfrm>
                <a:off x="8363038" y="2459643"/>
                <a:ext cx="24629" cy="33160"/>
              </a:xfrm>
              <a:custGeom>
                <a:avLst/>
                <a:gdLst>
                  <a:gd name="connsiteX0" fmla="*/ 12315 w 24629"/>
                  <a:gd name="connsiteY0" fmla="*/ 33160 h 33160"/>
                  <a:gd name="connsiteX1" fmla="*/ 12315 w 24629"/>
                  <a:gd name="connsiteY1" fmla="*/ 33160 h 33160"/>
                  <a:gd name="connsiteX2" fmla="*/ 0 w 24629"/>
                  <a:gd name="connsiteY2" fmla="*/ 20845 h 33160"/>
                  <a:gd name="connsiteX3" fmla="*/ 0 w 24629"/>
                  <a:gd name="connsiteY3" fmla="*/ 12315 h 33160"/>
                  <a:gd name="connsiteX4" fmla="*/ 12315 w 24629"/>
                  <a:gd name="connsiteY4" fmla="*/ 0 h 33160"/>
                  <a:gd name="connsiteX5" fmla="*/ 12315 w 24629"/>
                  <a:gd name="connsiteY5" fmla="*/ 0 h 33160"/>
                  <a:gd name="connsiteX6" fmla="*/ 24630 w 24629"/>
                  <a:gd name="connsiteY6" fmla="*/ 12315 h 33160"/>
                  <a:gd name="connsiteX7" fmla="*/ 24630 w 24629"/>
                  <a:gd name="connsiteY7" fmla="*/ 20845 h 33160"/>
                  <a:gd name="connsiteX8" fmla="*/ 12315 w 24629"/>
                  <a:gd name="connsiteY8" fmla="*/ 33160 h 33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629" h="33160">
                    <a:moveTo>
                      <a:pt x="12315" y="33160"/>
                    </a:moveTo>
                    <a:lnTo>
                      <a:pt x="12315" y="33160"/>
                    </a:lnTo>
                    <a:cubicBezTo>
                      <a:pt x="5508" y="33160"/>
                      <a:pt x="0" y="27652"/>
                      <a:pt x="0" y="20845"/>
                    </a:cubicBezTo>
                    <a:lnTo>
                      <a:pt x="0" y="12315"/>
                    </a:lnTo>
                    <a:cubicBezTo>
                      <a:pt x="0" y="5508"/>
                      <a:pt x="5508" y="0"/>
                      <a:pt x="12315" y="0"/>
                    </a:cubicBezTo>
                    <a:lnTo>
                      <a:pt x="12315" y="0"/>
                    </a:lnTo>
                    <a:cubicBezTo>
                      <a:pt x="19122" y="0"/>
                      <a:pt x="24630" y="5508"/>
                      <a:pt x="24630" y="12315"/>
                    </a:cubicBezTo>
                    <a:lnTo>
                      <a:pt x="24630" y="20845"/>
                    </a:lnTo>
                    <a:cubicBezTo>
                      <a:pt x="24630" y="27652"/>
                      <a:pt x="19122" y="33160"/>
                      <a:pt x="12315" y="33160"/>
                    </a:cubicBezTo>
                    <a:close/>
                  </a:path>
                </a:pathLst>
              </a:custGeom>
              <a:noFill/>
              <a:ln w="8472" cap="flat">
                <a:solidFill>
                  <a:srgbClr val="01355A"/>
                </a:solidFill>
                <a:prstDash val="solid"/>
                <a:miter/>
              </a:ln>
            </p:spPr>
            <p:txBody>
              <a:bodyPr rtlCol="1" anchor="ctr"/>
              <a:lstStyle/>
              <a:p>
                <a:endParaRPr lang="ar-SA"/>
              </a:p>
            </p:txBody>
          </p:sp>
        </p:grpSp>
      </p:grpSp>
      <p:grpSp>
        <p:nvGrpSpPr>
          <p:cNvPr id="8715" name="رسم 8014">
            <a:extLst>
              <a:ext uri="{FF2B5EF4-FFF2-40B4-BE49-F238E27FC236}">
                <a16:creationId xmlns:a16="http://schemas.microsoft.com/office/drawing/2014/main" id="{F2B7216B-EA43-607E-291E-6C3618AC28B0}"/>
              </a:ext>
            </a:extLst>
          </p:cNvPr>
          <p:cNvGrpSpPr/>
          <p:nvPr/>
        </p:nvGrpSpPr>
        <p:grpSpPr>
          <a:xfrm>
            <a:off x="6790497" y="4887095"/>
            <a:ext cx="282819" cy="253858"/>
            <a:chOff x="7198109" y="4385010"/>
            <a:chExt cx="338054" cy="322077"/>
          </a:xfrm>
          <a:noFill/>
        </p:grpSpPr>
        <p:sp>
          <p:nvSpPr>
            <p:cNvPr id="8716" name="شكل حر: شكل 9685">
              <a:extLst>
                <a:ext uri="{FF2B5EF4-FFF2-40B4-BE49-F238E27FC236}">
                  <a16:creationId xmlns:a16="http://schemas.microsoft.com/office/drawing/2014/main" id="{37509047-4579-DBA9-FF0A-955F7781B6C3}"/>
                </a:ext>
              </a:extLst>
            </p:cNvPr>
            <p:cNvSpPr/>
            <p:nvPr/>
          </p:nvSpPr>
          <p:spPr>
            <a:xfrm>
              <a:off x="7366198" y="4585058"/>
              <a:ext cx="137471" cy="122028"/>
            </a:xfrm>
            <a:custGeom>
              <a:avLst/>
              <a:gdLst>
                <a:gd name="connsiteX0" fmla="*/ 0 w 137471"/>
                <a:gd name="connsiteY0" fmla="*/ 120495 h 122028"/>
                <a:gd name="connsiteX1" fmla="*/ 137471 w 137471"/>
                <a:gd name="connsiteY1" fmla="*/ 0 h 122028"/>
              </a:gdLst>
              <a:ahLst/>
              <a:cxnLst>
                <a:cxn ang="0">
                  <a:pos x="connsiteX0" y="connsiteY0"/>
                </a:cxn>
                <a:cxn ang="0">
                  <a:pos x="connsiteX1" y="connsiteY1"/>
                </a:cxn>
              </a:cxnLst>
              <a:rect l="l" t="t" r="r" b="b"/>
              <a:pathLst>
                <a:path w="137471" h="122028">
                  <a:moveTo>
                    <a:pt x="0" y="120495"/>
                  </a:moveTo>
                  <a:cubicBezTo>
                    <a:pt x="0" y="120495"/>
                    <a:pt x="126935" y="144786"/>
                    <a:pt x="137471" y="0"/>
                  </a:cubicBezTo>
                </a:path>
              </a:pathLst>
            </a:custGeom>
            <a:noFill/>
            <a:ln w="8472" cap="flat">
              <a:solidFill>
                <a:srgbClr val="17A3A3"/>
              </a:solidFill>
              <a:prstDash val="solid"/>
              <a:miter/>
            </a:ln>
          </p:spPr>
          <p:txBody>
            <a:bodyPr rtlCol="1" anchor="ctr"/>
            <a:lstStyle/>
            <a:p>
              <a:endParaRPr lang="ar-SA"/>
            </a:p>
          </p:txBody>
        </p:sp>
        <p:sp>
          <p:nvSpPr>
            <p:cNvPr id="8717" name="شكل حر: شكل 9686">
              <a:extLst>
                <a:ext uri="{FF2B5EF4-FFF2-40B4-BE49-F238E27FC236}">
                  <a16:creationId xmlns:a16="http://schemas.microsoft.com/office/drawing/2014/main" id="{50DE70E8-EA0F-4523-2E2E-E597FC823463}"/>
                </a:ext>
              </a:extLst>
            </p:cNvPr>
            <p:cNvSpPr/>
            <p:nvPr/>
          </p:nvSpPr>
          <p:spPr>
            <a:xfrm>
              <a:off x="7485083" y="4564580"/>
              <a:ext cx="38244" cy="21579"/>
            </a:xfrm>
            <a:custGeom>
              <a:avLst/>
              <a:gdLst>
                <a:gd name="connsiteX0" fmla="*/ 0 w 38244"/>
                <a:gd name="connsiteY0" fmla="*/ 16665 h 21579"/>
                <a:gd name="connsiteX1" fmla="*/ 21551 w 38244"/>
                <a:gd name="connsiteY1" fmla="*/ 0 h 21579"/>
                <a:gd name="connsiteX2" fmla="*/ 38244 w 38244"/>
                <a:gd name="connsiteY2" fmla="*/ 21580 h 21579"/>
              </a:gdLst>
              <a:ahLst/>
              <a:cxnLst>
                <a:cxn ang="0">
                  <a:pos x="connsiteX0" y="connsiteY0"/>
                </a:cxn>
                <a:cxn ang="0">
                  <a:pos x="connsiteX1" y="connsiteY1"/>
                </a:cxn>
                <a:cxn ang="0">
                  <a:pos x="connsiteX2" y="connsiteY2"/>
                </a:cxn>
              </a:cxnLst>
              <a:rect l="l" t="t" r="r" b="b"/>
              <a:pathLst>
                <a:path w="38244" h="21579">
                  <a:moveTo>
                    <a:pt x="0" y="16665"/>
                  </a:moveTo>
                  <a:lnTo>
                    <a:pt x="21551" y="0"/>
                  </a:lnTo>
                  <a:lnTo>
                    <a:pt x="38244" y="21580"/>
                  </a:lnTo>
                </a:path>
              </a:pathLst>
            </a:custGeom>
            <a:noFill/>
            <a:ln w="8472" cap="flat">
              <a:solidFill>
                <a:srgbClr val="17A3A3"/>
              </a:solidFill>
              <a:prstDash val="solid"/>
              <a:miter/>
            </a:ln>
          </p:spPr>
          <p:txBody>
            <a:bodyPr rtlCol="1" anchor="ctr"/>
            <a:lstStyle/>
            <a:p>
              <a:endParaRPr lang="ar-SA"/>
            </a:p>
          </p:txBody>
        </p:sp>
        <p:sp>
          <p:nvSpPr>
            <p:cNvPr id="8718" name="شكل حر: شكل 9687">
              <a:extLst>
                <a:ext uri="{FF2B5EF4-FFF2-40B4-BE49-F238E27FC236}">
                  <a16:creationId xmlns:a16="http://schemas.microsoft.com/office/drawing/2014/main" id="{9CFE278D-7EC0-A892-E55D-B2168ABE8711}"/>
                </a:ext>
              </a:extLst>
            </p:cNvPr>
            <p:cNvSpPr/>
            <p:nvPr/>
          </p:nvSpPr>
          <p:spPr>
            <a:xfrm>
              <a:off x="7220706" y="4412866"/>
              <a:ext cx="137471" cy="122028"/>
            </a:xfrm>
            <a:custGeom>
              <a:avLst/>
              <a:gdLst>
                <a:gd name="connsiteX0" fmla="*/ 137471 w 137471"/>
                <a:gd name="connsiteY0" fmla="*/ 1533 h 122028"/>
                <a:gd name="connsiteX1" fmla="*/ 0 w 137471"/>
                <a:gd name="connsiteY1" fmla="*/ 122029 h 122028"/>
              </a:gdLst>
              <a:ahLst/>
              <a:cxnLst>
                <a:cxn ang="0">
                  <a:pos x="connsiteX0" y="connsiteY0"/>
                </a:cxn>
                <a:cxn ang="0">
                  <a:pos x="connsiteX1" y="connsiteY1"/>
                </a:cxn>
              </a:cxnLst>
              <a:rect l="l" t="t" r="r" b="b"/>
              <a:pathLst>
                <a:path w="137471" h="122028">
                  <a:moveTo>
                    <a:pt x="137471" y="1533"/>
                  </a:moveTo>
                  <a:cubicBezTo>
                    <a:pt x="137471" y="1533"/>
                    <a:pt x="10536" y="-22758"/>
                    <a:pt x="0" y="122029"/>
                  </a:cubicBezTo>
                </a:path>
              </a:pathLst>
            </a:custGeom>
            <a:noFill/>
            <a:ln w="8472" cap="flat">
              <a:solidFill>
                <a:srgbClr val="17A3A3"/>
              </a:solidFill>
              <a:prstDash val="solid"/>
              <a:miter/>
            </a:ln>
          </p:spPr>
          <p:txBody>
            <a:bodyPr rtlCol="1" anchor="ctr"/>
            <a:lstStyle/>
            <a:p>
              <a:endParaRPr lang="ar-SA"/>
            </a:p>
          </p:txBody>
        </p:sp>
        <p:sp>
          <p:nvSpPr>
            <p:cNvPr id="8719" name="شكل حر: شكل 9688">
              <a:extLst>
                <a:ext uri="{FF2B5EF4-FFF2-40B4-BE49-F238E27FC236}">
                  <a16:creationId xmlns:a16="http://schemas.microsoft.com/office/drawing/2014/main" id="{DEF0909D-6ACF-3884-5F50-D25EA462889F}"/>
                </a:ext>
              </a:extLst>
            </p:cNvPr>
            <p:cNvSpPr/>
            <p:nvPr/>
          </p:nvSpPr>
          <p:spPr>
            <a:xfrm>
              <a:off x="7201047" y="4533793"/>
              <a:ext cx="38272" cy="21607"/>
            </a:xfrm>
            <a:custGeom>
              <a:avLst/>
              <a:gdLst>
                <a:gd name="connsiteX0" fmla="*/ 38273 w 38272"/>
                <a:gd name="connsiteY0" fmla="*/ 4915 h 21607"/>
                <a:gd name="connsiteX1" fmla="*/ 16693 w 38272"/>
                <a:gd name="connsiteY1" fmla="*/ 21608 h 21607"/>
                <a:gd name="connsiteX2" fmla="*/ 0 w 38272"/>
                <a:gd name="connsiteY2" fmla="*/ 0 h 21607"/>
              </a:gdLst>
              <a:ahLst/>
              <a:cxnLst>
                <a:cxn ang="0">
                  <a:pos x="connsiteX0" y="connsiteY0"/>
                </a:cxn>
                <a:cxn ang="0">
                  <a:pos x="connsiteX1" y="connsiteY1"/>
                </a:cxn>
                <a:cxn ang="0">
                  <a:pos x="connsiteX2" y="connsiteY2"/>
                </a:cxn>
              </a:cxnLst>
              <a:rect l="l" t="t" r="r" b="b"/>
              <a:pathLst>
                <a:path w="38272" h="21607">
                  <a:moveTo>
                    <a:pt x="38273" y="4915"/>
                  </a:moveTo>
                  <a:lnTo>
                    <a:pt x="16693" y="21608"/>
                  </a:lnTo>
                  <a:lnTo>
                    <a:pt x="0" y="0"/>
                  </a:lnTo>
                </a:path>
              </a:pathLst>
            </a:custGeom>
            <a:noFill/>
            <a:ln w="8472" cap="flat">
              <a:solidFill>
                <a:srgbClr val="17A3A3"/>
              </a:solidFill>
              <a:prstDash val="solid"/>
              <a:miter/>
            </a:ln>
          </p:spPr>
          <p:txBody>
            <a:bodyPr rtlCol="1" anchor="ctr"/>
            <a:lstStyle/>
            <a:p>
              <a:endParaRPr lang="ar-SA"/>
            </a:p>
          </p:txBody>
        </p:sp>
        <p:grpSp>
          <p:nvGrpSpPr>
            <p:cNvPr id="8720" name="رسم 8014">
              <a:extLst>
                <a:ext uri="{FF2B5EF4-FFF2-40B4-BE49-F238E27FC236}">
                  <a16:creationId xmlns:a16="http://schemas.microsoft.com/office/drawing/2014/main" id="{8A6E98A5-2C3D-9FFF-2203-13D5F312C938}"/>
                </a:ext>
              </a:extLst>
            </p:cNvPr>
            <p:cNvGrpSpPr/>
            <p:nvPr/>
          </p:nvGrpSpPr>
          <p:grpSpPr>
            <a:xfrm>
              <a:off x="7198109" y="4565145"/>
              <a:ext cx="167467" cy="129448"/>
              <a:chOff x="7198109" y="4565145"/>
              <a:chExt cx="167467" cy="129448"/>
            </a:xfrm>
            <a:noFill/>
          </p:grpSpPr>
          <p:sp>
            <p:nvSpPr>
              <p:cNvPr id="8729" name="شكل حر: شكل 9690">
                <a:extLst>
                  <a:ext uri="{FF2B5EF4-FFF2-40B4-BE49-F238E27FC236}">
                    <a16:creationId xmlns:a16="http://schemas.microsoft.com/office/drawing/2014/main" id="{2FF722BB-9F91-31D7-F82E-25E9C297A15E}"/>
                  </a:ext>
                </a:extLst>
              </p:cNvPr>
              <p:cNvSpPr/>
              <p:nvPr/>
            </p:nvSpPr>
            <p:spPr>
              <a:xfrm>
                <a:off x="7198109" y="4565145"/>
                <a:ext cx="167467" cy="46435"/>
              </a:xfrm>
              <a:custGeom>
                <a:avLst/>
                <a:gdLst>
                  <a:gd name="connsiteX0" fmla="*/ 167468 w 167467"/>
                  <a:gd name="connsiteY0" fmla="*/ 46436 h 46435"/>
                  <a:gd name="connsiteX1" fmla="*/ 83720 w 167467"/>
                  <a:gd name="connsiteY1" fmla="*/ 0 h 46435"/>
                  <a:gd name="connsiteX2" fmla="*/ 0 w 167467"/>
                  <a:gd name="connsiteY2" fmla="*/ 46436 h 46435"/>
                </a:gdLst>
                <a:ahLst/>
                <a:cxnLst>
                  <a:cxn ang="0">
                    <a:pos x="connsiteX0" y="connsiteY0"/>
                  </a:cxn>
                  <a:cxn ang="0">
                    <a:pos x="connsiteX1" y="connsiteY1"/>
                  </a:cxn>
                  <a:cxn ang="0">
                    <a:pos x="connsiteX2" y="connsiteY2"/>
                  </a:cxn>
                </a:cxnLst>
                <a:rect l="l" t="t" r="r" b="b"/>
                <a:pathLst>
                  <a:path w="167467" h="46435">
                    <a:moveTo>
                      <a:pt x="167468" y="46436"/>
                    </a:moveTo>
                    <a:lnTo>
                      <a:pt x="83720" y="0"/>
                    </a:lnTo>
                    <a:lnTo>
                      <a:pt x="0" y="46436"/>
                    </a:lnTo>
                  </a:path>
                </a:pathLst>
              </a:custGeom>
              <a:noFill/>
              <a:ln w="8472" cap="flat">
                <a:solidFill>
                  <a:srgbClr val="01355A"/>
                </a:solidFill>
                <a:prstDash val="solid"/>
                <a:miter/>
              </a:ln>
            </p:spPr>
            <p:txBody>
              <a:bodyPr rtlCol="1" anchor="ctr"/>
              <a:lstStyle/>
              <a:p>
                <a:endParaRPr lang="ar-SA"/>
              </a:p>
            </p:txBody>
          </p:sp>
          <p:grpSp>
            <p:nvGrpSpPr>
              <p:cNvPr id="8730" name="رسم 8014">
                <a:extLst>
                  <a:ext uri="{FF2B5EF4-FFF2-40B4-BE49-F238E27FC236}">
                    <a16:creationId xmlns:a16="http://schemas.microsoft.com/office/drawing/2014/main" id="{1D608DC3-E142-9655-A30D-A3373F070E3A}"/>
                  </a:ext>
                </a:extLst>
              </p:cNvPr>
              <p:cNvGrpSpPr/>
              <p:nvPr/>
            </p:nvGrpSpPr>
            <p:grpSpPr>
              <a:xfrm>
                <a:off x="7214718" y="4602373"/>
                <a:ext cx="134250" cy="92221"/>
                <a:chOff x="7214718" y="4602373"/>
                <a:chExt cx="134250" cy="92221"/>
              </a:xfrm>
              <a:noFill/>
            </p:grpSpPr>
            <p:sp>
              <p:nvSpPr>
                <p:cNvPr id="8732" name="شكل حر: شكل 9692">
                  <a:extLst>
                    <a:ext uri="{FF2B5EF4-FFF2-40B4-BE49-F238E27FC236}">
                      <a16:creationId xmlns:a16="http://schemas.microsoft.com/office/drawing/2014/main" id="{91543AC5-D63E-0E2C-0258-532F28D33D85}"/>
                    </a:ext>
                  </a:extLst>
                </p:cNvPr>
                <p:cNvSpPr/>
                <p:nvPr/>
              </p:nvSpPr>
              <p:spPr>
                <a:xfrm>
                  <a:off x="7214718" y="4602373"/>
                  <a:ext cx="134250" cy="92221"/>
                </a:xfrm>
                <a:custGeom>
                  <a:avLst/>
                  <a:gdLst>
                    <a:gd name="connsiteX0" fmla="*/ 0 w 134250"/>
                    <a:gd name="connsiteY0" fmla="*/ 0 h 92221"/>
                    <a:gd name="connsiteX1" fmla="*/ 0 w 134250"/>
                    <a:gd name="connsiteY1" fmla="*/ 92221 h 92221"/>
                    <a:gd name="connsiteX2" fmla="*/ 134251 w 134250"/>
                    <a:gd name="connsiteY2" fmla="*/ 92221 h 92221"/>
                    <a:gd name="connsiteX3" fmla="*/ 134251 w 134250"/>
                    <a:gd name="connsiteY3" fmla="*/ 0 h 92221"/>
                  </a:gdLst>
                  <a:ahLst/>
                  <a:cxnLst>
                    <a:cxn ang="0">
                      <a:pos x="connsiteX0" y="connsiteY0"/>
                    </a:cxn>
                    <a:cxn ang="0">
                      <a:pos x="connsiteX1" y="connsiteY1"/>
                    </a:cxn>
                    <a:cxn ang="0">
                      <a:pos x="connsiteX2" y="connsiteY2"/>
                    </a:cxn>
                    <a:cxn ang="0">
                      <a:pos x="connsiteX3" y="connsiteY3"/>
                    </a:cxn>
                  </a:cxnLst>
                  <a:rect l="l" t="t" r="r" b="b"/>
                  <a:pathLst>
                    <a:path w="134250" h="92221">
                      <a:moveTo>
                        <a:pt x="0" y="0"/>
                      </a:moveTo>
                      <a:lnTo>
                        <a:pt x="0" y="92221"/>
                      </a:lnTo>
                      <a:lnTo>
                        <a:pt x="134251" y="92221"/>
                      </a:lnTo>
                      <a:lnTo>
                        <a:pt x="134251" y="0"/>
                      </a:lnTo>
                    </a:path>
                  </a:pathLst>
                </a:custGeom>
                <a:noFill/>
                <a:ln w="8472" cap="flat">
                  <a:solidFill>
                    <a:srgbClr val="01355A"/>
                  </a:solidFill>
                  <a:prstDash val="solid"/>
                  <a:miter/>
                </a:ln>
              </p:spPr>
              <p:txBody>
                <a:bodyPr rtlCol="1" anchor="ctr"/>
                <a:lstStyle/>
                <a:p>
                  <a:endParaRPr lang="ar-SA"/>
                </a:p>
              </p:txBody>
            </p:sp>
            <p:sp>
              <p:nvSpPr>
                <p:cNvPr id="8733" name="شكل حر: شكل 9693">
                  <a:extLst>
                    <a:ext uri="{FF2B5EF4-FFF2-40B4-BE49-F238E27FC236}">
                      <a16:creationId xmlns:a16="http://schemas.microsoft.com/office/drawing/2014/main" id="{6BDD5955-B000-7A19-5900-E8A6A8F34A25}"/>
                    </a:ext>
                  </a:extLst>
                </p:cNvPr>
                <p:cNvSpPr/>
                <p:nvPr/>
              </p:nvSpPr>
              <p:spPr>
                <a:xfrm>
                  <a:off x="7232145" y="4616919"/>
                  <a:ext cx="40955" cy="77675"/>
                </a:xfrm>
                <a:custGeom>
                  <a:avLst/>
                  <a:gdLst>
                    <a:gd name="connsiteX0" fmla="*/ 0 w 40955"/>
                    <a:gd name="connsiteY0" fmla="*/ 77675 h 77675"/>
                    <a:gd name="connsiteX1" fmla="*/ 0 w 40955"/>
                    <a:gd name="connsiteY1" fmla="*/ 20478 h 77675"/>
                    <a:gd name="connsiteX2" fmla="*/ 20478 w 40955"/>
                    <a:gd name="connsiteY2" fmla="*/ 0 h 77675"/>
                    <a:gd name="connsiteX3" fmla="*/ 20478 w 40955"/>
                    <a:gd name="connsiteY3" fmla="*/ 0 h 77675"/>
                    <a:gd name="connsiteX4" fmla="*/ 40956 w 40955"/>
                    <a:gd name="connsiteY4" fmla="*/ 20478 h 77675"/>
                    <a:gd name="connsiteX5" fmla="*/ 40956 w 40955"/>
                    <a:gd name="connsiteY5" fmla="*/ 77675 h 77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955" h="77675">
                      <a:moveTo>
                        <a:pt x="0" y="77675"/>
                      </a:moveTo>
                      <a:lnTo>
                        <a:pt x="0" y="20478"/>
                      </a:lnTo>
                      <a:cubicBezTo>
                        <a:pt x="0" y="9152"/>
                        <a:pt x="9180" y="0"/>
                        <a:pt x="20478" y="0"/>
                      </a:cubicBezTo>
                      <a:lnTo>
                        <a:pt x="20478" y="0"/>
                      </a:lnTo>
                      <a:cubicBezTo>
                        <a:pt x="31804" y="0"/>
                        <a:pt x="40956" y="9180"/>
                        <a:pt x="40956" y="20478"/>
                      </a:cubicBezTo>
                      <a:lnTo>
                        <a:pt x="40956" y="77675"/>
                      </a:lnTo>
                    </a:path>
                  </a:pathLst>
                </a:custGeom>
                <a:noFill/>
                <a:ln w="8472" cap="flat">
                  <a:solidFill>
                    <a:srgbClr val="01355A"/>
                  </a:solidFill>
                  <a:prstDash val="solid"/>
                  <a:miter/>
                </a:ln>
              </p:spPr>
              <p:txBody>
                <a:bodyPr rtlCol="1" anchor="ctr"/>
                <a:lstStyle/>
                <a:p>
                  <a:endParaRPr lang="ar-SA"/>
                </a:p>
              </p:txBody>
            </p:sp>
          </p:grpSp>
          <p:sp>
            <p:nvSpPr>
              <p:cNvPr id="8731" name="شكل حر: شكل 9694">
                <a:extLst>
                  <a:ext uri="{FF2B5EF4-FFF2-40B4-BE49-F238E27FC236}">
                    <a16:creationId xmlns:a16="http://schemas.microsoft.com/office/drawing/2014/main" id="{56C99EBC-6D92-760C-1928-8233CA51061A}"/>
                  </a:ext>
                </a:extLst>
              </p:cNvPr>
              <p:cNvSpPr/>
              <p:nvPr/>
            </p:nvSpPr>
            <p:spPr>
              <a:xfrm>
                <a:off x="7290585" y="4616919"/>
                <a:ext cx="40955" cy="77675"/>
              </a:xfrm>
              <a:custGeom>
                <a:avLst/>
                <a:gdLst>
                  <a:gd name="connsiteX0" fmla="*/ 40956 w 40955"/>
                  <a:gd name="connsiteY0" fmla="*/ 77675 h 77675"/>
                  <a:gd name="connsiteX1" fmla="*/ 40956 w 40955"/>
                  <a:gd name="connsiteY1" fmla="*/ 20478 h 77675"/>
                  <a:gd name="connsiteX2" fmla="*/ 20478 w 40955"/>
                  <a:gd name="connsiteY2" fmla="*/ 0 h 77675"/>
                  <a:gd name="connsiteX3" fmla="*/ 20478 w 40955"/>
                  <a:gd name="connsiteY3" fmla="*/ 0 h 77675"/>
                  <a:gd name="connsiteX4" fmla="*/ 0 w 40955"/>
                  <a:gd name="connsiteY4" fmla="*/ 20478 h 77675"/>
                  <a:gd name="connsiteX5" fmla="*/ 0 w 40955"/>
                  <a:gd name="connsiteY5" fmla="*/ 77675 h 77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955" h="77675">
                    <a:moveTo>
                      <a:pt x="40956" y="77675"/>
                    </a:moveTo>
                    <a:lnTo>
                      <a:pt x="40956" y="20478"/>
                    </a:lnTo>
                    <a:cubicBezTo>
                      <a:pt x="40956" y="9152"/>
                      <a:pt x="31776" y="0"/>
                      <a:pt x="20478" y="0"/>
                    </a:cubicBezTo>
                    <a:lnTo>
                      <a:pt x="20478" y="0"/>
                    </a:lnTo>
                    <a:cubicBezTo>
                      <a:pt x="9152" y="0"/>
                      <a:pt x="0" y="9180"/>
                      <a:pt x="0" y="20478"/>
                    </a:cubicBezTo>
                    <a:lnTo>
                      <a:pt x="0" y="77675"/>
                    </a:lnTo>
                  </a:path>
                </a:pathLst>
              </a:custGeom>
              <a:noFill/>
              <a:ln w="8472" cap="flat">
                <a:solidFill>
                  <a:srgbClr val="01355A"/>
                </a:solidFill>
                <a:prstDash val="solid"/>
                <a:miter/>
              </a:ln>
            </p:spPr>
            <p:txBody>
              <a:bodyPr rtlCol="1" anchor="ctr"/>
              <a:lstStyle/>
              <a:p>
                <a:endParaRPr lang="ar-SA"/>
              </a:p>
            </p:txBody>
          </p:sp>
        </p:grpSp>
        <p:grpSp>
          <p:nvGrpSpPr>
            <p:cNvPr id="8721" name="رسم 8014">
              <a:extLst>
                <a:ext uri="{FF2B5EF4-FFF2-40B4-BE49-F238E27FC236}">
                  <a16:creationId xmlns:a16="http://schemas.microsoft.com/office/drawing/2014/main" id="{CFB12B47-C846-EEB1-A4BA-BB45C0090E67}"/>
                </a:ext>
              </a:extLst>
            </p:cNvPr>
            <p:cNvGrpSpPr/>
            <p:nvPr/>
          </p:nvGrpSpPr>
          <p:grpSpPr>
            <a:xfrm>
              <a:off x="7346264" y="4385010"/>
              <a:ext cx="189900" cy="189900"/>
              <a:chOff x="7346264" y="4385010"/>
              <a:chExt cx="189900" cy="189900"/>
            </a:xfrm>
            <a:noFill/>
          </p:grpSpPr>
          <p:grpSp>
            <p:nvGrpSpPr>
              <p:cNvPr id="8722" name="رسم 8014">
                <a:extLst>
                  <a:ext uri="{FF2B5EF4-FFF2-40B4-BE49-F238E27FC236}">
                    <a16:creationId xmlns:a16="http://schemas.microsoft.com/office/drawing/2014/main" id="{C1BB5744-298E-3EDB-276B-B8316A50A20F}"/>
                  </a:ext>
                </a:extLst>
              </p:cNvPr>
              <p:cNvGrpSpPr/>
              <p:nvPr/>
            </p:nvGrpSpPr>
            <p:grpSpPr>
              <a:xfrm>
                <a:off x="7401844" y="4420161"/>
                <a:ext cx="78211" cy="110609"/>
                <a:chOff x="7401844" y="4420161"/>
                <a:chExt cx="78211" cy="110609"/>
              </a:xfrm>
              <a:noFill/>
            </p:grpSpPr>
            <p:sp>
              <p:nvSpPr>
                <p:cNvPr id="8724" name="شكل حر: شكل 9697">
                  <a:extLst>
                    <a:ext uri="{FF2B5EF4-FFF2-40B4-BE49-F238E27FC236}">
                      <a16:creationId xmlns:a16="http://schemas.microsoft.com/office/drawing/2014/main" id="{89EA9857-1DDE-5C0F-AA1B-3F5B68C5E131}"/>
                    </a:ext>
                  </a:extLst>
                </p:cNvPr>
                <p:cNvSpPr/>
                <p:nvPr/>
              </p:nvSpPr>
              <p:spPr>
                <a:xfrm>
                  <a:off x="7462769" y="4503118"/>
                  <a:ext cx="2824" cy="27652"/>
                </a:xfrm>
                <a:custGeom>
                  <a:avLst/>
                  <a:gdLst>
                    <a:gd name="connsiteX0" fmla="*/ 0 w 2824"/>
                    <a:gd name="connsiteY0" fmla="*/ 0 h 27652"/>
                    <a:gd name="connsiteX1" fmla="*/ 0 w 2824"/>
                    <a:gd name="connsiteY1" fmla="*/ 27652 h 27652"/>
                  </a:gdLst>
                  <a:ahLst/>
                  <a:cxnLst>
                    <a:cxn ang="0">
                      <a:pos x="connsiteX0" y="connsiteY0"/>
                    </a:cxn>
                    <a:cxn ang="0">
                      <a:pos x="connsiteX1" y="connsiteY1"/>
                    </a:cxn>
                  </a:cxnLst>
                  <a:rect l="l" t="t" r="r" b="b"/>
                  <a:pathLst>
                    <a:path w="2824" h="27652">
                      <a:moveTo>
                        <a:pt x="0" y="0"/>
                      </a:moveTo>
                      <a:lnTo>
                        <a:pt x="0" y="27652"/>
                      </a:lnTo>
                    </a:path>
                  </a:pathLst>
                </a:custGeom>
                <a:ln w="8472" cap="flat">
                  <a:solidFill>
                    <a:srgbClr val="01355A"/>
                  </a:solidFill>
                  <a:prstDash val="solid"/>
                  <a:miter/>
                </a:ln>
              </p:spPr>
              <p:txBody>
                <a:bodyPr rtlCol="1" anchor="ctr"/>
                <a:lstStyle/>
                <a:p>
                  <a:endParaRPr lang="ar-SA"/>
                </a:p>
              </p:txBody>
            </p:sp>
            <p:sp>
              <p:nvSpPr>
                <p:cNvPr id="8725" name="شكل حر: شكل 9698">
                  <a:extLst>
                    <a:ext uri="{FF2B5EF4-FFF2-40B4-BE49-F238E27FC236}">
                      <a16:creationId xmlns:a16="http://schemas.microsoft.com/office/drawing/2014/main" id="{DF8D1F05-FF07-14B1-D518-4E14CCC3CD9A}"/>
                    </a:ext>
                  </a:extLst>
                </p:cNvPr>
                <p:cNvSpPr/>
                <p:nvPr/>
              </p:nvSpPr>
              <p:spPr>
                <a:xfrm>
                  <a:off x="7418537" y="4503118"/>
                  <a:ext cx="2824" cy="27652"/>
                </a:xfrm>
                <a:custGeom>
                  <a:avLst/>
                  <a:gdLst>
                    <a:gd name="connsiteX0" fmla="*/ 0 w 2824"/>
                    <a:gd name="connsiteY0" fmla="*/ 0 h 27652"/>
                    <a:gd name="connsiteX1" fmla="*/ 0 w 2824"/>
                    <a:gd name="connsiteY1" fmla="*/ 27652 h 27652"/>
                  </a:gdLst>
                  <a:ahLst/>
                  <a:cxnLst>
                    <a:cxn ang="0">
                      <a:pos x="connsiteX0" y="connsiteY0"/>
                    </a:cxn>
                    <a:cxn ang="0">
                      <a:pos x="connsiteX1" y="connsiteY1"/>
                    </a:cxn>
                  </a:cxnLst>
                  <a:rect l="l" t="t" r="r" b="b"/>
                  <a:pathLst>
                    <a:path w="2824" h="27652">
                      <a:moveTo>
                        <a:pt x="0" y="0"/>
                      </a:moveTo>
                      <a:lnTo>
                        <a:pt x="0" y="27652"/>
                      </a:lnTo>
                    </a:path>
                  </a:pathLst>
                </a:custGeom>
                <a:ln w="8472" cap="flat">
                  <a:solidFill>
                    <a:srgbClr val="01355A"/>
                  </a:solidFill>
                  <a:prstDash val="solid"/>
                  <a:miter/>
                </a:ln>
              </p:spPr>
              <p:txBody>
                <a:bodyPr rtlCol="1" anchor="ctr"/>
                <a:lstStyle/>
                <a:p>
                  <a:endParaRPr lang="ar-SA"/>
                </a:p>
              </p:txBody>
            </p:sp>
            <p:sp>
              <p:nvSpPr>
                <p:cNvPr id="8726" name="شكل حر: شكل 9699">
                  <a:extLst>
                    <a:ext uri="{FF2B5EF4-FFF2-40B4-BE49-F238E27FC236}">
                      <a16:creationId xmlns:a16="http://schemas.microsoft.com/office/drawing/2014/main" id="{BD94E8C8-E77D-E245-C072-A854098A5B0E}"/>
                    </a:ext>
                  </a:extLst>
                </p:cNvPr>
                <p:cNvSpPr/>
                <p:nvPr/>
              </p:nvSpPr>
              <p:spPr>
                <a:xfrm>
                  <a:off x="7420401" y="4420161"/>
                  <a:ext cx="41068" cy="41068"/>
                </a:xfrm>
                <a:custGeom>
                  <a:avLst/>
                  <a:gdLst>
                    <a:gd name="connsiteX0" fmla="*/ 41069 w 41068"/>
                    <a:gd name="connsiteY0" fmla="*/ 20535 h 41068"/>
                    <a:gd name="connsiteX1" fmla="*/ 20534 w 41068"/>
                    <a:gd name="connsiteY1" fmla="*/ 41069 h 41068"/>
                    <a:gd name="connsiteX2" fmla="*/ 0 w 41068"/>
                    <a:gd name="connsiteY2" fmla="*/ 20535 h 41068"/>
                    <a:gd name="connsiteX3" fmla="*/ 20534 w 41068"/>
                    <a:gd name="connsiteY3" fmla="*/ 0 h 41068"/>
                    <a:gd name="connsiteX4" fmla="*/ 41069 w 41068"/>
                    <a:gd name="connsiteY4" fmla="*/ 20535 h 41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68" h="41068">
                      <a:moveTo>
                        <a:pt x="41069" y="20535"/>
                      </a:moveTo>
                      <a:cubicBezTo>
                        <a:pt x="41069" y="31876"/>
                        <a:pt x="31875" y="41069"/>
                        <a:pt x="20534" y="41069"/>
                      </a:cubicBezTo>
                      <a:cubicBezTo>
                        <a:pt x="9193" y="41069"/>
                        <a:pt x="0" y="31876"/>
                        <a:pt x="0" y="20535"/>
                      </a:cubicBezTo>
                      <a:cubicBezTo>
                        <a:pt x="0" y="9194"/>
                        <a:pt x="9193" y="0"/>
                        <a:pt x="20534" y="0"/>
                      </a:cubicBezTo>
                      <a:cubicBezTo>
                        <a:pt x="31875" y="0"/>
                        <a:pt x="41069" y="9194"/>
                        <a:pt x="41069" y="20535"/>
                      </a:cubicBezTo>
                      <a:close/>
                    </a:path>
                  </a:pathLst>
                </a:custGeom>
                <a:noFill/>
                <a:ln w="8472" cap="flat">
                  <a:solidFill>
                    <a:srgbClr val="01355A"/>
                  </a:solidFill>
                  <a:prstDash val="solid"/>
                  <a:miter/>
                </a:ln>
              </p:spPr>
              <p:txBody>
                <a:bodyPr rtlCol="1" anchor="ctr"/>
                <a:lstStyle/>
                <a:p>
                  <a:endParaRPr lang="ar-SA"/>
                </a:p>
              </p:txBody>
            </p:sp>
            <p:sp>
              <p:nvSpPr>
                <p:cNvPr id="8727" name="شكل حر: شكل 9700">
                  <a:extLst>
                    <a:ext uri="{FF2B5EF4-FFF2-40B4-BE49-F238E27FC236}">
                      <a16:creationId xmlns:a16="http://schemas.microsoft.com/office/drawing/2014/main" id="{2D5A37BF-03F5-44CE-B77F-9F60D6881064}"/>
                    </a:ext>
                  </a:extLst>
                </p:cNvPr>
                <p:cNvSpPr/>
                <p:nvPr/>
              </p:nvSpPr>
              <p:spPr>
                <a:xfrm>
                  <a:off x="7401844" y="4473997"/>
                  <a:ext cx="78211" cy="56773"/>
                </a:xfrm>
                <a:custGeom>
                  <a:avLst/>
                  <a:gdLst>
                    <a:gd name="connsiteX0" fmla="*/ 0 w 78211"/>
                    <a:gd name="connsiteY0" fmla="*/ 56773 h 56773"/>
                    <a:gd name="connsiteX1" fmla="*/ 0 w 78211"/>
                    <a:gd name="connsiteY1" fmla="*/ 13360 h 56773"/>
                    <a:gd name="connsiteX2" fmla="*/ 13360 w 78211"/>
                    <a:gd name="connsiteY2" fmla="*/ 0 h 56773"/>
                    <a:gd name="connsiteX3" fmla="*/ 64851 w 78211"/>
                    <a:gd name="connsiteY3" fmla="*/ 0 h 56773"/>
                    <a:gd name="connsiteX4" fmla="*/ 78212 w 78211"/>
                    <a:gd name="connsiteY4" fmla="*/ 13360 h 56773"/>
                    <a:gd name="connsiteX5" fmla="*/ 78212 w 78211"/>
                    <a:gd name="connsiteY5" fmla="*/ 56773 h 56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8211" h="56773">
                      <a:moveTo>
                        <a:pt x="0" y="56773"/>
                      </a:moveTo>
                      <a:lnTo>
                        <a:pt x="0" y="13360"/>
                      </a:lnTo>
                      <a:cubicBezTo>
                        <a:pt x="0" y="5988"/>
                        <a:pt x="5988" y="0"/>
                        <a:pt x="13360" y="0"/>
                      </a:cubicBezTo>
                      <a:lnTo>
                        <a:pt x="64851" y="0"/>
                      </a:lnTo>
                      <a:cubicBezTo>
                        <a:pt x="72223" y="0"/>
                        <a:pt x="78212" y="5988"/>
                        <a:pt x="78212" y="13360"/>
                      </a:cubicBezTo>
                      <a:lnTo>
                        <a:pt x="78212" y="56773"/>
                      </a:lnTo>
                    </a:path>
                  </a:pathLst>
                </a:custGeom>
                <a:noFill/>
                <a:ln w="8472" cap="flat">
                  <a:solidFill>
                    <a:srgbClr val="01355A"/>
                  </a:solidFill>
                  <a:prstDash val="solid"/>
                  <a:miter/>
                </a:ln>
              </p:spPr>
              <p:txBody>
                <a:bodyPr rtlCol="1" anchor="ctr"/>
                <a:lstStyle/>
                <a:p>
                  <a:endParaRPr lang="ar-SA"/>
                </a:p>
              </p:txBody>
            </p:sp>
            <p:sp>
              <p:nvSpPr>
                <p:cNvPr id="8728" name="شكل حر: شكل 9701">
                  <a:extLst>
                    <a:ext uri="{FF2B5EF4-FFF2-40B4-BE49-F238E27FC236}">
                      <a16:creationId xmlns:a16="http://schemas.microsoft.com/office/drawing/2014/main" id="{606BF93A-BA6C-45BC-B575-77F1EDE9BE81}"/>
                    </a:ext>
                  </a:extLst>
                </p:cNvPr>
                <p:cNvSpPr/>
                <p:nvPr/>
              </p:nvSpPr>
              <p:spPr>
                <a:xfrm>
                  <a:off x="7440936" y="4473997"/>
                  <a:ext cx="2824" cy="23782"/>
                </a:xfrm>
                <a:custGeom>
                  <a:avLst/>
                  <a:gdLst>
                    <a:gd name="connsiteX0" fmla="*/ 0 w 2824"/>
                    <a:gd name="connsiteY0" fmla="*/ 0 h 23782"/>
                    <a:gd name="connsiteX1" fmla="*/ 0 w 2824"/>
                    <a:gd name="connsiteY1" fmla="*/ 23783 h 23782"/>
                  </a:gdLst>
                  <a:ahLst/>
                  <a:cxnLst>
                    <a:cxn ang="0">
                      <a:pos x="connsiteX0" y="connsiteY0"/>
                    </a:cxn>
                    <a:cxn ang="0">
                      <a:pos x="connsiteX1" y="connsiteY1"/>
                    </a:cxn>
                  </a:cxnLst>
                  <a:rect l="l" t="t" r="r" b="b"/>
                  <a:pathLst>
                    <a:path w="2824" h="23782">
                      <a:moveTo>
                        <a:pt x="0" y="0"/>
                      </a:moveTo>
                      <a:lnTo>
                        <a:pt x="0" y="23783"/>
                      </a:lnTo>
                    </a:path>
                  </a:pathLst>
                </a:custGeom>
                <a:ln w="8472" cap="flat">
                  <a:solidFill>
                    <a:srgbClr val="01355A"/>
                  </a:solidFill>
                  <a:prstDash val="solid"/>
                  <a:miter/>
                </a:ln>
              </p:spPr>
              <p:txBody>
                <a:bodyPr rtlCol="1" anchor="ctr"/>
                <a:lstStyle/>
                <a:p>
                  <a:endParaRPr lang="ar-SA"/>
                </a:p>
              </p:txBody>
            </p:sp>
          </p:grpSp>
          <p:sp>
            <p:nvSpPr>
              <p:cNvPr id="8723" name="شكل حر: شكل 9702">
                <a:extLst>
                  <a:ext uri="{FF2B5EF4-FFF2-40B4-BE49-F238E27FC236}">
                    <a16:creationId xmlns:a16="http://schemas.microsoft.com/office/drawing/2014/main" id="{4A978921-5344-BF4F-4329-31541EC34FCD}"/>
                  </a:ext>
                </a:extLst>
              </p:cNvPr>
              <p:cNvSpPr/>
              <p:nvPr/>
            </p:nvSpPr>
            <p:spPr>
              <a:xfrm rot="-4846799">
                <a:off x="7358454" y="4397201"/>
                <a:ext cx="165518" cy="165518"/>
              </a:xfrm>
              <a:custGeom>
                <a:avLst/>
                <a:gdLst>
                  <a:gd name="connsiteX0" fmla="*/ 165518 w 165518"/>
                  <a:gd name="connsiteY0" fmla="*/ 82759 h 165518"/>
                  <a:gd name="connsiteX1" fmla="*/ 82759 w 165518"/>
                  <a:gd name="connsiteY1" fmla="*/ 165519 h 165518"/>
                  <a:gd name="connsiteX2" fmla="*/ 0 w 165518"/>
                  <a:gd name="connsiteY2" fmla="*/ 82759 h 165518"/>
                  <a:gd name="connsiteX3" fmla="*/ 82759 w 165518"/>
                  <a:gd name="connsiteY3" fmla="*/ 0 h 165518"/>
                  <a:gd name="connsiteX4" fmla="*/ 165518 w 165518"/>
                  <a:gd name="connsiteY4" fmla="*/ 82759 h 165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518" h="165518">
                    <a:moveTo>
                      <a:pt x="165518" y="82759"/>
                    </a:moveTo>
                    <a:cubicBezTo>
                      <a:pt x="165518" y="128466"/>
                      <a:pt x="128466" y="165519"/>
                      <a:pt x="82759" y="165519"/>
                    </a:cubicBezTo>
                    <a:cubicBezTo>
                      <a:pt x="37053" y="165519"/>
                      <a:pt x="0" y="128466"/>
                      <a:pt x="0" y="82759"/>
                    </a:cubicBezTo>
                    <a:cubicBezTo>
                      <a:pt x="0" y="37053"/>
                      <a:pt x="37053" y="0"/>
                      <a:pt x="82759" y="0"/>
                    </a:cubicBezTo>
                    <a:cubicBezTo>
                      <a:pt x="128466" y="0"/>
                      <a:pt x="165518" y="37052"/>
                      <a:pt x="165518" y="82759"/>
                    </a:cubicBezTo>
                    <a:close/>
                  </a:path>
                </a:pathLst>
              </a:custGeom>
              <a:noFill/>
              <a:ln w="8472" cap="flat">
                <a:solidFill>
                  <a:srgbClr val="01355A"/>
                </a:solidFill>
                <a:prstDash val="solid"/>
                <a:miter/>
              </a:ln>
            </p:spPr>
            <p:txBody>
              <a:bodyPr rtlCol="1" anchor="ctr"/>
              <a:lstStyle/>
              <a:p>
                <a:endParaRPr lang="ar-SA"/>
              </a:p>
            </p:txBody>
          </p:sp>
        </p:grpSp>
      </p:grpSp>
      <p:grpSp>
        <p:nvGrpSpPr>
          <p:cNvPr id="8734" name="رسم 8014">
            <a:extLst>
              <a:ext uri="{FF2B5EF4-FFF2-40B4-BE49-F238E27FC236}">
                <a16:creationId xmlns:a16="http://schemas.microsoft.com/office/drawing/2014/main" id="{EB2848FF-8CB1-5333-9DCB-4F2EFF3274E6}"/>
              </a:ext>
            </a:extLst>
          </p:cNvPr>
          <p:cNvGrpSpPr/>
          <p:nvPr/>
        </p:nvGrpSpPr>
        <p:grpSpPr>
          <a:xfrm>
            <a:off x="2819021" y="3312455"/>
            <a:ext cx="312419" cy="175965"/>
            <a:chOff x="2451004" y="2387222"/>
            <a:chExt cx="373435" cy="223252"/>
          </a:xfrm>
          <a:noFill/>
        </p:grpSpPr>
        <p:grpSp>
          <p:nvGrpSpPr>
            <p:cNvPr id="8735" name="رسم 8014">
              <a:extLst>
                <a:ext uri="{FF2B5EF4-FFF2-40B4-BE49-F238E27FC236}">
                  <a16:creationId xmlns:a16="http://schemas.microsoft.com/office/drawing/2014/main" id="{C1A9D2B7-124F-26C3-649D-1F20CA018AAB}"/>
                </a:ext>
              </a:extLst>
            </p:cNvPr>
            <p:cNvGrpSpPr/>
            <p:nvPr/>
          </p:nvGrpSpPr>
          <p:grpSpPr>
            <a:xfrm>
              <a:off x="2691545" y="2427980"/>
              <a:ext cx="42650" cy="109225"/>
              <a:chOff x="2691545" y="2427980"/>
              <a:chExt cx="42650" cy="109225"/>
            </a:xfrm>
            <a:noFill/>
          </p:grpSpPr>
          <p:sp>
            <p:nvSpPr>
              <p:cNvPr id="8743" name="شكل حر: شكل 9705">
                <a:extLst>
                  <a:ext uri="{FF2B5EF4-FFF2-40B4-BE49-F238E27FC236}">
                    <a16:creationId xmlns:a16="http://schemas.microsoft.com/office/drawing/2014/main" id="{DDE6981F-0DF1-F6D7-0963-0FE06E9D2364}"/>
                  </a:ext>
                </a:extLst>
              </p:cNvPr>
              <p:cNvSpPr/>
              <p:nvPr/>
            </p:nvSpPr>
            <p:spPr>
              <a:xfrm>
                <a:off x="2691545" y="2439871"/>
                <a:ext cx="42650" cy="85301"/>
              </a:xfrm>
              <a:custGeom>
                <a:avLst/>
                <a:gdLst>
                  <a:gd name="connsiteX0" fmla="*/ 0 w 42650"/>
                  <a:gd name="connsiteY0" fmla="*/ 63976 h 85301"/>
                  <a:gd name="connsiteX1" fmla="*/ 21325 w 42650"/>
                  <a:gd name="connsiteY1" fmla="*/ 85301 h 85301"/>
                  <a:gd name="connsiteX2" fmla="*/ 42651 w 42650"/>
                  <a:gd name="connsiteY2" fmla="*/ 63976 h 85301"/>
                  <a:gd name="connsiteX3" fmla="*/ 21325 w 42650"/>
                  <a:gd name="connsiteY3" fmla="*/ 42651 h 85301"/>
                  <a:gd name="connsiteX4" fmla="*/ 0 w 42650"/>
                  <a:gd name="connsiteY4" fmla="*/ 21325 h 85301"/>
                  <a:gd name="connsiteX5" fmla="*/ 21325 w 42650"/>
                  <a:gd name="connsiteY5" fmla="*/ 0 h 85301"/>
                  <a:gd name="connsiteX6" fmla="*/ 42651 w 42650"/>
                  <a:gd name="connsiteY6" fmla="*/ 21325 h 85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650" h="85301">
                    <a:moveTo>
                      <a:pt x="0" y="63976"/>
                    </a:moveTo>
                    <a:cubicBezTo>
                      <a:pt x="0" y="75754"/>
                      <a:pt x="9547" y="85301"/>
                      <a:pt x="21325" y="85301"/>
                    </a:cubicBezTo>
                    <a:cubicBezTo>
                      <a:pt x="33104" y="85301"/>
                      <a:pt x="42651" y="75754"/>
                      <a:pt x="42651" y="63976"/>
                    </a:cubicBezTo>
                    <a:cubicBezTo>
                      <a:pt x="42651" y="52198"/>
                      <a:pt x="33923" y="46746"/>
                      <a:pt x="21325" y="42651"/>
                    </a:cubicBezTo>
                    <a:cubicBezTo>
                      <a:pt x="10140" y="39007"/>
                      <a:pt x="0" y="33104"/>
                      <a:pt x="0" y="21325"/>
                    </a:cubicBezTo>
                    <a:cubicBezTo>
                      <a:pt x="0" y="9547"/>
                      <a:pt x="9547" y="0"/>
                      <a:pt x="21325" y="0"/>
                    </a:cubicBezTo>
                    <a:cubicBezTo>
                      <a:pt x="33104" y="0"/>
                      <a:pt x="42651" y="9547"/>
                      <a:pt x="42651" y="21325"/>
                    </a:cubicBezTo>
                  </a:path>
                </a:pathLst>
              </a:custGeom>
              <a:noFill/>
              <a:ln w="8472" cap="flat">
                <a:solidFill>
                  <a:srgbClr val="17A3A3"/>
                </a:solidFill>
                <a:prstDash val="solid"/>
                <a:miter/>
              </a:ln>
            </p:spPr>
            <p:txBody>
              <a:bodyPr rtlCol="1" anchor="ctr"/>
              <a:lstStyle/>
              <a:p>
                <a:endParaRPr lang="ar-SA"/>
              </a:p>
            </p:txBody>
          </p:sp>
          <p:sp>
            <p:nvSpPr>
              <p:cNvPr id="8744" name="شكل حر: شكل 9706">
                <a:extLst>
                  <a:ext uri="{FF2B5EF4-FFF2-40B4-BE49-F238E27FC236}">
                    <a16:creationId xmlns:a16="http://schemas.microsoft.com/office/drawing/2014/main" id="{C60A3028-79BA-3FE3-7FA8-C69430765EE1}"/>
                  </a:ext>
                </a:extLst>
              </p:cNvPr>
              <p:cNvSpPr/>
              <p:nvPr/>
            </p:nvSpPr>
            <p:spPr>
              <a:xfrm>
                <a:off x="2712870" y="2427980"/>
                <a:ext cx="2824" cy="12032"/>
              </a:xfrm>
              <a:custGeom>
                <a:avLst/>
                <a:gdLst>
                  <a:gd name="connsiteX0" fmla="*/ 0 w 2824"/>
                  <a:gd name="connsiteY0" fmla="*/ 0 h 12032"/>
                  <a:gd name="connsiteX1" fmla="*/ 0 w 2824"/>
                  <a:gd name="connsiteY1" fmla="*/ 12033 h 12032"/>
                </a:gdLst>
                <a:ahLst/>
                <a:cxnLst>
                  <a:cxn ang="0">
                    <a:pos x="connsiteX0" y="connsiteY0"/>
                  </a:cxn>
                  <a:cxn ang="0">
                    <a:pos x="connsiteX1" y="connsiteY1"/>
                  </a:cxn>
                </a:cxnLst>
                <a:rect l="l" t="t" r="r" b="b"/>
                <a:pathLst>
                  <a:path w="2824" h="12032">
                    <a:moveTo>
                      <a:pt x="0" y="0"/>
                    </a:moveTo>
                    <a:lnTo>
                      <a:pt x="0" y="12033"/>
                    </a:lnTo>
                  </a:path>
                </a:pathLst>
              </a:custGeom>
              <a:ln w="8472" cap="flat">
                <a:solidFill>
                  <a:srgbClr val="17A3A3"/>
                </a:solidFill>
                <a:prstDash val="solid"/>
                <a:miter/>
              </a:ln>
            </p:spPr>
            <p:txBody>
              <a:bodyPr rtlCol="1" anchor="ctr"/>
              <a:lstStyle/>
              <a:p>
                <a:endParaRPr lang="ar-SA"/>
              </a:p>
            </p:txBody>
          </p:sp>
          <p:sp>
            <p:nvSpPr>
              <p:cNvPr id="8745" name="شكل حر: شكل 9707">
                <a:extLst>
                  <a:ext uri="{FF2B5EF4-FFF2-40B4-BE49-F238E27FC236}">
                    <a16:creationId xmlns:a16="http://schemas.microsoft.com/office/drawing/2014/main" id="{0CAA0E36-84F3-35B0-699C-F689620CC80F}"/>
                  </a:ext>
                </a:extLst>
              </p:cNvPr>
              <p:cNvSpPr/>
              <p:nvPr/>
            </p:nvSpPr>
            <p:spPr>
              <a:xfrm>
                <a:off x="2712870" y="2525173"/>
                <a:ext cx="2824" cy="12032"/>
              </a:xfrm>
              <a:custGeom>
                <a:avLst/>
                <a:gdLst>
                  <a:gd name="connsiteX0" fmla="*/ 0 w 2824"/>
                  <a:gd name="connsiteY0" fmla="*/ 0 h 12032"/>
                  <a:gd name="connsiteX1" fmla="*/ 0 w 2824"/>
                  <a:gd name="connsiteY1" fmla="*/ 12033 h 12032"/>
                </a:gdLst>
                <a:ahLst/>
                <a:cxnLst>
                  <a:cxn ang="0">
                    <a:pos x="connsiteX0" y="connsiteY0"/>
                  </a:cxn>
                  <a:cxn ang="0">
                    <a:pos x="connsiteX1" y="connsiteY1"/>
                  </a:cxn>
                </a:cxnLst>
                <a:rect l="l" t="t" r="r" b="b"/>
                <a:pathLst>
                  <a:path w="2824" h="12032">
                    <a:moveTo>
                      <a:pt x="0" y="0"/>
                    </a:moveTo>
                    <a:lnTo>
                      <a:pt x="0" y="12033"/>
                    </a:lnTo>
                  </a:path>
                </a:pathLst>
              </a:custGeom>
              <a:ln w="8472" cap="flat">
                <a:solidFill>
                  <a:srgbClr val="17A3A3"/>
                </a:solidFill>
                <a:prstDash val="solid"/>
                <a:miter/>
              </a:ln>
            </p:spPr>
            <p:txBody>
              <a:bodyPr rtlCol="1" anchor="ctr"/>
              <a:lstStyle/>
              <a:p>
                <a:endParaRPr lang="ar-SA"/>
              </a:p>
            </p:txBody>
          </p:sp>
        </p:grpSp>
        <p:sp>
          <p:nvSpPr>
            <p:cNvPr id="8736" name="شكل حر: شكل 9708">
              <a:extLst>
                <a:ext uri="{FF2B5EF4-FFF2-40B4-BE49-F238E27FC236}">
                  <a16:creationId xmlns:a16="http://schemas.microsoft.com/office/drawing/2014/main" id="{95DC5B56-294A-DF3C-237E-23B5C04B1BF2}"/>
                </a:ext>
              </a:extLst>
            </p:cNvPr>
            <p:cNvSpPr/>
            <p:nvPr/>
          </p:nvSpPr>
          <p:spPr>
            <a:xfrm>
              <a:off x="2470468" y="2553362"/>
              <a:ext cx="57112" cy="57112"/>
            </a:xfrm>
            <a:custGeom>
              <a:avLst/>
              <a:gdLst>
                <a:gd name="connsiteX0" fmla="*/ 0 w 57112"/>
                <a:gd name="connsiteY0" fmla="*/ 28556 h 57112"/>
                <a:gd name="connsiteX1" fmla="*/ 28556 w 57112"/>
                <a:gd name="connsiteY1" fmla="*/ 0 h 57112"/>
                <a:gd name="connsiteX2" fmla="*/ 57112 w 57112"/>
                <a:gd name="connsiteY2" fmla="*/ 28556 h 57112"/>
                <a:gd name="connsiteX3" fmla="*/ 28556 w 57112"/>
                <a:gd name="connsiteY3" fmla="*/ 57112 h 57112"/>
                <a:gd name="connsiteX4" fmla="*/ 0 w 57112"/>
                <a:gd name="connsiteY4" fmla="*/ 28556 h 5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12" h="57112">
                  <a:moveTo>
                    <a:pt x="0" y="28556"/>
                  </a:moveTo>
                  <a:cubicBezTo>
                    <a:pt x="0" y="12767"/>
                    <a:pt x="12795" y="0"/>
                    <a:pt x="28556" y="0"/>
                  </a:cubicBezTo>
                  <a:cubicBezTo>
                    <a:pt x="44317" y="0"/>
                    <a:pt x="57112" y="12795"/>
                    <a:pt x="57112" y="28556"/>
                  </a:cubicBezTo>
                  <a:cubicBezTo>
                    <a:pt x="57112" y="44317"/>
                    <a:pt x="44317" y="57112"/>
                    <a:pt x="28556" y="57112"/>
                  </a:cubicBezTo>
                  <a:cubicBezTo>
                    <a:pt x="12795" y="57112"/>
                    <a:pt x="0" y="44317"/>
                    <a:pt x="0" y="28556"/>
                  </a:cubicBezTo>
                  <a:close/>
                </a:path>
              </a:pathLst>
            </a:custGeom>
            <a:noFill/>
            <a:ln w="8472" cap="flat">
              <a:solidFill>
                <a:srgbClr val="01355A"/>
              </a:solidFill>
              <a:prstDash val="solid"/>
              <a:miter/>
            </a:ln>
          </p:spPr>
          <p:txBody>
            <a:bodyPr rtlCol="1" anchor="ctr"/>
            <a:lstStyle/>
            <a:p>
              <a:endParaRPr lang="ar-SA"/>
            </a:p>
          </p:txBody>
        </p:sp>
        <p:sp>
          <p:nvSpPr>
            <p:cNvPr id="8737" name="شكل حر: شكل 9709">
              <a:extLst>
                <a:ext uri="{FF2B5EF4-FFF2-40B4-BE49-F238E27FC236}">
                  <a16:creationId xmlns:a16="http://schemas.microsoft.com/office/drawing/2014/main" id="{ADA0905F-18D6-164C-80EC-81A6F2DBAA30}"/>
                </a:ext>
              </a:extLst>
            </p:cNvPr>
            <p:cNvSpPr/>
            <p:nvPr/>
          </p:nvSpPr>
          <p:spPr>
            <a:xfrm>
              <a:off x="2743460" y="2553362"/>
              <a:ext cx="57112" cy="57112"/>
            </a:xfrm>
            <a:custGeom>
              <a:avLst/>
              <a:gdLst>
                <a:gd name="connsiteX0" fmla="*/ 0 w 57112"/>
                <a:gd name="connsiteY0" fmla="*/ 28556 h 57112"/>
                <a:gd name="connsiteX1" fmla="*/ 28556 w 57112"/>
                <a:gd name="connsiteY1" fmla="*/ 0 h 57112"/>
                <a:gd name="connsiteX2" fmla="*/ 57112 w 57112"/>
                <a:gd name="connsiteY2" fmla="*/ 28556 h 57112"/>
                <a:gd name="connsiteX3" fmla="*/ 28556 w 57112"/>
                <a:gd name="connsiteY3" fmla="*/ 57112 h 57112"/>
                <a:gd name="connsiteX4" fmla="*/ 0 w 57112"/>
                <a:gd name="connsiteY4" fmla="*/ 28556 h 57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12" h="57112">
                  <a:moveTo>
                    <a:pt x="0" y="28556"/>
                  </a:moveTo>
                  <a:cubicBezTo>
                    <a:pt x="0" y="12767"/>
                    <a:pt x="12795" y="0"/>
                    <a:pt x="28556" y="0"/>
                  </a:cubicBezTo>
                  <a:cubicBezTo>
                    <a:pt x="44317" y="0"/>
                    <a:pt x="57112" y="12795"/>
                    <a:pt x="57112" y="28556"/>
                  </a:cubicBezTo>
                  <a:cubicBezTo>
                    <a:pt x="57112" y="44317"/>
                    <a:pt x="44317" y="57112"/>
                    <a:pt x="28556" y="57112"/>
                  </a:cubicBezTo>
                  <a:cubicBezTo>
                    <a:pt x="12795" y="57112"/>
                    <a:pt x="0" y="44317"/>
                    <a:pt x="0" y="28556"/>
                  </a:cubicBezTo>
                  <a:close/>
                </a:path>
              </a:pathLst>
            </a:custGeom>
            <a:noFill/>
            <a:ln w="8472" cap="flat">
              <a:solidFill>
                <a:srgbClr val="01355A"/>
              </a:solidFill>
              <a:prstDash val="solid"/>
              <a:miter/>
            </a:ln>
          </p:spPr>
          <p:txBody>
            <a:bodyPr rtlCol="1" anchor="ctr"/>
            <a:lstStyle/>
            <a:p>
              <a:endParaRPr lang="ar-SA"/>
            </a:p>
          </p:txBody>
        </p:sp>
        <p:sp>
          <p:nvSpPr>
            <p:cNvPr id="8738" name="شكل حر: شكل 9710">
              <a:extLst>
                <a:ext uri="{FF2B5EF4-FFF2-40B4-BE49-F238E27FC236}">
                  <a16:creationId xmlns:a16="http://schemas.microsoft.com/office/drawing/2014/main" id="{DD37C0AC-B534-72C5-4AB8-55A833D9A621}"/>
                </a:ext>
              </a:extLst>
            </p:cNvPr>
            <p:cNvSpPr/>
            <p:nvPr/>
          </p:nvSpPr>
          <p:spPr>
            <a:xfrm>
              <a:off x="2451004" y="2421201"/>
              <a:ext cx="173175" cy="162354"/>
            </a:xfrm>
            <a:custGeom>
              <a:avLst/>
              <a:gdLst>
                <a:gd name="connsiteX0" fmla="*/ 19463 w 173175"/>
                <a:gd name="connsiteY0" fmla="*/ 162355 h 162354"/>
                <a:gd name="connsiteX1" fmla="*/ 19463 w 173175"/>
                <a:gd name="connsiteY1" fmla="*/ 162355 h 162354"/>
                <a:gd name="connsiteX2" fmla="*/ 31 w 173175"/>
                <a:gd name="connsiteY2" fmla="*/ 143487 h 162354"/>
                <a:gd name="connsiteX3" fmla="*/ 17628 w 173175"/>
                <a:gd name="connsiteY3" fmla="*/ 93549 h 162354"/>
                <a:gd name="connsiteX4" fmla="*/ 32682 w 173175"/>
                <a:gd name="connsiteY4" fmla="*/ 84228 h 162354"/>
                <a:gd name="connsiteX5" fmla="*/ 100471 w 173175"/>
                <a:gd name="connsiteY5" fmla="*/ 34149 h 162354"/>
                <a:gd name="connsiteX6" fmla="*/ 170040 w 173175"/>
                <a:gd name="connsiteY6" fmla="*/ 28 h 162354"/>
                <a:gd name="connsiteX7" fmla="*/ 173175 w 173175"/>
                <a:gd name="connsiteY7" fmla="*/ 0 h 162354"/>
                <a:gd name="connsiteX8" fmla="*/ 173175 w 173175"/>
                <a:gd name="connsiteY8" fmla="*/ 62338 h 162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3175" h="162354">
                  <a:moveTo>
                    <a:pt x="19463" y="162355"/>
                  </a:moveTo>
                  <a:lnTo>
                    <a:pt x="19463" y="162355"/>
                  </a:lnTo>
                  <a:cubicBezTo>
                    <a:pt x="8956" y="162355"/>
                    <a:pt x="285" y="153994"/>
                    <a:pt x="31" y="143487"/>
                  </a:cubicBezTo>
                  <a:cubicBezTo>
                    <a:pt x="-337" y="128319"/>
                    <a:pt x="2432" y="107305"/>
                    <a:pt x="17628" y="93549"/>
                  </a:cubicBezTo>
                  <a:cubicBezTo>
                    <a:pt x="22034" y="89566"/>
                    <a:pt x="27175" y="86516"/>
                    <a:pt x="32682" y="84228"/>
                  </a:cubicBezTo>
                  <a:cubicBezTo>
                    <a:pt x="43359" y="79822"/>
                    <a:pt x="73836" y="65304"/>
                    <a:pt x="100471" y="34149"/>
                  </a:cubicBezTo>
                  <a:cubicBezTo>
                    <a:pt x="118012" y="13643"/>
                    <a:pt x="143066" y="734"/>
                    <a:pt x="170040" y="28"/>
                  </a:cubicBezTo>
                  <a:cubicBezTo>
                    <a:pt x="171085" y="28"/>
                    <a:pt x="172130" y="0"/>
                    <a:pt x="173175" y="0"/>
                  </a:cubicBezTo>
                  <a:lnTo>
                    <a:pt x="173175" y="62338"/>
                  </a:lnTo>
                </a:path>
              </a:pathLst>
            </a:custGeom>
            <a:noFill/>
            <a:ln w="8472" cap="flat">
              <a:solidFill>
                <a:srgbClr val="01355A"/>
              </a:solidFill>
              <a:prstDash val="solid"/>
              <a:miter/>
            </a:ln>
          </p:spPr>
          <p:txBody>
            <a:bodyPr rtlCol="1" anchor="ctr"/>
            <a:lstStyle/>
            <a:p>
              <a:endParaRPr lang="ar-SA"/>
            </a:p>
          </p:txBody>
        </p:sp>
        <p:sp>
          <p:nvSpPr>
            <p:cNvPr id="8739" name="شكل حر: شكل 9711">
              <a:extLst>
                <a:ext uri="{FF2B5EF4-FFF2-40B4-BE49-F238E27FC236}">
                  <a16:creationId xmlns:a16="http://schemas.microsoft.com/office/drawing/2014/main" id="{49CED22E-761A-8F71-9563-F235DBC74B98}"/>
                </a:ext>
              </a:extLst>
            </p:cNvPr>
            <p:cNvSpPr/>
            <p:nvPr/>
          </p:nvSpPr>
          <p:spPr>
            <a:xfrm>
              <a:off x="2624208" y="2387222"/>
              <a:ext cx="200232" cy="194667"/>
            </a:xfrm>
            <a:custGeom>
              <a:avLst/>
              <a:gdLst>
                <a:gd name="connsiteX0" fmla="*/ 0 w 200232"/>
                <a:gd name="connsiteY0" fmla="*/ 33979 h 194667"/>
                <a:gd name="connsiteX1" fmla="*/ 0 w 200232"/>
                <a:gd name="connsiteY1" fmla="*/ 7796 h 194667"/>
                <a:gd name="connsiteX2" fmla="*/ 7796 w 200232"/>
                <a:gd name="connsiteY2" fmla="*/ 0 h 194667"/>
                <a:gd name="connsiteX3" fmla="*/ 200232 w 200232"/>
                <a:gd name="connsiteY3" fmla="*/ 0 h 194667"/>
                <a:gd name="connsiteX4" fmla="*/ 200232 w 200232"/>
                <a:gd name="connsiteY4" fmla="*/ 194668 h 194667"/>
                <a:gd name="connsiteX5" fmla="*/ 176393 w 200232"/>
                <a:gd name="connsiteY5" fmla="*/ 194668 h 194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232" h="194667">
                  <a:moveTo>
                    <a:pt x="0" y="33979"/>
                  </a:moveTo>
                  <a:lnTo>
                    <a:pt x="0" y="7796"/>
                  </a:lnTo>
                  <a:cubicBezTo>
                    <a:pt x="0" y="3502"/>
                    <a:pt x="3474" y="0"/>
                    <a:pt x="7796" y="0"/>
                  </a:cubicBezTo>
                  <a:lnTo>
                    <a:pt x="200232" y="0"/>
                  </a:lnTo>
                  <a:lnTo>
                    <a:pt x="200232" y="194668"/>
                  </a:lnTo>
                  <a:lnTo>
                    <a:pt x="176393" y="194668"/>
                  </a:lnTo>
                </a:path>
              </a:pathLst>
            </a:custGeom>
            <a:noFill/>
            <a:ln w="8472" cap="flat">
              <a:solidFill>
                <a:srgbClr val="01355A"/>
              </a:solidFill>
              <a:prstDash val="solid"/>
              <a:miter/>
            </a:ln>
          </p:spPr>
          <p:txBody>
            <a:bodyPr rtlCol="1" anchor="ctr"/>
            <a:lstStyle/>
            <a:p>
              <a:endParaRPr lang="ar-SA"/>
            </a:p>
          </p:txBody>
        </p:sp>
        <p:sp>
          <p:nvSpPr>
            <p:cNvPr id="8740" name="شكل حر: شكل 9712">
              <a:extLst>
                <a:ext uri="{FF2B5EF4-FFF2-40B4-BE49-F238E27FC236}">
                  <a16:creationId xmlns:a16="http://schemas.microsoft.com/office/drawing/2014/main" id="{65427006-9998-E623-EB69-FE06F58D0FC7}"/>
                </a:ext>
              </a:extLst>
            </p:cNvPr>
            <p:cNvSpPr/>
            <p:nvPr/>
          </p:nvSpPr>
          <p:spPr>
            <a:xfrm>
              <a:off x="2527580" y="2581918"/>
              <a:ext cx="215880" cy="2824"/>
            </a:xfrm>
            <a:custGeom>
              <a:avLst/>
              <a:gdLst>
                <a:gd name="connsiteX0" fmla="*/ 215880 w 215880"/>
                <a:gd name="connsiteY0" fmla="*/ 0 h 2824"/>
                <a:gd name="connsiteX1" fmla="*/ 0 w 215880"/>
                <a:gd name="connsiteY1" fmla="*/ 0 h 2824"/>
              </a:gdLst>
              <a:ahLst/>
              <a:cxnLst>
                <a:cxn ang="0">
                  <a:pos x="connsiteX0" y="connsiteY0"/>
                </a:cxn>
                <a:cxn ang="0">
                  <a:pos x="connsiteX1" y="connsiteY1"/>
                </a:cxn>
              </a:cxnLst>
              <a:rect l="l" t="t" r="r" b="b"/>
              <a:pathLst>
                <a:path w="215880" h="2824">
                  <a:moveTo>
                    <a:pt x="215880" y="0"/>
                  </a:moveTo>
                  <a:lnTo>
                    <a:pt x="0" y="0"/>
                  </a:lnTo>
                </a:path>
              </a:pathLst>
            </a:custGeom>
            <a:ln w="8472" cap="flat">
              <a:solidFill>
                <a:srgbClr val="01355A"/>
              </a:solidFill>
              <a:prstDash val="solid"/>
              <a:miter/>
            </a:ln>
          </p:spPr>
          <p:txBody>
            <a:bodyPr rtlCol="1" anchor="ctr"/>
            <a:lstStyle/>
            <a:p>
              <a:endParaRPr lang="ar-SA"/>
            </a:p>
          </p:txBody>
        </p:sp>
        <p:sp>
          <p:nvSpPr>
            <p:cNvPr id="8741" name="شكل حر: شكل 9713">
              <a:extLst>
                <a:ext uri="{FF2B5EF4-FFF2-40B4-BE49-F238E27FC236}">
                  <a16:creationId xmlns:a16="http://schemas.microsoft.com/office/drawing/2014/main" id="{D0BDA9CF-1249-748A-8E0E-42487A681D60}"/>
                </a:ext>
              </a:extLst>
            </p:cNvPr>
            <p:cNvSpPr/>
            <p:nvPr/>
          </p:nvSpPr>
          <p:spPr>
            <a:xfrm>
              <a:off x="2533625" y="2457525"/>
              <a:ext cx="68410" cy="48638"/>
            </a:xfrm>
            <a:custGeom>
              <a:avLst/>
              <a:gdLst>
                <a:gd name="connsiteX0" fmla="*/ 45701 w 68410"/>
                <a:gd name="connsiteY0" fmla="*/ 0 h 48638"/>
                <a:gd name="connsiteX1" fmla="*/ 68410 w 68410"/>
                <a:gd name="connsiteY1" fmla="*/ 0 h 48638"/>
                <a:gd name="connsiteX2" fmla="*/ 68410 w 68410"/>
                <a:gd name="connsiteY2" fmla="*/ 48639 h 48638"/>
                <a:gd name="connsiteX3" fmla="*/ 0 w 68410"/>
                <a:gd name="connsiteY3" fmla="*/ 48639 h 48638"/>
              </a:gdLst>
              <a:ahLst/>
              <a:cxnLst>
                <a:cxn ang="0">
                  <a:pos x="connsiteX0" y="connsiteY0"/>
                </a:cxn>
                <a:cxn ang="0">
                  <a:pos x="connsiteX1" y="connsiteY1"/>
                </a:cxn>
                <a:cxn ang="0">
                  <a:pos x="connsiteX2" y="connsiteY2"/>
                </a:cxn>
                <a:cxn ang="0">
                  <a:pos x="connsiteX3" y="connsiteY3"/>
                </a:cxn>
              </a:cxnLst>
              <a:rect l="l" t="t" r="r" b="b"/>
              <a:pathLst>
                <a:path w="68410" h="48638">
                  <a:moveTo>
                    <a:pt x="45701" y="0"/>
                  </a:moveTo>
                  <a:lnTo>
                    <a:pt x="68410" y="0"/>
                  </a:lnTo>
                  <a:lnTo>
                    <a:pt x="68410" y="48639"/>
                  </a:lnTo>
                  <a:lnTo>
                    <a:pt x="0" y="48639"/>
                  </a:lnTo>
                </a:path>
              </a:pathLst>
            </a:custGeom>
            <a:noFill/>
            <a:ln w="8472" cap="flat">
              <a:solidFill>
                <a:srgbClr val="01355A"/>
              </a:solidFill>
              <a:prstDash val="solid"/>
              <a:miter/>
            </a:ln>
          </p:spPr>
          <p:txBody>
            <a:bodyPr rtlCol="1" anchor="ctr"/>
            <a:lstStyle/>
            <a:p>
              <a:endParaRPr lang="ar-SA"/>
            </a:p>
          </p:txBody>
        </p:sp>
        <p:sp>
          <p:nvSpPr>
            <p:cNvPr id="8742" name="شكل حر: شكل 9714">
              <a:extLst>
                <a:ext uri="{FF2B5EF4-FFF2-40B4-BE49-F238E27FC236}">
                  <a16:creationId xmlns:a16="http://schemas.microsoft.com/office/drawing/2014/main" id="{D9943C92-449A-180B-18D1-E5002C753E98}"/>
                </a:ext>
              </a:extLst>
            </p:cNvPr>
            <p:cNvSpPr/>
            <p:nvPr/>
          </p:nvSpPr>
          <p:spPr>
            <a:xfrm>
              <a:off x="2602035" y="2506164"/>
              <a:ext cx="2824" cy="50615"/>
            </a:xfrm>
            <a:custGeom>
              <a:avLst/>
              <a:gdLst>
                <a:gd name="connsiteX0" fmla="*/ 0 w 2824"/>
                <a:gd name="connsiteY0" fmla="*/ 0 h 50615"/>
                <a:gd name="connsiteX1" fmla="*/ 0 w 2824"/>
                <a:gd name="connsiteY1" fmla="*/ 50616 h 50615"/>
              </a:gdLst>
              <a:ahLst/>
              <a:cxnLst>
                <a:cxn ang="0">
                  <a:pos x="connsiteX0" y="connsiteY0"/>
                </a:cxn>
                <a:cxn ang="0">
                  <a:pos x="connsiteX1" y="connsiteY1"/>
                </a:cxn>
              </a:cxnLst>
              <a:rect l="l" t="t" r="r" b="b"/>
              <a:pathLst>
                <a:path w="2824" h="50615">
                  <a:moveTo>
                    <a:pt x="0" y="0"/>
                  </a:moveTo>
                  <a:lnTo>
                    <a:pt x="0" y="50616"/>
                  </a:lnTo>
                </a:path>
              </a:pathLst>
            </a:custGeom>
            <a:ln w="8472" cap="flat">
              <a:solidFill>
                <a:srgbClr val="01355A"/>
              </a:solidFill>
              <a:prstDash val="solid"/>
              <a:miter/>
            </a:ln>
          </p:spPr>
          <p:txBody>
            <a:bodyPr rtlCol="1" anchor="ctr"/>
            <a:lstStyle/>
            <a:p>
              <a:endParaRPr lang="ar-SA"/>
            </a:p>
          </p:txBody>
        </p:sp>
      </p:grpSp>
      <p:grpSp>
        <p:nvGrpSpPr>
          <p:cNvPr id="8746" name="رسم 8014">
            <a:extLst>
              <a:ext uri="{FF2B5EF4-FFF2-40B4-BE49-F238E27FC236}">
                <a16:creationId xmlns:a16="http://schemas.microsoft.com/office/drawing/2014/main" id="{17D52716-BE52-3F55-8A5C-DD674DB0D824}"/>
              </a:ext>
            </a:extLst>
          </p:cNvPr>
          <p:cNvGrpSpPr/>
          <p:nvPr/>
        </p:nvGrpSpPr>
        <p:grpSpPr>
          <a:xfrm>
            <a:off x="2856241" y="4068390"/>
            <a:ext cx="266362" cy="268423"/>
            <a:chOff x="2495493" y="3346297"/>
            <a:chExt cx="318382" cy="340555"/>
          </a:xfrm>
          <a:noFill/>
        </p:grpSpPr>
        <p:sp>
          <p:nvSpPr>
            <p:cNvPr id="8747" name="شكل حر: شكل 9716">
              <a:extLst>
                <a:ext uri="{FF2B5EF4-FFF2-40B4-BE49-F238E27FC236}">
                  <a16:creationId xmlns:a16="http://schemas.microsoft.com/office/drawing/2014/main" id="{E69C97C1-9885-93A0-2015-CB275ABAA0AA}"/>
                </a:ext>
              </a:extLst>
            </p:cNvPr>
            <p:cNvSpPr/>
            <p:nvPr/>
          </p:nvSpPr>
          <p:spPr>
            <a:xfrm>
              <a:off x="2598109" y="3366605"/>
              <a:ext cx="50644" cy="2824"/>
            </a:xfrm>
            <a:custGeom>
              <a:avLst/>
              <a:gdLst>
                <a:gd name="connsiteX0" fmla="*/ 0 w 50644"/>
                <a:gd name="connsiteY0" fmla="*/ 0 h 2824"/>
                <a:gd name="connsiteX1" fmla="*/ 50644 w 50644"/>
                <a:gd name="connsiteY1" fmla="*/ 0 h 2824"/>
              </a:gdLst>
              <a:ahLst/>
              <a:cxnLst>
                <a:cxn ang="0">
                  <a:pos x="connsiteX0" y="connsiteY0"/>
                </a:cxn>
                <a:cxn ang="0">
                  <a:pos x="connsiteX1" y="connsiteY1"/>
                </a:cxn>
              </a:cxnLst>
              <a:rect l="l" t="t" r="r" b="b"/>
              <a:pathLst>
                <a:path w="50644" h="2824">
                  <a:moveTo>
                    <a:pt x="0" y="0"/>
                  </a:moveTo>
                  <a:lnTo>
                    <a:pt x="50644" y="0"/>
                  </a:lnTo>
                </a:path>
              </a:pathLst>
            </a:custGeom>
            <a:ln w="8472" cap="flat">
              <a:solidFill>
                <a:srgbClr val="01355A"/>
              </a:solidFill>
              <a:prstDash val="solid"/>
              <a:miter/>
            </a:ln>
          </p:spPr>
          <p:txBody>
            <a:bodyPr rtlCol="1" anchor="ctr"/>
            <a:lstStyle/>
            <a:p>
              <a:endParaRPr lang="ar-SA"/>
            </a:p>
          </p:txBody>
        </p:sp>
        <p:sp>
          <p:nvSpPr>
            <p:cNvPr id="8748" name="شكل حر: شكل 9717">
              <a:extLst>
                <a:ext uri="{FF2B5EF4-FFF2-40B4-BE49-F238E27FC236}">
                  <a16:creationId xmlns:a16="http://schemas.microsoft.com/office/drawing/2014/main" id="{584A7D21-D9A1-A021-3F44-1208A790FF20}"/>
                </a:ext>
              </a:extLst>
            </p:cNvPr>
            <p:cNvSpPr/>
            <p:nvPr/>
          </p:nvSpPr>
          <p:spPr>
            <a:xfrm>
              <a:off x="2495521" y="3346297"/>
              <a:ext cx="255847" cy="340555"/>
            </a:xfrm>
            <a:custGeom>
              <a:avLst/>
              <a:gdLst>
                <a:gd name="connsiteX0" fmla="*/ 255819 w 255847"/>
                <a:gd name="connsiteY0" fmla="*/ 95103 h 340555"/>
                <a:gd name="connsiteX1" fmla="*/ 255819 w 255847"/>
                <a:gd name="connsiteY1" fmla="*/ 20224 h 340555"/>
                <a:gd name="connsiteX2" fmla="*/ 235596 w 255847"/>
                <a:gd name="connsiteY2" fmla="*/ 0 h 340555"/>
                <a:gd name="connsiteX3" fmla="*/ 20224 w 255847"/>
                <a:gd name="connsiteY3" fmla="*/ 0 h 340555"/>
                <a:gd name="connsiteX4" fmla="*/ 0 w 255847"/>
                <a:gd name="connsiteY4" fmla="*/ 20224 h 340555"/>
                <a:gd name="connsiteX5" fmla="*/ 0 w 255847"/>
                <a:gd name="connsiteY5" fmla="*/ 326377 h 340555"/>
                <a:gd name="connsiteX6" fmla="*/ 14179 w 255847"/>
                <a:gd name="connsiteY6" fmla="*/ 340556 h 340555"/>
                <a:gd name="connsiteX7" fmla="*/ 241668 w 255847"/>
                <a:gd name="connsiteY7" fmla="*/ 340556 h 340555"/>
                <a:gd name="connsiteX8" fmla="*/ 255848 w 255847"/>
                <a:gd name="connsiteY8" fmla="*/ 326377 h 340555"/>
                <a:gd name="connsiteX9" fmla="*/ 255848 w 255847"/>
                <a:gd name="connsiteY9" fmla="*/ 299939 h 340555"/>
                <a:gd name="connsiteX10" fmla="*/ 0 w 255847"/>
                <a:gd name="connsiteY10" fmla="*/ 299939 h 340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5847" h="340555">
                  <a:moveTo>
                    <a:pt x="255819" y="95103"/>
                  </a:moveTo>
                  <a:lnTo>
                    <a:pt x="255819" y="20224"/>
                  </a:lnTo>
                  <a:cubicBezTo>
                    <a:pt x="255819" y="9039"/>
                    <a:pt x="246753" y="0"/>
                    <a:pt x="235596" y="0"/>
                  </a:cubicBezTo>
                  <a:lnTo>
                    <a:pt x="20224" y="0"/>
                  </a:lnTo>
                  <a:cubicBezTo>
                    <a:pt x="9067" y="0"/>
                    <a:pt x="0" y="9067"/>
                    <a:pt x="0" y="20224"/>
                  </a:cubicBezTo>
                  <a:lnTo>
                    <a:pt x="0" y="326377"/>
                  </a:lnTo>
                  <a:cubicBezTo>
                    <a:pt x="0" y="334201"/>
                    <a:pt x="6355" y="340556"/>
                    <a:pt x="14179" y="340556"/>
                  </a:cubicBezTo>
                  <a:lnTo>
                    <a:pt x="241668" y="340556"/>
                  </a:lnTo>
                  <a:cubicBezTo>
                    <a:pt x="249492" y="340556"/>
                    <a:pt x="255848" y="334201"/>
                    <a:pt x="255848" y="326377"/>
                  </a:cubicBezTo>
                  <a:lnTo>
                    <a:pt x="255848" y="299939"/>
                  </a:lnTo>
                  <a:lnTo>
                    <a:pt x="0" y="299939"/>
                  </a:lnTo>
                </a:path>
              </a:pathLst>
            </a:custGeom>
            <a:noFill/>
            <a:ln w="8472" cap="flat">
              <a:solidFill>
                <a:srgbClr val="01355A"/>
              </a:solidFill>
              <a:prstDash val="solid"/>
              <a:miter/>
            </a:ln>
          </p:spPr>
          <p:txBody>
            <a:bodyPr rtlCol="1" anchor="ctr"/>
            <a:lstStyle/>
            <a:p>
              <a:endParaRPr lang="ar-SA"/>
            </a:p>
          </p:txBody>
        </p:sp>
        <p:sp>
          <p:nvSpPr>
            <p:cNvPr id="8749" name="شكل حر: شكل 9718">
              <a:extLst>
                <a:ext uri="{FF2B5EF4-FFF2-40B4-BE49-F238E27FC236}">
                  <a16:creationId xmlns:a16="http://schemas.microsoft.com/office/drawing/2014/main" id="{E8502191-7149-6A4A-C53C-2B8B8FD3B987}"/>
                </a:ext>
              </a:extLst>
            </p:cNvPr>
            <p:cNvSpPr/>
            <p:nvPr/>
          </p:nvSpPr>
          <p:spPr>
            <a:xfrm>
              <a:off x="2751341" y="3583756"/>
              <a:ext cx="2824" cy="62478"/>
            </a:xfrm>
            <a:custGeom>
              <a:avLst/>
              <a:gdLst>
                <a:gd name="connsiteX0" fmla="*/ 0 w 2824"/>
                <a:gd name="connsiteY0" fmla="*/ 62479 h 62478"/>
                <a:gd name="connsiteX1" fmla="*/ 0 w 2824"/>
                <a:gd name="connsiteY1" fmla="*/ 0 h 62478"/>
              </a:gdLst>
              <a:ahLst/>
              <a:cxnLst>
                <a:cxn ang="0">
                  <a:pos x="connsiteX0" y="connsiteY0"/>
                </a:cxn>
                <a:cxn ang="0">
                  <a:pos x="connsiteX1" y="connsiteY1"/>
                </a:cxn>
              </a:cxnLst>
              <a:rect l="l" t="t" r="r" b="b"/>
              <a:pathLst>
                <a:path w="2824" h="62478">
                  <a:moveTo>
                    <a:pt x="0" y="62479"/>
                  </a:moveTo>
                  <a:lnTo>
                    <a:pt x="0" y="0"/>
                  </a:lnTo>
                </a:path>
              </a:pathLst>
            </a:custGeom>
            <a:ln w="8472" cap="flat">
              <a:solidFill>
                <a:srgbClr val="01355A"/>
              </a:solidFill>
              <a:prstDash val="solid"/>
              <a:miter/>
            </a:ln>
          </p:spPr>
          <p:txBody>
            <a:bodyPr rtlCol="1" anchor="ctr"/>
            <a:lstStyle/>
            <a:p>
              <a:endParaRPr lang="ar-SA"/>
            </a:p>
          </p:txBody>
        </p:sp>
        <p:sp>
          <p:nvSpPr>
            <p:cNvPr id="8750" name="شكل حر: شكل 9719">
              <a:extLst>
                <a:ext uri="{FF2B5EF4-FFF2-40B4-BE49-F238E27FC236}">
                  <a16:creationId xmlns:a16="http://schemas.microsoft.com/office/drawing/2014/main" id="{6314DCF2-817E-CFA0-7ECA-C413DA3184FE}"/>
                </a:ext>
              </a:extLst>
            </p:cNvPr>
            <p:cNvSpPr/>
            <p:nvPr/>
          </p:nvSpPr>
          <p:spPr>
            <a:xfrm>
              <a:off x="2598109" y="3666544"/>
              <a:ext cx="50644" cy="2824"/>
            </a:xfrm>
            <a:custGeom>
              <a:avLst/>
              <a:gdLst>
                <a:gd name="connsiteX0" fmla="*/ 0 w 50644"/>
                <a:gd name="connsiteY0" fmla="*/ 0 h 2824"/>
                <a:gd name="connsiteX1" fmla="*/ 50644 w 50644"/>
                <a:gd name="connsiteY1" fmla="*/ 0 h 2824"/>
              </a:gdLst>
              <a:ahLst/>
              <a:cxnLst>
                <a:cxn ang="0">
                  <a:pos x="connsiteX0" y="connsiteY0"/>
                </a:cxn>
                <a:cxn ang="0">
                  <a:pos x="connsiteX1" y="connsiteY1"/>
                </a:cxn>
              </a:cxnLst>
              <a:rect l="l" t="t" r="r" b="b"/>
              <a:pathLst>
                <a:path w="50644" h="2824">
                  <a:moveTo>
                    <a:pt x="0" y="0"/>
                  </a:moveTo>
                  <a:lnTo>
                    <a:pt x="50644" y="0"/>
                  </a:lnTo>
                </a:path>
              </a:pathLst>
            </a:custGeom>
            <a:ln w="8472" cap="flat">
              <a:solidFill>
                <a:srgbClr val="01355A"/>
              </a:solidFill>
              <a:prstDash val="solid"/>
              <a:miter/>
            </a:ln>
          </p:spPr>
          <p:txBody>
            <a:bodyPr rtlCol="1" anchor="ctr"/>
            <a:lstStyle/>
            <a:p>
              <a:endParaRPr lang="ar-SA"/>
            </a:p>
          </p:txBody>
        </p:sp>
        <p:sp>
          <p:nvSpPr>
            <p:cNvPr id="8751" name="شكل حر: شكل 9720">
              <a:extLst>
                <a:ext uri="{FF2B5EF4-FFF2-40B4-BE49-F238E27FC236}">
                  <a16:creationId xmlns:a16="http://schemas.microsoft.com/office/drawing/2014/main" id="{09676241-46E6-86C6-AD57-71976F7B91A9}"/>
                </a:ext>
              </a:extLst>
            </p:cNvPr>
            <p:cNvSpPr/>
            <p:nvPr/>
          </p:nvSpPr>
          <p:spPr>
            <a:xfrm>
              <a:off x="2495493" y="3386914"/>
              <a:ext cx="255847" cy="2824"/>
            </a:xfrm>
            <a:custGeom>
              <a:avLst/>
              <a:gdLst>
                <a:gd name="connsiteX0" fmla="*/ 0 w 255847"/>
                <a:gd name="connsiteY0" fmla="*/ 0 h 2824"/>
                <a:gd name="connsiteX1" fmla="*/ 255847 w 255847"/>
                <a:gd name="connsiteY1" fmla="*/ 0 h 2824"/>
              </a:gdLst>
              <a:ahLst/>
              <a:cxnLst>
                <a:cxn ang="0">
                  <a:pos x="connsiteX0" y="connsiteY0"/>
                </a:cxn>
                <a:cxn ang="0">
                  <a:pos x="connsiteX1" y="connsiteY1"/>
                </a:cxn>
              </a:cxnLst>
              <a:rect l="l" t="t" r="r" b="b"/>
              <a:pathLst>
                <a:path w="255847" h="2824">
                  <a:moveTo>
                    <a:pt x="0" y="0"/>
                  </a:moveTo>
                  <a:lnTo>
                    <a:pt x="255847" y="0"/>
                  </a:lnTo>
                </a:path>
              </a:pathLst>
            </a:custGeom>
            <a:ln w="8472" cap="flat">
              <a:solidFill>
                <a:srgbClr val="01355A"/>
              </a:solidFill>
              <a:prstDash val="solid"/>
              <a:miter/>
            </a:ln>
          </p:spPr>
          <p:txBody>
            <a:bodyPr rtlCol="1" anchor="ctr"/>
            <a:lstStyle/>
            <a:p>
              <a:endParaRPr lang="ar-SA"/>
            </a:p>
          </p:txBody>
        </p:sp>
        <p:sp>
          <p:nvSpPr>
            <p:cNvPr id="8752" name="شكل حر: شكل 9721">
              <a:extLst>
                <a:ext uri="{FF2B5EF4-FFF2-40B4-BE49-F238E27FC236}">
                  <a16:creationId xmlns:a16="http://schemas.microsoft.com/office/drawing/2014/main" id="{2E78336D-BC5E-8B08-243C-5A64E126FC78}"/>
                </a:ext>
              </a:extLst>
            </p:cNvPr>
            <p:cNvSpPr/>
            <p:nvPr/>
          </p:nvSpPr>
          <p:spPr>
            <a:xfrm>
              <a:off x="2624575" y="3458347"/>
              <a:ext cx="189301" cy="108462"/>
            </a:xfrm>
            <a:custGeom>
              <a:avLst/>
              <a:gdLst>
                <a:gd name="connsiteX0" fmla="*/ 189301 w 189301"/>
                <a:gd name="connsiteY0" fmla="*/ 108463 h 108462"/>
                <a:gd name="connsiteX1" fmla="*/ 189301 w 189301"/>
                <a:gd name="connsiteY1" fmla="*/ 0 h 108462"/>
                <a:gd name="connsiteX2" fmla="*/ 0 w 189301"/>
                <a:gd name="connsiteY2" fmla="*/ 0 h 108462"/>
                <a:gd name="connsiteX3" fmla="*/ 0 w 189301"/>
                <a:gd name="connsiteY3" fmla="*/ 108463 h 108462"/>
                <a:gd name="connsiteX4" fmla="*/ 189301 w 189301"/>
                <a:gd name="connsiteY4" fmla="*/ 108463 h 108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301" h="108462">
                  <a:moveTo>
                    <a:pt x="189301" y="108463"/>
                  </a:moveTo>
                  <a:lnTo>
                    <a:pt x="189301" y="0"/>
                  </a:lnTo>
                  <a:lnTo>
                    <a:pt x="0" y="0"/>
                  </a:lnTo>
                  <a:lnTo>
                    <a:pt x="0" y="108463"/>
                  </a:lnTo>
                  <a:lnTo>
                    <a:pt x="189301" y="108463"/>
                  </a:lnTo>
                </a:path>
              </a:pathLst>
            </a:custGeom>
            <a:noFill/>
            <a:ln w="8472" cap="flat">
              <a:solidFill>
                <a:srgbClr val="17A3A3"/>
              </a:solidFill>
              <a:prstDash val="solid"/>
              <a:miter/>
            </a:ln>
          </p:spPr>
          <p:txBody>
            <a:bodyPr rtlCol="1" anchor="ctr"/>
            <a:lstStyle/>
            <a:p>
              <a:endParaRPr lang="ar-SA"/>
            </a:p>
          </p:txBody>
        </p:sp>
        <p:sp>
          <p:nvSpPr>
            <p:cNvPr id="8753" name="شكل حر: شكل 9722">
              <a:extLst>
                <a:ext uri="{FF2B5EF4-FFF2-40B4-BE49-F238E27FC236}">
                  <a16:creationId xmlns:a16="http://schemas.microsoft.com/office/drawing/2014/main" id="{FC14C8EB-13A6-A442-B636-AFC12647C355}"/>
                </a:ext>
              </a:extLst>
            </p:cNvPr>
            <p:cNvSpPr/>
            <p:nvPr/>
          </p:nvSpPr>
          <p:spPr>
            <a:xfrm>
              <a:off x="2679286" y="3484332"/>
              <a:ext cx="11693" cy="56462"/>
            </a:xfrm>
            <a:custGeom>
              <a:avLst/>
              <a:gdLst>
                <a:gd name="connsiteX0" fmla="*/ 11694 w 11693"/>
                <a:gd name="connsiteY0" fmla="*/ 56463 h 56462"/>
                <a:gd name="connsiteX1" fmla="*/ 11694 w 11693"/>
                <a:gd name="connsiteY1" fmla="*/ 0 h 56462"/>
              </a:gdLst>
              <a:ahLst/>
              <a:cxnLst>
                <a:cxn ang="0">
                  <a:pos x="connsiteX0" y="connsiteY0"/>
                </a:cxn>
                <a:cxn ang="0">
                  <a:pos x="connsiteX1" y="connsiteY1"/>
                </a:cxn>
              </a:cxnLst>
              <a:rect l="l" t="t" r="r" b="b"/>
              <a:pathLst>
                <a:path w="11693" h="56462">
                  <a:moveTo>
                    <a:pt x="11694" y="56463"/>
                  </a:moveTo>
                  <a:cubicBezTo>
                    <a:pt x="-3898" y="40871"/>
                    <a:pt x="-3898" y="15592"/>
                    <a:pt x="11694" y="0"/>
                  </a:cubicBezTo>
                </a:path>
              </a:pathLst>
            </a:custGeom>
            <a:noFill/>
            <a:ln w="8472" cap="flat">
              <a:solidFill>
                <a:srgbClr val="17A3A3"/>
              </a:solidFill>
              <a:prstDash val="solid"/>
              <a:miter/>
            </a:ln>
          </p:spPr>
          <p:txBody>
            <a:bodyPr rtlCol="1" anchor="ctr"/>
            <a:lstStyle/>
            <a:p>
              <a:endParaRPr lang="ar-SA"/>
            </a:p>
          </p:txBody>
        </p:sp>
        <p:sp>
          <p:nvSpPr>
            <p:cNvPr id="8754" name="شكل حر: شكل 9723">
              <a:extLst>
                <a:ext uri="{FF2B5EF4-FFF2-40B4-BE49-F238E27FC236}">
                  <a16:creationId xmlns:a16="http://schemas.microsoft.com/office/drawing/2014/main" id="{DFB46654-1BC2-9479-2F54-E99DB7F4A9BB}"/>
                </a:ext>
              </a:extLst>
            </p:cNvPr>
            <p:cNvSpPr/>
            <p:nvPr/>
          </p:nvSpPr>
          <p:spPr>
            <a:xfrm>
              <a:off x="2747443" y="3484361"/>
              <a:ext cx="11693" cy="56462"/>
            </a:xfrm>
            <a:custGeom>
              <a:avLst/>
              <a:gdLst>
                <a:gd name="connsiteX0" fmla="*/ 0 w 11693"/>
                <a:gd name="connsiteY0" fmla="*/ 0 h 56462"/>
                <a:gd name="connsiteX1" fmla="*/ 0 w 11693"/>
                <a:gd name="connsiteY1" fmla="*/ 56463 h 56462"/>
              </a:gdLst>
              <a:ahLst/>
              <a:cxnLst>
                <a:cxn ang="0">
                  <a:pos x="connsiteX0" y="connsiteY0"/>
                </a:cxn>
                <a:cxn ang="0">
                  <a:pos x="connsiteX1" y="connsiteY1"/>
                </a:cxn>
              </a:cxnLst>
              <a:rect l="l" t="t" r="r" b="b"/>
              <a:pathLst>
                <a:path w="11693" h="56462">
                  <a:moveTo>
                    <a:pt x="0" y="0"/>
                  </a:moveTo>
                  <a:cubicBezTo>
                    <a:pt x="15592" y="15592"/>
                    <a:pt x="15592" y="40871"/>
                    <a:pt x="0" y="56463"/>
                  </a:cubicBezTo>
                </a:path>
              </a:pathLst>
            </a:custGeom>
            <a:noFill/>
            <a:ln w="8472" cap="flat">
              <a:solidFill>
                <a:srgbClr val="17A3A3"/>
              </a:solidFill>
              <a:prstDash val="solid"/>
              <a:miter/>
            </a:ln>
          </p:spPr>
          <p:txBody>
            <a:bodyPr rtlCol="1" anchor="ctr"/>
            <a:lstStyle/>
            <a:p>
              <a:endParaRPr lang="ar-SA"/>
            </a:p>
          </p:txBody>
        </p:sp>
        <p:grpSp>
          <p:nvGrpSpPr>
            <p:cNvPr id="8755" name="رسم 8014">
              <a:extLst>
                <a:ext uri="{FF2B5EF4-FFF2-40B4-BE49-F238E27FC236}">
                  <a16:creationId xmlns:a16="http://schemas.microsoft.com/office/drawing/2014/main" id="{24BB7E00-EC53-9E18-394F-94E6EF3232E0}"/>
                </a:ext>
              </a:extLst>
            </p:cNvPr>
            <p:cNvGrpSpPr/>
            <p:nvPr/>
          </p:nvGrpSpPr>
          <p:grpSpPr>
            <a:xfrm>
              <a:off x="2708210" y="3484361"/>
              <a:ext cx="22031" cy="56434"/>
              <a:chOff x="2708210" y="3484361"/>
              <a:chExt cx="22031" cy="56434"/>
            </a:xfrm>
            <a:noFill/>
          </p:grpSpPr>
          <p:sp>
            <p:nvSpPr>
              <p:cNvPr id="8763" name="شكل حر: شكل 9725">
                <a:extLst>
                  <a:ext uri="{FF2B5EF4-FFF2-40B4-BE49-F238E27FC236}">
                    <a16:creationId xmlns:a16="http://schemas.microsoft.com/office/drawing/2014/main" id="{C7464A33-4165-16CE-3DBA-84CDB1B7B40B}"/>
                  </a:ext>
                </a:extLst>
              </p:cNvPr>
              <p:cNvSpPr/>
              <p:nvPr/>
            </p:nvSpPr>
            <p:spPr>
              <a:xfrm>
                <a:off x="2708210" y="3490518"/>
                <a:ext cx="22031" cy="44062"/>
              </a:xfrm>
              <a:custGeom>
                <a:avLst/>
                <a:gdLst>
                  <a:gd name="connsiteX0" fmla="*/ 0 w 22031"/>
                  <a:gd name="connsiteY0" fmla="*/ 33047 h 44062"/>
                  <a:gd name="connsiteX1" fmla="*/ 11016 w 22031"/>
                  <a:gd name="connsiteY1" fmla="*/ 44063 h 44062"/>
                  <a:gd name="connsiteX2" fmla="*/ 22031 w 22031"/>
                  <a:gd name="connsiteY2" fmla="*/ 33047 h 44062"/>
                  <a:gd name="connsiteX3" fmla="*/ 11016 w 22031"/>
                  <a:gd name="connsiteY3" fmla="*/ 22031 h 44062"/>
                  <a:gd name="connsiteX4" fmla="*/ 0 w 22031"/>
                  <a:gd name="connsiteY4" fmla="*/ 11016 h 44062"/>
                  <a:gd name="connsiteX5" fmla="*/ 11016 w 22031"/>
                  <a:gd name="connsiteY5" fmla="*/ 0 h 44062"/>
                  <a:gd name="connsiteX6" fmla="*/ 22031 w 22031"/>
                  <a:gd name="connsiteY6" fmla="*/ 11016 h 44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031" h="44062">
                    <a:moveTo>
                      <a:pt x="0" y="33047"/>
                    </a:moveTo>
                    <a:cubicBezTo>
                      <a:pt x="0" y="39148"/>
                      <a:pt x="4943" y="44063"/>
                      <a:pt x="11016" y="44063"/>
                    </a:cubicBezTo>
                    <a:cubicBezTo>
                      <a:pt x="17088" y="44063"/>
                      <a:pt x="22031" y="39120"/>
                      <a:pt x="22031" y="33047"/>
                    </a:cubicBezTo>
                    <a:cubicBezTo>
                      <a:pt x="22031" y="26974"/>
                      <a:pt x="17512" y="24150"/>
                      <a:pt x="11016" y="22031"/>
                    </a:cubicBezTo>
                    <a:cubicBezTo>
                      <a:pt x="5225" y="20139"/>
                      <a:pt x="0" y="17088"/>
                      <a:pt x="0" y="11016"/>
                    </a:cubicBezTo>
                    <a:cubicBezTo>
                      <a:pt x="0" y="4943"/>
                      <a:pt x="4943" y="0"/>
                      <a:pt x="11016" y="0"/>
                    </a:cubicBezTo>
                    <a:cubicBezTo>
                      <a:pt x="17088" y="0"/>
                      <a:pt x="22031" y="4943"/>
                      <a:pt x="22031" y="11016"/>
                    </a:cubicBezTo>
                  </a:path>
                </a:pathLst>
              </a:custGeom>
              <a:noFill/>
              <a:ln w="8472" cap="flat">
                <a:solidFill>
                  <a:srgbClr val="17A3A3"/>
                </a:solidFill>
                <a:prstDash val="solid"/>
                <a:miter/>
              </a:ln>
            </p:spPr>
            <p:txBody>
              <a:bodyPr rtlCol="1" anchor="ctr"/>
              <a:lstStyle/>
              <a:p>
                <a:endParaRPr lang="ar-SA"/>
              </a:p>
            </p:txBody>
          </p:sp>
          <p:sp>
            <p:nvSpPr>
              <p:cNvPr id="8764" name="شكل حر: شكل 9726">
                <a:extLst>
                  <a:ext uri="{FF2B5EF4-FFF2-40B4-BE49-F238E27FC236}">
                    <a16:creationId xmlns:a16="http://schemas.microsoft.com/office/drawing/2014/main" id="{A4EA08F4-66EF-12F1-4138-BB77E18C9E56}"/>
                  </a:ext>
                </a:extLst>
              </p:cNvPr>
              <p:cNvSpPr/>
              <p:nvPr/>
            </p:nvSpPr>
            <p:spPr>
              <a:xfrm>
                <a:off x="2719226" y="3484361"/>
                <a:ext cx="2824" cy="6214"/>
              </a:xfrm>
              <a:custGeom>
                <a:avLst/>
                <a:gdLst>
                  <a:gd name="connsiteX0" fmla="*/ 0 w 2824"/>
                  <a:gd name="connsiteY0" fmla="*/ 0 h 6214"/>
                  <a:gd name="connsiteX1" fmla="*/ 0 w 2824"/>
                  <a:gd name="connsiteY1" fmla="*/ 6214 h 6214"/>
                </a:gdLst>
                <a:ahLst/>
                <a:cxnLst>
                  <a:cxn ang="0">
                    <a:pos x="connsiteX0" y="connsiteY0"/>
                  </a:cxn>
                  <a:cxn ang="0">
                    <a:pos x="connsiteX1" y="connsiteY1"/>
                  </a:cxn>
                </a:cxnLst>
                <a:rect l="l" t="t" r="r" b="b"/>
                <a:pathLst>
                  <a:path w="2824" h="6214">
                    <a:moveTo>
                      <a:pt x="0" y="0"/>
                    </a:moveTo>
                    <a:lnTo>
                      <a:pt x="0" y="6214"/>
                    </a:lnTo>
                  </a:path>
                </a:pathLst>
              </a:custGeom>
              <a:ln w="8472" cap="flat">
                <a:solidFill>
                  <a:srgbClr val="17A3A3"/>
                </a:solidFill>
                <a:prstDash val="solid"/>
                <a:miter/>
              </a:ln>
            </p:spPr>
            <p:txBody>
              <a:bodyPr rtlCol="1" anchor="ctr"/>
              <a:lstStyle/>
              <a:p>
                <a:endParaRPr lang="ar-SA"/>
              </a:p>
            </p:txBody>
          </p:sp>
          <p:sp>
            <p:nvSpPr>
              <p:cNvPr id="8765" name="شكل حر: شكل 9727">
                <a:extLst>
                  <a:ext uri="{FF2B5EF4-FFF2-40B4-BE49-F238E27FC236}">
                    <a16:creationId xmlns:a16="http://schemas.microsoft.com/office/drawing/2014/main" id="{2E42DE4C-911F-BE03-171E-199E0D5ACF0C}"/>
                  </a:ext>
                </a:extLst>
              </p:cNvPr>
              <p:cNvSpPr/>
              <p:nvPr/>
            </p:nvSpPr>
            <p:spPr>
              <a:xfrm>
                <a:off x="2719226" y="3534581"/>
                <a:ext cx="2824" cy="6214"/>
              </a:xfrm>
              <a:custGeom>
                <a:avLst/>
                <a:gdLst>
                  <a:gd name="connsiteX0" fmla="*/ 0 w 2824"/>
                  <a:gd name="connsiteY0" fmla="*/ 0 h 6214"/>
                  <a:gd name="connsiteX1" fmla="*/ 0 w 2824"/>
                  <a:gd name="connsiteY1" fmla="*/ 6214 h 6214"/>
                </a:gdLst>
                <a:ahLst/>
                <a:cxnLst>
                  <a:cxn ang="0">
                    <a:pos x="connsiteX0" y="connsiteY0"/>
                  </a:cxn>
                  <a:cxn ang="0">
                    <a:pos x="connsiteX1" y="connsiteY1"/>
                  </a:cxn>
                </a:cxnLst>
                <a:rect l="l" t="t" r="r" b="b"/>
                <a:pathLst>
                  <a:path w="2824" h="6214">
                    <a:moveTo>
                      <a:pt x="0" y="0"/>
                    </a:moveTo>
                    <a:lnTo>
                      <a:pt x="0" y="6214"/>
                    </a:lnTo>
                  </a:path>
                </a:pathLst>
              </a:custGeom>
              <a:ln w="8472" cap="flat">
                <a:solidFill>
                  <a:srgbClr val="17A3A3"/>
                </a:solidFill>
                <a:prstDash val="solid"/>
                <a:miter/>
              </a:ln>
            </p:spPr>
            <p:txBody>
              <a:bodyPr rtlCol="1" anchor="ctr"/>
              <a:lstStyle/>
              <a:p>
                <a:endParaRPr lang="ar-SA"/>
              </a:p>
            </p:txBody>
          </p:sp>
        </p:grpSp>
        <p:grpSp>
          <p:nvGrpSpPr>
            <p:cNvPr id="8756" name="رسم 8014">
              <a:extLst>
                <a:ext uri="{FF2B5EF4-FFF2-40B4-BE49-F238E27FC236}">
                  <a16:creationId xmlns:a16="http://schemas.microsoft.com/office/drawing/2014/main" id="{9EB4BE03-D7D3-77E8-5880-D9F0161A208B}"/>
                </a:ext>
              </a:extLst>
            </p:cNvPr>
            <p:cNvGrpSpPr/>
            <p:nvPr/>
          </p:nvGrpSpPr>
          <p:grpSpPr>
            <a:xfrm>
              <a:off x="2525829" y="3463967"/>
              <a:ext cx="76008" cy="97221"/>
              <a:chOff x="2525829" y="3463967"/>
              <a:chExt cx="76008" cy="97221"/>
            </a:xfrm>
            <a:noFill/>
          </p:grpSpPr>
          <p:grpSp>
            <p:nvGrpSpPr>
              <p:cNvPr id="8757" name="رسم 8014">
                <a:extLst>
                  <a:ext uri="{FF2B5EF4-FFF2-40B4-BE49-F238E27FC236}">
                    <a16:creationId xmlns:a16="http://schemas.microsoft.com/office/drawing/2014/main" id="{BA74B575-0F3A-1054-BA8B-0578741B792E}"/>
                  </a:ext>
                </a:extLst>
              </p:cNvPr>
              <p:cNvGrpSpPr/>
              <p:nvPr/>
            </p:nvGrpSpPr>
            <p:grpSpPr>
              <a:xfrm>
                <a:off x="2525829" y="3463967"/>
                <a:ext cx="76008" cy="35109"/>
                <a:chOff x="2525829" y="3463967"/>
                <a:chExt cx="76008" cy="35109"/>
              </a:xfrm>
              <a:noFill/>
            </p:grpSpPr>
            <p:sp>
              <p:nvSpPr>
                <p:cNvPr id="8761" name="شكل حر: شكل 9730">
                  <a:extLst>
                    <a:ext uri="{FF2B5EF4-FFF2-40B4-BE49-F238E27FC236}">
                      <a16:creationId xmlns:a16="http://schemas.microsoft.com/office/drawing/2014/main" id="{0C7B69A4-C0D5-9B7D-3C27-44A6CE8BD290}"/>
                    </a:ext>
                  </a:extLst>
                </p:cNvPr>
                <p:cNvSpPr/>
                <p:nvPr/>
              </p:nvSpPr>
              <p:spPr>
                <a:xfrm>
                  <a:off x="2543482" y="3481536"/>
                  <a:ext cx="58355" cy="2824"/>
                </a:xfrm>
                <a:custGeom>
                  <a:avLst/>
                  <a:gdLst>
                    <a:gd name="connsiteX0" fmla="*/ 58355 w 58355"/>
                    <a:gd name="connsiteY0" fmla="*/ 0 h 2824"/>
                    <a:gd name="connsiteX1" fmla="*/ 0 w 58355"/>
                    <a:gd name="connsiteY1" fmla="*/ 0 h 2824"/>
                  </a:gdLst>
                  <a:ahLst/>
                  <a:cxnLst>
                    <a:cxn ang="0">
                      <a:pos x="connsiteX0" y="connsiteY0"/>
                    </a:cxn>
                    <a:cxn ang="0">
                      <a:pos x="connsiteX1" y="connsiteY1"/>
                    </a:cxn>
                  </a:cxnLst>
                  <a:rect l="l" t="t" r="r" b="b"/>
                  <a:pathLst>
                    <a:path w="58355" h="2824">
                      <a:moveTo>
                        <a:pt x="58355" y="0"/>
                      </a:moveTo>
                      <a:lnTo>
                        <a:pt x="0" y="0"/>
                      </a:lnTo>
                    </a:path>
                  </a:pathLst>
                </a:custGeom>
                <a:ln w="8472" cap="flat">
                  <a:solidFill>
                    <a:srgbClr val="01355A"/>
                  </a:solidFill>
                  <a:prstDash val="solid"/>
                  <a:miter/>
                </a:ln>
              </p:spPr>
              <p:txBody>
                <a:bodyPr rtlCol="1" anchor="ctr"/>
                <a:lstStyle/>
                <a:p>
                  <a:endParaRPr lang="ar-SA"/>
                </a:p>
              </p:txBody>
            </p:sp>
            <p:sp>
              <p:nvSpPr>
                <p:cNvPr id="8762" name="شكل حر: شكل 9731">
                  <a:extLst>
                    <a:ext uri="{FF2B5EF4-FFF2-40B4-BE49-F238E27FC236}">
                      <a16:creationId xmlns:a16="http://schemas.microsoft.com/office/drawing/2014/main" id="{538A0103-9AC2-3B34-40D6-AC0AA9C141D1}"/>
                    </a:ext>
                  </a:extLst>
                </p:cNvPr>
                <p:cNvSpPr/>
                <p:nvPr/>
              </p:nvSpPr>
              <p:spPr>
                <a:xfrm>
                  <a:off x="2525829" y="3463967"/>
                  <a:ext cx="17653" cy="35109"/>
                </a:xfrm>
                <a:custGeom>
                  <a:avLst/>
                  <a:gdLst>
                    <a:gd name="connsiteX0" fmla="*/ 17653 w 17653"/>
                    <a:gd name="connsiteY0" fmla="*/ 35109 h 35109"/>
                    <a:gd name="connsiteX1" fmla="*/ 0 w 17653"/>
                    <a:gd name="connsiteY1" fmla="*/ 17456 h 35109"/>
                    <a:gd name="connsiteX2" fmla="*/ 17456 w 17653"/>
                    <a:gd name="connsiteY2" fmla="*/ 0 h 35109"/>
                  </a:gdLst>
                  <a:ahLst/>
                  <a:cxnLst>
                    <a:cxn ang="0">
                      <a:pos x="connsiteX0" y="connsiteY0"/>
                    </a:cxn>
                    <a:cxn ang="0">
                      <a:pos x="connsiteX1" y="connsiteY1"/>
                    </a:cxn>
                    <a:cxn ang="0">
                      <a:pos x="connsiteX2" y="connsiteY2"/>
                    </a:cxn>
                  </a:cxnLst>
                  <a:rect l="l" t="t" r="r" b="b"/>
                  <a:pathLst>
                    <a:path w="17653" h="35109">
                      <a:moveTo>
                        <a:pt x="17653" y="35109"/>
                      </a:moveTo>
                      <a:lnTo>
                        <a:pt x="0" y="17456"/>
                      </a:lnTo>
                      <a:lnTo>
                        <a:pt x="17456" y="0"/>
                      </a:lnTo>
                    </a:path>
                  </a:pathLst>
                </a:custGeom>
                <a:noFill/>
                <a:ln w="8472" cap="flat">
                  <a:solidFill>
                    <a:srgbClr val="01355A"/>
                  </a:solidFill>
                  <a:prstDash val="solid"/>
                  <a:miter/>
                </a:ln>
              </p:spPr>
              <p:txBody>
                <a:bodyPr rtlCol="1" anchor="ctr"/>
                <a:lstStyle/>
                <a:p>
                  <a:endParaRPr lang="ar-SA"/>
                </a:p>
              </p:txBody>
            </p:sp>
          </p:grpSp>
          <p:grpSp>
            <p:nvGrpSpPr>
              <p:cNvPr id="8758" name="رسم 8014">
                <a:extLst>
                  <a:ext uri="{FF2B5EF4-FFF2-40B4-BE49-F238E27FC236}">
                    <a16:creationId xmlns:a16="http://schemas.microsoft.com/office/drawing/2014/main" id="{6C532691-0206-8397-663A-E46D24055AFA}"/>
                  </a:ext>
                </a:extLst>
              </p:cNvPr>
              <p:cNvGrpSpPr/>
              <p:nvPr/>
            </p:nvGrpSpPr>
            <p:grpSpPr>
              <a:xfrm>
                <a:off x="2525829" y="3526079"/>
                <a:ext cx="76008" cy="35109"/>
                <a:chOff x="2525829" y="3526079"/>
                <a:chExt cx="76008" cy="35109"/>
              </a:xfrm>
              <a:noFill/>
            </p:grpSpPr>
            <p:sp>
              <p:nvSpPr>
                <p:cNvPr id="8759" name="شكل حر: شكل 9733">
                  <a:extLst>
                    <a:ext uri="{FF2B5EF4-FFF2-40B4-BE49-F238E27FC236}">
                      <a16:creationId xmlns:a16="http://schemas.microsoft.com/office/drawing/2014/main" id="{C9606EF7-3FB9-EFF8-3A08-958E166B3D7B}"/>
                    </a:ext>
                  </a:extLst>
                </p:cNvPr>
                <p:cNvSpPr/>
                <p:nvPr/>
              </p:nvSpPr>
              <p:spPr>
                <a:xfrm>
                  <a:off x="2525829" y="3543620"/>
                  <a:ext cx="58355" cy="2824"/>
                </a:xfrm>
                <a:custGeom>
                  <a:avLst/>
                  <a:gdLst>
                    <a:gd name="connsiteX0" fmla="*/ 0 w 58355"/>
                    <a:gd name="connsiteY0" fmla="*/ 0 h 2824"/>
                    <a:gd name="connsiteX1" fmla="*/ 58355 w 58355"/>
                    <a:gd name="connsiteY1" fmla="*/ 0 h 2824"/>
                  </a:gdLst>
                  <a:ahLst/>
                  <a:cxnLst>
                    <a:cxn ang="0">
                      <a:pos x="connsiteX0" y="connsiteY0"/>
                    </a:cxn>
                    <a:cxn ang="0">
                      <a:pos x="connsiteX1" y="connsiteY1"/>
                    </a:cxn>
                  </a:cxnLst>
                  <a:rect l="l" t="t" r="r" b="b"/>
                  <a:pathLst>
                    <a:path w="58355" h="2824">
                      <a:moveTo>
                        <a:pt x="0" y="0"/>
                      </a:moveTo>
                      <a:lnTo>
                        <a:pt x="58355" y="0"/>
                      </a:lnTo>
                    </a:path>
                  </a:pathLst>
                </a:custGeom>
                <a:ln w="8472" cap="flat">
                  <a:solidFill>
                    <a:srgbClr val="01355A"/>
                  </a:solidFill>
                  <a:prstDash val="solid"/>
                  <a:miter/>
                </a:ln>
              </p:spPr>
              <p:txBody>
                <a:bodyPr rtlCol="1" anchor="ctr"/>
                <a:lstStyle/>
                <a:p>
                  <a:endParaRPr lang="ar-SA"/>
                </a:p>
              </p:txBody>
            </p:sp>
            <p:sp>
              <p:nvSpPr>
                <p:cNvPr id="8760" name="شكل حر: شكل 9734">
                  <a:extLst>
                    <a:ext uri="{FF2B5EF4-FFF2-40B4-BE49-F238E27FC236}">
                      <a16:creationId xmlns:a16="http://schemas.microsoft.com/office/drawing/2014/main" id="{FE476927-ED60-C36E-E2EA-7A0B9DD8A3CE}"/>
                    </a:ext>
                  </a:extLst>
                </p:cNvPr>
                <p:cNvSpPr/>
                <p:nvPr/>
              </p:nvSpPr>
              <p:spPr>
                <a:xfrm>
                  <a:off x="2584184" y="3526079"/>
                  <a:ext cx="17653" cy="35109"/>
                </a:xfrm>
                <a:custGeom>
                  <a:avLst/>
                  <a:gdLst>
                    <a:gd name="connsiteX0" fmla="*/ 0 w 17653"/>
                    <a:gd name="connsiteY0" fmla="*/ 0 h 35109"/>
                    <a:gd name="connsiteX1" fmla="*/ 17653 w 17653"/>
                    <a:gd name="connsiteY1" fmla="*/ 17653 h 35109"/>
                    <a:gd name="connsiteX2" fmla="*/ 169 w 17653"/>
                    <a:gd name="connsiteY2" fmla="*/ 35109 h 35109"/>
                  </a:gdLst>
                  <a:ahLst/>
                  <a:cxnLst>
                    <a:cxn ang="0">
                      <a:pos x="connsiteX0" y="connsiteY0"/>
                    </a:cxn>
                    <a:cxn ang="0">
                      <a:pos x="connsiteX1" y="connsiteY1"/>
                    </a:cxn>
                    <a:cxn ang="0">
                      <a:pos x="connsiteX2" y="connsiteY2"/>
                    </a:cxn>
                  </a:cxnLst>
                  <a:rect l="l" t="t" r="r" b="b"/>
                  <a:pathLst>
                    <a:path w="17653" h="35109">
                      <a:moveTo>
                        <a:pt x="0" y="0"/>
                      </a:moveTo>
                      <a:lnTo>
                        <a:pt x="17653" y="17653"/>
                      </a:lnTo>
                      <a:lnTo>
                        <a:pt x="169" y="35109"/>
                      </a:lnTo>
                    </a:path>
                  </a:pathLst>
                </a:custGeom>
                <a:noFill/>
                <a:ln w="8472" cap="flat">
                  <a:solidFill>
                    <a:srgbClr val="01355A"/>
                  </a:solidFill>
                  <a:prstDash val="solid"/>
                  <a:miter/>
                </a:ln>
              </p:spPr>
              <p:txBody>
                <a:bodyPr rtlCol="1" anchor="ctr"/>
                <a:lstStyle/>
                <a:p>
                  <a:endParaRPr lang="ar-SA"/>
                </a:p>
              </p:txBody>
            </p:sp>
          </p:grpSp>
        </p:grpSp>
      </p:grpSp>
      <p:grpSp>
        <p:nvGrpSpPr>
          <p:cNvPr id="8766" name="رسم 8014">
            <a:extLst>
              <a:ext uri="{FF2B5EF4-FFF2-40B4-BE49-F238E27FC236}">
                <a16:creationId xmlns:a16="http://schemas.microsoft.com/office/drawing/2014/main" id="{CFA93CC0-3B6F-BAEE-94F2-A64629D20CC8}"/>
              </a:ext>
            </a:extLst>
          </p:cNvPr>
          <p:cNvGrpSpPr/>
          <p:nvPr/>
        </p:nvGrpSpPr>
        <p:grpSpPr>
          <a:xfrm>
            <a:off x="10358177" y="4488992"/>
            <a:ext cx="289118" cy="253173"/>
            <a:chOff x="9786157" y="6504592"/>
            <a:chExt cx="345583" cy="321208"/>
          </a:xfrm>
          <a:noFill/>
        </p:grpSpPr>
        <p:grpSp>
          <p:nvGrpSpPr>
            <p:cNvPr id="8767" name="رسم 8014">
              <a:extLst>
                <a:ext uri="{FF2B5EF4-FFF2-40B4-BE49-F238E27FC236}">
                  <a16:creationId xmlns:a16="http://schemas.microsoft.com/office/drawing/2014/main" id="{B1300BAA-5B66-29A0-0637-AF2ACF773283}"/>
                </a:ext>
              </a:extLst>
            </p:cNvPr>
            <p:cNvGrpSpPr/>
            <p:nvPr/>
          </p:nvGrpSpPr>
          <p:grpSpPr>
            <a:xfrm>
              <a:off x="10070052" y="6573907"/>
              <a:ext cx="11100" cy="52028"/>
              <a:chOff x="10070052" y="6573907"/>
              <a:chExt cx="11100" cy="52028"/>
            </a:xfrm>
          </p:grpSpPr>
          <p:sp>
            <p:nvSpPr>
              <p:cNvPr id="8786" name="شكل حر: شكل 9755">
                <a:extLst>
                  <a:ext uri="{FF2B5EF4-FFF2-40B4-BE49-F238E27FC236}">
                    <a16:creationId xmlns:a16="http://schemas.microsoft.com/office/drawing/2014/main" id="{D49307C1-1C0A-E43F-E7F6-D1C27135C657}"/>
                  </a:ext>
                </a:extLst>
              </p:cNvPr>
              <p:cNvSpPr/>
              <p:nvPr/>
            </p:nvSpPr>
            <p:spPr>
              <a:xfrm>
                <a:off x="10070052" y="6573907"/>
                <a:ext cx="11100" cy="2824"/>
              </a:xfrm>
              <a:custGeom>
                <a:avLst/>
                <a:gdLst>
                  <a:gd name="connsiteX0" fmla="*/ 0 w 11100"/>
                  <a:gd name="connsiteY0" fmla="*/ 0 h 2824"/>
                  <a:gd name="connsiteX1" fmla="*/ 11100 w 11100"/>
                  <a:gd name="connsiteY1" fmla="*/ 0 h 2824"/>
                </a:gdLst>
                <a:ahLst/>
                <a:cxnLst>
                  <a:cxn ang="0">
                    <a:pos x="connsiteX0" y="connsiteY0"/>
                  </a:cxn>
                  <a:cxn ang="0">
                    <a:pos x="connsiteX1" y="connsiteY1"/>
                  </a:cxn>
                </a:cxnLst>
                <a:rect l="l" t="t" r="r" b="b"/>
                <a:pathLst>
                  <a:path w="11100" h="2824">
                    <a:moveTo>
                      <a:pt x="0" y="0"/>
                    </a:moveTo>
                    <a:lnTo>
                      <a:pt x="11100" y="0"/>
                    </a:lnTo>
                  </a:path>
                </a:pathLst>
              </a:custGeom>
              <a:ln w="8472" cap="flat">
                <a:solidFill>
                  <a:srgbClr val="01355A"/>
                </a:solidFill>
                <a:prstDash val="solid"/>
                <a:miter/>
              </a:ln>
            </p:spPr>
            <p:txBody>
              <a:bodyPr rtlCol="1" anchor="ctr"/>
              <a:lstStyle/>
              <a:p>
                <a:endParaRPr lang="ar-SA"/>
              </a:p>
            </p:txBody>
          </p:sp>
          <p:sp>
            <p:nvSpPr>
              <p:cNvPr id="8787" name="شكل حر: شكل 9756">
                <a:extLst>
                  <a:ext uri="{FF2B5EF4-FFF2-40B4-BE49-F238E27FC236}">
                    <a16:creationId xmlns:a16="http://schemas.microsoft.com/office/drawing/2014/main" id="{61A86920-8989-5066-C4D4-1EECFD7950A2}"/>
                  </a:ext>
                </a:extLst>
              </p:cNvPr>
              <p:cNvSpPr/>
              <p:nvPr/>
            </p:nvSpPr>
            <p:spPr>
              <a:xfrm>
                <a:off x="10070052" y="6599921"/>
                <a:ext cx="11100" cy="2824"/>
              </a:xfrm>
              <a:custGeom>
                <a:avLst/>
                <a:gdLst>
                  <a:gd name="connsiteX0" fmla="*/ 0 w 11100"/>
                  <a:gd name="connsiteY0" fmla="*/ 0 h 2824"/>
                  <a:gd name="connsiteX1" fmla="*/ 11100 w 11100"/>
                  <a:gd name="connsiteY1" fmla="*/ 0 h 2824"/>
                </a:gdLst>
                <a:ahLst/>
                <a:cxnLst>
                  <a:cxn ang="0">
                    <a:pos x="connsiteX0" y="connsiteY0"/>
                  </a:cxn>
                  <a:cxn ang="0">
                    <a:pos x="connsiteX1" y="connsiteY1"/>
                  </a:cxn>
                </a:cxnLst>
                <a:rect l="l" t="t" r="r" b="b"/>
                <a:pathLst>
                  <a:path w="11100" h="2824">
                    <a:moveTo>
                      <a:pt x="0" y="0"/>
                    </a:moveTo>
                    <a:lnTo>
                      <a:pt x="11100" y="0"/>
                    </a:lnTo>
                  </a:path>
                </a:pathLst>
              </a:custGeom>
              <a:ln w="8472" cap="flat">
                <a:solidFill>
                  <a:srgbClr val="01355A"/>
                </a:solidFill>
                <a:prstDash val="solid"/>
                <a:miter/>
              </a:ln>
            </p:spPr>
            <p:txBody>
              <a:bodyPr rtlCol="1" anchor="ctr"/>
              <a:lstStyle/>
              <a:p>
                <a:endParaRPr lang="ar-SA"/>
              </a:p>
            </p:txBody>
          </p:sp>
          <p:sp>
            <p:nvSpPr>
              <p:cNvPr id="8788" name="شكل حر: شكل 9757">
                <a:extLst>
                  <a:ext uri="{FF2B5EF4-FFF2-40B4-BE49-F238E27FC236}">
                    <a16:creationId xmlns:a16="http://schemas.microsoft.com/office/drawing/2014/main" id="{06761D4D-AA78-8CDC-173C-EFB05B69348F}"/>
                  </a:ext>
                </a:extLst>
              </p:cNvPr>
              <p:cNvSpPr/>
              <p:nvPr/>
            </p:nvSpPr>
            <p:spPr>
              <a:xfrm>
                <a:off x="10070052" y="6625935"/>
                <a:ext cx="11100" cy="2824"/>
              </a:xfrm>
              <a:custGeom>
                <a:avLst/>
                <a:gdLst>
                  <a:gd name="connsiteX0" fmla="*/ 0 w 11100"/>
                  <a:gd name="connsiteY0" fmla="*/ 0 h 2824"/>
                  <a:gd name="connsiteX1" fmla="*/ 11100 w 11100"/>
                  <a:gd name="connsiteY1" fmla="*/ 0 h 2824"/>
                </a:gdLst>
                <a:ahLst/>
                <a:cxnLst>
                  <a:cxn ang="0">
                    <a:pos x="connsiteX0" y="connsiteY0"/>
                  </a:cxn>
                  <a:cxn ang="0">
                    <a:pos x="connsiteX1" y="connsiteY1"/>
                  </a:cxn>
                </a:cxnLst>
                <a:rect l="l" t="t" r="r" b="b"/>
                <a:pathLst>
                  <a:path w="11100" h="2824">
                    <a:moveTo>
                      <a:pt x="0" y="0"/>
                    </a:moveTo>
                    <a:lnTo>
                      <a:pt x="11100" y="0"/>
                    </a:lnTo>
                  </a:path>
                </a:pathLst>
              </a:custGeom>
              <a:ln w="8472" cap="flat">
                <a:solidFill>
                  <a:srgbClr val="01355A"/>
                </a:solidFill>
                <a:prstDash val="solid"/>
                <a:miter/>
              </a:ln>
            </p:spPr>
            <p:txBody>
              <a:bodyPr rtlCol="1" anchor="ctr"/>
              <a:lstStyle/>
              <a:p>
                <a:endParaRPr lang="ar-SA"/>
              </a:p>
            </p:txBody>
          </p:sp>
        </p:grpSp>
        <p:grpSp>
          <p:nvGrpSpPr>
            <p:cNvPr id="8768" name="رسم 8014">
              <a:extLst>
                <a:ext uri="{FF2B5EF4-FFF2-40B4-BE49-F238E27FC236}">
                  <a16:creationId xmlns:a16="http://schemas.microsoft.com/office/drawing/2014/main" id="{828EC049-F7BD-7C1F-AD56-1110B4C2EA3E}"/>
                </a:ext>
              </a:extLst>
            </p:cNvPr>
            <p:cNvGrpSpPr/>
            <p:nvPr/>
          </p:nvGrpSpPr>
          <p:grpSpPr>
            <a:xfrm>
              <a:off x="9834400" y="6573907"/>
              <a:ext cx="11100" cy="52028"/>
              <a:chOff x="9834400" y="6573907"/>
              <a:chExt cx="11100" cy="52028"/>
            </a:xfrm>
          </p:grpSpPr>
          <p:sp>
            <p:nvSpPr>
              <p:cNvPr id="8783" name="شكل حر: شكل 9759">
                <a:extLst>
                  <a:ext uri="{FF2B5EF4-FFF2-40B4-BE49-F238E27FC236}">
                    <a16:creationId xmlns:a16="http://schemas.microsoft.com/office/drawing/2014/main" id="{B11A89E3-061D-762A-6E27-5E2B26E2AE79}"/>
                  </a:ext>
                </a:extLst>
              </p:cNvPr>
              <p:cNvSpPr/>
              <p:nvPr/>
            </p:nvSpPr>
            <p:spPr>
              <a:xfrm>
                <a:off x="9834400" y="6573907"/>
                <a:ext cx="11100" cy="2824"/>
              </a:xfrm>
              <a:custGeom>
                <a:avLst/>
                <a:gdLst>
                  <a:gd name="connsiteX0" fmla="*/ 0 w 11100"/>
                  <a:gd name="connsiteY0" fmla="*/ 0 h 2824"/>
                  <a:gd name="connsiteX1" fmla="*/ 11100 w 11100"/>
                  <a:gd name="connsiteY1" fmla="*/ 0 h 2824"/>
                </a:gdLst>
                <a:ahLst/>
                <a:cxnLst>
                  <a:cxn ang="0">
                    <a:pos x="connsiteX0" y="connsiteY0"/>
                  </a:cxn>
                  <a:cxn ang="0">
                    <a:pos x="connsiteX1" y="connsiteY1"/>
                  </a:cxn>
                </a:cxnLst>
                <a:rect l="l" t="t" r="r" b="b"/>
                <a:pathLst>
                  <a:path w="11100" h="2824">
                    <a:moveTo>
                      <a:pt x="0" y="0"/>
                    </a:moveTo>
                    <a:lnTo>
                      <a:pt x="11100" y="0"/>
                    </a:lnTo>
                  </a:path>
                </a:pathLst>
              </a:custGeom>
              <a:ln w="8472" cap="flat">
                <a:solidFill>
                  <a:srgbClr val="01355A"/>
                </a:solidFill>
                <a:prstDash val="solid"/>
                <a:miter/>
              </a:ln>
            </p:spPr>
            <p:txBody>
              <a:bodyPr rtlCol="1" anchor="ctr"/>
              <a:lstStyle/>
              <a:p>
                <a:endParaRPr lang="ar-SA"/>
              </a:p>
            </p:txBody>
          </p:sp>
          <p:sp>
            <p:nvSpPr>
              <p:cNvPr id="8784" name="شكل حر: شكل 9760">
                <a:extLst>
                  <a:ext uri="{FF2B5EF4-FFF2-40B4-BE49-F238E27FC236}">
                    <a16:creationId xmlns:a16="http://schemas.microsoft.com/office/drawing/2014/main" id="{244E8A24-213C-F18F-C8C7-94FB1E563B67}"/>
                  </a:ext>
                </a:extLst>
              </p:cNvPr>
              <p:cNvSpPr/>
              <p:nvPr/>
            </p:nvSpPr>
            <p:spPr>
              <a:xfrm>
                <a:off x="9834400" y="6599921"/>
                <a:ext cx="11100" cy="2824"/>
              </a:xfrm>
              <a:custGeom>
                <a:avLst/>
                <a:gdLst>
                  <a:gd name="connsiteX0" fmla="*/ 0 w 11100"/>
                  <a:gd name="connsiteY0" fmla="*/ 0 h 2824"/>
                  <a:gd name="connsiteX1" fmla="*/ 11100 w 11100"/>
                  <a:gd name="connsiteY1" fmla="*/ 0 h 2824"/>
                </a:gdLst>
                <a:ahLst/>
                <a:cxnLst>
                  <a:cxn ang="0">
                    <a:pos x="connsiteX0" y="connsiteY0"/>
                  </a:cxn>
                  <a:cxn ang="0">
                    <a:pos x="connsiteX1" y="connsiteY1"/>
                  </a:cxn>
                </a:cxnLst>
                <a:rect l="l" t="t" r="r" b="b"/>
                <a:pathLst>
                  <a:path w="11100" h="2824">
                    <a:moveTo>
                      <a:pt x="0" y="0"/>
                    </a:moveTo>
                    <a:lnTo>
                      <a:pt x="11100" y="0"/>
                    </a:lnTo>
                  </a:path>
                </a:pathLst>
              </a:custGeom>
              <a:ln w="8472" cap="flat">
                <a:solidFill>
                  <a:srgbClr val="01355A"/>
                </a:solidFill>
                <a:prstDash val="solid"/>
                <a:miter/>
              </a:ln>
            </p:spPr>
            <p:txBody>
              <a:bodyPr rtlCol="1" anchor="ctr"/>
              <a:lstStyle/>
              <a:p>
                <a:endParaRPr lang="ar-SA"/>
              </a:p>
            </p:txBody>
          </p:sp>
          <p:sp>
            <p:nvSpPr>
              <p:cNvPr id="8785" name="شكل حر: شكل 9761">
                <a:extLst>
                  <a:ext uri="{FF2B5EF4-FFF2-40B4-BE49-F238E27FC236}">
                    <a16:creationId xmlns:a16="http://schemas.microsoft.com/office/drawing/2014/main" id="{76BF02D7-E660-9CF1-4AFD-6EC1853F18B2}"/>
                  </a:ext>
                </a:extLst>
              </p:cNvPr>
              <p:cNvSpPr/>
              <p:nvPr/>
            </p:nvSpPr>
            <p:spPr>
              <a:xfrm>
                <a:off x="9834400" y="6625935"/>
                <a:ext cx="11100" cy="2824"/>
              </a:xfrm>
              <a:custGeom>
                <a:avLst/>
                <a:gdLst>
                  <a:gd name="connsiteX0" fmla="*/ 0 w 11100"/>
                  <a:gd name="connsiteY0" fmla="*/ 0 h 2824"/>
                  <a:gd name="connsiteX1" fmla="*/ 11100 w 11100"/>
                  <a:gd name="connsiteY1" fmla="*/ 0 h 2824"/>
                </a:gdLst>
                <a:ahLst/>
                <a:cxnLst>
                  <a:cxn ang="0">
                    <a:pos x="connsiteX0" y="connsiteY0"/>
                  </a:cxn>
                  <a:cxn ang="0">
                    <a:pos x="connsiteX1" y="connsiteY1"/>
                  </a:cxn>
                </a:cxnLst>
                <a:rect l="l" t="t" r="r" b="b"/>
                <a:pathLst>
                  <a:path w="11100" h="2824">
                    <a:moveTo>
                      <a:pt x="0" y="0"/>
                    </a:moveTo>
                    <a:lnTo>
                      <a:pt x="11100" y="0"/>
                    </a:lnTo>
                  </a:path>
                </a:pathLst>
              </a:custGeom>
              <a:ln w="8472" cap="flat">
                <a:solidFill>
                  <a:srgbClr val="01355A"/>
                </a:solidFill>
                <a:prstDash val="solid"/>
                <a:miter/>
              </a:ln>
            </p:spPr>
            <p:txBody>
              <a:bodyPr rtlCol="1" anchor="ctr"/>
              <a:lstStyle/>
              <a:p>
                <a:endParaRPr lang="ar-SA"/>
              </a:p>
            </p:txBody>
          </p:sp>
        </p:grpSp>
        <p:grpSp>
          <p:nvGrpSpPr>
            <p:cNvPr id="8769" name="رسم 8014">
              <a:extLst>
                <a:ext uri="{FF2B5EF4-FFF2-40B4-BE49-F238E27FC236}">
                  <a16:creationId xmlns:a16="http://schemas.microsoft.com/office/drawing/2014/main" id="{9FA63EC2-1064-50FA-BBD0-314C2DBE748C}"/>
                </a:ext>
              </a:extLst>
            </p:cNvPr>
            <p:cNvGrpSpPr/>
            <p:nvPr/>
          </p:nvGrpSpPr>
          <p:grpSpPr>
            <a:xfrm>
              <a:off x="9839089" y="6726093"/>
              <a:ext cx="237374" cy="99706"/>
              <a:chOff x="9839089" y="6726093"/>
              <a:chExt cx="237374" cy="99706"/>
            </a:xfrm>
            <a:noFill/>
          </p:grpSpPr>
          <p:sp>
            <p:nvSpPr>
              <p:cNvPr id="8772" name="شكل حر: شكل 9763">
                <a:extLst>
                  <a:ext uri="{FF2B5EF4-FFF2-40B4-BE49-F238E27FC236}">
                    <a16:creationId xmlns:a16="http://schemas.microsoft.com/office/drawing/2014/main" id="{C1EDC69F-B563-5868-FA19-8F380DD9BE61}"/>
                  </a:ext>
                </a:extLst>
              </p:cNvPr>
              <p:cNvSpPr/>
              <p:nvPr/>
            </p:nvSpPr>
            <p:spPr>
              <a:xfrm>
                <a:off x="10024125" y="6766766"/>
                <a:ext cx="4293" cy="4293"/>
              </a:xfrm>
              <a:custGeom>
                <a:avLst/>
                <a:gdLst>
                  <a:gd name="connsiteX0" fmla="*/ 4293 w 4293"/>
                  <a:gd name="connsiteY0" fmla="*/ 2147 h 4293"/>
                  <a:gd name="connsiteX1" fmla="*/ 2147 w 4293"/>
                  <a:gd name="connsiteY1" fmla="*/ 0 h 4293"/>
                  <a:gd name="connsiteX2" fmla="*/ 0 w 4293"/>
                  <a:gd name="connsiteY2" fmla="*/ 2147 h 4293"/>
                  <a:gd name="connsiteX3" fmla="*/ 2147 w 4293"/>
                  <a:gd name="connsiteY3" fmla="*/ 4293 h 4293"/>
                  <a:gd name="connsiteX4" fmla="*/ 4293 w 4293"/>
                  <a:gd name="connsiteY4" fmla="*/ 2147 h 4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93" h="4293">
                    <a:moveTo>
                      <a:pt x="4293" y="2147"/>
                    </a:moveTo>
                    <a:cubicBezTo>
                      <a:pt x="4293" y="961"/>
                      <a:pt x="3333" y="0"/>
                      <a:pt x="2147" y="0"/>
                    </a:cubicBezTo>
                    <a:cubicBezTo>
                      <a:pt x="961" y="0"/>
                      <a:pt x="0" y="961"/>
                      <a:pt x="0" y="2147"/>
                    </a:cubicBezTo>
                    <a:cubicBezTo>
                      <a:pt x="0" y="3333"/>
                      <a:pt x="961" y="4293"/>
                      <a:pt x="2147" y="4293"/>
                    </a:cubicBezTo>
                    <a:cubicBezTo>
                      <a:pt x="3333" y="4293"/>
                      <a:pt x="4293" y="3333"/>
                      <a:pt x="4293" y="2147"/>
                    </a:cubicBezTo>
                    <a:close/>
                  </a:path>
                </a:pathLst>
              </a:custGeom>
              <a:noFill/>
              <a:ln w="8472" cap="flat">
                <a:solidFill>
                  <a:srgbClr val="17A3A3"/>
                </a:solidFill>
                <a:prstDash val="solid"/>
                <a:miter/>
              </a:ln>
            </p:spPr>
            <p:txBody>
              <a:bodyPr rtlCol="1" anchor="ctr"/>
              <a:lstStyle/>
              <a:p>
                <a:endParaRPr lang="ar-SA"/>
              </a:p>
            </p:txBody>
          </p:sp>
          <p:sp>
            <p:nvSpPr>
              <p:cNvPr id="8773" name="شكل حر: شكل 9764">
                <a:extLst>
                  <a:ext uri="{FF2B5EF4-FFF2-40B4-BE49-F238E27FC236}">
                    <a16:creationId xmlns:a16="http://schemas.microsoft.com/office/drawing/2014/main" id="{0A709CA1-A016-DA26-ABDE-B7B400C8BEAB}"/>
                  </a:ext>
                </a:extLst>
              </p:cNvPr>
              <p:cNvSpPr/>
              <p:nvPr/>
            </p:nvSpPr>
            <p:spPr>
              <a:xfrm>
                <a:off x="9887134" y="6766766"/>
                <a:ext cx="4293" cy="4293"/>
              </a:xfrm>
              <a:custGeom>
                <a:avLst/>
                <a:gdLst>
                  <a:gd name="connsiteX0" fmla="*/ 4293 w 4293"/>
                  <a:gd name="connsiteY0" fmla="*/ 2147 h 4293"/>
                  <a:gd name="connsiteX1" fmla="*/ 2147 w 4293"/>
                  <a:gd name="connsiteY1" fmla="*/ 0 h 4293"/>
                  <a:gd name="connsiteX2" fmla="*/ 0 w 4293"/>
                  <a:gd name="connsiteY2" fmla="*/ 2147 h 4293"/>
                  <a:gd name="connsiteX3" fmla="*/ 2147 w 4293"/>
                  <a:gd name="connsiteY3" fmla="*/ 4293 h 4293"/>
                  <a:gd name="connsiteX4" fmla="*/ 4293 w 4293"/>
                  <a:gd name="connsiteY4" fmla="*/ 2147 h 42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93" h="4293">
                    <a:moveTo>
                      <a:pt x="4293" y="2147"/>
                    </a:moveTo>
                    <a:cubicBezTo>
                      <a:pt x="4293" y="961"/>
                      <a:pt x="3333" y="0"/>
                      <a:pt x="2147" y="0"/>
                    </a:cubicBezTo>
                    <a:cubicBezTo>
                      <a:pt x="961" y="0"/>
                      <a:pt x="0" y="961"/>
                      <a:pt x="0" y="2147"/>
                    </a:cubicBezTo>
                    <a:cubicBezTo>
                      <a:pt x="0" y="3333"/>
                      <a:pt x="961" y="4293"/>
                      <a:pt x="2147" y="4293"/>
                    </a:cubicBezTo>
                    <a:cubicBezTo>
                      <a:pt x="3333" y="4293"/>
                      <a:pt x="4293" y="3333"/>
                      <a:pt x="4293" y="2147"/>
                    </a:cubicBezTo>
                    <a:close/>
                  </a:path>
                </a:pathLst>
              </a:custGeom>
              <a:noFill/>
              <a:ln w="8472" cap="flat">
                <a:solidFill>
                  <a:srgbClr val="17A3A3"/>
                </a:solidFill>
                <a:prstDash val="solid"/>
                <a:miter/>
              </a:ln>
            </p:spPr>
            <p:txBody>
              <a:bodyPr rtlCol="1" anchor="ctr"/>
              <a:lstStyle/>
              <a:p>
                <a:endParaRPr lang="ar-SA"/>
              </a:p>
            </p:txBody>
          </p:sp>
          <p:sp>
            <p:nvSpPr>
              <p:cNvPr id="8774" name="شكل حر: شكل 9765">
                <a:extLst>
                  <a:ext uri="{FF2B5EF4-FFF2-40B4-BE49-F238E27FC236}">
                    <a16:creationId xmlns:a16="http://schemas.microsoft.com/office/drawing/2014/main" id="{643FE3AF-25BE-B5C3-A5A7-F46461CFEB8F}"/>
                  </a:ext>
                </a:extLst>
              </p:cNvPr>
              <p:cNvSpPr/>
              <p:nvPr/>
            </p:nvSpPr>
            <p:spPr>
              <a:xfrm>
                <a:off x="9839089" y="6726093"/>
                <a:ext cx="237374" cy="2824"/>
              </a:xfrm>
              <a:custGeom>
                <a:avLst/>
                <a:gdLst>
                  <a:gd name="connsiteX0" fmla="*/ 0 w 237374"/>
                  <a:gd name="connsiteY0" fmla="*/ 0 h 2824"/>
                  <a:gd name="connsiteX1" fmla="*/ 237375 w 237374"/>
                  <a:gd name="connsiteY1" fmla="*/ 0 h 2824"/>
                </a:gdLst>
                <a:ahLst/>
                <a:cxnLst>
                  <a:cxn ang="0">
                    <a:pos x="connsiteX0" y="connsiteY0"/>
                  </a:cxn>
                  <a:cxn ang="0">
                    <a:pos x="connsiteX1" y="connsiteY1"/>
                  </a:cxn>
                </a:cxnLst>
                <a:rect l="l" t="t" r="r" b="b"/>
                <a:pathLst>
                  <a:path w="237374" h="2824">
                    <a:moveTo>
                      <a:pt x="0" y="0"/>
                    </a:moveTo>
                    <a:lnTo>
                      <a:pt x="237375" y="0"/>
                    </a:lnTo>
                  </a:path>
                </a:pathLst>
              </a:custGeom>
              <a:ln w="8472" cap="flat">
                <a:solidFill>
                  <a:srgbClr val="17A3A3"/>
                </a:solidFill>
                <a:prstDash val="solid"/>
                <a:miter/>
              </a:ln>
            </p:spPr>
            <p:txBody>
              <a:bodyPr rtlCol="1" anchor="ctr"/>
              <a:lstStyle/>
              <a:p>
                <a:endParaRPr lang="ar-SA"/>
              </a:p>
            </p:txBody>
          </p:sp>
          <p:sp>
            <p:nvSpPr>
              <p:cNvPr id="8775" name="شكل حر: شكل 9766">
                <a:extLst>
                  <a:ext uri="{FF2B5EF4-FFF2-40B4-BE49-F238E27FC236}">
                    <a16:creationId xmlns:a16="http://schemas.microsoft.com/office/drawing/2014/main" id="{50A517ED-BDD8-B3EE-AD44-4F6FD261BCFE}"/>
                  </a:ext>
                </a:extLst>
              </p:cNvPr>
              <p:cNvSpPr/>
              <p:nvPr/>
            </p:nvSpPr>
            <p:spPr>
              <a:xfrm>
                <a:off x="9857110" y="6726093"/>
                <a:ext cx="201333" cy="99706"/>
              </a:xfrm>
              <a:custGeom>
                <a:avLst/>
                <a:gdLst>
                  <a:gd name="connsiteX0" fmla="*/ 0 w 201333"/>
                  <a:gd name="connsiteY0" fmla="*/ 0 h 99706"/>
                  <a:gd name="connsiteX1" fmla="*/ 0 w 201333"/>
                  <a:gd name="connsiteY1" fmla="*/ 99707 h 99706"/>
                  <a:gd name="connsiteX2" fmla="*/ 201334 w 201333"/>
                  <a:gd name="connsiteY2" fmla="*/ 99707 h 99706"/>
                  <a:gd name="connsiteX3" fmla="*/ 201334 w 201333"/>
                  <a:gd name="connsiteY3" fmla="*/ 0 h 99706"/>
                </a:gdLst>
                <a:ahLst/>
                <a:cxnLst>
                  <a:cxn ang="0">
                    <a:pos x="connsiteX0" y="connsiteY0"/>
                  </a:cxn>
                  <a:cxn ang="0">
                    <a:pos x="connsiteX1" y="connsiteY1"/>
                  </a:cxn>
                  <a:cxn ang="0">
                    <a:pos x="connsiteX2" y="connsiteY2"/>
                  </a:cxn>
                  <a:cxn ang="0">
                    <a:pos x="connsiteX3" y="connsiteY3"/>
                  </a:cxn>
                </a:cxnLst>
                <a:rect l="l" t="t" r="r" b="b"/>
                <a:pathLst>
                  <a:path w="201333" h="99706">
                    <a:moveTo>
                      <a:pt x="0" y="0"/>
                    </a:moveTo>
                    <a:lnTo>
                      <a:pt x="0" y="99707"/>
                    </a:lnTo>
                    <a:lnTo>
                      <a:pt x="201334" y="99707"/>
                    </a:lnTo>
                    <a:lnTo>
                      <a:pt x="201334" y="0"/>
                    </a:lnTo>
                  </a:path>
                </a:pathLst>
              </a:custGeom>
              <a:noFill/>
              <a:ln w="8472" cap="flat">
                <a:solidFill>
                  <a:srgbClr val="17A3A3"/>
                </a:solidFill>
                <a:prstDash val="solid"/>
                <a:miter/>
              </a:ln>
            </p:spPr>
            <p:txBody>
              <a:bodyPr rtlCol="1" anchor="ctr"/>
              <a:lstStyle/>
              <a:p>
                <a:endParaRPr lang="ar-SA"/>
              </a:p>
            </p:txBody>
          </p:sp>
          <p:grpSp>
            <p:nvGrpSpPr>
              <p:cNvPr id="8776" name="رسم 8014">
                <a:extLst>
                  <a:ext uri="{FF2B5EF4-FFF2-40B4-BE49-F238E27FC236}">
                    <a16:creationId xmlns:a16="http://schemas.microsoft.com/office/drawing/2014/main" id="{5040D013-6A4D-46A0-114C-F294B18DF3AF}"/>
                  </a:ext>
                </a:extLst>
              </p:cNvPr>
              <p:cNvGrpSpPr/>
              <p:nvPr/>
            </p:nvGrpSpPr>
            <p:grpSpPr>
              <a:xfrm>
                <a:off x="9944303" y="6741459"/>
                <a:ext cx="26946" cy="68975"/>
                <a:chOff x="9944303" y="6741459"/>
                <a:chExt cx="26946" cy="68975"/>
              </a:xfrm>
              <a:noFill/>
            </p:grpSpPr>
            <p:sp>
              <p:nvSpPr>
                <p:cNvPr id="8780" name="شكل حر: شكل 9768">
                  <a:extLst>
                    <a:ext uri="{FF2B5EF4-FFF2-40B4-BE49-F238E27FC236}">
                      <a16:creationId xmlns:a16="http://schemas.microsoft.com/office/drawing/2014/main" id="{28641FED-1EC4-6D23-9ED7-83FB9015466F}"/>
                    </a:ext>
                  </a:extLst>
                </p:cNvPr>
                <p:cNvSpPr/>
                <p:nvPr/>
              </p:nvSpPr>
              <p:spPr>
                <a:xfrm>
                  <a:off x="9944303" y="6748943"/>
                  <a:ext cx="26946" cy="53892"/>
                </a:xfrm>
                <a:custGeom>
                  <a:avLst/>
                  <a:gdLst>
                    <a:gd name="connsiteX0" fmla="*/ 0 w 26946"/>
                    <a:gd name="connsiteY0" fmla="*/ 40419 h 53892"/>
                    <a:gd name="connsiteX1" fmla="*/ 13473 w 26946"/>
                    <a:gd name="connsiteY1" fmla="*/ 53893 h 53892"/>
                    <a:gd name="connsiteX2" fmla="*/ 26946 w 26946"/>
                    <a:gd name="connsiteY2" fmla="*/ 40419 h 53892"/>
                    <a:gd name="connsiteX3" fmla="*/ 13473 w 26946"/>
                    <a:gd name="connsiteY3" fmla="*/ 26946 h 53892"/>
                    <a:gd name="connsiteX4" fmla="*/ 0 w 26946"/>
                    <a:gd name="connsiteY4" fmla="*/ 13473 h 53892"/>
                    <a:gd name="connsiteX5" fmla="*/ 13473 w 26946"/>
                    <a:gd name="connsiteY5" fmla="*/ 0 h 53892"/>
                    <a:gd name="connsiteX6" fmla="*/ 26946 w 26946"/>
                    <a:gd name="connsiteY6" fmla="*/ 13473 h 53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946" h="53892">
                      <a:moveTo>
                        <a:pt x="0" y="40419"/>
                      </a:moveTo>
                      <a:cubicBezTo>
                        <a:pt x="0" y="47848"/>
                        <a:pt x="6017" y="53893"/>
                        <a:pt x="13473" y="53893"/>
                      </a:cubicBezTo>
                      <a:cubicBezTo>
                        <a:pt x="20930" y="53893"/>
                        <a:pt x="26946" y="47877"/>
                        <a:pt x="26946" y="40419"/>
                      </a:cubicBezTo>
                      <a:cubicBezTo>
                        <a:pt x="26946" y="32963"/>
                        <a:pt x="21439" y="29545"/>
                        <a:pt x="13473" y="26946"/>
                      </a:cubicBezTo>
                      <a:cubicBezTo>
                        <a:pt x="6412" y="24631"/>
                        <a:pt x="0" y="20930"/>
                        <a:pt x="0" y="13473"/>
                      </a:cubicBezTo>
                      <a:cubicBezTo>
                        <a:pt x="0" y="6017"/>
                        <a:pt x="6017" y="0"/>
                        <a:pt x="13473" y="0"/>
                      </a:cubicBezTo>
                      <a:cubicBezTo>
                        <a:pt x="20930" y="0"/>
                        <a:pt x="26946" y="6017"/>
                        <a:pt x="26946" y="13473"/>
                      </a:cubicBezTo>
                    </a:path>
                  </a:pathLst>
                </a:custGeom>
                <a:noFill/>
                <a:ln w="8472" cap="flat">
                  <a:solidFill>
                    <a:srgbClr val="17A3A3"/>
                  </a:solidFill>
                  <a:prstDash val="solid"/>
                  <a:miter/>
                </a:ln>
              </p:spPr>
              <p:txBody>
                <a:bodyPr rtlCol="1" anchor="ctr"/>
                <a:lstStyle/>
                <a:p>
                  <a:endParaRPr lang="ar-SA"/>
                </a:p>
              </p:txBody>
            </p:sp>
            <p:sp>
              <p:nvSpPr>
                <p:cNvPr id="8781" name="شكل حر: شكل 9769">
                  <a:extLst>
                    <a:ext uri="{FF2B5EF4-FFF2-40B4-BE49-F238E27FC236}">
                      <a16:creationId xmlns:a16="http://schemas.microsoft.com/office/drawing/2014/main" id="{15AE4FDF-797B-F48D-8BE4-0CE43AAE6CD6}"/>
                    </a:ext>
                  </a:extLst>
                </p:cNvPr>
                <p:cNvSpPr/>
                <p:nvPr/>
              </p:nvSpPr>
              <p:spPr>
                <a:xfrm>
                  <a:off x="9957776" y="6741459"/>
                  <a:ext cx="2824" cy="7598"/>
                </a:xfrm>
                <a:custGeom>
                  <a:avLst/>
                  <a:gdLst>
                    <a:gd name="connsiteX0" fmla="*/ 0 w 2824"/>
                    <a:gd name="connsiteY0" fmla="*/ 0 h 7598"/>
                    <a:gd name="connsiteX1" fmla="*/ 0 w 2824"/>
                    <a:gd name="connsiteY1" fmla="*/ 7598 h 7598"/>
                  </a:gdLst>
                  <a:ahLst/>
                  <a:cxnLst>
                    <a:cxn ang="0">
                      <a:pos x="connsiteX0" y="connsiteY0"/>
                    </a:cxn>
                    <a:cxn ang="0">
                      <a:pos x="connsiteX1" y="connsiteY1"/>
                    </a:cxn>
                  </a:cxnLst>
                  <a:rect l="l" t="t" r="r" b="b"/>
                  <a:pathLst>
                    <a:path w="2824" h="7598">
                      <a:moveTo>
                        <a:pt x="0" y="0"/>
                      </a:moveTo>
                      <a:lnTo>
                        <a:pt x="0" y="7598"/>
                      </a:lnTo>
                    </a:path>
                  </a:pathLst>
                </a:custGeom>
                <a:ln w="8472" cap="flat">
                  <a:solidFill>
                    <a:srgbClr val="17A3A3"/>
                  </a:solidFill>
                  <a:prstDash val="solid"/>
                  <a:miter/>
                </a:ln>
              </p:spPr>
              <p:txBody>
                <a:bodyPr rtlCol="1" anchor="ctr"/>
                <a:lstStyle/>
                <a:p>
                  <a:endParaRPr lang="ar-SA"/>
                </a:p>
              </p:txBody>
            </p:sp>
            <p:sp>
              <p:nvSpPr>
                <p:cNvPr id="8782" name="شكل حر: شكل 9770">
                  <a:extLst>
                    <a:ext uri="{FF2B5EF4-FFF2-40B4-BE49-F238E27FC236}">
                      <a16:creationId xmlns:a16="http://schemas.microsoft.com/office/drawing/2014/main" id="{A7A48CFE-AB70-B4B8-9C5F-D8CE85479A2F}"/>
                    </a:ext>
                  </a:extLst>
                </p:cNvPr>
                <p:cNvSpPr/>
                <p:nvPr/>
              </p:nvSpPr>
              <p:spPr>
                <a:xfrm>
                  <a:off x="9957776" y="6802836"/>
                  <a:ext cx="2824" cy="7598"/>
                </a:xfrm>
                <a:custGeom>
                  <a:avLst/>
                  <a:gdLst>
                    <a:gd name="connsiteX0" fmla="*/ 0 w 2824"/>
                    <a:gd name="connsiteY0" fmla="*/ 0 h 7598"/>
                    <a:gd name="connsiteX1" fmla="*/ 0 w 2824"/>
                    <a:gd name="connsiteY1" fmla="*/ 7598 h 7598"/>
                  </a:gdLst>
                  <a:ahLst/>
                  <a:cxnLst>
                    <a:cxn ang="0">
                      <a:pos x="connsiteX0" y="connsiteY0"/>
                    </a:cxn>
                    <a:cxn ang="0">
                      <a:pos x="connsiteX1" y="connsiteY1"/>
                    </a:cxn>
                  </a:cxnLst>
                  <a:rect l="l" t="t" r="r" b="b"/>
                  <a:pathLst>
                    <a:path w="2824" h="7598">
                      <a:moveTo>
                        <a:pt x="0" y="0"/>
                      </a:moveTo>
                      <a:lnTo>
                        <a:pt x="0" y="7598"/>
                      </a:lnTo>
                    </a:path>
                  </a:pathLst>
                </a:custGeom>
                <a:ln w="8472" cap="flat">
                  <a:solidFill>
                    <a:srgbClr val="17A3A3"/>
                  </a:solidFill>
                  <a:prstDash val="solid"/>
                  <a:miter/>
                </a:ln>
              </p:spPr>
              <p:txBody>
                <a:bodyPr rtlCol="1" anchor="ctr"/>
                <a:lstStyle/>
                <a:p>
                  <a:endParaRPr lang="ar-SA"/>
                </a:p>
              </p:txBody>
            </p:sp>
          </p:grpSp>
          <p:grpSp>
            <p:nvGrpSpPr>
              <p:cNvPr id="8777" name="رسم 8014">
                <a:extLst>
                  <a:ext uri="{FF2B5EF4-FFF2-40B4-BE49-F238E27FC236}">
                    <a16:creationId xmlns:a16="http://schemas.microsoft.com/office/drawing/2014/main" id="{FDFBBFB9-7086-8C45-AF27-8EB5DD32E541}"/>
                  </a:ext>
                </a:extLst>
              </p:cNvPr>
              <p:cNvGrpSpPr/>
              <p:nvPr/>
            </p:nvGrpSpPr>
            <p:grpSpPr>
              <a:xfrm>
                <a:off x="9914801" y="6745554"/>
                <a:ext cx="85950" cy="60784"/>
                <a:chOff x="9914801" y="6745554"/>
                <a:chExt cx="85950" cy="60784"/>
              </a:xfrm>
              <a:noFill/>
            </p:grpSpPr>
            <p:sp>
              <p:nvSpPr>
                <p:cNvPr id="8778" name="شكل حر: شكل 9772">
                  <a:extLst>
                    <a:ext uri="{FF2B5EF4-FFF2-40B4-BE49-F238E27FC236}">
                      <a16:creationId xmlns:a16="http://schemas.microsoft.com/office/drawing/2014/main" id="{7D27A844-79E1-C936-2092-688C30CCD9C8}"/>
                    </a:ext>
                  </a:extLst>
                </p:cNvPr>
                <p:cNvSpPr/>
                <p:nvPr/>
              </p:nvSpPr>
              <p:spPr>
                <a:xfrm>
                  <a:off x="9914801" y="6745554"/>
                  <a:ext cx="12583" cy="60784"/>
                </a:xfrm>
                <a:custGeom>
                  <a:avLst/>
                  <a:gdLst>
                    <a:gd name="connsiteX0" fmla="*/ 12583 w 12583"/>
                    <a:gd name="connsiteY0" fmla="*/ 60784 h 60784"/>
                    <a:gd name="connsiteX1" fmla="*/ 12583 w 12583"/>
                    <a:gd name="connsiteY1" fmla="*/ 0 h 60784"/>
                  </a:gdLst>
                  <a:ahLst/>
                  <a:cxnLst>
                    <a:cxn ang="0">
                      <a:pos x="connsiteX0" y="connsiteY0"/>
                    </a:cxn>
                    <a:cxn ang="0">
                      <a:pos x="connsiteX1" y="connsiteY1"/>
                    </a:cxn>
                  </a:cxnLst>
                  <a:rect l="l" t="t" r="r" b="b"/>
                  <a:pathLst>
                    <a:path w="12583" h="60784">
                      <a:moveTo>
                        <a:pt x="12583" y="60784"/>
                      </a:moveTo>
                      <a:cubicBezTo>
                        <a:pt x="-4194" y="44007"/>
                        <a:pt x="-4194" y="16778"/>
                        <a:pt x="12583" y="0"/>
                      </a:cubicBezTo>
                    </a:path>
                  </a:pathLst>
                </a:custGeom>
                <a:noFill/>
                <a:ln w="8472" cap="flat">
                  <a:solidFill>
                    <a:srgbClr val="17A3A3"/>
                  </a:solidFill>
                  <a:prstDash val="solid"/>
                  <a:miter/>
                </a:ln>
              </p:spPr>
              <p:txBody>
                <a:bodyPr rtlCol="1" anchor="ctr"/>
                <a:lstStyle/>
                <a:p>
                  <a:endParaRPr lang="ar-SA"/>
                </a:p>
              </p:txBody>
            </p:sp>
            <p:sp>
              <p:nvSpPr>
                <p:cNvPr id="8779" name="شكل حر: شكل 9773">
                  <a:extLst>
                    <a:ext uri="{FF2B5EF4-FFF2-40B4-BE49-F238E27FC236}">
                      <a16:creationId xmlns:a16="http://schemas.microsoft.com/office/drawing/2014/main" id="{B8B2B90B-DCB6-5D94-009B-00466E48AC97}"/>
                    </a:ext>
                  </a:extLst>
                </p:cNvPr>
                <p:cNvSpPr/>
                <p:nvPr/>
              </p:nvSpPr>
              <p:spPr>
                <a:xfrm>
                  <a:off x="9988168" y="6745554"/>
                  <a:ext cx="12583" cy="60784"/>
                </a:xfrm>
                <a:custGeom>
                  <a:avLst/>
                  <a:gdLst>
                    <a:gd name="connsiteX0" fmla="*/ 0 w 12583"/>
                    <a:gd name="connsiteY0" fmla="*/ 0 h 60784"/>
                    <a:gd name="connsiteX1" fmla="*/ 0 w 12583"/>
                    <a:gd name="connsiteY1" fmla="*/ 60784 h 60784"/>
                  </a:gdLst>
                  <a:ahLst/>
                  <a:cxnLst>
                    <a:cxn ang="0">
                      <a:pos x="connsiteX0" y="connsiteY0"/>
                    </a:cxn>
                    <a:cxn ang="0">
                      <a:pos x="connsiteX1" y="connsiteY1"/>
                    </a:cxn>
                  </a:cxnLst>
                  <a:rect l="l" t="t" r="r" b="b"/>
                  <a:pathLst>
                    <a:path w="12583" h="60784">
                      <a:moveTo>
                        <a:pt x="0" y="0"/>
                      </a:moveTo>
                      <a:cubicBezTo>
                        <a:pt x="16778" y="16778"/>
                        <a:pt x="16778" y="44007"/>
                        <a:pt x="0" y="60784"/>
                      </a:cubicBezTo>
                    </a:path>
                  </a:pathLst>
                </a:custGeom>
                <a:noFill/>
                <a:ln w="8472" cap="flat">
                  <a:solidFill>
                    <a:srgbClr val="17A3A3"/>
                  </a:solidFill>
                  <a:prstDash val="solid"/>
                  <a:miter/>
                </a:ln>
              </p:spPr>
              <p:txBody>
                <a:bodyPr rtlCol="1" anchor="ctr"/>
                <a:lstStyle/>
                <a:p>
                  <a:endParaRPr lang="ar-SA"/>
                </a:p>
              </p:txBody>
            </p:sp>
          </p:grpSp>
        </p:grpSp>
        <p:sp>
          <p:nvSpPr>
            <p:cNvPr id="8770" name="شكل حر: شكل 9774">
              <a:extLst>
                <a:ext uri="{FF2B5EF4-FFF2-40B4-BE49-F238E27FC236}">
                  <a16:creationId xmlns:a16="http://schemas.microsoft.com/office/drawing/2014/main" id="{722514C9-9334-9F97-C636-48518E9009AD}"/>
                </a:ext>
              </a:extLst>
            </p:cNvPr>
            <p:cNvSpPr/>
            <p:nvPr/>
          </p:nvSpPr>
          <p:spPr>
            <a:xfrm>
              <a:off x="9786157" y="6504592"/>
              <a:ext cx="345583" cy="271354"/>
            </a:xfrm>
            <a:custGeom>
              <a:avLst/>
              <a:gdLst>
                <a:gd name="connsiteX0" fmla="*/ 52932 w 345583"/>
                <a:gd name="connsiteY0" fmla="*/ 271354 h 271354"/>
                <a:gd name="connsiteX1" fmla="*/ 0 w 345583"/>
                <a:gd name="connsiteY1" fmla="*/ 271354 h 271354"/>
                <a:gd name="connsiteX2" fmla="*/ 0 w 345583"/>
                <a:gd name="connsiteY2" fmla="*/ 0 h 271354"/>
                <a:gd name="connsiteX3" fmla="*/ 345584 w 345583"/>
                <a:gd name="connsiteY3" fmla="*/ 0 h 271354"/>
                <a:gd name="connsiteX4" fmla="*/ 345584 w 345583"/>
                <a:gd name="connsiteY4" fmla="*/ 271354 h 271354"/>
                <a:gd name="connsiteX5" fmla="*/ 289431 w 345583"/>
                <a:gd name="connsiteY5" fmla="*/ 271354 h 271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5583" h="271354">
                  <a:moveTo>
                    <a:pt x="52932" y="271354"/>
                  </a:moveTo>
                  <a:lnTo>
                    <a:pt x="0" y="271354"/>
                  </a:lnTo>
                  <a:lnTo>
                    <a:pt x="0" y="0"/>
                  </a:lnTo>
                  <a:lnTo>
                    <a:pt x="345584" y="0"/>
                  </a:lnTo>
                  <a:lnTo>
                    <a:pt x="345584" y="271354"/>
                  </a:lnTo>
                  <a:lnTo>
                    <a:pt x="289431" y="271354"/>
                  </a:lnTo>
                </a:path>
              </a:pathLst>
            </a:custGeom>
            <a:noFill/>
            <a:ln w="8472" cap="flat">
              <a:solidFill>
                <a:srgbClr val="01355A"/>
              </a:solidFill>
              <a:prstDash val="solid"/>
              <a:miter/>
            </a:ln>
          </p:spPr>
          <p:txBody>
            <a:bodyPr rtlCol="1" anchor="ctr"/>
            <a:lstStyle/>
            <a:p>
              <a:endParaRPr lang="ar-SA"/>
            </a:p>
          </p:txBody>
        </p:sp>
        <p:sp>
          <p:nvSpPr>
            <p:cNvPr id="8771" name="شكل حر: شكل 9775">
              <a:extLst>
                <a:ext uri="{FF2B5EF4-FFF2-40B4-BE49-F238E27FC236}">
                  <a16:creationId xmlns:a16="http://schemas.microsoft.com/office/drawing/2014/main" id="{15397422-B88A-33BD-C678-FE54239BC811}"/>
                </a:ext>
              </a:extLst>
            </p:cNvPr>
            <p:cNvSpPr/>
            <p:nvPr/>
          </p:nvSpPr>
          <p:spPr>
            <a:xfrm>
              <a:off x="9875017" y="6550152"/>
              <a:ext cx="165490" cy="99565"/>
            </a:xfrm>
            <a:custGeom>
              <a:avLst/>
              <a:gdLst>
                <a:gd name="connsiteX0" fmla="*/ 0 w 165490"/>
                <a:gd name="connsiteY0" fmla="*/ 0 h 99565"/>
                <a:gd name="connsiteX1" fmla="*/ 165490 w 165490"/>
                <a:gd name="connsiteY1" fmla="*/ 0 h 99565"/>
                <a:gd name="connsiteX2" fmla="*/ 165490 w 165490"/>
                <a:gd name="connsiteY2" fmla="*/ 99565 h 99565"/>
                <a:gd name="connsiteX3" fmla="*/ 0 w 165490"/>
                <a:gd name="connsiteY3" fmla="*/ 99565 h 99565"/>
              </a:gdLst>
              <a:ahLst/>
              <a:cxnLst>
                <a:cxn ang="0">
                  <a:pos x="connsiteX0" y="connsiteY0"/>
                </a:cxn>
                <a:cxn ang="0">
                  <a:pos x="connsiteX1" y="connsiteY1"/>
                </a:cxn>
                <a:cxn ang="0">
                  <a:pos x="connsiteX2" y="connsiteY2"/>
                </a:cxn>
                <a:cxn ang="0">
                  <a:pos x="connsiteX3" y="connsiteY3"/>
                </a:cxn>
              </a:cxnLst>
              <a:rect l="l" t="t" r="r" b="b"/>
              <a:pathLst>
                <a:path w="165490" h="99565">
                  <a:moveTo>
                    <a:pt x="0" y="0"/>
                  </a:moveTo>
                  <a:lnTo>
                    <a:pt x="165490" y="0"/>
                  </a:lnTo>
                  <a:lnTo>
                    <a:pt x="165490" y="99565"/>
                  </a:lnTo>
                  <a:lnTo>
                    <a:pt x="0" y="99565"/>
                  </a:lnTo>
                  <a:close/>
                </a:path>
              </a:pathLst>
            </a:custGeom>
            <a:noFill/>
            <a:ln w="8472" cap="flat">
              <a:solidFill>
                <a:srgbClr val="01355A"/>
              </a:solidFill>
              <a:prstDash val="solid"/>
              <a:miter/>
            </a:ln>
          </p:spPr>
          <p:txBody>
            <a:bodyPr rtlCol="1" anchor="ctr"/>
            <a:lstStyle/>
            <a:p>
              <a:endParaRPr lang="ar-SA"/>
            </a:p>
          </p:txBody>
        </p:sp>
      </p:grpSp>
      <p:grpSp>
        <p:nvGrpSpPr>
          <p:cNvPr id="8789" name="رسم 8014">
            <a:extLst>
              <a:ext uri="{FF2B5EF4-FFF2-40B4-BE49-F238E27FC236}">
                <a16:creationId xmlns:a16="http://schemas.microsoft.com/office/drawing/2014/main" id="{A7B8A988-E1FF-6F4F-FC0F-EE39B2DB45A0}"/>
              </a:ext>
            </a:extLst>
          </p:cNvPr>
          <p:cNvGrpSpPr/>
          <p:nvPr/>
        </p:nvGrpSpPr>
        <p:grpSpPr>
          <a:xfrm>
            <a:off x="9414044" y="3650828"/>
            <a:ext cx="303651" cy="281336"/>
            <a:chOff x="10334034" y="2816525"/>
            <a:chExt cx="362954" cy="356938"/>
          </a:xfrm>
          <a:noFill/>
        </p:grpSpPr>
        <p:sp>
          <p:nvSpPr>
            <p:cNvPr id="8790" name="شكل حر: شكل 9777">
              <a:extLst>
                <a:ext uri="{FF2B5EF4-FFF2-40B4-BE49-F238E27FC236}">
                  <a16:creationId xmlns:a16="http://schemas.microsoft.com/office/drawing/2014/main" id="{6EF3C1D6-776B-CF77-8D75-E9C311DA3A4F}"/>
                </a:ext>
              </a:extLst>
            </p:cNvPr>
            <p:cNvSpPr/>
            <p:nvPr/>
          </p:nvSpPr>
          <p:spPr>
            <a:xfrm>
              <a:off x="10419223" y="2927388"/>
              <a:ext cx="98774" cy="69794"/>
            </a:xfrm>
            <a:custGeom>
              <a:avLst/>
              <a:gdLst>
                <a:gd name="connsiteX0" fmla="*/ 0 w 98774"/>
                <a:gd name="connsiteY0" fmla="*/ 0 h 69794"/>
                <a:gd name="connsiteX1" fmla="*/ 98775 w 98774"/>
                <a:gd name="connsiteY1" fmla="*/ 0 h 69794"/>
                <a:gd name="connsiteX2" fmla="*/ 98775 w 98774"/>
                <a:gd name="connsiteY2" fmla="*/ 69795 h 69794"/>
                <a:gd name="connsiteX3" fmla="*/ 0 w 98774"/>
                <a:gd name="connsiteY3" fmla="*/ 69795 h 69794"/>
              </a:gdLst>
              <a:ahLst/>
              <a:cxnLst>
                <a:cxn ang="0">
                  <a:pos x="connsiteX0" y="connsiteY0"/>
                </a:cxn>
                <a:cxn ang="0">
                  <a:pos x="connsiteX1" y="connsiteY1"/>
                </a:cxn>
                <a:cxn ang="0">
                  <a:pos x="connsiteX2" y="connsiteY2"/>
                </a:cxn>
                <a:cxn ang="0">
                  <a:pos x="connsiteX3" y="connsiteY3"/>
                </a:cxn>
              </a:cxnLst>
              <a:rect l="l" t="t" r="r" b="b"/>
              <a:pathLst>
                <a:path w="98774" h="69794">
                  <a:moveTo>
                    <a:pt x="0" y="0"/>
                  </a:moveTo>
                  <a:lnTo>
                    <a:pt x="98775" y="0"/>
                  </a:lnTo>
                  <a:lnTo>
                    <a:pt x="98775" y="69795"/>
                  </a:lnTo>
                  <a:lnTo>
                    <a:pt x="0" y="69795"/>
                  </a:lnTo>
                  <a:close/>
                </a:path>
              </a:pathLst>
            </a:custGeom>
            <a:noFill/>
            <a:ln w="8472" cap="flat">
              <a:solidFill>
                <a:srgbClr val="17A3A3"/>
              </a:solidFill>
              <a:prstDash val="solid"/>
              <a:miter/>
            </a:ln>
          </p:spPr>
          <p:txBody>
            <a:bodyPr rtlCol="1" anchor="ctr"/>
            <a:lstStyle/>
            <a:p>
              <a:endParaRPr lang="ar-SA"/>
            </a:p>
          </p:txBody>
        </p:sp>
        <p:sp>
          <p:nvSpPr>
            <p:cNvPr id="8791" name="شكل حر: شكل 9778">
              <a:extLst>
                <a:ext uri="{FF2B5EF4-FFF2-40B4-BE49-F238E27FC236}">
                  <a16:creationId xmlns:a16="http://schemas.microsoft.com/office/drawing/2014/main" id="{02A712BD-5177-1F49-CEBB-195C6F468DC4}"/>
                </a:ext>
              </a:extLst>
            </p:cNvPr>
            <p:cNvSpPr/>
            <p:nvPr/>
          </p:nvSpPr>
          <p:spPr>
            <a:xfrm>
              <a:off x="10430182" y="2879908"/>
              <a:ext cx="76855" cy="47480"/>
            </a:xfrm>
            <a:custGeom>
              <a:avLst/>
              <a:gdLst>
                <a:gd name="connsiteX0" fmla="*/ 76856 w 76855"/>
                <a:gd name="connsiteY0" fmla="*/ 47481 h 47480"/>
                <a:gd name="connsiteX1" fmla="*/ 76856 w 76855"/>
                <a:gd name="connsiteY1" fmla="*/ 38414 h 47480"/>
                <a:gd name="connsiteX2" fmla="*/ 38442 w 76855"/>
                <a:gd name="connsiteY2" fmla="*/ 0 h 47480"/>
                <a:gd name="connsiteX3" fmla="*/ 38442 w 76855"/>
                <a:gd name="connsiteY3" fmla="*/ 0 h 47480"/>
                <a:gd name="connsiteX4" fmla="*/ 0 w 76855"/>
                <a:gd name="connsiteY4" fmla="*/ 38414 h 47480"/>
                <a:gd name="connsiteX5" fmla="*/ 0 w 76855"/>
                <a:gd name="connsiteY5" fmla="*/ 47481 h 4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855" h="47480">
                  <a:moveTo>
                    <a:pt x="76856" y="47481"/>
                  </a:moveTo>
                  <a:lnTo>
                    <a:pt x="76856" y="38414"/>
                  </a:lnTo>
                  <a:cubicBezTo>
                    <a:pt x="76856" y="17201"/>
                    <a:pt x="59655" y="0"/>
                    <a:pt x="38442" y="0"/>
                  </a:cubicBezTo>
                  <a:lnTo>
                    <a:pt x="38442" y="0"/>
                  </a:lnTo>
                  <a:cubicBezTo>
                    <a:pt x="17230" y="0"/>
                    <a:pt x="0" y="17201"/>
                    <a:pt x="0" y="38414"/>
                  </a:cubicBezTo>
                  <a:lnTo>
                    <a:pt x="0" y="47481"/>
                  </a:lnTo>
                </a:path>
              </a:pathLst>
            </a:custGeom>
            <a:noFill/>
            <a:ln w="8472" cap="flat">
              <a:solidFill>
                <a:srgbClr val="17A3A3"/>
              </a:solidFill>
              <a:prstDash val="solid"/>
              <a:miter/>
            </a:ln>
          </p:spPr>
          <p:txBody>
            <a:bodyPr rtlCol="1" anchor="ctr"/>
            <a:lstStyle/>
            <a:p>
              <a:endParaRPr lang="ar-SA"/>
            </a:p>
          </p:txBody>
        </p:sp>
        <p:sp>
          <p:nvSpPr>
            <p:cNvPr id="8792" name="شكل حر: شكل 9779">
              <a:extLst>
                <a:ext uri="{FF2B5EF4-FFF2-40B4-BE49-F238E27FC236}">
                  <a16:creationId xmlns:a16="http://schemas.microsoft.com/office/drawing/2014/main" id="{CC29FB68-B5E9-9A31-A61E-0F305E037DEE}"/>
                </a:ext>
              </a:extLst>
            </p:cNvPr>
            <p:cNvSpPr/>
            <p:nvPr/>
          </p:nvSpPr>
          <p:spPr>
            <a:xfrm>
              <a:off x="10468624" y="2952866"/>
              <a:ext cx="2824" cy="18924"/>
            </a:xfrm>
            <a:custGeom>
              <a:avLst/>
              <a:gdLst>
                <a:gd name="connsiteX0" fmla="*/ 0 w 2824"/>
                <a:gd name="connsiteY0" fmla="*/ 0 h 18924"/>
                <a:gd name="connsiteX1" fmla="*/ 0 w 2824"/>
                <a:gd name="connsiteY1" fmla="*/ 18924 h 18924"/>
              </a:gdLst>
              <a:ahLst/>
              <a:cxnLst>
                <a:cxn ang="0">
                  <a:pos x="connsiteX0" y="connsiteY0"/>
                </a:cxn>
                <a:cxn ang="0">
                  <a:pos x="connsiteX1" y="connsiteY1"/>
                </a:cxn>
              </a:cxnLst>
              <a:rect l="l" t="t" r="r" b="b"/>
              <a:pathLst>
                <a:path w="2824" h="18924">
                  <a:moveTo>
                    <a:pt x="0" y="0"/>
                  </a:moveTo>
                  <a:lnTo>
                    <a:pt x="0" y="18924"/>
                  </a:lnTo>
                </a:path>
              </a:pathLst>
            </a:custGeom>
            <a:ln w="8472" cap="flat">
              <a:solidFill>
                <a:srgbClr val="17A3A3"/>
              </a:solidFill>
              <a:prstDash val="solid"/>
              <a:miter/>
            </a:ln>
          </p:spPr>
          <p:txBody>
            <a:bodyPr rtlCol="1" anchor="ctr"/>
            <a:lstStyle/>
            <a:p>
              <a:endParaRPr lang="ar-SA"/>
            </a:p>
          </p:txBody>
        </p:sp>
        <p:sp>
          <p:nvSpPr>
            <p:cNvPr id="8793" name="شكل حر: شكل 9780">
              <a:extLst>
                <a:ext uri="{FF2B5EF4-FFF2-40B4-BE49-F238E27FC236}">
                  <a16:creationId xmlns:a16="http://schemas.microsoft.com/office/drawing/2014/main" id="{7CBAC4D1-437D-3474-1E8E-4F291908182A}"/>
                </a:ext>
              </a:extLst>
            </p:cNvPr>
            <p:cNvSpPr/>
            <p:nvPr/>
          </p:nvSpPr>
          <p:spPr>
            <a:xfrm>
              <a:off x="10408396" y="3060537"/>
              <a:ext cx="60877" cy="45305"/>
            </a:xfrm>
            <a:custGeom>
              <a:avLst/>
              <a:gdLst>
                <a:gd name="connsiteX0" fmla="*/ 60878 w 60877"/>
                <a:gd name="connsiteY0" fmla="*/ 45306 h 45305"/>
                <a:gd name="connsiteX1" fmla="*/ 2974 w 60877"/>
                <a:gd name="connsiteY1" fmla="*/ 45306 h 45305"/>
                <a:gd name="connsiteX2" fmla="*/ 1336 w 60877"/>
                <a:gd name="connsiteY2" fmla="*/ 41069 h 45305"/>
                <a:gd name="connsiteX3" fmla="*/ 1336 w 60877"/>
                <a:gd name="connsiteY3" fmla="*/ 41069 h 45305"/>
                <a:gd name="connsiteX4" fmla="*/ 17718 w 60877"/>
                <a:gd name="connsiteY4" fmla="*/ 21297 h 45305"/>
                <a:gd name="connsiteX5" fmla="*/ 18848 w 60877"/>
                <a:gd name="connsiteY5" fmla="*/ 0 h 45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877" h="45305">
                  <a:moveTo>
                    <a:pt x="60878" y="45306"/>
                  </a:moveTo>
                  <a:lnTo>
                    <a:pt x="2974" y="45306"/>
                  </a:lnTo>
                  <a:cubicBezTo>
                    <a:pt x="37" y="45306"/>
                    <a:pt x="-1121" y="42340"/>
                    <a:pt x="1336" y="41069"/>
                  </a:cubicBezTo>
                  <a:lnTo>
                    <a:pt x="1336" y="41069"/>
                  </a:lnTo>
                  <a:cubicBezTo>
                    <a:pt x="10149" y="36549"/>
                    <a:pt x="16080" y="29375"/>
                    <a:pt x="17718" y="21297"/>
                  </a:cubicBezTo>
                  <a:cubicBezTo>
                    <a:pt x="19837" y="10733"/>
                    <a:pt x="18848" y="0"/>
                    <a:pt x="18848" y="0"/>
                  </a:cubicBezTo>
                </a:path>
              </a:pathLst>
            </a:custGeom>
            <a:noFill/>
            <a:ln w="8472" cap="flat">
              <a:solidFill>
                <a:srgbClr val="01355A"/>
              </a:solidFill>
              <a:prstDash val="solid"/>
              <a:miter/>
            </a:ln>
          </p:spPr>
          <p:txBody>
            <a:bodyPr rtlCol="1" anchor="ctr"/>
            <a:lstStyle/>
            <a:p>
              <a:endParaRPr lang="ar-SA"/>
            </a:p>
          </p:txBody>
        </p:sp>
        <p:sp>
          <p:nvSpPr>
            <p:cNvPr id="8794" name="شكل حر: شكل 9781">
              <a:extLst>
                <a:ext uri="{FF2B5EF4-FFF2-40B4-BE49-F238E27FC236}">
                  <a16:creationId xmlns:a16="http://schemas.microsoft.com/office/drawing/2014/main" id="{CF40AA5F-FF4E-4BB2-FE04-F714B472CA1C}"/>
                </a:ext>
              </a:extLst>
            </p:cNvPr>
            <p:cNvSpPr/>
            <p:nvPr/>
          </p:nvSpPr>
          <p:spPr>
            <a:xfrm>
              <a:off x="10468624" y="3043675"/>
              <a:ext cx="1299" cy="1299"/>
            </a:xfrm>
            <a:custGeom>
              <a:avLst/>
              <a:gdLst>
                <a:gd name="connsiteX0" fmla="*/ 1299 w 1299"/>
                <a:gd name="connsiteY0" fmla="*/ 650 h 1299"/>
                <a:gd name="connsiteX1" fmla="*/ 650 w 1299"/>
                <a:gd name="connsiteY1" fmla="*/ 1300 h 1299"/>
                <a:gd name="connsiteX2" fmla="*/ 0 w 1299"/>
                <a:gd name="connsiteY2" fmla="*/ 650 h 1299"/>
                <a:gd name="connsiteX3" fmla="*/ 650 w 1299"/>
                <a:gd name="connsiteY3" fmla="*/ 0 h 1299"/>
                <a:gd name="connsiteX4" fmla="*/ 1299 w 1299"/>
                <a:gd name="connsiteY4" fmla="*/ 650 h 1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 h="1299">
                  <a:moveTo>
                    <a:pt x="1299" y="650"/>
                  </a:moveTo>
                  <a:cubicBezTo>
                    <a:pt x="1299" y="1017"/>
                    <a:pt x="1016" y="1300"/>
                    <a:pt x="650" y="1300"/>
                  </a:cubicBezTo>
                  <a:cubicBezTo>
                    <a:pt x="282" y="1300"/>
                    <a:pt x="0" y="1017"/>
                    <a:pt x="0" y="650"/>
                  </a:cubicBezTo>
                  <a:cubicBezTo>
                    <a:pt x="0" y="283"/>
                    <a:pt x="282" y="0"/>
                    <a:pt x="650" y="0"/>
                  </a:cubicBezTo>
                  <a:cubicBezTo>
                    <a:pt x="1016" y="0"/>
                    <a:pt x="1299" y="283"/>
                    <a:pt x="1299" y="650"/>
                  </a:cubicBezTo>
                  <a:close/>
                </a:path>
              </a:pathLst>
            </a:custGeom>
            <a:noFill/>
            <a:ln w="8472" cap="flat">
              <a:solidFill>
                <a:srgbClr val="01355A"/>
              </a:solidFill>
              <a:prstDash val="solid"/>
              <a:miter/>
            </a:ln>
          </p:spPr>
          <p:txBody>
            <a:bodyPr rtlCol="1" anchor="ctr"/>
            <a:lstStyle/>
            <a:p>
              <a:endParaRPr lang="ar-SA"/>
            </a:p>
          </p:txBody>
        </p:sp>
        <p:sp>
          <p:nvSpPr>
            <p:cNvPr id="8795" name="شكل حر: شكل 9782">
              <a:extLst>
                <a:ext uri="{FF2B5EF4-FFF2-40B4-BE49-F238E27FC236}">
                  <a16:creationId xmlns:a16="http://schemas.microsoft.com/office/drawing/2014/main" id="{9671C0EB-723A-BEC1-4F2F-7AA345CFF2F5}"/>
                </a:ext>
              </a:extLst>
            </p:cNvPr>
            <p:cNvSpPr/>
            <p:nvPr/>
          </p:nvSpPr>
          <p:spPr>
            <a:xfrm>
              <a:off x="10334034" y="3028083"/>
              <a:ext cx="135324" cy="32454"/>
            </a:xfrm>
            <a:custGeom>
              <a:avLst/>
              <a:gdLst>
                <a:gd name="connsiteX0" fmla="*/ 135324 w 135324"/>
                <a:gd name="connsiteY0" fmla="*/ 32454 h 32454"/>
                <a:gd name="connsiteX1" fmla="*/ 13332 w 135324"/>
                <a:gd name="connsiteY1" fmla="*/ 32454 h 32454"/>
                <a:gd name="connsiteX2" fmla="*/ 0 w 135324"/>
                <a:gd name="connsiteY2" fmla="*/ 19122 h 32454"/>
                <a:gd name="connsiteX3" fmla="*/ 0 w 135324"/>
                <a:gd name="connsiteY3" fmla="*/ 0 h 32454"/>
                <a:gd name="connsiteX4" fmla="*/ 52311 w 135324"/>
                <a:gd name="connsiteY4" fmla="*/ 0 h 324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324" h="32454">
                  <a:moveTo>
                    <a:pt x="135324" y="32454"/>
                  </a:moveTo>
                  <a:lnTo>
                    <a:pt x="13332" y="32454"/>
                  </a:lnTo>
                  <a:cubicBezTo>
                    <a:pt x="5960" y="32454"/>
                    <a:pt x="0" y="26494"/>
                    <a:pt x="0" y="19122"/>
                  </a:cubicBezTo>
                  <a:lnTo>
                    <a:pt x="0" y="0"/>
                  </a:lnTo>
                  <a:lnTo>
                    <a:pt x="52311" y="0"/>
                  </a:lnTo>
                </a:path>
              </a:pathLst>
            </a:custGeom>
            <a:noFill/>
            <a:ln w="8472" cap="flat">
              <a:solidFill>
                <a:srgbClr val="01355A"/>
              </a:solidFill>
              <a:prstDash val="solid"/>
              <a:miter/>
            </a:ln>
          </p:spPr>
          <p:txBody>
            <a:bodyPr rtlCol="1" anchor="ctr"/>
            <a:lstStyle/>
            <a:p>
              <a:endParaRPr lang="ar-SA"/>
            </a:p>
          </p:txBody>
        </p:sp>
        <p:sp>
          <p:nvSpPr>
            <p:cNvPr id="8796" name="شكل حر: شكل 9783">
              <a:extLst>
                <a:ext uri="{FF2B5EF4-FFF2-40B4-BE49-F238E27FC236}">
                  <a16:creationId xmlns:a16="http://schemas.microsoft.com/office/drawing/2014/main" id="{8C615BD3-6D99-D130-4E3A-C86DBE767695}"/>
                </a:ext>
              </a:extLst>
            </p:cNvPr>
            <p:cNvSpPr/>
            <p:nvPr/>
          </p:nvSpPr>
          <p:spPr>
            <a:xfrm>
              <a:off x="10334062" y="2849007"/>
              <a:ext cx="135324" cy="179076"/>
            </a:xfrm>
            <a:custGeom>
              <a:avLst/>
              <a:gdLst>
                <a:gd name="connsiteX0" fmla="*/ 135127 w 135324"/>
                <a:gd name="connsiteY0" fmla="*/ 179077 h 179076"/>
                <a:gd name="connsiteX1" fmla="*/ 0 w 135324"/>
                <a:gd name="connsiteY1" fmla="*/ 179077 h 179076"/>
                <a:gd name="connsiteX2" fmla="*/ 0 w 135324"/>
                <a:gd name="connsiteY2" fmla="*/ 14462 h 179076"/>
                <a:gd name="connsiteX3" fmla="*/ 14462 w 135324"/>
                <a:gd name="connsiteY3" fmla="*/ 0 h 179076"/>
                <a:gd name="connsiteX4" fmla="*/ 135324 w 135324"/>
                <a:gd name="connsiteY4" fmla="*/ 0 h 179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324" h="179076">
                  <a:moveTo>
                    <a:pt x="135127" y="179077"/>
                  </a:moveTo>
                  <a:lnTo>
                    <a:pt x="0" y="179077"/>
                  </a:lnTo>
                  <a:lnTo>
                    <a:pt x="0" y="14462"/>
                  </a:lnTo>
                  <a:cubicBezTo>
                    <a:pt x="0" y="6468"/>
                    <a:pt x="6468" y="0"/>
                    <a:pt x="14462" y="0"/>
                  </a:cubicBezTo>
                  <a:lnTo>
                    <a:pt x="135324" y="0"/>
                  </a:lnTo>
                </a:path>
              </a:pathLst>
            </a:custGeom>
            <a:noFill/>
            <a:ln w="8472" cap="flat">
              <a:solidFill>
                <a:srgbClr val="01355A"/>
              </a:solidFill>
              <a:prstDash val="solid"/>
              <a:miter/>
            </a:ln>
          </p:spPr>
          <p:txBody>
            <a:bodyPr rtlCol="1" anchor="ctr"/>
            <a:lstStyle/>
            <a:p>
              <a:endParaRPr lang="ar-SA"/>
            </a:p>
          </p:txBody>
        </p:sp>
        <p:sp>
          <p:nvSpPr>
            <p:cNvPr id="8797" name="شكل حر: شكل 9784">
              <a:extLst>
                <a:ext uri="{FF2B5EF4-FFF2-40B4-BE49-F238E27FC236}">
                  <a16:creationId xmlns:a16="http://schemas.microsoft.com/office/drawing/2014/main" id="{AC9D44ED-C8E3-9633-9CBD-788EF5F6325A}"/>
                </a:ext>
              </a:extLst>
            </p:cNvPr>
            <p:cNvSpPr/>
            <p:nvPr/>
          </p:nvSpPr>
          <p:spPr>
            <a:xfrm>
              <a:off x="10469274" y="3060537"/>
              <a:ext cx="60877" cy="45305"/>
            </a:xfrm>
            <a:custGeom>
              <a:avLst/>
              <a:gdLst>
                <a:gd name="connsiteX0" fmla="*/ 0 w 60877"/>
                <a:gd name="connsiteY0" fmla="*/ 45306 h 45305"/>
                <a:gd name="connsiteX1" fmla="*/ 57903 w 60877"/>
                <a:gd name="connsiteY1" fmla="*/ 45306 h 45305"/>
                <a:gd name="connsiteX2" fmla="*/ 59541 w 60877"/>
                <a:gd name="connsiteY2" fmla="*/ 41069 h 45305"/>
                <a:gd name="connsiteX3" fmla="*/ 59541 w 60877"/>
                <a:gd name="connsiteY3" fmla="*/ 41069 h 45305"/>
                <a:gd name="connsiteX4" fmla="*/ 43159 w 60877"/>
                <a:gd name="connsiteY4" fmla="*/ 21297 h 45305"/>
                <a:gd name="connsiteX5" fmla="*/ 42029 w 60877"/>
                <a:gd name="connsiteY5" fmla="*/ 0 h 45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877" h="45305">
                  <a:moveTo>
                    <a:pt x="0" y="45306"/>
                  </a:moveTo>
                  <a:lnTo>
                    <a:pt x="57903" y="45306"/>
                  </a:lnTo>
                  <a:cubicBezTo>
                    <a:pt x="60841" y="45306"/>
                    <a:pt x="61999" y="42340"/>
                    <a:pt x="59541" y="41069"/>
                  </a:cubicBezTo>
                  <a:lnTo>
                    <a:pt x="59541" y="41069"/>
                  </a:lnTo>
                  <a:cubicBezTo>
                    <a:pt x="50729" y="36549"/>
                    <a:pt x="44797" y="29375"/>
                    <a:pt x="43159" y="21297"/>
                  </a:cubicBezTo>
                  <a:cubicBezTo>
                    <a:pt x="41041" y="10733"/>
                    <a:pt x="42029" y="0"/>
                    <a:pt x="42029" y="0"/>
                  </a:cubicBezTo>
                </a:path>
              </a:pathLst>
            </a:custGeom>
            <a:noFill/>
            <a:ln w="8472" cap="flat">
              <a:solidFill>
                <a:srgbClr val="01355A"/>
              </a:solidFill>
              <a:prstDash val="solid"/>
              <a:miter/>
            </a:ln>
          </p:spPr>
          <p:txBody>
            <a:bodyPr rtlCol="1" anchor="ctr"/>
            <a:lstStyle/>
            <a:p>
              <a:endParaRPr lang="ar-SA"/>
            </a:p>
          </p:txBody>
        </p:sp>
        <p:sp>
          <p:nvSpPr>
            <p:cNvPr id="8798" name="شكل حر: شكل 9785">
              <a:extLst>
                <a:ext uri="{FF2B5EF4-FFF2-40B4-BE49-F238E27FC236}">
                  <a16:creationId xmlns:a16="http://schemas.microsoft.com/office/drawing/2014/main" id="{972AB255-8E78-5381-454B-7D649C614E0B}"/>
                </a:ext>
              </a:extLst>
            </p:cNvPr>
            <p:cNvSpPr/>
            <p:nvPr/>
          </p:nvSpPr>
          <p:spPr>
            <a:xfrm>
              <a:off x="10468624" y="3043675"/>
              <a:ext cx="1299" cy="1299"/>
            </a:xfrm>
            <a:custGeom>
              <a:avLst/>
              <a:gdLst>
                <a:gd name="connsiteX0" fmla="*/ 0 w 1299"/>
                <a:gd name="connsiteY0" fmla="*/ 650 h 1299"/>
                <a:gd name="connsiteX1" fmla="*/ 650 w 1299"/>
                <a:gd name="connsiteY1" fmla="*/ 1300 h 1299"/>
                <a:gd name="connsiteX2" fmla="*/ 1299 w 1299"/>
                <a:gd name="connsiteY2" fmla="*/ 650 h 1299"/>
                <a:gd name="connsiteX3" fmla="*/ 650 w 1299"/>
                <a:gd name="connsiteY3" fmla="*/ 0 h 1299"/>
                <a:gd name="connsiteX4" fmla="*/ 0 w 1299"/>
                <a:gd name="connsiteY4" fmla="*/ 650 h 1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 h="1299">
                  <a:moveTo>
                    <a:pt x="0" y="650"/>
                  </a:moveTo>
                  <a:cubicBezTo>
                    <a:pt x="0" y="1017"/>
                    <a:pt x="282" y="1300"/>
                    <a:pt x="650" y="1300"/>
                  </a:cubicBezTo>
                  <a:cubicBezTo>
                    <a:pt x="1016" y="1300"/>
                    <a:pt x="1299" y="1017"/>
                    <a:pt x="1299" y="650"/>
                  </a:cubicBezTo>
                  <a:cubicBezTo>
                    <a:pt x="1299" y="283"/>
                    <a:pt x="1016" y="0"/>
                    <a:pt x="650" y="0"/>
                  </a:cubicBezTo>
                  <a:cubicBezTo>
                    <a:pt x="282" y="0"/>
                    <a:pt x="0" y="283"/>
                    <a:pt x="0" y="650"/>
                  </a:cubicBezTo>
                  <a:close/>
                </a:path>
              </a:pathLst>
            </a:custGeom>
            <a:noFill/>
            <a:ln w="8472" cap="flat">
              <a:solidFill>
                <a:srgbClr val="01355A"/>
              </a:solidFill>
              <a:prstDash val="solid"/>
              <a:miter/>
            </a:ln>
          </p:spPr>
          <p:txBody>
            <a:bodyPr rtlCol="1" anchor="ctr"/>
            <a:lstStyle/>
            <a:p>
              <a:endParaRPr lang="ar-SA"/>
            </a:p>
          </p:txBody>
        </p:sp>
        <p:sp>
          <p:nvSpPr>
            <p:cNvPr id="8799" name="شكل حر: شكل 9786">
              <a:extLst>
                <a:ext uri="{FF2B5EF4-FFF2-40B4-BE49-F238E27FC236}">
                  <a16:creationId xmlns:a16="http://schemas.microsoft.com/office/drawing/2014/main" id="{27593747-91A0-7119-924E-A684C6E557A6}"/>
                </a:ext>
              </a:extLst>
            </p:cNvPr>
            <p:cNvSpPr/>
            <p:nvPr/>
          </p:nvSpPr>
          <p:spPr>
            <a:xfrm>
              <a:off x="10469189" y="3028083"/>
              <a:ext cx="135323" cy="32454"/>
            </a:xfrm>
            <a:custGeom>
              <a:avLst/>
              <a:gdLst>
                <a:gd name="connsiteX0" fmla="*/ 0 w 135323"/>
                <a:gd name="connsiteY0" fmla="*/ 32454 h 32454"/>
                <a:gd name="connsiteX1" fmla="*/ 121992 w 135323"/>
                <a:gd name="connsiteY1" fmla="*/ 32454 h 32454"/>
                <a:gd name="connsiteX2" fmla="*/ 135324 w 135323"/>
                <a:gd name="connsiteY2" fmla="*/ 19122 h 32454"/>
                <a:gd name="connsiteX3" fmla="*/ 135324 w 135323"/>
                <a:gd name="connsiteY3" fmla="*/ 0 h 32454"/>
                <a:gd name="connsiteX4" fmla="*/ 83013 w 135323"/>
                <a:gd name="connsiteY4" fmla="*/ 0 h 324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323" h="32454">
                  <a:moveTo>
                    <a:pt x="0" y="32454"/>
                  </a:moveTo>
                  <a:lnTo>
                    <a:pt x="121992" y="32454"/>
                  </a:lnTo>
                  <a:cubicBezTo>
                    <a:pt x="129364" y="32454"/>
                    <a:pt x="135324" y="26494"/>
                    <a:pt x="135324" y="19122"/>
                  </a:cubicBezTo>
                  <a:lnTo>
                    <a:pt x="135324" y="0"/>
                  </a:lnTo>
                  <a:lnTo>
                    <a:pt x="83013" y="0"/>
                  </a:lnTo>
                </a:path>
              </a:pathLst>
            </a:custGeom>
            <a:noFill/>
            <a:ln w="8472" cap="flat">
              <a:solidFill>
                <a:srgbClr val="01355A"/>
              </a:solidFill>
              <a:prstDash val="solid"/>
              <a:miter/>
            </a:ln>
          </p:spPr>
          <p:txBody>
            <a:bodyPr rtlCol="1" anchor="ctr"/>
            <a:lstStyle/>
            <a:p>
              <a:endParaRPr lang="ar-SA"/>
            </a:p>
          </p:txBody>
        </p:sp>
        <p:sp>
          <p:nvSpPr>
            <p:cNvPr id="8800" name="شكل حر: شكل 9787">
              <a:extLst>
                <a:ext uri="{FF2B5EF4-FFF2-40B4-BE49-F238E27FC236}">
                  <a16:creationId xmlns:a16="http://schemas.microsoft.com/office/drawing/2014/main" id="{20772C16-58DD-24F6-0EB2-05010F1380DB}"/>
                </a:ext>
              </a:extLst>
            </p:cNvPr>
            <p:cNvSpPr/>
            <p:nvPr/>
          </p:nvSpPr>
          <p:spPr>
            <a:xfrm>
              <a:off x="10469161" y="2849007"/>
              <a:ext cx="135323" cy="179076"/>
            </a:xfrm>
            <a:custGeom>
              <a:avLst/>
              <a:gdLst>
                <a:gd name="connsiteX0" fmla="*/ 198 w 135323"/>
                <a:gd name="connsiteY0" fmla="*/ 179077 h 179076"/>
                <a:gd name="connsiteX1" fmla="*/ 135324 w 135323"/>
                <a:gd name="connsiteY1" fmla="*/ 179077 h 179076"/>
                <a:gd name="connsiteX2" fmla="*/ 135324 w 135323"/>
                <a:gd name="connsiteY2" fmla="*/ 14462 h 179076"/>
                <a:gd name="connsiteX3" fmla="*/ 120862 w 135323"/>
                <a:gd name="connsiteY3" fmla="*/ 0 h 179076"/>
                <a:gd name="connsiteX4" fmla="*/ 0 w 135323"/>
                <a:gd name="connsiteY4" fmla="*/ 0 h 179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323" h="179076">
                  <a:moveTo>
                    <a:pt x="198" y="179077"/>
                  </a:moveTo>
                  <a:lnTo>
                    <a:pt x="135324" y="179077"/>
                  </a:lnTo>
                  <a:lnTo>
                    <a:pt x="135324" y="14462"/>
                  </a:lnTo>
                  <a:cubicBezTo>
                    <a:pt x="135324" y="6468"/>
                    <a:pt x="128855" y="0"/>
                    <a:pt x="120862" y="0"/>
                  </a:cubicBezTo>
                  <a:lnTo>
                    <a:pt x="0" y="0"/>
                  </a:lnTo>
                </a:path>
              </a:pathLst>
            </a:custGeom>
            <a:noFill/>
            <a:ln w="8472" cap="flat">
              <a:solidFill>
                <a:srgbClr val="01355A"/>
              </a:solidFill>
              <a:prstDash val="solid"/>
              <a:miter/>
            </a:ln>
          </p:spPr>
          <p:txBody>
            <a:bodyPr rtlCol="1" anchor="ctr"/>
            <a:lstStyle/>
            <a:p>
              <a:endParaRPr lang="ar-SA"/>
            </a:p>
          </p:txBody>
        </p:sp>
        <p:sp>
          <p:nvSpPr>
            <p:cNvPr id="8801" name="شكل حر: شكل 9788">
              <a:extLst>
                <a:ext uri="{FF2B5EF4-FFF2-40B4-BE49-F238E27FC236}">
                  <a16:creationId xmlns:a16="http://schemas.microsoft.com/office/drawing/2014/main" id="{3C9C32B0-53C0-9EEC-C282-179D5949DF9A}"/>
                </a:ext>
              </a:extLst>
            </p:cNvPr>
            <p:cNvSpPr/>
            <p:nvPr/>
          </p:nvSpPr>
          <p:spPr>
            <a:xfrm>
              <a:off x="10620076" y="2995629"/>
              <a:ext cx="76912" cy="32454"/>
            </a:xfrm>
            <a:custGeom>
              <a:avLst/>
              <a:gdLst>
                <a:gd name="connsiteX0" fmla="*/ 0 w 76912"/>
                <a:gd name="connsiteY0" fmla="*/ 32454 h 32454"/>
                <a:gd name="connsiteX1" fmla="*/ 63581 w 76912"/>
                <a:gd name="connsiteY1" fmla="*/ 32454 h 32454"/>
                <a:gd name="connsiteX2" fmla="*/ 76912 w 76912"/>
                <a:gd name="connsiteY2" fmla="*/ 19122 h 32454"/>
                <a:gd name="connsiteX3" fmla="*/ 76912 w 76912"/>
                <a:gd name="connsiteY3" fmla="*/ 0 h 32454"/>
              </a:gdLst>
              <a:ahLst/>
              <a:cxnLst>
                <a:cxn ang="0">
                  <a:pos x="connsiteX0" y="connsiteY0"/>
                </a:cxn>
                <a:cxn ang="0">
                  <a:pos x="connsiteX1" y="connsiteY1"/>
                </a:cxn>
                <a:cxn ang="0">
                  <a:pos x="connsiteX2" y="connsiteY2"/>
                </a:cxn>
                <a:cxn ang="0">
                  <a:pos x="connsiteX3" y="connsiteY3"/>
                </a:cxn>
              </a:cxnLst>
              <a:rect l="l" t="t" r="r" b="b"/>
              <a:pathLst>
                <a:path w="76912" h="32454">
                  <a:moveTo>
                    <a:pt x="0" y="32454"/>
                  </a:moveTo>
                  <a:lnTo>
                    <a:pt x="63581" y="32454"/>
                  </a:lnTo>
                  <a:cubicBezTo>
                    <a:pt x="70953" y="32454"/>
                    <a:pt x="76912" y="26494"/>
                    <a:pt x="76912" y="19122"/>
                  </a:cubicBezTo>
                  <a:lnTo>
                    <a:pt x="76912" y="0"/>
                  </a:lnTo>
                </a:path>
              </a:pathLst>
            </a:custGeom>
            <a:noFill/>
            <a:ln w="8472" cap="flat">
              <a:solidFill>
                <a:srgbClr val="01355A"/>
              </a:solidFill>
              <a:prstDash val="solid"/>
              <a:miter/>
            </a:ln>
          </p:spPr>
          <p:txBody>
            <a:bodyPr rtlCol="1" anchor="ctr"/>
            <a:lstStyle/>
            <a:p>
              <a:endParaRPr lang="ar-SA"/>
            </a:p>
          </p:txBody>
        </p:sp>
        <p:sp>
          <p:nvSpPr>
            <p:cNvPr id="8802" name="شكل حر: شكل 9789">
              <a:extLst>
                <a:ext uri="{FF2B5EF4-FFF2-40B4-BE49-F238E27FC236}">
                  <a16:creationId xmlns:a16="http://schemas.microsoft.com/office/drawing/2014/main" id="{1D1671FF-8816-087E-D9B1-2BAD2FCDE7EE}"/>
                </a:ext>
              </a:extLst>
            </p:cNvPr>
            <p:cNvSpPr/>
            <p:nvPr/>
          </p:nvSpPr>
          <p:spPr>
            <a:xfrm>
              <a:off x="10561665" y="2816553"/>
              <a:ext cx="135323" cy="179076"/>
            </a:xfrm>
            <a:custGeom>
              <a:avLst/>
              <a:gdLst>
                <a:gd name="connsiteX0" fmla="*/ 58411 w 135323"/>
                <a:gd name="connsiteY0" fmla="*/ 179076 h 179076"/>
                <a:gd name="connsiteX1" fmla="*/ 135324 w 135323"/>
                <a:gd name="connsiteY1" fmla="*/ 179076 h 179076"/>
                <a:gd name="connsiteX2" fmla="*/ 135324 w 135323"/>
                <a:gd name="connsiteY2" fmla="*/ 14462 h 179076"/>
                <a:gd name="connsiteX3" fmla="*/ 120862 w 135323"/>
                <a:gd name="connsiteY3" fmla="*/ 0 h 179076"/>
                <a:gd name="connsiteX4" fmla="*/ 0 w 135323"/>
                <a:gd name="connsiteY4" fmla="*/ 0 h 179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323" h="179076">
                  <a:moveTo>
                    <a:pt x="58411" y="179076"/>
                  </a:moveTo>
                  <a:lnTo>
                    <a:pt x="135324" y="179076"/>
                  </a:lnTo>
                  <a:lnTo>
                    <a:pt x="135324" y="14462"/>
                  </a:lnTo>
                  <a:cubicBezTo>
                    <a:pt x="135324" y="6468"/>
                    <a:pt x="128855" y="0"/>
                    <a:pt x="120862" y="0"/>
                  </a:cubicBezTo>
                  <a:lnTo>
                    <a:pt x="0" y="0"/>
                  </a:lnTo>
                </a:path>
              </a:pathLst>
            </a:custGeom>
            <a:noFill/>
            <a:ln w="8472" cap="flat">
              <a:solidFill>
                <a:srgbClr val="01355A"/>
              </a:solidFill>
              <a:prstDash val="solid"/>
              <a:miter/>
            </a:ln>
          </p:spPr>
          <p:txBody>
            <a:bodyPr rtlCol="1" anchor="ctr"/>
            <a:lstStyle/>
            <a:p>
              <a:endParaRPr lang="ar-SA"/>
            </a:p>
          </p:txBody>
        </p:sp>
        <p:sp>
          <p:nvSpPr>
            <p:cNvPr id="8803" name="شكل حر: شكل 9790">
              <a:extLst>
                <a:ext uri="{FF2B5EF4-FFF2-40B4-BE49-F238E27FC236}">
                  <a16:creationId xmlns:a16="http://schemas.microsoft.com/office/drawing/2014/main" id="{A6D73B57-1582-3065-9835-F2B58CBA1C9B}"/>
                </a:ext>
              </a:extLst>
            </p:cNvPr>
            <p:cNvSpPr/>
            <p:nvPr/>
          </p:nvSpPr>
          <p:spPr>
            <a:xfrm>
              <a:off x="10426341" y="2816525"/>
              <a:ext cx="135323" cy="32454"/>
            </a:xfrm>
            <a:custGeom>
              <a:avLst/>
              <a:gdLst>
                <a:gd name="connsiteX0" fmla="*/ 0 w 135323"/>
                <a:gd name="connsiteY0" fmla="*/ 32454 h 32454"/>
                <a:gd name="connsiteX1" fmla="*/ 0 w 135323"/>
                <a:gd name="connsiteY1" fmla="*/ 14462 h 32454"/>
                <a:gd name="connsiteX2" fmla="*/ 14461 w 135323"/>
                <a:gd name="connsiteY2" fmla="*/ 0 h 32454"/>
                <a:gd name="connsiteX3" fmla="*/ 135324 w 135323"/>
                <a:gd name="connsiteY3" fmla="*/ 0 h 32454"/>
              </a:gdLst>
              <a:ahLst/>
              <a:cxnLst>
                <a:cxn ang="0">
                  <a:pos x="connsiteX0" y="connsiteY0"/>
                </a:cxn>
                <a:cxn ang="0">
                  <a:pos x="connsiteX1" y="connsiteY1"/>
                </a:cxn>
                <a:cxn ang="0">
                  <a:pos x="connsiteX2" y="connsiteY2"/>
                </a:cxn>
                <a:cxn ang="0">
                  <a:pos x="connsiteX3" y="connsiteY3"/>
                </a:cxn>
              </a:cxnLst>
              <a:rect l="l" t="t" r="r" b="b"/>
              <a:pathLst>
                <a:path w="135323" h="32454">
                  <a:moveTo>
                    <a:pt x="0" y="32454"/>
                  </a:moveTo>
                  <a:lnTo>
                    <a:pt x="0" y="14462"/>
                  </a:lnTo>
                  <a:cubicBezTo>
                    <a:pt x="0" y="6468"/>
                    <a:pt x="6468" y="0"/>
                    <a:pt x="14461" y="0"/>
                  </a:cubicBezTo>
                  <a:lnTo>
                    <a:pt x="135324" y="0"/>
                  </a:lnTo>
                </a:path>
              </a:pathLst>
            </a:custGeom>
            <a:noFill/>
            <a:ln w="8472" cap="flat">
              <a:solidFill>
                <a:srgbClr val="01355A"/>
              </a:solidFill>
              <a:prstDash val="solid"/>
              <a:miter/>
            </a:ln>
          </p:spPr>
          <p:txBody>
            <a:bodyPr rtlCol="1" anchor="ctr"/>
            <a:lstStyle/>
            <a:p>
              <a:endParaRPr lang="ar-SA"/>
            </a:p>
          </p:txBody>
        </p:sp>
        <p:sp>
          <p:nvSpPr>
            <p:cNvPr id="8804" name="شكل حر: شكل 9791">
              <a:extLst>
                <a:ext uri="{FF2B5EF4-FFF2-40B4-BE49-F238E27FC236}">
                  <a16:creationId xmlns:a16="http://schemas.microsoft.com/office/drawing/2014/main" id="{F69DFE49-D904-A004-DCF5-D7BD6BE7FAF3}"/>
                </a:ext>
              </a:extLst>
            </p:cNvPr>
            <p:cNvSpPr/>
            <p:nvPr/>
          </p:nvSpPr>
          <p:spPr>
            <a:xfrm>
              <a:off x="10374482" y="3132733"/>
              <a:ext cx="241329" cy="40730"/>
            </a:xfrm>
            <a:custGeom>
              <a:avLst/>
              <a:gdLst>
                <a:gd name="connsiteX0" fmla="*/ 213084 w 241329"/>
                <a:gd name="connsiteY0" fmla="*/ 0 h 40730"/>
                <a:gd name="connsiteX1" fmla="*/ 28245 w 241329"/>
                <a:gd name="connsiteY1" fmla="*/ 0 h 40730"/>
                <a:gd name="connsiteX2" fmla="*/ 0 w 241329"/>
                <a:gd name="connsiteY2" fmla="*/ 40730 h 40730"/>
                <a:gd name="connsiteX3" fmla="*/ 241329 w 241329"/>
                <a:gd name="connsiteY3" fmla="*/ 40730 h 40730"/>
                <a:gd name="connsiteX4" fmla="*/ 213084 w 241329"/>
                <a:gd name="connsiteY4" fmla="*/ 0 h 40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329" h="40730">
                  <a:moveTo>
                    <a:pt x="213084" y="0"/>
                  </a:moveTo>
                  <a:lnTo>
                    <a:pt x="28245" y="0"/>
                  </a:lnTo>
                  <a:lnTo>
                    <a:pt x="0" y="40730"/>
                  </a:lnTo>
                  <a:lnTo>
                    <a:pt x="241329" y="40730"/>
                  </a:lnTo>
                  <a:lnTo>
                    <a:pt x="213084" y="0"/>
                  </a:lnTo>
                  <a:close/>
                </a:path>
              </a:pathLst>
            </a:custGeom>
            <a:noFill/>
            <a:ln w="8472" cap="flat">
              <a:solidFill>
                <a:srgbClr val="01355A"/>
              </a:solidFill>
              <a:prstDash val="solid"/>
              <a:miter/>
            </a:ln>
          </p:spPr>
          <p:txBody>
            <a:bodyPr rtlCol="1" anchor="ctr"/>
            <a:lstStyle/>
            <a:p>
              <a:endParaRPr lang="ar-SA"/>
            </a:p>
          </p:txBody>
        </p:sp>
        <p:sp>
          <p:nvSpPr>
            <p:cNvPr id="8805" name="شكل حر: شكل 9792">
              <a:extLst>
                <a:ext uri="{FF2B5EF4-FFF2-40B4-BE49-F238E27FC236}">
                  <a16:creationId xmlns:a16="http://schemas.microsoft.com/office/drawing/2014/main" id="{2C641832-27CE-46F7-01E7-24116F183900}"/>
                </a:ext>
              </a:extLst>
            </p:cNvPr>
            <p:cNvSpPr/>
            <p:nvPr/>
          </p:nvSpPr>
          <p:spPr>
            <a:xfrm>
              <a:off x="10441876" y="3153098"/>
              <a:ext cx="115410" cy="2824"/>
            </a:xfrm>
            <a:custGeom>
              <a:avLst/>
              <a:gdLst>
                <a:gd name="connsiteX0" fmla="*/ 0 w 115410"/>
                <a:gd name="connsiteY0" fmla="*/ 0 h 2824"/>
                <a:gd name="connsiteX1" fmla="*/ 115411 w 115410"/>
                <a:gd name="connsiteY1" fmla="*/ 0 h 2824"/>
              </a:gdLst>
              <a:ahLst/>
              <a:cxnLst>
                <a:cxn ang="0">
                  <a:pos x="connsiteX0" y="connsiteY0"/>
                </a:cxn>
                <a:cxn ang="0">
                  <a:pos x="connsiteX1" y="connsiteY1"/>
                </a:cxn>
              </a:cxnLst>
              <a:rect l="l" t="t" r="r" b="b"/>
              <a:pathLst>
                <a:path w="115410" h="2824">
                  <a:moveTo>
                    <a:pt x="0" y="0"/>
                  </a:moveTo>
                  <a:lnTo>
                    <a:pt x="115411" y="0"/>
                  </a:lnTo>
                </a:path>
              </a:pathLst>
            </a:custGeom>
            <a:ln w="8472" cap="flat">
              <a:solidFill>
                <a:srgbClr val="01355A"/>
              </a:solidFill>
              <a:prstDash val="solid"/>
              <a:miter/>
            </a:ln>
          </p:spPr>
          <p:txBody>
            <a:bodyPr rtlCol="1" anchor="ctr"/>
            <a:lstStyle/>
            <a:p>
              <a:endParaRPr lang="ar-SA"/>
            </a:p>
          </p:txBody>
        </p:sp>
        <p:sp>
          <p:nvSpPr>
            <p:cNvPr id="8806" name="شكل حر: شكل 9793">
              <a:extLst>
                <a:ext uri="{FF2B5EF4-FFF2-40B4-BE49-F238E27FC236}">
                  <a16:creationId xmlns:a16="http://schemas.microsoft.com/office/drawing/2014/main" id="{292AE12F-1F50-02D3-4BAE-966AF13A8486}"/>
                </a:ext>
              </a:extLst>
            </p:cNvPr>
            <p:cNvSpPr/>
            <p:nvPr/>
          </p:nvSpPr>
          <p:spPr>
            <a:xfrm>
              <a:off x="10619568" y="3055595"/>
              <a:ext cx="43061" cy="91853"/>
            </a:xfrm>
            <a:custGeom>
              <a:avLst/>
              <a:gdLst>
                <a:gd name="connsiteX0" fmla="*/ 0 w 43061"/>
                <a:gd name="connsiteY0" fmla="*/ 91854 h 91853"/>
                <a:gd name="connsiteX1" fmla="*/ 19602 w 43061"/>
                <a:gd name="connsiteY1" fmla="*/ 91854 h 91853"/>
                <a:gd name="connsiteX2" fmla="*/ 38922 w 43061"/>
                <a:gd name="connsiteY2" fmla="*/ 55389 h 91853"/>
                <a:gd name="connsiteX3" fmla="*/ 17710 w 43061"/>
                <a:gd name="connsiteY3" fmla="*/ 30759 h 91853"/>
                <a:gd name="connsiteX4" fmla="*/ 20252 w 43061"/>
                <a:gd name="connsiteY4" fmla="*/ 0 h 918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061" h="91853">
                  <a:moveTo>
                    <a:pt x="0" y="91854"/>
                  </a:moveTo>
                  <a:lnTo>
                    <a:pt x="19602" y="91854"/>
                  </a:lnTo>
                  <a:cubicBezTo>
                    <a:pt x="38358" y="91854"/>
                    <a:pt x="49599" y="70783"/>
                    <a:pt x="38922" y="55389"/>
                  </a:cubicBezTo>
                  <a:cubicBezTo>
                    <a:pt x="33951" y="48243"/>
                    <a:pt x="27116" y="40024"/>
                    <a:pt x="17710" y="30759"/>
                  </a:cubicBezTo>
                  <a:cubicBezTo>
                    <a:pt x="-198" y="13078"/>
                    <a:pt x="20252" y="0"/>
                    <a:pt x="20252" y="0"/>
                  </a:cubicBezTo>
                </a:path>
              </a:pathLst>
            </a:custGeom>
            <a:noFill/>
            <a:ln w="8472" cap="flat">
              <a:solidFill>
                <a:srgbClr val="01355A"/>
              </a:solidFill>
              <a:prstDash val="solid"/>
              <a:miter/>
            </a:ln>
          </p:spPr>
          <p:txBody>
            <a:bodyPr rtlCol="1" anchor="ctr"/>
            <a:lstStyle/>
            <a:p>
              <a:endParaRPr lang="ar-SA"/>
            </a:p>
          </p:txBody>
        </p:sp>
      </p:grpSp>
      <p:grpSp>
        <p:nvGrpSpPr>
          <p:cNvPr id="8807" name="رسم 8014">
            <a:extLst>
              <a:ext uri="{FF2B5EF4-FFF2-40B4-BE49-F238E27FC236}">
                <a16:creationId xmlns:a16="http://schemas.microsoft.com/office/drawing/2014/main" id="{6985E2F8-4804-A7B1-523E-0C4DC627039B}"/>
              </a:ext>
            </a:extLst>
          </p:cNvPr>
          <p:cNvGrpSpPr/>
          <p:nvPr/>
        </p:nvGrpSpPr>
        <p:grpSpPr>
          <a:xfrm>
            <a:off x="6779179" y="2811913"/>
            <a:ext cx="277445" cy="286216"/>
            <a:chOff x="7184580" y="1752172"/>
            <a:chExt cx="331630" cy="363130"/>
          </a:xfrm>
          <a:noFill/>
        </p:grpSpPr>
        <p:sp>
          <p:nvSpPr>
            <p:cNvPr id="8808" name="شكل حر: شكل 9806">
              <a:extLst>
                <a:ext uri="{FF2B5EF4-FFF2-40B4-BE49-F238E27FC236}">
                  <a16:creationId xmlns:a16="http://schemas.microsoft.com/office/drawing/2014/main" id="{6D12A78C-F387-7DA6-26B2-E7E454B592C9}"/>
                </a:ext>
              </a:extLst>
            </p:cNvPr>
            <p:cNvSpPr/>
            <p:nvPr/>
          </p:nvSpPr>
          <p:spPr>
            <a:xfrm>
              <a:off x="7297674" y="1796948"/>
              <a:ext cx="218536" cy="204751"/>
            </a:xfrm>
            <a:custGeom>
              <a:avLst/>
              <a:gdLst>
                <a:gd name="connsiteX0" fmla="*/ 191166 w 218536"/>
                <a:gd name="connsiteY0" fmla="*/ 199950 h 204751"/>
                <a:gd name="connsiteX1" fmla="*/ 218536 w 218536"/>
                <a:gd name="connsiteY1" fmla="*/ 141114 h 204751"/>
                <a:gd name="connsiteX2" fmla="*/ 196532 w 218536"/>
                <a:gd name="connsiteY2" fmla="*/ 76347 h 204751"/>
                <a:gd name="connsiteX3" fmla="*/ 149334 w 218536"/>
                <a:gd name="connsiteY3" fmla="*/ 0 h 204751"/>
                <a:gd name="connsiteX4" fmla="*/ 70191 w 218536"/>
                <a:gd name="connsiteY4" fmla="*/ 0 h 204751"/>
                <a:gd name="connsiteX5" fmla="*/ 22004 w 218536"/>
                <a:gd name="connsiteY5" fmla="*/ 76347 h 204751"/>
                <a:gd name="connsiteX6" fmla="*/ 0 w 218536"/>
                <a:gd name="connsiteY6" fmla="*/ 141114 h 204751"/>
                <a:gd name="connsiteX7" fmla="*/ 34658 w 218536"/>
                <a:gd name="connsiteY7" fmla="*/ 204751 h 204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8536" h="204751">
                  <a:moveTo>
                    <a:pt x="191166" y="199950"/>
                  </a:moveTo>
                  <a:cubicBezTo>
                    <a:pt x="212491" y="184047"/>
                    <a:pt x="218479" y="161451"/>
                    <a:pt x="218536" y="141114"/>
                  </a:cubicBezTo>
                  <a:cubicBezTo>
                    <a:pt x="218592" y="117755"/>
                    <a:pt x="210457" y="95102"/>
                    <a:pt x="196532" y="76347"/>
                  </a:cubicBezTo>
                  <a:lnTo>
                    <a:pt x="149334" y="0"/>
                  </a:lnTo>
                  <a:lnTo>
                    <a:pt x="70191" y="0"/>
                  </a:lnTo>
                  <a:lnTo>
                    <a:pt x="22004" y="76347"/>
                  </a:lnTo>
                  <a:cubicBezTo>
                    <a:pt x="8051" y="95102"/>
                    <a:pt x="-56" y="117755"/>
                    <a:pt x="0" y="141114"/>
                  </a:cubicBezTo>
                  <a:cubicBezTo>
                    <a:pt x="57" y="163598"/>
                    <a:pt x="7401" y="188849"/>
                    <a:pt x="34658" y="204751"/>
                  </a:cubicBezTo>
                </a:path>
              </a:pathLst>
            </a:custGeom>
            <a:noFill/>
            <a:ln w="8472" cap="flat">
              <a:solidFill>
                <a:srgbClr val="17A3A3"/>
              </a:solidFill>
              <a:prstDash val="solid"/>
              <a:miter/>
            </a:ln>
          </p:spPr>
          <p:txBody>
            <a:bodyPr rtlCol="1" anchor="ctr"/>
            <a:lstStyle/>
            <a:p>
              <a:endParaRPr lang="ar-SA"/>
            </a:p>
          </p:txBody>
        </p:sp>
        <p:sp>
          <p:nvSpPr>
            <p:cNvPr id="8809" name="شكل حر: شكل 9807">
              <a:extLst>
                <a:ext uri="{FF2B5EF4-FFF2-40B4-BE49-F238E27FC236}">
                  <a16:creationId xmlns:a16="http://schemas.microsoft.com/office/drawing/2014/main" id="{9F06BD03-B1CA-E065-DFA3-130C2A8EDC20}"/>
                </a:ext>
              </a:extLst>
            </p:cNvPr>
            <p:cNvSpPr/>
            <p:nvPr/>
          </p:nvSpPr>
          <p:spPr>
            <a:xfrm>
              <a:off x="7338574" y="1752172"/>
              <a:ext cx="137696" cy="44776"/>
            </a:xfrm>
            <a:custGeom>
              <a:avLst/>
              <a:gdLst>
                <a:gd name="connsiteX0" fmla="*/ 108435 w 137696"/>
                <a:gd name="connsiteY0" fmla="*/ 44776 h 44776"/>
                <a:gd name="connsiteX1" fmla="*/ 137697 w 137696"/>
                <a:gd name="connsiteY1" fmla="*/ 16418 h 44776"/>
                <a:gd name="connsiteX2" fmla="*/ 127189 w 137696"/>
                <a:gd name="connsiteY2" fmla="*/ 5910 h 44776"/>
                <a:gd name="connsiteX3" fmla="*/ 98662 w 137696"/>
                <a:gd name="connsiteY3" fmla="*/ 5910 h 44776"/>
                <a:gd name="connsiteX4" fmla="*/ 90188 w 137696"/>
                <a:gd name="connsiteY4" fmla="*/ 14384 h 44776"/>
                <a:gd name="connsiteX5" fmla="*/ 86460 w 137696"/>
                <a:gd name="connsiteY5" fmla="*/ 10656 h 44776"/>
                <a:gd name="connsiteX6" fmla="*/ 51238 w 137696"/>
                <a:gd name="connsiteY6" fmla="*/ 10656 h 44776"/>
                <a:gd name="connsiteX7" fmla="*/ 47509 w 137696"/>
                <a:gd name="connsiteY7" fmla="*/ 14384 h 44776"/>
                <a:gd name="connsiteX8" fmla="*/ 39035 w 137696"/>
                <a:gd name="connsiteY8" fmla="*/ 5910 h 44776"/>
                <a:gd name="connsiteX9" fmla="*/ 10507 w 137696"/>
                <a:gd name="connsiteY9" fmla="*/ 5910 h 44776"/>
                <a:gd name="connsiteX10" fmla="*/ 0 w 137696"/>
                <a:gd name="connsiteY10" fmla="*/ 16418 h 44776"/>
                <a:gd name="connsiteX11" fmla="*/ 29263 w 137696"/>
                <a:gd name="connsiteY11" fmla="*/ 44776 h 44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7696" h="44776">
                  <a:moveTo>
                    <a:pt x="108435" y="44776"/>
                  </a:moveTo>
                  <a:lnTo>
                    <a:pt x="137697" y="16418"/>
                  </a:lnTo>
                  <a:lnTo>
                    <a:pt x="127189" y="5910"/>
                  </a:lnTo>
                  <a:cubicBezTo>
                    <a:pt x="119309" y="-1970"/>
                    <a:pt x="106542" y="-1970"/>
                    <a:pt x="98662" y="5910"/>
                  </a:cubicBezTo>
                  <a:lnTo>
                    <a:pt x="90188" y="14384"/>
                  </a:lnTo>
                  <a:lnTo>
                    <a:pt x="86460" y="10656"/>
                  </a:lnTo>
                  <a:cubicBezTo>
                    <a:pt x="76743" y="939"/>
                    <a:pt x="60954" y="939"/>
                    <a:pt x="51238" y="10656"/>
                  </a:cubicBezTo>
                  <a:lnTo>
                    <a:pt x="47509" y="14384"/>
                  </a:lnTo>
                  <a:lnTo>
                    <a:pt x="39035" y="5910"/>
                  </a:lnTo>
                  <a:cubicBezTo>
                    <a:pt x="31155" y="-1970"/>
                    <a:pt x="18388" y="-1970"/>
                    <a:pt x="10507" y="5910"/>
                  </a:cubicBezTo>
                  <a:lnTo>
                    <a:pt x="0" y="16418"/>
                  </a:lnTo>
                  <a:lnTo>
                    <a:pt x="29263" y="44776"/>
                  </a:lnTo>
                </a:path>
              </a:pathLst>
            </a:custGeom>
            <a:noFill/>
            <a:ln w="8472" cap="flat">
              <a:solidFill>
                <a:srgbClr val="17A3A3"/>
              </a:solidFill>
              <a:prstDash val="solid"/>
              <a:miter/>
            </a:ln>
          </p:spPr>
          <p:txBody>
            <a:bodyPr rtlCol="1" anchor="ctr"/>
            <a:lstStyle/>
            <a:p>
              <a:endParaRPr lang="ar-SA"/>
            </a:p>
          </p:txBody>
        </p:sp>
        <p:sp>
          <p:nvSpPr>
            <p:cNvPr id="8810" name="شكل حر: شكل 9808">
              <a:extLst>
                <a:ext uri="{FF2B5EF4-FFF2-40B4-BE49-F238E27FC236}">
                  <a16:creationId xmlns:a16="http://schemas.microsoft.com/office/drawing/2014/main" id="{57A6D6F0-DEE7-8A48-90EB-5E496698C812}"/>
                </a:ext>
              </a:extLst>
            </p:cNvPr>
            <p:cNvSpPr/>
            <p:nvPr/>
          </p:nvSpPr>
          <p:spPr>
            <a:xfrm>
              <a:off x="7278355" y="2001102"/>
              <a:ext cx="160113" cy="46016"/>
            </a:xfrm>
            <a:custGeom>
              <a:avLst/>
              <a:gdLst>
                <a:gd name="connsiteX0" fmla="*/ 90979 w 160113"/>
                <a:gd name="connsiteY0" fmla="*/ 46016 h 46016"/>
                <a:gd name="connsiteX1" fmla="*/ 106231 w 160113"/>
                <a:gd name="connsiteY1" fmla="*/ 46016 h 46016"/>
                <a:gd name="connsiteX2" fmla="*/ 147074 w 160113"/>
                <a:gd name="connsiteY2" fmla="*/ 33475 h 46016"/>
                <a:gd name="connsiteX3" fmla="*/ 158231 w 160113"/>
                <a:gd name="connsiteY3" fmla="*/ 25905 h 46016"/>
                <a:gd name="connsiteX4" fmla="*/ 159474 w 160113"/>
                <a:gd name="connsiteY4" fmla="*/ 20285 h 46016"/>
                <a:gd name="connsiteX5" fmla="*/ 153090 w 160113"/>
                <a:gd name="connsiteY5" fmla="*/ 14325 h 46016"/>
                <a:gd name="connsiteX6" fmla="*/ 135296 w 160113"/>
                <a:gd name="connsiteY6" fmla="*/ 14184 h 46016"/>
                <a:gd name="connsiteX7" fmla="*/ 96232 w 160113"/>
                <a:gd name="connsiteY7" fmla="*/ 15765 h 46016"/>
                <a:gd name="connsiteX8" fmla="*/ 77081 w 160113"/>
                <a:gd name="connsiteY8" fmla="*/ 5823 h 46016"/>
                <a:gd name="connsiteX9" fmla="*/ 0 w 160113"/>
                <a:gd name="connsiteY9" fmla="*/ 15257 h 46016"/>
                <a:gd name="connsiteX10" fmla="*/ 0 w 160113"/>
                <a:gd name="connsiteY10" fmla="*/ 15257 h 46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0113" h="46016">
                  <a:moveTo>
                    <a:pt x="90979" y="46016"/>
                  </a:moveTo>
                  <a:lnTo>
                    <a:pt x="106231" y="46016"/>
                  </a:lnTo>
                  <a:cubicBezTo>
                    <a:pt x="120778" y="46016"/>
                    <a:pt x="135013" y="41638"/>
                    <a:pt x="147074" y="33475"/>
                  </a:cubicBezTo>
                  <a:lnTo>
                    <a:pt x="158231" y="25905"/>
                  </a:lnTo>
                  <a:cubicBezTo>
                    <a:pt x="160067" y="24663"/>
                    <a:pt x="160716" y="22149"/>
                    <a:pt x="159474" y="20285"/>
                  </a:cubicBezTo>
                  <a:cubicBezTo>
                    <a:pt x="157694" y="17601"/>
                    <a:pt x="155434" y="15709"/>
                    <a:pt x="153090" y="14325"/>
                  </a:cubicBezTo>
                  <a:cubicBezTo>
                    <a:pt x="147639" y="11133"/>
                    <a:pt x="140973" y="11416"/>
                    <a:pt x="135296" y="14184"/>
                  </a:cubicBezTo>
                  <a:cubicBezTo>
                    <a:pt x="114648" y="24267"/>
                    <a:pt x="96232" y="15765"/>
                    <a:pt x="96232" y="15765"/>
                  </a:cubicBezTo>
                  <a:cubicBezTo>
                    <a:pt x="89538" y="11557"/>
                    <a:pt x="83154" y="8308"/>
                    <a:pt x="77081" y="5823"/>
                  </a:cubicBezTo>
                  <a:cubicBezTo>
                    <a:pt x="51576" y="-4628"/>
                    <a:pt x="22455" y="-730"/>
                    <a:pt x="0" y="15257"/>
                  </a:cubicBezTo>
                  <a:lnTo>
                    <a:pt x="0" y="15257"/>
                  </a:lnTo>
                </a:path>
              </a:pathLst>
            </a:custGeom>
            <a:noFill/>
            <a:ln w="8472" cap="flat">
              <a:solidFill>
                <a:srgbClr val="01355A"/>
              </a:solidFill>
              <a:prstDash val="solid"/>
              <a:miter/>
            </a:ln>
          </p:spPr>
          <p:txBody>
            <a:bodyPr rtlCol="1" anchor="ctr"/>
            <a:lstStyle/>
            <a:p>
              <a:endParaRPr lang="ar-SA"/>
            </a:p>
          </p:txBody>
        </p:sp>
        <p:sp>
          <p:nvSpPr>
            <p:cNvPr id="8811" name="شكل حر: شكل 9809">
              <a:extLst>
                <a:ext uri="{FF2B5EF4-FFF2-40B4-BE49-F238E27FC236}">
                  <a16:creationId xmlns:a16="http://schemas.microsoft.com/office/drawing/2014/main" id="{F67A16F3-8781-2A94-6536-1309E7220B1E}"/>
                </a:ext>
              </a:extLst>
            </p:cNvPr>
            <p:cNvSpPr/>
            <p:nvPr/>
          </p:nvSpPr>
          <p:spPr>
            <a:xfrm>
              <a:off x="7278355" y="1995440"/>
              <a:ext cx="234313" cy="74556"/>
            </a:xfrm>
            <a:custGeom>
              <a:avLst/>
              <a:gdLst>
                <a:gd name="connsiteX0" fmla="*/ 0 w 234313"/>
                <a:gd name="connsiteY0" fmla="*/ 74557 h 74556"/>
                <a:gd name="connsiteX1" fmla="*/ 94820 w 234313"/>
                <a:gd name="connsiteY1" fmla="*/ 71309 h 74556"/>
                <a:gd name="connsiteX2" fmla="*/ 140690 w 234313"/>
                <a:gd name="connsiteY2" fmla="*/ 61197 h 74556"/>
                <a:gd name="connsiteX3" fmla="*/ 232403 w 234313"/>
                <a:gd name="connsiteY3" fmla="*/ 12812 h 74556"/>
                <a:gd name="connsiteX4" fmla="*/ 233533 w 234313"/>
                <a:gd name="connsiteY4" fmla="*/ 7389 h 74556"/>
                <a:gd name="connsiteX5" fmla="*/ 207830 w 234313"/>
                <a:gd name="connsiteY5" fmla="*/ 1316 h 74556"/>
                <a:gd name="connsiteX6" fmla="*/ 202887 w 234313"/>
                <a:gd name="connsiteY6" fmla="*/ 3096 h 74556"/>
                <a:gd name="connsiteX7" fmla="*/ 156734 w 234313"/>
                <a:gd name="connsiteY7" fmla="*/ 22783 h 7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4313" h="74556">
                  <a:moveTo>
                    <a:pt x="0" y="74557"/>
                  </a:moveTo>
                  <a:cubicBezTo>
                    <a:pt x="0" y="74557"/>
                    <a:pt x="34488" y="67863"/>
                    <a:pt x="94820" y="71309"/>
                  </a:cubicBezTo>
                  <a:cubicBezTo>
                    <a:pt x="110722" y="72213"/>
                    <a:pt x="126596" y="68654"/>
                    <a:pt x="140690" y="61197"/>
                  </a:cubicBezTo>
                  <a:lnTo>
                    <a:pt x="232403" y="12812"/>
                  </a:lnTo>
                  <a:cubicBezTo>
                    <a:pt x="234409" y="11767"/>
                    <a:pt x="234917" y="9169"/>
                    <a:pt x="233533" y="7389"/>
                  </a:cubicBezTo>
                  <a:cubicBezTo>
                    <a:pt x="230257" y="3181"/>
                    <a:pt x="222772" y="-2638"/>
                    <a:pt x="207830" y="1316"/>
                  </a:cubicBezTo>
                  <a:cubicBezTo>
                    <a:pt x="206135" y="1768"/>
                    <a:pt x="204497" y="2390"/>
                    <a:pt x="202887" y="3096"/>
                  </a:cubicBezTo>
                  <a:lnTo>
                    <a:pt x="156734" y="22783"/>
                  </a:lnTo>
                </a:path>
              </a:pathLst>
            </a:custGeom>
            <a:noFill/>
            <a:ln w="8472" cap="flat">
              <a:solidFill>
                <a:srgbClr val="01355A"/>
              </a:solidFill>
              <a:prstDash val="solid"/>
              <a:miter/>
            </a:ln>
          </p:spPr>
          <p:txBody>
            <a:bodyPr rtlCol="1" anchor="ctr"/>
            <a:lstStyle/>
            <a:p>
              <a:endParaRPr lang="ar-SA"/>
            </a:p>
          </p:txBody>
        </p:sp>
        <p:sp>
          <p:nvSpPr>
            <p:cNvPr id="8812" name="شكل حر: شكل 9810">
              <a:extLst>
                <a:ext uri="{FF2B5EF4-FFF2-40B4-BE49-F238E27FC236}">
                  <a16:creationId xmlns:a16="http://schemas.microsoft.com/office/drawing/2014/main" id="{6F51AC47-709E-FB03-2727-F9CB9E44DC0D}"/>
                </a:ext>
              </a:extLst>
            </p:cNvPr>
            <p:cNvSpPr/>
            <p:nvPr/>
          </p:nvSpPr>
          <p:spPr>
            <a:xfrm>
              <a:off x="7243500" y="2004552"/>
              <a:ext cx="33922" cy="87532"/>
            </a:xfrm>
            <a:custGeom>
              <a:avLst/>
              <a:gdLst>
                <a:gd name="connsiteX0" fmla="*/ 0 w 33922"/>
                <a:gd name="connsiteY0" fmla="*/ 87533 h 87532"/>
                <a:gd name="connsiteX1" fmla="*/ 33923 w 33922"/>
                <a:gd name="connsiteY1" fmla="*/ 87533 h 87532"/>
                <a:gd name="connsiteX2" fmla="*/ 33923 w 33922"/>
                <a:gd name="connsiteY2" fmla="*/ 0 h 87532"/>
                <a:gd name="connsiteX3" fmla="*/ 0 w 33922"/>
                <a:gd name="connsiteY3" fmla="*/ 0 h 87532"/>
              </a:gdLst>
              <a:ahLst/>
              <a:cxnLst>
                <a:cxn ang="0">
                  <a:pos x="connsiteX0" y="connsiteY0"/>
                </a:cxn>
                <a:cxn ang="0">
                  <a:pos x="connsiteX1" y="connsiteY1"/>
                </a:cxn>
                <a:cxn ang="0">
                  <a:pos x="connsiteX2" y="connsiteY2"/>
                </a:cxn>
                <a:cxn ang="0">
                  <a:pos x="connsiteX3" y="connsiteY3"/>
                </a:cxn>
              </a:cxnLst>
              <a:rect l="l" t="t" r="r" b="b"/>
              <a:pathLst>
                <a:path w="33922" h="87532">
                  <a:moveTo>
                    <a:pt x="0" y="87533"/>
                  </a:moveTo>
                  <a:lnTo>
                    <a:pt x="33923" y="87533"/>
                  </a:lnTo>
                  <a:lnTo>
                    <a:pt x="33923" y="0"/>
                  </a:lnTo>
                  <a:lnTo>
                    <a:pt x="0" y="0"/>
                  </a:lnTo>
                </a:path>
              </a:pathLst>
            </a:custGeom>
            <a:noFill/>
            <a:ln w="8472" cap="flat">
              <a:solidFill>
                <a:srgbClr val="01355A"/>
              </a:solidFill>
              <a:prstDash val="solid"/>
              <a:miter/>
            </a:ln>
          </p:spPr>
          <p:txBody>
            <a:bodyPr rtlCol="1" anchor="ctr"/>
            <a:lstStyle/>
            <a:p>
              <a:endParaRPr lang="ar-SA"/>
            </a:p>
          </p:txBody>
        </p:sp>
        <p:sp>
          <p:nvSpPr>
            <p:cNvPr id="8813" name="شكل حر: شكل 9811">
              <a:extLst>
                <a:ext uri="{FF2B5EF4-FFF2-40B4-BE49-F238E27FC236}">
                  <a16:creationId xmlns:a16="http://schemas.microsoft.com/office/drawing/2014/main" id="{99042F64-181F-AE3C-5352-89C2A56CD970}"/>
                </a:ext>
              </a:extLst>
            </p:cNvPr>
            <p:cNvSpPr/>
            <p:nvPr/>
          </p:nvSpPr>
          <p:spPr>
            <a:xfrm>
              <a:off x="7184580" y="1978962"/>
              <a:ext cx="58920" cy="136340"/>
            </a:xfrm>
            <a:custGeom>
              <a:avLst/>
              <a:gdLst>
                <a:gd name="connsiteX0" fmla="*/ 0 w 58920"/>
                <a:gd name="connsiteY0" fmla="*/ 136341 h 136340"/>
                <a:gd name="connsiteX1" fmla="*/ 58920 w 58920"/>
                <a:gd name="connsiteY1" fmla="*/ 136341 h 136340"/>
                <a:gd name="connsiteX2" fmla="*/ 58920 w 58920"/>
                <a:gd name="connsiteY2" fmla="*/ 0 h 136340"/>
                <a:gd name="connsiteX3" fmla="*/ 0 w 58920"/>
                <a:gd name="connsiteY3" fmla="*/ 0 h 136340"/>
              </a:gdLst>
              <a:ahLst/>
              <a:cxnLst>
                <a:cxn ang="0">
                  <a:pos x="connsiteX0" y="connsiteY0"/>
                </a:cxn>
                <a:cxn ang="0">
                  <a:pos x="connsiteX1" y="connsiteY1"/>
                </a:cxn>
                <a:cxn ang="0">
                  <a:pos x="connsiteX2" y="connsiteY2"/>
                </a:cxn>
                <a:cxn ang="0">
                  <a:pos x="connsiteX3" y="connsiteY3"/>
                </a:cxn>
              </a:cxnLst>
              <a:rect l="l" t="t" r="r" b="b"/>
              <a:pathLst>
                <a:path w="58920" h="136340">
                  <a:moveTo>
                    <a:pt x="0" y="136341"/>
                  </a:moveTo>
                  <a:lnTo>
                    <a:pt x="58920" y="136341"/>
                  </a:lnTo>
                  <a:lnTo>
                    <a:pt x="58920" y="0"/>
                  </a:lnTo>
                  <a:lnTo>
                    <a:pt x="0" y="0"/>
                  </a:lnTo>
                </a:path>
              </a:pathLst>
            </a:custGeom>
            <a:noFill/>
            <a:ln w="8472" cap="flat">
              <a:solidFill>
                <a:srgbClr val="01355A"/>
              </a:solidFill>
              <a:prstDash val="solid"/>
              <a:miter/>
            </a:ln>
          </p:spPr>
          <p:txBody>
            <a:bodyPr rtlCol="1" anchor="ctr"/>
            <a:lstStyle/>
            <a:p>
              <a:endParaRPr lang="ar-SA"/>
            </a:p>
          </p:txBody>
        </p:sp>
        <p:sp>
          <p:nvSpPr>
            <p:cNvPr id="8814" name="شكل حر: شكل 9812">
              <a:extLst>
                <a:ext uri="{FF2B5EF4-FFF2-40B4-BE49-F238E27FC236}">
                  <a16:creationId xmlns:a16="http://schemas.microsoft.com/office/drawing/2014/main" id="{FE141E06-DB9D-D14D-042E-8ED0E4C6CA80}"/>
                </a:ext>
              </a:extLst>
            </p:cNvPr>
            <p:cNvSpPr/>
            <p:nvPr/>
          </p:nvSpPr>
          <p:spPr>
            <a:xfrm>
              <a:off x="7385433" y="1875499"/>
              <a:ext cx="44006" cy="88012"/>
            </a:xfrm>
            <a:custGeom>
              <a:avLst/>
              <a:gdLst>
                <a:gd name="connsiteX0" fmla="*/ 0 w 44006"/>
                <a:gd name="connsiteY0" fmla="*/ 66010 h 88012"/>
                <a:gd name="connsiteX1" fmla="*/ 22003 w 44006"/>
                <a:gd name="connsiteY1" fmla="*/ 88013 h 88012"/>
                <a:gd name="connsiteX2" fmla="*/ 44007 w 44006"/>
                <a:gd name="connsiteY2" fmla="*/ 66010 h 88012"/>
                <a:gd name="connsiteX3" fmla="*/ 22003 w 44006"/>
                <a:gd name="connsiteY3" fmla="*/ 44006 h 88012"/>
                <a:gd name="connsiteX4" fmla="*/ 0 w 44006"/>
                <a:gd name="connsiteY4" fmla="*/ 22003 h 88012"/>
                <a:gd name="connsiteX5" fmla="*/ 22003 w 44006"/>
                <a:gd name="connsiteY5" fmla="*/ 0 h 88012"/>
                <a:gd name="connsiteX6" fmla="*/ 44007 w 44006"/>
                <a:gd name="connsiteY6" fmla="*/ 22003 h 88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06" h="88012">
                  <a:moveTo>
                    <a:pt x="0" y="66010"/>
                  </a:moveTo>
                  <a:cubicBezTo>
                    <a:pt x="0" y="78155"/>
                    <a:pt x="9858" y="88013"/>
                    <a:pt x="22003" y="88013"/>
                  </a:cubicBezTo>
                  <a:cubicBezTo>
                    <a:pt x="34149" y="88013"/>
                    <a:pt x="44007" y="78155"/>
                    <a:pt x="44007" y="66010"/>
                  </a:cubicBezTo>
                  <a:cubicBezTo>
                    <a:pt x="44007" y="53864"/>
                    <a:pt x="34996" y="48243"/>
                    <a:pt x="22003" y="44006"/>
                  </a:cubicBezTo>
                  <a:cubicBezTo>
                    <a:pt x="10451" y="40222"/>
                    <a:pt x="0" y="34149"/>
                    <a:pt x="0" y="22003"/>
                  </a:cubicBezTo>
                  <a:cubicBezTo>
                    <a:pt x="0" y="9858"/>
                    <a:pt x="9858" y="0"/>
                    <a:pt x="22003" y="0"/>
                  </a:cubicBezTo>
                  <a:cubicBezTo>
                    <a:pt x="34149" y="0"/>
                    <a:pt x="44007" y="9858"/>
                    <a:pt x="44007" y="22003"/>
                  </a:cubicBezTo>
                </a:path>
              </a:pathLst>
            </a:custGeom>
            <a:noFill/>
            <a:ln w="8472" cap="flat">
              <a:solidFill>
                <a:srgbClr val="17A3A3"/>
              </a:solidFill>
              <a:prstDash val="solid"/>
              <a:miter/>
            </a:ln>
          </p:spPr>
          <p:txBody>
            <a:bodyPr rtlCol="1" anchor="ctr"/>
            <a:lstStyle/>
            <a:p>
              <a:endParaRPr lang="ar-SA"/>
            </a:p>
          </p:txBody>
        </p:sp>
        <p:sp>
          <p:nvSpPr>
            <p:cNvPr id="8815" name="شكل حر: شكل 9813">
              <a:extLst>
                <a:ext uri="{FF2B5EF4-FFF2-40B4-BE49-F238E27FC236}">
                  <a16:creationId xmlns:a16="http://schemas.microsoft.com/office/drawing/2014/main" id="{867C416A-521D-7CBE-864F-4FF85D5E1043}"/>
                </a:ext>
              </a:extLst>
            </p:cNvPr>
            <p:cNvSpPr/>
            <p:nvPr/>
          </p:nvSpPr>
          <p:spPr>
            <a:xfrm>
              <a:off x="7407437" y="1863212"/>
              <a:ext cx="2824" cy="12399"/>
            </a:xfrm>
            <a:custGeom>
              <a:avLst/>
              <a:gdLst>
                <a:gd name="connsiteX0" fmla="*/ 0 w 2824"/>
                <a:gd name="connsiteY0" fmla="*/ 0 h 12399"/>
                <a:gd name="connsiteX1" fmla="*/ 0 w 2824"/>
                <a:gd name="connsiteY1" fmla="*/ 12400 h 12399"/>
              </a:gdLst>
              <a:ahLst/>
              <a:cxnLst>
                <a:cxn ang="0">
                  <a:pos x="connsiteX0" y="connsiteY0"/>
                </a:cxn>
                <a:cxn ang="0">
                  <a:pos x="connsiteX1" y="connsiteY1"/>
                </a:cxn>
              </a:cxnLst>
              <a:rect l="l" t="t" r="r" b="b"/>
              <a:pathLst>
                <a:path w="2824" h="12399">
                  <a:moveTo>
                    <a:pt x="0" y="0"/>
                  </a:moveTo>
                  <a:lnTo>
                    <a:pt x="0" y="12400"/>
                  </a:lnTo>
                </a:path>
              </a:pathLst>
            </a:custGeom>
            <a:ln w="8472" cap="flat">
              <a:solidFill>
                <a:srgbClr val="17A3A3"/>
              </a:solidFill>
              <a:prstDash val="solid"/>
              <a:miter/>
            </a:ln>
          </p:spPr>
          <p:txBody>
            <a:bodyPr rtlCol="1" anchor="ctr"/>
            <a:lstStyle/>
            <a:p>
              <a:endParaRPr lang="ar-SA"/>
            </a:p>
          </p:txBody>
        </p:sp>
        <p:sp>
          <p:nvSpPr>
            <p:cNvPr id="8816" name="شكل حر: شكل 9814">
              <a:extLst>
                <a:ext uri="{FF2B5EF4-FFF2-40B4-BE49-F238E27FC236}">
                  <a16:creationId xmlns:a16="http://schemas.microsoft.com/office/drawing/2014/main" id="{6D523471-EB62-1818-81D5-94E166ACCDEC}"/>
                </a:ext>
              </a:extLst>
            </p:cNvPr>
            <p:cNvSpPr/>
            <p:nvPr/>
          </p:nvSpPr>
          <p:spPr>
            <a:xfrm>
              <a:off x="7407437" y="1963512"/>
              <a:ext cx="2824" cy="12428"/>
            </a:xfrm>
            <a:custGeom>
              <a:avLst/>
              <a:gdLst>
                <a:gd name="connsiteX0" fmla="*/ 0 w 2824"/>
                <a:gd name="connsiteY0" fmla="*/ 0 h 12428"/>
                <a:gd name="connsiteX1" fmla="*/ 0 w 2824"/>
                <a:gd name="connsiteY1" fmla="*/ 12428 h 12428"/>
              </a:gdLst>
              <a:ahLst/>
              <a:cxnLst>
                <a:cxn ang="0">
                  <a:pos x="connsiteX0" y="connsiteY0"/>
                </a:cxn>
                <a:cxn ang="0">
                  <a:pos x="connsiteX1" y="connsiteY1"/>
                </a:cxn>
              </a:cxnLst>
              <a:rect l="l" t="t" r="r" b="b"/>
              <a:pathLst>
                <a:path w="2824" h="12428">
                  <a:moveTo>
                    <a:pt x="0" y="0"/>
                  </a:moveTo>
                  <a:lnTo>
                    <a:pt x="0" y="12428"/>
                  </a:lnTo>
                </a:path>
              </a:pathLst>
            </a:custGeom>
            <a:ln w="8472" cap="flat">
              <a:solidFill>
                <a:srgbClr val="01355A"/>
              </a:solidFill>
              <a:prstDash val="solid"/>
              <a:miter/>
            </a:ln>
          </p:spPr>
          <p:txBody>
            <a:bodyPr rtlCol="1" anchor="ctr"/>
            <a:lstStyle/>
            <a:p>
              <a:endParaRPr lang="ar-SA"/>
            </a:p>
          </p:txBody>
        </p:sp>
      </p:grpSp>
      <p:grpSp>
        <p:nvGrpSpPr>
          <p:cNvPr id="8817" name="رسم 8014">
            <a:extLst>
              <a:ext uri="{FF2B5EF4-FFF2-40B4-BE49-F238E27FC236}">
                <a16:creationId xmlns:a16="http://schemas.microsoft.com/office/drawing/2014/main" id="{2FE67899-74D9-E7DB-473A-C568BB8A7872}"/>
              </a:ext>
            </a:extLst>
          </p:cNvPr>
          <p:cNvGrpSpPr/>
          <p:nvPr/>
        </p:nvGrpSpPr>
        <p:grpSpPr>
          <a:xfrm>
            <a:off x="8084761" y="5720159"/>
            <a:ext cx="289685" cy="262056"/>
            <a:chOff x="8745142" y="5441941"/>
            <a:chExt cx="346261" cy="332477"/>
          </a:xfrm>
          <a:noFill/>
        </p:grpSpPr>
        <p:grpSp>
          <p:nvGrpSpPr>
            <p:cNvPr id="8818" name="رسم 8014">
              <a:extLst>
                <a:ext uri="{FF2B5EF4-FFF2-40B4-BE49-F238E27FC236}">
                  <a16:creationId xmlns:a16="http://schemas.microsoft.com/office/drawing/2014/main" id="{111E6220-5107-45E9-B7F5-DBB471B31F56}"/>
                </a:ext>
              </a:extLst>
            </p:cNvPr>
            <p:cNvGrpSpPr/>
            <p:nvPr/>
          </p:nvGrpSpPr>
          <p:grpSpPr>
            <a:xfrm>
              <a:off x="8856740" y="5532750"/>
              <a:ext cx="30674" cy="78607"/>
              <a:chOff x="8856740" y="5532750"/>
              <a:chExt cx="30674" cy="78607"/>
            </a:xfrm>
            <a:noFill/>
          </p:grpSpPr>
          <p:sp>
            <p:nvSpPr>
              <p:cNvPr id="8827" name="شكل حر: شكل 9817">
                <a:extLst>
                  <a:ext uri="{FF2B5EF4-FFF2-40B4-BE49-F238E27FC236}">
                    <a16:creationId xmlns:a16="http://schemas.microsoft.com/office/drawing/2014/main" id="{01D375DB-660C-F06C-40EC-55E85ED39265}"/>
                  </a:ext>
                </a:extLst>
              </p:cNvPr>
              <p:cNvSpPr/>
              <p:nvPr/>
            </p:nvSpPr>
            <p:spPr>
              <a:xfrm>
                <a:off x="8856740" y="5541337"/>
                <a:ext cx="30674" cy="61349"/>
              </a:xfrm>
              <a:custGeom>
                <a:avLst/>
                <a:gdLst>
                  <a:gd name="connsiteX0" fmla="*/ 0 w 30674"/>
                  <a:gd name="connsiteY0" fmla="*/ 46012 h 61349"/>
                  <a:gd name="connsiteX1" fmla="*/ 15338 w 30674"/>
                  <a:gd name="connsiteY1" fmla="*/ 61349 h 61349"/>
                  <a:gd name="connsiteX2" fmla="*/ 30675 w 30674"/>
                  <a:gd name="connsiteY2" fmla="*/ 46012 h 61349"/>
                  <a:gd name="connsiteX3" fmla="*/ 15338 w 30674"/>
                  <a:gd name="connsiteY3" fmla="*/ 30675 h 61349"/>
                  <a:gd name="connsiteX4" fmla="*/ 0 w 30674"/>
                  <a:gd name="connsiteY4" fmla="*/ 15337 h 61349"/>
                  <a:gd name="connsiteX5" fmla="*/ 15338 w 30674"/>
                  <a:gd name="connsiteY5" fmla="*/ 0 h 61349"/>
                  <a:gd name="connsiteX6" fmla="*/ 30675 w 30674"/>
                  <a:gd name="connsiteY6" fmla="*/ 15337 h 61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674" h="61349">
                    <a:moveTo>
                      <a:pt x="0" y="46012"/>
                    </a:moveTo>
                    <a:cubicBezTo>
                      <a:pt x="0" y="54486"/>
                      <a:pt x="6864" y="61349"/>
                      <a:pt x="15338" y="61349"/>
                    </a:cubicBezTo>
                    <a:cubicBezTo>
                      <a:pt x="23811" y="61349"/>
                      <a:pt x="30675" y="54486"/>
                      <a:pt x="30675" y="46012"/>
                    </a:cubicBezTo>
                    <a:cubicBezTo>
                      <a:pt x="30675" y="37538"/>
                      <a:pt x="24376" y="33612"/>
                      <a:pt x="15338" y="30675"/>
                    </a:cubicBezTo>
                    <a:cubicBezTo>
                      <a:pt x="7288" y="28048"/>
                      <a:pt x="0" y="23811"/>
                      <a:pt x="0" y="15337"/>
                    </a:cubicBezTo>
                    <a:cubicBezTo>
                      <a:pt x="0" y="6864"/>
                      <a:pt x="6864" y="0"/>
                      <a:pt x="15338" y="0"/>
                    </a:cubicBezTo>
                    <a:cubicBezTo>
                      <a:pt x="23811" y="0"/>
                      <a:pt x="30675" y="6864"/>
                      <a:pt x="30675" y="15337"/>
                    </a:cubicBezTo>
                  </a:path>
                </a:pathLst>
              </a:custGeom>
              <a:noFill/>
              <a:ln w="8472" cap="flat">
                <a:solidFill>
                  <a:srgbClr val="17A3A3"/>
                </a:solidFill>
                <a:prstDash val="solid"/>
                <a:miter/>
              </a:ln>
            </p:spPr>
            <p:txBody>
              <a:bodyPr rtlCol="1" anchor="ctr"/>
              <a:lstStyle/>
              <a:p>
                <a:endParaRPr lang="ar-SA"/>
              </a:p>
            </p:txBody>
          </p:sp>
          <p:sp>
            <p:nvSpPr>
              <p:cNvPr id="8828" name="شكل حر: شكل 9818">
                <a:extLst>
                  <a:ext uri="{FF2B5EF4-FFF2-40B4-BE49-F238E27FC236}">
                    <a16:creationId xmlns:a16="http://schemas.microsoft.com/office/drawing/2014/main" id="{D6384CDE-915B-B15E-A6CE-A29A50DEC559}"/>
                  </a:ext>
                </a:extLst>
              </p:cNvPr>
              <p:cNvSpPr/>
              <p:nvPr/>
            </p:nvSpPr>
            <p:spPr>
              <a:xfrm>
                <a:off x="8872077" y="5532750"/>
                <a:ext cx="2824" cy="8671"/>
              </a:xfrm>
              <a:custGeom>
                <a:avLst/>
                <a:gdLst>
                  <a:gd name="connsiteX0" fmla="*/ 0 w 2824"/>
                  <a:gd name="connsiteY0" fmla="*/ 0 h 8671"/>
                  <a:gd name="connsiteX1" fmla="*/ 0 w 2824"/>
                  <a:gd name="connsiteY1" fmla="*/ 8671 h 8671"/>
                </a:gdLst>
                <a:ahLst/>
                <a:cxnLst>
                  <a:cxn ang="0">
                    <a:pos x="connsiteX0" y="connsiteY0"/>
                  </a:cxn>
                  <a:cxn ang="0">
                    <a:pos x="connsiteX1" y="connsiteY1"/>
                  </a:cxn>
                </a:cxnLst>
                <a:rect l="l" t="t" r="r" b="b"/>
                <a:pathLst>
                  <a:path w="2824" h="8671">
                    <a:moveTo>
                      <a:pt x="0" y="0"/>
                    </a:moveTo>
                    <a:lnTo>
                      <a:pt x="0" y="8671"/>
                    </a:lnTo>
                  </a:path>
                </a:pathLst>
              </a:custGeom>
              <a:ln w="8472" cap="flat">
                <a:solidFill>
                  <a:srgbClr val="17A3A3"/>
                </a:solidFill>
                <a:prstDash val="solid"/>
                <a:miter/>
              </a:ln>
            </p:spPr>
            <p:txBody>
              <a:bodyPr rtlCol="1" anchor="ctr"/>
              <a:lstStyle/>
              <a:p>
                <a:endParaRPr lang="ar-SA"/>
              </a:p>
            </p:txBody>
          </p:sp>
          <p:sp>
            <p:nvSpPr>
              <p:cNvPr id="8829" name="شكل حر: شكل 9819">
                <a:extLst>
                  <a:ext uri="{FF2B5EF4-FFF2-40B4-BE49-F238E27FC236}">
                    <a16:creationId xmlns:a16="http://schemas.microsoft.com/office/drawing/2014/main" id="{3E99F437-9837-828E-D18C-54E3F9803932}"/>
                  </a:ext>
                </a:extLst>
              </p:cNvPr>
              <p:cNvSpPr/>
              <p:nvPr/>
            </p:nvSpPr>
            <p:spPr>
              <a:xfrm>
                <a:off x="8872077" y="5602686"/>
                <a:ext cx="2824" cy="8671"/>
              </a:xfrm>
              <a:custGeom>
                <a:avLst/>
                <a:gdLst>
                  <a:gd name="connsiteX0" fmla="*/ 0 w 2824"/>
                  <a:gd name="connsiteY0" fmla="*/ 0 h 8671"/>
                  <a:gd name="connsiteX1" fmla="*/ 0 w 2824"/>
                  <a:gd name="connsiteY1" fmla="*/ 8671 h 8671"/>
                </a:gdLst>
                <a:ahLst/>
                <a:cxnLst>
                  <a:cxn ang="0">
                    <a:pos x="connsiteX0" y="connsiteY0"/>
                  </a:cxn>
                  <a:cxn ang="0">
                    <a:pos x="connsiteX1" y="connsiteY1"/>
                  </a:cxn>
                </a:cxnLst>
                <a:rect l="l" t="t" r="r" b="b"/>
                <a:pathLst>
                  <a:path w="2824" h="8671">
                    <a:moveTo>
                      <a:pt x="0" y="0"/>
                    </a:moveTo>
                    <a:lnTo>
                      <a:pt x="0" y="8671"/>
                    </a:lnTo>
                  </a:path>
                </a:pathLst>
              </a:custGeom>
              <a:ln w="8472" cap="flat">
                <a:solidFill>
                  <a:srgbClr val="17A3A3"/>
                </a:solidFill>
                <a:prstDash val="solid"/>
                <a:miter/>
              </a:ln>
            </p:spPr>
            <p:txBody>
              <a:bodyPr rtlCol="1" anchor="ctr"/>
              <a:lstStyle/>
              <a:p>
                <a:endParaRPr lang="ar-SA"/>
              </a:p>
            </p:txBody>
          </p:sp>
        </p:grpSp>
        <p:sp>
          <p:nvSpPr>
            <p:cNvPr id="8819" name="شكل حر: شكل 9820">
              <a:extLst>
                <a:ext uri="{FF2B5EF4-FFF2-40B4-BE49-F238E27FC236}">
                  <a16:creationId xmlns:a16="http://schemas.microsoft.com/office/drawing/2014/main" id="{A66ECA8E-BA7D-BC3F-1D75-6121ADE444AB}"/>
                </a:ext>
              </a:extLst>
            </p:cNvPr>
            <p:cNvSpPr/>
            <p:nvPr/>
          </p:nvSpPr>
          <p:spPr>
            <a:xfrm>
              <a:off x="8829003" y="5631722"/>
              <a:ext cx="86148" cy="2824"/>
            </a:xfrm>
            <a:custGeom>
              <a:avLst/>
              <a:gdLst>
                <a:gd name="connsiteX0" fmla="*/ 0 w 86148"/>
                <a:gd name="connsiteY0" fmla="*/ 0 h 2824"/>
                <a:gd name="connsiteX1" fmla="*/ 86149 w 86148"/>
                <a:gd name="connsiteY1" fmla="*/ 0 h 2824"/>
              </a:gdLst>
              <a:ahLst/>
              <a:cxnLst>
                <a:cxn ang="0">
                  <a:pos x="connsiteX0" y="connsiteY0"/>
                </a:cxn>
                <a:cxn ang="0">
                  <a:pos x="connsiteX1" y="connsiteY1"/>
                </a:cxn>
              </a:cxnLst>
              <a:rect l="l" t="t" r="r" b="b"/>
              <a:pathLst>
                <a:path w="86148" h="2824">
                  <a:moveTo>
                    <a:pt x="0" y="0"/>
                  </a:moveTo>
                  <a:lnTo>
                    <a:pt x="86149" y="0"/>
                  </a:lnTo>
                </a:path>
              </a:pathLst>
            </a:custGeom>
            <a:ln w="8472" cap="flat">
              <a:solidFill>
                <a:srgbClr val="17A3A3"/>
              </a:solidFill>
              <a:prstDash val="solid"/>
              <a:miter/>
            </a:ln>
          </p:spPr>
          <p:txBody>
            <a:bodyPr rtlCol="1" anchor="ctr"/>
            <a:lstStyle/>
            <a:p>
              <a:endParaRPr lang="ar-SA"/>
            </a:p>
          </p:txBody>
        </p:sp>
        <p:sp>
          <p:nvSpPr>
            <p:cNvPr id="8820" name="شكل حر: شكل 9821">
              <a:extLst>
                <a:ext uri="{FF2B5EF4-FFF2-40B4-BE49-F238E27FC236}">
                  <a16:creationId xmlns:a16="http://schemas.microsoft.com/office/drawing/2014/main" id="{9B9B4234-AF3B-71B5-A424-4D9E85512001}"/>
                </a:ext>
              </a:extLst>
            </p:cNvPr>
            <p:cNvSpPr/>
            <p:nvPr/>
          </p:nvSpPr>
          <p:spPr>
            <a:xfrm>
              <a:off x="8829003" y="5662002"/>
              <a:ext cx="86148" cy="2824"/>
            </a:xfrm>
            <a:custGeom>
              <a:avLst/>
              <a:gdLst>
                <a:gd name="connsiteX0" fmla="*/ 0 w 86148"/>
                <a:gd name="connsiteY0" fmla="*/ 0 h 2824"/>
                <a:gd name="connsiteX1" fmla="*/ 86149 w 86148"/>
                <a:gd name="connsiteY1" fmla="*/ 0 h 2824"/>
              </a:gdLst>
              <a:ahLst/>
              <a:cxnLst>
                <a:cxn ang="0">
                  <a:pos x="connsiteX0" y="connsiteY0"/>
                </a:cxn>
                <a:cxn ang="0">
                  <a:pos x="connsiteX1" y="connsiteY1"/>
                </a:cxn>
              </a:cxnLst>
              <a:rect l="l" t="t" r="r" b="b"/>
              <a:pathLst>
                <a:path w="86148" h="2824">
                  <a:moveTo>
                    <a:pt x="0" y="0"/>
                  </a:moveTo>
                  <a:lnTo>
                    <a:pt x="86149" y="0"/>
                  </a:lnTo>
                </a:path>
              </a:pathLst>
            </a:custGeom>
            <a:ln w="8472" cap="flat">
              <a:solidFill>
                <a:srgbClr val="17A3A3"/>
              </a:solidFill>
              <a:prstDash val="solid"/>
              <a:miter/>
            </a:ln>
          </p:spPr>
          <p:txBody>
            <a:bodyPr rtlCol="1" anchor="ctr"/>
            <a:lstStyle/>
            <a:p>
              <a:endParaRPr lang="ar-SA"/>
            </a:p>
          </p:txBody>
        </p:sp>
        <p:sp>
          <p:nvSpPr>
            <p:cNvPr id="8821" name="شكل حر: شكل 9822">
              <a:extLst>
                <a:ext uri="{FF2B5EF4-FFF2-40B4-BE49-F238E27FC236}">
                  <a16:creationId xmlns:a16="http://schemas.microsoft.com/office/drawing/2014/main" id="{447E5E9A-6ABF-0B74-C912-6F127D5D4005}"/>
                </a:ext>
              </a:extLst>
            </p:cNvPr>
            <p:cNvSpPr/>
            <p:nvPr/>
          </p:nvSpPr>
          <p:spPr>
            <a:xfrm>
              <a:off x="8830133" y="5441941"/>
              <a:ext cx="83888" cy="48892"/>
            </a:xfrm>
            <a:custGeom>
              <a:avLst/>
              <a:gdLst>
                <a:gd name="connsiteX0" fmla="*/ 78212 w 83888"/>
                <a:gd name="connsiteY0" fmla="*/ 0 h 48892"/>
                <a:gd name="connsiteX1" fmla="*/ 5706 w 83888"/>
                <a:gd name="connsiteY1" fmla="*/ 0 h 48892"/>
                <a:gd name="connsiteX2" fmla="*/ 0 w 83888"/>
                <a:gd name="connsiteY2" fmla="*/ 5706 h 48892"/>
                <a:gd name="connsiteX3" fmla="*/ 0 w 83888"/>
                <a:gd name="connsiteY3" fmla="*/ 36832 h 48892"/>
                <a:gd name="connsiteX4" fmla="*/ 12061 w 83888"/>
                <a:gd name="connsiteY4" fmla="*/ 48893 h 48892"/>
                <a:gd name="connsiteX5" fmla="*/ 12231 w 83888"/>
                <a:gd name="connsiteY5" fmla="*/ 48893 h 48892"/>
                <a:gd name="connsiteX6" fmla="*/ 23500 w 83888"/>
                <a:gd name="connsiteY6" fmla="*/ 41097 h 48892"/>
                <a:gd name="connsiteX7" fmla="*/ 41945 w 83888"/>
                <a:gd name="connsiteY7" fmla="*/ 28867 h 48892"/>
                <a:gd name="connsiteX8" fmla="*/ 60389 w 83888"/>
                <a:gd name="connsiteY8" fmla="*/ 41097 h 48892"/>
                <a:gd name="connsiteX9" fmla="*/ 71659 w 83888"/>
                <a:gd name="connsiteY9" fmla="*/ 48893 h 48892"/>
                <a:gd name="connsiteX10" fmla="*/ 71828 w 83888"/>
                <a:gd name="connsiteY10" fmla="*/ 48893 h 48892"/>
                <a:gd name="connsiteX11" fmla="*/ 83889 w 83888"/>
                <a:gd name="connsiteY11" fmla="*/ 36832 h 48892"/>
                <a:gd name="connsiteX12" fmla="*/ 83889 w 83888"/>
                <a:gd name="connsiteY12" fmla="*/ 5706 h 48892"/>
                <a:gd name="connsiteX13" fmla="*/ 78183 w 83888"/>
                <a:gd name="connsiteY13" fmla="*/ 0 h 48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3888" h="48892">
                  <a:moveTo>
                    <a:pt x="78212" y="0"/>
                  </a:moveTo>
                  <a:lnTo>
                    <a:pt x="5706" y="0"/>
                  </a:lnTo>
                  <a:cubicBezTo>
                    <a:pt x="2542" y="0"/>
                    <a:pt x="0" y="2542"/>
                    <a:pt x="0" y="5706"/>
                  </a:cubicBezTo>
                  <a:lnTo>
                    <a:pt x="0" y="36832"/>
                  </a:lnTo>
                  <a:cubicBezTo>
                    <a:pt x="0" y="43498"/>
                    <a:pt x="5395" y="48893"/>
                    <a:pt x="12061" y="48893"/>
                  </a:cubicBezTo>
                  <a:lnTo>
                    <a:pt x="12231" y="48893"/>
                  </a:lnTo>
                  <a:cubicBezTo>
                    <a:pt x="17230" y="48893"/>
                    <a:pt x="21552" y="45701"/>
                    <a:pt x="23500" y="41097"/>
                  </a:cubicBezTo>
                  <a:cubicBezTo>
                    <a:pt x="26550" y="33923"/>
                    <a:pt x="33668" y="28867"/>
                    <a:pt x="41945" y="28867"/>
                  </a:cubicBezTo>
                  <a:cubicBezTo>
                    <a:pt x="50221" y="28867"/>
                    <a:pt x="57367" y="33923"/>
                    <a:pt x="60389" y="41097"/>
                  </a:cubicBezTo>
                  <a:cubicBezTo>
                    <a:pt x="62338" y="45701"/>
                    <a:pt x="66660" y="48893"/>
                    <a:pt x="71659" y="48893"/>
                  </a:cubicBezTo>
                  <a:lnTo>
                    <a:pt x="71828" y="48893"/>
                  </a:lnTo>
                  <a:cubicBezTo>
                    <a:pt x="78494" y="48893"/>
                    <a:pt x="83889" y="43498"/>
                    <a:pt x="83889" y="36832"/>
                  </a:cubicBezTo>
                  <a:lnTo>
                    <a:pt x="83889" y="5706"/>
                  </a:lnTo>
                  <a:cubicBezTo>
                    <a:pt x="83889" y="2542"/>
                    <a:pt x="81347" y="0"/>
                    <a:pt x="78183" y="0"/>
                  </a:cubicBezTo>
                  <a:close/>
                </a:path>
              </a:pathLst>
            </a:custGeom>
            <a:noFill/>
            <a:ln w="8472" cap="flat">
              <a:solidFill>
                <a:srgbClr val="01355A"/>
              </a:solidFill>
              <a:prstDash val="solid"/>
              <a:miter/>
            </a:ln>
          </p:spPr>
          <p:txBody>
            <a:bodyPr rtlCol="1" anchor="ctr"/>
            <a:lstStyle/>
            <a:p>
              <a:endParaRPr lang="ar-SA"/>
            </a:p>
          </p:txBody>
        </p:sp>
        <p:sp>
          <p:nvSpPr>
            <p:cNvPr id="8822" name="شكل حر: شكل 9823">
              <a:extLst>
                <a:ext uri="{FF2B5EF4-FFF2-40B4-BE49-F238E27FC236}">
                  <a16:creationId xmlns:a16="http://schemas.microsoft.com/office/drawing/2014/main" id="{ACB1D2EA-0242-B049-BA12-FB5A572FEA64}"/>
                </a:ext>
              </a:extLst>
            </p:cNvPr>
            <p:cNvSpPr/>
            <p:nvPr/>
          </p:nvSpPr>
          <p:spPr>
            <a:xfrm>
              <a:off x="9065699" y="5519701"/>
              <a:ext cx="25703" cy="224523"/>
            </a:xfrm>
            <a:custGeom>
              <a:avLst/>
              <a:gdLst>
                <a:gd name="connsiteX0" fmla="*/ 13050 w 25703"/>
                <a:gd name="connsiteY0" fmla="*/ 224524 h 224523"/>
                <a:gd name="connsiteX1" fmla="*/ 13050 w 25703"/>
                <a:gd name="connsiteY1" fmla="*/ 224524 h 224523"/>
                <a:gd name="connsiteX2" fmla="*/ 25704 w 25703"/>
                <a:gd name="connsiteY2" fmla="*/ 211813 h 224523"/>
                <a:gd name="connsiteX3" fmla="*/ 25393 w 25703"/>
                <a:gd name="connsiteY3" fmla="*/ 0 h 224523"/>
                <a:gd name="connsiteX4" fmla="*/ 0 w 25703"/>
                <a:gd name="connsiteY4" fmla="*/ 113 h 224523"/>
                <a:gd name="connsiteX5" fmla="*/ 311 w 25703"/>
                <a:gd name="connsiteY5" fmla="*/ 211841 h 224523"/>
                <a:gd name="connsiteX6" fmla="*/ 13050 w 25703"/>
                <a:gd name="connsiteY6" fmla="*/ 224524 h 224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703" h="224523">
                  <a:moveTo>
                    <a:pt x="13050" y="224524"/>
                  </a:moveTo>
                  <a:lnTo>
                    <a:pt x="13050" y="224524"/>
                  </a:lnTo>
                  <a:cubicBezTo>
                    <a:pt x="20055" y="224524"/>
                    <a:pt x="25704" y="218818"/>
                    <a:pt x="25704" y="211813"/>
                  </a:cubicBezTo>
                  <a:lnTo>
                    <a:pt x="25393" y="0"/>
                  </a:lnTo>
                  <a:lnTo>
                    <a:pt x="0" y="113"/>
                  </a:lnTo>
                  <a:lnTo>
                    <a:pt x="311" y="211841"/>
                  </a:lnTo>
                  <a:cubicBezTo>
                    <a:pt x="311" y="218874"/>
                    <a:pt x="6045" y="224551"/>
                    <a:pt x="13050" y="224524"/>
                  </a:cubicBezTo>
                  <a:close/>
                </a:path>
              </a:pathLst>
            </a:custGeom>
            <a:noFill/>
            <a:ln w="8472" cap="flat">
              <a:solidFill>
                <a:srgbClr val="17A3A3"/>
              </a:solidFill>
              <a:prstDash val="solid"/>
              <a:miter/>
            </a:ln>
          </p:spPr>
          <p:txBody>
            <a:bodyPr rtlCol="1" anchor="ctr"/>
            <a:lstStyle/>
            <a:p>
              <a:endParaRPr lang="ar-SA"/>
            </a:p>
          </p:txBody>
        </p:sp>
        <p:sp>
          <p:nvSpPr>
            <p:cNvPr id="8823" name="شكل حر: شكل 9824">
              <a:extLst>
                <a:ext uri="{FF2B5EF4-FFF2-40B4-BE49-F238E27FC236}">
                  <a16:creationId xmlns:a16="http://schemas.microsoft.com/office/drawing/2014/main" id="{65DD8A47-7CDC-2BBD-9416-A9C25979535D}"/>
                </a:ext>
              </a:extLst>
            </p:cNvPr>
            <p:cNvSpPr/>
            <p:nvPr/>
          </p:nvSpPr>
          <p:spPr>
            <a:xfrm>
              <a:off x="9065699" y="5467362"/>
              <a:ext cx="25392" cy="52338"/>
            </a:xfrm>
            <a:custGeom>
              <a:avLst/>
              <a:gdLst>
                <a:gd name="connsiteX0" fmla="*/ 12710 w 25392"/>
                <a:gd name="connsiteY0" fmla="*/ 0 h 52338"/>
                <a:gd name="connsiteX1" fmla="*/ 12710 w 25392"/>
                <a:gd name="connsiteY1" fmla="*/ 0 h 52338"/>
                <a:gd name="connsiteX2" fmla="*/ 25393 w 25392"/>
                <a:gd name="connsiteY2" fmla="*/ 12682 h 52338"/>
                <a:gd name="connsiteX3" fmla="*/ 25393 w 25392"/>
                <a:gd name="connsiteY3" fmla="*/ 52339 h 52338"/>
                <a:gd name="connsiteX4" fmla="*/ 0 w 25392"/>
                <a:gd name="connsiteY4" fmla="*/ 52339 h 52338"/>
                <a:gd name="connsiteX5" fmla="*/ 0 w 25392"/>
                <a:gd name="connsiteY5" fmla="*/ 12682 h 52338"/>
                <a:gd name="connsiteX6" fmla="*/ 12682 w 25392"/>
                <a:gd name="connsiteY6" fmla="*/ 0 h 52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392" h="52338">
                  <a:moveTo>
                    <a:pt x="12710" y="0"/>
                  </a:moveTo>
                  <a:lnTo>
                    <a:pt x="12710" y="0"/>
                  </a:lnTo>
                  <a:cubicBezTo>
                    <a:pt x="19716" y="0"/>
                    <a:pt x="25393" y="5677"/>
                    <a:pt x="25393" y="12682"/>
                  </a:cubicBezTo>
                  <a:lnTo>
                    <a:pt x="25393" y="52339"/>
                  </a:lnTo>
                  <a:lnTo>
                    <a:pt x="0" y="52339"/>
                  </a:lnTo>
                  <a:lnTo>
                    <a:pt x="0" y="12682"/>
                  </a:lnTo>
                  <a:cubicBezTo>
                    <a:pt x="0" y="5677"/>
                    <a:pt x="5677" y="0"/>
                    <a:pt x="12682" y="0"/>
                  </a:cubicBezTo>
                  <a:close/>
                </a:path>
              </a:pathLst>
            </a:custGeom>
            <a:noFill/>
            <a:ln w="8472" cap="flat">
              <a:solidFill>
                <a:srgbClr val="17A3A3"/>
              </a:solidFill>
              <a:prstDash val="solid"/>
              <a:miter/>
            </a:ln>
          </p:spPr>
          <p:txBody>
            <a:bodyPr rtlCol="1" anchor="ctr"/>
            <a:lstStyle/>
            <a:p>
              <a:endParaRPr lang="ar-SA"/>
            </a:p>
          </p:txBody>
        </p:sp>
        <p:sp>
          <p:nvSpPr>
            <p:cNvPr id="8824" name="شكل حر: شكل 9825">
              <a:extLst>
                <a:ext uri="{FF2B5EF4-FFF2-40B4-BE49-F238E27FC236}">
                  <a16:creationId xmlns:a16="http://schemas.microsoft.com/office/drawing/2014/main" id="{AF21313A-1FA2-B57F-8DF4-8E6B7B64EE3D}"/>
                </a:ext>
              </a:extLst>
            </p:cNvPr>
            <p:cNvSpPr/>
            <p:nvPr/>
          </p:nvSpPr>
          <p:spPr>
            <a:xfrm>
              <a:off x="9078551" y="5744252"/>
              <a:ext cx="2824" cy="27369"/>
            </a:xfrm>
            <a:custGeom>
              <a:avLst/>
              <a:gdLst>
                <a:gd name="connsiteX0" fmla="*/ 0 w 2824"/>
                <a:gd name="connsiteY0" fmla="*/ 0 h 27369"/>
                <a:gd name="connsiteX1" fmla="*/ 0 w 2824"/>
                <a:gd name="connsiteY1" fmla="*/ 27370 h 27369"/>
              </a:gdLst>
              <a:ahLst/>
              <a:cxnLst>
                <a:cxn ang="0">
                  <a:pos x="connsiteX0" y="connsiteY0"/>
                </a:cxn>
                <a:cxn ang="0">
                  <a:pos x="connsiteX1" y="connsiteY1"/>
                </a:cxn>
              </a:cxnLst>
              <a:rect l="l" t="t" r="r" b="b"/>
              <a:pathLst>
                <a:path w="2824" h="27369">
                  <a:moveTo>
                    <a:pt x="0" y="0"/>
                  </a:moveTo>
                  <a:lnTo>
                    <a:pt x="0" y="27370"/>
                  </a:lnTo>
                </a:path>
              </a:pathLst>
            </a:custGeom>
            <a:ln w="8472" cap="flat">
              <a:solidFill>
                <a:srgbClr val="17A3A3"/>
              </a:solidFill>
              <a:prstDash val="solid"/>
              <a:miter/>
            </a:ln>
          </p:spPr>
          <p:txBody>
            <a:bodyPr rtlCol="1" anchor="ctr"/>
            <a:lstStyle/>
            <a:p>
              <a:endParaRPr lang="ar-SA"/>
            </a:p>
          </p:txBody>
        </p:sp>
        <p:sp>
          <p:nvSpPr>
            <p:cNvPr id="8825" name="شكل حر: شكل 9826">
              <a:extLst>
                <a:ext uri="{FF2B5EF4-FFF2-40B4-BE49-F238E27FC236}">
                  <a16:creationId xmlns:a16="http://schemas.microsoft.com/office/drawing/2014/main" id="{281689CC-7F16-0D88-1BD5-753528D85054}"/>
                </a:ext>
              </a:extLst>
            </p:cNvPr>
            <p:cNvSpPr/>
            <p:nvPr/>
          </p:nvSpPr>
          <p:spPr>
            <a:xfrm>
              <a:off x="8766863" y="5467362"/>
              <a:ext cx="258671" cy="307056"/>
            </a:xfrm>
            <a:custGeom>
              <a:avLst/>
              <a:gdLst>
                <a:gd name="connsiteX0" fmla="*/ 232149 w 258671"/>
                <a:gd name="connsiteY0" fmla="*/ 0 h 307056"/>
                <a:gd name="connsiteX1" fmla="*/ 258672 w 258671"/>
                <a:gd name="connsiteY1" fmla="*/ 0 h 307056"/>
                <a:gd name="connsiteX2" fmla="*/ 258672 w 258671"/>
                <a:gd name="connsiteY2" fmla="*/ 247035 h 307056"/>
                <a:gd name="connsiteX3" fmla="*/ 198650 w 258671"/>
                <a:gd name="connsiteY3" fmla="*/ 307056 h 307056"/>
                <a:gd name="connsiteX4" fmla="*/ 0 w 258671"/>
                <a:gd name="connsiteY4" fmla="*/ 307056 h 307056"/>
                <a:gd name="connsiteX5" fmla="*/ 0 w 258671"/>
                <a:gd name="connsiteY5" fmla="*/ 280534 h 307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8671" h="307056">
                  <a:moveTo>
                    <a:pt x="232149" y="0"/>
                  </a:moveTo>
                  <a:lnTo>
                    <a:pt x="258672" y="0"/>
                  </a:lnTo>
                  <a:lnTo>
                    <a:pt x="258672" y="247035"/>
                  </a:lnTo>
                  <a:cubicBezTo>
                    <a:pt x="258672" y="280167"/>
                    <a:pt x="231810" y="307056"/>
                    <a:pt x="198650" y="307056"/>
                  </a:cubicBezTo>
                  <a:lnTo>
                    <a:pt x="0" y="307056"/>
                  </a:lnTo>
                  <a:lnTo>
                    <a:pt x="0" y="280534"/>
                  </a:lnTo>
                </a:path>
              </a:pathLst>
            </a:custGeom>
            <a:noFill/>
            <a:ln w="8472" cap="flat">
              <a:solidFill>
                <a:srgbClr val="01355A"/>
              </a:solidFill>
              <a:prstDash val="solid"/>
              <a:miter/>
            </a:ln>
          </p:spPr>
          <p:txBody>
            <a:bodyPr rtlCol="1" anchor="ctr"/>
            <a:lstStyle/>
            <a:p>
              <a:endParaRPr lang="ar-SA"/>
            </a:p>
          </p:txBody>
        </p:sp>
        <p:sp>
          <p:nvSpPr>
            <p:cNvPr id="8826" name="شكل حر: شكل 9827">
              <a:extLst>
                <a:ext uri="{FF2B5EF4-FFF2-40B4-BE49-F238E27FC236}">
                  <a16:creationId xmlns:a16="http://schemas.microsoft.com/office/drawing/2014/main" id="{DE987FCA-10A0-43B2-3FD9-88DD422AA93D}"/>
                </a:ext>
              </a:extLst>
            </p:cNvPr>
            <p:cNvSpPr/>
            <p:nvPr/>
          </p:nvSpPr>
          <p:spPr>
            <a:xfrm>
              <a:off x="8745142" y="5441941"/>
              <a:ext cx="253870" cy="305926"/>
            </a:xfrm>
            <a:custGeom>
              <a:avLst/>
              <a:gdLst>
                <a:gd name="connsiteX0" fmla="*/ 65671 w 253870"/>
                <a:gd name="connsiteY0" fmla="*/ 0 h 305926"/>
                <a:gd name="connsiteX1" fmla="*/ 0 w 253870"/>
                <a:gd name="connsiteY1" fmla="*/ 0 h 305926"/>
                <a:gd name="connsiteX2" fmla="*/ 0 w 253870"/>
                <a:gd name="connsiteY2" fmla="*/ 305927 h 305926"/>
                <a:gd name="connsiteX3" fmla="*/ 199696 w 253870"/>
                <a:gd name="connsiteY3" fmla="*/ 305927 h 305926"/>
                <a:gd name="connsiteX4" fmla="*/ 216332 w 253870"/>
                <a:gd name="connsiteY4" fmla="*/ 289290 h 305926"/>
                <a:gd name="connsiteX5" fmla="*/ 216332 w 253870"/>
                <a:gd name="connsiteY5" fmla="*/ 268389 h 305926"/>
                <a:gd name="connsiteX6" fmla="*/ 237234 w 253870"/>
                <a:gd name="connsiteY6" fmla="*/ 268389 h 305926"/>
                <a:gd name="connsiteX7" fmla="*/ 253871 w 253870"/>
                <a:gd name="connsiteY7" fmla="*/ 251752 h 305926"/>
                <a:gd name="connsiteX8" fmla="*/ 253871 w 253870"/>
                <a:gd name="connsiteY8" fmla="*/ 0 h 305926"/>
                <a:gd name="connsiteX9" fmla="*/ 188200 w 253870"/>
                <a:gd name="connsiteY9" fmla="*/ 0 h 305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3870" h="305926">
                  <a:moveTo>
                    <a:pt x="65671" y="0"/>
                  </a:moveTo>
                  <a:lnTo>
                    <a:pt x="0" y="0"/>
                  </a:lnTo>
                  <a:lnTo>
                    <a:pt x="0" y="305927"/>
                  </a:lnTo>
                  <a:lnTo>
                    <a:pt x="199696" y="305927"/>
                  </a:lnTo>
                  <a:cubicBezTo>
                    <a:pt x="208876" y="305927"/>
                    <a:pt x="216332" y="298470"/>
                    <a:pt x="216332" y="289290"/>
                  </a:cubicBezTo>
                  <a:lnTo>
                    <a:pt x="216332" y="268389"/>
                  </a:lnTo>
                  <a:lnTo>
                    <a:pt x="237234" y="268389"/>
                  </a:lnTo>
                  <a:cubicBezTo>
                    <a:pt x="246413" y="268389"/>
                    <a:pt x="253871" y="260932"/>
                    <a:pt x="253871" y="251752"/>
                  </a:cubicBezTo>
                  <a:lnTo>
                    <a:pt x="253871" y="0"/>
                  </a:lnTo>
                  <a:lnTo>
                    <a:pt x="188200" y="0"/>
                  </a:lnTo>
                </a:path>
              </a:pathLst>
            </a:custGeom>
            <a:noFill/>
            <a:ln w="8472" cap="flat">
              <a:solidFill>
                <a:srgbClr val="01355A"/>
              </a:solidFill>
              <a:prstDash val="solid"/>
              <a:miter/>
            </a:ln>
          </p:spPr>
          <p:txBody>
            <a:bodyPr rtlCol="1" anchor="ctr"/>
            <a:lstStyle/>
            <a:p>
              <a:endParaRPr lang="ar-SA"/>
            </a:p>
          </p:txBody>
        </p:sp>
      </p:grpSp>
      <p:grpSp>
        <p:nvGrpSpPr>
          <p:cNvPr id="8830" name="رسم 8014">
            <a:extLst>
              <a:ext uri="{FF2B5EF4-FFF2-40B4-BE49-F238E27FC236}">
                <a16:creationId xmlns:a16="http://schemas.microsoft.com/office/drawing/2014/main" id="{C723A556-F56A-6975-525C-F74C93B06233}"/>
              </a:ext>
            </a:extLst>
          </p:cNvPr>
          <p:cNvGrpSpPr/>
          <p:nvPr/>
        </p:nvGrpSpPr>
        <p:grpSpPr>
          <a:xfrm>
            <a:off x="1960978" y="3231507"/>
            <a:ext cx="301926" cy="285148"/>
            <a:chOff x="1425385" y="2284521"/>
            <a:chExt cx="360892" cy="361775"/>
          </a:xfrm>
          <a:noFill/>
        </p:grpSpPr>
        <p:sp>
          <p:nvSpPr>
            <p:cNvPr id="8831" name="شكل حر: شكل 9848">
              <a:extLst>
                <a:ext uri="{FF2B5EF4-FFF2-40B4-BE49-F238E27FC236}">
                  <a16:creationId xmlns:a16="http://schemas.microsoft.com/office/drawing/2014/main" id="{C4A39581-128E-014F-6AFE-67166D162E3F}"/>
                </a:ext>
              </a:extLst>
            </p:cNvPr>
            <p:cNvSpPr/>
            <p:nvPr/>
          </p:nvSpPr>
          <p:spPr>
            <a:xfrm>
              <a:off x="1540542" y="2388662"/>
              <a:ext cx="97729" cy="108745"/>
            </a:xfrm>
            <a:custGeom>
              <a:avLst/>
              <a:gdLst>
                <a:gd name="connsiteX0" fmla="*/ 0 w 97729"/>
                <a:gd name="connsiteY0" fmla="*/ 87165 h 108745"/>
                <a:gd name="connsiteX1" fmla="*/ 43357 w 97729"/>
                <a:gd name="connsiteY1" fmla="*/ 108745 h 108745"/>
                <a:gd name="connsiteX2" fmla="*/ 97729 w 97729"/>
                <a:gd name="connsiteY2" fmla="*/ 54373 h 108745"/>
                <a:gd name="connsiteX3" fmla="*/ 43357 w 97729"/>
                <a:gd name="connsiteY3" fmla="*/ 0 h 108745"/>
              </a:gdLst>
              <a:ahLst/>
              <a:cxnLst>
                <a:cxn ang="0">
                  <a:pos x="connsiteX0" y="connsiteY0"/>
                </a:cxn>
                <a:cxn ang="0">
                  <a:pos x="connsiteX1" y="connsiteY1"/>
                </a:cxn>
                <a:cxn ang="0">
                  <a:pos x="connsiteX2" y="connsiteY2"/>
                </a:cxn>
                <a:cxn ang="0">
                  <a:pos x="connsiteX3" y="connsiteY3"/>
                </a:cxn>
              </a:cxnLst>
              <a:rect l="l" t="t" r="r" b="b"/>
              <a:pathLst>
                <a:path w="97729" h="108745">
                  <a:moveTo>
                    <a:pt x="0" y="87165"/>
                  </a:moveTo>
                  <a:cubicBezTo>
                    <a:pt x="9914" y="100271"/>
                    <a:pt x="25647" y="108745"/>
                    <a:pt x="43357" y="108745"/>
                  </a:cubicBezTo>
                  <a:cubicBezTo>
                    <a:pt x="73382" y="108745"/>
                    <a:pt x="97729" y="84397"/>
                    <a:pt x="97729" y="54373"/>
                  </a:cubicBezTo>
                  <a:cubicBezTo>
                    <a:pt x="97729" y="24348"/>
                    <a:pt x="73382" y="0"/>
                    <a:pt x="43357" y="0"/>
                  </a:cubicBezTo>
                </a:path>
              </a:pathLst>
            </a:custGeom>
            <a:noFill/>
            <a:ln w="8472" cap="flat">
              <a:solidFill>
                <a:srgbClr val="17A3A3"/>
              </a:solidFill>
              <a:prstDash val="solid"/>
              <a:miter/>
            </a:ln>
          </p:spPr>
          <p:txBody>
            <a:bodyPr rtlCol="1" anchor="ctr"/>
            <a:lstStyle/>
            <a:p>
              <a:endParaRPr lang="ar-SA"/>
            </a:p>
          </p:txBody>
        </p:sp>
        <p:sp>
          <p:nvSpPr>
            <p:cNvPr id="8832" name="شكل حر: شكل 9849">
              <a:extLst>
                <a:ext uri="{FF2B5EF4-FFF2-40B4-BE49-F238E27FC236}">
                  <a16:creationId xmlns:a16="http://schemas.microsoft.com/office/drawing/2014/main" id="{6A5212DD-395A-09FD-524B-079E911D227A}"/>
                </a:ext>
              </a:extLst>
            </p:cNvPr>
            <p:cNvSpPr/>
            <p:nvPr/>
          </p:nvSpPr>
          <p:spPr>
            <a:xfrm>
              <a:off x="1579719" y="2438855"/>
              <a:ext cx="8360" cy="8360"/>
            </a:xfrm>
            <a:custGeom>
              <a:avLst/>
              <a:gdLst>
                <a:gd name="connsiteX0" fmla="*/ 8361 w 8360"/>
                <a:gd name="connsiteY0" fmla="*/ 4180 h 8360"/>
                <a:gd name="connsiteX1" fmla="*/ 4180 w 8360"/>
                <a:gd name="connsiteY1" fmla="*/ 8361 h 8360"/>
                <a:gd name="connsiteX2" fmla="*/ 0 w 8360"/>
                <a:gd name="connsiteY2" fmla="*/ 4180 h 8360"/>
                <a:gd name="connsiteX3" fmla="*/ 4180 w 8360"/>
                <a:gd name="connsiteY3" fmla="*/ 0 h 8360"/>
                <a:gd name="connsiteX4" fmla="*/ 8361 w 8360"/>
                <a:gd name="connsiteY4" fmla="*/ 4180 h 8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60" h="8360">
                  <a:moveTo>
                    <a:pt x="8361" y="4180"/>
                  </a:moveTo>
                  <a:cubicBezTo>
                    <a:pt x="8361" y="6496"/>
                    <a:pt x="6496" y="8361"/>
                    <a:pt x="4180" y="8361"/>
                  </a:cubicBezTo>
                  <a:cubicBezTo>
                    <a:pt x="1864" y="8361"/>
                    <a:pt x="0" y="6496"/>
                    <a:pt x="0" y="4180"/>
                  </a:cubicBezTo>
                  <a:cubicBezTo>
                    <a:pt x="0" y="1864"/>
                    <a:pt x="1864" y="0"/>
                    <a:pt x="4180" y="0"/>
                  </a:cubicBezTo>
                  <a:cubicBezTo>
                    <a:pt x="6496" y="0"/>
                    <a:pt x="8361" y="1864"/>
                    <a:pt x="8361" y="4180"/>
                  </a:cubicBezTo>
                  <a:close/>
                </a:path>
              </a:pathLst>
            </a:custGeom>
            <a:noFill/>
            <a:ln w="8472" cap="flat">
              <a:solidFill>
                <a:srgbClr val="17A3A3"/>
              </a:solidFill>
              <a:prstDash val="solid"/>
              <a:miter/>
            </a:ln>
          </p:spPr>
          <p:txBody>
            <a:bodyPr rtlCol="1" anchor="ctr"/>
            <a:lstStyle/>
            <a:p>
              <a:endParaRPr lang="ar-SA"/>
            </a:p>
          </p:txBody>
        </p:sp>
        <p:sp>
          <p:nvSpPr>
            <p:cNvPr id="8833" name="شكل حر: شكل 9850">
              <a:extLst>
                <a:ext uri="{FF2B5EF4-FFF2-40B4-BE49-F238E27FC236}">
                  <a16:creationId xmlns:a16="http://schemas.microsoft.com/office/drawing/2014/main" id="{39286620-9F5C-46B7-44C4-15AD50A9E9EC}"/>
                </a:ext>
              </a:extLst>
            </p:cNvPr>
            <p:cNvSpPr/>
            <p:nvPr/>
          </p:nvSpPr>
          <p:spPr>
            <a:xfrm>
              <a:off x="1503004" y="2340560"/>
              <a:ext cx="80923" cy="163682"/>
            </a:xfrm>
            <a:custGeom>
              <a:avLst/>
              <a:gdLst>
                <a:gd name="connsiteX0" fmla="*/ 80923 w 80923"/>
                <a:gd name="connsiteY0" fmla="*/ 0 h 163682"/>
                <a:gd name="connsiteX1" fmla="*/ 80923 w 80923"/>
                <a:gd name="connsiteY1" fmla="*/ 102474 h 163682"/>
                <a:gd name="connsiteX2" fmla="*/ 0 w 80923"/>
                <a:gd name="connsiteY2" fmla="*/ 163682 h 163682"/>
              </a:gdLst>
              <a:ahLst/>
              <a:cxnLst>
                <a:cxn ang="0">
                  <a:pos x="connsiteX0" y="connsiteY0"/>
                </a:cxn>
                <a:cxn ang="0">
                  <a:pos x="connsiteX1" y="connsiteY1"/>
                </a:cxn>
                <a:cxn ang="0">
                  <a:pos x="connsiteX2" y="connsiteY2"/>
                </a:cxn>
              </a:cxnLst>
              <a:rect l="l" t="t" r="r" b="b"/>
              <a:pathLst>
                <a:path w="80923" h="163682">
                  <a:moveTo>
                    <a:pt x="80923" y="0"/>
                  </a:moveTo>
                  <a:lnTo>
                    <a:pt x="80923" y="102474"/>
                  </a:lnTo>
                  <a:lnTo>
                    <a:pt x="0" y="163682"/>
                  </a:lnTo>
                </a:path>
              </a:pathLst>
            </a:custGeom>
            <a:noFill/>
            <a:ln w="8472" cap="flat">
              <a:solidFill>
                <a:srgbClr val="17A3A3"/>
              </a:solidFill>
              <a:prstDash val="solid"/>
              <a:miter/>
            </a:ln>
          </p:spPr>
          <p:txBody>
            <a:bodyPr rtlCol="1" anchor="ctr"/>
            <a:lstStyle/>
            <a:p>
              <a:endParaRPr lang="ar-SA"/>
            </a:p>
          </p:txBody>
        </p:sp>
        <p:sp>
          <p:nvSpPr>
            <p:cNvPr id="8834" name="شكل حر: شكل 9851">
              <a:extLst>
                <a:ext uri="{FF2B5EF4-FFF2-40B4-BE49-F238E27FC236}">
                  <a16:creationId xmlns:a16="http://schemas.microsoft.com/office/drawing/2014/main" id="{3F908F52-5D4F-11E5-FECF-647821CCE7A9}"/>
                </a:ext>
              </a:extLst>
            </p:cNvPr>
            <p:cNvSpPr/>
            <p:nvPr/>
          </p:nvSpPr>
          <p:spPr>
            <a:xfrm>
              <a:off x="1425385" y="2284521"/>
              <a:ext cx="317027" cy="317027"/>
            </a:xfrm>
            <a:custGeom>
              <a:avLst/>
              <a:gdLst>
                <a:gd name="connsiteX0" fmla="*/ 204186 w 317027"/>
                <a:gd name="connsiteY0" fmla="*/ 310361 h 317027"/>
                <a:gd name="connsiteX1" fmla="*/ 158514 w 317027"/>
                <a:gd name="connsiteY1" fmla="*/ 317027 h 317027"/>
                <a:gd name="connsiteX2" fmla="*/ 0 w 317027"/>
                <a:gd name="connsiteY2" fmla="*/ 158514 h 317027"/>
                <a:gd name="connsiteX3" fmla="*/ 158514 w 317027"/>
                <a:gd name="connsiteY3" fmla="*/ 0 h 317027"/>
                <a:gd name="connsiteX4" fmla="*/ 317027 w 317027"/>
                <a:gd name="connsiteY4" fmla="*/ 158514 h 317027"/>
                <a:gd name="connsiteX5" fmla="*/ 312649 w 317027"/>
                <a:gd name="connsiteY5" fmla="*/ 195685 h 317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7027" h="317027">
                  <a:moveTo>
                    <a:pt x="204186" y="310361"/>
                  </a:moveTo>
                  <a:cubicBezTo>
                    <a:pt x="189725" y="314711"/>
                    <a:pt x="174388" y="317027"/>
                    <a:pt x="158514" y="317027"/>
                  </a:cubicBezTo>
                  <a:cubicBezTo>
                    <a:pt x="70953" y="317027"/>
                    <a:pt x="0" y="246046"/>
                    <a:pt x="0" y="158514"/>
                  </a:cubicBezTo>
                  <a:cubicBezTo>
                    <a:pt x="0" y="70981"/>
                    <a:pt x="70981" y="0"/>
                    <a:pt x="158514" y="0"/>
                  </a:cubicBezTo>
                  <a:cubicBezTo>
                    <a:pt x="246046" y="0"/>
                    <a:pt x="317027" y="70981"/>
                    <a:pt x="317027" y="158514"/>
                  </a:cubicBezTo>
                  <a:cubicBezTo>
                    <a:pt x="317027" y="171309"/>
                    <a:pt x="315502" y="183765"/>
                    <a:pt x="312649" y="195685"/>
                  </a:cubicBezTo>
                </a:path>
              </a:pathLst>
            </a:custGeom>
            <a:noFill/>
            <a:ln w="8472" cap="flat">
              <a:solidFill>
                <a:srgbClr val="01355A"/>
              </a:solidFill>
              <a:prstDash val="solid"/>
              <a:miter/>
            </a:ln>
          </p:spPr>
          <p:txBody>
            <a:bodyPr rtlCol="1" anchor="ctr"/>
            <a:lstStyle/>
            <a:p>
              <a:endParaRPr lang="ar-SA"/>
            </a:p>
          </p:txBody>
        </p:sp>
        <p:sp>
          <p:nvSpPr>
            <p:cNvPr id="8835" name="شكل حر: شكل 9852">
              <a:extLst>
                <a:ext uri="{FF2B5EF4-FFF2-40B4-BE49-F238E27FC236}">
                  <a16:creationId xmlns:a16="http://schemas.microsoft.com/office/drawing/2014/main" id="{B9888088-EBE5-7B93-80E3-47963AFECB81}"/>
                </a:ext>
              </a:extLst>
            </p:cNvPr>
            <p:cNvSpPr/>
            <p:nvPr/>
          </p:nvSpPr>
          <p:spPr>
            <a:xfrm>
              <a:off x="1425385" y="2443035"/>
              <a:ext cx="21466" cy="2824"/>
            </a:xfrm>
            <a:custGeom>
              <a:avLst/>
              <a:gdLst>
                <a:gd name="connsiteX0" fmla="*/ 0 w 21466"/>
                <a:gd name="connsiteY0" fmla="*/ 0 h 2824"/>
                <a:gd name="connsiteX1" fmla="*/ 21467 w 21466"/>
                <a:gd name="connsiteY1" fmla="*/ 0 h 2824"/>
              </a:gdLst>
              <a:ahLst/>
              <a:cxnLst>
                <a:cxn ang="0">
                  <a:pos x="connsiteX0" y="connsiteY0"/>
                </a:cxn>
                <a:cxn ang="0">
                  <a:pos x="connsiteX1" y="connsiteY1"/>
                </a:cxn>
              </a:cxnLst>
              <a:rect l="l" t="t" r="r" b="b"/>
              <a:pathLst>
                <a:path w="21466" h="2824">
                  <a:moveTo>
                    <a:pt x="0" y="0"/>
                  </a:moveTo>
                  <a:lnTo>
                    <a:pt x="21467" y="0"/>
                  </a:lnTo>
                </a:path>
              </a:pathLst>
            </a:custGeom>
            <a:ln w="8472" cap="flat">
              <a:solidFill>
                <a:srgbClr val="01355A"/>
              </a:solidFill>
              <a:prstDash val="solid"/>
              <a:miter/>
            </a:ln>
          </p:spPr>
          <p:txBody>
            <a:bodyPr rtlCol="1" anchor="ctr"/>
            <a:lstStyle/>
            <a:p>
              <a:endParaRPr lang="ar-SA"/>
            </a:p>
          </p:txBody>
        </p:sp>
        <p:sp>
          <p:nvSpPr>
            <p:cNvPr id="8836" name="شكل حر: شكل 9853">
              <a:extLst>
                <a:ext uri="{FF2B5EF4-FFF2-40B4-BE49-F238E27FC236}">
                  <a16:creationId xmlns:a16="http://schemas.microsoft.com/office/drawing/2014/main" id="{63082346-DF79-2F1A-7709-66A558607AF8}"/>
                </a:ext>
              </a:extLst>
            </p:cNvPr>
            <p:cNvSpPr/>
            <p:nvPr/>
          </p:nvSpPr>
          <p:spPr>
            <a:xfrm>
              <a:off x="1721002" y="2443035"/>
              <a:ext cx="21438" cy="2824"/>
            </a:xfrm>
            <a:custGeom>
              <a:avLst/>
              <a:gdLst>
                <a:gd name="connsiteX0" fmla="*/ 0 w 21438"/>
                <a:gd name="connsiteY0" fmla="*/ 0 h 2824"/>
                <a:gd name="connsiteX1" fmla="*/ 21438 w 21438"/>
                <a:gd name="connsiteY1" fmla="*/ 0 h 2824"/>
              </a:gdLst>
              <a:ahLst/>
              <a:cxnLst>
                <a:cxn ang="0">
                  <a:pos x="connsiteX0" y="connsiteY0"/>
                </a:cxn>
                <a:cxn ang="0">
                  <a:pos x="connsiteX1" y="connsiteY1"/>
                </a:cxn>
              </a:cxnLst>
              <a:rect l="l" t="t" r="r" b="b"/>
              <a:pathLst>
                <a:path w="21438" h="2824">
                  <a:moveTo>
                    <a:pt x="0" y="0"/>
                  </a:moveTo>
                  <a:lnTo>
                    <a:pt x="21438" y="0"/>
                  </a:lnTo>
                </a:path>
              </a:pathLst>
            </a:custGeom>
            <a:ln w="8472" cap="flat">
              <a:solidFill>
                <a:srgbClr val="01355A"/>
              </a:solidFill>
              <a:prstDash val="solid"/>
              <a:miter/>
            </a:ln>
          </p:spPr>
          <p:txBody>
            <a:bodyPr rtlCol="1" anchor="ctr"/>
            <a:lstStyle/>
            <a:p>
              <a:endParaRPr lang="ar-SA"/>
            </a:p>
          </p:txBody>
        </p:sp>
        <p:sp>
          <p:nvSpPr>
            <p:cNvPr id="8837" name="شكل حر: شكل 9854">
              <a:extLst>
                <a:ext uri="{FF2B5EF4-FFF2-40B4-BE49-F238E27FC236}">
                  <a16:creationId xmlns:a16="http://schemas.microsoft.com/office/drawing/2014/main" id="{24943998-3EEA-295B-D3D3-3906625C1B18}"/>
                </a:ext>
              </a:extLst>
            </p:cNvPr>
            <p:cNvSpPr/>
            <p:nvPr/>
          </p:nvSpPr>
          <p:spPr>
            <a:xfrm>
              <a:off x="1583927" y="2284521"/>
              <a:ext cx="2824" cy="21438"/>
            </a:xfrm>
            <a:custGeom>
              <a:avLst/>
              <a:gdLst>
                <a:gd name="connsiteX0" fmla="*/ 0 w 2824"/>
                <a:gd name="connsiteY0" fmla="*/ 0 h 21438"/>
                <a:gd name="connsiteX1" fmla="*/ 0 w 2824"/>
                <a:gd name="connsiteY1" fmla="*/ 21438 h 21438"/>
              </a:gdLst>
              <a:ahLst/>
              <a:cxnLst>
                <a:cxn ang="0">
                  <a:pos x="connsiteX0" y="connsiteY0"/>
                </a:cxn>
                <a:cxn ang="0">
                  <a:pos x="connsiteX1" y="connsiteY1"/>
                </a:cxn>
              </a:cxnLst>
              <a:rect l="l" t="t" r="r" b="b"/>
              <a:pathLst>
                <a:path w="2824" h="21438">
                  <a:moveTo>
                    <a:pt x="0" y="0"/>
                  </a:moveTo>
                  <a:lnTo>
                    <a:pt x="0" y="21438"/>
                  </a:lnTo>
                </a:path>
              </a:pathLst>
            </a:custGeom>
            <a:ln w="8472" cap="flat">
              <a:solidFill>
                <a:srgbClr val="01355A"/>
              </a:solidFill>
              <a:prstDash val="solid"/>
              <a:miter/>
            </a:ln>
          </p:spPr>
          <p:txBody>
            <a:bodyPr rtlCol="1" anchor="ctr"/>
            <a:lstStyle/>
            <a:p>
              <a:endParaRPr lang="ar-SA"/>
            </a:p>
          </p:txBody>
        </p:sp>
        <p:sp>
          <p:nvSpPr>
            <p:cNvPr id="8838" name="شكل حر: شكل 9855">
              <a:extLst>
                <a:ext uri="{FF2B5EF4-FFF2-40B4-BE49-F238E27FC236}">
                  <a16:creationId xmlns:a16="http://schemas.microsoft.com/office/drawing/2014/main" id="{9F6B9C94-3504-90ED-5EFC-123929E87A2B}"/>
                </a:ext>
              </a:extLst>
            </p:cNvPr>
            <p:cNvSpPr/>
            <p:nvPr/>
          </p:nvSpPr>
          <p:spPr>
            <a:xfrm>
              <a:off x="1583927" y="2580110"/>
              <a:ext cx="2824" cy="21438"/>
            </a:xfrm>
            <a:custGeom>
              <a:avLst/>
              <a:gdLst>
                <a:gd name="connsiteX0" fmla="*/ 0 w 2824"/>
                <a:gd name="connsiteY0" fmla="*/ 0 h 21438"/>
                <a:gd name="connsiteX1" fmla="*/ 0 w 2824"/>
                <a:gd name="connsiteY1" fmla="*/ 21438 h 21438"/>
              </a:gdLst>
              <a:ahLst/>
              <a:cxnLst>
                <a:cxn ang="0">
                  <a:pos x="connsiteX0" y="connsiteY0"/>
                </a:cxn>
                <a:cxn ang="0">
                  <a:pos x="connsiteX1" y="connsiteY1"/>
                </a:cxn>
              </a:cxnLst>
              <a:rect l="l" t="t" r="r" b="b"/>
              <a:pathLst>
                <a:path w="2824" h="21438">
                  <a:moveTo>
                    <a:pt x="0" y="0"/>
                  </a:moveTo>
                  <a:lnTo>
                    <a:pt x="0" y="21438"/>
                  </a:lnTo>
                </a:path>
              </a:pathLst>
            </a:custGeom>
            <a:ln w="8472" cap="flat">
              <a:solidFill>
                <a:srgbClr val="01355A"/>
              </a:solidFill>
              <a:prstDash val="solid"/>
              <a:miter/>
            </a:ln>
          </p:spPr>
          <p:txBody>
            <a:bodyPr rtlCol="1" anchor="ctr"/>
            <a:lstStyle/>
            <a:p>
              <a:endParaRPr lang="ar-SA"/>
            </a:p>
          </p:txBody>
        </p:sp>
        <p:grpSp>
          <p:nvGrpSpPr>
            <p:cNvPr id="8839" name="رسم 8014">
              <a:extLst>
                <a:ext uri="{FF2B5EF4-FFF2-40B4-BE49-F238E27FC236}">
                  <a16:creationId xmlns:a16="http://schemas.microsoft.com/office/drawing/2014/main" id="{E98A0268-7343-D83C-1A6C-3259CA0ACC46}"/>
                </a:ext>
              </a:extLst>
            </p:cNvPr>
            <p:cNvGrpSpPr/>
            <p:nvPr/>
          </p:nvGrpSpPr>
          <p:grpSpPr>
            <a:xfrm>
              <a:off x="1652055" y="2497407"/>
              <a:ext cx="134222" cy="148888"/>
              <a:chOff x="1652055" y="2497407"/>
              <a:chExt cx="134222" cy="148888"/>
            </a:xfrm>
            <a:noFill/>
          </p:grpSpPr>
          <p:sp>
            <p:nvSpPr>
              <p:cNvPr id="8840" name="شكل حر: شكل 9857">
                <a:extLst>
                  <a:ext uri="{FF2B5EF4-FFF2-40B4-BE49-F238E27FC236}">
                    <a16:creationId xmlns:a16="http://schemas.microsoft.com/office/drawing/2014/main" id="{0E571F0B-A401-18BE-A0EE-AAC2E82DB957}"/>
                  </a:ext>
                </a:extLst>
              </p:cNvPr>
              <p:cNvSpPr/>
              <p:nvPr/>
            </p:nvSpPr>
            <p:spPr>
              <a:xfrm>
                <a:off x="1652055" y="2615897"/>
                <a:ext cx="134222" cy="30399"/>
              </a:xfrm>
              <a:custGeom>
                <a:avLst/>
                <a:gdLst>
                  <a:gd name="connsiteX0" fmla="*/ 134222 w 134222"/>
                  <a:gd name="connsiteY0" fmla="*/ 0 h 30399"/>
                  <a:gd name="connsiteX1" fmla="*/ 134222 w 134222"/>
                  <a:gd name="connsiteY1" fmla="*/ 12513 h 30399"/>
                  <a:gd name="connsiteX2" fmla="*/ 126455 w 134222"/>
                  <a:gd name="connsiteY2" fmla="*/ 22625 h 30399"/>
                  <a:gd name="connsiteX3" fmla="*/ 126455 w 134222"/>
                  <a:gd name="connsiteY3" fmla="*/ 22625 h 30399"/>
                  <a:gd name="connsiteX4" fmla="*/ 7768 w 134222"/>
                  <a:gd name="connsiteY4" fmla="*/ 22625 h 30399"/>
                  <a:gd name="connsiteX5" fmla="*/ 7768 w 134222"/>
                  <a:gd name="connsiteY5" fmla="*/ 22625 h 30399"/>
                  <a:gd name="connsiteX6" fmla="*/ 0 w 134222"/>
                  <a:gd name="connsiteY6" fmla="*/ 12513 h 30399"/>
                  <a:gd name="connsiteX7" fmla="*/ 0 w 134222"/>
                  <a:gd name="connsiteY7" fmla="*/ 0 h 3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222" h="30399">
                    <a:moveTo>
                      <a:pt x="134222" y="0"/>
                    </a:moveTo>
                    <a:lnTo>
                      <a:pt x="134222" y="12513"/>
                    </a:lnTo>
                    <a:cubicBezTo>
                      <a:pt x="134222" y="17258"/>
                      <a:pt x="131031" y="21410"/>
                      <a:pt x="126455" y="22625"/>
                    </a:cubicBezTo>
                    <a:lnTo>
                      <a:pt x="126455" y="22625"/>
                    </a:lnTo>
                    <a:cubicBezTo>
                      <a:pt x="87561" y="32991"/>
                      <a:pt x="46633" y="32991"/>
                      <a:pt x="7768" y="22625"/>
                    </a:cubicBezTo>
                    <a:lnTo>
                      <a:pt x="7768" y="22625"/>
                    </a:lnTo>
                    <a:cubicBezTo>
                      <a:pt x="3192" y="21410"/>
                      <a:pt x="0" y="17258"/>
                      <a:pt x="0" y="12513"/>
                    </a:cubicBezTo>
                    <a:lnTo>
                      <a:pt x="0" y="0"/>
                    </a:lnTo>
                  </a:path>
                </a:pathLst>
              </a:custGeom>
              <a:noFill/>
              <a:ln w="8472" cap="flat">
                <a:solidFill>
                  <a:srgbClr val="01355A"/>
                </a:solidFill>
                <a:prstDash val="solid"/>
                <a:miter/>
              </a:ln>
            </p:spPr>
            <p:txBody>
              <a:bodyPr rtlCol="1" anchor="ctr"/>
              <a:lstStyle/>
              <a:p>
                <a:endParaRPr lang="ar-SA"/>
              </a:p>
            </p:txBody>
          </p:sp>
          <p:sp>
            <p:nvSpPr>
              <p:cNvPr id="8841" name="شكل حر: شكل 9858">
                <a:extLst>
                  <a:ext uri="{FF2B5EF4-FFF2-40B4-BE49-F238E27FC236}">
                    <a16:creationId xmlns:a16="http://schemas.microsoft.com/office/drawing/2014/main" id="{239ABB7F-C576-1635-BDEF-DCF65ACF11A7}"/>
                  </a:ext>
                </a:extLst>
              </p:cNvPr>
              <p:cNvSpPr/>
              <p:nvPr/>
            </p:nvSpPr>
            <p:spPr>
              <a:xfrm>
                <a:off x="1652055" y="2577512"/>
                <a:ext cx="134222" cy="30399"/>
              </a:xfrm>
              <a:custGeom>
                <a:avLst/>
                <a:gdLst>
                  <a:gd name="connsiteX0" fmla="*/ 134222 w 134222"/>
                  <a:gd name="connsiteY0" fmla="*/ 0 h 30399"/>
                  <a:gd name="connsiteX1" fmla="*/ 134222 w 134222"/>
                  <a:gd name="connsiteY1" fmla="*/ 12513 h 30399"/>
                  <a:gd name="connsiteX2" fmla="*/ 126455 w 134222"/>
                  <a:gd name="connsiteY2" fmla="*/ 22625 h 30399"/>
                  <a:gd name="connsiteX3" fmla="*/ 126455 w 134222"/>
                  <a:gd name="connsiteY3" fmla="*/ 22625 h 30399"/>
                  <a:gd name="connsiteX4" fmla="*/ 7768 w 134222"/>
                  <a:gd name="connsiteY4" fmla="*/ 22625 h 30399"/>
                  <a:gd name="connsiteX5" fmla="*/ 7768 w 134222"/>
                  <a:gd name="connsiteY5" fmla="*/ 22625 h 30399"/>
                  <a:gd name="connsiteX6" fmla="*/ 0 w 134222"/>
                  <a:gd name="connsiteY6" fmla="*/ 12513 h 30399"/>
                  <a:gd name="connsiteX7" fmla="*/ 0 w 134222"/>
                  <a:gd name="connsiteY7" fmla="*/ 0 h 3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222" h="30399">
                    <a:moveTo>
                      <a:pt x="134222" y="0"/>
                    </a:moveTo>
                    <a:lnTo>
                      <a:pt x="134222" y="12513"/>
                    </a:lnTo>
                    <a:cubicBezTo>
                      <a:pt x="134222" y="17258"/>
                      <a:pt x="131031" y="21410"/>
                      <a:pt x="126455" y="22625"/>
                    </a:cubicBezTo>
                    <a:lnTo>
                      <a:pt x="126455" y="22625"/>
                    </a:lnTo>
                    <a:cubicBezTo>
                      <a:pt x="87561" y="32991"/>
                      <a:pt x="46633" y="32991"/>
                      <a:pt x="7768" y="22625"/>
                    </a:cubicBezTo>
                    <a:lnTo>
                      <a:pt x="7768" y="22625"/>
                    </a:lnTo>
                    <a:cubicBezTo>
                      <a:pt x="3192" y="21410"/>
                      <a:pt x="0" y="17258"/>
                      <a:pt x="0" y="12513"/>
                    </a:cubicBezTo>
                    <a:lnTo>
                      <a:pt x="0" y="0"/>
                    </a:lnTo>
                  </a:path>
                </a:pathLst>
              </a:custGeom>
              <a:noFill/>
              <a:ln w="8472" cap="flat">
                <a:solidFill>
                  <a:srgbClr val="01355A"/>
                </a:solidFill>
                <a:prstDash val="solid"/>
                <a:miter/>
              </a:ln>
            </p:spPr>
            <p:txBody>
              <a:bodyPr rtlCol="1" anchor="ctr"/>
              <a:lstStyle/>
              <a:p>
                <a:endParaRPr lang="ar-SA"/>
              </a:p>
            </p:txBody>
          </p:sp>
          <p:sp>
            <p:nvSpPr>
              <p:cNvPr id="8842" name="شكل حر: شكل 9859">
                <a:extLst>
                  <a:ext uri="{FF2B5EF4-FFF2-40B4-BE49-F238E27FC236}">
                    <a16:creationId xmlns:a16="http://schemas.microsoft.com/office/drawing/2014/main" id="{713944EA-0429-B828-D078-1ED4B1195707}"/>
                  </a:ext>
                </a:extLst>
              </p:cNvPr>
              <p:cNvSpPr/>
              <p:nvPr/>
            </p:nvSpPr>
            <p:spPr>
              <a:xfrm>
                <a:off x="1652055" y="2539126"/>
                <a:ext cx="134222" cy="30399"/>
              </a:xfrm>
              <a:custGeom>
                <a:avLst/>
                <a:gdLst>
                  <a:gd name="connsiteX0" fmla="*/ 134222 w 134222"/>
                  <a:gd name="connsiteY0" fmla="*/ 0 h 30399"/>
                  <a:gd name="connsiteX1" fmla="*/ 134222 w 134222"/>
                  <a:gd name="connsiteY1" fmla="*/ 12513 h 30399"/>
                  <a:gd name="connsiteX2" fmla="*/ 126455 w 134222"/>
                  <a:gd name="connsiteY2" fmla="*/ 22625 h 30399"/>
                  <a:gd name="connsiteX3" fmla="*/ 126455 w 134222"/>
                  <a:gd name="connsiteY3" fmla="*/ 22625 h 30399"/>
                  <a:gd name="connsiteX4" fmla="*/ 7768 w 134222"/>
                  <a:gd name="connsiteY4" fmla="*/ 22625 h 30399"/>
                  <a:gd name="connsiteX5" fmla="*/ 7768 w 134222"/>
                  <a:gd name="connsiteY5" fmla="*/ 22625 h 30399"/>
                  <a:gd name="connsiteX6" fmla="*/ 0 w 134222"/>
                  <a:gd name="connsiteY6" fmla="*/ 12513 h 30399"/>
                  <a:gd name="connsiteX7" fmla="*/ 0 w 134222"/>
                  <a:gd name="connsiteY7" fmla="*/ 0 h 30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222" h="30399">
                    <a:moveTo>
                      <a:pt x="134222" y="0"/>
                    </a:moveTo>
                    <a:lnTo>
                      <a:pt x="134222" y="12513"/>
                    </a:lnTo>
                    <a:cubicBezTo>
                      <a:pt x="134222" y="17258"/>
                      <a:pt x="131031" y="21410"/>
                      <a:pt x="126455" y="22625"/>
                    </a:cubicBezTo>
                    <a:lnTo>
                      <a:pt x="126455" y="22625"/>
                    </a:lnTo>
                    <a:cubicBezTo>
                      <a:pt x="87561" y="32991"/>
                      <a:pt x="46633" y="32991"/>
                      <a:pt x="7768" y="22625"/>
                    </a:cubicBezTo>
                    <a:lnTo>
                      <a:pt x="7768" y="22625"/>
                    </a:lnTo>
                    <a:cubicBezTo>
                      <a:pt x="3192" y="21410"/>
                      <a:pt x="0" y="17258"/>
                      <a:pt x="0" y="12513"/>
                    </a:cubicBezTo>
                    <a:lnTo>
                      <a:pt x="0" y="0"/>
                    </a:lnTo>
                  </a:path>
                </a:pathLst>
              </a:custGeom>
              <a:noFill/>
              <a:ln w="8472" cap="flat">
                <a:solidFill>
                  <a:srgbClr val="01355A"/>
                </a:solidFill>
                <a:prstDash val="solid"/>
                <a:miter/>
              </a:ln>
            </p:spPr>
            <p:txBody>
              <a:bodyPr rtlCol="1" anchor="ctr"/>
              <a:lstStyle/>
              <a:p>
                <a:endParaRPr lang="ar-SA"/>
              </a:p>
            </p:txBody>
          </p:sp>
          <p:sp>
            <p:nvSpPr>
              <p:cNvPr id="8843" name="شكل حر: شكل 9860">
                <a:extLst>
                  <a:ext uri="{FF2B5EF4-FFF2-40B4-BE49-F238E27FC236}">
                    <a16:creationId xmlns:a16="http://schemas.microsoft.com/office/drawing/2014/main" id="{88BB515F-840B-2EFF-F9ED-4DF75F0B976E}"/>
                  </a:ext>
                </a:extLst>
              </p:cNvPr>
              <p:cNvSpPr/>
              <p:nvPr/>
            </p:nvSpPr>
            <p:spPr>
              <a:xfrm>
                <a:off x="1652055" y="2497407"/>
                <a:ext cx="134222" cy="38018"/>
              </a:xfrm>
              <a:custGeom>
                <a:avLst/>
                <a:gdLst>
                  <a:gd name="connsiteX0" fmla="*/ 134222 w 134222"/>
                  <a:gd name="connsiteY0" fmla="*/ 19009 h 38018"/>
                  <a:gd name="connsiteX1" fmla="*/ 67111 w 134222"/>
                  <a:gd name="connsiteY1" fmla="*/ 38018 h 38018"/>
                  <a:gd name="connsiteX2" fmla="*/ 0 w 134222"/>
                  <a:gd name="connsiteY2" fmla="*/ 19009 h 38018"/>
                  <a:gd name="connsiteX3" fmla="*/ 67111 w 134222"/>
                  <a:gd name="connsiteY3" fmla="*/ 0 h 38018"/>
                  <a:gd name="connsiteX4" fmla="*/ 134222 w 134222"/>
                  <a:gd name="connsiteY4" fmla="*/ 19009 h 38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222" h="38018">
                    <a:moveTo>
                      <a:pt x="134222" y="19009"/>
                    </a:moveTo>
                    <a:cubicBezTo>
                      <a:pt x="134222" y="29517"/>
                      <a:pt x="104169" y="38018"/>
                      <a:pt x="67111" y="38018"/>
                    </a:cubicBezTo>
                    <a:cubicBezTo>
                      <a:pt x="30053" y="38018"/>
                      <a:pt x="0" y="29517"/>
                      <a:pt x="0" y="19009"/>
                    </a:cubicBezTo>
                    <a:cubicBezTo>
                      <a:pt x="0" y="8502"/>
                      <a:pt x="30053" y="0"/>
                      <a:pt x="67111" y="0"/>
                    </a:cubicBezTo>
                    <a:cubicBezTo>
                      <a:pt x="104169" y="0"/>
                      <a:pt x="134222" y="8502"/>
                      <a:pt x="134222" y="19009"/>
                    </a:cubicBezTo>
                    <a:close/>
                  </a:path>
                </a:pathLst>
              </a:custGeom>
              <a:noFill/>
              <a:ln w="8472" cap="flat">
                <a:solidFill>
                  <a:srgbClr val="01355A"/>
                </a:solidFill>
                <a:prstDash val="solid"/>
                <a:miter/>
              </a:ln>
            </p:spPr>
            <p:txBody>
              <a:bodyPr rtlCol="1" anchor="ctr"/>
              <a:lstStyle/>
              <a:p>
                <a:endParaRPr lang="ar-SA"/>
              </a:p>
            </p:txBody>
          </p:sp>
        </p:grpSp>
      </p:grpSp>
      <p:grpSp>
        <p:nvGrpSpPr>
          <p:cNvPr id="8844" name="رسم 8014">
            <a:extLst>
              <a:ext uri="{FF2B5EF4-FFF2-40B4-BE49-F238E27FC236}">
                <a16:creationId xmlns:a16="http://schemas.microsoft.com/office/drawing/2014/main" id="{21469BB4-1662-46CC-E7AB-8C7C07D1E5F8}"/>
              </a:ext>
            </a:extLst>
          </p:cNvPr>
          <p:cNvGrpSpPr/>
          <p:nvPr/>
        </p:nvGrpSpPr>
        <p:grpSpPr>
          <a:xfrm>
            <a:off x="7203723" y="4075981"/>
            <a:ext cx="312347" cy="254264"/>
            <a:chOff x="7692038" y="3355928"/>
            <a:chExt cx="373348" cy="322591"/>
          </a:xfrm>
          <a:noFill/>
        </p:grpSpPr>
        <p:sp>
          <p:nvSpPr>
            <p:cNvPr id="8845" name="شكل حر: شكل 9907">
              <a:extLst>
                <a:ext uri="{FF2B5EF4-FFF2-40B4-BE49-F238E27FC236}">
                  <a16:creationId xmlns:a16="http://schemas.microsoft.com/office/drawing/2014/main" id="{3253966A-94C9-9CB2-6B8F-9DC4424E5C69}"/>
                </a:ext>
              </a:extLst>
            </p:cNvPr>
            <p:cNvSpPr/>
            <p:nvPr/>
          </p:nvSpPr>
          <p:spPr>
            <a:xfrm>
              <a:off x="7779316" y="3535909"/>
              <a:ext cx="141876" cy="42622"/>
            </a:xfrm>
            <a:custGeom>
              <a:avLst/>
              <a:gdLst>
                <a:gd name="connsiteX0" fmla="*/ 141877 w 141876"/>
                <a:gd name="connsiteY0" fmla="*/ 42622 h 42622"/>
                <a:gd name="connsiteX1" fmla="*/ 0 w 141876"/>
                <a:gd name="connsiteY1" fmla="*/ 42622 h 42622"/>
                <a:gd name="connsiteX2" fmla="*/ 0 w 141876"/>
                <a:gd name="connsiteY2" fmla="*/ 0 h 42622"/>
              </a:gdLst>
              <a:ahLst/>
              <a:cxnLst>
                <a:cxn ang="0">
                  <a:pos x="connsiteX0" y="connsiteY0"/>
                </a:cxn>
                <a:cxn ang="0">
                  <a:pos x="connsiteX1" y="connsiteY1"/>
                </a:cxn>
                <a:cxn ang="0">
                  <a:pos x="connsiteX2" y="connsiteY2"/>
                </a:cxn>
              </a:cxnLst>
              <a:rect l="l" t="t" r="r" b="b"/>
              <a:pathLst>
                <a:path w="141876" h="42622">
                  <a:moveTo>
                    <a:pt x="141877" y="42622"/>
                  </a:moveTo>
                  <a:lnTo>
                    <a:pt x="0" y="42622"/>
                  </a:lnTo>
                  <a:lnTo>
                    <a:pt x="0" y="0"/>
                  </a:lnTo>
                </a:path>
              </a:pathLst>
            </a:custGeom>
            <a:noFill/>
            <a:ln w="8472" cap="flat">
              <a:solidFill>
                <a:srgbClr val="01355A"/>
              </a:solidFill>
              <a:prstDash val="solid"/>
              <a:miter/>
            </a:ln>
          </p:spPr>
          <p:txBody>
            <a:bodyPr rtlCol="1" anchor="ctr"/>
            <a:lstStyle/>
            <a:p>
              <a:endParaRPr lang="ar-SA"/>
            </a:p>
          </p:txBody>
        </p:sp>
        <p:sp>
          <p:nvSpPr>
            <p:cNvPr id="8846" name="شكل حر: شكل 9908">
              <a:extLst>
                <a:ext uri="{FF2B5EF4-FFF2-40B4-BE49-F238E27FC236}">
                  <a16:creationId xmlns:a16="http://schemas.microsoft.com/office/drawing/2014/main" id="{0800C7D1-3D5D-81D3-5D1B-D2860253C90B}"/>
                </a:ext>
              </a:extLst>
            </p:cNvPr>
            <p:cNvSpPr/>
            <p:nvPr/>
          </p:nvSpPr>
          <p:spPr>
            <a:xfrm>
              <a:off x="7737259" y="3490518"/>
              <a:ext cx="214693" cy="45192"/>
            </a:xfrm>
            <a:custGeom>
              <a:avLst/>
              <a:gdLst>
                <a:gd name="connsiteX0" fmla="*/ 214694 w 214693"/>
                <a:gd name="connsiteY0" fmla="*/ 45193 h 45192"/>
                <a:gd name="connsiteX1" fmla="*/ 0 w 214693"/>
                <a:gd name="connsiteY1" fmla="*/ 45193 h 45192"/>
                <a:gd name="connsiteX2" fmla="*/ 0 w 214693"/>
                <a:gd name="connsiteY2" fmla="*/ 0 h 45192"/>
              </a:gdLst>
              <a:ahLst/>
              <a:cxnLst>
                <a:cxn ang="0">
                  <a:pos x="connsiteX0" y="connsiteY0"/>
                </a:cxn>
                <a:cxn ang="0">
                  <a:pos x="connsiteX1" y="connsiteY1"/>
                </a:cxn>
                <a:cxn ang="0">
                  <a:pos x="connsiteX2" y="connsiteY2"/>
                </a:cxn>
              </a:cxnLst>
              <a:rect l="l" t="t" r="r" b="b"/>
              <a:pathLst>
                <a:path w="214693" h="45192">
                  <a:moveTo>
                    <a:pt x="214694" y="45193"/>
                  </a:moveTo>
                  <a:lnTo>
                    <a:pt x="0" y="45193"/>
                  </a:lnTo>
                  <a:lnTo>
                    <a:pt x="0" y="0"/>
                  </a:lnTo>
                </a:path>
              </a:pathLst>
            </a:custGeom>
            <a:noFill/>
            <a:ln w="8472" cap="flat">
              <a:solidFill>
                <a:srgbClr val="01355A"/>
              </a:solidFill>
              <a:prstDash val="solid"/>
              <a:miter/>
            </a:ln>
          </p:spPr>
          <p:txBody>
            <a:bodyPr rtlCol="1" anchor="ctr"/>
            <a:lstStyle/>
            <a:p>
              <a:endParaRPr lang="ar-SA"/>
            </a:p>
          </p:txBody>
        </p:sp>
        <p:sp>
          <p:nvSpPr>
            <p:cNvPr id="8847" name="شكل حر: شكل 9909">
              <a:extLst>
                <a:ext uri="{FF2B5EF4-FFF2-40B4-BE49-F238E27FC236}">
                  <a16:creationId xmlns:a16="http://schemas.microsoft.com/office/drawing/2014/main" id="{716A02AE-11D3-563E-DBE9-E994827E1B89}"/>
                </a:ext>
              </a:extLst>
            </p:cNvPr>
            <p:cNvSpPr/>
            <p:nvPr/>
          </p:nvSpPr>
          <p:spPr>
            <a:xfrm>
              <a:off x="7692038" y="3355928"/>
              <a:ext cx="234917" cy="134589"/>
            </a:xfrm>
            <a:custGeom>
              <a:avLst/>
              <a:gdLst>
                <a:gd name="connsiteX0" fmla="*/ 234917 w 234917"/>
                <a:gd name="connsiteY0" fmla="*/ 29149 h 134589"/>
                <a:gd name="connsiteX1" fmla="*/ 234917 w 234917"/>
                <a:gd name="connsiteY1" fmla="*/ 0 h 134589"/>
                <a:gd name="connsiteX2" fmla="*/ 0 w 234917"/>
                <a:gd name="connsiteY2" fmla="*/ 0 h 134589"/>
                <a:gd name="connsiteX3" fmla="*/ 0 w 234917"/>
                <a:gd name="connsiteY3" fmla="*/ 134590 h 134589"/>
                <a:gd name="connsiteX4" fmla="*/ 221670 w 234917"/>
                <a:gd name="connsiteY4" fmla="*/ 134590 h 1345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4917" h="134589">
                  <a:moveTo>
                    <a:pt x="234917" y="29149"/>
                  </a:moveTo>
                  <a:lnTo>
                    <a:pt x="234917" y="0"/>
                  </a:lnTo>
                  <a:lnTo>
                    <a:pt x="0" y="0"/>
                  </a:lnTo>
                  <a:lnTo>
                    <a:pt x="0" y="134590"/>
                  </a:lnTo>
                  <a:lnTo>
                    <a:pt x="221670" y="134590"/>
                  </a:lnTo>
                </a:path>
              </a:pathLst>
            </a:custGeom>
            <a:noFill/>
            <a:ln w="8472" cap="flat">
              <a:solidFill>
                <a:srgbClr val="01355A"/>
              </a:solidFill>
              <a:prstDash val="solid"/>
              <a:miter/>
            </a:ln>
          </p:spPr>
          <p:txBody>
            <a:bodyPr rtlCol="1" anchor="ctr"/>
            <a:lstStyle/>
            <a:p>
              <a:endParaRPr lang="ar-SA"/>
            </a:p>
          </p:txBody>
        </p:sp>
        <p:sp>
          <p:nvSpPr>
            <p:cNvPr id="8848" name="شكل حر: شكل 9910">
              <a:extLst>
                <a:ext uri="{FF2B5EF4-FFF2-40B4-BE49-F238E27FC236}">
                  <a16:creationId xmlns:a16="http://schemas.microsoft.com/office/drawing/2014/main" id="{1BFEA2F2-2C06-5AEA-C274-F251B0C4BA0D}"/>
                </a:ext>
              </a:extLst>
            </p:cNvPr>
            <p:cNvSpPr/>
            <p:nvPr/>
          </p:nvSpPr>
          <p:spPr>
            <a:xfrm>
              <a:off x="7759947" y="3388185"/>
              <a:ext cx="14511" cy="70076"/>
            </a:xfrm>
            <a:custGeom>
              <a:avLst/>
              <a:gdLst>
                <a:gd name="connsiteX0" fmla="*/ 14511 w 14511"/>
                <a:gd name="connsiteY0" fmla="*/ 70077 h 70076"/>
                <a:gd name="connsiteX1" fmla="*/ 14511 w 14511"/>
                <a:gd name="connsiteY1" fmla="*/ 0 h 70076"/>
              </a:gdLst>
              <a:ahLst/>
              <a:cxnLst>
                <a:cxn ang="0">
                  <a:pos x="connsiteX0" y="connsiteY0"/>
                </a:cxn>
                <a:cxn ang="0">
                  <a:pos x="connsiteX1" y="connsiteY1"/>
                </a:cxn>
              </a:cxnLst>
              <a:rect l="l" t="t" r="r" b="b"/>
              <a:pathLst>
                <a:path w="14511" h="70076">
                  <a:moveTo>
                    <a:pt x="14511" y="70077"/>
                  </a:moveTo>
                  <a:cubicBezTo>
                    <a:pt x="-4837" y="50729"/>
                    <a:pt x="-4837" y="19348"/>
                    <a:pt x="14511" y="0"/>
                  </a:cubicBezTo>
                </a:path>
              </a:pathLst>
            </a:custGeom>
            <a:noFill/>
            <a:ln w="8472" cap="flat">
              <a:solidFill>
                <a:srgbClr val="01355A"/>
              </a:solidFill>
              <a:prstDash val="solid"/>
              <a:miter/>
            </a:ln>
          </p:spPr>
          <p:txBody>
            <a:bodyPr rtlCol="1" anchor="ctr"/>
            <a:lstStyle/>
            <a:p>
              <a:endParaRPr lang="ar-SA"/>
            </a:p>
          </p:txBody>
        </p:sp>
        <p:sp>
          <p:nvSpPr>
            <p:cNvPr id="8849" name="شكل حر: شكل 9911">
              <a:extLst>
                <a:ext uri="{FF2B5EF4-FFF2-40B4-BE49-F238E27FC236}">
                  <a16:creationId xmlns:a16="http://schemas.microsoft.com/office/drawing/2014/main" id="{44CB7B02-6905-B354-479B-628CC39083DE}"/>
                </a:ext>
              </a:extLst>
            </p:cNvPr>
            <p:cNvSpPr/>
            <p:nvPr/>
          </p:nvSpPr>
          <p:spPr>
            <a:xfrm>
              <a:off x="7844535" y="3388185"/>
              <a:ext cx="14510" cy="70076"/>
            </a:xfrm>
            <a:custGeom>
              <a:avLst/>
              <a:gdLst>
                <a:gd name="connsiteX0" fmla="*/ 0 w 14510"/>
                <a:gd name="connsiteY0" fmla="*/ 0 h 70076"/>
                <a:gd name="connsiteX1" fmla="*/ 0 w 14510"/>
                <a:gd name="connsiteY1" fmla="*/ 70077 h 70076"/>
              </a:gdLst>
              <a:ahLst/>
              <a:cxnLst>
                <a:cxn ang="0">
                  <a:pos x="connsiteX0" y="connsiteY0"/>
                </a:cxn>
                <a:cxn ang="0">
                  <a:pos x="connsiteX1" y="connsiteY1"/>
                </a:cxn>
              </a:cxnLst>
              <a:rect l="l" t="t" r="r" b="b"/>
              <a:pathLst>
                <a:path w="14510" h="70076">
                  <a:moveTo>
                    <a:pt x="0" y="0"/>
                  </a:moveTo>
                  <a:cubicBezTo>
                    <a:pt x="19348" y="19348"/>
                    <a:pt x="19348" y="50729"/>
                    <a:pt x="0" y="70077"/>
                  </a:cubicBezTo>
                </a:path>
              </a:pathLst>
            </a:custGeom>
            <a:noFill/>
            <a:ln w="8472" cap="flat">
              <a:solidFill>
                <a:srgbClr val="01355A"/>
              </a:solidFill>
              <a:prstDash val="solid"/>
              <a:miter/>
            </a:ln>
          </p:spPr>
          <p:txBody>
            <a:bodyPr rtlCol="1" anchor="ctr"/>
            <a:lstStyle/>
            <a:p>
              <a:endParaRPr lang="ar-SA"/>
            </a:p>
          </p:txBody>
        </p:sp>
        <p:sp>
          <p:nvSpPr>
            <p:cNvPr id="8850" name="شكل حر: شكل 9912">
              <a:extLst>
                <a:ext uri="{FF2B5EF4-FFF2-40B4-BE49-F238E27FC236}">
                  <a16:creationId xmlns:a16="http://schemas.microsoft.com/office/drawing/2014/main" id="{5364EC84-1A2D-342F-6947-97B2042714F6}"/>
                </a:ext>
              </a:extLst>
            </p:cNvPr>
            <p:cNvSpPr/>
            <p:nvPr/>
          </p:nvSpPr>
          <p:spPr>
            <a:xfrm>
              <a:off x="7886621" y="3423746"/>
              <a:ext cx="5649" cy="5649"/>
            </a:xfrm>
            <a:custGeom>
              <a:avLst/>
              <a:gdLst>
                <a:gd name="connsiteX0" fmla="*/ 0 w 5649"/>
                <a:gd name="connsiteY0" fmla="*/ 2825 h 5649"/>
                <a:gd name="connsiteX1" fmla="*/ 2825 w 5649"/>
                <a:gd name="connsiteY1" fmla="*/ 0 h 5649"/>
                <a:gd name="connsiteX2" fmla="*/ 5649 w 5649"/>
                <a:gd name="connsiteY2" fmla="*/ 2825 h 5649"/>
                <a:gd name="connsiteX3" fmla="*/ 2825 w 5649"/>
                <a:gd name="connsiteY3" fmla="*/ 5649 h 5649"/>
                <a:gd name="connsiteX4" fmla="*/ 0 w 5649"/>
                <a:gd name="connsiteY4" fmla="*/ 2825 h 5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9" h="5649">
                  <a:moveTo>
                    <a:pt x="0" y="2825"/>
                  </a:moveTo>
                  <a:cubicBezTo>
                    <a:pt x="0" y="1271"/>
                    <a:pt x="1271" y="0"/>
                    <a:pt x="2825" y="0"/>
                  </a:cubicBezTo>
                  <a:cubicBezTo>
                    <a:pt x="4378" y="0"/>
                    <a:pt x="5649" y="1271"/>
                    <a:pt x="5649" y="2825"/>
                  </a:cubicBezTo>
                  <a:cubicBezTo>
                    <a:pt x="5649" y="4378"/>
                    <a:pt x="4378" y="5649"/>
                    <a:pt x="2825" y="5649"/>
                  </a:cubicBezTo>
                  <a:cubicBezTo>
                    <a:pt x="1271" y="5649"/>
                    <a:pt x="0" y="4378"/>
                    <a:pt x="0" y="2825"/>
                  </a:cubicBezTo>
                  <a:close/>
                </a:path>
              </a:pathLst>
            </a:custGeom>
            <a:noFill/>
            <a:ln w="8472" cap="flat">
              <a:solidFill>
                <a:srgbClr val="01355A"/>
              </a:solidFill>
              <a:prstDash val="solid"/>
              <a:miter/>
            </a:ln>
          </p:spPr>
          <p:txBody>
            <a:bodyPr rtlCol="1" anchor="ctr"/>
            <a:lstStyle/>
            <a:p>
              <a:endParaRPr lang="ar-SA"/>
            </a:p>
          </p:txBody>
        </p:sp>
        <p:sp>
          <p:nvSpPr>
            <p:cNvPr id="8851" name="شكل حر: شكل 9913">
              <a:extLst>
                <a:ext uri="{FF2B5EF4-FFF2-40B4-BE49-F238E27FC236}">
                  <a16:creationId xmlns:a16="http://schemas.microsoft.com/office/drawing/2014/main" id="{37392C6B-95E6-A527-B934-5578B3A14129}"/>
                </a:ext>
              </a:extLst>
            </p:cNvPr>
            <p:cNvSpPr/>
            <p:nvPr/>
          </p:nvSpPr>
          <p:spPr>
            <a:xfrm>
              <a:off x="7726752" y="3423746"/>
              <a:ext cx="5649" cy="5649"/>
            </a:xfrm>
            <a:custGeom>
              <a:avLst/>
              <a:gdLst>
                <a:gd name="connsiteX0" fmla="*/ 0 w 5649"/>
                <a:gd name="connsiteY0" fmla="*/ 2825 h 5649"/>
                <a:gd name="connsiteX1" fmla="*/ 2825 w 5649"/>
                <a:gd name="connsiteY1" fmla="*/ 0 h 5649"/>
                <a:gd name="connsiteX2" fmla="*/ 5649 w 5649"/>
                <a:gd name="connsiteY2" fmla="*/ 2825 h 5649"/>
                <a:gd name="connsiteX3" fmla="*/ 2825 w 5649"/>
                <a:gd name="connsiteY3" fmla="*/ 5649 h 5649"/>
                <a:gd name="connsiteX4" fmla="*/ 0 w 5649"/>
                <a:gd name="connsiteY4" fmla="*/ 2825 h 5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9" h="5649">
                  <a:moveTo>
                    <a:pt x="0" y="2825"/>
                  </a:moveTo>
                  <a:cubicBezTo>
                    <a:pt x="0" y="1271"/>
                    <a:pt x="1271" y="0"/>
                    <a:pt x="2825" y="0"/>
                  </a:cubicBezTo>
                  <a:cubicBezTo>
                    <a:pt x="4377" y="0"/>
                    <a:pt x="5649" y="1271"/>
                    <a:pt x="5649" y="2825"/>
                  </a:cubicBezTo>
                  <a:cubicBezTo>
                    <a:pt x="5649" y="4378"/>
                    <a:pt x="4377" y="5649"/>
                    <a:pt x="2825" y="5649"/>
                  </a:cubicBezTo>
                  <a:cubicBezTo>
                    <a:pt x="1271" y="5649"/>
                    <a:pt x="0" y="4378"/>
                    <a:pt x="0" y="2825"/>
                  </a:cubicBezTo>
                  <a:close/>
                </a:path>
              </a:pathLst>
            </a:custGeom>
            <a:noFill/>
            <a:ln w="8472" cap="flat">
              <a:solidFill>
                <a:srgbClr val="01355A"/>
              </a:solidFill>
              <a:prstDash val="solid"/>
              <a:miter/>
            </a:ln>
          </p:spPr>
          <p:txBody>
            <a:bodyPr rtlCol="1" anchor="ctr"/>
            <a:lstStyle/>
            <a:p>
              <a:endParaRPr lang="ar-SA"/>
            </a:p>
          </p:txBody>
        </p:sp>
        <p:grpSp>
          <p:nvGrpSpPr>
            <p:cNvPr id="8852" name="رسم 8014">
              <a:extLst>
                <a:ext uri="{FF2B5EF4-FFF2-40B4-BE49-F238E27FC236}">
                  <a16:creationId xmlns:a16="http://schemas.microsoft.com/office/drawing/2014/main" id="{C25DC4A2-E502-8216-79AA-386A3AB26E5C}"/>
                </a:ext>
              </a:extLst>
            </p:cNvPr>
            <p:cNvGrpSpPr/>
            <p:nvPr/>
          </p:nvGrpSpPr>
          <p:grpSpPr>
            <a:xfrm>
              <a:off x="7795812" y="3388185"/>
              <a:ext cx="27341" cy="70077"/>
              <a:chOff x="7795812" y="3388185"/>
              <a:chExt cx="27341" cy="70077"/>
            </a:xfrm>
            <a:noFill/>
          </p:grpSpPr>
          <p:sp>
            <p:nvSpPr>
              <p:cNvPr id="8857" name="شكل حر: شكل 9915">
                <a:extLst>
                  <a:ext uri="{FF2B5EF4-FFF2-40B4-BE49-F238E27FC236}">
                    <a16:creationId xmlns:a16="http://schemas.microsoft.com/office/drawing/2014/main" id="{B4C094CF-CCEE-32ED-865E-AFACF979BE66}"/>
                  </a:ext>
                </a:extLst>
              </p:cNvPr>
              <p:cNvSpPr/>
              <p:nvPr/>
            </p:nvSpPr>
            <p:spPr>
              <a:xfrm>
                <a:off x="7795812" y="3395839"/>
                <a:ext cx="27341" cy="54683"/>
              </a:xfrm>
              <a:custGeom>
                <a:avLst/>
                <a:gdLst>
                  <a:gd name="connsiteX0" fmla="*/ 0 w 27341"/>
                  <a:gd name="connsiteY0" fmla="*/ 41012 h 54683"/>
                  <a:gd name="connsiteX1" fmla="*/ 13670 w 27341"/>
                  <a:gd name="connsiteY1" fmla="*/ 54683 h 54683"/>
                  <a:gd name="connsiteX2" fmla="*/ 27341 w 27341"/>
                  <a:gd name="connsiteY2" fmla="*/ 41012 h 54683"/>
                  <a:gd name="connsiteX3" fmla="*/ 13670 w 27341"/>
                  <a:gd name="connsiteY3" fmla="*/ 27341 h 54683"/>
                  <a:gd name="connsiteX4" fmla="*/ 0 w 27341"/>
                  <a:gd name="connsiteY4" fmla="*/ 13671 h 54683"/>
                  <a:gd name="connsiteX5" fmla="*/ 13670 w 27341"/>
                  <a:gd name="connsiteY5" fmla="*/ 0 h 54683"/>
                  <a:gd name="connsiteX6" fmla="*/ 27341 w 27341"/>
                  <a:gd name="connsiteY6" fmla="*/ 13671 h 54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41" h="54683">
                    <a:moveTo>
                      <a:pt x="0" y="41012"/>
                    </a:moveTo>
                    <a:cubicBezTo>
                      <a:pt x="0" y="48582"/>
                      <a:pt x="6129" y="54683"/>
                      <a:pt x="13670" y="54683"/>
                    </a:cubicBezTo>
                    <a:cubicBezTo>
                      <a:pt x="21212" y="54683"/>
                      <a:pt x="27341" y="48554"/>
                      <a:pt x="27341" y="41012"/>
                    </a:cubicBezTo>
                    <a:cubicBezTo>
                      <a:pt x="27341" y="33471"/>
                      <a:pt x="21721" y="29968"/>
                      <a:pt x="13670" y="27341"/>
                    </a:cubicBezTo>
                    <a:cubicBezTo>
                      <a:pt x="6497" y="24997"/>
                      <a:pt x="0" y="21212"/>
                      <a:pt x="0" y="13671"/>
                    </a:cubicBezTo>
                    <a:cubicBezTo>
                      <a:pt x="0" y="6129"/>
                      <a:pt x="6129" y="0"/>
                      <a:pt x="13670" y="0"/>
                    </a:cubicBezTo>
                    <a:cubicBezTo>
                      <a:pt x="21212" y="0"/>
                      <a:pt x="27341" y="6129"/>
                      <a:pt x="27341" y="13671"/>
                    </a:cubicBezTo>
                  </a:path>
                </a:pathLst>
              </a:custGeom>
              <a:noFill/>
              <a:ln w="8472" cap="flat">
                <a:solidFill>
                  <a:srgbClr val="01355A"/>
                </a:solidFill>
                <a:prstDash val="solid"/>
                <a:miter/>
              </a:ln>
            </p:spPr>
            <p:txBody>
              <a:bodyPr rtlCol="1" anchor="ctr"/>
              <a:lstStyle/>
              <a:p>
                <a:endParaRPr lang="ar-SA"/>
              </a:p>
            </p:txBody>
          </p:sp>
          <p:sp>
            <p:nvSpPr>
              <p:cNvPr id="8858" name="شكل حر: شكل 9916">
                <a:extLst>
                  <a:ext uri="{FF2B5EF4-FFF2-40B4-BE49-F238E27FC236}">
                    <a16:creationId xmlns:a16="http://schemas.microsoft.com/office/drawing/2014/main" id="{4D6D0F04-858A-0996-C050-8C744F5711DD}"/>
                  </a:ext>
                </a:extLst>
              </p:cNvPr>
              <p:cNvSpPr/>
              <p:nvPr/>
            </p:nvSpPr>
            <p:spPr>
              <a:xfrm>
                <a:off x="7809511" y="3388185"/>
                <a:ext cx="2824" cy="7711"/>
              </a:xfrm>
              <a:custGeom>
                <a:avLst/>
                <a:gdLst>
                  <a:gd name="connsiteX0" fmla="*/ 0 w 2824"/>
                  <a:gd name="connsiteY0" fmla="*/ 0 h 7711"/>
                  <a:gd name="connsiteX1" fmla="*/ 0 w 2824"/>
                  <a:gd name="connsiteY1" fmla="*/ 7711 h 7711"/>
                </a:gdLst>
                <a:ahLst/>
                <a:cxnLst>
                  <a:cxn ang="0">
                    <a:pos x="connsiteX0" y="connsiteY0"/>
                  </a:cxn>
                  <a:cxn ang="0">
                    <a:pos x="connsiteX1" y="connsiteY1"/>
                  </a:cxn>
                </a:cxnLst>
                <a:rect l="l" t="t" r="r" b="b"/>
                <a:pathLst>
                  <a:path w="2824" h="7711">
                    <a:moveTo>
                      <a:pt x="0" y="0"/>
                    </a:moveTo>
                    <a:lnTo>
                      <a:pt x="0" y="7711"/>
                    </a:lnTo>
                  </a:path>
                </a:pathLst>
              </a:custGeom>
              <a:ln w="8472" cap="flat">
                <a:solidFill>
                  <a:srgbClr val="01355A"/>
                </a:solidFill>
                <a:prstDash val="solid"/>
                <a:miter/>
              </a:ln>
            </p:spPr>
            <p:txBody>
              <a:bodyPr rtlCol="1" anchor="ctr"/>
              <a:lstStyle/>
              <a:p>
                <a:endParaRPr lang="ar-SA"/>
              </a:p>
            </p:txBody>
          </p:sp>
          <p:sp>
            <p:nvSpPr>
              <p:cNvPr id="8859" name="شكل حر: شكل 9917">
                <a:extLst>
                  <a:ext uri="{FF2B5EF4-FFF2-40B4-BE49-F238E27FC236}">
                    <a16:creationId xmlns:a16="http://schemas.microsoft.com/office/drawing/2014/main" id="{734ACA09-10E9-CAA4-E09B-AEC79B6F1ED4}"/>
                  </a:ext>
                </a:extLst>
              </p:cNvPr>
              <p:cNvSpPr/>
              <p:nvPr/>
            </p:nvSpPr>
            <p:spPr>
              <a:xfrm>
                <a:off x="7809511" y="3450523"/>
                <a:ext cx="2824" cy="7739"/>
              </a:xfrm>
              <a:custGeom>
                <a:avLst/>
                <a:gdLst>
                  <a:gd name="connsiteX0" fmla="*/ 0 w 2824"/>
                  <a:gd name="connsiteY0" fmla="*/ 0 h 7739"/>
                  <a:gd name="connsiteX1" fmla="*/ 0 w 2824"/>
                  <a:gd name="connsiteY1" fmla="*/ 7739 h 7739"/>
                </a:gdLst>
                <a:ahLst/>
                <a:cxnLst>
                  <a:cxn ang="0">
                    <a:pos x="connsiteX0" y="connsiteY0"/>
                  </a:cxn>
                  <a:cxn ang="0">
                    <a:pos x="connsiteX1" y="connsiteY1"/>
                  </a:cxn>
                </a:cxnLst>
                <a:rect l="l" t="t" r="r" b="b"/>
                <a:pathLst>
                  <a:path w="2824" h="7739">
                    <a:moveTo>
                      <a:pt x="0" y="0"/>
                    </a:moveTo>
                    <a:lnTo>
                      <a:pt x="0" y="7739"/>
                    </a:lnTo>
                  </a:path>
                </a:pathLst>
              </a:custGeom>
              <a:ln w="8472" cap="flat">
                <a:solidFill>
                  <a:srgbClr val="01355A"/>
                </a:solidFill>
                <a:prstDash val="solid"/>
                <a:miter/>
              </a:ln>
            </p:spPr>
            <p:txBody>
              <a:bodyPr rtlCol="1" anchor="ctr"/>
              <a:lstStyle/>
              <a:p>
                <a:endParaRPr lang="ar-SA"/>
              </a:p>
            </p:txBody>
          </p:sp>
        </p:grpSp>
        <p:sp>
          <p:nvSpPr>
            <p:cNvPr id="8853" name="شكل حر: شكل 9918">
              <a:extLst>
                <a:ext uri="{FF2B5EF4-FFF2-40B4-BE49-F238E27FC236}">
                  <a16:creationId xmlns:a16="http://schemas.microsoft.com/office/drawing/2014/main" id="{6D1351E3-DD3D-687B-E0F9-E195971E9CBC}"/>
                </a:ext>
              </a:extLst>
            </p:cNvPr>
            <p:cNvSpPr/>
            <p:nvPr/>
          </p:nvSpPr>
          <p:spPr>
            <a:xfrm>
              <a:off x="7921630" y="3423153"/>
              <a:ext cx="60658" cy="234267"/>
            </a:xfrm>
            <a:custGeom>
              <a:avLst/>
              <a:gdLst>
                <a:gd name="connsiteX0" fmla="*/ 5043 w 60658"/>
                <a:gd name="connsiteY0" fmla="*/ 234268 h 234267"/>
                <a:gd name="connsiteX1" fmla="*/ 49558 w 60658"/>
                <a:gd name="connsiteY1" fmla="*/ 131398 h 234267"/>
                <a:gd name="connsiteX2" fmla="*/ 60659 w 60658"/>
                <a:gd name="connsiteY2" fmla="*/ 117134 h 234267"/>
                <a:gd name="connsiteX3" fmla="*/ 49558 w 60658"/>
                <a:gd name="connsiteY3" fmla="*/ 102870 h 234267"/>
                <a:gd name="connsiteX4" fmla="*/ 5043 w 60658"/>
                <a:gd name="connsiteY4" fmla="*/ 0 h 234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58" h="234267">
                  <a:moveTo>
                    <a:pt x="5043" y="234268"/>
                  </a:moveTo>
                  <a:cubicBezTo>
                    <a:pt x="5043" y="234268"/>
                    <a:pt x="-22100" y="176675"/>
                    <a:pt x="49558" y="131398"/>
                  </a:cubicBezTo>
                  <a:cubicBezTo>
                    <a:pt x="49558" y="131398"/>
                    <a:pt x="60659" y="124703"/>
                    <a:pt x="60659" y="117134"/>
                  </a:cubicBezTo>
                  <a:cubicBezTo>
                    <a:pt x="60659" y="109564"/>
                    <a:pt x="49558" y="102870"/>
                    <a:pt x="49558" y="102870"/>
                  </a:cubicBezTo>
                  <a:cubicBezTo>
                    <a:pt x="-22100" y="57592"/>
                    <a:pt x="5043" y="0"/>
                    <a:pt x="5043" y="0"/>
                  </a:cubicBezTo>
                </a:path>
              </a:pathLst>
            </a:custGeom>
            <a:noFill/>
            <a:ln w="8472" cap="flat">
              <a:solidFill>
                <a:srgbClr val="17A3A3"/>
              </a:solidFill>
              <a:prstDash val="solid"/>
              <a:miter/>
            </a:ln>
          </p:spPr>
          <p:txBody>
            <a:bodyPr rtlCol="1" anchor="ctr"/>
            <a:lstStyle/>
            <a:p>
              <a:endParaRPr lang="ar-SA"/>
            </a:p>
          </p:txBody>
        </p:sp>
        <p:sp>
          <p:nvSpPr>
            <p:cNvPr id="8854" name="شكل حر: شكل 9919">
              <a:extLst>
                <a:ext uri="{FF2B5EF4-FFF2-40B4-BE49-F238E27FC236}">
                  <a16:creationId xmlns:a16="http://schemas.microsoft.com/office/drawing/2014/main" id="{AEDE4073-15F4-6FCC-E2C0-41B07438963E}"/>
                </a:ext>
              </a:extLst>
            </p:cNvPr>
            <p:cNvSpPr/>
            <p:nvPr/>
          </p:nvSpPr>
          <p:spPr>
            <a:xfrm>
              <a:off x="7996806" y="3423153"/>
              <a:ext cx="60658" cy="234267"/>
            </a:xfrm>
            <a:custGeom>
              <a:avLst/>
              <a:gdLst>
                <a:gd name="connsiteX0" fmla="*/ 55615 w 60658"/>
                <a:gd name="connsiteY0" fmla="*/ 234268 h 234267"/>
                <a:gd name="connsiteX1" fmla="*/ 11100 w 60658"/>
                <a:gd name="connsiteY1" fmla="*/ 131398 h 234267"/>
                <a:gd name="connsiteX2" fmla="*/ 0 w 60658"/>
                <a:gd name="connsiteY2" fmla="*/ 117134 h 234267"/>
                <a:gd name="connsiteX3" fmla="*/ 11100 w 60658"/>
                <a:gd name="connsiteY3" fmla="*/ 102870 h 234267"/>
                <a:gd name="connsiteX4" fmla="*/ 55615 w 60658"/>
                <a:gd name="connsiteY4" fmla="*/ 0 h 234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58" h="234267">
                  <a:moveTo>
                    <a:pt x="55615" y="234268"/>
                  </a:moveTo>
                  <a:cubicBezTo>
                    <a:pt x="55615" y="234268"/>
                    <a:pt x="82759" y="176675"/>
                    <a:pt x="11100" y="131398"/>
                  </a:cubicBezTo>
                  <a:cubicBezTo>
                    <a:pt x="11100" y="131398"/>
                    <a:pt x="0" y="124703"/>
                    <a:pt x="0" y="117134"/>
                  </a:cubicBezTo>
                  <a:cubicBezTo>
                    <a:pt x="0" y="109564"/>
                    <a:pt x="11100" y="102870"/>
                    <a:pt x="11100" y="102870"/>
                  </a:cubicBezTo>
                  <a:cubicBezTo>
                    <a:pt x="82759" y="57592"/>
                    <a:pt x="55615" y="0"/>
                    <a:pt x="55615" y="0"/>
                  </a:cubicBezTo>
                </a:path>
              </a:pathLst>
            </a:custGeom>
            <a:noFill/>
            <a:ln w="8472" cap="flat">
              <a:solidFill>
                <a:srgbClr val="17A3A3"/>
              </a:solidFill>
              <a:prstDash val="solid"/>
              <a:miter/>
            </a:ln>
          </p:spPr>
          <p:txBody>
            <a:bodyPr rtlCol="1" anchor="ctr"/>
            <a:lstStyle/>
            <a:p>
              <a:endParaRPr lang="ar-SA"/>
            </a:p>
          </p:txBody>
        </p:sp>
        <p:sp>
          <p:nvSpPr>
            <p:cNvPr id="8855" name="شكل حر: شكل 9920">
              <a:extLst>
                <a:ext uri="{FF2B5EF4-FFF2-40B4-BE49-F238E27FC236}">
                  <a16:creationId xmlns:a16="http://schemas.microsoft.com/office/drawing/2014/main" id="{81B9C787-7EDB-8A71-DB8D-80245CE17D00}"/>
                </a:ext>
              </a:extLst>
            </p:cNvPr>
            <p:cNvSpPr/>
            <p:nvPr/>
          </p:nvSpPr>
          <p:spPr>
            <a:xfrm>
              <a:off x="7913708" y="3402025"/>
              <a:ext cx="151678" cy="21099"/>
            </a:xfrm>
            <a:custGeom>
              <a:avLst/>
              <a:gdLst>
                <a:gd name="connsiteX0" fmla="*/ 7457 w 151678"/>
                <a:gd name="connsiteY0" fmla="*/ 0 h 21099"/>
                <a:gd name="connsiteX1" fmla="*/ 144222 w 151678"/>
                <a:gd name="connsiteY1" fmla="*/ 0 h 21099"/>
                <a:gd name="connsiteX2" fmla="*/ 151678 w 151678"/>
                <a:gd name="connsiteY2" fmla="*/ 7457 h 21099"/>
                <a:gd name="connsiteX3" fmla="*/ 151678 w 151678"/>
                <a:gd name="connsiteY3" fmla="*/ 21100 h 21099"/>
                <a:gd name="connsiteX4" fmla="*/ 0 w 151678"/>
                <a:gd name="connsiteY4" fmla="*/ 21100 h 21099"/>
                <a:gd name="connsiteX5" fmla="*/ 0 w 151678"/>
                <a:gd name="connsiteY5" fmla="*/ 7457 h 21099"/>
                <a:gd name="connsiteX6" fmla="*/ 7457 w 151678"/>
                <a:gd name="connsiteY6" fmla="*/ 0 h 21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1678" h="21099">
                  <a:moveTo>
                    <a:pt x="7457" y="0"/>
                  </a:moveTo>
                  <a:lnTo>
                    <a:pt x="144222" y="0"/>
                  </a:lnTo>
                  <a:cubicBezTo>
                    <a:pt x="148345" y="0"/>
                    <a:pt x="151678" y="3333"/>
                    <a:pt x="151678" y="7457"/>
                  </a:cubicBezTo>
                  <a:lnTo>
                    <a:pt x="151678" y="21100"/>
                  </a:lnTo>
                  <a:lnTo>
                    <a:pt x="0" y="21100"/>
                  </a:lnTo>
                  <a:lnTo>
                    <a:pt x="0" y="7457"/>
                  </a:lnTo>
                  <a:cubicBezTo>
                    <a:pt x="0" y="3333"/>
                    <a:pt x="3333" y="0"/>
                    <a:pt x="7457" y="0"/>
                  </a:cubicBezTo>
                  <a:close/>
                </a:path>
              </a:pathLst>
            </a:custGeom>
            <a:noFill/>
            <a:ln w="8472" cap="flat">
              <a:solidFill>
                <a:srgbClr val="17A3A3"/>
              </a:solidFill>
              <a:prstDash val="solid"/>
              <a:miter/>
            </a:ln>
          </p:spPr>
          <p:txBody>
            <a:bodyPr rtlCol="1" anchor="ctr"/>
            <a:lstStyle/>
            <a:p>
              <a:endParaRPr lang="ar-SA"/>
            </a:p>
          </p:txBody>
        </p:sp>
        <p:sp>
          <p:nvSpPr>
            <p:cNvPr id="8856" name="شكل حر: شكل 9921">
              <a:extLst>
                <a:ext uri="{FF2B5EF4-FFF2-40B4-BE49-F238E27FC236}">
                  <a16:creationId xmlns:a16="http://schemas.microsoft.com/office/drawing/2014/main" id="{F0B60083-7C1C-E085-7069-7F4B4DA67B41}"/>
                </a:ext>
              </a:extLst>
            </p:cNvPr>
            <p:cNvSpPr/>
            <p:nvPr/>
          </p:nvSpPr>
          <p:spPr>
            <a:xfrm>
              <a:off x="7913708" y="3657421"/>
              <a:ext cx="151678" cy="21099"/>
            </a:xfrm>
            <a:custGeom>
              <a:avLst/>
              <a:gdLst>
                <a:gd name="connsiteX0" fmla="*/ 0 w 151678"/>
                <a:gd name="connsiteY0" fmla="*/ 0 h 21099"/>
                <a:gd name="connsiteX1" fmla="*/ 151678 w 151678"/>
                <a:gd name="connsiteY1" fmla="*/ 0 h 21099"/>
                <a:gd name="connsiteX2" fmla="*/ 151678 w 151678"/>
                <a:gd name="connsiteY2" fmla="*/ 13642 h 21099"/>
                <a:gd name="connsiteX3" fmla="*/ 144222 w 151678"/>
                <a:gd name="connsiteY3" fmla="*/ 21099 h 21099"/>
                <a:gd name="connsiteX4" fmla="*/ 7457 w 151678"/>
                <a:gd name="connsiteY4" fmla="*/ 21099 h 21099"/>
                <a:gd name="connsiteX5" fmla="*/ 0 w 151678"/>
                <a:gd name="connsiteY5" fmla="*/ 13642 h 21099"/>
                <a:gd name="connsiteX6" fmla="*/ 0 w 151678"/>
                <a:gd name="connsiteY6" fmla="*/ 0 h 21099"/>
                <a:gd name="connsiteX7" fmla="*/ 0 w 151678"/>
                <a:gd name="connsiteY7" fmla="*/ 0 h 21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1678" h="21099">
                  <a:moveTo>
                    <a:pt x="0" y="0"/>
                  </a:moveTo>
                  <a:lnTo>
                    <a:pt x="151678" y="0"/>
                  </a:lnTo>
                  <a:lnTo>
                    <a:pt x="151678" y="13642"/>
                  </a:lnTo>
                  <a:cubicBezTo>
                    <a:pt x="151678" y="17767"/>
                    <a:pt x="148345" y="21099"/>
                    <a:pt x="144222" y="21099"/>
                  </a:cubicBezTo>
                  <a:lnTo>
                    <a:pt x="7457" y="21099"/>
                  </a:lnTo>
                  <a:cubicBezTo>
                    <a:pt x="3333" y="21099"/>
                    <a:pt x="0" y="17767"/>
                    <a:pt x="0" y="13642"/>
                  </a:cubicBezTo>
                  <a:lnTo>
                    <a:pt x="0" y="0"/>
                  </a:lnTo>
                  <a:lnTo>
                    <a:pt x="0" y="0"/>
                  </a:lnTo>
                  <a:close/>
                </a:path>
              </a:pathLst>
            </a:custGeom>
            <a:noFill/>
            <a:ln w="8472" cap="flat">
              <a:solidFill>
                <a:srgbClr val="17A3A3"/>
              </a:solidFill>
              <a:prstDash val="solid"/>
              <a:miter/>
            </a:ln>
          </p:spPr>
          <p:txBody>
            <a:bodyPr rtlCol="1" anchor="ctr"/>
            <a:lstStyle/>
            <a:p>
              <a:endParaRPr lang="ar-SA"/>
            </a:p>
          </p:txBody>
        </p:sp>
      </p:grpSp>
      <p:grpSp>
        <p:nvGrpSpPr>
          <p:cNvPr id="8860" name="رسم 8014">
            <a:extLst>
              <a:ext uri="{FF2B5EF4-FFF2-40B4-BE49-F238E27FC236}">
                <a16:creationId xmlns:a16="http://schemas.microsoft.com/office/drawing/2014/main" id="{D4D68351-9343-59D0-7421-8A8363B88960}"/>
              </a:ext>
            </a:extLst>
          </p:cNvPr>
          <p:cNvGrpSpPr/>
          <p:nvPr/>
        </p:nvGrpSpPr>
        <p:grpSpPr>
          <a:xfrm>
            <a:off x="8964121" y="5311636"/>
            <a:ext cx="288858" cy="260497"/>
            <a:chOff x="9796241" y="4923637"/>
            <a:chExt cx="345272" cy="330500"/>
          </a:xfrm>
          <a:noFill/>
        </p:grpSpPr>
        <p:sp>
          <p:nvSpPr>
            <p:cNvPr id="8861" name="شكل حر: شكل 9923">
              <a:extLst>
                <a:ext uri="{FF2B5EF4-FFF2-40B4-BE49-F238E27FC236}">
                  <a16:creationId xmlns:a16="http://schemas.microsoft.com/office/drawing/2014/main" id="{0556D692-1480-23A3-7105-ED2FB0D19F92}"/>
                </a:ext>
              </a:extLst>
            </p:cNvPr>
            <p:cNvSpPr/>
            <p:nvPr/>
          </p:nvSpPr>
          <p:spPr>
            <a:xfrm>
              <a:off x="9796241" y="5087178"/>
              <a:ext cx="125099" cy="41941"/>
            </a:xfrm>
            <a:custGeom>
              <a:avLst/>
              <a:gdLst>
                <a:gd name="connsiteX0" fmla="*/ 125099 w 125099"/>
                <a:gd name="connsiteY0" fmla="*/ 40278 h 41941"/>
                <a:gd name="connsiteX1" fmla="*/ 10705 w 125099"/>
                <a:gd name="connsiteY1" fmla="*/ 31211 h 41941"/>
                <a:gd name="connsiteX2" fmla="*/ 10705 w 125099"/>
                <a:gd name="connsiteY2" fmla="*/ 31211 h 41941"/>
                <a:gd name="connsiteX3" fmla="*/ 0 w 125099"/>
                <a:gd name="connsiteY3" fmla="*/ 17258 h 41941"/>
                <a:gd name="connsiteX4" fmla="*/ 0 w 125099"/>
                <a:gd name="connsiteY4" fmla="*/ 0 h 41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099" h="41941">
                  <a:moveTo>
                    <a:pt x="125099" y="40278"/>
                  </a:moveTo>
                  <a:cubicBezTo>
                    <a:pt x="86883" y="44204"/>
                    <a:pt x="48102" y="41182"/>
                    <a:pt x="10705" y="31211"/>
                  </a:cubicBezTo>
                  <a:lnTo>
                    <a:pt x="10705" y="31211"/>
                  </a:lnTo>
                  <a:cubicBezTo>
                    <a:pt x="4378" y="29516"/>
                    <a:pt x="0" y="23811"/>
                    <a:pt x="0" y="17258"/>
                  </a:cubicBezTo>
                  <a:lnTo>
                    <a:pt x="0" y="0"/>
                  </a:lnTo>
                </a:path>
              </a:pathLst>
            </a:custGeom>
            <a:noFill/>
            <a:ln w="8472" cap="flat">
              <a:solidFill>
                <a:srgbClr val="01355A"/>
              </a:solidFill>
              <a:prstDash val="solid"/>
              <a:miter/>
            </a:ln>
          </p:spPr>
          <p:txBody>
            <a:bodyPr rtlCol="1" anchor="ctr"/>
            <a:lstStyle/>
            <a:p>
              <a:endParaRPr lang="ar-SA"/>
            </a:p>
          </p:txBody>
        </p:sp>
        <p:sp>
          <p:nvSpPr>
            <p:cNvPr id="8862" name="شكل حر: شكل 9924">
              <a:extLst>
                <a:ext uri="{FF2B5EF4-FFF2-40B4-BE49-F238E27FC236}">
                  <a16:creationId xmlns:a16="http://schemas.microsoft.com/office/drawing/2014/main" id="{FCDA6A03-9F59-5EE3-7162-730F238A8010}"/>
                </a:ext>
              </a:extLst>
            </p:cNvPr>
            <p:cNvSpPr/>
            <p:nvPr/>
          </p:nvSpPr>
          <p:spPr>
            <a:xfrm>
              <a:off x="9796241" y="5034190"/>
              <a:ext cx="147639" cy="41948"/>
            </a:xfrm>
            <a:custGeom>
              <a:avLst/>
              <a:gdLst>
                <a:gd name="connsiteX0" fmla="*/ 147639 w 147639"/>
                <a:gd name="connsiteY0" fmla="*/ 37143 h 41948"/>
                <a:gd name="connsiteX1" fmla="*/ 10705 w 147639"/>
                <a:gd name="connsiteY1" fmla="*/ 31211 h 41948"/>
                <a:gd name="connsiteX2" fmla="*/ 10705 w 147639"/>
                <a:gd name="connsiteY2" fmla="*/ 31211 h 41948"/>
                <a:gd name="connsiteX3" fmla="*/ 0 w 147639"/>
                <a:gd name="connsiteY3" fmla="*/ 17258 h 41948"/>
                <a:gd name="connsiteX4" fmla="*/ 0 w 147639"/>
                <a:gd name="connsiteY4" fmla="*/ 0 h 419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639" h="41948">
                  <a:moveTo>
                    <a:pt x="147639" y="37143"/>
                  </a:moveTo>
                  <a:cubicBezTo>
                    <a:pt x="102220" y="45136"/>
                    <a:pt x="55474" y="43159"/>
                    <a:pt x="10705" y="31211"/>
                  </a:cubicBezTo>
                  <a:lnTo>
                    <a:pt x="10705" y="31211"/>
                  </a:lnTo>
                  <a:cubicBezTo>
                    <a:pt x="4378" y="29516"/>
                    <a:pt x="0" y="23811"/>
                    <a:pt x="0" y="17258"/>
                  </a:cubicBezTo>
                  <a:lnTo>
                    <a:pt x="0" y="0"/>
                  </a:lnTo>
                </a:path>
              </a:pathLst>
            </a:custGeom>
            <a:noFill/>
            <a:ln w="8472" cap="flat">
              <a:solidFill>
                <a:srgbClr val="01355A"/>
              </a:solidFill>
              <a:prstDash val="solid"/>
              <a:miter/>
            </a:ln>
          </p:spPr>
          <p:txBody>
            <a:bodyPr rtlCol="1" anchor="ctr"/>
            <a:lstStyle/>
            <a:p>
              <a:endParaRPr lang="ar-SA"/>
            </a:p>
          </p:txBody>
        </p:sp>
        <p:sp>
          <p:nvSpPr>
            <p:cNvPr id="8863" name="شكل حر: شكل 9925">
              <a:extLst>
                <a:ext uri="{FF2B5EF4-FFF2-40B4-BE49-F238E27FC236}">
                  <a16:creationId xmlns:a16="http://schemas.microsoft.com/office/drawing/2014/main" id="{90CD1D6C-FE84-6732-3956-297E83523B67}"/>
                </a:ext>
              </a:extLst>
            </p:cNvPr>
            <p:cNvSpPr/>
            <p:nvPr/>
          </p:nvSpPr>
          <p:spPr>
            <a:xfrm>
              <a:off x="9796269" y="4981229"/>
              <a:ext cx="185205" cy="41951"/>
            </a:xfrm>
            <a:custGeom>
              <a:avLst/>
              <a:gdLst>
                <a:gd name="connsiteX0" fmla="*/ 185206 w 185205"/>
                <a:gd name="connsiteY0" fmla="*/ 0 h 41951"/>
                <a:gd name="connsiteX1" fmla="*/ 185206 w 185205"/>
                <a:gd name="connsiteY1" fmla="*/ 17258 h 41951"/>
                <a:gd name="connsiteX2" fmla="*/ 174501 w 185205"/>
                <a:gd name="connsiteY2" fmla="*/ 31211 h 41951"/>
                <a:gd name="connsiteX3" fmla="*/ 174501 w 185205"/>
                <a:gd name="connsiteY3" fmla="*/ 31211 h 41951"/>
                <a:gd name="connsiteX4" fmla="*/ 10705 w 185205"/>
                <a:gd name="connsiteY4" fmla="*/ 31211 h 41951"/>
                <a:gd name="connsiteX5" fmla="*/ 10705 w 185205"/>
                <a:gd name="connsiteY5" fmla="*/ 31211 h 41951"/>
                <a:gd name="connsiteX6" fmla="*/ 0 w 185205"/>
                <a:gd name="connsiteY6" fmla="*/ 17258 h 41951"/>
                <a:gd name="connsiteX7" fmla="*/ 0 w 185205"/>
                <a:gd name="connsiteY7" fmla="*/ 0 h 41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5205" h="41951">
                  <a:moveTo>
                    <a:pt x="185206" y="0"/>
                  </a:moveTo>
                  <a:lnTo>
                    <a:pt x="185206" y="17258"/>
                  </a:lnTo>
                  <a:cubicBezTo>
                    <a:pt x="185206" y="23811"/>
                    <a:pt x="180799" y="29516"/>
                    <a:pt x="174501" y="31211"/>
                  </a:cubicBezTo>
                  <a:lnTo>
                    <a:pt x="174501" y="31211"/>
                  </a:lnTo>
                  <a:cubicBezTo>
                    <a:pt x="120834" y="45532"/>
                    <a:pt x="64372" y="45532"/>
                    <a:pt x="10705" y="31211"/>
                  </a:cubicBezTo>
                  <a:lnTo>
                    <a:pt x="10705" y="31211"/>
                  </a:lnTo>
                  <a:cubicBezTo>
                    <a:pt x="4378" y="29516"/>
                    <a:pt x="0" y="23811"/>
                    <a:pt x="0" y="17258"/>
                  </a:cubicBezTo>
                  <a:lnTo>
                    <a:pt x="0" y="0"/>
                  </a:lnTo>
                </a:path>
              </a:pathLst>
            </a:custGeom>
            <a:noFill/>
            <a:ln w="8472" cap="flat">
              <a:solidFill>
                <a:srgbClr val="01355A"/>
              </a:solidFill>
              <a:prstDash val="solid"/>
              <a:miter/>
            </a:ln>
          </p:spPr>
          <p:txBody>
            <a:bodyPr rtlCol="1" anchor="ctr"/>
            <a:lstStyle/>
            <a:p>
              <a:endParaRPr lang="ar-SA"/>
            </a:p>
          </p:txBody>
        </p:sp>
        <p:sp>
          <p:nvSpPr>
            <p:cNvPr id="8864" name="شكل حر: شكل 9926">
              <a:extLst>
                <a:ext uri="{FF2B5EF4-FFF2-40B4-BE49-F238E27FC236}">
                  <a16:creationId xmlns:a16="http://schemas.microsoft.com/office/drawing/2014/main" id="{870C667B-14AB-7095-176F-3808E9F7E5C5}"/>
                </a:ext>
              </a:extLst>
            </p:cNvPr>
            <p:cNvSpPr/>
            <p:nvPr/>
          </p:nvSpPr>
          <p:spPr>
            <a:xfrm>
              <a:off x="9796241" y="4923637"/>
              <a:ext cx="185233" cy="52480"/>
            </a:xfrm>
            <a:custGeom>
              <a:avLst/>
              <a:gdLst>
                <a:gd name="connsiteX0" fmla="*/ 185234 w 185233"/>
                <a:gd name="connsiteY0" fmla="*/ 26240 h 52480"/>
                <a:gd name="connsiteX1" fmla="*/ 92617 w 185233"/>
                <a:gd name="connsiteY1" fmla="*/ 52480 h 52480"/>
                <a:gd name="connsiteX2" fmla="*/ 0 w 185233"/>
                <a:gd name="connsiteY2" fmla="*/ 26240 h 52480"/>
                <a:gd name="connsiteX3" fmla="*/ 92617 w 185233"/>
                <a:gd name="connsiteY3" fmla="*/ 0 h 52480"/>
                <a:gd name="connsiteX4" fmla="*/ 185234 w 185233"/>
                <a:gd name="connsiteY4" fmla="*/ 26240 h 52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233" h="52480">
                  <a:moveTo>
                    <a:pt x="185234" y="26240"/>
                  </a:moveTo>
                  <a:cubicBezTo>
                    <a:pt x="185234" y="40732"/>
                    <a:pt x="143768" y="52480"/>
                    <a:pt x="92617" y="52480"/>
                  </a:cubicBezTo>
                  <a:cubicBezTo>
                    <a:pt x="41466" y="52480"/>
                    <a:pt x="0" y="40732"/>
                    <a:pt x="0" y="26240"/>
                  </a:cubicBezTo>
                  <a:cubicBezTo>
                    <a:pt x="0" y="11748"/>
                    <a:pt x="41466" y="0"/>
                    <a:pt x="92617" y="0"/>
                  </a:cubicBezTo>
                  <a:cubicBezTo>
                    <a:pt x="143768" y="0"/>
                    <a:pt x="185234" y="11748"/>
                    <a:pt x="185234" y="26240"/>
                  </a:cubicBezTo>
                  <a:close/>
                </a:path>
              </a:pathLst>
            </a:custGeom>
            <a:noFill/>
            <a:ln w="8472" cap="flat">
              <a:solidFill>
                <a:srgbClr val="01355A"/>
              </a:solidFill>
              <a:prstDash val="solid"/>
              <a:miter/>
            </a:ln>
          </p:spPr>
          <p:txBody>
            <a:bodyPr rtlCol="1" anchor="ctr"/>
            <a:lstStyle/>
            <a:p>
              <a:endParaRPr lang="ar-SA"/>
            </a:p>
          </p:txBody>
        </p:sp>
        <p:sp>
          <p:nvSpPr>
            <p:cNvPr id="8865" name="شكل حر: شكل 9927">
              <a:extLst>
                <a:ext uri="{FF2B5EF4-FFF2-40B4-BE49-F238E27FC236}">
                  <a16:creationId xmlns:a16="http://schemas.microsoft.com/office/drawing/2014/main" id="{9827E983-A287-6CAB-3BD6-518ECE0DE051}"/>
                </a:ext>
              </a:extLst>
            </p:cNvPr>
            <p:cNvSpPr/>
            <p:nvPr/>
          </p:nvSpPr>
          <p:spPr>
            <a:xfrm>
              <a:off x="9998111" y="5147172"/>
              <a:ext cx="94311" cy="68099"/>
            </a:xfrm>
            <a:custGeom>
              <a:avLst/>
              <a:gdLst>
                <a:gd name="connsiteX0" fmla="*/ 0 w 94311"/>
                <a:gd name="connsiteY0" fmla="*/ 33668 h 68099"/>
                <a:gd name="connsiteX1" fmla="*/ 38611 w 94311"/>
                <a:gd name="connsiteY1" fmla="*/ 68100 h 68099"/>
                <a:gd name="connsiteX2" fmla="*/ 94311 w 94311"/>
                <a:gd name="connsiteY2" fmla="*/ 0 h 68099"/>
              </a:gdLst>
              <a:ahLst/>
              <a:cxnLst>
                <a:cxn ang="0">
                  <a:pos x="connsiteX0" y="connsiteY0"/>
                </a:cxn>
                <a:cxn ang="0">
                  <a:pos x="connsiteX1" y="connsiteY1"/>
                </a:cxn>
                <a:cxn ang="0">
                  <a:pos x="connsiteX2" y="connsiteY2"/>
                </a:cxn>
              </a:cxnLst>
              <a:rect l="l" t="t" r="r" b="b"/>
              <a:pathLst>
                <a:path w="94311" h="68099">
                  <a:moveTo>
                    <a:pt x="0" y="33668"/>
                  </a:moveTo>
                  <a:lnTo>
                    <a:pt x="38611" y="68100"/>
                  </a:lnTo>
                  <a:lnTo>
                    <a:pt x="94311" y="0"/>
                  </a:lnTo>
                </a:path>
              </a:pathLst>
            </a:custGeom>
            <a:noFill/>
            <a:ln w="8472" cap="flat">
              <a:solidFill>
                <a:srgbClr val="17A3A3"/>
              </a:solidFill>
              <a:prstDash val="solid"/>
              <a:miter/>
            </a:ln>
          </p:spPr>
          <p:txBody>
            <a:bodyPr rtlCol="1" anchor="ctr"/>
            <a:lstStyle/>
            <a:p>
              <a:endParaRPr lang="ar-SA"/>
            </a:p>
          </p:txBody>
        </p:sp>
        <p:sp>
          <p:nvSpPr>
            <p:cNvPr id="8866" name="شكل حر: شكل 9928">
              <a:extLst>
                <a:ext uri="{FF2B5EF4-FFF2-40B4-BE49-F238E27FC236}">
                  <a16:creationId xmlns:a16="http://schemas.microsoft.com/office/drawing/2014/main" id="{54D518B6-BE43-3689-539A-06CFFDD0E06F}"/>
                </a:ext>
              </a:extLst>
            </p:cNvPr>
            <p:cNvSpPr/>
            <p:nvPr/>
          </p:nvSpPr>
          <p:spPr>
            <a:xfrm>
              <a:off x="9938287" y="5110509"/>
              <a:ext cx="203226" cy="143628"/>
            </a:xfrm>
            <a:custGeom>
              <a:avLst/>
              <a:gdLst>
                <a:gd name="connsiteX0" fmla="*/ 0 w 203226"/>
                <a:gd name="connsiteY0" fmla="*/ 0 h 143628"/>
                <a:gd name="connsiteX1" fmla="*/ 203226 w 203226"/>
                <a:gd name="connsiteY1" fmla="*/ 0 h 143628"/>
                <a:gd name="connsiteX2" fmla="*/ 203226 w 203226"/>
                <a:gd name="connsiteY2" fmla="*/ 143628 h 143628"/>
                <a:gd name="connsiteX3" fmla="*/ 0 w 203226"/>
                <a:gd name="connsiteY3" fmla="*/ 143628 h 143628"/>
              </a:gdLst>
              <a:ahLst/>
              <a:cxnLst>
                <a:cxn ang="0">
                  <a:pos x="connsiteX0" y="connsiteY0"/>
                </a:cxn>
                <a:cxn ang="0">
                  <a:pos x="connsiteX1" y="connsiteY1"/>
                </a:cxn>
                <a:cxn ang="0">
                  <a:pos x="connsiteX2" y="connsiteY2"/>
                </a:cxn>
                <a:cxn ang="0">
                  <a:pos x="connsiteX3" y="connsiteY3"/>
                </a:cxn>
              </a:cxnLst>
              <a:rect l="l" t="t" r="r" b="b"/>
              <a:pathLst>
                <a:path w="203226" h="143628">
                  <a:moveTo>
                    <a:pt x="0" y="0"/>
                  </a:moveTo>
                  <a:lnTo>
                    <a:pt x="203226" y="0"/>
                  </a:lnTo>
                  <a:lnTo>
                    <a:pt x="203226" y="143628"/>
                  </a:lnTo>
                  <a:lnTo>
                    <a:pt x="0" y="143628"/>
                  </a:lnTo>
                  <a:close/>
                </a:path>
              </a:pathLst>
            </a:custGeom>
            <a:noFill/>
            <a:ln w="8472" cap="flat">
              <a:solidFill>
                <a:srgbClr val="17A3A3"/>
              </a:solidFill>
              <a:prstDash val="solid"/>
              <a:miter/>
            </a:ln>
          </p:spPr>
          <p:txBody>
            <a:bodyPr rtlCol="1" anchor="ctr"/>
            <a:lstStyle/>
            <a:p>
              <a:endParaRPr lang="ar-SA"/>
            </a:p>
          </p:txBody>
        </p:sp>
        <p:sp>
          <p:nvSpPr>
            <p:cNvPr id="8867" name="شكل حر: شكل 9929">
              <a:extLst>
                <a:ext uri="{FF2B5EF4-FFF2-40B4-BE49-F238E27FC236}">
                  <a16:creationId xmlns:a16="http://schemas.microsoft.com/office/drawing/2014/main" id="{19D631F1-EC57-1175-EA02-3EEE6A69378D}"/>
                </a:ext>
              </a:extLst>
            </p:cNvPr>
            <p:cNvSpPr/>
            <p:nvPr/>
          </p:nvSpPr>
          <p:spPr>
            <a:xfrm>
              <a:off x="9960827" y="5010096"/>
              <a:ext cx="158174" cy="79087"/>
            </a:xfrm>
            <a:custGeom>
              <a:avLst/>
              <a:gdLst>
                <a:gd name="connsiteX0" fmla="*/ 158175 w 158174"/>
                <a:gd name="connsiteY0" fmla="*/ 79087 h 79087"/>
                <a:gd name="connsiteX1" fmla="*/ 79087 w 158174"/>
                <a:gd name="connsiteY1" fmla="*/ 0 h 79087"/>
                <a:gd name="connsiteX2" fmla="*/ 79087 w 158174"/>
                <a:gd name="connsiteY2" fmla="*/ 0 h 79087"/>
                <a:gd name="connsiteX3" fmla="*/ 0 w 158174"/>
                <a:gd name="connsiteY3" fmla="*/ 79087 h 79087"/>
              </a:gdLst>
              <a:ahLst/>
              <a:cxnLst>
                <a:cxn ang="0">
                  <a:pos x="connsiteX0" y="connsiteY0"/>
                </a:cxn>
                <a:cxn ang="0">
                  <a:pos x="connsiteX1" y="connsiteY1"/>
                </a:cxn>
                <a:cxn ang="0">
                  <a:pos x="connsiteX2" y="connsiteY2"/>
                </a:cxn>
                <a:cxn ang="0">
                  <a:pos x="connsiteX3" y="connsiteY3"/>
                </a:cxn>
              </a:cxnLst>
              <a:rect l="l" t="t" r="r" b="b"/>
              <a:pathLst>
                <a:path w="158174" h="79087">
                  <a:moveTo>
                    <a:pt x="158175" y="79087"/>
                  </a:moveTo>
                  <a:cubicBezTo>
                    <a:pt x="158175" y="35420"/>
                    <a:pt x="122755" y="0"/>
                    <a:pt x="79087" y="0"/>
                  </a:cubicBezTo>
                  <a:lnTo>
                    <a:pt x="79087" y="0"/>
                  </a:lnTo>
                  <a:cubicBezTo>
                    <a:pt x="35420" y="0"/>
                    <a:pt x="0" y="35392"/>
                    <a:pt x="0" y="79087"/>
                  </a:cubicBezTo>
                </a:path>
              </a:pathLst>
            </a:custGeom>
            <a:noFill/>
            <a:ln w="8472" cap="flat">
              <a:solidFill>
                <a:srgbClr val="17A3A3"/>
              </a:solidFill>
              <a:prstDash val="solid"/>
              <a:miter/>
            </a:ln>
          </p:spPr>
          <p:txBody>
            <a:bodyPr rtlCol="1" anchor="ctr"/>
            <a:lstStyle/>
            <a:p>
              <a:endParaRPr lang="ar-SA"/>
            </a:p>
          </p:txBody>
        </p:sp>
        <p:sp>
          <p:nvSpPr>
            <p:cNvPr id="8868" name="شكل حر: شكل 9930">
              <a:extLst>
                <a:ext uri="{FF2B5EF4-FFF2-40B4-BE49-F238E27FC236}">
                  <a16:creationId xmlns:a16="http://schemas.microsoft.com/office/drawing/2014/main" id="{61AFB661-D0DD-7DFE-5B7A-15454EFF2835}"/>
                </a:ext>
              </a:extLst>
            </p:cNvPr>
            <p:cNvSpPr/>
            <p:nvPr/>
          </p:nvSpPr>
          <p:spPr>
            <a:xfrm>
              <a:off x="10039914" y="5031478"/>
              <a:ext cx="57705" cy="57705"/>
            </a:xfrm>
            <a:custGeom>
              <a:avLst/>
              <a:gdLst>
                <a:gd name="connsiteX0" fmla="*/ 57705 w 57705"/>
                <a:gd name="connsiteY0" fmla="*/ 57706 h 57705"/>
                <a:gd name="connsiteX1" fmla="*/ 0 w 57705"/>
                <a:gd name="connsiteY1" fmla="*/ 0 h 57705"/>
              </a:gdLst>
              <a:ahLst/>
              <a:cxnLst>
                <a:cxn ang="0">
                  <a:pos x="connsiteX0" y="connsiteY0"/>
                </a:cxn>
                <a:cxn ang="0">
                  <a:pos x="connsiteX1" y="connsiteY1"/>
                </a:cxn>
              </a:cxnLst>
              <a:rect l="l" t="t" r="r" b="b"/>
              <a:pathLst>
                <a:path w="57705" h="57705">
                  <a:moveTo>
                    <a:pt x="57705" y="57706"/>
                  </a:moveTo>
                  <a:cubicBezTo>
                    <a:pt x="57705" y="25901"/>
                    <a:pt x="31833" y="0"/>
                    <a:pt x="0" y="0"/>
                  </a:cubicBezTo>
                </a:path>
              </a:pathLst>
            </a:custGeom>
            <a:noFill/>
            <a:ln w="8472" cap="flat">
              <a:solidFill>
                <a:srgbClr val="17A3A3"/>
              </a:solidFill>
              <a:prstDash val="solid"/>
              <a:miter/>
            </a:ln>
          </p:spPr>
          <p:txBody>
            <a:bodyPr rtlCol="1" anchor="ctr"/>
            <a:lstStyle/>
            <a:p>
              <a:endParaRPr lang="ar-SA"/>
            </a:p>
          </p:txBody>
        </p:sp>
      </p:grpSp>
      <p:grpSp>
        <p:nvGrpSpPr>
          <p:cNvPr id="8869" name="رسم 8014">
            <a:extLst>
              <a:ext uri="{FF2B5EF4-FFF2-40B4-BE49-F238E27FC236}">
                <a16:creationId xmlns:a16="http://schemas.microsoft.com/office/drawing/2014/main" id="{3A9541EB-92F8-3853-6260-74CC57825676}"/>
              </a:ext>
            </a:extLst>
          </p:cNvPr>
          <p:cNvGrpSpPr/>
          <p:nvPr/>
        </p:nvGrpSpPr>
        <p:grpSpPr>
          <a:xfrm>
            <a:off x="2844663" y="5296230"/>
            <a:ext cx="301004" cy="274322"/>
            <a:chOff x="2481653" y="4904091"/>
            <a:chExt cx="359790" cy="348040"/>
          </a:xfrm>
          <a:noFill/>
        </p:grpSpPr>
        <p:sp>
          <p:nvSpPr>
            <p:cNvPr id="8870" name="شكل حر: شكل 9932">
              <a:extLst>
                <a:ext uri="{FF2B5EF4-FFF2-40B4-BE49-F238E27FC236}">
                  <a16:creationId xmlns:a16="http://schemas.microsoft.com/office/drawing/2014/main" id="{9159180C-C6EF-CB88-B4C3-A00CE7BA5582}"/>
                </a:ext>
              </a:extLst>
            </p:cNvPr>
            <p:cNvSpPr/>
            <p:nvPr/>
          </p:nvSpPr>
          <p:spPr>
            <a:xfrm>
              <a:off x="2481653" y="4954255"/>
              <a:ext cx="343973" cy="197068"/>
            </a:xfrm>
            <a:custGeom>
              <a:avLst/>
              <a:gdLst>
                <a:gd name="connsiteX0" fmla="*/ 188765 w 343973"/>
                <a:gd name="connsiteY0" fmla="*/ 197069 h 197068"/>
                <a:gd name="connsiteX1" fmla="*/ 0 w 343973"/>
                <a:gd name="connsiteY1" fmla="*/ 197069 h 197068"/>
                <a:gd name="connsiteX2" fmla="*/ 0 w 343973"/>
                <a:gd name="connsiteY2" fmla="*/ 0 h 197068"/>
                <a:gd name="connsiteX3" fmla="*/ 343973 w 343973"/>
                <a:gd name="connsiteY3" fmla="*/ 0 h 197068"/>
                <a:gd name="connsiteX4" fmla="*/ 343973 w 343973"/>
                <a:gd name="connsiteY4" fmla="*/ 147131 h 1970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3973" h="197068">
                  <a:moveTo>
                    <a:pt x="188765" y="197069"/>
                  </a:moveTo>
                  <a:lnTo>
                    <a:pt x="0" y="197069"/>
                  </a:lnTo>
                  <a:lnTo>
                    <a:pt x="0" y="0"/>
                  </a:lnTo>
                  <a:lnTo>
                    <a:pt x="343973" y="0"/>
                  </a:lnTo>
                  <a:lnTo>
                    <a:pt x="343973" y="147131"/>
                  </a:lnTo>
                </a:path>
              </a:pathLst>
            </a:custGeom>
            <a:noFill/>
            <a:ln w="8472" cap="flat">
              <a:solidFill>
                <a:srgbClr val="01355A"/>
              </a:solidFill>
              <a:prstDash val="solid"/>
              <a:miter/>
            </a:ln>
          </p:spPr>
          <p:txBody>
            <a:bodyPr rtlCol="1" anchor="ctr"/>
            <a:lstStyle/>
            <a:p>
              <a:endParaRPr lang="ar-SA"/>
            </a:p>
          </p:txBody>
        </p:sp>
        <p:sp>
          <p:nvSpPr>
            <p:cNvPr id="8871" name="شكل حر: شكل 9933">
              <a:extLst>
                <a:ext uri="{FF2B5EF4-FFF2-40B4-BE49-F238E27FC236}">
                  <a16:creationId xmlns:a16="http://schemas.microsoft.com/office/drawing/2014/main" id="{E994B267-6F78-1A4D-F8C8-641BC2C67AE4}"/>
                </a:ext>
              </a:extLst>
            </p:cNvPr>
            <p:cNvSpPr/>
            <p:nvPr/>
          </p:nvSpPr>
          <p:spPr>
            <a:xfrm>
              <a:off x="2512299" y="4926546"/>
              <a:ext cx="282680" cy="27708"/>
            </a:xfrm>
            <a:custGeom>
              <a:avLst/>
              <a:gdLst>
                <a:gd name="connsiteX0" fmla="*/ 0 w 282680"/>
                <a:gd name="connsiteY0" fmla="*/ 27709 h 27708"/>
                <a:gd name="connsiteX1" fmla="*/ 0 w 282680"/>
                <a:gd name="connsiteY1" fmla="*/ 0 h 27708"/>
                <a:gd name="connsiteX2" fmla="*/ 282681 w 282680"/>
                <a:gd name="connsiteY2" fmla="*/ 0 h 27708"/>
                <a:gd name="connsiteX3" fmla="*/ 282681 w 282680"/>
                <a:gd name="connsiteY3" fmla="*/ 27709 h 27708"/>
              </a:gdLst>
              <a:ahLst/>
              <a:cxnLst>
                <a:cxn ang="0">
                  <a:pos x="connsiteX0" y="connsiteY0"/>
                </a:cxn>
                <a:cxn ang="0">
                  <a:pos x="connsiteX1" y="connsiteY1"/>
                </a:cxn>
                <a:cxn ang="0">
                  <a:pos x="connsiteX2" y="connsiteY2"/>
                </a:cxn>
                <a:cxn ang="0">
                  <a:pos x="connsiteX3" y="connsiteY3"/>
                </a:cxn>
              </a:cxnLst>
              <a:rect l="l" t="t" r="r" b="b"/>
              <a:pathLst>
                <a:path w="282680" h="27708">
                  <a:moveTo>
                    <a:pt x="0" y="27709"/>
                  </a:moveTo>
                  <a:lnTo>
                    <a:pt x="0" y="0"/>
                  </a:lnTo>
                  <a:lnTo>
                    <a:pt x="282681" y="0"/>
                  </a:lnTo>
                  <a:lnTo>
                    <a:pt x="282681" y="27709"/>
                  </a:lnTo>
                </a:path>
              </a:pathLst>
            </a:custGeom>
            <a:noFill/>
            <a:ln w="8472" cap="flat">
              <a:solidFill>
                <a:srgbClr val="01355A"/>
              </a:solidFill>
              <a:prstDash val="solid"/>
              <a:miter/>
            </a:ln>
          </p:spPr>
          <p:txBody>
            <a:bodyPr rtlCol="1" anchor="ctr"/>
            <a:lstStyle/>
            <a:p>
              <a:endParaRPr lang="ar-SA"/>
            </a:p>
          </p:txBody>
        </p:sp>
        <p:sp>
          <p:nvSpPr>
            <p:cNvPr id="8872" name="شكل حر: شكل 9934">
              <a:extLst>
                <a:ext uri="{FF2B5EF4-FFF2-40B4-BE49-F238E27FC236}">
                  <a16:creationId xmlns:a16="http://schemas.microsoft.com/office/drawing/2014/main" id="{A23EE9FC-781E-DC74-A8F1-EB8E448F9294}"/>
                </a:ext>
              </a:extLst>
            </p:cNvPr>
            <p:cNvSpPr/>
            <p:nvPr/>
          </p:nvSpPr>
          <p:spPr>
            <a:xfrm>
              <a:off x="2535969" y="4904091"/>
              <a:ext cx="235341" cy="22455"/>
            </a:xfrm>
            <a:custGeom>
              <a:avLst/>
              <a:gdLst>
                <a:gd name="connsiteX0" fmla="*/ 0 w 235341"/>
                <a:gd name="connsiteY0" fmla="*/ 22455 h 22455"/>
                <a:gd name="connsiteX1" fmla="*/ 0 w 235341"/>
                <a:gd name="connsiteY1" fmla="*/ 0 h 22455"/>
                <a:gd name="connsiteX2" fmla="*/ 235341 w 235341"/>
                <a:gd name="connsiteY2" fmla="*/ 0 h 22455"/>
                <a:gd name="connsiteX3" fmla="*/ 235341 w 235341"/>
                <a:gd name="connsiteY3" fmla="*/ 22455 h 22455"/>
              </a:gdLst>
              <a:ahLst/>
              <a:cxnLst>
                <a:cxn ang="0">
                  <a:pos x="connsiteX0" y="connsiteY0"/>
                </a:cxn>
                <a:cxn ang="0">
                  <a:pos x="connsiteX1" y="connsiteY1"/>
                </a:cxn>
                <a:cxn ang="0">
                  <a:pos x="connsiteX2" y="connsiteY2"/>
                </a:cxn>
                <a:cxn ang="0">
                  <a:pos x="connsiteX3" y="connsiteY3"/>
                </a:cxn>
              </a:cxnLst>
              <a:rect l="l" t="t" r="r" b="b"/>
              <a:pathLst>
                <a:path w="235341" h="22455">
                  <a:moveTo>
                    <a:pt x="0" y="22455"/>
                  </a:moveTo>
                  <a:lnTo>
                    <a:pt x="0" y="0"/>
                  </a:lnTo>
                  <a:lnTo>
                    <a:pt x="235341" y="0"/>
                  </a:lnTo>
                  <a:lnTo>
                    <a:pt x="235341" y="22455"/>
                  </a:lnTo>
                </a:path>
              </a:pathLst>
            </a:custGeom>
            <a:noFill/>
            <a:ln w="8472" cap="flat">
              <a:solidFill>
                <a:srgbClr val="01355A"/>
              </a:solidFill>
              <a:prstDash val="solid"/>
              <a:miter/>
            </a:ln>
          </p:spPr>
          <p:txBody>
            <a:bodyPr rtlCol="1" anchor="ctr"/>
            <a:lstStyle/>
            <a:p>
              <a:endParaRPr lang="ar-SA"/>
            </a:p>
          </p:txBody>
        </p:sp>
        <p:grpSp>
          <p:nvGrpSpPr>
            <p:cNvPr id="8873" name="رسم 8014">
              <a:extLst>
                <a:ext uri="{FF2B5EF4-FFF2-40B4-BE49-F238E27FC236}">
                  <a16:creationId xmlns:a16="http://schemas.microsoft.com/office/drawing/2014/main" id="{F9FB163E-D363-6567-153A-13F4D4541B89}"/>
                </a:ext>
              </a:extLst>
            </p:cNvPr>
            <p:cNvGrpSpPr/>
            <p:nvPr/>
          </p:nvGrpSpPr>
          <p:grpSpPr>
            <a:xfrm>
              <a:off x="2632314" y="4998177"/>
              <a:ext cx="42650" cy="109225"/>
              <a:chOff x="2632314" y="4998177"/>
              <a:chExt cx="42650" cy="109225"/>
            </a:xfrm>
            <a:noFill/>
          </p:grpSpPr>
          <p:sp>
            <p:nvSpPr>
              <p:cNvPr id="8877" name="شكل حر: شكل 9936">
                <a:extLst>
                  <a:ext uri="{FF2B5EF4-FFF2-40B4-BE49-F238E27FC236}">
                    <a16:creationId xmlns:a16="http://schemas.microsoft.com/office/drawing/2014/main" id="{BF1475F2-7F2D-E9B6-6082-7EA7054E6E40}"/>
                  </a:ext>
                </a:extLst>
              </p:cNvPr>
              <p:cNvSpPr/>
              <p:nvPr/>
            </p:nvSpPr>
            <p:spPr>
              <a:xfrm>
                <a:off x="2632314" y="5010068"/>
                <a:ext cx="42650" cy="85301"/>
              </a:xfrm>
              <a:custGeom>
                <a:avLst/>
                <a:gdLst>
                  <a:gd name="connsiteX0" fmla="*/ 0 w 42650"/>
                  <a:gd name="connsiteY0" fmla="*/ 63976 h 85301"/>
                  <a:gd name="connsiteX1" fmla="*/ 21325 w 42650"/>
                  <a:gd name="connsiteY1" fmla="*/ 85301 h 85301"/>
                  <a:gd name="connsiteX2" fmla="*/ 42651 w 42650"/>
                  <a:gd name="connsiteY2" fmla="*/ 63976 h 85301"/>
                  <a:gd name="connsiteX3" fmla="*/ 21325 w 42650"/>
                  <a:gd name="connsiteY3" fmla="*/ 42651 h 85301"/>
                  <a:gd name="connsiteX4" fmla="*/ 0 w 42650"/>
                  <a:gd name="connsiteY4" fmla="*/ 21325 h 85301"/>
                  <a:gd name="connsiteX5" fmla="*/ 21325 w 42650"/>
                  <a:gd name="connsiteY5" fmla="*/ 0 h 85301"/>
                  <a:gd name="connsiteX6" fmla="*/ 42651 w 42650"/>
                  <a:gd name="connsiteY6" fmla="*/ 21325 h 853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650" h="85301">
                    <a:moveTo>
                      <a:pt x="0" y="63976"/>
                    </a:moveTo>
                    <a:cubicBezTo>
                      <a:pt x="0" y="75754"/>
                      <a:pt x="9547" y="85301"/>
                      <a:pt x="21325" y="85301"/>
                    </a:cubicBezTo>
                    <a:cubicBezTo>
                      <a:pt x="33104" y="85301"/>
                      <a:pt x="42651" y="75754"/>
                      <a:pt x="42651" y="63976"/>
                    </a:cubicBezTo>
                    <a:cubicBezTo>
                      <a:pt x="42651" y="52198"/>
                      <a:pt x="33895" y="46746"/>
                      <a:pt x="21325" y="42651"/>
                    </a:cubicBezTo>
                    <a:cubicBezTo>
                      <a:pt x="10140" y="39007"/>
                      <a:pt x="0" y="33104"/>
                      <a:pt x="0" y="21325"/>
                    </a:cubicBezTo>
                    <a:cubicBezTo>
                      <a:pt x="0" y="9547"/>
                      <a:pt x="9547" y="0"/>
                      <a:pt x="21325" y="0"/>
                    </a:cubicBezTo>
                    <a:cubicBezTo>
                      <a:pt x="33104" y="0"/>
                      <a:pt x="42651" y="9547"/>
                      <a:pt x="42651" y="21325"/>
                    </a:cubicBezTo>
                  </a:path>
                </a:pathLst>
              </a:custGeom>
              <a:noFill/>
              <a:ln w="8472" cap="flat">
                <a:solidFill>
                  <a:srgbClr val="17A3A3"/>
                </a:solidFill>
                <a:prstDash val="solid"/>
                <a:miter/>
              </a:ln>
            </p:spPr>
            <p:txBody>
              <a:bodyPr rtlCol="1" anchor="ctr"/>
              <a:lstStyle/>
              <a:p>
                <a:endParaRPr lang="ar-SA"/>
              </a:p>
            </p:txBody>
          </p:sp>
          <p:sp>
            <p:nvSpPr>
              <p:cNvPr id="8878" name="شكل حر: شكل 9937">
                <a:extLst>
                  <a:ext uri="{FF2B5EF4-FFF2-40B4-BE49-F238E27FC236}">
                    <a16:creationId xmlns:a16="http://schemas.microsoft.com/office/drawing/2014/main" id="{01EADCA5-6C1E-5E23-8B9A-0CABAF1D96EB}"/>
                  </a:ext>
                </a:extLst>
              </p:cNvPr>
              <p:cNvSpPr/>
              <p:nvPr/>
            </p:nvSpPr>
            <p:spPr>
              <a:xfrm>
                <a:off x="2653640" y="4998177"/>
                <a:ext cx="2824" cy="12032"/>
              </a:xfrm>
              <a:custGeom>
                <a:avLst/>
                <a:gdLst>
                  <a:gd name="connsiteX0" fmla="*/ 0 w 2824"/>
                  <a:gd name="connsiteY0" fmla="*/ 0 h 12032"/>
                  <a:gd name="connsiteX1" fmla="*/ 0 w 2824"/>
                  <a:gd name="connsiteY1" fmla="*/ 12033 h 12032"/>
                </a:gdLst>
                <a:ahLst/>
                <a:cxnLst>
                  <a:cxn ang="0">
                    <a:pos x="connsiteX0" y="connsiteY0"/>
                  </a:cxn>
                  <a:cxn ang="0">
                    <a:pos x="connsiteX1" y="connsiteY1"/>
                  </a:cxn>
                </a:cxnLst>
                <a:rect l="l" t="t" r="r" b="b"/>
                <a:pathLst>
                  <a:path w="2824" h="12032">
                    <a:moveTo>
                      <a:pt x="0" y="0"/>
                    </a:moveTo>
                    <a:lnTo>
                      <a:pt x="0" y="12033"/>
                    </a:lnTo>
                  </a:path>
                </a:pathLst>
              </a:custGeom>
              <a:ln w="8472" cap="flat">
                <a:solidFill>
                  <a:srgbClr val="17A3A3"/>
                </a:solidFill>
                <a:prstDash val="solid"/>
                <a:miter/>
              </a:ln>
            </p:spPr>
            <p:txBody>
              <a:bodyPr rtlCol="1" anchor="ctr"/>
              <a:lstStyle/>
              <a:p>
                <a:endParaRPr lang="ar-SA"/>
              </a:p>
            </p:txBody>
          </p:sp>
          <p:sp>
            <p:nvSpPr>
              <p:cNvPr id="8879" name="شكل حر: شكل 9938">
                <a:extLst>
                  <a:ext uri="{FF2B5EF4-FFF2-40B4-BE49-F238E27FC236}">
                    <a16:creationId xmlns:a16="http://schemas.microsoft.com/office/drawing/2014/main" id="{319725A9-4A91-5056-28C4-E5977EFF2B62}"/>
                  </a:ext>
                </a:extLst>
              </p:cNvPr>
              <p:cNvSpPr/>
              <p:nvPr/>
            </p:nvSpPr>
            <p:spPr>
              <a:xfrm>
                <a:off x="2653640" y="5095369"/>
                <a:ext cx="2824" cy="12032"/>
              </a:xfrm>
              <a:custGeom>
                <a:avLst/>
                <a:gdLst>
                  <a:gd name="connsiteX0" fmla="*/ 0 w 2824"/>
                  <a:gd name="connsiteY0" fmla="*/ 0 h 12032"/>
                  <a:gd name="connsiteX1" fmla="*/ 0 w 2824"/>
                  <a:gd name="connsiteY1" fmla="*/ 12032 h 12032"/>
                </a:gdLst>
                <a:ahLst/>
                <a:cxnLst>
                  <a:cxn ang="0">
                    <a:pos x="connsiteX0" y="connsiteY0"/>
                  </a:cxn>
                  <a:cxn ang="0">
                    <a:pos x="connsiteX1" y="connsiteY1"/>
                  </a:cxn>
                </a:cxnLst>
                <a:rect l="l" t="t" r="r" b="b"/>
                <a:pathLst>
                  <a:path w="2824" h="12032">
                    <a:moveTo>
                      <a:pt x="0" y="0"/>
                    </a:moveTo>
                    <a:lnTo>
                      <a:pt x="0" y="12032"/>
                    </a:lnTo>
                  </a:path>
                </a:pathLst>
              </a:custGeom>
              <a:ln w="8472" cap="flat">
                <a:solidFill>
                  <a:srgbClr val="17A3A3"/>
                </a:solidFill>
                <a:prstDash val="solid"/>
                <a:miter/>
              </a:ln>
            </p:spPr>
            <p:txBody>
              <a:bodyPr rtlCol="1" anchor="ctr"/>
              <a:lstStyle/>
              <a:p>
                <a:endParaRPr lang="ar-SA"/>
              </a:p>
            </p:txBody>
          </p:sp>
        </p:grpSp>
        <p:sp>
          <p:nvSpPr>
            <p:cNvPr id="8874" name="شكل حر: شكل 9939">
              <a:extLst>
                <a:ext uri="{FF2B5EF4-FFF2-40B4-BE49-F238E27FC236}">
                  <a16:creationId xmlns:a16="http://schemas.microsoft.com/office/drawing/2014/main" id="{EEE3F3F4-A52E-4FAC-1B58-CC6A72BA008A}"/>
                </a:ext>
              </a:extLst>
            </p:cNvPr>
            <p:cNvSpPr/>
            <p:nvPr/>
          </p:nvSpPr>
          <p:spPr>
            <a:xfrm>
              <a:off x="2684681" y="5095369"/>
              <a:ext cx="156762" cy="156762"/>
            </a:xfrm>
            <a:custGeom>
              <a:avLst/>
              <a:gdLst>
                <a:gd name="connsiteX0" fmla="*/ 156762 w 156762"/>
                <a:gd name="connsiteY0" fmla="*/ 78381 h 156762"/>
                <a:gd name="connsiteX1" fmla="*/ 78381 w 156762"/>
                <a:gd name="connsiteY1" fmla="*/ 156762 h 156762"/>
                <a:gd name="connsiteX2" fmla="*/ 0 w 156762"/>
                <a:gd name="connsiteY2" fmla="*/ 78381 h 156762"/>
                <a:gd name="connsiteX3" fmla="*/ 78381 w 156762"/>
                <a:gd name="connsiteY3" fmla="*/ 0 h 156762"/>
                <a:gd name="connsiteX4" fmla="*/ 156762 w 156762"/>
                <a:gd name="connsiteY4" fmla="*/ 78381 h 156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762" h="156762">
                  <a:moveTo>
                    <a:pt x="156762" y="78381"/>
                  </a:moveTo>
                  <a:cubicBezTo>
                    <a:pt x="156762" y="121670"/>
                    <a:pt x="121670" y="156762"/>
                    <a:pt x="78381" y="156762"/>
                  </a:cubicBezTo>
                  <a:cubicBezTo>
                    <a:pt x="35092" y="156762"/>
                    <a:pt x="0" y="121670"/>
                    <a:pt x="0" y="78381"/>
                  </a:cubicBezTo>
                  <a:cubicBezTo>
                    <a:pt x="0" y="35092"/>
                    <a:pt x="35092" y="0"/>
                    <a:pt x="78381" y="0"/>
                  </a:cubicBezTo>
                  <a:cubicBezTo>
                    <a:pt x="121670" y="0"/>
                    <a:pt x="156762" y="35092"/>
                    <a:pt x="156762" y="78381"/>
                  </a:cubicBezTo>
                  <a:close/>
                </a:path>
              </a:pathLst>
            </a:custGeom>
            <a:noFill/>
            <a:ln w="8472" cap="flat">
              <a:solidFill>
                <a:srgbClr val="17A3A3"/>
              </a:solidFill>
              <a:prstDash val="solid"/>
              <a:miter/>
            </a:ln>
          </p:spPr>
          <p:txBody>
            <a:bodyPr rtlCol="1" anchor="ctr"/>
            <a:lstStyle/>
            <a:p>
              <a:endParaRPr lang="ar-SA"/>
            </a:p>
          </p:txBody>
        </p:sp>
        <p:sp>
          <p:nvSpPr>
            <p:cNvPr id="8875" name="شكل حر: شكل 9940">
              <a:extLst>
                <a:ext uri="{FF2B5EF4-FFF2-40B4-BE49-F238E27FC236}">
                  <a16:creationId xmlns:a16="http://schemas.microsoft.com/office/drawing/2014/main" id="{1C485965-9C50-685A-6FAD-72DF00785FC9}"/>
                </a:ext>
              </a:extLst>
            </p:cNvPr>
            <p:cNvSpPr/>
            <p:nvPr/>
          </p:nvSpPr>
          <p:spPr>
            <a:xfrm>
              <a:off x="2763062" y="5130281"/>
              <a:ext cx="2824" cy="86939"/>
            </a:xfrm>
            <a:custGeom>
              <a:avLst/>
              <a:gdLst>
                <a:gd name="connsiteX0" fmla="*/ 0 w 2824"/>
                <a:gd name="connsiteY0" fmla="*/ 0 h 86939"/>
                <a:gd name="connsiteX1" fmla="*/ 0 w 2824"/>
                <a:gd name="connsiteY1" fmla="*/ 86939 h 86939"/>
              </a:gdLst>
              <a:ahLst/>
              <a:cxnLst>
                <a:cxn ang="0">
                  <a:pos x="connsiteX0" y="connsiteY0"/>
                </a:cxn>
                <a:cxn ang="0">
                  <a:pos x="connsiteX1" y="connsiteY1"/>
                </a:cxn>
              </a:cxnLst>
              <a:rect l="l" t="t" r="r" b="b"/>
              <a:pathLst>
                <a:path w="2824" h="86939">
                  <a:moveTo>
                    <a:pt x="0" y="0"/>
                  </a:moveTo>
                  <a:lnTo>
                    <a:pt x="0" y="86939"/>
                  </a:lnTo>
                </a:path>
              </a:pathLst>
            </a:custGeom>
            <a:ln w="8472" cap="flat">
              <a:solidFill>
                <a:srgbClr val="01355A"/>
              </a:solidFill>
              <a:prstDash val="solid"/>
              <a:miter/>
            </a:ln>
          </p:spPr>
          <p:txBody>
            <a:bodyPr rtlCol="1" anchor="ctr"/>
            <a:lstStyle/>
            <a:p>
              <a:endParaRPr lang="ar-SA"/>
            </a:p>
          </p:txBody>
        </p:sp>
        <p:sp>
          <p:nvSpPr>
            <p:cNvPr id="8876" name="شكل حر: شكل 9941">
              <a:extLst>
                <a:ext uri="{FF2B5EF4-FFF2-40B4-BE49-F238E27FC236}">
                  <a16:creationId xmlns:a16="http://schemas.microsoft.com/office/drawing/2014/main" id="{1F21F515-4735-9C66-4D0E-A2071E36B520}"/>
                </a:ext>
              </a:extLst>
            </p:cNvPr>
            <p:cNvSpPr/>
            <p:nvPr/>
          </p:nvSpPr>
          <p:spPr>
            <a:xfrm>
              <a:off x="2719593" y="5173750"/>
              <a:ext cx="86939" cy="2824"/>
            </a:xfrm>
            <a:custGeom>
              <a:avLst/>
              <a:gdLst>
                <a:gd name="connsiteX0" fmla="*/ 0 w 86939"/>
                <a:gd name="connsiteY0" fmla="*/ 0 h 2824"/>
                <a:gd name="connsiteX1" fmla="*/ 86940 w 86939"/>
                <a:gd name="connsiteY1" fmla="*/ 0 h 2824"/>
              </a:gdLst>
              <a:ahLst/>
              <a:cxnLst>
                <a:cxn ang="0">
                  <a:pos x="connsiteX0" y="connsiteY0"/>
                </a:cxn>
                <a:cxn ang="0">
                  <a:pos x="connsiteX1" y="connsiteY1"/>
                </a:cxn>
              </a:cxnLst>
              <a:rect l="l" t="t" r="r" b="b"/>
              <a:pathLst>
                <a:path w="86939" h="2824">
                  <a:moveTo>
                    <a:pt x="0" y="0"/>
                  </a:moveTo>
                  <a:lnTo>
                    <a:pt x="86940" y="0"/>
                  </a:lnTo>
                </a:path>
              </a:pathLst>
            </a:custGeom>
            <a:ln w="8472" cap="flat">
              <a:solidFill>
                <a:srgbClr val="01355A"/>
              </a:solidFill>
              <a:prstDash val="solid"/>
              <a:miter/>
            </a:ln>
          </p:spPr>
          <p:txBody>
            <a:bodyPr rtlCol="1" anchor="ctr"/>
            <a:lstStyle/>
            <a:p>
              <a:endParaRPr lang="ar-SA"/>
            </a:p>
          </p:txBody>
        </p:sp>
      </p:grpSp>
      <p:grpSp>
        <p:nvGrpSpPr>
          <p:cNvPr id="8880" name="رسم 8014">
            <a:extLst>
              <a:ext uri="{FF2B5EF4-FFF2-40B4-BE49-F238E27FC236}">
                <a16:creationId xmlns:a16="http://schemas.microsoft.com/office/drawing/2014/main" id="{037D6976-B09D-6B7E-2B28-064F4FCE0379}"/>
              </a:ext>
            </a:extLst>
          </p:cNvPr>
          <p:cNvGrpSpPr/>
          <p:nvPr/>
        </p:nvGrpSpPr>
        <p:grpSpPr>
          <a:xfrm>
            <a:off x="9053230" y="3641232"/>
            <a:ext cx="153621" cy="289417"/>
            <a:chOff x="9902754" y="2804351"/>
            <a:chExt cx="183623" cy="367191"/>
          </a:xfrm>
          <a:noFill/>
        </p:grpSpPr>
        <p:sp>
          <p:nvSpPr>
            <p:cNvPr id="8881" name="شكل حر: شكل 9943">
              <a:extLst>
                <a:ext uri="{FF2B5EF4-FFF2-40B4-BE49-F238E27FC236}">
                  <a16:creationId xmlns:a16="http://schemas.microsoft.com/office/drawing/2014/main" id="{5EF3B00F-A4B3-A6D9-AF6C-9E75460D7D70}"/>
                </a:ext>
              </a:extLst>
            </p:cNvPr>
            <p:cNvSpPr/>
            <p:nvPr/>
          </p:nvSpPr>
          <p:spPr>
            <a:xfrm>
              <a:off x="9934728" y="2953515"/>
              <a:ext cx="2824" cy="195204"/>
            </a:xfrm>
            <a:custGeom>
              <a:avLst/>
              <a:gdLst>
                <a:gd name="connsiteX0" fmla="*/ 0 w 2824"/>
                <a:gd name="connsiteY0" fmla="*/ 0 h 195204"/>
                <a:gd name="connsiteX1" fmla="*/ 0 w 2824"/>
                <a:gd name="connsiteY1" fmla="*/ 195205 h 195204"/>
              </a:gdLst>
              <a:ahLst/>
              <a:cxnLst>
                <a:cxn ang="0">
                  <a:pos x="connsiteX0" y="connsiteY0"/>
                </a:cxn>
                <a:cxn ang="0">
                  <a:pos x="connsiteX1" y="connsiteY1"/>
                </a:cxn>
              </a:cxnLst>
              <a:rect l="l" t="t" r="r" b="b"/>
              <a:pathLst>
                <a:path w="2824" h="195204">
                  <a:moveTo>
                    <a:pt x="0" y="0"/>
                  </a:moveTo>
                  <a:lnTo>
                    <a:pt x="0" y="195205"/>
                  </a:lnTo>
                </a:path>
              </a:pathLst>
            </a:custGeom>
            <a:ln w="8472" cap="flat">
              <a:solidFill>
                <a:srgbClr val="01355A"/>
              </a:solidFill>
              <a:prstDash val="solid"/>
              <a:miter/>
            </a:ln>
          </p:spPr>
          <p:txBody>
            <a:bodyPr rtlCol="1" anchor="ctr"/>
            <a:lstStyle/>
            <a:p>
              <a:endParaRPr lang="ar-SA"/>
            </a:p>
          </p:txBody>
        </p:sp>
        <p:sp>
          <p:nvSpPr>
            <p:cNvPr id="8882" name="شكل حر: شكل 9944">
              <a:extLst>
                <a:ext uri="{FF2B5EF4-FFF2-40B4-BE49-F238E27FC236}">
                  <a16:creationId xmlns:a16="http://schemas.microsoft.com/office/drawing/2014/main" id="{3BC07093-4E84-468A-5D77-D55B6140AA9D}"/>
                </a:ext>
              </a:extLst>
            </p:cNvPr>
            <p:cNvSpPr/>
            <p:nvPr/>
          </p:nvSpPr>
          <p:spPr>
            <a:xfrm>
              <a:off x="9975091" y="3020344"/>
              <a:ext cx="2824" cy="128375"/>
            </a:xfrm>
            <a:custGeom>
              <a:avLst/>
              <a:gdLst>
                <a:gd name="connsiteX0" fmla="*/ 0 w 2824"/>
                <a:gd name="connsiteY0" fmla="*/ 128376 h 128375"/>
                <a:gd name="connsiteX1" fmla="*/ 0 w 2824"/>
                <a:gd name="connsiteY1" fmla="*/ 0 h 128375"/>
              </a:gdLst>
              <a:ahLst/>
              <a:cxnLst>
                <a:cxn ang="0">
                  <a:pos x="connsiteX0" y="connsiteY0"/>
                </a:cxn>
                <a:cxn ang="0">
                  <a:pos x="connsiteX1" y="connsiteY1"/>
                </a:cxn>
              </a:cxnLst>
              <a:rect l="l" t="t" r="r" b="b"/>
              <a:pathLst>
                <a:path w="2824" h="128375">
                  <a:moveTo>
                    <a:pt x="0" y="128376"/>
                  </a:moveTo>
                  <a:lnTo>
                    <a:pt x="0" y="0"/>
                  </a:lnTo>
                </a:path>
              </a:pathLst>
            </a:custGeom>
            <a:ln w="8472" cap="flat">
              <a:solidFill>
                <a:srgbClr val="01355A"/>
              </a:solidFill>
              <a:prstDash val="solid"/>
              <a:miter/>
            </a:ln>
          </p:spPr>
          <p:txBody>
            <a:bodyPr rtlCol="1" anchor="ctr"/>
            <a:lstStyle/>
            <a:p>
              <a:endParaRPr lang="ar-SA"/>
            </a:p>
          </p:txBody>
        </p:sp>
        <p:sp>
          <p:nvSpPr>
            <p:cNvPr id="8883" name="شكل حر: شكل 9945">
              <a:extLst>
                <a:ext uri="{FF2B5EF4-FFF2-40B4-BE49-F238E27FC236}">
                  <a16:creationId xmlns:a16="http://schemas.microsoft.com/office/drawing/2014/main" id="{9740ECE6-F0AF-06F7-0B2F-DE40B28B127D}"/>
                </a:ext>
              </a:extLst>
            </p:cNvPr>
            <p:cNvSpPr/>
            <p:nvPr/>
          </p:nvSpPr>
          <p:spPr>
            <a:xfrm>
              <a:off x="10015482" y="3096579"/>
              <a:ext cx="2824" cy="52141"/>
            </a:xfrm>
            <a:custGeom>
              <a:avLst/>
              <a:gdLst>
                <a:gd name="connsiteX0" fmla="*/ 0 w 2824"/>
                <a:gd name="connsiteY0" fmla="*/ 0 h 52141"/>
                <a:gd name="connsiteX1" fmla="*/ 0 w 2824"/>
                <a:gd name="connsiteY1" fmla="*/ 52141 h 52141"/>
              </a:gdLst>
              <a:ahLst/>
              <a:cxnLst>
                <a:cxn ang="0">
                  <a:pos x="connsiteX0" y="connsiteY0"/>
                </a:cxn>
                <a:cxn ang="0">
                  <a:pos x="connsiteX1" y="connsiteY1"/>
                </a:cxn>
              </a:cxnLst>
              <a:rect l="l" t="t" r="r" b="b"/>
              <a:pathLst>
                <a:path w="2824" h="52141">
                  <a:moveTo>
                    <a:pt x="0" y="0"/>
                  </a:moveTo>
                  <a:lnTo>
                    <a:pt x="0" y="52141"/>
                  </a:lnTo>
                </a:path>
              </a:pathLst>
            </a:custGeom>
            <a:ln w="8472" cap="flat">
              <a:solidFill>
                <a:srgbClr val="01355A"/>
              </a:solidFill>
              <a:prstDash val="solid"/>
              <a:miter/>
            </a:ln>
          </p:spPr>
          <p:txBody>
            <a:bodyPr rtlCol="1" anchor="ctr"/>
            <a:lstStyle/>
            <a:p>
              <a:endParaRPr lang="ar-SA"/>
            </a:p>
          </p:txBody>
        </p:sp>
        <p:sp>
          <p:nvSpPr>
            <p:cNvPr id="8884" name="شكل حر: شكل 9946">
              <a:extLst>
                <a:ext uri="{FF2B5EF4-FFF2-40B4-BE49-F238E27FC236}">
                  <a16:creationId xmlns:a16="http://schemas.microsoft.com/office/drawing/2014/main" id="{92737A38-104A-EF86-A8AB-A779A31F0E6E}"/>
                </a:ext>
              </a:extLst>
            </p:cNvPr>
            <p:cNvSpPr/>
            <p:nvPr/>
          </p:nvSpPr>
          <p:spPr>
            <a:xfrm>
              <a:off x="10015482" y="2953515"/>
              <a:ext cx="2824" cy="59230"/>
            </a:xfrm>
            <a:custGeom>
              <a:avLst/>
              <a:gdLst>
                <a:gd name="connsiteX0" fmla="*/ 0 w 2824"/>
                <a:gd name="connsiteY0" fmla="*/ 0 h 59230"/>
                <a:gd name="connsiteX1" fmla="*/ 0 w 2824"/>
                <a:gd name="connsiteY1" fmla="*/ 59231 h 59230"/>
              </a:gdLst>
              <a:ahLst/>
              <a:cxnLst>
                <a:cxn ang="0">
                  <a:pos x="connsiteX0" y="connsiteY0"/>
                </a:cxn>
                <a:cxn ang="0">
                  <a:pos x="connsiteX1" y="connsiteY1"/>
                </a:cxn>
              </a:cxnLst>
              <a:rect l="l" t="t" r="r" b="b"/>
              <a:pathLst>
                <a:path w="2824" h="59230">
                  <a:moveTo>
                    <a:pt x="0" y="0"/>
                  </a:moveTo>
                  <a:lnTo>
                    <a:pt x="0" y="59231"/>
                  </a:lnTo>
                </a:path>
              </a:pathLst>
            </a:custGeom>
            <a:ln w="8472" cap="flat">
              <a:solidFill>
                <a:srgbClr val="01355A"/>
              </a:solidFill>
              <a:prstDash val="solid"/>
              <a:miter/>
            </a:ln>
          </p:spPr>
          <p:txBody>
            <a:bodyPr rtlCol="1" anchor="ctr"/>
            <a:lstStyle/>
            <a:p>
              <a:endParaRPr lang="ar-SA"/>
            </a:p>
          </p:txBody>
        </p:sp>
        <p:sp>
          <p:nvSpPr>
            <p:cNvPr id="8885" name="شكل حر: شكل 9947">
              <a:extLst>
                <a:ext uri="{FF2B5EF4-FFF2-40B4-BE49-F238E27FC236}">
                  <a16:creationId xmlns:a16="http://schemas.microsoft.com/office/drawing/2014/main" id="{97F39630-2752-03FD-B71E-8D47D76AF3C4}"/>
                </a:ext>
              </a:extLst>
            </p:cNvPr>
            <p:cNvSpPr/>
            <p:nvPr/>
          </p:nvSpPr>
          <p:spPr>
            <a:xfrm>
              <a:off x="9937101" y="2804351"/>
              <a:ext cx="75980" cy="75980"/>
            </a:xfrm>
            <a:custGeom>
              <a:avLst/>
              <a:gdLst>
                <a:gd name="connsiteX0" fmla="*/ 75980 w 75980"/>
                <a:gd name="connsiteY0" fmla="*/ 37990 h 75980"/>
                <a:gd name="connsiteX1" fmla="*/ 37990 w 75980"/>
                <a:gd name="connsiteY1" fmla="*/ 75980 h 75980"/>
                <a:gd name="connsiteX2" fmla="*/ 0 w 75980"/>
                <a:gd name="connsiteY2" fmla="*/ 37990 h 75980"/>
                <a:gd name="connsiteX3" fmla="*/ 37990 w 75980"/>
                <a:gd name="connsiteY3" fmla="*/ 0 h 75980"/>
                <a:gd name="connsiteX4" fmla="*/ 75980 w 75980"/>
                <a:gd name="connsiteY4" fmla="*/ 37990 h 75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80" h="75980">
                  <a:moveTo>
                    <a:pt x="75980" y="37990"/>
                  </a:moveTo>
                  <a:cubicBezTo>
                    <a:pt x="75980" y="58971"/>
                    <a:pt x="58972" y="75980"/>
                    <a:pt x="37990" y="75980"/>
                  </a:cubicBezTo>
                  <a:cubicBezTo>
                    <a:pt x="17009" y="75980"/>
                    <a:pt x="0" y="58971"/>
                    <a:pt x="0" y="37990"/>
                  </a:cubicBezTo>
                  <a:cubicBezTo>
                    <a:pt x="0" y="17009"/>
                    <a:pt x="17009" y="0"/>
                    <a:pt x="37990" y="0"/>
                  </a:cubicBezTo>
                  <a:cubicBezTo>
                    <a:pt x="58972" y="0"/>
                    <a:pt x="75980" y="17009"/>
                    <a:pt x="75980" y="37990"/>
                  </a:cubicBezTo>
                  <a:close/>
                </a:path>
              </a:pathLst>
            </a:custGeom>
            <a:noFill/>
            <a:ln w="8472" cap="flat">
              <a:solidFill>
                <a:srgbClr val="01355A"/>
              </a:solidFill>
              <a:prstDash val="solid"/>
              <a:miter/>
            </a:ln>
          </p:spPr>
          <p:txBody>
            <a:bodyPr rtlCol="1" anchor="ctr"/>
            <a:lstStyle/>
            <a:p>
              <a:endParaRPr lang="ar-SA"/>
            </a:p>
          </p:txBody>
        </p:sp>
        <p:sp>
          <p:nvSpPr>
            <p:cNvPr id="8886" name="شكل حر: شكل 9948">
              <a:extLst>
                <a:ext uri="{FF2B5EF4-FFF2-40B4-BE49-F238E27FC236}">
                  <a16:creationId xmlns:a16="http://schemas.microsoft.com/office/drawing/2014/main" id="{0534CE0F-51AA-6471-FE3D-EE2D286F651F}"/>
                </a:ext>
              </a:extLst>
            </p:cNvPr>
            <p:cNvSpPr/>
            <p:nvPr/>
          </p:nvSpPr>
          <p:spPr>
            <a:xfrm>
              <a:off x="9902754" y="2899623"/>
              <a:ext cx="144673" cy="120721"/>
            </a:xfrm>
            <a:custGeom>
              <a:avLst/>
              <a:gdLst>
                <a:gd name="connsiteX0" fmla="*/ 0 w 144673"/>
                <a:gd name="connsiteY0" fmla="*/ 120721 h 120721"/>
                <a:gd name="connsiteX1" fmla="*/ 0 w 144673"/>
                <a:gd name="connsiteY1" fmla="*/ 24715 h 120721"/>
                <a:gd name="connsiteX2" fmla="*/ 24715 w 144673"/>
                <a:gd name="connsiteY2" fmla="*/ 0 h 120721"/>
                <a:gd name="connsiteX3" fmla="*/ 119958 w 144673"/>
                <a:gd name="connsiteY3" fmla="*/ 0 h 120721"/>
                <a:gd name="connsiteX4" fmla="*/ 144673 w 144673"/>
                <a:gd name="connsiteY4" fmla="*/ 24715 h 120721"/>
                <a:gd name="connsiteX5" fmla="*/ 144673 w 144673"/>
                <a:gd name="connsiteY5" fmla="*/ 111457 h 120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4673" h="120721">
                  <a:moveTo>
                    <a:pt x="0" y="120721"/>
                  </a:moveTo>
                  <a:lnTo>
                    <a:pt x="0" y="24715"/>
                  </a:lnTo>
                  <a:cubicBezTo>
                    <a:pt x="0" y="11072"/>
                    <a:pt x="11072" y="0"/>
                    <a:pt x="24715" y="0"/>
                  </a:cubicBezTo>
                  <a:lnTo>
                    <a:pt x="119958" y="0"/>
                  </a:lnTo>
                  <a:cubicBezTo>
                    <a:pt x="133601" y="0"/>
                    <a:pt x="144673" y="11072"/>
                    <a:pt x="144673" y="24715"/>
                  </a:cubicBezTo>
                  <a:lnTo>
                    <a:pt x="144673" y="111457"/>
                  </a:lnTo>
                </a:path>
              </a:pathLst>
            </a:custGeom>
            <a:noFill/>
            <a:ln w="8472" cap="flat">
              <a:solidFill>
                <a:srgbClr val="01355A"/>
              </a:solidFill>
              <a:prstDash val="solid"/>
              <a:miter/>
            </a:ln>
          </p:spPr>
          <p:txBody>
            <a:bodyPr rtlCol="1" anchor="ctr"/>
            <a:lstStyle/>
            <a:p>
              <a:endParaRPr lang="ar-SA"/>
            </a:p>
          </p:txBody>
        </p:sp>
        <p:sp>
          <p:nvSpPr>
            <p:cNvPr id="8887" name="شكل حر: شكل 9949">
              <a:extLst>
                <a:ext uri="{FF2B5EF4-FFF2-40B4-BE49-F238E27FC236}">
                  <a16:creationId xmlns:a16="http://schemas.microsoft.com/office/drawing/2014/main" id="{147DF541-450E-02CC-0819-5B27709A42F4}"/>
                </a:ext>
              </a:extLst>
            </p:cNvPr>
            <p:cNvSpPr/>
            <p:nvPr/>
          </p:nvSpPr>
          <p:spPr>
            <a:xfrm>
              <a:off x="9934728" y="3020344"/>
              <a:ext cx="63947" cy="2824"/>
            </a:xfrm>
            <a:custGeom>
              <a:avLst/>
              <a:gdLst>
                <a:gd name="connsiteX0" fmla="*/ 0 w 63947"/>
                <a:gd name="connsiteY0" fmla="*/ 0 h 2824"/>
                <a:gd name="connsiteX1" fmla="*/ 63948 w 63947"/>
                <a:gd name="connsiteY1" fmla="*/ 0 h 2824"/>
              </a:gdLst>
              <a:ahLst/>
              <a:cxnLst>
                <a:cxn ang="0">
                  <a:pos x="connsiteX0" y="connsiteY0"/>
                </a:cxn>
                <a:cxn ang="0">
                  <a:pos x="connsiteX1" y="connsiteY1"/>
                </a:cxn>
              </a:cxnLst>
              <a:rect l="l" t="t" r="r" b="b"/>
              <a:pathLst>
                <a:path w="63947" h="2824">
                  <a:moveTo>
                    <a:pt x="0" y="0"/>
                  </a:moveTo>
                  <a:lnTo>
                    <a:pt x="63948" y="0"/>
                  </a:lnTo>
                </a:path>
              </a:pathLst>
            </a:custGeom>
            <a:ln w="8472" cap="flat">
              <a:solidFill>
                <a:srgbClr val="01355A"/>
              </a:solidFill>
              <a:prstDash val="solid"/>
              <a:miter/>
            </a:ln>
          </p:spPr>
          <p:txBody>
            <a:bodyPr rtlCol="1" anchor="ctr"/>
            <a:lstStyle/>
            <a:p>
              <a:endParaRPr lang="ar-SA"/>
            </a:p>
          </p:txBody>
        </p:sp>
        <p:sp>
          <p:nvSpPr>
            <p:cNvPr id="8888" name="شكل حر: شكل 9950">
              <a:extLst>
                <a:ext uri="{FF2B5EF4-FFF2-40B4-BE49-F238E27FC236}">
                  <a16:creationId xmlns:a16="http://schemas.microsoft.com/office/drawing/2014/main" id="{99E5038C-4563-7740-258B-68E8DA2949B7}"/>
                </a:ext>
              </a:extLst>
            </p:cNvPr>
            <p:cNvSpPr/>
            <p:nvPr/>
          </p:nvSpPr>
          <p:spPr>
            <a:xfrm>
              <a:off x="9975091" y="2899623"/>
              <a:ext cx="2824" cy="44034"/>
            </a:xfrm>
            <a:custGeom>
              <a:avLst/>
              <a:gdLst>
                <a:gd name="connsiteX0" fmla="*/ 0 w 2824"/>
                <a:gd name="connsiteY0" fmla="*/ 0 h 44034"/>
                <a:gd name="connsiteX1" fmla="*/ 0 w 2824"/>
                <a:gd name="connsiteY1" fmla="*/ 44035 h 44034"/>
              </a:gdLst>
              <a:ahLst/>
              <a:cxnLst>
                <a:cxn ang="0">
                  <a:pos x="connsiteX0" y="connsiteY0"/>
                </a:cxn>
                <a:cxn ang="0">
                  <a:pos x="connsiteX1" y="connsiteY1"/>
                </a:cxn>
              </a:cxnLst>
              <a:rect l="l" t="t" r="r" b="b"/>
              <a:pathLst>
                <a:path w="2824" h="44034">
                  <a:moveTo>
                    <a:pt x="0" y="0"/>
                  </a:moveTo>
                  <a:lnTo>
                    <a:pt x="0" y="44035"/>
                  </a:lnTo>
                </a:path>
              </a:pathLst>
            </a:custGeom>
            <a:ln w="8472" cap="flat">
              <a:solidFill>
                <a:srgbClr val="01355A"/>
              </a:solidFill>
              <a:prstDash val="solid"/>
              <a:miter/>
            </a:ln>
          </p:spPr>
          <p:txBody>
            <a:bodyPr rtlCol="1" anchor="ctr"/>
            <a:lstStyle/>
            <a:p>
              <a:endParaRPr lang="ar-SA"/>
            </a:p>
          </p:txBody>
        </p:sp>
        <p:sp>
          <p:nvSpPr>
            <p:cNvPr id="8889" name="شكل حر: شكل 9951">
              <a:extLst>
                <a:ext uri="{FF2B5EF4-FFF2-40B4-BE49-F238E27FC236}">
                  <a16:creationId xmlns:a16="http://schemas.microsoft.com/office/drawing/2014/main" id="{840ACEC0-F9DF-5543-AE0D-BED0D16B088E}"/>
                </a:ext>
              </a:extLst>
            </p:cNvPr>
            <p:cNvSpPr/>
            <p:nvPr/>
          </p:nvSpPr>
          <p:spPr>
            <a:xfrm>
              <a:off x="10008534" y="3029693"/>
              <a:ext cx="77844" cy="49909"/>
            </a:xfrm>
            <a:custGeom>
              <a:avLst/>
              <a:gdLst>
                <a:gd name="connsiteX0" fmla="*/ 69738 w 77844"/>
                <a:gd name="connsiteY0" fmla="*/ 0 h 49909"/>
                <a:gd name="connsiteX1" fmla="*/ 77845 w 77844"/>
                <a:gd name="connsiteY1" fmla="*/ 8106 h 49909"/>
                <a:gd name="connsiteX2" fmla="*/ 77845 w 77844"/>
                <a:gd name="connsiteY2" fmla="*/ 41803 h 49909"/>
                <a:gd name="connsiteX3" fmla="*/ 69738 w 77844"/>
                <a:gd name="connsiteY3" fmla="*/ 49910 h 49909"/>
                <a:gd name="connsiteX4" fmla="*/ 8106 w 77844"/>
                <a:gd name="connsiteY4" fmla="*/ 49910 h 49909"/>
                <a:gd name="connsiteX5" fmla="*/ -1 w 77844"/>
                <a:gd name="connsiteY5" fmla="*/ 41803 h 49909"/>
                <a:gd name="connsiteX6" fmla="*/ -1 w 77844"/>
                <a:gd name="connsiteY6" fmla="*/ 8106 h 49909"/>
                <a:gd name="connsiteX7" fmla="*/ 8106 w 77844"/>
                <a:gd name="connsiteY7" fmla="*/ 0 h 49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844" h="49909">
                  <a:moveTo>
                    <a:pt x="69738" y="0"/>
                  </a:moveTo>
                  <a:cubicBezTo>
                    <a:pt x="74215" y="0"/>
                    <a:pt x="77845" y="3629"/>
                    <a:pt x="77845" y="8106"/>
                  </a:cubicBezTo>
                  <a:lnTo>
                    <a:pt x="77845" y="41803"/>
                  </a:lnTo>
                  <a:cubicBezTo>
                    <a:pt x="77845" y="46281"/>
                    <a:pt x="74215" y="49910"/>
                    <a:pt x="69738" y="49910"/>
                  </a:cubicBezTo>
                  <a:lnTo>
                    <a:pt x="8106" y="49910"/>
                  </a:lnTo>
                  <a:cubicBezTo>
                    <a:pt x="3629" y="49910"/>
                    <a:pt x="-1" y="46281"/>
                    <a:pt x="-1" y="41803"/>
                  </a:cubicBezTo>
                  <a:lnTo>
                    <a:pt x="-1" y="8106"/>
                  </a:lnTo>
                  <a:cubicBezTo>
                    <a:pt x="-1" y="3629"/>
                    <a:pt x="3628" y="0"/>
                    <a:pt x="8106" y="0"/>
                  </a:cubicBezTo>
                  <a:close/>
                </a:path>
              </a:pathLst>
            </a:custGeom>
            <a:noFill/>
            <a:ln w="8472" cap="flat">
              <a:solidFill>
                <a:srgbClr val="17A3A3"/>
              </a:solidFill>
              <a:prstDash val="solid"/>
              <a:miter/>
            </a:ln>
          </p:spPr>
          <p:txBody>
            <a:bodyPr rtlCol="1" anchor="ctr"/>
            <a:lstStyle/>
            <a:p>
              <a:endParaRPr lang="ar-SA"/>
            </a:p>
          </p:txBody>
        </p:sp>
        <p:sp>
          <p:nvSpPr>
            <p:cNvPr id="8890" name="شكل حر: شكل 9952">
              <a:extLst>
                <a:ext uri="{FF2B5EF4-FFF2-40B4-BE49-F238E27FC236}">
                  <a16:creationId xmlns:a16="http://schemas.microsoft.com/office/drawing/2014/main" id="{AC51301C-6153-BC95-E163-F36972266638}"/>
                </a:ext>
              </a:extLst>
            </p:cNvPr>
            <p:cNvSpPr/>
            <p:nvPr/>
          </p:nvSpPr>
          <p:spPr>
            <a:xfrm>
              <a:off x="10031921" y="3011080"/>
              <a:ext cx="30985" cy="18613"/>
            </a:xfrm>
            <a:custGeom>
              <a:avLst/>
              <a:gdLst>
                <a:gd name="connsiteX0" fmla="*/ 0 w 30985"/>
                <a:gd name="connsiteY0" fmla="*/ 18614 h 18613"/>
                <a:gd name="connsiteX1" fmla="*/ 0 w 30985"/>
                <a:gd name="connsiteY1" fmla="*/ 7541 h 18613"/>
                <a:gd name="connsiteX2" fmla="*/ 7541 w 30985"/>
                <a:gd name="connsiteY2" fmla="*/ 0 h 18613"/>
                <a:gd name="connsiteX3" fmla="*/ 23444 w 30985"/>
                <a:gd name="connsiteY3" fmla="*/ 0 h 18613"/>
                <a:gd name="connsiteX4" fmla="*/ 30985 w 30985"/>
                <a:gd name="connsiteY4" fmla="*/ 7541 h 18613"/>
                <a:gd name="connsiteX5" fmla="*/ 30985 w 30985"/>
                <a:gd name="connsiteY5" fmla="*/ 18614 h 1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985" h="18613">
                  <a:moveTo>
                    <a:pt x="0" y="18614"/>
                  </a:moveTo>
                  <a:lnTo>
                    <a:pt x="0" y="7541"/>
                  </a:lnTo>
                  <a:cubicBezTo>
                    <a:pt x="0" y="3361"/>
                    <a:pt x="3389" y="0"/>
                    <a:pt x="7541" y="0"/>
                  </a:cubicBezTo>
                  <a:lnTo>
                    <a:pt x="23444" y="0"/>
                  </a:lnTo>
                  <a:cubicBezTo>
                    <a:pt x="27624" y="0"/>
                    <a:pt x="30985" y="3389"/>
                    <a:pt x="30985" y="7541"/>
                  </a:cubicBezTo>
                  <a:lnTo>
                    <a:pt x="30985" y="18614"/>
                  </a:lnTo>
                </a:path>
              </a:pathLst>
            </a:custGeom>
            <a:noFill/>
            <a:ln w="8472" cap="flat">
              <a:solidFill>
                <a:srgbClr val="17A3A3"/>
              </a:solidFill>
              <a:prstDash val="solid"/>
              <a:miter/>
            </a:ln>
          </p:spPr>
          <p:txBody>
            <a:bodyPr rtlCol="1" anchor="ctr"/>
            <a:lstStyle/>
            <a:p>
              <a:endParaRPr lang="ar-SA"/>
            </a:p>
          </p:txBody>
        </p:sp>
        <p:sp>
          <p:nvSpPr>
            <p:cNvPr id="8891" name="شكل حر: شكل 9953">
              <a:extLst>
                <a:ext uri="{FF2B5EF4-FFF2-40B4-BE49-F238E27FC236}">
                  <a16:creationId xmlns:a16="http://schemas.microsoft.com/office/drawing/2014/main" id="{2668184B-9A12-D1F2-3962-7C2163DFA972}"/>
                </a:ext>
              </a:extLst>
            </p:cNvPr>
            <p:cNvSpPr/>
            <p:nvPr/>
          </p:nvSpPr>
          <p:spPr>
            <a:xfrm>
              <a:off x="9919250" y="3148409"/>
              <a:ext cx="55841" cy="23132"/>
            </a:xfrm>
            <a:custGeom>
              <a:avLst/>
              <a:gdLst>
                <a:gd name="connsiteX0" fmla="*/ 55841 w 55841"/>
                <a:gd name="connsiteY0" fmla="*/ 23133 h 23132"/>
                <a:gd name="connsiteX1" fmla="*/ 0 w 55841"/>
                <a:gd name="connsiteY1" fmla="*/ 23133 h 23132"/>
                <a:gd name="connsiteX2" fmla="*/ 23133 w 55841"/>
                <a:gd name="connsiteY2" fmla="*/ 0 h 23132"/>
                <a:gd name="connsiteX3" fmla="*/ 55841 w 55841"/>
                <a:gd name="connsiteY3" fmla="*/ 0 h 23132"/>
                <a:gd name="connsiteX4" fmla="*/ 55841 w 55841"/>
                <a:gd name="connsiteY4" fmla="*/ 23133 h 231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41" h="23132">
                  <a:moveTo>
                    <a:pt x="55841" y="23133"/>
                  </a:moveTo>
                  <a:lnTo>
                    <a:pt x="0" y="23133"/>
                  </a:lnTo>
                  <a:cubicBezTo>
                    <a:pt x="0" y="10366"/>
                    <a:pt x="10366" y="0"/>
                    <a:pt x="23133" y="0"/>
                  </a:cubicBezTo>
                  <a:lnTo>
                    <a:pt x="55841" y="0"/>
                  </a:lnTo>
                  <a:lnTo>
                    <a:pt x="55841" y="23133"/>
                  </a:lnTo>
                  <a:close/>
                </a:path>
              </a:pathLst>
            </a:custGeom>
            <a:noFill/>
            <a:ln w="8472" cap="flat">
              <a:solidFill>
                <a:srgbClr val="01355A"/>
              </a:solidFill>
              <a:prstDash val="solid"/>
              <a:miter/>
            </a:ln>
          </p:spPr>
          <p:txBody>
            <a:bodyPr rtlCol="1" anchor="ctr"/>
            <a:lstStyle/>
            <a:p>
              <a:endParaRPr lang="ar-SA"/>
            </a:p>
          </p:txBody>
        </p:sp>
        <p:sp>
          <p:nvSpPr>
            <p:cNvPr id="8892" name="شكل حر: شكل 9954">
              <a:extLst>
                <a:ext uri="{FF2B5EF4-FFF2-40B4-BE49-F238E27FC236}">
                  <a16:creationId xmlns:a16="http://schemas.microsoft.com/office/drawing/2014/main" id="{516E379E-B716-20E3-DCB2-B57C24403372}"/>
                </a:ext>
              </a:extLst>
            </p:cNvPr>
            <p:cNvSpPr/>
            <p:nvPr/>
          </p:nvSpPr>
          <p:spPr>
            <a:xfrm>
              <a:off x="9975091" y="3148409"/>
              <a:ext cx="55841" cy="23132"/>
            </a:xfrm>
            <a:custGeom>
              <a:avLst/>
              <a:gdLst>
                <a:gd name="connsiteX0" fmla="*/ 0 w 55841"/>
                <a:gd name="connsiteY0" fmla="*/ 23133 h 23132"/>
                <a:gd name="connsiteX1" fmla="*/ 55841 w 55841"/>
                <a:gd name="connsiteY1" fmla="*/ 23133 h 23132"/>
                <a:gd name="connsiteX2" fmla="*/ 32708 w 55841"/>
                <a:gd name="connsiteY2" fmla="*/ 0 h 23132"/>
                <a:gd name="connsiteX3" fmla="*/ 0 w 55841"/>
                <a:gd name="connsiteY3" fmla="*/ 0 h 23132"/>
                <a:gd name="connsiteX4" fmla="*/ 0 w 55841"/>
                <a:gd name="connsiteY4" fmla="*/ 23133 h 231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41" h="23132">
                  <a:moveTo>
                    <a:pt x="0" y="23133"/>
                  </a:moveTo>
                  <a:lnTo>
                    <a:pt x="55841" y="23133"/>
                  </a:lnTo>
                  <a:cubicBezTo>
                    <a:pt x="55841" y="10366"/>
                    <a:pt x="45475" y="0"/>
                    <a:pt x="32708" y="0"/>
                  </a:cubicBezTo>
                  <a:lnTo>
                    <a:pt x="0" y="0"/>
                  </a:lnTo>
                  <a:lnTo>
                    <a:pt x="0" y="23133"/>
                  </a:lnTo>
                  <a:close/>
                </a:path>
              </a:pathLst>
            </a:custGeom>
            <a:noFill/>
            <a:ln w="8472" cap="flat">
              <a:solidFill>
                <a:srgbClr val="01355A"/>
              </a:solidFill>
              <a:prstDash val="solid"/>
              <a:miter/>
            </a:ln>
          </p:spPr>
          <p:txBody>
            <a:bodyPr rtlCol="1" anchor="ctr"/>
            <a:lstStyle/>
            <a:p>
              <a:endParaRPr lang="ar-SA"/>
            </a:p>
          </p:txBody>
        </p:sp>
      </p:grpSp>
      <p:grpSp>
        <p:nvGrpSpPr>
          <p:cNvPr id="8893" name="رسم 8014">
            <a:extLst>
              <a:ext uri="{FF2B5EF4-FFF2-40B4-BE49-F238E27FC236}">
                <a16:creationId xmlns:a16="http://schemas.microsoft.com/office/drawing/2014/main" id="{B159F061-4F81-417A-EE2B-84718312C080}"/>
              </a:ext>
            </a:extLst>
          </p:cNvPr>
          <p:cNvGrpSpPr/>
          <p:nvPr/>
        </p:nvGrpSpPr>
        <p:grpSpPr>
          <a:xfrm>
            <a:off x="7235672" y="2816795"/>
            <a:ext cx="238384" cy="281914"/>
            <a:chOff x="7730226" y="1758365"/>
            <a:chExt cx="284940" cy="357672"/>
          </a:xfrm>
          <a:noFill/>
        </p:grpSpPr>
        <p:sp>
          <p:nvSpPr>
            <p:cNvPr id="8894" name="شكل حر: شكل 9956">
              <a:extLst>
                <a:ext uri="{FF2B5EF4-FFF2-40B4-BE49-F238E27FC236}">
                  <a16:creationId xmlns:a16="http://schemas.microsoft.com/office/drawing/2014/main" id="{EA12DE0E-994C-2195-969C-707FA5510FCC}"/>
                </a:ext>
              </a:extLst>
            </p:cNvPr>
            <p:cNvSpPr/>
            <p:nvPr/>
          </p:nvSpPr>
          <p:spPr>
            <a:xfrm>
              <a:off x="7773526" y="1917697"/>
              <a:ext cx="198339" cy="198339"/>
            </a:xfrm>
            <a:custGeom>
              <a:avLst/>
              <a:gdLst>
                <a:gd name="connsiteX0" fmla="*/ 198339 w 198339"/>
                <a:gd name="connsiteY0" fmla="*/ 99170 h 198339"/>
                <a:gd name="connsiteX1" fmla="*/ 99169 w 198339"/>
                <a:gd name="connsiteY1" fmla="*/ 198340 h 198339"/>
                <a:gd name="connsiteX2" fmla="*/ -1 w 198339"/>
                <a:gd name="connsiteY2" fmla="*/ 99170 h 198339"/>
                <a:gd name="connsiteX3" fmla="*/ 99169 w 198339"/>
                <a:gd name="connsiteY3" fmla="*/ 0 h 198339"/>
                <a:gd name="connsiteX4" fmla="*/ 198339 w 198339"/>
                <a:gd name="connsiteY4" fmla="*/ 99170 h 198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339" h="198339">
                  <a:moveTo>
                    <a:pt x="198339" y="99170"/>
                  </a:moveTo>
                  <a:cubicBezTo>
                    <a:pt x="198339" y="153940"/>
                    <a:pt x="153940" y="198340"/>
                    <a:pt x="99169" y="198340"/>
                  </a:cubicBezTo>
                  <a:cubicBezTo>
                    <a:pt x="44399" y="198340"/>
                    <a:pt x="-1" y="153940"/>
                    <a:pt x="-1" y="99170"/>
                  </a:cubicBezTo>
                  <a:cubicBezTo>
                    <a:pt x="-1" y="44400"/>
                    <a:pt x="44399" y="0"/>
                    <a:pt x="99169" y="0"/>
                  </a:cubicBezTo>
                  <a:cubicBezTo>
                    <a:pt x="153939" y="0"/>
                    <a:pt x="198339" y="44400"/>
                    <a:pt x="198339" y="99170"/>
                  </a:cubicBezTo>
                  <a:close/>
                </a:path>
              </a:pathLst>
            </a:custGeom>
            <a:noFill/>
            <a:ln w="8472" cap="flat">
              <a:solidFill>
                <a:srgbClr val="01355A"/>
              </a:solidFill>
              <a:prstDash val="solid"/>
              <a:miter/>
            </a:ln>
          </p:spPr>
          <p:txBody>
            <a:bodyPr rtlCol="1" anchor="ctr"/>
            <a:lstStyle/>
            <a:p>
              <a:endParaRPr lang="ar-SA"/>
            </a:p>
          </p:txBody>
        </p:sp>
        <p:sp>
          <p:nvSpPr>
            <p:cNvPr id="8895" name="شكل حر: شكل 9957">
              <a:extLst>
                <a:ext uri="{FF2B5EF4-FFF2-40B4-BE49-F238E27FC236}">
                  <a16:creationId xmlns:a16="http://schemas.microsoft.com/office/drawing/2014/main" id="{E84327C6-5CB9-170C-E4E0-F85AE8EEDCFC}"/>
                </a:ext>
              </a:extLst>
            </p:cNvPr>
            <p:cNvSpPr/>
            <p:nvPr/>
          </p:nvSpPr>
          <p:spPr>
            <a:xfrm>
              <a:off x="7841230" y="1889706"/>
              <a:ext cx="62930" cy="32115"/>
            </a:xfrm>
            <a:custGeom>
              <a:avLst/>
              <a:gdLst>
                <a:gd name="connsiteX0" fmla="*/ 62931 w 62930"/>
                <a:gd name="connsiteY0" fmla="*/ 32115 h 32115"/>
                <a:gd name="connsiteX1" fmla="*/ 62931 w 62930"/>
                <a:gd name="connsiteY1" fmla="*/ 13417 h 32115"/>
                <a:gd name="connsiteX2" fmla="*/ 49514 w 62930"/>
                <a:gd name="connsiteY2" fmla="*/ 0 h 32115"/>
                <a:gd name="connsiteX3" fmla="*/ 13417 w 62930"/>
                <a:gd name="connsiteY3" fmla="*/ 0 h 32115"/>
                <a:gd name="connsiteX4" fmla="*/ 0 w 62930"/>
                <a:gd name="connsiteY4" fmla="*/ 13417 h 32115"/>
                <a:gd name="connsiteX5" fmla="*/ 0 w 62930"/>
                <a:gd name="connsiteY5" fmla="*/ 32115 h 32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30" h="32115">
                  <a:moveTo>
                    <a:pt x="62931" y="32115"/>
                  </a:moveTo>
                  <a:lnTo>
                    <a:pt x="62931" y="13417"/>
                  </a:lnTo>
                  <a:cubicBezTo>
                    <a:pt x="62931" y="6016"/>
                    <a:pt x="56915" y="0"/>
                    <a:pt x="49514" y="0"/>
                  </a:cubicBezTo>
                  <a:lnTo>
                    <a:pt x="13417" y="0"/>
                  </a:lnTo>
                  <a:cubicBezTo>
                    <a:pt x="6017" y="0"/>
                    <a:pt x="0" y="6016"/>
                    <a:pt x="0" y="13417"/>
                  </a:cubicBezTo>
                  <a:lnTo>
                    <a:pt x="0" y="32115"/>
                  </a:lnTo>
                </a:path>
              </a:pathLst>
            </a:custGeom>
            <a:noFill/>
            <a:ln w="8472" cap="flat">
              <a:solidFill>
                <a:srgbClr val="01355A"/>
              </a:solidFill>
              <a:prstDash val="solid"/>
              <a:miter/>
            </a:ln>
          </p:spPr>
          <p:txBody>
            <a:bodyPr rtlCol="1" anchor="ctr"/>
            <a:lstStyle/>
            <a:p>
              <a:endParaRPr lang="ar-SA"/>
            </a:p>
          </p:txBody>
        </p:sp>
        <p:sp>
          <p:nvSpPr>
            <p:cNvPr id="8896" name="شكل حر: شكل 9958">
              <a:extLst>
                <a:ext uri="{FF2B5EF4-FFF2-40B4-BE49-F238E27FC236}">
                  <a16:creationId xmlns:a16="http://schemas.microsoft.com/office/drawing/2014/main" id="{565A1A87-EE71-C003-FFB8-14CD46E10DDF}"/>
                </a:ext>
              </a:extLst>
            </p:cNvPr>
            <p:cNvSpPr/>
            <p:nvPr/>
          </p:nvSpPr>
          <p:spPr>
            <a:xfrm>
              <a:off x="7911336" y="1777995"/>
              <a:ext cx="103830" cy="103830"/>
            </a:xfrm>
            <a:custGeom>
              <a:avLst/>
              <a:gdLst>
                <a:gd name="connsiteX0" fmla="*/ 0 w 103830"/>
                <a:gd name="connsiteY0" fmla="*/ 103830 h 103830"/>
                <a:gd name="connsiteX1" fmla="*/ 103830 w 103830"/>
                <a:gd name="connsiteY1" fmla="*/ 0 h 103830"/>
              </a:gdLst>
              <a:ahLst/>
              <a:cxnLst>
                <a:cxn ang="0">
                  <a:pos x="connsiteX0" y="connsiteY0"/>
                </a:cxn>
                <a:cxn ang="0">
                  <a:pos x="connsiteX1" y="connsiteY1"/>
                </a:cxn>
              </a:cxnLst>
              <a:rect l="l" t="t" r="r" b="b"/>
              <a:pathLst>
                <a:path w="103830" h="103830">
                  <a:moveTo>
                    <a:pt x="0" y="103830"/>
                  </a:moveTo>
                  <a:lnTo>
                    <a:pt x="103830" y="0"/>
                  </a:lnTo>
                </a:path>
              </a:pathLst>
            </a:custGeom>
            <a:ln w="8472" cap="flat">
              <a:solidFill>
                <a:srgbClr val="01355A"/>
              </a:solidFill>
              <a:prstDash val="solid"/>
              <a:miter/>
            </a:ln>
          </p:spPr>
          <p:txBody>
            <a:bodyPr rtlCol="1" anchor="ctr"/>
            <a:lstStyle/>
            <a:p>
              <a:endParaRPr lang="ar-SA"/>
            </a:p>
          </p:txBody>
        </p:sp>
        <p:sp>
          <p:nvSpPr>
            <p:cNvPr id="8897" name="شكل حر: شكل 9959">
              <a:extLst>
                <a:ext uri="{FF2B5EF4-FFF2-40B4-BE49-F238E27FC236}">
                  <a16:creationId xmlns:a16="http://schemas.microsoft.com/office/drawing/2014/main" id="{A707739A-666B-7706-F972-89502EF8BAE4}"/>
                </a:ext>
              </a:extLst>
            </p:cNvPr>
            <p:cNvSpPr/>
            <p:nvPr/>
          </p:nvSpPr>
          <p:spPr>
            <a:xfrm>
              <a:off x="7891818" y="1758365"/>
              <a:ext cx="101542" cy="101570"/>
            </a:xfrm>
            <a:custGeom>
              <a:avLst/>
              <a:gdLst>
                <a:gd name="connsiteX0" fmla="*/ 101542 w 101542"/>
                <a:gd name="connsiteY0" fmla="*/ 0 h 101570"/>
                <a:gd name="connsiteX1" fmla="*/ 0 w 101542"/>
                <a:gd name="connsiteY1" fmla="*/ 101571 h 101570"/>
              </a:gdLst>
              <a:ahLst/>
              <a:cxnLst>
                <a:cxn ang="0">
                  <a:pos x="connsiteX0" y="connsiteY0"/>
                </a:cxn>
                <a:cxn ang="0">
                  <a:pos x="connsiteX1" y="connsiteY1"/>
                </a:cxn>
              </a:cxnLst>
              <a:rect l="l" t="t" r="r" b="b"/>
              <a:pathLst>
                <a:path w="101542" h="101570">
                  <a:moveTo>
                    <a:pt x="101542" y="0"/>
                  </a:moveTo>
                  <a:lnTo>
                    <a:pt x="0" y="101571"/>
                  </a:lnTo>
                </a:path>
              </a:pathLst>
            </a:custGeom>
            <a:ln w="8472" cap="flat">
              <a:solidFill>
                <a:srgbClr val="01355A"/>
              </a:solidFill>
              <a:prstDash val="solid"/>
              <a:miter/>
            </a:ln>
          </p:spPr>
          <p:txBody>
            <a:bodyPr rtlCol="1" anchor="ctr"/>
            <a:lstStyle/>
            <a:p>
              <a:endParaRPr lang="ar-SA"/>
            </a:p>
          </p:txBody>
        </p:sp>
        <p:sp>
          <p:nvSpPr>
            <p:cNvPr id="8898" name="شكل حر: شكل 9960">
              <a:extLst>
                <a:ext uri="{FF2B5EF4-FFF2-40B4-BE49-F238E27FC236}">
                  <a16:creationId xmlns:a16="http://schemas.microsoft.com/office/drawing/2014/main" id="{6C69CD71-8310-9437-5781-BD6C6A04E856}"/>
                </a:ext>
              </a:extLst>
            </p:cNvPr>
            <p:cNvSpPr/>
            <p:nvPr/>
          </p:nvSpPr>
          <p:spPr>
            <a:xfrm>
              <a:off x="7730226" y="1777995"/>
              <a:ext cx="103830" cy="103830"/>
            </a:xfrm>
            <a:custGeom>
              <a:avLst/>
              <a:gdLst>
                <a:gd name="connsiteX0" fmla="*/ 103831 w 103830"/>
                <a:gd name="connsiteY0" fmla="*/ 103830 h 103830"/>
                <a:gd name="connsiteX1" fmla="*/ 0 w 103830"/>
                <a:gd name="connsiteY1" fmla="*/ 0 h 103830"/>
              </a:gdLst>
              <a:ahLst/>
              <a:cxnLst>
                <a:cxn ang="0">
                  <a:pos x="connsiteX0" y="connsiteY0"/>
                </a:cxn>
                <a:cxn ang="0">
                  <a:pos x="connsiteX1" y="connsiteY1"/>
                </a:cxn>
              </a:cxnLst>
              <a:rect l="l" t="t" r="r" b="b"/>
              <a:pathLst>
                <a:path w="103830" h="103830">
                  <a:moveTo>
                    <a:pt x="103831" y="103830"/>
                  </a:moveTo>
                  <a:lnTo>
                    <a:pt x="0" y="0"/>
                  </a:lnTo>
                </a:path>
              </a:pathLst>
            </a:custGeom>
            <a:ln w="8472" cap="flat">
              <a:solidFill>
                <a:srgbClr val="01355A"/>
              </a:solidFill>
              <a:prstDash val="solid"/>
              <a:miter/>
            </a:ln>
          </p:spPr>
          <p:txBody>
            <a:bodyPr rtlCol="1" anchor="ctr"/>
            <a:lstStyle/>
            <a:p>
              <a:endParaRPr lang="ar-SA"/>
            </a:p>
          </p:txBody>
        </p:sp>
        <p:sp>
          <p:nvSpPr>
            <p:cNvPr id="8899" name="شكل حر: شكل 9961">
              <a:extLst>
                <a:ext uri="{FF2B5EF4-FFF2-40B4-BE49-F238E27FC236}">
                  <a16:creationId xmlns:a16="http://schemas.microsoft.com/office/drawing/2014/main" id="{4FC54310-095B-FEF4-76F2-3867793EBC3C}"/>
                </a:ext>
              </a:extLst>
            </p:cNvPr>
            <p:cNvSpPr/>
            <p:nvPr/>
          </p:nvSpPr>
          <p:spPr>
            <a:xfrm>
              <a:off x="7752031" y="1758365"/>
              <a:ext cx="101570" cy="101570"/>
            </a:xfrm>
            <a:custGeom>
              <a:avLst/>
              <a:gdLst>
                <a:gd name="connsiteX0" fmla="*/ 0 w 101570"/>
                <a:gd name="connsiteY0" fmla="*/ 0 h 101570"/>
                <a:gd name="connsiteX1" fmla="*/ 101571 w 101570"/>
                <a:gd name="connsiteY1" fmla="*/ 101571 h 101570"/>
              </a:gdLst>
              <a:ahLst/>
              <a:cxnLst>
                <a:cxn ang="0">
                  <a:pos x="connsiteX0" y="connsiteY0"/>
                </a:cxn>
                <a:cxn ang="0">
                  <a:pos x="connsiteX1" y="connsiteY1"/>
                </a:cxn>
              </a:cxnLst>
              <a:rect l="l" t="t" r="r" b="b"/>
              <a:pathLst>
                <a:path w="101570" h="101570">
                  <a:moveTo>
                    <a:pt x="0" y="0"/>
                  </a:moveTo>
                  <a:lnTo>
                    <a:pt x="101571" y="101571"/>
                  </a:lnTo>
                </a:path>
              </a:pathLst>
            </a:custGeom>
            <a:ln w="8472" cap="flat">
              <a:solidFill>
                <a:srgbClr val="01355A"/>
              </a:solidFill>
              <a:prstDash val="solid"/>
              <a:miter/>
            </a:ln>
          </p:spPr>
          <p:txBody>
            <a:bodyPr rtlCol="1" anchor="ctr"/>
            <a:lstStyle/>
            <a:p>
              <a:endParaRPr lang="ar-SA"/>
            </a:p>
          </p:txBody>
        </p:sp>
        <p:grpSp>
          <p:nvGrpSpPr>
            <p:cNvPr id="8900" name="رسم 8014">
              <a:extLst>
                <a:ext uri="{FF2B5EF4-FFF2-40B4-BE49-F238E27FC236}">
                  <a16:creationId xmlns:a16="http://schemas.microsoft.com/office/drawing/2014/main" id="{BE420260-D8D5-DB69-09CF-D5C908389663}"/>
                </a:ext>
              </a:extLst>
            </p:cNvPr>
            <p:cNvGrpSpPr/>
            <p:nvPr/>
          </p:nvGrpSpPr>
          <p:grpSpPr>
            <a:xfrm>
              <a:off x="7849563" y="1972296"/>
              <a:ext cx="46266" cy="89142"/>
              <a:chOff x="7849563" y="1972296"/>
              <a:chExt cx="46266" cy="89142"/>
            </a:xfrm>
          </p:grpSpPr>
          <p:sp>
            <p:nvSpPr>
              <p:cNvPr id="8901" name="شكل حر: شكل 9963">
                <a:extLst>
                  <a:ext uri="{FF2B5EF4-FFF2-40B4-BE49-F238E27FC236}">
                    <a16:creationId xmlns:a16="http://schemas.microsoft.com/office/drawing/2014/main" id="{62C0CF88-64D2-26C1-D286-56BD293A9C6E}"/>
                  </a:ext>
                </a:extLst>
              </p:cNvPr>
              <p:cNvSpPr/>
              <p:nvPr/>
            </p:nvSpPr>
            <p:spPr>
              <a:xfrm>
                <a:off x="7872696" y="1972296"/>
                <a:ext cx="2824" cy="89142"/>
              </a:xfrm>
              <a:custGeom>
                <a:avLst/>
                <a:gdLst>
                  <a:gd name="connsiteX0" fmla="*/ 0 w 2824"/>
                  <a:gd name="connsiteY0" fmla="*/ 0 h 89142"/>
                  <a:gd name="connsiteX1" fmla="*/ 0 w 2824"/>
                  <a:gd name="connsiteY1" fmla="*/ 89143 h 89142"/>
                </a:gdLst>
                <a:ahLst/>
                <a:cxnLst>
                  <a:cxn ang="0">
                    <a:pos x="connsiteX0" y="connsiteY0"/>
                  </a:cxn>
                  <a:cxn ang="0">
                    <a:pos x="connsiteX1" y="connsiteY1"/>
                  </a:cxn>
                </a:cxnLst>
                <a:rect l="l" t="t" r="r" b="b"/>
                <a:pathLst>
                  <a:path w="2824" h="89142">
                    <a:moveTo>
                      <a:pt x="0" y="0"/>
                    </a:moveTo>
                    <a:lnTo>
                      <a:pt x="0" y="89143"/>
                    </a:lnTo>
                  </a:path>
                </a:pathLst>
              </a:custGeom>
              <a:ln w="8472" cap="flat">
                <a:solidFill>
                  <a:srgbClr val="17A3A3"/>
                </a:solidFill>
                <a:prstDash val="solid"/>
                <a:miter/>
              </a:ln>
            </p:spPr>
            <p:txBody>
              <a:bodyPr rtlCol="1" anchor="ctr"/>
              <a:lstStyle/>
              <a:p>
                <a:endParaRPr lang="ar-SA"/>
              </a:p>
            </p:txBody>
          </p:sp>
          <p:sp>
            <p:nvSpPr>
              <p:cNvPr id="8902" name="شكل حر: شكل 9964">
                <a:extLst>
                  <a:ext uri="{FF2B5EF4-FFF2-40B4-BE49-F238E27FC236}">
                    <a16:creationId xmlns:a16="http://schemas.microsoft.com/office/drawing/2014/main" id="{6C260679-46C0-5DCA-2A27-5D033F05D7BA}"/>
                  </a:ext>
                </a:extLst>
              </p:cNvPr>
              <p:cNvSpPr/>
              <p:nvPr/>
            </p:nvSpPr>
            <p:spPr>
              <a:xfrm>
                <a:off x="7849563" y="1972296"/>
                <a:ext cx="46266" cy="2824"/>
              </a:xfrm>
              <a:custGeom>
                <a:avLst/>
                <a:gdLst>
                  <a:gd name="connsiteX0" fmla="*/ 0 w 46266"/>
                  <a:gd name="connsiteY0" fmla="*/ 0 h 2824"/>
                  <a:gd name="connsiteX1" fmla="*/ 46266 w 46266"/>
                  <a:gd name="connsiteY1" fmla="*/ 0 h 2824"/>
                </a:gdLst>
                <a:ahLst/>
                <a:cxnLst>
                  <a:cxn ang="0">
                    <a:pos x="connsiteX0" y="connsiteY0"/>
                  </a:cxn>
                  <a:cxn ang="0">
                    <a:pos x="connsiteX1" y="connsiteY1"/>
                  </a:cxn>
                </a:cxnLst>
                <a:rect l="l" t="t" r="r" b="b"/>
                <a:pathLst>
                  <a:path w="46266" h="2824">
                    <a:moveTo>
                      <a:pt x="0" y="0"/>
                    </a:moveTo>
                    <a:lnTo>
                      <a:pt x="46266" y="0"/>
                    </a:lnTo>
                  </a:path>
                </a:pathLst>
              </a:custGeom>
              <a:ln w="8472" cap="flat">
                <a:solidFill>
                  <a:srgbClr val="17A3A3"/>
                </a:solidFill>
                <a:prstDash val="solid"/>
                <a:miter/>
              </a:ln>
            </p:spPr>
            <p:txBody>
              <a:bodyPr rtlCol="1" anchor="ctr"/>
              <a:lstStyle/>
              <a:p>
                <a:endParaRPr lang="ar-SA"/>
              </a:p>
            </p:txBody>
          </p:sp>
          <p:sp>
            <p:nvSpPr>
              <p:cNvPr id="8903" name="شكل حر: شكل 9965">
                <a:extLst>
                  <a:ext uri="{FF2B5EF4-FFF2-40B4-BE49-F238E27FC236}">
                    <a16:creationId xmlns:a16="http://schemas.microsoft.com/office/drawing/2014/main" id="{E50699B9-8C1F-5E9D-0417-AC5E315D312F}"/>
                  </a:ext>
                </a:extLst>
              </p:cNvPr>
              <p:cNvSpPr/>
              <p:nvPr/>
            </p:nvSpPr>
            <p:spPr>
              <a:xfrm>
                <a:off x="7849563" y="2061439"/>
                <a:ext cx="46266" cy="2824"/>
              </a:xfrm>
              <a:custGeom>
                <a:avLst/>
                <a:gdLst>
                  <a:gd name="connsiteX0" fmla="*/ 0 w 46266"/>
                  <a:gd name="connsiteY0" fmla="*/ 0 h 2824"/>
                  <a:gd name="connsiteX1" fmla="*/ 46266 w 46266"/>
                  <a:gd name="connsiteY1" fmla="*/ 0 h 2824"/>
                </a:gdLst>
                <a:ahLst/>
                <a:cxnLst>
                  <a:cxn ang="0">
                    <a:pos x="connsiteX0" y="connsiteY0"/>
                  </a:cxn>
                  <a:cxn ang="0">
                    <a:pos x="connsiteX1" y="connsiteY1"/>
                  </a:cxn>
                </a:cxnLst>
                <a:rect l="l" t="t" r="r" b="b"/>
                <a:pathLst>
                  <a:path w="46266" h="2824">
                    <a:moveTo>
                      <a:pt x="0" y="0"/>
                    </a:moveTo>
                    <a:lnTo>
                      <a:pt x="46266" y="0"/>
                    </a:lnTo>
                  </a:path>
                </a:pathLst>
              </a:custGeom>
              <a:ln w="8472" cap="flat">
                <a:solidFill>
                  <a:srgbClr val="17A3A3"/>
                </a:solidFill>
                <a:prstDash val="solid"/>
                <a:miter/>
              </a:ln>
            </p:spPr>
            <p:txBody>
              <a:bodyPr rtlCol="1" anchor="ctr"/>
              <a:lstStyle/>
              <a:p>
                <a:endParaRPr lang="ar-SA"/>
              </a:p>
            </p:txBody>
          </p:sp>
        </p:grpSp>
      </p:grpSp>
      <p:grpSp>
        <p:nvGrpSpPr>
          <p:cNvPr id="8904" name="رسم 8014">
            <a:extLst>
              <a:ext uri="{FF2B5EF4-FFF2-40B4-BE49-F238E27FC236}">
                <a16:creationId xmlns:a16="http://schemas.microsoft.com/office/drawing/2014/main" id="{6E8948F9-E21B-A51C-CA73-D182C51D5223}"/>
              </a:ext>
            </a:extLst>
          </p:cNvPr>
          <p:cNvGrpSpPr/>
          <p:nvPr/>
        </p:nvGrpSpPr>
        <p:grpSpPr>
          <a:xfrm>
            <a:off x="10383719" y="2822543"/>
            <a:ext cx="228377" cy="291849"/>
            <a:chOff x="10375487" y="5931258"/>
            <a:chExt cx="272979" cy="370277"/>
          </a:xfrm>
          <a:noFill/>
        </p:grpSpPr>
        <p:sp>
          <p:nvSpPr>
            <p:cNvPr id="8905" name="شكل حر: شكل 9967">
              <a:extLst>
                <a:ext uri="{FF2B5EF4-FFF2-40B4-BE49-F238E27FC236}">
                  <a16:creationId xmlns:a16="http://schemas.microsoft.com/office/drawing/2014/main" id="{ECBA45C7-91E7-8797-477D-037026DA9C32}"/>
                </a:ext>
              </a:extLst>
            </p:cNvPr>
            <p:cNvSpPr/>
            <p:nvPr/>
          </p:nvSpPr>
          <p:spPr>
            <a:xfrm>
              <a:off x="10568528" y="6157568"/>
              <a:ext cx="77844" cy="49909"/>
            </a:xfrm>
            <a:custGeom>
              <a:avLst/>
              <a:gdLst>
                <a:gd name="connsiteX0" fmla="*/ 69738 w 77844"/>
                <a:gd name="connsiteY0" fmla="*/ 0 h 49909"/>
                <a:gd name="connsiteX1" fmla="*/ 77845 w 77844"/>
                <a:gd name="connsiteY1" fmla="*/ 8107 h 49909"/>
                <a:gd name="connsiteX2" fmla="*/ 77845 w 77844"/>
                <a:gd name="connsiteY2" fmla="*/ 41803 h 49909"/>
                <a:gd name="connsiteX3" fmla="*/ 69738 w 77844"/>
                <a:gd name="connsiteY3" fmla="*/ 49910 h 49909"/>
                <a:gd name="connsiteX4" fmla="*/ 8106 w 77844"/>
                <a:gd name="connsiteY4" fmla="*/ 49910 h 49909"/>
                <a:gd name="connsiteX5" fmla="*/ -1 w 77844"/>
                <a:gd name="connsiteY5" fmla="*/ 41803 h 49909"/>
                <a:gd name="connsiteX6" fmla="*/ -1 w 77844"/>
                <a:gd name="connsiteY6" fmla="*/ 8107 h 49909"/>
                <a:gd name="connsiteX7" fmla="*/ 8106 w 77844"/>
                <a:gd name="connsiteY7" fmla="*/ 0 h 49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844" h="49909">
                  <a:moveTo>
                    <a:pt x="69738" y="0"/>
                  </a:moveTo>
                  <a:cubicBezTo>
                    <a:pt x="74215" y="0"/>
                    <a:pt x="77845" y="3629"/>
                    <a:pt x="77845" y="8107"/>
                  </a:cubicBezTo>
                  <a:lnTo>
                    <a:pt x="77845" y="41803"/>
                  </a:lnTo>
                  <a:cubicBezTo>
                    <a:pt x="77845" y="46280"/>
                    <a:pt x="74215" y="49910"/>
                    <a:pt x="69738" y="49910"/>
                  </a:cubicBezTo>
                  <a:lnTo>
                    <a:pt x="8106" y="49910"/>
                  </a:lnTo>
                  <a:cubicBezTo>
                    <a:pt x="3629" y="49910"/>
                    <a:pt x="-1" y="46281"/>
                    <a:pt x="-1" y="41803"/>
                  </a:cubicBezTo>
                  <a:lnTo>
                    <a:pt x="-1" y="8107"/>
                  </a:lnTo>
                  <a:cubicBezTo>
                    <a:pt x="-1" y="3630"/>
                    <a:pt x="3628" y="0"/>
                    <a:pt x="8106" y="0"/>
                  </a:cubicBezTo>
                  <a:close/>
                </a:path>
              </a:pathLst>
            </a:custGeom>
            <a:noFill/>
            <a:ln w="8472" cap="flat">
              <a:solidFill>
                <a:srgbClr val="17A3A3"/>
              </a:solidFill>
              <a:prstDash val="solid"/>
              <a:miter/>
            </a:ln>
          </p:spPr>
          <p:txBody>
            <a:bodyPr rtlCol="1" anchor="ctr"/>
            <a:lstStyle/>
            <a:p>
              <a:endParaRPr lang="ar-SA"/>
            </a:p>
          </p:txBody>
        </p:sp>
        <p:sp>
          <p:nvSpPr>
            <p:cNvPr id="8906" name="شكل حر: شكل 9968">
              <a:extLst>
                <a:ext uri="{FF2B5EF4-FFF2-40B4-BE49-F238E27FC236}">
                  <a16:creationId xmlns:a16="http://schemas.microsoft.com/office/drawing/2014/main" id="{B88C05C9-BC0E-5500-C6F4-4A87978F4A6F}"/>
                </a:ext>
              </a:extLst>
            </p:cNvPr>
            <p:cNvSpPr/>
            <p:nvPr/>
          </p:nvSpPr>
          <p:spPr>
            <a:xfrm>
              <a:off x="10591944" y="6138954"/>
              <a:ext cx="30985" cy="18614"/>
            </a:xfrm>
            <a:custGeom>
              <a:avLst/>
              <a:gdLst>
                <a:gd name="connsiteX0" fmla="*/ 0 w 30985"/>
                <a:gd name="connsiteY0" fmla="*/ 18614 h 18614"/>
                <a:gd name="connsiteX1" fmla="*/ 0 w 30985"/>
                <a:gd name="connsiteY1" fmla="*/ 7542 h 18614"/>
                <a:gd name="connsiteX2" fmla="*/ 7541 w 30985"/>
                <a:gd name="connsiteY2" fmla="*/ 0 h 18614"/>
                <a:gd name="connsiteX3" fmla="*/ 23444 w 30985"/>
                <a:gd name="connsiteY3" fmla="*/ 0 h 18614"/>
                <a:gd name="connsiteX4" fmla="*/ 30985 w 30985"/>
                <a:gd name="connsiteY4" fmla="*/ 7542 h 18614"/>
                <a:gd name="connsiteX5" fmla="*/ 30985 w 30985"/>
                <a:gd name="connsiteY5" fmla="*/ 18614 h 18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985" h="18614">
                  <a:moveTo>
                    <a:pt x="0" y="18614"/>
                  </a:moveTo>
                  <a:lnTo>
                    <a:pt x="0" y="7542"/>
                  </a:lnTo>
                  <a:cubicBezTo>
                    <a:pt x="0" y="3362"/>
                    <a:pt x="3389" y="0"/>
                    <a:pt x="7541" y="0"/>
                  </a:cubicBezTo>
                  <a:lnTo>
                    <a:pt x="23444" y="0"/>
                  </a:lnTo>
                  <a:cubicBezTo>
                    <a:pt x="27624" y="0"/>
                    <a:pt x="30985" y="3389"/>
                    <a:pt x="30985" y="7542"/>
                  </a:cubicBezTo>
                  <a:lnTo>
                    <a:pt x="30985" y="18614"/>
                  </a:lnTo>
                </a:path>
              </a:pathLst>
            </a:custGeom>
            <a:noFill/>
            <a:ln w="8472" cap="flat">
              <a:solidFill>
                <a:srgbClr val="17A3A3"/>
              </a:solidFill>
              <a:prstDash val="solid"/>
              <a:miter/>
            </a:ln>
          </p:spPr>
          <p:txBody>
            <a:bodyPr rtlCol="1" anchor="ctr"/>
            <a:lstStyle/>
            <a:p>
              <a:endParaRPr lang="ar-SA"/>
            </a:p>
          </p:txBody>
        </p:sp>
        <p:grpSp>
          <p:nvGrpSpPr>
            <p:cNvPr id="8907" name="رسم 8014">
              <a:extLst>
                <a:ext uri="{FF2B5EF4-FFF2-40B4-BE49-F238E27FC236}">
                  <a16:creationId xmlns:a16="http://schemas.microsoft.com/office/drawing/2014/main" id="{94D5D7F2-B2C0-8718-1F22-78C22AF8C111}"/>
                </a:ext>
              </a:extLst>
            </p:cNvPr>
            <p:cNvGrpSpPr/>
            <p:nvPr/>
          </p:nvGrpSpPr>
          <p:grpSpPr>
            <a:xfrm>
              <a:off x="10375487" y="5931258"/>
              <a:ext cx="124235" cy="370277"/>
              <a:chOff x="10375487" y="5931258"/>
              <a:chExt cx="124235" cy="370277"/>
            </a:xfrm>
            <a:noFill/>
          </p:grpSpPr>
          <p:sp>
            <p:nvSpPr>
              <p:cNvPr id="8915" name="شكل حر: شكل 9970">
                <a:extLst>
                  <a:ext uri="{FF2B5EF4-FFF2-40B4-BE49-F238E27FC236}">
                    <a16:creationId xmlns:a16="http://schemas.microsoft.com/office/drawing/2014/main" id="{BA2CF65D-963A-3267-AB35-9675502D7980}"/>
                  </a:ext>
                </a:extLst>
              </p:cNvPr>
              <p:cNvSpPr/>
              <p:nvPr/>
            </p:nvSpPr>
            <p:spPr>
              <a:xfrm rot="-2700000">
                <a:off x="10389105" y="5944876"/>
                <a:ext cx="65755" cy="65755"/>
              </a:xfrm>
              <a:custGeom>
                <a:avLst/>
                <a:gdLst>
                  <a:gd name="connsiteX0" fmla="*/ 65755 w 65755"/>
                  <a:gd name="connsiteY0" fmla="*/ 32878 h 65755"/>
                  <a:gd name="connsiteX1" fmla="*/ 32878 w 65755"/>
                  <a:gd name="connsiteY1" fmla="*/ 65755 h 65755"/>
                  <a:gd name="connsiteX2" fmla="*/ 0 w 65755"/>
                  <a:gd name="connsiteY2" fmla="*/ 32878 h 65755"/>
                  <a:gd name="connsiteX3" fmla="*/ 32878 w 65755"/>
                  <a:gd name="connsiteY3" fmla="*/ 1 h 65755"/>
                  <a:gd name="connsiteX4" fmla="*/ 65755 w 65755"/>
                  <a:gd name="connsiteY4" fmla="*/ 32878 h 65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55" h="65755">
                    <a:moveTo>
                      <a:pt x="65755" y="32878"/>
                    </a:moveTo>
                    <a:cubicBezTo>
                      <a:pt x="65755" y="51036"/>
                      <a:pt x="51035" y="65755"/>
                      <a:pt x="32878" y="65755"/>
                    </a:cubicBezTo>
                    <a:cubicBezTo>
                      <a:pt x="14720" y="65755"/>
                      <a:pt x="0" y="51036"/>
                      <a:pt x="0" y="32878"/>
                    </a:cubicBezTo>
                    <a:cubicBezTo>
                      <a:pt x="0" y="14720"/>
                      <a:pt x="14720" y="1"/>
                      <a:pt x="32878" y="1"/>
                    </a:cubicBezTo>
                    <a:cubicBezTo>
                      <a:pt x="51036" y="1"/>
                      <a:pt x="65755" y="14721"/>
                      <a:pt x="65755" y="32878"/>
                    </a:cubicBezTo>
                    <a:close/>
                  </a:path>
                </a:pathLst>
              </a:custGeom>
              <a:noFill/>
              <a:ln w="8472" cap="flat">
                <a:solidFill>
                  <a:srgbClr val="01355A"/>
                </a:solidFill>
                <a:prstDash val="solid"/>
                <a:miter/>
              </a:ln>
            </p:spPr>
            <p:txBody>
              <a:bodyPr rtlCol="1" anchor="ctr"/>
              <a:lstStyle/>
              <a:p>
                <a:endParaRPr lang="ar-SA"/>
              </a:p>
            </p:txBody>
          </p:sp>
          <p:sp>
            <p:nvSpPr>
              <p:cNvPr id="8916" name="شكل حر: شكل 9971">
                <a:extLst>
                  <a:ext uri="{FF2B5EF4-FFF2-40B4-BE49-F238E27FC236}">
                    <a16:creationId xmlns:a16="http://schemas.microsoft.com/office/drawing/2014/main" id="{60285597-1C03-1EF6-97F4-EBA5779A4D66}"/>
                  </a:ext>
                </a:extLst>
              </p:cNvPr>
              <p:cNvSpPr/>
              <p:nvPr/>
            </p:nvSpPr>
            <p:spPr>
              <a:xfrm>
                <a:off x="10445491" y="6158020"/>
                <a:ext cx="2824" cy="114196"/>
              </a:xfrm>
              <a:custGeom>
                <a:avLst/>
                <a:gdLst>
                  <a:gd name="connsiteX0" fmla="*/ 0 w 2824"/>
                  <a:gd name="connsiteY0" fmla="*/ 0 h 114196"/>
                  <a:gd name="connsiteX1" fmla="*/ 0 w 2824"/>
                  <a:gd name="connsiteY1" fmla="*/ 114197 h 114196"/>
                </a:gdLst>
                <a:ahLst/>
                <a:cxnLst>
                  <a:cxn ang="0">
                    <a:pos x="connsiteX0" y="connsiteY0"/>
                  </a:cxn>
                  <a:cxn ang="0">
                    <a:pos x="connsiteX1" y="connsiteY1"/>
                  </a:cxn>
                </a:cxnLst>
                <a:rect l="l" t="t" r="r" b="b"/>
                <a:pathLst>
                  <a:path w="2824" h="114196">
                    <a:moveTo>
                      <a:pt x="0" y="0"/>
                    </a:moveTo>
                    <a:lnTo>
                      <a:pt x="0" y="114197"/>
                    </a:lnTo>
                  </a:path>
                </a:pathLst>
              </a:custGeom>
              <a:ln w="8472" cap="flat">
                <a:solidFill>
                  <a:srgbClr val="01355A"/>
                </a:solidFill>
                <a:prstDash val="solid"/>
                <a:miter/>
              </a:ln>
            </p:spPr>
            <p:txBody>
              <a:bodyPr rtlCol="1" anchor="ctr"/>
              <a:lstStyle/>
              <a:p>
                <a:endParaRPr lang="ar-SA"/>
              </a:p>
            </p:txBody>
          </p:sp>
          <p:sp>
            <p:nvSpPr>
              <p:cNvPr id="8917" name="شكل حر: شكل 9972">
                <a:extLst>
                  <a:ext uri="{FF2B5EF4-FFF2-40B4-BE49-F238E27FC236}">
                    <a16:creationId xmlns:a16="http://schemas.microsoft.com/office/drawing/2014/main" id="{7F2D8E02-9ADE-7F0C-CE0A-D3FF468B29B6}"/>
                  </a:ext>
                </a:extLst>
              </p:cNvPr>
              <p:cNvSpPr/>
              <p:nvPr/>
            </p:nvSpPr>
            <p:spPr>
              <a:xfrm>
                <a:off x="10398434" y="6158020"/>
                <a:ext cx="2824" cy="112247"/>
              </a:xfrm>
              <a:custGeom>
                <a:avLst/>
                <a:gdLst>
                  <a:gd name="connsiteX0" fmla="*/ 0 w 2824"/>
                  <a:gd name="connsiteY0" fmla="*/ 112247 h 112247"/>
                  <a:gd name="connsiteX1" fmla="*/ 0 w 2824"/>
                  <a:gd name="connsiteY1" fmla="*/ 0 h 112247"/>
                </a:gdLst>
                <a:ahLst/>
                <a:cxnLst>
                  <a:cxn ang="0">
                    <a:pos x="connsiteX0" y="connsiteY0"/>
                  </a:cxn>
                  <a:cxn ang="0">
                    <a:pos x="connsiteX1" y="connsiteY1"/>
                  </a:cxn>
                </a:cxnLst>
                <a:rect l="l" t="t" r="r" b="b"/>
                <a:pathLst>
                  <a:path w="2824" h="112247">
                    <a:moveTo>
                      <a:pt x="0" y="112247"/>
                    </a:moveTo>
                    <a:lnTo>
                      <a:pt x="0" y="0"/>
                    </a:lnTo>
                  </a:path>
                </a:pathLst>
              </a:custGeom>
              <a:ln w="8472" cap="flat">
                <a:solidFill>
                  <a:srgbClr val="01355A"/>
                </a:solidFill>
                <a:prstDash val="solid"/>
                <a:miter/>
              </a:ln>
            </p:spPr>
            <p:txBody>
              <a:bodyPr rtlCol="1" anchor="ctr"/>
              <a:lstStyle/>
              <a:p>
                <a:endParaRPr lang="ar-SA"/>
              </a:p>
            </p:txBody>
          </p:sp>
          <p:sp>
            <p:nvSpPr>
              <p:cNvPr id="8918" name="شكل حر: شكل 9973">
                <a:extLst>
                  <a:ext uri="{FF2B5EF4-FFF2-40B4-BE49-F238E27FC236}">
                    <a16:creationId xmlns:a16="http://schemas.microsoft.com/office/drawing/2014/main" id="{7FBA0DED-E5E8-D13A-5A38-54A3EB5DDAB5}"/>
                  </a:ext>
                </a:extLst>
              </p:cNvPr>
              <p:cNvSpPr/>
              <p:nvPr/>
            </p:nvSpPr>
            <p:spPr>
              <a:xfrm>
                <a:off x="10421963" y="6061195"/>
                <a:ext cx="77759" cy="38018"/>
              </a:xfrm>
              <a:custGeom>
                <a:avLst/>
                <a:gdLst>
                  <a:gd name="connsiteX0" fmla="*/ 0 w 77759"/>
                  <a:gd name="connsiteY0" fmla="*/ 0 h 38018"/>
                  <a:gd name="connsiteX1" fmla="*/ 0 w 77759"/>
                  <a:gd name="connsiteY1" fmla="*/ 13728 h 38018"/>
                  <a:gd name="connsiteX2" fmla="*/ 24291 w 77759"/>
                  <a:gd name="connsiteY2" fmla="*/ 38019 h 38018"/>
                  <a:gd name="connsiteX3" fmla="*/ 77760 w 77759"/>
                  <a:gd name="connsiteY3" fmla="*/ 38019 h 38018"/>
                </a:gdLst>
                <a:ahLst/>
                <a:cxnLst>
                  <a:cxn ang="0">
                    <a:pos x="connsiteX0" y="connsiteY0"/>
                  </a:cxn>
                  <a:cxn ang="0">
                    <a:pos x="connsiteX1" y="connsiteY1"/>
                  </a:cxn>
                  <a:cxn ang="0">
                    <a:pos x="connsiteX2" y="connsiteY2"/>
                  </a:cxn>
                  <a:cxn ang="0">
                    <a:pos x="connsiteX3" y="connsiteY3"/>
                  </a:cxn>
                </a:cxnLst>
                <a:rect l="l" t="t" r="r" b="b"/>
                <a:pathLst>
                  <a:path w="77759" h="38018">
                    <a:moveTo>
                      <a:pt x="0" y="0"/>
                    </a:moveTo>
                    <a:lnTo>
                      <a:pt x="0" y="13728"/>
                    </a:lnTo>
                    <a:cubicBezTo>
                      <a:pt x="0" y="27144"/>
                      <a:pt x="10874" y="38019"/>
                      <a:pt x="24291" y="38019"/>
                    </a:cubicBezTo>
                    <a:lnTo>
                      <a:pt x="77760" y="38019"/>
                    </a:lnTo>
                  </a:path>
                </a:pathLst>
              </a:custGeom>
              <a:noFill/>
              <a:ln w="8472" cap="flat">
                <a:solidFill>
                  <a:srgbClr val="01355A"/>
                </a:solidFill>
                <a:prstDash val="solid"/>
                <a:miter/>
              </a:ln>
            </p:spPr>
            <p:txBody>
              <a:bodyPr rtlCol="1" anchor="ctr"/>
              <a:lstStyle/>
              <a:p>
                <a:endParaRPr lang="ar-SA"/>
              </a:p>
            </p:txBody>
          </p:sp>
          <p:sp>
            <p:nvSpPr>
              <p:cNvPr id="8919" name="شكل حر: شكل 9974">
                <a:extLst>
                  <a:ext uri="{FF2B5EF4-FFF2-40B4-BE49-F238E27FC236}">
                    <a16:creationId xmlns:a16="http://schemas.microsoft.com/office/drawing/2014/main" id="{5F912F42-CFC1-5CD4-CB0F-0EA8688CD605}"/>
                  </a:ext>
                </a:extLst>
              </p:cNvPr>
              <p:cNvSpPr/>
              <p:nvPr/>
            </p:nvSpPr>
            <p:spPr>
              <a:xfrm>
                <a:off x="10398434" y="6270268"/>
                <a:ext cx="67534" cy="31267"/>
              </a:xfrm>
              <a:custGeom>
                <a:avLst/>
                <a:gdLst>
                  <a:gd name="connsiteX0" fmla="*/ 67535 w 67534"/>
                  <a:gd name="connsiteY0" fmla="*/ 31268 h 31267"/>
                  <a:gd name="connsiteX1" fmla="*/ 0 w 67534"/>
                  <a:gd name="connsiteY1" fmla="*/ 31268 h 31267"/>
                  <a:gd name="connsiteX2" fmla="*/ 0 w 67534"/>
                  <a:gd name="connsiteY2" fmla="*/ 0 h 31267"/>
                  <a:gd name="connsiteX3" fmla="*/ 36267 w 67534"/>
                  <a:gd name="connsiteY3" fmla="*/ 0 h 31267"/>
                  <a:gd name="connsiteX4" fmla="*/ 67535 w 67534"/>
                  <a:gd name="connsiteY4" fmla="*/ 31268 h 31267"/>
                  <a:gd name="connsiteX5" fmla="*/ 67535 w 67534"/>
                  <a:gd name="connsiteY5" fmla="*/ 31268 h 31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34" h="31267">
                    <a:moveTo>
                      <a:pt x="67535" y="31268"/>
                    </a:moveTo>
                    <a:lnTo>
                      <a:pt x="0" y="31268"/>
                    </a:lnTo>
                    <a:lnTo>
                      <a:pt x="0" y="0"/>
                    </a:lnTo>
                    <a:lnTo>
                      <a:pt x="36267" y="0"/>
                    </a:lnTo>
                    <a:cubicBezTo>
                      <a:pt x="53525" y="0"/>
                      <a:pt x="67535" y="14010"/>
                      <a:pt x="67535" y="31268"/>
                    </a:cubicBezTo>
                    <a:lnTo>
                      <a:pt x="67535" y="31268"/>
                    </a:lnTo>
                    <a:close/>
                  </a:path>
                </a:pathLst>
              </a:custGeom>
              <a:noFill/>
              <a:ln w="8472" cap="flat">
                <a:solidFill>
                  <a:srgbClr val="01355A"/>
                </a:solidFill>
                <a:prstDash val="solid"/>
                <a:miter/>
              </a:ln>
            </p:spPr>
            <p:txBody>
              <a:bodyPr rtlCol="1" anchor="ctr"/>
              <a:lstStyle/>
              <a:p>
                <a:endParaRPr lang="ar-SA"/>
              </a:p>
            </p:txBody>
          </p:sp>
          <p:sp>
            <p:nvSpPr>
              <p:cNvPr id="8920" name="شكل حر: شكل 9975">
                <a:extLst>
                  <a:ext uri="{FF2B5EF4-FFF2-40B4-BE49-F238E27FC236}">
                    <a16:creationId xmlns:a16="http://schemas.microsoft.com/office/drawing/2014/main" id="{62207081-3F79-642A-DAB0-BFFA8E34010D}"/>
                  </a:ext>
                </a:extLst>
              </p:cNvPr>
              <p:cNvSpPr/>
              <p:nvPr/>
            </p:nvSpPr>
            <p:spPr>
              <a:xfrm>
                <a:off x="10383860" y="6027413"/>
                <a:ext cx="76206" cy="130607"/>
              </a:xfrm>
              <a:custGeom>
                <a:avLst/>
                <a:gdLst>
                  <a:gd name="connsiteX0" fmla="*/ 76206 w 76206"/>
                  <a:gd name="connsiteY0" fmla="*/ 53921 h 130607"/>
                  <a:gd name="connsiteX1" fmla="*/ 76206 w 76206"/>
                  <a:gd name="connsiteY1" fmla="*/ 38103 h 130607"/>
                  <a:gd name="connsiteX2" fmla="*/ 38103 w 76206"/>
                  <a:gd name="connsiteY2" fmla="*/ 0 h 130607"/>
                  <a:gd name="connsiteX3" fmla="*/ 38103 w 76206"/>
                  <a:gd name="connsiteY3" fmla="*/ 0 h 130607"/>
                  <a:gd name="connsiteX4" fmla="*/ 0 w 76206"/>
                  <a:gd name="connsiteY4" fmla="*/ 38103 h 130607"/>
                  <a:gd name="connsiteX5" fmla="*/ 0 w 76206"/>
                  <a:gd name="connsiteY5" fmla="*/ 72252 h 130607"/>
                  <a:gd name="connsiteX6" fmla="*/ 14574 w 76206"/>
                  <a:gd name="connsiteY6" fmla="*/ 130607 h 130607"/>
                  <a:gd name="connsiteX7" fmla="*/ 61631 w 76206"/>
                  <a:gd name="connsiteY7" fmla="*/ 130607 h 130607"/>
                  <a:gd name="connsiteX8" fmla="*/ 74766 w 76206"/>
                  <a:gd name="connsiteY8" fmla="*/ 91035 h 130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06" h="130607">
                    <a:moveTo>
                      <a:pt x="76206" y="53921"/>
                    </a:moveTo>
                    <a:lnTo>
                      <a:pt x="76206" y="38103"/>
                    </a:lnTo>
                    <a:cubicBezTo>
                      <a:pt x="76206" y="17060"/>
                      <a:pt x="59146" y="0"/>
                      <a:pt x="38103" y="0"/>
                    </a:cubicBezTo>
                    <a:lnTo>
                      <a:pt x="38103" y="0"/>
                    </a:lnTo>
                    <a:cubicBezTo>
                      <a:pt x="17060" y="0"/>
                      <a:pt x="0" y="17060"/>
                      <a:pt x="0" y="38103"/>
                    </a:cubicBezTo>
                    <a:lnTo>
                      <a:pt x="0" y="72252"/>
                    </a:lnTo>
                    <a:cubicBezTo>
                      <a:pt x="0" y="92589"/>
                      <a:pt x="5000" y="112643"/>
                      <a:pt x="14574" y="130607"/>
                    </a:cubicBezTo>
                    <a:lnTo>
                      <a:pt x="61631" y="130607"/>
                    </a:lnTo>
                    <a:cubicBezTo>
                      <a:pt x="68241" y="118208"/>
                      <a:pt x="72676" y="104819"/>
                      <a:pt x="74766" y="91035"/>
                    </a:cubicBezTo>
                  </a:path>
                </a:pathLst>
              </a:custGeom>
              <a:noFill/>
              <a:ln w="8472" cap="flat">
                <a:solidFill>
                  <a:srgbClr val="01355A"/>
                </a:solidFill>
                <a:prstDash val="solid"/>
                <a:miter/>
              </a:ln>
            </p:spPr>
            <p:txBody>
              <a:bodyPr rtlCol="1" anchor="ctr"/>
              <a:lstStyle/>
              <a:p>
                <a:endParaRPr lang="ar-SA"/>
              </a:p>
            </p:txBody>
          </p:sp>
        </p:grpSp>
        <p:sp>
          <p:nvSpPr>
            <p:cNvPr id="8908" name="شكل حر: شكل 9976">
              <a:extLst>
                <a:ext uri="{FF2B5EF4-FFF2-40B4-BE49-F238E27FC236}">
                  <a16:creationId xmlns:a16="http://schemas.microsoft.com/office/drawing/2014/main" id="{FF5AF14E-97B0-ADB0-F169-3B780CDEB10A}"/>
                </a:ext>
              </a:extLst>
            </p:cNvPr>
            <p:cNvSpPr/>
            <p:nvPr/>
          </p:nvSpPr>
          <p:spPr>
            <a:xfrm rot="-796800">
              <a:off x="10576038" y="5945345"/>
              <a:ext cx="65755" cy="65755"/>
            </a:xfrm>
            <a:custGeom>
              <a:avLst/>
              <a:gdLst>
                <a:gd name="connsiteX0" fmla="*/ 65755 w 65755"/>
                <a:gd name="connsiteY0" fmla="*/ 32878 h 65755"/>
                <a:gd name="connsiteX1" fmla="*/ 32878 w 65755"/>
                <a:gd name="connsiteY1" fmla="*/ 65756 h 65755"/>
                <a:gd name="connsiteX2" fmla="*/ 0 w 65755"/>
                <a:gd name="connsiteY2" fmla="*/ 32878 h 65755"/>
                <a:gd name="connsiteX3" fmla="*/ 32878 w 65755"/>
                <a:gd name="connsiteY3" fmla="*/ 1 h 65755"/>
                <a:gd name="connsiteX4" fmla="*/ 65755 w 65755"/>
                <a:gd name="connsiteY4" fmla="*/ 32878 h 65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55" h="65755">
                  <a:moveTo>
                    <a:pt x="65755" y="32878"/>
                  </a:moveTo>
                  <a:cubicBezTo>
                    <a:pt x="65755" y="51036"/>
                    <a:pt x="51035" y="65756"/>
                    <a:pt x="32878" y="65756"/>
                  </a:cubicBezTo>
                  <a:cubicBezTo>
                    <a:pt x="14720" y="65756"/>
                    <a:pt x="0" y="51036"/>
                    <a:pt x="0" y="32878"/>
                  </a:cubicBezTo>
                  <a:cubicBezTo>
                    <a:pt x="0" y="14720"/>
                    <a:pt x="14720" y="1"/>
                    <a:pt x="32878" y="1"/>
                  </a:cubicBezTo>
                  <a:cubicBezTo>
                    <a:pt x="51036" y="1"/>
                    <a:pt x="65755" y="14721"/>
                    <a:pt x="65755" y="32878"/>
                  </a:cubicBezTo>
                  <a:close/>
                </a:path>
              </a:pathLst>
            </a:custGeom>
            <a:noFill/>
            <a:ln w="8472" cap="flat">
              <a:solidFill>
                <a:srgbClr val="01355A"/>
              </a:solidFill>
              <a:prstDash val="solid"/>
              <a:miter/>
            </a:ln>
          </p:spPr>
          <p:txBody>
            <a:bodyPr rtlCol="1" anchor="ctr"/>
            <a:lstStyle/>
            <a:p>
              <a:endParaRPr lang="ar-SA"/>
            </a:p>
          </p:txBody>
        </p:sp>
        <p:sp>
          <p:nvSpPr>
            <p:cNvPr id="8909" name="شكل حر: شكل 9977">
              <a:extLst>
                <a:ext uri="{FF2B5EF4-FFF2-40B4-BE49-F238E27FC236}">
                  <a16:creationId xmlns:a16="http://schemas.microsoft.com/office/drawing/2014/main" id="{1E1B0A9D-6617-3A7E-7DCC-B6710A43D482}"/>
                </a:ext>
              </a:extLst>
            </p:cNvPr>
            <p:cNvSpPr/>
            <p:nvPr/>
          </p:nvSpPr>
          <p:spPr>
            <a:xfrm>
              <a:off x="10585532" y="6224425"/>
              <a:ext cx="2824" cy="47791"/>
            </a:xfrm>
            <a:custGeom>
              <a:avLst/>
              <a:gdLst>
                <a:gd name="connsiteX0" fmla="*/ 0 w 2824"/>
                <a:gd name="connsiteY0" fmla="*/ 0 h 47791"/>
                <a:gd name="connsiteX1" fmla="*/ 0 w 2824"/>
                <a:gd name="connsiteY1" fmla="*/ 47792 h 47791"/>
              </a:gdLst>
              <a:ahLst/>
              <a:cxnLst>
                <a:cxn ang="0">
                  <a:pos x="connsiteX0" y="connsiteY0"/>
                </a:cxn>
                <a:cxn ang="0">
                  <a:pos x="connsiteX1" y="connsiteY1"/>
                </a:cxn>
              </a:cxnLst>
              <a:rect l="l" t="t" r="r" b="b"/>
              <a:pathLst>
                <a:path w="2824" h="47791">
                  <a:moveTo>
                    <a:pt x="0" y="0"/>
                  </a:moveTo>
                  <a:lnTo>
                    <a:pt x="0" y="47792"/>
                  </a:lnTo>
                </a:path>
              </a:pathLst>
            </a:custGeom>
            <a:ln w="8472" cap="flat">
              <a:solidFill>
                <a:srgbClr val="01355A"/>
              </a:solidFill>
              <a:prstDash val="solid"/>
              <a:miter/>
            </a:ln>
          </p:spPr>
          <p:txBody>
            <a:bodyPr rtlCol="1" anchor="ctr"/>
            <a:lstStyle/>
            <a:p>
              <a:endParaRPr lang="ar-SA"/>
            </a:p>
          </p:txBody>
        </p:sp>
        <p:sp>
          <p:nvSpPr>
            <p:cNvPr id="8910" name="شكل حر: شكل 9978">
              <a:extLst>
                <a:ext uri="{FF2B5EF4-FFF2-40B4-BE49-F238E27FC236}">
                  <a16:creationId xmlns:a16="http://schemas.microsoft.com/office/drawing/2014/main" id="{BABABBE2-A356-F768-FA14-71B1BEFDCCD9}"/>
                </a:ext>
              </a:extLst>
            </p:cNvPr>
            <p:cNvSpPr/>
            <p:nvPr/>
          </p:nvSpPr>
          <p:spPr>
            <a:xfrm>
              <a:off x="10632589" y="6224425"/>
              <a:ext cx="2824" cy="45842"/>
            </a:xfrm>
            <a:custGeom>
              <a:avLst/>
              <a:gdLst>
                <a:gd name="connsiteX0" fmla="*/ 0 w 2824"/>
                <a:gd name="connsiteY0" fmla="*/ 45842 h 45842"/>
                <a:gd name="connsiteX1" fmla="*/ 0 w 2824"/>
                <a:gd name="connsiteY1" fmla="*/ 0 h 45842"/>
              </a:gdLst>
              <a:ahLst/>
              <a:cxnLst>
                <a:cxn ang="0">
                  <a:pos x="connsiteX0" y="connsiteY0"/>
                </a:cxn>
                <a:cxn ang="0">
                  <a:pos x="connsiteX1" y="connsiteY1"/>
                </a:cxn>
              </a:cxnLst>
              <a:rect l="l" t="t" r="r" b="b"/>
              <a:pathLst>
                <a:path w="2824" h="45842">
                  <a:moveTo>
                    <a:pt x="0" y="45842"/>
                  </a:moveTo>
                  <a:lnTo>
                    <a:pt x="0" y="0"/>
                  </a:lnTo>
                </a:path>
              </a:pathLst>
            </a:custGeom>
            <a:ln w="8472" cap="flat">
              <a:solidFill>
                <a:srgbClr val="01355A"/>
              </a:solidFill>
              <a:prstDash val="solid"/>
              <a:miter/>
            </a:ln>
          </p:spPr>
          <p:txBody>
            <a:bodyPr rtlCol="1" anchor="ctr"/>
            <a:lstStyle/>
            <a:p>
              <a:endParaRPr lang="ar-SA"/>
            </a:p>
          </p:txBody>
        </p:sp>
        <p:sp>
          <p:nvSpPr>
            <p:cNvPr id="8911" name="شكل حر: شكل 9979">
              <a:extLst>
                <a:ext uri="{FF2B5EF4-FFF2-40B4-BE49-F238E27FC236}">
                  <a16:creationId xmlns:a16="http://schemas.microsoft.com/office/drawing/2014/main" id="{24A24088-AC38-B677-4341-5CA07C18F04D}"/>
                </a:ext>
              </a:extLst>
            </p:cNvPr>
            <p:cNvSpPr/>
            <p:nvPr/>
          </p:nvSpPr>
          <p:spPr>
            <a:xfrm>
              <a:off x="10565082" y="6270268"/>
              <a:ext cx="67534" cy="31267"/>
            </a:xfrm>
            <a:custGeom>
              <a:avLst/>
              <a:gdLst>
                <a:gd name="connsiteX0" fmla="*/ 0 w 67534"/>
                <a:gd name="connsiteY0" fmla="*/ 31268 h 31267"/>
                <a:gd name="connsiteX1" fmla="*/ 67535 w 67534"/>
                <a:gd name="connsiteY1" fmla="*/ 31268 h 31267"/>
                <a:gd name="connsiteX2" fmla="*/ 67535 w 67534"/>
                <a:gd name="connsiteY2" fmla="*/ 0 h 31267"/>
                <a:gd name="connsiteX3" fmla="*/ 31268 w 67534"/>
                <a:gd name="connsiteY3" fmla="*/ 0 h 31267"/>
                <a:gd name="connsiteX4" fmla="*/ 0 w 67534"/>
                <a:gd name="connsiteY4" fmla="*/ 31268 h 31267"/>
                <a:gd name="connsiteX5" fmla="*/ 0 w 67534"/>
                <a:gd name="connsiteY5" fmla="*/ 31268 h 31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34" h="31267">
                  <a:moveTo>
                    <a:pt x="0" y="31268"/>
                  </a:moveTo>
                  <a:lnTo>
                    <a:pt x="67535" y="31268"/>
                  </a:lnTo>
                  <a:lnTo>
                    <a:pt x="67535" y="0"/>
                  </a:lnTo>
                  <a:lnTo>
                    <a:pt x="31268" y="0"/>
                  </a:lnTo>
                  <a:cubicBezTo>
                    <a:pt x="14010" y="0"/>
                    <a:pt x="0" y="14010"/>
                    <a:pt x="0" y="31268"/>
                  </a:cubicBezTo>
                  <a:lnTo>
                    <a:pt x="0" y="31268"/>
                  </a:lnTo>
                  <a:close/>
                </a:path>
              </a:pathLst>
            </a:custGeom>
            <a:noFill/>
            <a:ln w="8472" cap="flat">
              <a:solidFill>
                <a:srgbClr val="01355A"/>
              </a:solidFill>
              <a:prstDash val="solid"/>
              <a:miter/>
            </a:ln>
          </p:spPr>
          <p:txBody>
            <a:bodyPr rtlCol="1" anchor="ctr"/>
            <a:lstStyle/>
            <a:p>
              <a:endParaRPr lang="ar-SA"/>
            </a:p>
          </p:txBody>
        </p:sp>
        <p:sp>
          <p:nvSpPr>
            <p:cNvPr id="8912" name="شكل حر: شكل 9980">
              <a:extLst>
                <a:ext uri="{FF2B5EF4-FFF2-40B4-BE49-F238E27FC236}">
                  <a16:creationId xmlns:a16="http://schemas.microsoft.com/office/drawing/2014/main" id="{9A8AD89D-9C8C-211B-5819-A14E16D877C6}"/>
                </a:ext>
              </a:extLst>
            </p:cNvPr>
            <p:cNvSpPr/>
            <p:nvPr/>
          </p:nvSpPr>
          <p:spPr>
            <a:xfrm>
              <a:off x="10570986" y="6027413"/>
              <a:ext cx="76206" cy="107813"/>
            </a:xfrm>
            <a:custGeom>
              <a:avLst/>
              <a:gdLst>
                <a:gd name="connsiteX0" fmla="*/ 5197 w 76206"/>
                <a:gd name="connsiteY0" fmla="*/ 107813 h 107813"/>
                <a:gd name="connsiteX1" fmla="*/ 0 w 76206"/>
                <a:gd name="connsiteY1" fmla="*/ 72252 h 107813"/>
                <a:gd name="connsiteX2" fmla="*/ 0 w 76206"/>
                <a:gd name="connsiteY2" fmla="*/ 38103 h 107813"/>
                <a:gd name="connsiteX3" fmla="*/ 38103 w 76206"/>
                <a:gd name="connsiteY3" fmla="*/ 0 h 107813"/>
                <a:gd name="connsiteX4" fmla="*/ 38103 w 76206"/>
                <a:gd name="connsiteY4" fmla="*/ 0 h 107813"/>
                <a:gd name="connsiteX5" fmla="*/ 76206 w 76206"/>
                <a:gd name="connsiteY5" fmla="*/ 38103 h 107813"/>
                <a:gd name="connsiteX6" fmla="*/ 76206 w 76206"/>
                <a:gd name="connsiteY6" fmla="*/ 72252 h 107813"/>
                <a:gd name="connsiteX7" fmla="*/ 71009 w 76206"/>
                <a:gd name="connsiteY7" fmla="*/ 107813 h 107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6206" h="107813">
                  <a:moveTo>
                    <a:pt x="5197" y="107813"/>
                  </a:moveTo>
                  <a:cubicBezTo>
                    <a:pt x="1751" y="96317"/>
                    <a:pt x="0" y="84341"/>
                    <a:pt x="0" y="72252"/>
                  </a:cubicBezTo>
                  <a:lnTo>
                    <a:pt x="0" y="38103"/>
                  </a:lnTo>
                  <a:cubicBezTo>
                    <a:pt x="0" y="17060"/>
                    <a:pt x="17060" y="0"/>
                    <a:pt x="38103" y="0"/>
                  </a:cubicBezTo>
                  <a:lnTo>
                    <a:pt x="38103" y="0"/>
                  </a:lnTo>
                  <a:cubicBezTo>
                    <a:pt x="59146" y="0"/>
                    <a:pt x="76206" y="17060"/>
                    <a:pt x="76206" y="38103"/>
                  </a:cubicBezTo>
                  <a:lnTo>
                    <a:pt x="76206" y="72252"/>
                  </a:lnTo>
                  <a:cubicBezTo>
                    <a:pt x="76206" y="84341"/>
                    <a:pt x="74426" y="96317"/>
                    <a:pt x="71009" y="107813"/>
                  </a:cubicBezTo>
                </a:path>
              </a:pathLst>
            </a:custGeom>
            <a:noFill/>
            <a:ln w="8472" cap="flat">
              <a:solidFill>
                <a:srgbClr val="01355A"/>
              </a:solidFill>
              <a:prstDash val="solid"/>
              <a:miter/>
            </a:ln>
          </p:spPr>
          <p:txBody>
            <a:bodyPr rtlCol="1" anchor="ctr"/>
            <a:lstStyle/>
            <a:p>
              <a:endParaRPr lang="ar-SA"/>
            </a:p>
          </p:txBody>
        </p:sp>
        <p:sp>
          <p:nvSpPr>
            <p:cNvPr id="8913" name="شكل حر: شكل 9981">
              <a:extLst>
                <a:ext uri="{FF2B5EF4-FFF2-40B4-BE49-F238E27FC236}">
                  <a16:creationId xmlns:a16="http://schemas.microsoft.com/office/drawing/2014/main" id="{2AD47F42-B5D4-06E4-C2D1-CB94D88F9C41}"/>
                </a:ext>
              </a:extLst>
            </p:cNvPr>
            <p:cNvSpPr/>
            <p:nvPr/>
          </p:nvSpPr>
          <p:spPr>
            <a:xfrm>
              <a:off x="10609060" y="6061195"/>
              <a:ext cx="2824" cy="77759"/>
            </a:xfrm>
            <a:custGeom>
              <a:avLst/>
              <a:gdLst>
                <a:gd name="connsiteX0" fmla="*/ 0 w 2824"/>
                <a:gd name="connsiteY0" fmla="*/ 0 h 77759"/>
                <a:gd name="connsiteX1" fmla="*/ 0 w 2824"/>
                <a:gd name="connsiteY1" fmla="*/ 77760 h 77759"/>
              </a:gdLst>
              <a:ahLst/>
              <a:cxnLst>
                <a:cxn ang="0">
                  <a:pos x="connsiteX0" y="connsiteY0"/>
                </a:cxn>
                <a:cxn ang="0">
                  <a:pos x="connsiteX1" y="connsiteY1"/>
                </a:cxn>
              </a:cxnLst>
              <a:rect l="l" t="t" r="r" b="b"/>
              <a:pathLst>
                <a:path w="2824" h="77759">
                  <a:moveTo>
                    <a:pt x="0" y="0"/>
                  </a:moveTo>
                  <a:lnTo>
                    <a:pt x="0" y="77760"/>
                  </a:lnTo>
                </a:path>
              </a:pathLst>
            </a:custGeom>
            <a:ln w="8472" cap="flat">
              <a:solidFill>
                <a:srgbClr val="01355A"/>
              </a:solidFill>
              <a:prstDash val="solid"/>
              <a:miter/>
            </a:ln>
          </p:spPr>
          <p:txBody>
            <a:bodyPr rtlCol="1" anchor="ctr"/>
            <a:lstStyle/>
            <a:p>
              <a:endParaRPr lang="ar-SA"/>
            </a:p>
          </p:txBody>
        </p:sp>
        <p:sp>
          <p:nvSpPr>
            <p:cNvPr id="8914" name="شكل حر: شكل 9982">
              <a:extLst>
                <a:ext uri="{FF2B5EF4-FFF2-40B4-BE49-F238E27FC236}">
                  <a16:creationId xmlns:a16="http://schemas.microsoft.com/office/drawing/2014/main" id="{D83EDFB6-4C6E-9EC0-8DBC-EF13442ABFDA}"/>
                </a:ext>
              </a:extLst>
            </p:cNvPr>
            <p:cNvSpPr/>
            <p:nvPr/>
          </p:nvSpPr>
          <p:spPr>
            <a:xfrm>
              <a:off x="10527601" y="6099665"/>
              <a:ext cx="43356" cy="2824"/>
            </a:xfrm>
            <a:custGeom>
              <a:avLst/>
              <a:gdLst>
                <a:gd name="connsiteX0" fmla="*/ 43357 w 43356"/>
                <a:gd name="connsiteY0" fmla="*/ 0 h 2824"/>
                <a:gd name="connsiteX1" fmla="*/ 0 w 43356"/>
                <a:gd name="connsiteY1" fmla="*/ 0 h 2824"/>
              </a:gdLst>
              <a:ahLst/>
              <a:cxnLst>
                <a:cxn ang="0">
                  <a:pos x="connsiteX0" y="connsiteY0"/>
                </a:cxn>
                <a:cxn ang="0">
                  <a:pos x="connsiteX1" y="connsiteY1"/>
                </a:cxn>
              </a:cxnLst>
              <a:rect l="l" t="t" r="r" b="b"/>
              <a:pathLst>
                <a:path w="43356" h="2824">
                  <a:moveTo>
                    <a:pt x="43357" y="0"/>
                  </a:moveTo>
                  <a:lnTo>
                    <a:pt x="0" y="0"/>
                  </a:lnTo>
                </a:path>
              </a:pathLst>
            </a:custGeom>
            <a:ln w="8472" cap="flat">
              <a:solidFill>
                <a:srgbClr val="01355A"/>
              </a:solidFill>
              <a:prstDash val="solid"/>
              <a:miter/>
            </a:ln>
          </p:spPr>
          <p:txBody>
            <a:bodyPr rtlCol="1" anchor="ctr"/>
            <a:lstStyle/>
            <a:p>
              <a:endParaRPr lang="ar-SA"/>
            </a:p>
          </p:txBody>
        </p:sp>
      </p:grpSp>
      <p:grpSp>
        <p:nvGrpSpPr>
          <p:cNvPr id="8921" name="رسم 8014">
            <a:extLst>
              <a:ext uri="{FF2B5EF4-FFF2-40B4-BE49-F238E27FC236}">
                <a16:creationId xmlns:a16="http://schemas.microsoft.com/office/drawing/2014/main" id="{87BEB5BB-9335-6D3F-A383-3091BEA2F54E}"/>
              </a:ext>
            </a:extLst>
          </p:cNvPr>
          <p:cNvGrpSpPr/>
          <p:nvPr/>
        </p:nvGrpSpPr>
        <p:grpSpPr>
          <a:xfrm>
            <a:off x="5474518" y="5699043"/>
            <a:ext cx="273474" cy="286822"/>
            <a:chOff x="5625119" y="5415151"/>
            <a:chExt cx="326884" cy="363899"/>
          </a:xfrm>
          <a:noFill/>
        </p:grpSpPr>
        <p:sp>
          <p:nvSpPr>
            <p:cNvPr id="8922" name="شكل حر: شكل 9984">
              <a:extLst>
                <a:ext uri="{FF2B5EF4-FFF2-40B4-BE49-F238E27FC236}">
                  <a16:creationId xmlns:a16="http://schemas.microsoft.com/office/drawing/2014/main" id="{748F17A8-0705-8B53-0EEA-37BB1C3C05E0}"/>
                </a:ext>
              </a:extLst>
            </p:cNvPr>
            <p:cNvSpPr/>
            <p:nvPr/>
          </p:nvSpPr>
          <p:spPr>
            <a:xfrm>
              <a:off x="5878227" y="5434004"/>
              <a:ext cx="38583" cy="77166"/>
            </a:xfrm>
            <a:custGeom>
              <a:avLst/>
              <a:gdLst>
                <a:gd name="connsiteX0" fmla="*/ 0 w 38583"/>
                <a:gd name="connsiteY0" fmla="*/ 57875 h 77166"/>
                <a:gd name="connsiteX1" fmla="*/ 19292 w 38583"/>
                <a:gd name="connsiteY1" fmla="*/ 77167 h 77166"/>
                <a:gd name="connsiteX2" fmla="*/ 38583 w 38583"/>
                <a:gd name="connsiteY2" fmla="*/ 57875 h 77166"/>
                <a:gd name="connsiteX3" fmla="*/ 19292 w 38583"/>
                <a:gd name="connsiteY3" fmla="*/ 38583 h 77166"/>
                <a:gd name="connsiteX4" fmla="*/ 0 w 38583"/>
                <a:gd name="connsiteY4" fmla="*/ 19292 h 77166"/>
                <a:gd name="connsiteX5" fmla="*/ 19292 w 38583"/>
                <a:gd name="connsiteY5" fmla="*/ 0 h 77166"/>
                <a:gd name="connsiteX6" fmla="*/ 38583 w 38583"/>
                <a:gd name="connsiteY6" fmla="*/ 19292 h 77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83" h="77166">
                  <a:moveTo>
                    <a:pt x="0" y="57875"/>
                  </a:moveTo>
                  <a:cubicBezTo>
                    <a:pt x="0" y="68524"/>
                    <a:pt x="8643" y="77167"/>
                    <a:pt x="19292" y="77167"/>
                  </a:cubicBezTo>
                  <a:cubicBezTo>
                    <a:pt x="29940" y="77167"/>
                    <a:pt x="38583" y="68524"/>
                    <a:pt x="38583" y="57875"/>
                  </a:cubicBezTo>
                  <a:cubicBezTo>
                    <a:pt x="38583" y="47226"/>
                    <a:pt x="30675" y="42312"/>
                    <a:pt x="19292" y="38583"/>
                  </a:cubicBezTo>
                  <a:cubicBezTo>
                    <a:pt x="9180" y="35279"/>
                    <a:pt x="0" y="29940"/>
                    <a:pt x="0" y="19292"/>
                  </a:cubicBezTo>
                  <a:cubicBezTo>
                    <a:pt x="0" y="8643"/>
                    <a:pt x="8643" y="0"/>
                    <a:pt x="19292" y="0"/>
                  </a:cubicBezTo>
                  <a:cubicBezTo>
                    <a:pt x="29940" y="0"/>
                    <a:pt x="38583" y="8643"/>
                    <a:pt x="38583" y="19292"/>
                  </a:cubicBezTo>
                </a:path>
              </a:pathLst>
            </a:custGeom>
            <a:noFill/>
            <a:ln w="8472" cap="flat">
              <a:solidFill>
                <a:srgbClr val="01355A"/>
              </a:solidFill>
              <a:prstDash val="solid"/>
              <a:miter/>
            </a:ln>
          </p:spPr>
          <p:txBody>
            <a:bodyPr rtlCol="1" anchor="ctr"/>
            <a:lstStyle/>
            <a:p>
              <a:endParaRPr lang="ar-SA"/>
            </a:p>
          </p:txBody>
        </p:sp>
        <p:sp>
          <p:nvSpPr>
            <p:cNvPr id="8923" name="شكل حر: شكل 9985">
              <a:extLst>
                <a:ext uri="{FF2B5EF4-FFF2-40B4-BE49-F238E27FC236}">
                  <a16:creationId xmlns:a16="http://schemas.microsoft.com/office/drawing/2014/main" id="{80851A72-EFB1-D3A9-3ED6-98954997C516}"/>
                </a:ext>
              </a:extLst>
            </p:cNvPr>
            <p:cNvSpPr/>
            <p:nvPr/>
          </p:nvSpPr>
          <p:spPr>
            <a:xfrm>
              <a:off x="5897519" y="5423271"/>
              <a:ext cx="2824" cy="10874"/>
            </a:xfrm>
            <a:custGeom>
              <a:avLst/>
              <a:gdLst>
                <a:gd name="connsiteX0" fmla="*/ 0 w 2824"/>
                <a:gd name="connsiteY0" fmla="*/ 0 h 10874"/>
                <a:gd name="connsiteX1" fmla="*/ 0 w 2824"/>
                <a:gd name="connsiteY1" fmla="*/ 10875 h 10874"/>
              </a:gdLst>
              <a:ahLst/>
              <a:cxnLst>
                <a:cxn ang="0">
                  <a:pos x="connsiteX0" y="connsiteY0"/>
                </a:cxn>
                <a:cxn ang="0">
                  <a:pos x="connsiteX1" y="connsiteY1"/>
                </a:cxn>
              </a:cxnLst>
              <a:rect l="l" t="t" r="r" b="b"/>
              <a:pathLst>
                <a:path w="2824" h="10874">
                  <a:moveTo>
                    <a:pt x="0" y="0"/>
                  </a:moveTo>
                  <a:lnTo>
                    <a:pt x="0" y="10875"/>
                  </a:lnTo>
                </a:path>
              </a:pathLst>
            </a:custGeom>
            <a:ln w="8472" cap="flat">
              <a:solidFill>
                <a:srgbClr val="01355A"/>
              </a:solidFill>
              <a:prstDash val="solid"/>
              <a:miter/>
            </a:ln>
          </p:spPr>
          <p:txBody>
            <a:bodyPr rtlCol="1" anchor="ctr"/>
            <a:lstStyle/>
            <a:p>
              <a:endParaRPr lang="ar-SA"/>
            </a:p>
          </p:txBody>
        </p:sp>
        <p:sp>
          <p:nvSpPr>
            <p:cNvPr id="8924" name="شكل حر: شكل 9986">
              <a:extLst>
                <a:ext uri="{FF2B5EF4-FFF2-40B4-BE49-F238E27FC236}">
                  <a16:creationId xmlns:a16="http://schemas.microsoft.com/office/drawing/2014/main" id="{EB3CFAFE-3B8E-F742-C3E2-454A742468D0}"/>
                </a:ext>
              </a:extLst>
            </p:cNvPr>
            <p:cNvSpPr/>
            <p:nvPr/>
          </p:nvSpPr>
          <p:spPr>
            <a:xfrm>
              <a:off x="5897519" y="5511171"/>
              <a:ext cx="2824" cy="10874"/>
            </a:xfrm>
            <a:custGeom>
              <a:avLst/>
              <a:gdLst>
                <a:gd name="connsiteX0" fmla="*/ 0 w 2824"/>
                <a:gd name="connsiteY0" fmla="*/ 0 h 10874"/>
                <a:gd name="connsiteX1" fmla="*/ 0 w 2824"/>
                <a:gd name="connsiteY1" fmla="*/ 10875 h 10874"/>
              </a:gdLst>
              <a:ahLst/>
              <a:cxnLst>
                <a:cxn ang="0">
                  <a:pos x="connsiteX0" y="connsiteY0"/>
                </a:cxn>
                <a:cxn ang="0">
                  <a:pos x="connsiteX1" y="connsiteY1"/>
                </a:cxn>
              </a:cxnLst>
              <a:rect l="l" t="t" r="r" b="b"/>
              <a:pathLst>
                <a:path w="2824" h="10874">
                  <a:moveTo>
                    <a:pt x="0" y="0"/>
                  </a:moveTo>
                  <a:lnTo>
                    <a:pt x="0" y="10875"/>
                  </a:lnTo>
                </a:path>
              </a:pathLst>
            </a:custGeom>
            <a:ln w="8472" cap="flat">
              <a:solidFill>
                <a:srgbClr val="01355A"/>
              </a:solidFill>
              <a:prstDash val="solid"/>
              <a:miter/>
            </a:ln>
          </p:spPr>
          <p:txBody>
            <a:bodyPr rtlCol="1" anchor="ctr"/>
            <a:lstStyle/>
            <a:p>
              <a:endParaRPr lang="ar-SA"/>
            </a:p>
          </p:txBody>
        </p:sp>
        <p:sp>
          <p:nvSpPr>
            <p:cNvPr id="8925" name="شكل حر: شكل 9987">
              <a:extLst>
                <a:ext uri="{FF2B5EF4-FFF2-40B4-BE49-F238E27FC236}">
                  <a16:creationId xmlns:a16="http://schemas.microsoft.com/office/drawing/2014/main" id="{B1C03F94-7B9D-9E64-F54B-46B20D211128}"/>
                </a:ext>
              </a:extLst>
            </p:cNvPr>
            <p:cNvSpPr/>
            <p:nvPr/>
          </p:nvSpPr>
          <p:spPr>
            <a:xfrm>
              <a:off x="5625119" y="5700302"/>
              <a:ext cx="108970" cy="78748"/>
            </a:xfrm>
            <a:custGeom>
              <a:avLst/>
              <a:gdLst>
                <a:gd name="connsiteX0" fmla="*/ 0 w 108970"/>
                <a:gd name="connsiteY0" fmla="*/ 78748 h 78748"/>
                <a:gd name="connsiteX1" fmla="*/ 0 w 108970"/>
                <a:gd name="connsiteY1" fmla="*/ 16269 h 78748"/>
                <a:gd name="connsiteX2" fmla="*/ 16269 w 108970"/>
                <a:gd name="connsiteY2" fmla="*/ 0 h 78748"/>
                <a:gd name="connsiteX3" fmla="*/ 108971 w 108970"/>
                <a:gd name="connsiteY3" fmla="*/ 0 h 78748"/>
              </a:gdLst>
              <a:ahLst/>
              <a:cxnLst>
                <a:cxn ang="0">
                  <a:pos x="connsiteX0" y="connsiteY0"/>
                </a:cxn>
                <a:cxn ang="0">
                  <a:pos x="connsiteX1" y="connsiteY1"/>
                </a:cxn>
                <a:cxn ang="0">
                  <a:pos x="connsiteX2" y="connsiteY2"/>
                </a:cxn>
                <a:cxn ang="0">
                  <a:pos x="connsiteX3" y="connsiteY3"/>
                </a:cxn>
              </a:cxnLst>
              <a:rect l="l" t="t" r="r" b="b"/>
              <a:pathLst>
                <a:path w="108970" h="78748">
                  <a:moveTo>
                    <a:pt x="0" y="78748"/>
                  </a:moveTo>
                  <a:lnTo>
                    <a:pt x="0" y="16269"/>
                  </a:lnTo>
                  <a:cubicBezTo>
                    <a:pt x="0" y="7287"/>
                    <a:pt x="7287" y="0"/>
                    <a:pt x="16269" y="0"/>
                  </a:cubicBezTo>
                  <a:lnTo>
                    <a:pt x="108971" y="0"/>
                  </a:lnTo>
                </a:path>
              </a:pathLst>
            </a:custGeom>
            <a:noFill/>
            <a:ln w="8472" cap="flat">
              <a:solidFill>
                <a:srgbClr val="01355A"/>
              </a:solidFill>
              <a:prstDash val="solid"/>
              <a:miter/>
            </a:ln>
          </p:spPr>
          <p:txBody>
            <a:bodyPr rtlCol="1" anchor="ctr"/>
            <a:lstStyle/>
            <a:p>
              <a:endParaRPr lang="ar-SA"/>
            </a:p>
          </p:txBody>
        </p:sp>
        <p:sp>
          <p:nvSpPr>
            <p:cNvPr id="8926" name="شكل حر: شكل 9988">
              <a:extLst>
                <a:ext uri="{FF2B5EF4-FFF2-40B4-BE49-F238E27FC236}">
                  <a16:creationId xmlns:a16="http://schemas.microsoft.com/office/drawing/2014/main" id="{209A5DE3-732E-6A6C-A455-B33189E63B97}"/>
                </a:ext>
              </a:extLst>
            </p:cNvPr>
            <p:cNvSpPr/>
            <p:nvPr/>
          </p:nvSpPr>
          <p:spPr>
            <a:xfrm>
              <a:off x="5734090" y="5621582"/>
              <a:ext cx="108970" cy="78748"/>
            </a:xfrm>
            <a:custGeom>
              <a:avLst/>
              <a:gdLst>
                <a:gd name="connsiteX0" fmla="*/ 0 w 108970"/>
                <a:gd name="connsiteY0" fmla="*/ 78748 h 78748"/>
                <a:gd name="connsiteX1" fmla="*/ 0 w 108970"/>
                <a:gd name="connsiteY1" fmla="*/ 16269 h 78748"/>
                <a:gd name="connsiteX2" fmla="*/ 16269 w 108970"/>
                <a:gd name="connsiteY2" fmla="*/ 0 h 78748"/>
                <a:gd name="connsiteX3" fmla="*/ 108971 w 108970"/>
                <a:gd name="connsiteY3" fmla="*/ 0 h 78748"/>
              </a:gdLst>
              <a:ahLst/>
              <a:cxnLst>
                <a:cxn ang="0">
                  <a:pos x="connsiteX0" y="connsiteY0"/>
                </a:cxn>
                <a:cxn ang="0">
                  <a:pos x="connsiteX1" y="connsiteY1"/>
                </a:cxn>
                <a:cxn ang="0">
                  <a:pos x="connsiteX2" y="connsiteY2"/>
                </a:cxn>
                <a:cxn ang="0">
                  <a:pos x="connsiteX3" y="connsiteY3"/>
                </a:cxn>
              </a:cxnLst>
              <a:rect l="l" t="t" r="r" b="b"/>
              <a:pathLst>
                <a:path w="108970" h="78748">
                  <a:moveTo>
                    <a:pt x="0" y="78748"/>
                  </a:moveTo>
                  <a:lnTo>
                    <a:pt x="0" y="16269"/>
                  </a:lnTo>
                  <a:cubicBezTo>
                    <a:pt x="0" y="7287"/>
                    <a:pt x="7287" y="0"/>
                    <a:pt x="16269" y="0"/>
                  </a:cubicBezTo>
                  <a:lnTo>
                    <a:pt x="108971" y="0"/>
                  </a:lnTo>
                </a:path>
              </a:pathLst>
            </a:custGeom>
            <a:noFill/>
            <a:ln w="8472" cap="flat">
              <a:solidFill>
                <a:srgbClr val="01355A"/>
              </a:solidFill>
              <a:prstDash val="solid"/>
              <a:miter/>
            </a:ln>
          </p:spPr>
          <p:txBody>
            <a:bodyPr rtlCol="1" anchor="ctr"/>
            <a:lstStyle/>
            <a:p>
              <a:endParaRPr lang="ar-SA"/>
            </a:p>
          </p:txBody>
        </p:sp>
        <p:sp>
          <p:nvSpPr>
            <p:cNvPr id="8927" name="شكل حر: شكل 9989">
              <a:extLst>
                <a:ext uri="{FF2B5EF4-FFF2-40B4-BE49-F238E27FC236}">
                  <a16:creationId xmlns:a16="http://schemas.microsoft.com/office/drawing/2014/main" id="{F518DFE3-D6B8-9A77-B64A-7CFE164A3233}"/>
                </a:ext>
              </a:extLst>
            </p:cNvPr>
            <p:cNvSpPr/>
            <p:nvPr/>
          </p:nvSpPr>
          <p:spPr>
            <a:xfrm>
              <a:off x="5843033" y="5542862"/>
              <a:ext cx="108971" cy="78748"/>
            </a:xfrm>
            <a:custGeom>
              <a:avLst/>
              <a:gdLst>
                <a:gd name="connsiteX0" fmla="*/ 0 w 108971"/>
                <a:gd name="connsiteY0" fmla="*/ 78748 h 78748"/>
                <a:gd name="connsiteX1" fmla="*/ 0 w 108971"/>
                <a:gd name="connsiteY1" fmla="*/ 16269 h 78748"/>
                <a:gd name="connsiteX2" fmla="*/ 16269 w 108971"/>
                <a:gd name="connsiteY2" fmla="*/ 0 h 78748"/>
                <a:gd name="connsiteX3" fmla="*/ 108971 w 108971"/>
                <a:gd name="connsiteY3" fmla="*/ 0 h 78748"/>
              </a:gdLst>
              <a:ahLst/>
              <a:cxnLst>
                <a:cxn ang="0">
                  <a:pos x="connsiteX0" y="connsiteY0"/>
                </a:cxn>
                <a:cxn ang="0">
                  <a:pos x="connsiteX1" y="connsiteY1"/>
                </a:cxn>
                <a:cxn ang="0">
                  <a:pos x="connsiteX2" y="connsiteY2"/>
                </a:cxn>
                <a:cxn ang="0">
                  <a:pos x="connsiteX3" y="connsiteY3"/>
                </a:cxn>
              </a:cxnLst>
              <a:rect l="l" t="t" r="r" b="b"/>
              <a:pathLst>
                <a:path w="108971" h="78748">
                  <a:moveTo>
                    <a:pt x="0" y="78748"/>
                  </a:moveTo>
                  <a:lnTo>
                    <a:pt x="0" y="16269"/>
                  </a:lnTo>
                  <a:cubicBezTo>
                    <a:pt x="0" y="7287"/>
                    <a:pt x="7288" y="0"/>
                    <a:pt x="16269" y="0"/>
                  </a:cubicBezTo>
                  <a:lnTo>
                    <a:pt x="108971" y="0"/>
                  </a:lnTo>
                </a:path>
              </a:pathLst>
            </a:custGeom>
            <a:noFill/>
            <a:ln w="8472" cap="flat">
              <a:solidFill>
                <a:srgbClr val="01355A"/>
              </a:solidFill>
              <a:prstDash val="solid"/>
              <a:miter/>
            </a:ln>
          </p:spPr>
          <p:txBody>
            <a:bodyPr rtlCol="1" anchor="ctr"/>
            <a:lstStyle/>
            <a:p>
              <a:endParaRPr lang="ar-SA"/>
            </a:p>
          </p:txBody>
        </p:sp>
        <p:sp>
          <p:nvSpPr>
            <p:cNvPr id="8928" name="شكل حر: شكل 9990">
              <a:extLst>
                <a:ext uri="{FF2B5EF4-FFF2-40B4-BE49-F238E27FC236}">
                  <a16:creationId xmlns:a16="http://schemas.microsoft.com/office/drawing/2014/main" id="{C260C29C-673E-87C0-E3CA-82FE63D7B757}"/>
                </a:ext>
              </a:extLst>
            </p:cNvPr>
            <p:cNvSpPr/>
            <p:nvPr/>
          </p:nvSpPr>
          <p:spPr>
            <a:xfrm rot="-4603200">
              <a:off x="5646944" y="5420385"/>
              <a:ext cx="51576" cy="51576"/>
            </a:xfrm>
            <a:custGeom>
              <a:avLst/>
              <a:gdLst>
                <a:gd name="connsiteX0" fmla="*/ 51576 w 51576"/>
                <a:gd name="connsiteY0" fmla="*/ 25788 h 51576"/>
                <a:gd name="connsiteX1" fmla="*/ 25788 w 51576"/>
                <a:gd name="connsiteY1" fmla="*/ 51576 h 51576"/>
                <a:gd name="connsiteX2" fmla="*/ 0 w 51576"/>
                <a:gd name="connsiteY2" fmla="*/ 25788 h 51576"/>
                <a:gd name="connsiteX3" fmla="*/ 25788 w 51576"/>
                <a:gd name="connsiteY3" fmla="*/ 0 h 51576"/>
                <a:gd name="connsiteX4" fmla="*/ 51576 w 51576"/>
                <a:gd name="connsiteY4" fmla="*/ 25788 h 51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576" h="51576">
                  <a:moveTo>
                    <a:pt x="51576" y="25788"/>
                  </a:moveTo>
                  <a:cubicBezTo>
                    <a:pt x="51576" y="40030"/>
                    <a:pt x="40030" y="51576"/>
                    <a:pt x="25788" y="51576"/>
                  </a:cubicBezTo>
                  <a:cubicBezTo>
                    <a:pt x="11546" y="51576"/>
                    <a:pt x="0" y="40030"/>
                    <a:pt x="0" y="25788"/>
                  </a:cubicBezTo>
                  <a:cubicBezTo>
                    <a:pt x="0" y="11546"/>
                    <a:pt x="11546" y="0"/>
                    <a:pt x="25788" y="0"/>
                  </a:cubicBezTo>
                  <a:cubicBezTo>
                    <a:pt x="40030" y="0"/>
                    <a:pt x="51576" y="11546"/>
                    <a:pt x="51576" y="25788"/>
                  </a:cubicBezTo>
                  <a:close/>
                </a:path>
              </a:pathLst>
            </a:custGeom>
            <a:noFill/>
            <a:ln w="8472" cap="flat">
              <a:solidFill>
                <a:srgbClr val="17A3A3"/>
              </a:solidFill>
              <a:prstDash val="solid"/>
              <a:miter/>
            </a:ln>
          </p:spPr>
          <p:txBody>
            <a:bodyPr rtlCol="1" anchor="ctr"/>
            <a:lstStyle/>
            <a:p>
              <a:endParaRPr lang="ar-SA"/>
            </a:p>
          </p:txBody>
        </p:sp>
        <p:sp>
          <p:nvSpPr>
            <p:cNvPr id="8929" name="شكل حر: شكل 9991">
              <a:extLst>
                <a:ext uri="{FF2B5EF4-FFF2-40B4-BE49-F238E27FC236}">
                  <a16:creationId xmlns:a16="http://schemas.microsoft.com/office/drawing/2014/main" id="{93E7EDC5-4645-34D8-C14D-BA5991CB60B0}"/>
                </a:ext>
              </a:extLst>
            </p:cNvPr>
            <p:cNvSpPr/>
            <p:nvPr/>
          </p:nvSpPr>
          <p:spPr>
            <a:xfrm>
              <a:off x="5691327" y="5587801"/>
              <a:ext cx="2824" cy="89538"/>
            </a:xfrm>
            <a:custGeom>
              <a:avLst/>
              <a:gdLst>
                <a:gd name="connsiteX0" fmla="*/ 0 w 2824"/>
                <a:gd name="connsiteY0" fmla="*/ 0 h 89538"/>
                <a:gd name="connsiteX1" fmla="*/ 0 w 2824"/>
                <a:gd name="connsiteY1" fmla="*/ 89538 h 89538"/>
              </a:gdLst>
              <a:ahLst/>
              <a:cxnLst>
                <a:cxn ang="0">
                  <a:pos x="connsiteX0" y="connsiteY0"/>
                </a:cxn>
                <a:cxn ang="0">
                  <a:pos x="connsiteX1" y="connsiteY1"/>
                </a:cxn>
              </a:cxnLst>
              <a:rect l="l" t="t" r="r" b="b"/>
              <a:pathLst>
                <a:path w="2824" h="89538">
                  <a:moveTo>
                    <a:pt x="0" y="0"/>
                  </a:moveTo>
                  <a:lnTo>
                    <a:pt x="0" y="89538"/>
                  </a:lnTo>
                </a:path>
              </a:pathLst>
            </a:custGeom>
            <a:ln w="8472" cap="flat">
              <a:solidFill>
                <a:srgbClr val="17A3A3"/>
              </a:solidFill>
              <a:prstDash val="solid"/>
              <a:miter/>
            </a:ln>
          </p:spPr>
          <p:txBody>
            <a:bodyPr rtlCol="1" anchor="ctr"/>
            <a:lstStyle/>
            <a:p>
              <a:endParaRPr lang="ar-SA"/>
            </a:p>
          </p:txBody>
        </p:sp>
        <p:sp>
          <p:nvSpPr>
            <p:cNvPr id="8930" name="شكل حر: شكل 9992">
              <a:extLst>
                <a:ext uri="{FF2B5EF4-FFF2-40B4-BE49-F238E27FC236}">
                  <a16:creationId xmlns:a16="http://schemas.microsoft.com/office/drawing/2014/main" id="{2C6B3299-BC58-5C89-9EFD-5FF89F4922C5}"/>
                </a:ext>
              </a:extLst>
            </p:cNvPr>
            <p:cNvSpPr/>
            <p:nvPr/>
          </p:nvSpPr>
          <p:spPr>
            <a:xfrm>
              <a:off x="5654438" y="5587801"/>
              <a:ext cx="2824" cy="88012"/>
            </a:xfrm>
            <a:custGeom>
              <a:avLst/>
              <a:gdLst>
                <a:gd name="connsiteX0" fmla="*/ 0 w 2824"/>
                <a:gd name="connsiteY0" fmla="*/ 88013 h 88012"/>
                <a:gd name="connsiteX1" fmla="*/ 0 w 2824"/>
                <a:gd name="connsiteY1" fmla="*/ 0 h 88012"/>
              </a:gdLst>
              <a:ahLst/>
              <a:cxnLst>
                <a:cxn ang="0">
                  <a:pos x="connsiteX0" y="connsiteY0"/>
                </a:cxn>
                <a:cxn ang="0">
                  <a:pos x="connsiteX1" y="connsiteY1"/>
                </a:cxn>
              </a:cxnLst>
              <a:rect l="l" t="t" r="r" b="b"/>
              <a:pathLst>
                <a:path w="2824" h="88012">
                  <a:moveTo>
                    <a:pt x="0" y="88013"/>
                  </a:moveTo>
                  <a:lnTo>
                    <a:pt x="0" y="0"/>
                  </a:lnTo>
                </a:path>
              </a:pathLst>
            </a:custGeom>
            <a:ln w="8472" cap="flat">
              <a:solidFill>
                <a:srgbClr val="17A3A3"/>
              </a:solidFill>
              <a:prstDash val="solid"/>
              <a:miter/>
            </a:ln>
          </p:spPr>
          <p:txBody>
            <a:bodyPr rtlCol="1" anchor="ctr"/>
            <a:lstStyle/>
            <a:p>
              <a:endParaRPr lang="ar-SA"/>
            </a:p>
          </p:txBody>
        </p:sp>
        <p:sp>
          <p:nvSpPr>
            <p:cNvPr id="8931" name="شكل حر: شكل 9993">
              <a:extLst>
                <a:ext uri="{FF2B5EF4-FFF2-40B4-BE49-F238E27FC236}">
                  <a16:creationId xmlns:a16="http://schemas.microsoft.com/office/drawing/2014/main" id="{CEEBDD5B-82B9-CA97-674A-A2C03677B4B8}"/>
                </a:ext>
              </a:extLst>
            </p:cNvPr>
            <p:cNvSpPr/>
            <p:nvPr/>
          </p:nvSpPr>
          <p:spPr>
            <a:xfrm>
              <a:off x="5672882" y="5511877"/>
              <a:ext cx="60953" cy="29798"/>
            </a:xfrm>
            <a:custGeom>
              <a:avLst/>
              <a:gdLst>
                <a:gd name="connsiteX0" fmla="*/ 0 w 60953"/>
                <a:gd name="connsiteY0" fmla="*/ 0 h 29798"/>
                <a:gd name="connsiteX1" fmla="*/ 0 w 60953"/>
                <a:gd name="connsiteY1" fmla="*/ 10761 h 29798"/>
                <a:gd name="connsiteX2" fmla="*/ 19037 w 60953"/>
                <a:gd name="connsiteY2" fmla="*/ 29799 h 29798"/>
                <a:gd name="connsiteX3" fmla="*/ 60954 w 60953"/>
                <a:gd name="connsiteY3" fmla="*/ 29799 h 29798"/>
              </a:gdLst>
              <a:ahLst/>
              <a:cxnLst>
                <a:cxn ang="0">
                  <a:pos x="connsiteX0" y="connsiteY0"/>
                </a:cxn>
                <a:cxn ang="0">
                  <a:pos x="connsiteX1" y="connsiteY1"/>
                </a:cxn>
                <a:cxn ang="0">
                  <a:pos x="connsiteX2" y="connsiteY2"/>
                </a:cxn>
                <a:cxn ang="0">
                  <a:pos x="connsiteX3" y="connsiteY3"/>
                </a:cxn>
              </a:cxnLst>
              <a:rect l="l" t="t" r="r" b="b"/>
              <a:pathLst>
                <a:path w="60953" h="29798">
                  <a:moveTo>
                    <a:pt x="0" y="0"/>
                  </a:moveTo>
                  <a:lnTo>
                    <a:pt x="0" y="10761"/>
                  </a:lnTo>
                  <a:cubicBezTo>
                    <a:pt x="0" y="21269"/>
                    <a:pt x="8530" y="29799"/>
                    <a:pt x="19037" y="29799"/>
                  </a:cubicBezTo>
                  <a:lnTo>
                    <a:pt x="60954" y="29799"/>
                  </a:lnTo>
                </a:path>
              </a:pathLst>
            </a:custGeom>
            <a:noFill/>
            <a:ln w="8472" cap="flat">
              <a:solidFill>
                <a:srgbClr val="17A3A3"/>
              </a:solidFill>
              <a:prstDash val="solid"/>
              <a:miter/>
            </a:ln>
          </p:spPr>
          <p:txBody>
            <a:bodyPr rtlCol="1" anchor="ctr"/>
            <a:lstStyle/>
            <a:p>
              <a:endParaRPr lang="ar-SA"/>
            </a:p>
          </p:txBody>
        </p:sp>
        <p:sp>
          <p:nvSpPr>
            <p:cNvPr id="8932" name="شكل حر: شكل 9994">
              <a:extLst>
                <a:ext uri="{FF2B5EF4-FFF2-40B4-BE49-F238E27FC236}">
                  <a16:creationId xmlns:a16="http://schemas.microsoft.com/office/drawing/2014/main" id="{D4A11536-5EB9-4317-1E97-F92E24635C59}"/>
                </a:ext>
              </a:extLst>
            </p:cNvPr>
            <p:cNvSpPr/>
            <p:nvPr/>
          </p:nvSpPr>
          <p:spPr>
            <a:xfrm>
              <a:off x="5654438" y="5675814"/>
              <a:ext cx="52960" cy="24517"/>
            </a:xfrm>
            <a:custGeom>
              <a:avLst/>
              <a:gdLst>
                <a:gd name="connsiteX0" fmla="*/ 0 w 52960"/>
                <a:gd name="connsiteY0" fmla="*/ 24517 h 24517"/>
                <a:gd name="connsiteX1" fmla="*/ 0 w 52960"/>
                <a:gd name="connsiteY1" fmla="*/ 0 h 24517"/>
                <a:gd name="connsiteX2" fmla="*/ 28443 w 52960"/>
                <a:gd name="connsiteY2" fmla="*/ 0 h 24517"/>
                <a:gd name="connsiteX3" fmla="*/ 52960 w 52960"/>
                <a:gd name="connsiteY3" fmla="*/ 24517 h 24517"/>
                <a:gd name="connsiteX4" fmla="*/ 52960 w 52960"/>
                <a:gd name="connsiteY4" fmla="*/ 24517 h 245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60" h="24517">
                  <a:moveTo>
                    <a:pt x="0" y="24517"/>
                  </a:moveTo>
                  <a:lnTo>
                    <a:pt x="0" y="0"/>
                  </a:lnTo>
                  <a:lnTo>
                    <a:pt x="28443" y="0"/>
                  </a:lnTo>
                  <a:cubicBezTo>
                    <a:pt x="41973" y="0"/>
                    <a:pt x="52960" y="10988"/>
                    <a:pt x="52960" y="24517"/>
                  </a:cubicBezTo>
                  <a:lnTo>
                    <a:pt x="52960" y="24517"/>
                  </a:lnTo>
                </a:path>
              </a:pathLst>
            </a:custGeom>
            <a:noFill/>
            <a:ln w="8472" cap="flat">
              <a:solidFill>
                <a:srgbClr val="17A3A3"/>
              </a:solidFill>
              <a:prstDash val="solid"/>
              <a:miter/>
            </a:ln>
          </p:spPr>
          <p:txBody>
            <a:bodyPr rtlCol="1" anchor="ctr"/>
            <a:lstStyle/>
            <a:p>
              <a:endParaRPr lang="ar-SA"/>
            </a:p>
          </p:txBody>
        </p:sp>
        <p:sp>
          <p:nvSpPr>
            <p:cNvPr id="8933" name="شكل حر: شكل 9995">
              <a:extLst>
                <a:ext uri="{FF2B5EF4-FFF2-40B4-BE49-F238E27FC236}">
                  <a16:creationId xmlns:a16="http://schemas.microsoft.com/office/drawing/2014/main" id="{A76EFD18-6EA3-0485-D562-B802C557F03D}"/>
                </a:ext>
              </a:extLst>
            </p:cNvPr>
            <p:cNvSpPr/>
            <p:nvPr/>
          </p:nvSpPr>
          <p:spPr>
            <a:xfrm>
              <a:off x="5642999" y="5485383"/>
              <a:ext cx="59767" cy="102418"/>
            </a:xfrm>
            <a:custGeom>
              <a:avLst/>
              <a:gdLst>
                <a:gd name="connsiteX0" fmla="*/ 59768 w 59767"/>
                <a:gd name="connsiteY0" fmla="*/ 39346 h 102418"/>
                <a:gd name="connsiteX1" fmla="*/ 59768 w 59767"/>
                <a:gd name="connsiteY1" fmla="*/ 29884 h 102418"/>
                <a:gd name="connsiteX2" fmla="*/ 29884 w 59767"/>
                <a:gd name="connsiteY2" fmla="*/ 0 h 102418"/>
                <a:gd name="connsiteX3" fmla="*/ 29884 w 59767"/>
                <a:gd name="connsiteY3" fmla="*/ 0 h 102418"/>
                <a:gd name="connsiteX4" fmla="*/ 0 w 59767"/>
                <a:gd name="connsiteY4" fmla="*/ 29884 h 102418"/>
                <a:gd name="connsiteX5" fmla="*/ 0 w 59767"/>
                <a:gd name="connsiteY5" fmla="*/ 56660 h 102418"/>
                <a:gd name="connsiteX6" fmla="*/ 11440 w 59767"/>
                <a:gd name="connsiteY6" fmla="*/ 102418 h 102418"/>
                <a:gd name="connsiteX7" fmla="*/ 48328 w 59767"/>
                <a:gd name="connsiteY7" fmla="*/ 102418 h 102418"/>
                <a:gd name="connsiteX8" fmla="*/ 58327 w 59767"/>
                <a:gd name="connsiteY8" fmla="*/ 73240 h 102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67" h="102418">
                  <a:moveTo>
                    <a:pt x="59768" y="39346"/>
                  </a:moveTo>
                  <a:lnTo>
                    <a:pt x="59768" y="29884"/>
                  </a:lnTo>
                  <a:cubicBezTo>
                    <a:pt x="59768" y="13388"/>
                    <a:pt x="46379" y="0"/>
                    <a:pt x="29884" y="0"/>
                  </a:cubicBezTo>
                  <a:lnTo>
                    <a:pt x="29884" y="0"/>
                  </a:lnTo>
                  <a:cubicBezTo>
                    <a:pt x="13388" y="0"/>
                    <a:pt x="0" y="13388"/>
                    <a:pt x="0" y="29884"/>
                  </a:cubicBezTo>
                  <a:lnTo>
                    <a:pt x="0" y="56660"/>
                  </a:lnTo>
                  <a:cubicBezTo>
                    <a:pt x="0" y="72619"/>
                    <a:pt x="3926" y="88324"/>
                    <a:pt x="11440" y="102418"/>
                  </a:cubicBezTo>
                  <a:lnTo>
                    <a:pt x="48328" y="102418"/>
                  </a:lnTo>
                  <a:cubicBezTo>
                    <a:pt x="53214" y="93267"/>
                    <a:pt x="56576" y="83409"/>
                    <a:pt x="58327" y="73240"/>
                  </a:cubicBezTo>
                </a:path>
              </a:pathLst>
            </a:custGeom>
            <a:noFill/>
            <a:ln w="8472" cap="flat">
              <a:solidFill>
                <a:srgbClr val="17A3A3"/>
              </a:solidFill>
              <a:prstDash val="solid"/>
              <a:miter/>
            </a:ln>
          </p:spPr>
          <p:txBody>
            <a:bodyPr rtlCol="1" anchor="ctr"/>
            <a:lstStyle/>
            <a:p>
              <a:endParaRPr lang="ar-SA"/>
            </a:p>
          </p:txBody>
        </p:sp>
        <p:sp>
          <p:nvSpPr>
            <p:cNvPr id="8934" name="شكل حر: شكل 9996">
              <a:extLst>
                <a:ext uri="{FF2B5EF4-FFF2-40B4-BE49-F238E27FC236}">
                  <a16:creationId xmlns:a16="http://schemas.microsoft.com/office/drawing/2014/main" id="{B6D9BCEA-B1ED-833A-D039-D7F6B4024C12}"/>
                </a:ext>
              </a:extLst>
            </p:cNvPr>
            <p:cNvSpPr/>
            <p:nvPr/>
          </p:nvSpPr>
          <p:spPr>
            <a:xfrm>
              <a:off x="5691327" y="5604126"/>
              <a:ext cx="223365" cy="161281"/>
            </a:xfrm>
            <a:custGeom>
              <a:avLst/>
              <a:gdLst>
                <a:gd name="connsiteX0" fmla="*/ 0 w 223365"/>
                <a:gd name="connsiteY0" fmla="*/ 161282 h 161281"/>
                <a:gd name="connsiteX1" fmla="*/ 99678 w 223365"/>
                <a:gd name="connsiteY1" fmla="*/ 161282 h 161281"/>
                <a:gd name="connsiteX2" fmla="*/ 223365 w 223365"/>
                <a:gd name="connsiteY2" fmla="*/ 37595 h 161281"/>
                <a:gd name="connsiteX3" fmla="*/ 223365 w 223365"/>
                <a:gd name="connsiteY3" fmla="*/ 37595 h 161281"/>
                <a:gd name="connsiteX4" fmla="*/ 223365 w 223365"/>
                <a:gd name="connsiteY4" fmla="*/ 0 h 1612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365" h="161281">
                  <a:moveTo>
                    <a:pt x="0" y="161282"/>
                  </a:moveTo>
                  <a:lnTo>
                    <a:pt x="99678" y="161282"/>
                  </a:lnTo>
                  <a:cubicBezTo>
                    <a:pt x="168004" y="161282"/>
                    <a:pt x="223365" y="105892"/>
                    <a:pt x="223365" y="37595"/>
                  </a:cubicBezTo>
                  <a:lnTo>
                    <a:pt x="223365" y="37595"/>
                  </a:lnTo>
                  <a:lnTo>
                    <a:pt x="223365" y="0"/>
                  </a:lnTo>
                </a:path>
              </a:pathLst>
            </a:custGeom>
            <a:noFill/>
            <a:ln w="8472" cap="flat">
              <a:solidFill>
                <a:srgbClr val="01355A"/>
              </a:solidFill>
              <a:prstDash val="solid"/>
              <a:miter/>
            </a:ln>
          </p:spPr>
          <p:txBody>
            <a:bodyPr rtlCol="1" anchor="ctr"/>
            <a:lstStyle/>
            <a:p>
              <a:endParaRPr lang="ar-SA"/>
            </a:p>
          </p:txBody>
        </p:sp>
        <p:sp>
          <p:nvSpPr>
            <p:cNvPr id="8935" name="شكل حر: شكل 9997">
              <a:extLst>
                <a:ext uri="{FF2B5EF4-FFF2-40B4-BE49-F238E27FC236}">
                  <a16:creationId xmlns:a16="http://schemas.microsoft.com/office/drawing/2014/main" id="{8E416452-D122-D95D-FBB0-C564911103A3}"/>
                </a:ext>
              </a:extLst>
            </p:cNvPr>
            <p:cNvSpPr/>
            <p:nvPr/>
          </p:nvSpPr>
          <p:spPr>
            <a:xfrm>
              <a:off x="5887774" y="5582236"/>
              <a:ext cx="52705" cy="27313"/>
            </a:xfrm>
            <a:custGeom>
              <a:avLst/>
              <a:gdLst>
                <a:gd name="connsiteX0" fmla="*/ 0 w 52705"/>
                <a:gd name="connsiteY0" fmla="*/ 27313 h 27313"/>
                <a:gd name="connsiteX1" fmla="*/ 27285 w 52705"/>
                <a:gd name="connsiteY1" fmla="*/ 0 h 27313"/>
                <a:gd name="connsiteX2" fmla="*/ 52706 w 52705"/>
                <a:gd name="connsiteY2" fmla="*/ 25421 h 27313"/>
              </a:gdLst>
              <a:ahLst/>
              <a:cxnLst>
                <a:cxn ang="0">
                  <a:pos x="connsiteX0" y="connsiteY0"/>
                </a:cxn>
                <a:cxn ang="0">
                  <a:pos x="connsiteX1" y="connsiteY1"/>
                </a:cxn>
                <a:cxn ang="0">
                  <a:pos x="connsiteX2" y="connsiteY2"/>
                </a:cxn>
              </a:cxnLst>
              <a:rect l="l" t="t" r="r" b="b"/>
              <a:pathLst>
                <a:path w="52705" h="27313">
                  <a:moveTo>
                    <a:pt x="0" y="27313"/>
                  </a:moveTo>
                  <a:lnTo>
                    <a:pt x="27285" y="0"/>
                  </a:lnTo>
                  <a:lnTo>
                    <a:pt x="52706" y="25421"/>
                  </a:lnTo>
                </a:path>
              </a:pathLst>
            </a:custGeom>
            <a:noFill/>
            <a:ln w="8472" cap="flat">
              <a:solidFill>
                <a:srgbClr val="01355A"/>
              </a:solidFill>
              <a:prstDash val="solid"/>
              <a:miter/>
            </a:ln>
          </p:spPr>
          <p:txBody>
            <a:bodyPr rtlCol="1" anchor="ctr"/>
            <a:lstStyle/>
            <a:p>
              <a:endParaRPr lang="ar-SA"/>
            </a:p>
          </p:txBody>
        </p:sp>
      </p:grpSp>
      <p:grpSp>
        <p:nvGrpSpPr>
          <p:cNvPr id="8936" name="رسم 8014">
            <a:extLst>
              <a:ext uri="{FF2B5EF4-FFF2-40B4-BE49-F238E27FC236}">
                <a16:creationId xmlns:a16="http://schemas.microsoft.com/office/drawing/2014/main" id="{703A7385-1C2D-BD13-8AAA-F5B5B263B004}"/>
              </a:ext>
            </a:extLst>
          </p:cNvPr>
          <p:cNvGrpSpPr/>
          <p:nvPr/>
        </p:nvGrpSpPr>
        <p:grpSpPr>
          <a:xfrm>
            <a:off x="9897948" y="3222001"/>
            <a:ext cx="304738" cy="315531"/>
            <a:chOff x="10912445" y="2272461"/>
            <a:chExt cx="364253" cy="400323"/>
          </a:xfrm>
          <a:noFill/>
        </p:grpSpPr>
        <p:grpSp>
          <p:nvGrpSpPr>
            <p:cNvPr id="8937" name="رسم 8014">
              <a:extLst>
                <a:ext uri="{FF2B5EF4-FFF2-40B4-BE49-F238E27FC236}">
                  <a16:creationId xmlns:a16="http://schemas.microsoft.com/office/drawing/2014/main" id="{FA4654BF-8FA2-F018-061E-B0692AD35CF1}"/>
                </a:ext>
              </a:extLst>
            </p:cNvPr>
            <p:cNvGrpSpPr/>
            <p:nvPr/>
          </p:nvGrpSpPr>
          <p:grpSpPr>
            <a:xfrm>
              <a:off x="11138352" y="2543137"/>
              <a:ext cx="129646" cy="129646"/>
              <a:chOff x="11138352" y="2543137"/>
              <a:chExt cx="129646" cy="129646"/>
            </a:xfrm>
            <a:noFill/>
          </p:grpSpPr>
          <p:grpSp>
            <p:nvGrpSpPr>
              <p:cNvPr id="8977" name="رسم 8014">
                <a:extLst>
                  <a:ext uri="{FF2B5EF4-FFF2-40B4-BE49-F238E27FC236}">
                    <a16:creationId xmlns:a16="http://schemas.microsoft.com/office/drawing/2014/main" id="{C8FEBE03-3AE4-B59C-5FB7-DFFB3674000E}"/>
                  </a:ext>
                </a:extLst>
              </p:cNvPr>
              <p:cNvGrpSpPr/>
              <p:nvPr/>
            </p:nvGrpSpPr>
            <p:grpSpPr>
              <a:xfrm>
                <a:off x="11186539" y="2565394"/>
                <a:ext cx="33273" cy="85160"/>
                <a:chOff x="11186539" y="2565394"/>
                <a:chExt cx="33273" cy="85160"/>
              </a:xfrm>
              <a:noFill/>
            </p:grpSpPr>
            <p:sp>
              <p:nvSpPr>
                <p:cNvPr id="8979" name="شكل حر: شكل 10001">
                  <a:extLst>
                    <a:ext uri="{FF2B5EF4-FFF2-40B4-BE49-F238E27FC236}">
                      <a16:creationId xmlns:a16="http://schemas.microsoft.com/office/drawing/2014/main" id="{22371692-F172-2EA3-9B9C-3806C4D346A4}"/>
                    </a:ext>
                  </a:extLst>
                </p:cNvPr>
                <p:cNvSpPr/>
                <p:nvPr/>
              </p:nvSpPr>
              <p:spPr>
                <a:xfrm>
                  <a:off x="11186539" y="2574631"/>
                  <a:ext cx="33273" cy="66546"/>
                </a:xfrm>
                <a:custGeom>
                  <a:avLst/>
                  <a:gdLst>
                    <a:gd name="connsiteX0" fmla="*/ 0 w 33273"/>
                    <a:gd name="connsiteY0" fmla="*/ 49910 h 66546"/>
                    <a:gd name="connsiteX1" fmla="*/ 16636 w 33273"/>
                    <a:gd name="connsiteY1" fmla="*/ 66546 h 66546"/>
                    <a:gd name="connsiteX2" fmla="*/ 33273 w 33273"/>
                    <a:gd name="connsiteY2" fmla="*/ 49910 h 66546"/>
                    <a:gd name="connsiteX3" fmla="*/ 16636 w 33273"/>
                    <a:gd name="connsiteY3" fmla="*/ 33273 h 66546"/>
                    <a:gd name="connsiteX4" fmla="*/ 0 w 33273"/>
                    <a:gd name="connsiteY4" fmla="*/ 16636 h 66546"/>
                    <a:gd name="connsiteX5" fmla="*/ 16636 w 33273"/>
                    <a:gd name="connsiteY5" fmla="*/ 0 h 66546"/>
                    <a:gd name="connsiteX6" fmla="*/ 33273 w 33273"/>
                    <a:gd name="connsiteY6" fmla="*/ 16636 h 66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273" h="66546">
                      <a:moveTo>
                        <a:pt x="0" y="49910"/>
                      </a:moveTo>
                      <a:cubicBezTo>
                        <a:pt x="0" y="59089"/>
                        <a:pt x="7457" y="66546"/>
                        <a:pt x="16636" y="66546"/>
                      </a:cubicBezTo>
                      <a:cubicBezTo>
                        <a:pt x="25816" y="66546"/>
                        <a:pt x="33273" y="59089"/>
                        <a:pt x="33273" y="49910"/>
                      </a:cubicBezTo>
                      <a:cubicBezTo>
                        <a:pt x="33273" y="40730"/>
                        <a:pt x="26466" y="36493"/>
                        <a:pt x="16636" y="33273"/>
                      </a:cubicBezTo>
                      <a:cubicBezTo>
                        <a:pt x="7909" y="30420"/>
                        <a:pt x="0" y="25816"/>
                        <a:pt x="0" y="16636"/>
                      </a:cubicBezTo>
                      <a:cubicBezTo>
                        <a:pt x="0" y="7457"/>
                        <a:pt x="7457" y="0"/>
                        <a:pt x="16636" y="0"/>
                      </a:cubicBezTo>
                      <a:cubicBezTo>
                        <a:pt x="25816" y="0"/>
                        <a:pt x="33273" y="7457"/>
                        <a:pt x="33273" y="16636"/>
                      </a:cubicBezTo>
                    </a:path>
                  </a:pathLst>
                </a:custGeom>
                <a:noFill/>
                <a:ln w="8472" cap="flat">
                  <a:solidFill>
                    <a:srgbClr val="17A3A3"/>
                  </a:solidFill>
                  <a:prstDash val="solid"/>
                  <a:miter/>
                </a:ln>
              </p:spPr>
              <p:txBody>
                <a:bodyPr rtlCol="1" anchor="ctr"/>
                <a:lstStyle/>
                <a:p>
                  <a:endParaRPr lang="ar-SA"/>
                </a:p>
              </p:txBody>
            </p:sp>
            <p:sp>
              <p:nvSpPr>
                <p:cNvPr id="8980" name="شكل حر: شكل 10002">
                  <a:extLst>
                    <a:ext uri="{FF2B5EF4-FFF2-40B4-BE49-F238E27FC236}">
                      <a16:creationId xmlns:a16="http://schemas.microsoft.com/office/drawing/2014/main" id="{EA84C023-CC2F-AB0E-2B9E-41370C94B5C2}"/>
                    </a:ext>
                  </a:extLst>
                </p:cNvPr>
                <p:cNvSpPr/>
                <p:nvPr/>
              </p:nvSpPr>
              <p:spPr>
                <a:xfrm>
                  <a:off x="11203176" y="2565394"/>
                  <a:ext cx="2824" cy="9377"/>
                </a:xfrm>
                <a:custGeom>
                  <a:avLst/>
                  <a:gdLst>
                    <a:gd name="connsiteX0" fmla="*/ 0 w 2824"/>
                    <a:gd name="connsiteY0" fmla="*/ 0 h 9377"/>
                    <a:gd name="connsiteX1" fmla="*/ 0 w 2824"/>
                    <a:gd name="connsiteY1" fmla="*/ 9378 h 9377"/>
                  </a:gdLst>
                  <a:ahLst/>
                  <a:cxnLst>
                    <a:cxn ang="0">
                      <a:pos x="connsiteX0" y="connsiteY0"/>
                    </a:cxn>
                    <a:cxn ang="0">
                      <a:pos x="connsiteX1" y="connsiteY1"/>
                    </a:cxn>
                  </a:cxnLst>
                  <a:rect l="l" t="t" r="r" b="b"/>
                  <a:pathLst>
                    <a:path w="2824" h="9377">
                      <a:moveTo>
                        <a:pt x="0" y="0"/>
                      </a:moveTo>
                      <a:lnTo>
                        <a:pt x="0" y="9378"/>
                      </a:lnTo>
                    </a:path>
                  </a:pathLst>
                </a:custGeom>
                <a:ln w="8472" cap="flat">
                  <a:solidFill>
                    <a:srgbClr val="17A3A3"/>
                  </a:solidFill>
                  <a:prstDash val="solid"/>
                  <a:miter/>
                </a:ln>
              </p:spPr>
              <p:txBody>
                <a:bodyPr rtlCol="1" anchor="ctr"/>
                <a:lstStyle/>
                <a:p>
                  <a:endParaRPr lang="ar-SA"/>
                </a:p>
              </p:txBody>
            </p:sp>
            <p:sp>
              <p:nvSpPr>
                <p:cNvPr id="8981" name="شكل حر: شكل 10003">
                  <a:extLst>
                    <a:ext uri="{FF2B5EF4-FFF2-40B4-BE49-F238E27FC236}">
                      <a16:creationId xmlns:a16="http://schemas.microsoft.com/office/drawing/2014/main" id="{779D15B1-AF21-04AB-ABE6-61E1357BE837}"/>
                    </a:ext>
                  </a:extLst>
                </p:cNvPr>
                <p:cNvSpPr/>
                <p:nvPr/>
              </p:nvSpPr>
              <p:spPr>
                <a:xfrm>
                  <a:off x="11203176" y="2641177"/>
                  <a:ext cx="2824" cy="9377"/>
                </a:xfrm>
                <a:custGeom>
                  <a:avLst/>
                  <a:gdLst>
                    <a:gd name="connsiteX0" fmla="*/ 0 w 2824"/>
                    <a:gd name="connsiteY0" fmla="*/ 0 h 9377"/>
                    <a:gd name="connsiteX1" fmla="*/ 0 w 2824"/>
                    <a:gd name="connsiteY1" fmla="*/ 9378 h 9377"/>
                  </a:gdLst>
                  <a:ahLst/>
                  <a:cxnLst>
                    <a:cxn ang="0">
                      <a:pos x="connsiteX0" y="connsiteY0"/>
                    </a:cxn>
                    <a:cxn ang="0">
                      <a:pos x="connsiteX1" y="connsiteY1"/>
                    </a:cxn>
                  </a:cxnLst>
                  <a:rect l="l" t="t" r="r" b="b"/>
                  <a:pathLst>
                    <a:path w="2824" h="9377">
                      <a:moveTo>
                        <a:pt x="0" y="0"/>
                      </a:moveTo>
                      <a:lnTo>
                        <a:pt x="0" y="9378"/>
                      </a:lnTo>
                    </a:path>
                  </a:pathLst>
                </a:custGeom>
                <a:ln w="8472" cap="flat">
                  <a:solidFill>
                    <a:srgbClr val="17A3A3"/>
                  </a:solidFill>
                  <a:prstDash val="solid"/>
                  <a:miter/>
                </a:ln>
              </p:spPr>
              <p:txBody>
                <a:bodyPr rtlCol="1" anchor="ctr"/>
                <a:lstStyle/>
                <a:p>
                  <a:endParaRPr lang="ar-SA"/>
                </a:p>
              </p:txBody>
            </p:sp>
          </p:grpSp>
          <p:sp>
            <p:nvSpPr>
              <p:cNvPr id="8978" name="شكل حر: شكل 10004">
                <a:extLst>
                  <a:ext uri="{FF2B5EF4-FFF2-40B4-BE49-F238E27FC236}">
                    <a16:creationId xmlns:a16="http://schemas.microsoft.com/office/drawing/2014/main" id="{E8BB39C6-8D9D-DAB0-7C90-5ED708D2B98C}"/>
                  </a:ext>
                </a:extLst>
              </p:cNvPr>
              <p:cNvSpPr/>
              <p:nvPr/>
            </p:nvSpPr>
            <p:spPr>
              <a:xfrm>
                <a:off x="11138352" y="2543137"/>
                <a:ext cx="129646" cy="129646"/>
              </a:xfrm>
              <a:custGeom>
                <a:avLst/>
                <a:gdLst>
                  <a:gd name="connsiteX0" fmla="*/ 129647 w 129646"/>
                  <a:gd name="connsiteY0" fmla="*/ 64823 h 129646"/>
                  <a:gd name="connsiteX1" fmla="*/ 64824 w 129646"/>
                  <a:gd name="connsiteY1" fmla="*/ 129647 h 129646"/>
                  <a:gd name="connsiteX2" fmla="*/ 1 w 129646"/>
                  <a:gd name="connsiteY2" fmla="*/ 64823 h 129646"/>
                  <a:gd name="connsiteX3" fmla="*/ 64824 w 129646"/>
                  <a:gd name="connsiteY3" fmla="*/ 0 h 129646"/>
                  <a:gd name="connsiteX4" fmla="*/ 129647 w 129646"/>
                  <a:gd name="connsiteY4" fmla="*/ 64823 h 1296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46" h="129646">
                    <a:moveTo>
                      <a:pt x="129647" y="64823"/>
                    </a:moveTo>
                    <a:cubicBezTo>
                      <a:pt x="129647" y="100624"/>
                      <a:pt x="100624" y="129647"/>
                      <a:pt x="64824" y="129647"/>
                    </a:cubicBezTo>
                    <a:cubicBezTo>
                      <a:pt x="29022" y="129647"/>
                      <a:pt x="1" y="100624"/>
                      <a:pt x="1" y="64823"/>
                    </a:cubicBezTo>
                    <a:cubicBezTo>
                      <a:pt x="1" y="29022"/>
                      <a:pt x="29023" y="0"/>
                      <a:pt x="64824" y="0"/>
                    </a:cubicBezTo>
                    <a:cubicBezTo>
                      <a:pt x="100625" y="0"/>
                      <a:pt x="129647" y="29022"/>
                      <a:pt x="129647" y="64823"/>
                    </a:cubicBezTo>
                    <a:close/>
                  </a:path>
                </a:pathLst>
              </a:custGeom>
              <a:noFill/>
              <a:ln w="8472" cap="flat">
                <a:solidFill>
                  <a:srgbClr val="17A3A3"/>
                </a:solidFill>
                <a:prstDash val="solid"/>
                <a:miter/>
              </a:ln>
            </p:spPr>
            <p:txBody>
              <a:bodyPr rtlCol="1" anchor="ctr"/>
              <a:lstStyle/>
              <a:p>
                <a:endParaRPr lang="ar-SA"/>
              </a:p>
            </p:txBody>
          </p:sp>
        </p:grpSp>
        <p:sp>
          <p:nvSpPr>
            <p:cNvPr id="8938" name="شكل حر: شكل 10005">
              <a:extLst>
                <a:ext uri="{FF2B5EF4-FFF2-40B4-BE49-F238E27FC236}">
                  <a16:creationId xmlns:a16="http://schemas.microsoft.com/office/drawing/2014/main" id="{AC143ABE-5D12-EF92-8B43-F1896DE110E2}"/>
                </a:ext>
              </a:extLst>
            </p:cNvPr>
            <p:cNvSpPr/>
            <p:nvPr/>
          </p:nvSpPr>
          <p:spPr>
            <a:xfrm>
              <a:off x="11092199" y="2306016"/>
              <a:ext cx="40221" cy="34572"/>
            </a:xfrm>
            <a:custGeom>
              <a:avLst/>
              <a:gdLst>
                <a:gd name="connsiteX0" fmla="*/ 40222 w 40221"/>
                <a:gd name="connsiteY0" fmla="*/ 34572 h 34572"/>
                <a:gd name="connsiteX1" fmla="*/ 40222 w 40221"/>
                <a:gd name="connsiteY1" fmla="*/ 20111 h 34572"/>
                <a:gd name="connsiteX2" fmla="*/ 20110 w 40221"/>
                <a:gd name="connsiteY2" fmla="*/ 0 h 34572"/>
                <a:gd name="connsiteX3" fmla="*/ 20110 w 40221"/>
                <a:gd name="connsiteY3" fmla="*/ 0 h 34572"/>
                <a:gd name="connsiteX4" fmla="*/ 0 w 40221"/>
                <a:gd name="connsiteY4" fmla="*/ 20111 h 34572"/>
                <a:gd name="connsiteX5" fmla="*/ 0 w 40221"/>
                <a:gd name="connsiteY5" fmla="*/ 34572 h 34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221" h="34572">
                  <a:moveTo>
                    <a:pt x="40222" y="34572"/>
                  </a:moveTo>
                  <a:lnTo>
                    <a:pt x="40222" y="20111"/>
                  </a:lnTo>
                  <a:cubicBezTo>
                    <a:pt x="40222" y="9010"/>
                    <a:pt x="31211" y="0"/>
                    <a:pt x="20110" y="0"/>
                  </a:cubicBezTo>
                  <a:lnTo>
                    <a:pt x="20110" y="0"/>
                  </a:lnTo>
                  <a:cubicBezTo>
                    <a:pt x="8982" y="0"/>
                    <a:pt x="0" y="9010"/>
                    <a:pt x="0" y="20111"/>
                  </a:cubicBezTo>
                  <a:lnTo>
                    <a:pt x="0" y="34572"/>
                  </a:lnTo>
                </a:path>
              </a:pathLst>
            </a:custGeom>
            <a:noFill/>
            <a:ln w="8472" cap="flat">
              <a:solidFill>
                <a:srgbClr val="01355A"/>
              </a:solidFill>
              <a:prstDash val="solid"/>
              <a:miter/>
            </a:ln>
          </p:spPr>
          <p:txBody>
            <a:bodyPr rtlCol="1" anchor="ctr"/>
            <a:lstStyle/>
            <a:p>
              <a:endParaRPr lang="ar-SA"/>
            </a:p>
          </p:txBody>
        </p:sp>
        <p:sp>
          <p:nvSpPr>
            <p:cNvPr id="8939" name="شكل حر: شكل 10006">
              <a:extLst>
                <a:ext uri="{FF2B5EF4-FFF2-40B4-BE49-F238E27FC236}">
                  <a16:creationId xmlns:a16="http://schemas.microsoft.com/office/drawing/2014/main" id="{EC7E728F-E337-93E4-49B7-A8590ED8C3EB}"/>
                </a:ext>
              </a:extLst>
            </p:cNvPr>
            <p:cNvSpPr/>
            <p:nvPr/>
          </p:nvSpPr>
          <p:spPr>
            <a:xfrm>
              <a:off x="11112282" y="2272461"/>
              <a:ext cx="2824" cy="33527"/>
            </a:xfrm>
            <a:custGeom>
              <a:avLst/>
              <a:gdLst>
                <a:gd name="connsiteX0" fmla="*/ 0 w 2824"/>
                <a:gd name="connsiteY0" fmla="*/ 33527 h 33527"/>
                <a:gd name="connsiteX1" fmla="*/ 0 w 2824"/>
                <a:gd name="connsiteY1" fmla="*/ 0 h 33527"/>
              </a:gdLst>
              <a:ahLst/>
              <a:cxnLst>
                <a:cxn ang="0">
                  <a:pos x="connsiteX0" y="connsiteY0"/>
                </a:cxn>
                <a:cxn ang="0">
                  <a:pos x="connsiteX1" y="connsiteY1"/>
                </a:cxn>
              </a:cxnLst>
              <a:rect l="l" t="t" r="r" b="b"/>
              <a:pathLst>
                <a:path w="2824" h="33527">
                  <a:moveTo>
                    <a:pt x="0" y="33527"/>
                  </a:moveTo>
                  <a:lnTo>
                    <a:pt x="0" y="0"/>
                  </a:lnTo>
                </a:path>
              </a:pathLst>
            </a:custGeom>
            <a:ln w="8472" cap="flat">
              <a:solidFill>
                <a:srgbClr val="01355A"/>
              </a:solidFill>
              <a:prstDash val="solid"/>
              <a:miter/>
            </a:ln>
          </p:spPr>
          <p:txBody>
            <a:bodyPr rtlCol="1" anchor="ctr"/>
            <a:lstStyle/>
            <a:p>
              <a:endParaRPr lang="ar-SA"/>
            </a:p>
          </p:txBody>
        </p:sp>
        <p:sp>
          <p:nvSpPr>
            <p:cNvPr id="8940" name="شكل حر: شكل 10007">
              <a:extLst>
                <a:ext uri="{FF2B5EF4-FFF2-40B4-BE49-F238E27FC236}">
                  <a16:creationId xmlns:a16="http://schemas.microsoft.com/office/drawing/2014/main" id="{298AC4BE-3712-4BCD-2658-BEE5B4812C9B}"/>
                </a:ext>
              </a:extLst>
            </p:cNvPr>
            <p:cNvSpPr/>
            <p:nvPr/>
          </p:nvSpPr>
          <p:spPr>
            <a:xfrm>
              <a:off x="11052317" y="2386459"/>
              <a:ext cx="119930" cy="250593"/>
            </a:xfrm>
            <a:custGeom>
              <a:avLst/>
              <a:gdLst>
                <a:gd name="connsiteX0" fmla="*/ 119930 w 119930"/>
                <a:gd name="connsiteY0" fmla="*/ 145831 h 250593"/>
                <a:gd name="connsiteX1" fmla="*/ 119930 w 119930"/>
                <a:gd name="connsiteY1" fmla="*/ 59965 h 250593"/>
                <a:gd name="connsiteX2" fmla="*/ 59965 w 119930"/>
                <a:gd name="connsiteY2" fmla="*/ 0 h 250593"/>
                <a:gd name="connsiteX3" fmla="*/ 0 w 119930"/>
                <a:gd name="connsiteY3" fmla="*/ 59965 h 250593"/>
                <a:gd name="connsiteX4" fmla="*/ 0 w 119930"/>
                <a:gd name="connsiteY4" fmla="*/ 250594 h 2505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9930" h="250593">
                  <a:moveTo>
                    <a:pt x="119930" y="145831"/>
                  </a:moveTo>
                  <a:lnTo>
                    <a:pt x="119930" y="59965"/>
                  </a:lnTo>
                  <a:cubicBezTo>
                    <a:pt x="119930" y="26861"/>
                    <a:pt x="93097" y="0"/>
                    <a:pt x="59965" y="0"/>
                  </a:cubicBezTo>
                  <a:cubicBezTo>
                    <a:pt x="26833" y="0"/>
                    <a:pt x="0" y="26833"/>
                    <a:pt x="0" y="59965"/>
                  </a:cubicBezTo>
                  <a:lnTo>
                    <a:pt x="0" y="250594"/>
                  </a:lnTo>
                </a:path>
              </a:pathLst>
            </a:custGeom>
            <a:noFill/>
            <a:ln w="8472" cap="flat">
              <a:solidFill>
                <a:srgbClr val="01355A"/>
              </a:solidFill>
              <a:prstDash val="solid"/>
              <a:miter/>
            </a:ln>
          </p:spPr>
          <p:txBody>
            <a:bodyPr rtlCol="1" anchor="ctr"/>
            <a:lstStyle/>
            <a:p>
              <a:endParaRPr lang="ar-SA"/>
            </a:p>
          </p:txBody>
        </p:sp>
        <p:sp>
          <p:nvSpPr>
            <p:cNvPr id="8941" name="شكل حر: شكل 10008">
              <a:extLst>
                <a:ext uri="{FF2B5EF4-FFF2-40B4-BE49-F238E27FC236}">
                  <a16:creationId xmlns:a16="http://schemas.microsoft.com/office/drawing/2014/main" id="{C84D9BC0-34DE-7D81-C494-4A4B7481E6D0}"/>
                </a:ext>
              </a:extLst>
            </p:cNvPr>
            <p:cNvSpPr/>
            <p:nvPr/>
          </p:nvSpPr>
          <p:spPr>
            <a:xfrm>
              <a:off x="11067372" y="2339769"/>
              <a:ext cx="89820" cy="66941"/>
            </a:xfrm>
            <a:custGeom>
              <a:avLst/>
              <a:gdLst>
                <a:gd name="connsiteX0" fmla="*/ 89821 w 89820"/>
                <a:gd name="connsiteY0" fmla="*/ 66942 h 66941"/>
                <a:gd name="connsiteX1" fmla="*/ 89821 w 89820"/>
                <a:gd name="connsiteY1" fmla="*/ 44910 h 66941"/>
                <a:gd name="connsiteX2" fmla="*/ 44910 w 89820"/>
                <a:gd name="connsiteY2" fmla="*/ 0 h 66941"/>
                <a:gd name="connsiteX3" fmla="*/ 0 w 89820"/>
                <a:gd name="connsiteY3" fmla="*/ 44910 h 66941"/>
                <a:gd name="connsiteX4" fmla="*/ 0 w 89820"/>
                <a:gd name="connsiteY4" fmla="*/ 66942 h 669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820" h="66941">
                  <a:moveTo>
                    <a:pt x="89821" y="66942"/>
                  </a:moveTo>
                  <a:lnTo>
                    <a:pt x="89821" y="44910"/>
                  </a:lnTo>
                  <a:cubicBezTo>
                    <a:pt x="89821" y="20111"/>
                    <a:pt x="69710" y="0"/>
                    <a:pt x="44910" y="0"/>
                  </a:cubicBezTo>
                  <a:cubicBezTo>
                    <a:pt x="20110" y="0"/>
                    <a:pt x="0" y="20111"/>
                    <a:pt x="0" y="44910"/>
                  </a:cubicBezTo>
                  <a:lnTo>
                    <a:pt x="0" y="66942"/>
                  </a:lnTo>
                </a:path>
              </a:pathLst>
            </a:custGeom>
            <a:noFill/>
            <a:ln w="8472" cap="flat">
              <a:solidFill>
                <a:srgbClr val="01355A"/>
              </a:solidFill>
              <a:prstDash val="solid"/>
              <a:miter/>
            </a:ln>
          </p:spPr>
          <p:txBody>
            <a:bodyPr rtlCol="1" anchor="ctr"/>
            <a:lstStyle/>
            <a:p>
              <a:endParaRPr lang="ar-SA"/>
            </a:p>
          </p:txBody>
        </p:sp>
        <p:sp>
          <p:nvSpPr>
            <p:cNvPr id="8942" name="شكل حر: شكل 10009">
              <a:extLst>
                <a:ext uri="{FF2B5EF4-FFF2-40B4-BE49-F238E27FC236}">
                  <a16:creationId xmlns:a16="http://schemas.microsoft.com/office/drawing/2014/main" id="{E9D8FA71-C8EE-F996-D157-F34AEE0AA78D}"/>
                </a:ext>
              </a:extLst>
            </p:cNvPr>
            <p:cNvSpPr/>
            <p:nvPr/>
          </p:nvSpPr>
          <p:spPr>
            <a:xfrm>
              <a:off x="11136036" y="2512152"/>
              <a:ext cx="2824" cy="8304"/>
            </a:xfrm>
            <a:custGeom>
              <a:avLst/>
              <a:gdLst>
                <a:gd name="connsiteX0" fmla="*/ 0 w 2824"/>
                <a:gd name="connsiteY0" fmla="*/ 0 h 8304"/>
                <a:gd name="connsiteX1" fmla="*/ 0 w 2824"/>
                <a:gd name="connsiteY1" fmla="*/ 8304 h 8304"/>
              </a:gdLst>
              <a:ahLst/>
              <a:cxnLst>
                <a:cxn ang="0">
                  <a:pos x="connsiteX0" y="connsiteY0"/>
                </a:cxn>
                <a:cxn ang="0">
                  <a:pos x="connsiteX1" y="connsiteY1"/>
                </a:cxn>
              </a:cxnLst>
              <a:rect l="l" t="t" r="r" b="b"/>
              <a:pathLst>
                <a:path w="2824" h="8304">
                  <a:moveTo>
                    <a:pt x="0" y="0"/>
                  </a:moveTo>
                  <a:lnTo>
                    <a:pt x="0" y="8304"/>
                  </a:lnTo>
                </a:path>
              </a:pathLst>
            </a:custGeom>
            <a:ln w="8472" cap="flat">
              <a:solidFill>
                <a:srgbClr val="17A3A3"/>
              </a:solidFill>
              <a:prstDash val="solid"/>
              <a:miter/>
            </a:ln>
          </p:spPr>
          <p:txBody>
            <a:bodyPr rtlCol="1" anchor="ctr"/>
            <a:lstStyle/>
            <a:p>
              <a:endParaRPr lang="ar-SA"/>
            </a:p>
          </p:txBody>
        </p:sp>
        <p:sp>
          <p:nvSpPr>
            <p:cNvPr id="8943" name="شكل حر: شكل 10010">
              <a:extLst>
                <a:ext uri="{FF2B5EF4-FFF2-40B4-BE49-F238E27FC236}">
                  <a16:creationId xmlns:a16="http://schemas.microsoft.com/office/drawing/2014/main" id="{412B7E3C-B5DE-19F7-CDC4-18A0E14F0937}"/>
                </a:ext>
              </a:extLst>
            </p:cNvPr>
            <p:cNvSpPr/>
            <p:nvPr/>
          </p:nvSpPr>
          <p:spPr>
            <a:xfrm>
              <a:off x="11136036" y="2538985"/>
              <a:ext cx="2824" cy="8304"/>
            </a:xfrm>
            <a:custGeom>
              <a:avLst/>
              <a:gdLst>
                <a:gd name="connsiteX0" fmla="*/ 0 w 2824"/>
                <a:gd name="connsiteY0" fmla="*/ 0 h 8304"/>
                <a:gd name="connsiteX1" fmla="*/ 0 w 2824"/>
                <a:gd name="connsiteY1" fmla="*/ 8304 h 8304"/>
              </a:gdLst>
              <a:ahLst/>
              <a:cxnLst>
                <a:cxn ang="0">
                  <a:pos x="connsiteX0" y="connsiteY0"/>
                </a:cxn>
                <a:cxn ang="0">
                  <a:pos x="connsiteX1" y="connsiteY1"/>
                </a:cxn>
              </a:cxnLst>
              <a:rect l="l" t="t" r="r" b="b"/>
              <a:pathLst>
                <a:path w="2824" h="8304">
                  <a:moveTo>
                    <a:pt x="0" y="0"/>
                  </a:moveTo>
                  <a:lnTo>
                    <a:pt x="0" y="8304"/>
                  </a:lnTo>
                </a:path>
              </a:pathLst>
            </a:custGeom>
            <a:ln w="8472" cap="flat">
              <a:solidFill>
                <a:srgbClr val="17A3A3"/>
              </a:solidFill>
              <a:prstDash val="solid"/>
              <a:miter/>
            </a:ln>
          </p:spPr>
          <p:txBody>
            <a:bodyPr rtlCol="1" anchor="ctr"/>
            <a:lstStyle/>
            <a:p>
              <a:endParaRPr lang="ar-SA"/>
            </a:p>
          </p:txBody>
        </p:sp>
        <p:sp>
          <p:nvSpPr>
            <p:cNvPr id="8944" name="شكل حر: شكل 10011">
              <a:extLst>
                <a:ext uri="{FF2B5EF4-FFF2-40B4-BE49-F238E27FC236}">
                  <a16:creationId xmlns:a16="http://schemas.microsoft.com/office/drawing/2014/main" id="{E9CBA1AC-977D-64E5-8F64-641EA9383771}"/>
                </a:ext>
              </a:extLst>
            </p:cNvPr>
            <p:cNvSpPr/>
            <p:nvPr/>
          </p:nvSpPr>
          <p:spPr>
            <a:xfrm>
              <a:off x="11112282" y="2512152"/>
              <a:ext cx="2824" cy="8304"/>
            </a:xfrm>
            <a:custGeom>
              <a:avLst/>
              <a:gdLst>
                <a:gd name="connsiteX0" fmla="*/ 0 w 2824"/>
                <a:gd name="connsiteY0" fmla="*/ 0 h 8304"/>
                <a:gd name="connsiteX1" fmla="*/ 0 w 2824"/>
                <a:gd name="connsiteY1" fmla="*/ 8304 h 8304"/>
              </a:gdLst>
              <a:ahLst/>
              <a:cxnLst>
                <a:cxn ang="0">
                  <a:pos x="connsiteX0" y="connsiteY0"/>
                </a:cxn>
                <a:cxn ang="0">
                  <a:pos x="connsiteX1" y="connsiteY1"/>
                </a:cxn>
              </a:cxnLst>
              <a:rect l="l" t="t" r="r" b="b"/>
              <a:pathLst>
                <a:path w="2824" h="8304">
                  <a:moveTo>
                    <a:pt x="0" y="0"/>
                  </a:moveTo>
                  <a:lnTo>
                    <a:pt x="0" y="8304"/>
                  </a:lnTo>
                </a:path>
              </a:pathLst>
            </a:custGeom>
            <a:ln w="8472" cap="flat">
              <a:solidFill>
                <a:srgbClr val="17A3A3"/>
              </a:solidFill>
              <a:prstDash val="solid"/>
              <a:miter/>
            </a:ln>
          </p:spPr>
          <p:txBody>
            <a:bodyPr rtlCol="1" anchor="ctr"/>
            <a:lstStyle/>
            <a:p>
              <a:endParaRPr lang="ar-SA"/>
            </a:p>
          </p:txBody>
        </p:sp>
        <p:sp>
          <p:nvSpPr>
            <p:cNvPr id="8945" name="شكل حر: شكل 10012">
              <a:extLst>
                <a:ext uri="{FF2B5EF4-FFF2-40B4-BE49-F238E27FC236}">
                  <a16:creationId xmlns:a16="http://schemas.microsoft.com/office/drawing/2014/main" id="{04C3FC82-E2DC-59AD-A3FB-315C8EB8F3C2}"/>
                </a:ext>
              </a:extLst>
            </p:cNvPr>
            <p:cNvSpPr/>
            <p:nvPr/>
          </p:nvSpPr>
          <p:spPr>
            <a:xfrm>
              <a:off x="11112282" y="2538985"/>
              <a:ext cx="2824" cy="8304"/>
            </a:xfrm>
            <a:custGeom>
              <a:avLst/>
              <a:gdLst>
                <a:gd name="connsiteX0" fmla="*/ 0 w 2824"/>
                <a:gd name="connsiteY0" fmla="*/ 0 h 8304"/>
                <a:gd name="connsiteX1" fmla="*/ 0 w 2824"/>
                <a:gd name="connsiteY1" fmla="*/ 8304 h 8304"/>
              </a:gdLst>
              <a:ahLst/>
              <a:cxnLst>
                <a:cxn ang="0">
                  <a:pos x="connsiteX0" y="connsiteY0"/>
                </a:cxn>
                <a:cxn ang="0">
                  <a:pos x="connsiteX1" y="connsiteY1"/>
                </a:cxn>
              </a:cxnLst>
              <a:rect l="l" t="t" r="r" b="b"/>
              <a:pathLst>
                <a:path w="2824" h="8304">
                  <a:moveTo>
                    <a:pt x="0" y="0"/>
                  </a:moveTo>
                  <a:lnTo>
                    <a:pt x="0" y="8304"/>
                  </a:lnTo>
                </a:path>
              </a:pathLst>
            </a:custGeom>
            <a:ln w="8472" cap="flat">
              <a:solidFill>
                <a:srgbClr val="17A3A3"/>
              </a:solidFill>
              <a:prstDash val="solid"/>
              <a:miter/>
            </a:ln>
          </p:spPr>
          <p:txBody>
            <a:bodyPr rtlCol="1" anchor="ctr"/>
            <a:lstStyle/>
            <a:p>
              <a:endParaRPr lang="ar-SA"/>
            </a:p>
          </p:txBody>
        </p:sp>
        <p:sp>
          <p:nvSpPr>
            <p:cNvPr id="8946" name="شكل حر: شكل 10013">
              <a:extLst>
                <a:ext uri="{FF2B5EF4-FFF2-40B4-BE49-F238E27FC236}">
                  <a16:creationId xmlns:a16="http://schemas.microsoft.com/office/drawing/2014/main" id="{5B7C024D-8370-B736-2C17-4F23EDBC7560}"/>
                </a:ext>
              </a:extLst>
            </p:cNvPr>
            <p:cNvSpPr/>
            <p:nvPr/>
          </p:nvSpPr>
          <p:spPr>
            <a:xfrm>
              <a:off x="11112282" y="2565818"/>
              <a:ext cx="2824" cy="8332"/>
            </a:xfrm>
            <a:custGeom>
              <a:avLst/>
              <a:gdLst>
                <a:gd name="connsiteX0" fmla="*/ 0 w 2824"/>
                <a:gd name="connsiteY0" fmla="*/ 0 h 8332"/>
                <a:gd name="connsiteX1" fmla="*/ 0 w 2824"/>
                <a:gd name="connsiteY1" fmla="*/ 8332 h 8332"/>
              </a:gdLst>
              <a:ahLst/>
              <a:cxnLst>
                <a:cxn ang="0">
                  <a:pos x="connsiteX0" y="connsiteY0"/>
                </a:cxn>
                <a:cxn ang="0">
                  <a:pos x="connsiteX1" y="connsiteY1"/>
                </a:cxn>
              </a:cxnLst>
              <a:rect l="l" t="t" r="r" b="b"/>
              <a:pathLst>
                <a:path w="2824" h="8332">
                  <a:moveTo>
                    <a:pt x="0" y="0"/>
                  </a:moveTo>
                  <a:lnTo>
                    <a:pt x="0" y="8332"/>
                  </a:lnTo>
                </a:path>
              </a:pathLst>
            </a:custGeom>
            <a:ln w="8472" cap="flat">
              <a:solidFill>
                <a:srgbClr val="17A3A3"/>
              </a:solidFill>
              <a:prstDash val="solid"/>
              <a:miter/>
            </a:ln>
          </p:spPr>
          <p:txBody>
            <a:bodyPr rtlCol="1" anchor="ctr"/>
            <a:lstStyle/>
            <a:p>
              <a:endParaRPr lang="ar-SA"/>
            </a:p>
          </p:txBody>
        </p:sp>
        <p:sp>
          <p:nvSpPr>
            <p:cNvPr id="8947" name="شكل حر: شكل 10014">
              <a:extLst>
                <a:ext uri="{FF2B5EF4-FFF2-40B4-BE49-F238E27FC236}">
                  <a16:creationId xmlns:a16="http://schemas.microsoft.com/office/drawing/2014/main" id="{B4C73C9A-F1FE-9A4A-468E-A7C6C1FF9BB1}"/>
                </a:ext>
              </a:extLst>
            </p:cNvPr>
            <p:cNvSpPr/>
            <p:nvPr/>
          </p:nvSpPr>
          <p:spPr>
            <a:xfrm>
              <a:off x="11088556" y="2512152"/>
              <a:ext cx="2824" cy="8304"/>
            </a:xfrm>
            <a:custGeom>
              <a:avLst/>
              <a:gdLst>
                <a:gd name="connsiteX0" fmla="*/ 0 w 2824"/>
                <a:gd name="connsiteY0" fmla="*/ 0 h 8304"/>
                <a:gd name="connsiteX1" fmla="*/ 0 w 2824"/>
                <a:gd name="connsiteY1" fmla="*/ 8304 h 8304"/>
              </a:gdLst>
              <a:ahLst/>
              <a:cxnLst>
                <a:cxn ang="0">
                  <a:pos x="connsiteX0" y="connsiteY0"/>
                </a:cxn>
                <a:cxn ang="0">
                  <a:pos x="connsiteX1" y="connsiteY1"/>
                </a:cxn>
              </a:cxnLst>
              <a:rect l="l" t="t" r="r" b="b"/>
              <a:pathLst>
                <a:path w="2824" h="8304">
                  <a:moveTo>
                    <a:pt x="0" y="0"/>
                  </a:moveTo>
                  <a:lnTo>
                    <a:pt x="0" y="8304"/>
                  </a:lnTo>
                </a:path>
              </a:pathLst>
            </a:custGeom>
            <a:ln w="8472" cap="flat">
              <a:solidFill>
                <a:srgbClr val="17A3A3"/>
              </a:solidFill>
              <a:prstDash val="solid"/>
              <a:miter/>
            </a:ln>
          </p:spPr>
          <p:txBody>
            <a:bodyPr rtlCol="1" anchor="ctr"/>
            <a:lstStyle/>
            <a:p>
              <a:endParaRPr lang="ar-SA"/>
            </a:p>
          </p:txBody>
        </p:sp>
        <p:sp>
          <p:nvSpPr>
            <p:cNvPr id="8948" name="شكل حر: شكل 10015">
              <a:extLst>
                <a:ext uri="{FF2B5EF4-FFF2-40B4-BE49-F238E27FC236}">
                  <a16:creationId xmlns:a16="http://schemas.microsoft.com/office/drawing/2014/main" id="{B9A06E88-2F52-27DD-1A1F-688A370B8D6D}"/>
                </a:ext>
              </a:extLst>
            </p:cNvPr>
            <p:cNvSpPr/>
            <p:nvPr/>
          </p:nvSpPr>
          <p:spPr>
            <a:xfrm>
              <a:off x="11088556" y="2538985"/>
              <a:ext cx="2824" cy="8304"/>
            </a:xfrm>
            <a:custGeom>
              <a:avLst/>
              <a:gdLst>
                <a:gd name="connsiteX0" fmla="*/ 0 w 2824"/>
                <a:gd name="connsiteY0" fmla="*/ 0 h 8304"/>
                <a:gd name="connsiteX1" fmla="*/ 0 w 2824"/>
                <a:gd name="connsiteY1" fmla="*/ 8304 h 8304"/>
              </a:gdLst>
              <a:ahLst/>
              <a:cxnLst>
                <a:cxn ang="0">
                  <a:pos x="connsiteX0" y="connsiteY0"/>
                </a:cxn>
                <a:cxn ang="0">
                  <a:pos x="connsiteX1" y="connsiteY1"/>
                </a:cxn>
              </a:cxnLst>
              <a:rect l="l" t="t" r="r" b="b"/>
              <a:pathLst>
                <a:path w="2824" h="8304">
                  <a:moveTo>
                    <a:pt x="0" y="0"/>
                  </a:moveTo>
                  <a:lnTo>
                    <a:pt x="0" y="8304"/>
                  </a:lnTo>
                </a:path>
              </a:pathLst>
            </a:custGeom>
            <a:ln w="8472" cap="flat">
              <a:solidFill>
                <a:srgbClr val="17A3A3"/>
              </a:solidFill>
              <a:prstDash val="solid"/>
              <a:miter/>
            </a:ln>
          </p:spPr>
          <p:txBody>
            <a:bodyPr rtlCol="1" anchor="ctr"/>
            <a:lstStyle/>
            <a:p>
              <a:endParaRPr lang="ar-SA"/>
            </a:p>
          </p:txBody>
        </p:sp>
        <p:sp>
          <p:nvSpPr>
            <p:cNvPr id="8949" name="شكل حر: شكل 10016">
              <a:extLst>
                <a:ext uri="{FF2B5EF4-FFF2-40B4-BE49-F238E27FC236}">
                  <a16:creationId xmlns:a16="http://schemas.microsoft.com/office/drawing/2014/main" id="{DA2D00D2-950E-49A3-7158-940605FF81D8}"/>
                </a:ext>
              </a:extLst>
            </p:cNvPr>
            <p:cNvSpPr/>
            <p:nvPr/>
          </p:nvSpPr>
          <p:spPr>
            <a:xfrm>
              <a:off x="11088556" y="2565818"/>
              <a:ext cx="2824" cy="8332"/>
            </a:xfrm>
            <a:custGeom>
              <a:avLst/>
              <a:gdLst>
                <a:gd name="connsiteX0" fmla="*/ 0 w 2824"/>
                <a:gd name="connsiteY0" fmla="*/ 0 h 8332"/>
                <a:gd name="connsiteX1" fmla="*/ 0 w 2824"/>
                <a:gd name="connsiteY1" fmla="*/ 8332 h 8332"/>
              </a:gdLst>
              <a:ahLst/>
              <a:cxnLst>
                <a:cxn ang="0">
                  <a:pos x="connsiteX0" y="connsiteY0"/>
                </a:cxn>
                <a:cxn ang="0">
                  <a:pos x="connsiteX1" y="connsiteY1"/>
                </a:cxn>
              </a:cxnLst>
              <a:rect l="l" t="t" r="r" b="b"/>
              <a:pathLst>
                <a:path w="2824" h="8332">
                  <a:moveTo>
                    <a:pt x="0" y="0"/>
                  </a:moveTo>
                  <a:lnTo>
                    <a:pt x="0" y="8332"/>
                  </a:lnTo>
                </a:path>
              </a:pathLst>
            </a:custGeom>
            <a:ln w="8472" cap="flat">
              <a:solidFill>
                <a:srgbClr val="17A3A3"/>
              </a:solidFill>
              <a:prstDash val="solid"/>
              <a:miter/>
            </a:ln>
          </p:spPr>
          <p:txBody>
            <a:bodyPr rtlCol="1" anchor="ctr"/>
            <a:lstStyle/>
            <a:p>
              <a:endParaRPr lang="ar-SA"/>
            </a:p>
          </p:txBody>
        </p:sp>
        <p:grpSp>
          <p:nvGrpSpPr>
            <p:cNvPr id="8950" name="رسم 8014">
              <a:extLst>
                <a:ext uri="{FF2B5EF4-FFF2-40B4-BE49-F238E27FC236}">
                  <a16:creationId xmlns:a16="http://schemas.microsoft.com/office/drawing/2014/main" id="{933F9B28-43E0-46B4-7279-D53E02CED9B9}"/>
                </a:ext>
              </a:extLst>
            </p:cNvPr>
            <p:cNvGrpSpPr/>
            <p:nvPr/>
          </p:nvGrpSpPr>
          <p:grpSpPr>
            <a:xfrm>
              <a:off x="11088556" y="2485318"/>
              <a:ext cx="47480" cy="8304"/>
              <a:chOff x="11088556" y="2485318"/>
              <a:chExt cx="47480" cy="8304"/>
            </a:xfrm>
          </p:grpSpPr>
          <p:sp>
            <p:nvSpPr>
              <p:cNvPr id="8974" name="شكل حر: شكل 10018">
                <a:extLst>
                  <a:ext uri="{FF2B5EF4-FFF2-40B4-BE49-F238E27FC236}">
                    <a16:creationId xmlns:a16="http://schemas.microsoft.com/office/drawing/2014/main" id="{14F6883E-98A2-6070-3EC0-18E7C1121173}"/>
                  </a:ext>
                </a:extLst>
              </p:cNvPr>
              <p:cNvSpPr/>
              <p:nvPr/>
            </p:nvSpPr>
            <p:spPr>
              <a:xfrm>
                <a:off x="11136036" y="2485318"/>
                <a:ext cx="2824" cy="8304"/>
              </a:xfrm>
              <a:custGeom>
                <a:avLst/>
                <a:gdLst>
                  <a:gd name="connsiteX0" fmla="*/ 0 w 2824"/>
                  <a:gd name="connsiteY0" fmla="*/ 0 h 8304"/>
                  <a:gd name="connsiteX1" fmla="*/ 0 w 2824"/>
                  <a:gd name="connsiteY1" fmla="*/ 8304 h 8304"/>
                </a:gdLst>
                <a:ahLst/>
                <a:cxnLst>
                  <a:cxn ang="0">
                    <a:pos x="connsiteX0" y="connsiteY0"/>
                  </a:cxn>
                  <a:cxn ang="0">
                    <a:pos x="connsiteX1" y="connsiteY1"/>
                  </a:cxn>
                </a:cxnLst>
                <a:rect l="l" t="t" r="r" b="b"/>
                <a:pathLst>
                  <a:path w="2824" h="8304">
                    <a:moveTo>
                      <a:pt x="0" y="0"/>
                    </a:moveTo>
                    <a:lnTo>
                      <a:pt x="0" y="8304"/>
                    </a:lnTo>
                  </a:path>
                </a:pathLst>
              </a:custGeom>
              <a:ln w="8472" cap="flat">
                <a:solidFill>
                  <a:srgbClr val="17A3A3"/>
                </a:solidFill>
                <a:prstDash val="solid"/>
                <a:miter/>
              </a:ln>
            </p:spPr>
            <p:txBody>
              <a:bodyPr rtlCol="1" anchor="ctr"/>
              <a:lstStyle/>
              <a:p>
                <a:endParaRPr lang="ar-SA"/>
              </a:p>
            </p:txBody>
          </p:sp>
          <p:sp>
            <p:nvSpPr>
              <p:cNvPr id="8975" name="شكل حر: شكل 10019">
                <a:extLst>
                  <a:ext uri="{FF2B5EF4-FFF2-40B4-BE49-F238E27FC236}">
                    <a16:creationId xmlns:a16="http://schemas.microsoft.com/office/drawing/2014/main" id="{16583BAD-D350-14EF-7A2D-B8F5537254C5}"/>
                  </a:ext>
                </a:extLst>
              </p:cNvPr>
              <p:cNvSpPr/>
              <p:nvPr/>
            </p:nvSpPr>
            <p:spPr>
              <a:xfrm>
                <a:off x="11112282" y="2485318"/>
                <a:ext cx="2824" cy="8304"/>
              </a:xfrm>
              <a:custGeom>
                <a:avLst/>
                <a:gdLst>
                  <a:gd name="connsiteX0" fmla="*/ 0 w 2824"/>
                  <a:gd name="connsiteY0" fmla="*/ 0 h 8304"/>
                  <a:gd name="connsiteX1" fmla="*/ 0 w 2824"/>
                  <a:gd name="connsiteY1" fmla="*/ 8304 h 8304"/>
                </a:gdLst>
                <a:ahLst/>
                <a:cxnLst>
                  <a:cxn ang="0">
                    <a:pos x="connsiteX0" y="connsiteY0"/>
                  </a:cxn>
                  <a:cxn ang="0">
                    <a:pos x="connsiteX1" y="connsiteY1"/>
                  </a:cxn>
                </a:cxnLst>
                <a:rect l="l" t="t" r="r" b="b"/>
                <a:pathLst>
                  <a:path w="2824" h="8304">
                    <a:moveTo>
                      <a:pt x="0" y="0"/>
                    </a:moveTo>
                    <a:lnTo>
                      <a:pt x="0" y="8304"/>
                    </a:lnTo>
                  </a:path>
                </a:pathLst>
              </a:custGeom>
              <a:ln w="8472" cap="flat">
                <a:solidFill>
                  <a:srgbClr val="17A3A3"/>
                </a:solidFill>
                <a:prstDash val="solid"/>
                <a:miter/>
              </a:ln>
            </p:spPr>
            <p:txBody>
              <a:bodyPr rtlCol="1" anchor="ctr"/>
              <a:lstStyle/>
              <a:p>
                <a:endParaRPr lang="ar-SA"/>
              </a:p>
            </p:txBody>
          </p:sp>
          <p:sp>
            <p:nvSpPr>
              <p:cNvPr id="8976" name="شكل حر: شكل 10020">
                <a:extLst>
                  <a:ext uri="{FF2B5EF4-FFF2-40B4-BE49-F238E27FC236}">
                    <a16:creationId xmlns:a16="http://schemas.microsoft.com/office/drawing/2014/main" id="{4614CA36-3F95-9091-E988-B20CEEEB52C1}"/>
                  </a:ext>
                </a:extLst>
              </p:cNvPr>
              <p:cNvSpPr/>
              <p:nvPr/>
            </p:nvSpPr>
            <p:spPr>
              <a:xfrm>
                <a:off x="11088556" y="2485318"/>
                <a:ext cx="2824" cy="8304"/>
              </a:xfrm>
              <a:custGeom>
                <a:avLst/>
                <a:gdLst>
                  <a:gd name="connsiteX0" fmla="*/ 0 w 2824"/>
                  <a:gd name="connsiteY0" fmla="*/ 0 h 8304"/>
                  <a:gd name="connsiteX1" fmla="*/ 0 w 2824"/>
                  <a:gd name="connsiteY1" fmla="*/ 8304 h 8304"/>
                </a:gdLst>
                <a:ahLst/>
                <a:cxnLst>
                  <a:cxn ang="0">
                    <a:pos x="connsiteX0" y="connsiteY0"/>
                  </a:cxn>
                  <a:cxn ang="0">
                    <a:pos x="connsiteX1" y="connsiteY1"/>
                  </a:cxn>
                </a:cxnLst>
                <a:rect l="l" t="t" r="r" b="b"/>
                <a:pathLst>
                  <a:path w="2824" h="8304">
                    <a:moveTo>
                      <a:pt x="0" y="0"/>
                    </a:moveTo>
                    <a:lnTo>
                      <a:pt x="0" y="8304"/>
                    </a:lnTo>
                  </a:path>
                </a:pathLst>
              </a:custGeom>
              <a:ln w="8472" cap="flat">
                <a:solidFill>
                  <a:srgbClr val="17A3A3"/>
                </a:solidFill>
                <a:prstDash val="solid"/>
                <a:miter/>
              </a:ln>
            </p:spPr>
            <p:txBody>
              <a:bodyPr rtlCol="1" anchor="ctr"/>
              <a:lstStyle/>
              <a:p>
                <a:endParaRPr lang="ar-SA"/>
              </a:p>
            </p:txBody>
          </p:sp>
        </p:grpSp>
        <p:sp>
          <p:nvSpPr>
            <p:cNvPr id="8951" name="شكل حر: شكل 10021">
              <a:extLst>
                <a:ext uri="{FF2B5EF4-FFF2-40B4-BE49-F238E27FC236}">
                  <a16:creationId xmlns:a16="http://schemas.microsoft.com/office/drawing/2014/main" id="{BB028678-2DF5-D2C5-816B-9A452F469770}"/>
                </a:ext>
              </a:extLst>
            </p:cNvPr>
            <p:cNvSpPr/>
            <p:nvPr/>
          </p:nvSpPr>
          <p:spPr>
            <a:xfrm>
              <a:off x="11172247" y="2454983"/>
              <a:ext cx="25364" cy="2824"/>
            </a:xfrm>
            <a:custGeom>
              <a:avLst/>
              <a:gdLst>
                <a:gd name="connsiteX0" fmla="*/ 25364 w 25364"/>
                <a:gd name="connsiteY0" fmla="*/ 0 h 2824"/>
                <a:gd name="connsiteX1" fmla="*/ 0 w 25364"/>
                <a:gd name="connsiteY1" fmla="*/ 0 h 2824"/>
              </a:gdLst>
              <a:ahLst/>
              <a:cxnLst>
                <a:cxn ang="0">
                  <a:pos x="connsiteX0" y="connsiteY0"/>
                </a:cxn>
                <a:cxn ang="0">
                  <a:pos x="connsiteX1" y="connsiteY1"/>
                </a:cxn>
              </a:cxnLst>
              <a:rect l="l" t="t" r="r" b="b"/>
              <a:pathLst>
                <a:path w="25364" h="2824">
                  <a:moveTo>
                    <a:pt x="25364" y="0"/>
                  </a:moveTo>
                  <a:lnTo>
                    <a:pt x="0" y="0"/>
                  </a:lnTo>
                </a:path>
              </a:pathLst>
            </a:custGeom>
            <a:ln w="8472" cap="flat">
              <a:solidFill>
                <a:srgbClr val="01355A"/>
              </a:solidFill>
              <a:prstDash val="solid"/>
              <a:miter/>
            </a:ln>
          </p:spPr>
          <p:txBody>
            <a:bodyPr rtlCol="1" anchor="ctr"/>
            <a:lstStyle/>
            <a:p>
              <a:endParaRPr lang="ar-SA"/>
            </a:p>
          </p:txBody>
        </p:sp>
        <p:sp>
          <p:nvSpPr>
            <p:cNvPr id="8952" name="شكل حر: شكل 10022">
              <a:extLst>
                <a:ext uri="{FF2B5EF4-FFF2-40B4-BE49-F238E27FC236}">
                  <a16:creationId xmlns:a16="http://schemas.microsoft.com/office/drawing/2014/main" id="{7094AC9E-9769-D962-735E-E683B0F445CC}"/>
                </a:ext>
              </a:extLst>
            </p:cNvPr>
            <p:cNvSpPr/>
            <p:nvPr/>
          </p:nvSpPr>
          <p:spPr>
            <a:xfrm>
              <a:off x="11276699" y="2454983"/>
              <a:ext cx="2824" cy="110835"/>
            </a:xfrm>
            <a:custGeom>
              <a:avLst/>
              <a:gdLst>
                <a:gd name="connsiteX0" fmla="*/ 0 w 2824"/>
                <a:gd name="connsiteY0" fmla="*/ 110835 h 110835"/>
                <a:gd name="connsiteX1" fmla="*/ 0 w 2824"/>
                <a:gd name="connsiteY1" fmla="*/ 0 h 110835"/>
              </a:gdLst>
              <a:ahLst/>
              <a:cxnLst>
                <a:cxn ang="0">
                  <a:pos x="connsiteX0" y="connsiteY0"/>
                </a:cxn>
                <a:cxn ang="0">
                  <a:pos x="connsiteX1" y="connsiteY1"/>
                </a:cxn>
              </a:cxnLst>
              <a:rect l="l" t="t" r="r" b="b"/>
              <a:pathLst>
                <a:path w="2824" h="110835">
                  <a:moveTo>
                    <a:pt x="0" y="110835"/>
                  </a:moveTo>
                  <a:lnTo>
                    <a:pt x="0" y="0"/>
                  </a:lnTo>
                </a:path>
              </a:pathLst>
            </a:custGeom>
            <a:ln w="8472" cap="flat">
              <a:solidFill>
                <a:srgbClr val="01355A"/>
              </a:solidFill>
              <a:prstDash val="solid"/>
              <a:miter/>
            </a:ln>
          </p:spPr>
          <p:txBody>
            <a:bodyPr rtlCol="1" anchor="ctr"/>
            <a:lstStyle/>
            <a:p>
              <a:endParaRPr lang="ar-SA"/>
            </a:p>
          </p:txBody>
        </p:sp>
        <p:sp>
          <p:nvSpPr>
            <p:cNvPr id="8953" name="شكل حر: شكل 10023">
              <a:extLst>
                <a:ext uri="{FF2B5EF4-FFF2-40B4-BE49-F238E27FC236}">
                  <a16:creationId xmlns:a16="http://schemas.microsoft.com/office/drawing/2014/main" id="{71CAA32C-3423-C6F4-91AC-51B94C7DAE70}"/>
                </a:ext>
              </a:extLst>
            </p:cNvPr>
            <p:cNvSpPr/>
            <p:nvPr/>
          </p:nvSpPr>
          <p:spPr>
            <a:xfrm>
              <a:off x="10912445" y="2452328"/>
              <a:ext cx="2824" cy="184725"/>
            </a:xfrm>
            <a:custGeom>
              <a:avLst/>
              <a:gdLst>
                <a:gd name="connsiteX0" fmla="*/ 0 w 2824"/>
                <a:gd name="connsiteY0" fmla="*/ 0 h 184725"/>
                <a:gd name="connsiteX1" fmla="*/ 0 w 2824"/>
                <a:gd name="connsiteY1" fmla="*/ 184725 h 184725"/>
              </a:gdLst>
              <a:ahLst/>
              <a:cxnLst>
                <a:cxn ang="0">
                  <a:pos x="connsiteX0" y="connsiteY0"/>
                </a:cxn>
                <a:cxn ang="0">
                  <a:pos x="connsiteX1" y="connsiteY1"/>
                </a:cxn>
              </a:cxnLst>
              <a:rect l="l" t="t" r="r" b="b"/>
              <a:pathLst>
                <a:path w="2824" h="184725">
                  <a:moveTo>
                    <a:pt x="0" y="0"/>
                  </a:moveTo>
                  <a:lnTo>
                    <a:pt x="0" y="184725"/>
                  </a:lnTo>
                </a:path>
              </a:pathLst>
            </a:custGeom>
            <a:ln w="8472" cap="flat">
              <a:solidFill>
                <a:srgbClr val="01355A"/>
              </a:solidFill>
              <a:prstDash val="solid"/>
              <a:miter/>
            </a:ln>
          </p:spPr>
          <p:txBody>
            <a:bodyPr rtlCol="1" anchor="ctr"/>
            <a:lstStyle/>
            <a:p>
              <a:endParaRPr lang="ar-SA"/>
            </a:p>
          </p:txBody>
        </p:sp>
        <p:sp>
          <p:nvSpPr>
            <p:cNvPr id="8954" name="شكل حر: شكل 10024">
              <a:extLst>
                <a:ext uri="{FF2B5EF4-FFF2-40B4-BE49-F238E27FC236}">
                  <a16:creationId xmlns:a16="http://schemas.microsoft.com/office/drawing/2014/main" id="{3F15E5F7-8797-C6B3-11A8-16AC9F9165C5}"/>
                </a:ext>
              </a:extLst>
            </p:cNvPr>
            <p:cNvSpPr/>
            <p:nvPr/>
          </p:nvSpPr>
          <p:spPr>
            <a:xfrm>
              <a:off x="11026387" y="2452328"/>
              <a:ext cx="2824" cy="184725"/>
            </a:xfrm>
            <a:custGeom>
              <a:avLst/>
              <a:gdLst>
                <a:gd name="connsiteX0" fmla="*/ 0 w 2824"/>
                <a:gd name="connsiteY0" fmla="*/ 184725 h 184725"/>
                <a:gd name="connsiteX1" fmla="*/ 0 w 2824"/>
                <a:gd name="connsiteY1" fmla="*/ 0 h 184725"/>
              </a:gdLst>
              <a:ahLst/>
              <a:cxnLst>
                <a:cxn ang="0">
                  <a:pos x="connsiteX0" y="connsiteY0"/>
                </a:cxn>
                <a:cxn ang="0">
                  <a:pos x="connsiteX1" y="connsiteY1"/>
                </a:cxn>
              </a:cxnLst>
              <a:rect l="l" t="t" r="r" b="b"/>
              <a:pathLst>
                <a:path w="2824" h="184725">
                  <a:moveTo>
                    <a:pt x="0" y="184725"/>
                  </a:moveTo>
                  <a:lnTo>
                    <a:pt x="0" y="0"/>
                  </a:lnTo>
                </a:path>
              </a:pathLst>
            </a:custGeom>
            <a:ln w="8472" cap="flat">
              <a:solidFill>
                <a:srgbClr val="01355A"/>
              </a:solidFill>
              <a:prstDash val="solid"/>
              <a:miter/>
            </a:ln>
          </p:spPr>
          <p:txBody>
            <a:bodyPr rtlCol="1" anchor="ctr"/>
            <a:lstStyle/>
            <a:p>
              <a:endParaRPr lang="ar-SA"/>
            </a:p>
          </p:txBody>
        </p:sp>
        <p:sp>
          <p:nvSpPr>
            <p:cNvPr id="8955" name="شكل حر: شكل 10025">
              <a:extLst>
                <a:ext uri="{FF2B5EF4-FFF2-40B4-BE49-F238E27FC236}">
                  <a16:creationId xmlns:a16="http://schemas.microsoft.com/office/drawing/2014/main" id="{F945D865-C75A-54F1-8A02-C57D4573F666}"/>
                </a:ext>
              </a:extLst>
            </p:cNvPr>
            <p:cNvSpPr/>
            <p:nvPr/>
          </p:nvSpPr>
          <p:spPr>
            <a:xfrm>
              <a:off x="10927754" y="2408039"/>
              <a:ext cx="83324" cy="32143"/>
            </a:xfrm>
            <a:custGeom>
              <a:avLst/>
              <a:gdLst>
                <a:gd name="connsiteX0" fmla="*/ 83324 w 83324"/>
                <a:gd name="connsiteY0" fmla="*/ 32143 h 32143"/>
                <a:gd name="connsiteX1" fmla="*/ 83324 w 83324"/>
                <a:gd name="connsiteY1" fmla="*/ 0 h 32143"/>
                <a:gd name="connsiteX2" fmla="*/ 0 w 83324"/>
                <a:gd name="connsiteY2" fmla="*/ 0 h 32143"/>
                <a:gd name="connsiteX3" fmla="*/ 0 w 83324"/>
                <a:gd name="connsiteY3" fmla="*/ 32143 h 32143"/>
              </a:gdLst>
              <a:ahLst/>
              <a:cxnLst>
                <a:cxn ang="0">
                  <a:pos x="connsiteX0" y="connsiteY0"/>
                </a:cxn>
                <a:cxn ang="0">
                  <a:pos x="connsiteX1" y="connsiteY1"/>
                </a:cxn>
                <a:cxn ang="0">
                  <a:pos x="connsiteX2" y="connsiteY2"/>
                </a:cxn>
                <a:cxn ang="0">
                  <a:pos x="connsiteX3" y="connsiteY3"/>
                </a:cxn>
              </a:cxnLst>
              <a:rect l="l" t="t" r="r" b="b"/>
              <a:pathLst>
                <a:path w="83324" h="32143">
                  <a:moveTo>
                    <a:pt x="83324" y="32143"/>
                  </a:moveTo>
                  <a:lnTo>
                    <a:pt x="83324" y="0"/>
                  </a:lnTo>
                  <a:lnTo>
                    <a:pt x="0" y="0"/>
                  </a:lnTo>
                  <a:lnTo>
                    <a:pt x="0" y="32143"/>
                  </a:lnTo>
                </a:path>
              </a:pathLst>
            </a:custGeom>
            <a:noFill/>
            <a:ln w="8472" cap="flat">
              <a:solidFill>
                <a:srgbClr val="01355A"/>
              </a:solidFill>
              <a:prstDash val="solid"/>
              <a:miter/>
            </a:ln>
          </p:spPr>
          <p:txBody>
            <a:bodyPr rtlCol="1" anchor="ctr"/>
            <a:lstStyle/>
            <a:p>
              <a:endParaRPr lang="ar-SA"/>
            </a:p>
          </p:txBody>
        </p:sp>
        <p:sp>
          <p:nvSpPr>
            <p:cNvPr id="8956" name="شكل حر: شكل 10026">
              <a:extLst>
                <a:ext uri="{FF2B5EF4-FFF2-40B4-BE49-F238E27FC236}">
                  <a16:creationId xmlns:a16="http://schemas.microsoft.com/office/drawing/2014/main" id="{287E48D0-D7C6-1856-98D6-9BF0EEBC0746}"/>
                </a:ext>
              </a:extLst>
            </p:cNvPr>
            <p:cNvSpPr/>
            <p:nvPr/>
          </p:nvSpPr>
          <p:spPr>
            <a:xfrm>
              <a:off x="10941623" y="2373975"/>
              <a:ext cx="55643" cy="34064"/>
            </a:xfrm>
            <a:custGeom>
              <a:avLst/>
              <a:gdLst>
                <a:gd name="connsiteX0" fmla="*/ 55643 w 55643"/>
                <a:gd name="connsiteY0" fmla="*/ 34064 h 34064"/>
                <a:gd name="connsiteX1" fmla="*/ 55643 w 55643"/>
                <a:gd name="connsiteY1" fmla="*/ 9462 h 34064"/>
                <a:gd name="connsiteX2" fmla="*/ 46181 w 55643"/>
                <a:gd name="connsiteY2" fmla="*/ 0 h 34064"/>
                <a:gd name="connsiteX3" fmla="*/ 9462 w 55643"/>
                <a:gd name="connsiteY3" fmla="*/ 0 h 34064"/>
                <a:gd name="connsiteX4" fmla="*/ 0 w 55643"/>
                <a:gd name="connsiteY4" fmla="*/ 9462 h 34064"/>
                <a:gd name="connsiteX5" fmla="*/ 0 w 55643"/>
                <a:gd name="connsiteY5" fmla="*/ 34064 h 34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643" h="34064">
                  <a:moveTo>
                    <a:pt x="55643" y="34064"/>
                  </a:moveTo>
                  <a:lnTo>
                    <a:pt x="55643" y="9462"/>
                  </a:lnTo>
                  <a:cubicBezTo>
                    <a:pt x="55643" y="4237"/>
                    <a:pt x="51407" y="0"/>
                    <a:pt x="46181" y="0"/>
                  </a:cubicBezTo>
                  <a:lnTo>
                    <a:pt x="9462" y="0"/>
                  </a:lnTo>
                  <a:cubicBezTo>
                    <a:pt x="4237" y="0"/>
                    <a:pt x="0" y="4237"/>
                    <a:pt x="0" y="9462"/>
                  </a:cubicBezTo>
                  <a:lnTo>
                    <a:pt x="0" y="34064"/>
                  </a:lnTo>
                </a:path>
              </a:pathLst>
            </a:custGeom>
            <a:noFill/>
            <a:ln w="8472" cap="flat">
              <a:solidFill>
                <a:srgbClr val="01355A"/>
              </a:solidFill>
              <a:prstDash val="solid"/>
              <a:miter/>
            </a:ln>
          </p:spPr>
          <p:txBody>
            <a:bodyPr rtlCol="1" anchor="ctr"/>
            <a:lstStyle/>
            <a:p>
              <a:endParaRPr lang="ar-SA"/>
            </a:p>
          </p:txBody>
        </p:sp>
        <p:sp>
          <p:nvSpPr>
            <p:cNvPr id="8957" name="شكل حر: شكل 10027">
              <a:extLst>
                <a:ext uri="{FF2B5EF4-FFF2-40B4-BE49-F238E27FC236}">
                  <a16:creationId xmlns:a16="http://schemas.microsoft.com/office/drawing/2014/main" id="{C2966B96-EAA2-B1A7-91D6-2B04838AF135}"/>
                </a:ext>
              </a:extLst>
            </p:cNvPr>
            <p:cNvSpPr/>
            <p:nvPr/>
          </p:nvSpPr>
          <p:spPr>
            <a:xfrm>
              <a:off x="10912445" y="2440210"/>
              <a:ext cx="32708" cy="61179"/>
            </a:xfrm>
            <a:custGeom>
              <a:avLst/>
              <a:gdLst>
                <a:gd name="connsiteX0" fmla="*/ 0 w 32708"/>
                <a:gd name="connsiteY0" fmla="*/ 61180 h 61179"/>
                <a:gd name="connsiteX1" fmla="*/ 0 w 32708"/>
                <a:gd name="connsiteY1" fmla="*/ 9999 h 61179"/>
                <a:gd name="connsiteX2" fmla="*/ 9999 w 32708"/>
                <a:gd name="connsiteY2" fmla="*/ 0 h 61179"/>
                <a:gd name="connsiteX3" fmla="*/ 32708 w 32708"/>
                <a:gd name="connsiteY3" fmla="*/ 0 h 61179"/>
                <a:gd name="connsiteX4" fmla="*/ 32708 w 32708"/>
                <a:gd name="connsiteY4" fmla="*/ 55559 h 611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08" h="61179">
                  <a:moveTo>
                    <a:pt x="0" y="61180"/>
                  </a:moveTo>
                  <a:lnTo>
                    <a:pt x="0" y="9999"/>
                  </a:lnTo>
                  <a:cubicBezTo>
                    <a:pt x="0" y="4463"/>
                    <a:pt x="4491" y="0"/>
                    <a:pt x="9999" y="0"/>
                  </a:cubicBezTo>
                  <a:lnTo>
                    <a:pt x="32708" y="0"/>
                  </a:lnTo>
                  <a:lnTo>
                    <a:pt x="32708" y="55559"/>
                  </a:lnTo>
                </a:path>
              </a:pathLst>
            </a:custGeom>
            <a:noFill/>
            <a:ln w="8472" cap="flat">
              <a:solidFill>
                <a:srgbClr val="01355A"/>
              </a:solidFill>
              <a:prstDash val="solid"/>
              <a:miter/>
            </a:ln>
          </p:spPr>
          <p:txBody>
            <a:bodyPr rtlCol="1" anchor="ctr"/>
            <a:lstStyle/>
            <a:p>
              <a:endParaRPr lang="ar-SA"/>
            </a:p>
          </p:txBody>
        </p:sp>
        <p:sp>
          <p:nvSpPr>
            <p:cNvPr id="8958" name="شكل حر: شكل 10028">
              <a:extLst>
                <a:ext uri="{FF2B5EF4-FFF2-40B4-BE49-F238E27FC236}">
                  <a16:creationId xmlns:a16="http://schemas.microsoft.com/office/drawing/2014/main" id="{C9E67357-DB7F-0F15-1940-4EB1B2A0A5FA}"/>
                </a:ext>
              </a:extLst>
            </p:cNvPr>
            <p:cNvSpPr/>
            <p:nvPr/>
          </p:nvSpPr>
          <p:spPr>
            <a:xfrm>
              <a:off x="10993651" y="2440182"/>
              <a:ext cx="32708" cy="61179"/>
            </a:xfrm>
            <a:custGeom>
              <a:avLst/>
              <a:gdLst>
                <a:gd name="connsiteX0" fmla="*/ 0 w 32708"/>
                <a:gd name="connsiteY0" fmla="*/ 55559 h 61179"/>
                <a:gd name="connsiteX1" fmla="*/ 0 w 32708"/>
                <a:gd name="connsiteY1" fmla="*/ 0 h 61179"/>
                <a:gd name="connsiteX2" fmla="*/ 22709 w 32708"/>
                <a:gd name="connsiteY2" fmla="*/ 0 h 61179"/>
                <a:gd name="connsiteX3" fmla="*/ 32708 w 32708"/>
                <a:gd name="connsiteY3" fmla="*/ 9999 h 61179"/>
                <a:gd name="connsiteX4" fmla="*/ 32708 w 32708"/>
                <a:gd name="connsiteY4" fmla="*/ 61180 h 611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708" h="61179">
                  <a:moveTo>
                    <a:pt x="0" y="55559"/>
                  </a:moveTo>
                  <a:lnTo>
                    <a:pt x="0" y="0"/>
                  </a:lnTo>
                  <a:lnTo>
                    <a:pt x="22709" y="0"/>
                  </a:lnTo>
                  <a:cubicBezTo>
                    <a:pt x="28245" y="0"/>
                    <a:pt x="32708" y="4491"/>
                    <a:pt x="32708" y="9999"/>
                  </a:cubicBezTo>
                  <a:lnTo>
                    <a:pt x="32708" y="61180"/>
                  </a:lnTo>
                </a:path>
              </a:pathLst>
            </a:custGeom>
            <a:noFill/>
            <a:ln w="8472" cap="flat">
              <a:solidFill>
                <a:srgbClr val="01355A"/>
              </a:solidFill>
              <a:prstDash val="solid"/>
              <a:miter/>
            </a:ln>
          </p:spPr>
          <p:txBody>
            <a:bodyPr rtlCol="1" anchor="ctr"/>
            <a:lstStyle/>
            <a:p>
              <a:endParaRPr lang="ar-SA"/>
            </a:p>
          </p:txBody>
        </p:sp>
        <p:sp>
          <p:nvSpPr>
            <p:cNvPr id="8959" name="شكل حر: شكل 10029">
              <a:extLst>
                <a:ext uri="{FF2B5EF4-FFF2-40B4-BE49-F238E27FC236}">
                  <a16:creationId xmlns:a16="http://schemas.microsoft.com/office/drawing/2014/main" id="{BD97FE11-B8D9-E9D3-4F27-D797919832BB}"/>
                </a:ext>
              </a:extLst>
            </p:cNvPr>
            <p:cNvSpPr/>
            <p:nvPr/>
          </p:nvSpPr>
          <p:spPr>
            <a:xfrm>
              <a:off x="10941058" y="2518337"/>
              <a:ext cx="19404" cy="2824"/>
            </a:xfrm>
            <a:custGeom>
              <a:avLst/>
              <a:gdLst>
                <a:gd name="connsiteX0" fmla="*/ 0 w 19404"/>
                <a:gd name="connsiteY0" fmla="*/ 0 h 2824"/>
                <a:gd name="connsiteX1" fmla="*/ 19405 w 19404"/>
                <a:gd name="connsiteY1" fmla="*/ 0 h 2824"/>
              </a:gdLst>
              <a:ahLst/>
              <a:cxnLst>
                <a:cxn ang="0">
                  <a:pos x="connsiteX0" y="connsiteY0"/>
                </a:cxn>
                <a:cxn ang="0">
                  <a:pos x="connsiteX1" y="connsiteY1"/>
                </a:cxn>
              </a:cxnLst>
              <a:rect l="l" t="t" r="r" b="b"/>
              <a:pathLst>
                <a:path w="19404" h="2824">
                  <a:moveTo>
                    <a:pt x="0" y="0"/>
                  </a:moveTo>
                  <a:lnTo>
                    <a:pt x="19405" y="0"/>
                  </a:lnTo>
                </a:path>
              </a:pathLst>
            </a:custGeom>
            <a:ln w="8472" cap="flat">
              <a:solidFill>
                <a:srgbClr val="17A3A3"/>
              </a:solidFill>
              <a:prstDash val="solid"/>
              <a:miter/>
            </a:ln>
          </p:spPr>
          <p:txBody>
            <a:bodyPr rtlCol="1" anchor="ctr"/>
            <a:lstStyle/>
            <a:p>
              <a:endParaRPr lang="ar-SA"/>
            </a:p>
          </p:txBody>
        </p:sp>
        <p:sp>
          <p:nvSpPr>
            <p:cNvPr id="8960" name="شكل حر: شكل 10030">
              <a:extLst>
                <a:ext uri="{FF2B5EF4-FFF2-40B4-BE49-F238E27FC236}">
                  <a16:creationId xmlns:a16="http://schemas.microsoft.com/office/drawing/2014/main" id="{4123F361-1722-D98A-BE64-719CDDC65C5F}"/>
                </a:ext>
              </a:extLst>
            </p:cNvPr>
            <p:cNvSpPr/>
            <p:nvPr/>
          </p:nvSpPr>
          <p:spPr>
            <a:xfrm>
              <a:off x="10941058" y="2538335"/>
              <a:ext cx="19404" cy="2824"/>
            </a:xfrm>
            <a:custGeom>
              <a:avLst/>
              <a:gdLst>
                <a:gd name="connsiteX0" fmla="*/ 0 w 19404"/>
                <a:gd name="connsiteY0" fmla="*/ 0 h 2824"/>
                <a:gd name="connsiteX1" fmla="*/ 19405 w 19404"/>
                <a:gd name="connsiteY1" fmla="*/ 0 h 2824"/>
              </a:gdLst>
              <a:ahLst/>
              <a:cxnLst>
                <a:cxn ang="0">
                  <a:pos x="connsiteX0" y="connsiteY0"/>
                </a:cxn>
                <a:cxn ang="0">
                  <a:pos x="connsiteX1" y="connsiteY1"/>
                </a:cxn>
              </a:cxnLst>
              <a:rect l="l" t="t" r="r" b="b"/>
              <a:pathLst>
                <a:path w="19404" h="2824">
                  <a:moveTo>
                    <a:pt x="0" y="0"/>
                  </a:moveTo>
                  <a:lnTo>
                    <a:pt x="19405" y="0"/>
                  </a:lnTo>
                </a:path>
              </a:pathLst>
            </a:custGeom>
            <a:ln w="8472" cap="flat">
              <a:solidFill>
                <a:srgbClr val="17A3A3"/>
              </a:solidFill>
              <a:prstDash val="solid"/>
              <a:miter/>
            </a:ln>
          </p:spPr>
          <p:txBody>
            <a:bodyPr rtlCol="1" anchor="ctr"/>
            <a:lstStyle/>
            <a:p>
              <a:endParaRPr lang="ar-SA"/>
            </a:p>
          </p:txBody>
        </p:sp>
        <p:sp>
          <p:nvSpPr>
            <p:cNvPr id="8961" name="شكل حر: شكل 10031">
              <a:extLst>
                <a:ext uri="{FF2B5EF4-FFF2-40B4-BE49-F238E27FC236}">
                  <a16:creationId xmlns:a16="http://schemas.microsoft.com/office/drawing/2014/main" id="{A35E21ED-7483-D62F-486C-29A6DB5FC6A3}"/>
                </a:ext>
              </a:extLst>
            </p:cNvPr>
            <p:cNvSpPr/>
            <p:nvPr/>
          </p:nvSpPr>
          <p:spPr>
            <a:xfrm>
              <a:off x="10941058" y="2558333"/>
              <a:ext cx="19404" cy="2824"/>
            </a:xfrm>
            <a:custGeom>
              <a:avLst/>
              <a:gdLst>
                <a:gd name="connsiteX0" fmla="*/ 0 w 19404"/>
                <a:gd name="connsiteY0" fmla="*/ 0 h 2824"/>
                <a:gd name="connsiteX1" fmla="*/ 19405 w 19404"/>
                <a:gd name="connsiteY1" fmla="*/ 0 h 2824"/>
              </a:gdLst>
              <a:ahLst/>
              <a:cxnLst>
                <a:cxn ang="0">
                  <a:pos x="connsiteX0" y="connsiteY0"/>
                </a:cxn>
                <a:cxn ang="0">
                  <a:pos x="connsiteX1" y="connsiteY1"/>
                </a:cxn>
              </a:cxnLst>
              <a:rect l="l" t="t" r="r" b="b"/>
              <a:pathLst>
                <a:path w="19404" h="2824">
                  <a:moveTo>
                    <a:pt x="0" y="0"/>
                  </a:moveTo>
                  <a:lnTo>
                    <a:pt x="19405" y="0"/>
                  </a:lnTo>
                </a:path>
              </a:pathLst>
            </a:custGeom>
            <a:ln w="8472" cap="flat">
              <a:solidFill>
                <a:srgbClr val="17A3A3"/>
              </a:solidFill>
              <a:prstDash val="solid"/>
              <a:miter/>
            </a:ln>
          </p:spPr>
          <p:txBody>
            <a:bodyPr rtlCol="1" anchor="ctr"/>
            <a:lstStyle/>
            <a:p>
              <a:endParaRPr lang="ar-SA"/>
            </a:p>
          </p:txBody>
        </p:sp>
        <p:sp>
          <p:nvSpPr>
            <p:cNvPr id="8962" name="شكل حر: شكل 10032">
              <a:extLst>
                <a:ext uri="{FF2B5EF4-FFF2-40B4-BE49-F238E27FC236}">
                  <a16:creationId xmlns:a16="http://schemas.microsoft.com/office/drawing/2014/main" id="{7BEB9E4A-09A3-1015-E7AE-F3DA92721CE9}"/>
                </a:ext>
              </a:extLst>
            </p:cNvPr>
            <p:cNvSpPr/>
            <p:nvPr/>
          </p:nvSpPr>
          <p:spPr>
            <a:xfrm>
              <a:off x="10941058" y="2578359"/>
              <a:ext cx="19404" cy="2824"/>
            </a:xfrm>
            <a:custGeom>
              <a:avLst/>
              <a:gdLst>
                <a:gd name="connsiteX0" fmla="*/ 0 w 19404"/>
                <a:gd name="connsiteY0" fmla="*/ 0 h 2824"/>
                <a:gd name="connsiteX1" fmla="*/ 19405 w 19404"/>
                <a:gd name="connsiteY1" fmla="*/ 0 h 2824"/>
              </a:gdLst>
              <a:ahLst/>
              <a:cxnLst>
                <a:cxn ang="0">
                  <a:pos x="connsiteX0" y="connsiteY0"/>
                </a:cxn>
                <a:cxn ang="0">
                  <a:pos x="connsiteX1" y="connsiteY1"/>
                </a:cxn>
              </a:cxnLst>
              <a:rect l="l" t="t" r="r" b="b"/>
              <a:pathLst>
                <a:path w="19404" h="2824">
                  <a:moveTo>
                    <a:pt x="0" y="0"/>
                  </a:moveTo>
                  <a:lnTo>
                    <a:pt x="19405" y="0"/>
                  </a:lnTo>
                </a:path>
              </a:pathLst>
            </a:custGeom>
            <a:ln w="8472" cap="flat">
              <a:solidFill>
                <a:srgbClr val="17A3A3"/>
              </a:solidFill>
              <a:prstDash val="solid"/>
              <a:miter/>
            </a:ln>
          </p:spPr>
          <p:txBody>
            <a:bodyPr rtlCol="1" anchor="ctr"/>
            <a:lstStyle/>
            <a:p>
              <a:endParaRPr lang="ar-SA"/>
            </a:p>
          </p:txBody>
        </p:sp>
        <p:sp>
          <p:nvSpPr>
            <p:cNvPr id="8963" name="شكل حر: شكل 10033">
              <a:extLst>
                <a:ext uri="{FF2B5EF4-FFF2-40B4-BE49-F238E27FC236}">
                  <a16:creationId xmlns:a16="http://schemas.microsoft.com/office/drawing/2014/main" id="{BD5F44BB-DDE7-42C4-78E9-10F1F9FF5D23}"/>
                </a:ext>
              </a:extLst>
            </p:cNvPr>
            <p:cNvSpPr/>
            <p:nvPr/>
          </p:nvSpPr>
          <p:spPr>
            <a:xfrm>
              <a:off x="11220773" y="2457016"/>
              <a:ext cx="32792" cy="2824"/>
            </a:xfrm>
            <a:custGeom>
              <a:avLst/>
              <a:gdLst>
                <a:gd name="connsiteX0" fmla="*/ 0 w 32792"/>
                <a:gd name="connsiteY0" fmla="*/ 0 h 2824"/>
                <a:gd name="connsiteX1" fmla="*/ 32793 w 32792"/>
                <a:gd name="connsiteY1" fmla="*/ 0 h 2824"/>
              </a:gdLst>
              <a:ahLst/>
              <a:cxnLst>
                <a:cxn ang="0">
                  <a:pos x="connsiteX0" y="connsiteY0"/>
                </a:cxn>
                <a:cxn ang="0">
                  <a:pos x="connsiteX1" y="connsiteY1"/>
                </a:cxn>
              </a:cxnLst>
              <a:rect l="l" t="t" r="r" b="b"/>
              <a:pathLst>
                <a:path w="32792" h="2824">
                  <a:moveTo>
                    <a:pt x="0" y="0"/>
                  </a:moveTo>
                  <a:lnTo>
                    <a:pt x="32793" y="0"/>
                  </a:lnTo>
                </a:path>
              </a:pathLst>
            </a:custGeom>
            <a:ln w="8472" cap="flat">
              <a:solidFill>
                <a:srgbClr val="01355A"/>
              </a:solidFill>
              <a:prstDash val="solid"/>
              <a:miter/>
            </a:ln>
          </p:spPr>
          <p:txBody>
            <a:bodyPr rtlCol="1" anchor="ctr"/>
            <a:lstStyle/>
            <a:p>
              <a:endParaRPr lang="ar-SA"/>
            </a:p>
          </p:txBody>
        </p:sp>
        <p:sp>
          <p:nvSpPr>
            <p:cNvPr id="8964" name="شكل حر: شكل 10034">
              <a:extLst>
                <a:ext uri="{FF2B5EF4-FFF2-40B4-BE49-F238E27FC236}">
                  <a16:creationId xmlns:a16="http://schemas.microsoft.com/office/drawing/2014/main" id="{46AABBD0-5AB3-017A-B955-63169805665A}"/>
                </a:ext>
              </a:extLst>
            </p:cNvPr>
            <p:cNvSpPr/>
            <p:nvPr/>
          </p:nvSpPr>
          <p:spPr>
            <a:xfrm>
              <a:off x="11220773" y="2480912"/>
              <a:ext cx="32792" cy="2824"/>
            </a:xfrm>
            <a:custGeom>
              <a:avLst/>
              <a:gdLst>
                <a:gd name="connsiteX0" fmla="*/ 0 w 32792"/>
                <a:gd name="connsiteY0" fmla="*/ 0 h 2824"/>
                <a:gd name="connsiteX1" fmla="*/ 32793 w 32792"/>
                <a:gd name="connsiteY1" fmla="*/ 0 h 2824"/>
              </a:gdLst>
              <a:ahLst/>
              <a:cxnLst>
                <a:cxn ang="0">
                  <a:pos x="connsiteX0" y="connsiteY0"/>
                </a:cxn>
                <a:cxn ang="0">
                  <a:pos x="connsiteX1" y="connsiteY1"/>
                </a:cxn>
              </a:cxnLst>
              <a:rect l="l" t="t" r="r" b="b"/>
              <a:pathLst>
                <a:path w="32792" h="2824">
                  <a:moveTo>
                    <a:pt x="0" y="0"/>
                  </a:moveTo>
                  <a:lnTo>
                    <a:pt x="32793" y="0"/>
                  </a:lnTo>
                </a:path>
              </a:pathLst>
            </a:custGeom>
            <a:ln w="8472" cap="flat">
              <a:solidFill>
                <a:srgbClr val="01355A"/>
              </a:solidFill>
              <a:prstDash val="solid"/>
              <a:miter/>
            </a:ln>
          </p:spPr>
          <p:txBody>
            <a:bodyPr rtlCol="1" anchor="ctr"/>
            <a:lstStyle/>
            <a:p>
              <a:endParaRPr lang="ar-SA"/>
            </a:p>
          </p:txBody>
        </p:sp>
        <p:sp>
          <p:nvSpPr>
            <p:cNvPr id="8965" name="شكل حر: شكل 10035">
              <a:extLst>
                <a:ext uri="{FF2B5EF4-FFF2-40B4-BE49-F238E27FC236}">
                  <a16:creationId xmlns:a16="http://schemas.microsoft.com/office/drawing/2014/main" id="{D251B72D-F856-5E6A-4047-3051FE9824C1}"/>
                </a:ext>
              </a:extLst>
            </p:cNvPr>
            <p:cNvSpPr/>
            <p:nvPr/>
          </p:nvSpPr>
          <p:spPr>
            <a:xfrm>
              <a:off x="11220773" y="2504836"/>
              <a:ext cx="32792" cy="2824"/>
            </a:xfrm>
            <a:custGeom>
              <a:avLst/>
              <a:gdLst>
                <a:gd name="connsiteX0" fmla="*/ 0 w 32792"/>
                <a:gd name="connsiteY0" fmla="*/ 0 h 2824"/>
                <a:gd name="connsiteX1" fmla="*/ 32793 w 32792"/>
                <a:gd name="connsiteY1" fmla="*/ 0 h 2824"/>
              </a:gdLst>
              <a:ahLst/>
              <a:cxnLst>
                <a:cxn ang="0">
                  <a:pos x="connsiteX0" y="connsiteY0"/>
                </a:cxn>
                <a:cxn ang="0">
                  <a:pos x="connsiteX1" y="connsiteY1"/>
                </a:cxn>
              </a:cxnLst>
              <a:rect l="l" t="t" r="r" b="b"/>
              <a:pathLst>
                <a:path w="32792" h="2824">
                  <a:moveTo>
                    <a:pt x="0" y="0"/>
                  </a:moveTo>
                  <a:lnTo>
                    <a:pt x="32793" y="0"/>
                  </a:lnTo>
                </a:path>
              </a:pathLst>
            </a:custGeom>
            <a:ln w="8472" cap="flat">
              <a:solidFill>
                <a:srgbClr val="01355A"/>
              </a:solidFill>
              <a:prstDash val="solid"/>
              <a:miter/>
            </a:ln>
          </p:spPr>
          <p:txBody>
            <a:bodyPr rtlCol="1" anchor="ctr"/>
            <a:lstStyle/>
            <a:p>
              <a:endParaRPr lang="ar-SA"/>
            </a:p>
          </p:txBody>
        </p:sp>
        <p:sp>
          <p:nvSpPr>
            <p:cNvPr id="8966" name="شكل حر: شكل 10036">
              <a:extLst>
                <a:ext uri="{FF2B5EF4-FFF2-40B4-BE49-F238E27FC236}">
                  <a16:creationId xmlns:a16="http://schemas.microsoft.com/office/drawing/2014/main" id="{A928468A-3A90-FB8B-8623-9729935E4A76}"/>
                </a:ext>
              </a:extLst>
            </p:cNvPr>
            <p:cNvSpPr/>
            <p:nvPr/>
          </p:nvSpPr>
          <p:spPr>
            <a:xfrm>
              <a:off x="10978370" y="2518337"/>
              <a:ext cx="19404" cy="2824"/>
            </a:xfrm>
            <a:custGeom>
              <a:avLst/>
              <a:gdLst>
                <a:gd name="connsiteX0" fmla="*/ 19404 w 19404"/>
                <a:gd name="connsiteY0" fmla="*/ 0 h 2824"/>
                <a:gd name="connsiteX1" fmla="*/ 0 w 19404"/>
                <a:gd name="connsiteY1" fmla="*/ 0 h 2824"/>
              </a:gdLst>
              <a:ahLst/>
              <a:cxnLst>
                <a:cxn ang="0">
                  <a:pos x="connsiteX0" y="connsiteY0"/>
                </a:cxn>
                <a:cxn ang="0">
                  <a:pos x="connsiteX1" y="connsiteY1"/>
                </a:cxn>
              </a:cxnLst>
              <a:rect l="l" t="t" r="r" b="b"/>
              <a:pathLst>
                <a:path w="19404" h="2824">
                  <a:moveTo>
                    <a:pt x="19404" y="0"/>
                  </a:moveTo>
                  <a:lnTo>
                    <a:pt x="0" y="0"/>
                  </a:lnTo>
                </a:path>
              </a:pathLst>
            </a:custGeom>
            <a:ln w="8472" cap="flat">
              <a:solidFill>
                <a:srgbClr val="17A3A3"/>
              </a:solidFill>
              <a:prstDash val="solid"/>
              <a:miter/>
            </a:ln>
          </p:spPr>
          <p:txBody>
            <a:bodyPr rtlCol="1" anchor="ctr"/>
            <a:lstStyle/>
            <a:p>
              <a:endParaRPr lang="ar-SA"/>
            </a:p>
          </p:txBody>
        </p:sp>
        <p:sp>
          <p:nvSpPr>
            <p:cNvPr id="8967" name="شكل حر: شكل 10037">
              <a:extLst>
                <a:ext uri="{FF2B5EF4-FFF2-40B4-BE49-F238E27FC236}">
                  <a16:creationId xmlns:a16="http://schemas.microsoft.com/office/drawing/2014/main" id="{9CC3F20D-3CA6-7D16-894C-A3D579719E39}"/>
                </a:ext>
              </a:extLst>
            </p:cNvPr>
            <p:cNvSpPr/>
            <p:nvPr/>
          </p:nvSpPr>
          <p:spPr>
            <a:xfrm>
              <a:off x="10978370" y="2538335"/>
              <a:ext cx="19404" cy="2824"/>
            </a:xfrm>
            <a:custGeom>
              <a:avLst/>
              <a:gdLst>
                <a:gd name="connsiteX0" fmla="*/ 19404 w 19404"/>
                <a:gd name="connsiteY0" fmla="*/ 0 h 2824"/>
                <a:gd name="connsiteX1" fmla="*/ 0 w 19404"/>
                <a:gd name="connsiteY1" fmla="*/ 0 h 2824"/>
              </a:gdLst>
              <a:ahLst/>
              <a:cxnLst>
                <a:cxn ang="0">
                  <a:pos x="connsiteX0" y="connsiteY0"/>
                </a:cxn>
                <a:cxn ang="0">
                  <a:pos x="connsiteX1" y="connsiteY1"/>
                </a:cxn>
              </a:cxnLst>
              <a:rect l="l" t="t" r="r" b="b"/>
              <a:pathLst>
                <a:path w="19404" h="2824">
                  <a:moveTo>
                    <a:pt x="19404" y="0"/>
                  </a:moveTo>
                  <a:lnTo>
                    <a:pt x="0" y="0"/>
                  </a:lnTo>
                </a:path>
              </a:pathLst>
            </a:custGeom>
            <a:ln w="8472" cap="flat">
              <a:solidFill>
                <a:srgbClr val="17A3A3"/>
              </a:solidFill>
              <a:prstDash val="solid"/>
              <a:miter/>
            </a:ln>
          </p:spPr>
          <p:txBody>
            <a:bodyPr rtlCol="1" anchor="ctr"/>
            <a:lstStyle/>
            <a:p>
              <a:endParaRPr lang="ar-SA"/>
            </a:p>
          </p:txBody>
        </p:sp>
        <p:sp>
          <p:nvSpPr>
            <p:cNvPr id="8968" name="شكل حر: شكل 10038">
              <a:extLst>
                <a:ext uri="{FF2B5EF4-FFF2-40B4-BE49-F238E27FC236}">
                  <a16:creationId xmlns:a16="http://schemas.microsoft.com/office/drawing/2014/main" id="{B0033408-5CF5-43FA-3AB7-3A5367C502C1}"/>
                </a:ext>
              </a:extLst>
            </p:cNvPr>
            <p:cNvSpPr/>
            <p:nvPr/>
          </p:nvSpPr>
          <p:spPr>
            <a:xfrm>
              <a:off x="10978370" y="2558333"/>
              <a:ext cx="19404" cy="2824"/>
            </a:xfrm>
            <a:custGeom>
              <a:avLst/>
              <a:gdLst>
                <a:gd name="connsiteX0" fmla="*/ 19404 w 19404"/>
                <a:gd name="connsiteY0" fmla="*/ 0 h 2824"/>
                <a:gd name="connsiteX1" fmla="*/ 0 w 19404"/>
                <a:gd name="connsiteY1" fmla="*/ 0 h 2824"/>
              </a:gdLst>
              <a:ahLst/>
              <a:cxnLst>
                <a:cxn ang="0">
                  <a:pos x="connsiteX0" y="connsiteY0"/>
                </a:cxn>
                <a:cxn ang="0">
                  <a:pos x="connsiteX1" y="connsiteY1"/>
                </a:cxn>
              </a:cxnLst>
              <a:rect l="l" t="t" r="r" b="b"/>
              <a:pathLst>
                <a:path w="19404" h="2824">
                  <a:moveTo>
                    <a:pt x="19404" y="0"/>
                  </a:moveTo>
                  <a:lnTo>
                    <a:pt x="0" y="0"/>
                  </a:lnTo>
                </a:path>
              </a:pathLst>
            </a:custGeom>
            <a:ln w="8472" cap="flat">
              <a:solidFill>
                <a:srgbClr val="17A3A3"/>
              </a:solidFill>
              <a:prstDash val="solid"/>
              <a:miter/>
            </a:ln>
          </p:spPr>
          <p:txBody>
            <a:bodyPr rtlCol="1" anchor="ctr"/>
            <a:lstStyle/>
            <a:p>
              <a:endParaRPr lang="ar-SA"/>
            </a:p>
          </p:txBody>
        </p:sp>
        <p:sp>
          <p:nvSpPr>
            <p:cNvPr id="8969" name="شكل حر: شكل 10039">
              <a:extLst>
                <a:ext uri="{FF2B5EF4-FFF2-40B4-BE49-F238E27FC236}">
                  <a16:creationId xmlns:a16="http://schemas.microsoft.com/office/drawing/2014/main" id="{A49B8FF6-49C3-A6B8-0276-E5F47F386B64}"/>
                </a:ext>
              </a:extLst>
            </p:cNvPr>
            <p:cNvSpPr/>
            <p:nvPr/>
          </p:nvSpPr>
          <p:spPr>
            <a:xfrm>
              <a:off x="10978370" y="2578359"/>
              <a:ext cx="19404" cy="2824"/>
            </a:xfrm>
            <a:custGeom>
              <a:avLst/>
              <a:gdLst>
                <a:gd name="connsiteX0" fmla="*/ 19404 w 19404"/>
                <a:gd name="connsiteY0" fmla="*/ 0 h 2824"/>
                <a:gd name="connsiteX1" fmla="*/ 0 w 19404"/>
                <a:gd name="connsiteY1" fmla="*/ 0 h 2824"/>
              </a:gdLst>
              <a:ahLst/>
              <a:cxnLst>
                <a:cxn ang="0">
                  <a:pos x="connsiteX0" y="connsiteY0"/>
                </a:cxn>
                <a:cxn ang="0">
                  <a:pos x="connsiteX1" y="connsiteY1"/>
                </a:cxn>
              </a:cxnLst>
              <a:rect l="l" t="t" r="r" b="b"/>
              <a:pathLst>
                <a:path w="19404" h="2824">
                  <a:moveTo>
                    <a:pt x="19404" y="0"/>
                  </a:moveTo>
                  <a:lnTo>
                    <a:pt x="0" y="0"/>
                  </a:lnTo>
                </a:path>
              </a:pathLst>
            </a:custGeom>
            <a:ln w="8472" cap="flat">
              <a:solidFill>
                <a:srgbClr val="17A3A3"/>
              </a:solidFill>
              <a:prstDash val="solid"/>
              <a:miter/>
            </a:ln>
          </p:spPr>
          <p:txBody>
            <a:bodyPr rtlCol="1" anchor="ctr"/>
            <a:lstStyle/>
            <a:p>
              <a:endParaRPr lang="ar-SA"/>
            </a:p>
          </p:txBody>
        </p:sp>
        <p:sp>
          <p:nvSpPr>
            <p:cNvPr id="8970" name="شكل حر: شكل 10040">
              <a:extLst>
                <a:ext uri="{FF2B5EF4-FFF2-40B4-BE49-F238E27FC236}">
                  <a16:creationId xmlns:a16="http://schemas.microsoft.com/office/drawing/2014/main" id="{69266080-A9DE-AE73-0C3C-28774560B162}"/>
                </a:ext>
              </a:extLst>
            </p:cNvPr>
            <p:cNvSpPr/>
            <p:nvPr/>
          </p:nvSpPr>
          <p:spPr>
            <a:xfrm>
              <a:off x="11197611" y="2415439"/>
              <a:ext cx="79087" cy="39543"/>
            </a:xfrm>
            <a:custGeom>
              <a:avLst/>
              <a:gdLst>
                <a:gd name="connsiteX0" fmla="*/ 79087 w 79087"/>
                <a:gd name="connsiteY0" fmla="*/ 39544 h 39543"/>
                <a:gd name="connsiteX1" fmla="*/ 39544 w 79087"/>
                <a:gd name="connsiteY1" fmla="*/ 0 h 39543"/>
                <a:gd name="connsiteX2" fmla="*/ 0 w 79087"/>
                <a:gd name="connsiteY2" fmla="*/ 39544 h 39543"/>
              </a:gdLst>
              <a:ahLst/>
              <a:cxnLst>
                <a:cxn ang="0">
                  <a:pos x="connsiteX0" y="connsiteY0"/>
                </a:cxn>
                <a:cxn ang="0">
                  <a:pos x="connsiteX1" y="connsiteY1"/>
                </a:cxn>
                <a:cxn ang="0">
                  <a:pos x="connsiteX2" y="connsiteY2"/>
                </a:cxn>
              </a:cxnLst>
              <a:rect l="l" t="t" r="r" b="b"/>
              <a:pathLst>
                <a:path w="79087" h="39543">
                  <a:moveTo>
                    <a:pt x="79087" y="39544"/>
                  </a:moveTo>
                  <a:cubicBezTo>
                    <a:pt x="79087" y="17710"/>
                    <a:pt x="61377" y="0"/>
                    <a:pt x="39544" y="0"/>
                  </a:cubicBezTo>
                  <a:cubicBezTo>
                    <a:pt x="17710" y="0"/>
                    <a:pt x="0" y="17710"/>
                    <a:pt x="0" y="39544"/>
                  </a:cubicBezTo>
                </a:path>
              </a:pathLst>
            </a:custGeom>
            <a:noFill/>
            <a:ln w="8472" cap="flat">
              <a:solidFill>
                <a:srgbClr val="01355A"/>
              </a:solidFill>
              <a:prstDash val="solid"/>
              <a:miter/>
            </a:ln>
          </p:spPr>
          <p:txBody>
            <a:bodyPr rtlCol="1" anchor="ctr"/>
            <a:lstStyle/>
            <a:p>
              <a:endParaRPr lang="ar-SA"/>
            </a:p>
          </p:txBody>
        </p:sp>
        <p:sp>
          <p:nvSpPr>
            <p:cNvPr id="8971" name="شكل حر: شكل 10041">
              <a:extLst>
                <a:ext uri="{FF2B5EF4-FFF2-40B4-BE49-F238E27FC236}">
                  <a16:creationId xmlns:a16="http://schemas.microsoft.com/office/drawing/2014/main" id="{494A9679-FE43-CF86-D341-FD3DAB18CF1D}"/>
                </a:ext>
              </a:extLst>
            </p:cNvPr>
            <p:cNvSpPr/>
            <p:nvPr/>
          </p:nvSpPr>
          <p:spPr>
            <a:xfrm>
              <a:off x="11237155" y="2395272"/>
              <a:ext cx="2824" cy="20167"/>
            </a:xfrm>
            <a:custGeom>
              <a:avLst/>
              <a:gdLst>
                <a:gd name="connsiteX0" fmla="*/ 0 w 2824"/>
                <a:gd name="connsiteY0" fmla="*/ 20167 h 20167"/>
                <a:gd name="connsiteX1" fmla="*/ 0 w 2824"/>
                <a:gd name="connsiteY1" fmla="*/ 0 h 20167"/>
              </a:gdLst>
              <a:ahLst/>
              <a:cxnLst>
                <a:cxn ang="0">
                  <a:pos x="connsiteX0" y="connsiteY0"/>
                </a:cxn>
                <a:cxn ang="0">
                  <a:pos x="connsiteX1" y="connsiteY1"/>
                </a:cxn>
              </a:cxnLst>
              <a:rect l="l" t="t" r="r" b="b"/>
              <a:pathLst>
                <a:path w="2824" h="20167">
                  <a:moveTo>
                    <a:pt x="0" y="20167"/>
                  </a:moveTo>
                  <a:lnTo>
                    <a:pt x="0" y="0"/>
                  </a:lnTo>
                </a:path>
              </a:pathLst>
            </a:custGeom>
            <a:ln w="8472" cap="flat">
              <a:solidFill>
                <a:srgbClr val="01355A"/>
              </a:solidFill>
              <a:prstDash val="solid"/>
              <a:miter/>
            </a:ln>
          </p:spPr>
          <p:txBody>
            <a:bodyPr rtlCol="1" anchor="ctr"/>
            <a:lstStyle/>
            <a:p>
              <a:endParaRPr lang="ar-SA"/>
            </a:p>
          </p:txBody>
        </p:sp>
        <p:sp>
          <p:nvSpPr>
            <p:cNvPr id="8972" name="شكل حر: شكل 10042">
              <a:extLst>
                <a:ext uri="{FF2B5EF4-FFF2-40B4-BE49-F238E27FC236}">
                  <a16:creationId xmlns:a16="http://schemas.microsoft.com/office/drawing/2014/main" id="{8334032F-8E41-7E43-5A13-0B212255E72B}"/>
                </a:ext>
              </a:extLst>
            </p:cNvPr>
            <p:cNvSpPr/>
            <p:nvPr/>
          </p:nvSpPr>
          <p:spPr>
            <a:xfrm>
              <a:off x="11197611" y="2454983"/>
              <a:ext cx="2824" cy="71206"/>
            </a:xfrm>
            <a:custGeom>
              <a:avLst/>
              <a:gdLst>
                <a:gd name="connsiteX0" fmla="*/ 0 w 2824"/>
                <a:gd name="connsiteY0" fmla="*/ 0 h 71206"/>
                <a:gd name="connsiteX1" fmla="*/ 0 w 2824"/>
                <a:gd name="connsiteY1" fmla="*/ 71207 h 71206"/>
              </a:gdLst>
              <a:ahLst/>
              <a:cxnLst>
                <a:cxn ang="0">
                  <a:pos x="connsiteX0" y="connsiteY0"/>
                </a:cxn>
                <a:cxn ang="0">
                  <a:pos x="connsiteX1" y="connsiteY1"/>
                </a:cxn>
              </a:cxnLst>
              <a:rect l="l" t="t" r="r" b="b"/>
              <a:pathLst>
                <a:path w="2824" h="71206">
                  <a:moveTo>
                    <a:pt x="0" y="0"/>
                  </a:moveTo>
                  <a:lnTo>
                    <a:pt x="0" y="71207"/>
                  </a:lnTo>
                </a:path>
              </a:pathLst>
            </a:custGeom>
            <a:ln w="8472" cap="flat">
              <a:solidFill>
                <a:srgbClr val="01355A"/>
              </a:solidFill>
              <a:prstDash val="solid"/>
              <a:miter/>
            </a:ln>
          </p:spPr>
          <p:txBody>
            <a:bodyPr rtlCol="1" anchor="ctr"/>
            <a:lstStyle/>
            <a:p>
              <a:endParaRPr lang="ar-SA"/>
            </a:p>
          </p:txBody>
        </p:sp>
        <p:sp>
          <p:nvSpPr>
            <p:cNvPr id="8973" name="شكل حر: شكل 10043">
              <a:extLst>
                <a:ext uri="{FF2B5EF4-FFF2-40B4-BE49-F238E27FC236}">
                  <a16:creationId xmlns:a16="http://schemas.microsoft.com/office/drawing/2014/main" id="{D5E238BB-B13C-B1FA-E421-04E169B6A3D9}"/>
                </a:ext>
              </a:extLst>
            </p:cNvPr>
            <p:cNvSpPr/>
            <p:nvPr/>
          </p:nvSpPr>
          <p:spPr>
            <a:xfrm>
              <a:off x="10969416" y="2331748"/>
              <a:ext cx="2824" cy="42226"/>
            </a:xfrm>
            <a:custGeom>
              <a:avLst/>
              <a:gdLst>
                <a:gd name="connsiteX0" fmla="*/ 0 w 2824"/>
                <a:gd name="connsiteY0" fmla="*/ 42227 h 42226"/>
                <a:gd name="connsiteX1" fmla="*/ 0 w 2824"/>
                <a:gd name="connsiteY1" fmla="*/ 0 h 42226"/>
              </a:gdLst>
              <a:ahLst/>
              <a:cxnLst>
                <a:cxn ang="0">
                  <a:pos x="connsiteX0" y="connsiteY0"/>
                </a:cxn>
                <a:cxn ang="0">
                  <a:pos x="connsiteX1" y="connsiteY1"/>
                </a:cxn>
              </a:cxnLst>
              <a:rect l="l" t="t" r="r" b="b"/>
              <a:pathLst>
                <a:path w="2824" h="42226">
                  <a:moveTo>
                    <a:pt x="0" y="42227"/>
                  </a:moveTo>
                  <a:lnTo>
                    <a:pt x="0" y="0"/>
                  </a:lnTo>
                </a:path>
              </a:pathLst>
            </a:custGeom>
            <a:ln w="8472" cap="flat">
              <a:solidFill>
                <a:srgbClr val="01355A"/>
              </a:solidFill>
              <a:prstDash val="solid"/>
              <a:miter/>
            </a:ln>
          </p:spPr>
          <p:txBody>
            <a:bodyPr rtlCol="1" anchor="ctr"/>
            <a:lstStyle/>
            <a:p>
              <a:endParaRPr lang="ar-SA"/>
            </a:p>
          </p:txBody>
        </p:sp>
      </p:grpSp>
      <p:grpSp>
        <p:nvGrpSpPr>
          <p:cNvPr id="8982" name="رسم 8014">
            <a:extLst>
              <a:ext uri="{FF2B5EF4-FFF2-40B4-BE49-F238E27FC236}">
                <a16:creationId xmlns:a16="http://schemas.microsoft.com/office/drawing/2014/main" id="{85A0A011-B57B-8A70-8919-B187D3A2CDB4}"/>
              </a:ext>
            </a:extLst>
          </p:cNvPr>
          <p:cNvGrpSpPr/>
          <p:nvPr/>
        </p:nvGrpSpPr>
        <p:grpSpPr>
          <a:xfrm>
            <a:off x="6324529" y="4082949"/>
            <a:ext cx="303556" cy="253429"/>
            <a:chOff x="6641137" y="3364769"/>
            <a:chExt cx="362841" cy="321532"/>
          </a:xfrm>
          <a:noFill/>
        </p:grpSpPr>
        <p:grpSp>
          <p:nvGrpSpPr>
            <p:cNvPr id="8983" name="رسم 8014">
              <a:extLst>
                <a:ext uri="{FF2B5EF4-FFF2-40B4-BE49-F238E27FC236}">
                  <a16:creationId xmlns:a16="http://schemas.microsoft.com/office/drawing/2014/main" id="{2A18A848-9B11-F66E-1C5A-39591B359B70}"/>
                </a:ext>
              </a:extLst>
            </p:cNvPr>
            <p:cNvGrpSpPr/>
            <p:nvPr/>
          </p:nvGrpSpPr>
          <p:grpSpPr>
            <a:xfrm>
              <a:off x="6863485" y="3394145"/>
              <a:ext cx="132725" cy="109027"/>
              <a:chOff x="6863485" y="3394145"/>
              <a:chExt cx="132725" cy="109027"/>
            </a:xfrm>
            <a:noFill/>
          </p:grpSpPr>
          <p:grpSp>
            <p:nvGrpSpPr>
              <p:cNvPr id="8995" name="رسم 8014">
                <a:extLst>
                  <a:ext uri="{FF2B5EF4-FFF2-40B4-BE49-F238E27FC236}">
                    <a16:creationId xmlns:a16="http://schemas.microsoft.com/office/drawing/2014/main" id="{539A1EAD-1351-7790-00D4-57737816D197}"/>
                  </a:ext>
                </a:extLst>
              </p:cNvPr>
              <p:cNvGrpSpPr/>
              <p:nvPr/>
            </p:nvGrpSpPr>
            <p:grpSpPr>
              <a:xfrm>
                <a:off x="6863485" y="3405951"/>
                <a:ext cx="120805" cy="97221"/>
                <a:chOff x="6863485" y="3405951"/>
                <a:chExt cx="120805" cy="97221"/>
              </a:xfrm>
              <a:noFill/>
            </p:grpSpPr>
            <p:sp>
              <p:nvSpPr>
                <p:cNvPr id="8997" name="شكل حر: شكل 10047">
                  <a:extLst>
                    <a:ext uri="{FF2B5EF4-FFF2-40B4-BE49-F238E27FC236}">
                      <a16:creationId xmlns:a16="http://schemas.microsoft.com/office/drawing/2014/main" id="{04B46AC8-2AF7-8108-0EE8-E9F6A2FF130A}"/>
                    </a:ext>
                  </a:extLst>
                </p:cNvPr>
                <p:cNvSpPr/>
                <p:nvPr/>
              </p:nvSpPr>
              <p:spPr>
                <a:xfrm>
                  <a:off x="6882579" y="3405951"/>
                  <a:ext cx="101711" cy="97221"/>
                </a:xfrm>
                <a:custGeom>
                  <a:avLst/>
                  <a:gdLst>
                    <a:gd name="connsiteX0" fmla="*/ 0 w 101711"/>
                    <a:gd name="connsiteY0" fmla="*/ 97221 h 97221"/>
                    <a:gd name="connsiteX1" fmla="*/ 38753 w 101711"/>
                    <a:gd name="connsiteY1" fmla="*/ 26636 h 97221"/>
                    <a:gd name="connsiteX2" fmla="*/ 75077 w 101711"/>
                    <a:gd name="connsiteY2" fmla="*/ 26636 h 97221"/>
                    <a:gd name="connsiteX3" fmla="*/ 101712 w 101711"/>
                    <a:gd name="connsiteY3" fmla="*/ 0 h 97221"/>
                  </a:gdLst>
                  <a:ahLst/>
                  <a:cxnLst>
                    <a:cxn ang="0">
                      <a:pos x="connsiteX0" y="connsiteY0"/>
                    </a:cxn>
                    <a:cxn ang="0">
                      <a:pos x="connsiteX1" y="connsiteY1"/>
                    </a:cxn>
                    <a:cxn ang="0">
                      <a:pos x="connsiteX2" y="connsiteY2"/>
                    </a:cxn>
                    <a:cxn ang="0">
                      <a:pos x="connsiteX3" y="connsiteY3"/>
                    </a:cxn>
                  </a:cxnLst>
                  <a:rect l="l" t="t" r="r" b="b"/>
                  <a:pathLst>
                    <a:path w="101711" h="97221">
                      <a:moveTo>
                        <a:pt x="0" y="97221"/>
                      </a:moveTo>
                      <a:lnTo>
                        <a:pt x="38753" y="26636"/>
                      </a:lnTo>
                      <a:lnTo>
                        <a:pt x="75077" y="26636"/>
                      </a:lnTo>
                      <a:lnTo>
                        <a:pt x="101712" y="0"/>
                      </a:lnTo>
                    </a:path>
                  </a:pathLst>
                </a:custGeom>
                <a:noFill/>
                <a:ln w="8472" cap="flat">
                  <a:solidFill>
                    <a:srgbClr val="17A3A3"/>
                  </a:solidFill>
                  <a:prstDash val="solid"/>
                  <a:miter/>
                </a:ln>
              </p:spPr>
              <p:txBody>
                <a:bodyPr rtlCol="1" anchor="ctr"/>
                <a:lstStyle/>
                <a:p>
                  <a:endParaRPr lang="ar-SA"/>
                </a:p>
              </p:txBody>
            </p:sp>
            <p:sp>
              <p:nvSpPr>
                <p:cNvPr id="8998" name="شكل حر: شكل 10048">
                  <a:extLst>
                    <a:ext uri="{FF2B5EF4-FFF2-40B4-BE49-F238E27FC236}">
                      <a16:creationId xmlns:a16="http://schemas.microsoft.com/office/drawing/2014/main" id="{BBD99679-F848-69EA-8285-E42EC462826C}"/>
                    </a:ext>
                  </a:extLst>
                </p:cNvPr>
                <p:cNvSpPr/>
                <p:nvPr/>
              </p:nvSpPr>
              <p:spPr>
                <a:xfrm>
                  <a:off x="6916191" y="3469391"/>
                  <a:ext cx="25082" cy="33781"/>
                </a:xfrm>
                <a:custGeom>
                  <a:avLst/>
                  <a:gdLst>
                    <a:gd name="connsiteX0" fmla="*/ 12542 w 25082"/>
                    <a:gd name="connsiteY0" fmla="*/ 33781 h 33781"/>
                    <a:gd name="connsiteX1" fmla="*/ 12542 w 25082"/>
                    <a:gd name="connsiteY1" fmla="*/ 33781 h 33781"/>
                    <a:gd name="connsiteX2" fmla="*/ 0 w 25082"/>
                    <a:gd name="connsiteY2" fmla="*/ 21240 h 33781"/>
                    <a:gd name="connsiteX3" fmla="*/ 0 w 25082"/>
                    <a:gd name="connsiteY3" fmla="*/ 12541 h 33781"/>
                    <a:gd name="connsiteX4" fmla="*/ 12542 w 25082"/>
                    <a:gd name="connsiteY4" fmla="*/ 0 h 33781"/>
                    <a:gd name="connsiteX5" fmla="*/ 12542 w 25082"/>
                    <a:gd name="connsiteY5" fmla="*/ 0 h 33781"/>
                    <a:gd name="connsiteX6" fmla="*/ 25082 w 25082"/>
                    <a:gd name="connsiteY6" fmla="*/ 12541 h 33781"/>
                    <a:gd name="connsiteX7" fmla="*/ 25082 w 25082"/>
                    <a:gd name="connsiteY7" fmla="*/ 21240 h 33781"/>
                    <a:gd name="connsiteX8" fmla="*/ 12542 w 25082"/>
                    <a:gd name="connsiteY8" fmla="*/ 33781 h 33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82" h="33781">
                      <a:moveTo>
                        <a:pt x="12542" y="33781"/>
                      </a:moveTo>
                      <a:lnTo>
                        <a:pt x="12542" y="33781"/>
                      </a:lnTo>
                      <a:cubicBezTo>
                        <a:pt x="5622" y="33781"/>
                        <a:pt x="0" y="28161"/>
                        <a:pt x="0" y="21240"/>
                      </a:cubicBezTo>
                      <a:lnTo>
                        <a:pt x="0" y="12541"/>
                      </a:lnTo>
                      <a:cubicBezTo>
                        <a:pt x="0" y="5621"/>
                        <a:pt x="5622" y="0"/>
                        <a:pt x="12542" y="0"/>
                      </a:cubicBezTo>
                      <a:lnTo>
                        <a:pt x="12542" y="0"/>
                      </a:lnTo>
                      <a:cubicBezTo>
                        <a:pt x="19462" y="0"/>
                        <a:pt x="25082" y="5621"/>
                        <a:pt x="25082" y="12541"/>
                      </a:cubicBezTo>
                      <a:lnTo>
                        <a:pt x="25082" y="21240"/>
                      </a:lnTo>
                      <a:cubicBezTo>
                        <a:pt x="25082" y="28161"/>
                        <a:pt x="19462" y="33781"/>
                        <a:pt x="12542" y="33781"/>
                      </a:cubicBezTo>
                      <a:close/>
                    </a:path>
                  </a:pathLst>
                </a:custGeom>
                <a:noFill/>
                <a:ln w="8472" cap="flat">
                  <a:solidFill>
                    <a:srgbClr val="17A3A3"/>
                  </a:solidFill>
                  <a:prstDash val="solid"/>
                  <a:miter/>
                </a:ln>
              </p:spPr>
              <p:txBody>
                <a:bodyPr rtlCol="1" anchor="ctr"/>
                <a:lstStyle/>
                <a:p>
                  <a:endParaRPr lang="ar-SA"/>
                </a:p>
              </p:txBody>
            </p:sp>
            <p:sp>
              <p:nvSpPr>
                <p:cNvPr id="8999" name="شكل حر: شكل 10049">
                  <a:extLst>
                    <a:ext uri="{FF2B5EF4-FFF2-40B4-BE49-F238E27FC236}">
                      <a16:creationId xmlns:a16="http://schemas.microsoft.com/office/drawing/2014/main" id="{F9E7626E-1C7D-3A0C-832B-87ADE9AD0491}"/>
                    </a:ext>
                  </a:extLst>
                </p:cNvPr>
                <p:cNvSpPr/>
                <p:nvPr/>
              </p:nvSpPr>
              <p:spPr>
                <a:xfrm>
                  <a:off x="6863485" y="3432615"/>
                  <a:ext cx="25082" cy="33781"/>
                </a:xfrm>
                <a:custGeom>
                  <a:avLst/>
                  <a:gdLst>
                    <a:gd name="connsiteX0" fmla="*/ 12541 w 25082"/>
                    <a:gd name="connsiteY0" fmla="*/ 33781 h 33781"/>
                    <a:gd name="connsiteX1" fmla="*/ 12541 w 25082"/>
                    <a:gd name="connsiteY1" fmla="*/ 33781 h 33781"/>
                    <a:gd name="connsiteX2" fmla="*/ 0 w 25082"/>
                    <a:gd name="connsiteY2" fmla="*/ 21241 h 33781"/>
                    <a:gd name="connsiteX3" fmla="*/ 0 w 25082"/>
                    <a:gd name="connsiteY3" fmla="*/ 12541 h 33781"/>
                    <a:gd name="connsiteX4" fmla="*/ 12541 w 25082"/>
                    <a:gd name="connsiteY4" fmla="*/ 0 h 33781"/>
                    <a:gd name="connsiteX5" fmla="*/ 12541 w 25082"/>
                    <a:gd name="connsiteY5" fmla="*/ 0 h 33781"/>
                    <a:gd name="connsiteX6" fmla="*/ 25082 w 25082"/>
                    <a:gd name="connsiteY6" fmla="*/ 12541 h 33781"/>
                    <a:gd name="connsiteX7" fmla="*/ 25082 w 25082"/>
                    <a:gd name="connsiteY7" fmla="*/ 21241 h 33781"/>
                    <a:gd name="connsiteX8" fmla="*/ 12541 w 25082"/>
                    <a:gd name="connsiteY8" fmla="*/ 33781 h 33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082" h="33781">
                      <a:moveTo>
                        <a:pt x="12541" y="33781"/>
                      </a:moveTo>
                      <a:lnTo>
                        <a:pt x="12541" y="33781"/>
                      </a:lnTo>
                      <a:cubicBezTo>
                        <a:pt x="5621" y="33781"/>
                        <a:pt x="0" y="28161"/>
                        <a:pt x="0" y="21241"/>
                      </a:cubicBezTo>
                      <a:lnTo>
                        <a:pt x="0" y="12541"/>
                      </a:lnTo>
                      <a:cubicBezTo>
                        <a:pt x="0" y="5621"/>
                        <a:pt x="5621" y="0"/>
                        <a:pt x="12541" y="0"/>
                      </a:cubicBezTo>
                      <a:lnTo>
                        <a:pt x="12541" y="0"/>
                      </a:lnTo>
                      <a:cubicBezTo>
                        <a:pt x="19462" y="0"/>
                        <a:pt x="25082" y="5621"/>
                        <a:pt x="25082" y="12541"/>
                      </a:cubicBezTo>
                      <a:lnTo>
                        <a:pt x="25082" y="21241"/>
                      </a:lnTo>
                      <a:cubicBezTo>
                        <a:pt x="25082" y="28161"/>
                        <a:pt x="19462" y="33781"/>
                        <a:pt x="12541" y="33781"/>
                      </a:cubicBezTo>
                      <a:close/>
                    </a:path>
                  </a:pathLst>
                </a:custGeom>
                <a:noFill/>
                <a:ln w="8472" cap="flat">
                  <a:solidFill>
                    <a:srgbClr val="17A3A3"/>
                  </a:solidFill>
                  <a:prstDash val="solid"/>
                  <a:miter/>
                </a:ln>
              </p:spPr>
              <p:txBody>
                <a:bodyPr rtlCol="1" anchor="ctr"/>
                <a:lstStyle/>
                <a:p>
                  <a:endParaRPr lang="ar-SA"/>
                </a:p>
              </p:txBody>
            </p:sp>
          </p:grpSp>
          <p:sp>
            <p:nvSpPr>
              <p:cNvPr id="8996" name="شكل حر: شكل 10050">
                <a:extLst>
                  <a:ext uri="{FF2B5EF4-FFF2-40B4-BE49-F238E27FC236}">
                    <a16:creationId xmlns:a16="http://schemas.microsoft.com/office/drawing/2014/main" id="{404F8B18-EA7E-27DE-5FA8-E0A2D3440454}"/>
                  </a:ext>
                </a:extLst>
              </p:cNvPr>
              <p:cNvSpPr/>
              <p:nvPr/>
            </p:nvSpPr>
            <p:spPr>
              <a:xfrm>
                <a:off x="6974745" y="3394145"/>
                <a:ext cx="21466" cy="20336"/>
              </a:xfrm>
              <a:custGeom>
                <a:avLst/>
                <a:gdLst>
                  <a:gd name="connsiteX0" fmla="*/ 0 w 21466"/>
                  <a:gd name="connsiteY0" fmla="*/ 0 h 20336"/>
                  <a:gd name="connsiteX1" fmla="*/ 21466 w 21466"/>
                  <a:gd name="connsiteY1" fmla="*/ 0 h 20336"/>
                  <a:gd name="connsiteX2" fmla="*/ 21466 w 21466"/>
                  <a:gd name="connsiteY2" fmla="*/ 20337 h 20336"/>
                </a:gdLst>
                <a:ahLst/>
                <a:cxnLst>
                  <a:cxn ang="0">
                    <a:pos x="connsiteX0" y="connsiteY0"/>
                  </a:cxn>
                  <a:cxn ang="0">
                    <a:pos x="connsiteX1" y="connsiteY1"/>
                  </a:cxn>
                  <a:cxn ang="0">
                    <a:pos x="connsiteX2" y="connsiteY2"/>
                  </a:cxn>
                </a:cxnLst>
                <a:rect l="l" t="t" r="r" b="b"/>
                <a:pathLst>
                  <a:path w="21466" h="20336">
                    <a:moveTo>
                      <a:pt x="0" y="0"/>
                    </a:moveTo>
                    <a:lnTo>
                      <a:pt x="21466" y="0"/>
                    </a:lnTo>
                    <a:lnTo>
                      <a:pt x="21466" y="20337"/>
                    </a:lnTo>
                  </a:path>
                </a:pathLst>
              </a:custGeom>
              <a:noFill/>
              <a:ln w="8472" cap="flat">
                <a:solidFill>
                  <a:srgbClr val="17A3A3"/>
                </a:solidFill>
                <a:prstDash val="solid"/>
                <a:miter/>
              </a:ln>
            </p:spPr>
            <p:txBody>
              <a:bodyPr rtlCol="1" anchor="ctr"/>
              <a:lstStyle/>
              <a:p>
                <a:endParaRPr lang="ar-SA"/>
              </a:p>
            </p:txBody>
          </p:sp>
        </p:grpSp>
        <p:grpSp>
          <p:nvGrpSpPr>
            <p:cNvPr id="8984" name="رسم 8014">
              <a:extLst>
                <a:ext uri="{FF2B5EF4-FFF2-40B4-BE49-F238E27FC236}">
                  <a16:creationId xmlns:a16="http://schemas.microsoft.com/office/drawing/2014/main" id="{3C87AAEC-890E-F4C8-F929-17CB6757A864}"/>
                </a:ext>
              </a:extLst>
            </p:cNvPr>
            <p:cNvGrpSpPr/>
            <p:nvPr/>
          </p:nvGrpSpPr>
          <p:grpSpPr>
            <a:xfrm>
              <a:off x="6855690" y="3521842"/>
              <a:ext cx="148288" cy="164459"/>
              <a:chOff x="6855690" y="3521842"/>
              <a:chExt cx="148288" cy="164459"/>
            </a:xfrm>
            <a:noFill/>
          </p:grpSpPr>
          <p:sp>
            <p:nvSpPr>
              <p:cNvPr id="8991" name="شكل حر: شكل 10052">
                <a:extLst>
                  <a:ext uri="{FF2B5EF4-FFF2-40B4-BE49-F238E27FC236}">
                    <a16:creationId xmlns:a16="http://schemas.microsoft.com/office/drawing/2014/main" id="{9FD938CE-F1C8-DF63-3EAA-660C4A5D86B3}"/>
                  </a:ext>
                </a:extLst>
              </p:cNvPr>
              <p:cNvSpPr/>
              <p:nvPr/>
            </p:nvSpPr>
            <p:spPr>
              <a:xfrm>
                <a:off x="6855690" y="3652732"/>
                <a:ext cx="148288" cy="33569"/>
              </a:xfrm>
              <a:custGeom>
                <a:avLst/>
                <a:gdLst>
                  <a:gd name="connsiteX0" fmla="*/ 148289 w 148288"/>
                  <a:gd name="connsiteY0" fmla="*/ 0 h 33569"/>
                  <a:gd name="connsiteX1" fmla="*/ 148289 w 148288"/>
                  <a:gd name="connsiteY1" fmla="*/ 13812 h 33569"/>
                  <a:gd name="connsiteX2" fmla="*/ 139702 w 148288"/>
                  <a:gd name="connsiteY2" fmla="*/ 24969 h 33569"/>
                  <a:gd name="connsiteX3" fmla="*/ 139702 w 148288"/>
                  <a:gd name="connsiteY3" fmla="*/ 24969 h 33569"/>
                  <a:gd name="connsiteX4" fmla="*/ 8587 w 148288"/>
                  <a:gd name="connsiteY4" fmla="*/ 24969 h 33569"/>
                  <a:gd name="connsiteX5" fmla="*/ 8587 w 148288"/>
                  <a:gd name="connsiteY5" fmla="*/ 24969 h 33569"/>
                  <a:gd name="connsiteX6" fmla="*/ 0 w 148288"/>
                  <a:gd name="connsiteY6" fmla="*/ 13812 h 33569"/>
                  <a:gd name="connsiteX7" fmla="*/ 0 w 148288"/>
                  <a:gd name="connsiteY7" fmla="*/ 0 h 33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8288" h="33569">
                    <a:moveTo>
                      <a:pt x="148289" y="0"/>
                    </a:moveTo>
                    <a:lnTo>
                      <a:pt x="148289" y="13812"/>
                    </a:lnTo>
                    <a:cubicBezTo>
                      <a:pt x="148289" y="19037"/>
                      <a:pt x="144758" y="23641"/>
                      <a:pt x="139702" y="24969"/>
                    </a:cubicBezTo>
                    <a:lnTo>
                      <a:pt x="139702" y="24969"/>
                    </a:lnTo>
                    <a:cubicBezTo>
                      <a:pt x="96741" y="36437"/>
                      <a:pt x="51520" y="36437"/>
                      <a:pt x="8587" y="24969"/>
                    </a:cubicBezTo>
                    <a:lnTo>
                      <a:pt x="8587" y="24969"/>
                    </a:lnTo>
                    <a:cubicBezTo>
                      <a:pt x="3531" y="23613"/>
                      <a:pt x="0" y="19037"/>
                      <a:pt x="0" y="13812"/>
                    </a:cubicBezTo>
                    <a:lnTo>
                      <a:pt x="0" y="0"/>
                    </a:lnTo>
                  </a:path>
                </a:pathLst>
              </a:custGeom>
              <a:noFill/>
              <a:ln w="8472" cap="flat">
                <a:solidFill>
                  <a:srgbClr val="01355A"/>
                </a:solidFill>
                <a:prstDash val="solid"/>
                <a:miter/>
              </a:ln>
            </p:spPr>
            <p:txBody>
              <a:bodyPr rtlCol="1" anchor="ctr"/>
              <a:lstStyle/>
              <a:p>
                <a:endParaRPr lang="ar-SA"/>
              </a:p>
            </p:txBody>
          </p:sp>
          <p:sp>
            <p:nvSpPr>
              <p:cNvPr id="8992" name="شكل حر: شكل 10053">
                <a:extLst>
                  <a:ext uri="{FF2B5EF4-FFF2-40B4-BE49-F238E27FC236}">
                    <a16:creationId xmlns:a16="http://schemas.microsoft.com/office/drawing/2014/main" id="{F22FB98A-33B0-331E-3483-423D8DDB7D28}"/>
                  </a:ext>
                </a:extLst>
              </p:cNvPr>
              <p:cNvSpPr/>
              <p:nvPr/>
            </p:nvSpPr>
            <p:spPr>
              <a:xfrm>
                <a:off x="6855690" y="3610335"/>
                <a:ext cx="148288" cy="33569"/>
              </a:xfrm>
              <a:custGeom>
                <a:avLst/>
                <a:gdLst>
                  <a:gd name="connsiteX0" fmla="*/ 148289 w 148288"/>
                  <a:gd name="connsiteY0" fmla="*/ 0 h 33569"/>
                  <a:gd name="connsiteX1" fmla="*/ 148289 w 148288"/>
                  <a:gd name="connsiteY1" fmla="*/ 13812 h 33569"/>
                  <a:gd name="connsiteX2" fmla="*/ 139702 w 148288"/>
                  <a:gd name="connsiteY2" fmla="*/ 24969 h 33569"/>
                  <a:gd name="connsiteX3" fmla="*/ 139702 w 148288"/>
                  <a:gd name="connsiteY3" fmla="*/ 24969 h 33569"/>
                  <a:gd name="connsiteX4" fmla="*/ 8587 w 148288"/>
                  <a:gd name="connsiteY4" fmla="*/ 24969 h 33569"/>
                  <a:gd name="connsiteX5" fmla="*/ 8587 w 148288"/>
                  <a:gd name="connsiteY5" fmla="*/ 24969 h 33569"/>
                  <a:gd name="connsiteX6" fmla="*/ 0 w 148288"/>
                  <a:gd name="connsiteY6" fmla="*/ 13812 h 33569"/>
                  <a:gd name="connsiteX7" fmla="*/ 0 w 148288"/>
                  <a:gd name="connsiteY7" fmla="*/ 0 h 33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8288" h="33569">
                    <a:moveTo>
                      <a:pt x="148289" y="0"/>
                    </a:moveTo>
                    <a:lnTo>
                      <a:pt x="148289" y="13812"/>
                    </a:lnTo>
                    <a:cubicBezTo>
                      <a:pt x="148289" y="19037"/>
                      <a:pt x="144758" y="23641"/>
                      <a:pt x="139702" y="24969"/>
                    </a:cubicBezTo>
                    <a:lnTo>
                      <a:pt x="139702" y="24969"/>
                    </a:lnTo>
                    <a:cubicBezTo>
                      <a:pt x="96741" y="36437"/>
                      <a:pt x="51520" y="36437"/>
                      <a:pt x="8587" y="24969"/>
                    </a:cubicBezTo>
                    <a:lnTo>
                      <a:pt x="8587" y="24969"/>
                    </a:lnTo>
                    <a:cubicBezTo>
                      <a:pt x="3531" y="23614"/>
                      <a:pt x="0" y="19037"/>
                      <a:pt x="0" y="13812"/>
                    </a:cubicBezTo>
                    <a:lnTo>
                      <a:pt x="0" y="0"/>
                    </a:lnTo>
                  </a:path>
                </a:pathLst>
              </a:custGeom>
              <a:noFill/>
              <a:ln w="8472" cap="flat">
                <a:solidFill>
                  <a:srgbClr val="01355A"/>
                </a:solidFill>
                <a:prstDash val="solid"/>
                <a:miter/>
              </a:ln>
            </p:spPr>
            <p:txBody>
              <a:bodyPr rtlCol="1" anchor="ctr"/>
              <a:lstStyle/>
              <a:p>
                <a:endParaRPr lang="ar-SA"/>
              </a:p>
            </p:txBody>
          </p:sp>
          <p:sp>
            <p:nvSpPr>
              <p:cNvPr id="8993" name="شكل حر: شكل 10054">
                <a:extLst>
                  <a:ext uri="{FF2B5EF4-FFF2-40B4-BE49-F238E27FC236}">
                    <a16:creationId xmlns:a16="http://schemas.microsoft.com/office/drawing/2014/main" id="{1B9CDA9D-5A68-9745-863F-C0A0FAEC62D9}"/>
                  </a:ext>
                </a:extLst>
              </p:cNvPr>
              <p:cNvSpPr/>
              <p:nvPr/>
            </p:nvSpPr>
            <p:spPr>
              <a:xfrm>
                <a:off x="6855690" y="3567911"/>
                <a:ext cx="148288" cy="33569"/>
              </a:xfrm>
              <a:custGeom>
                <a:avLst/>
                <a:gdLst>
                  <a:gd name="connsiteX0" fmla="*/ 148289 w 148288"/>
                  <a:gd name="connsiteY0" fmla="*/ 0 h 33569"/>
                  <a:gd name="connsiteX1" fmla="*/ 148289 w 148288"/>
                  <a:gd name="connsiteY1" fmla="*/ 13812 h 33569"/>
                  <a:gd name="connsiteX2" fmla="*/ 139702 w 148288"/>
                  <a:gd name="connsiteY2" fmla="*/ 24969 h 33569"/>
                  <a:gd name="connsiteX3" fmla="*/ 139702 w 148288"/>
                  <a:gd name="connsiteY3" fmla="*/ 24969 h 33569"/>
                  <a:gd name="connsiteX4" fmla="*/ 8587 w 148288"/>
                  <a:gd name="connsiteY4" fmla="*/ 24969 h 33569"/>
                  <a:gd name="connsiteX5" fmla="*/ 8587 w 148288"/>
                  <a:gd name="connsiteY5" fmla="*/ 24969 h 33569"/>
                  <a:gd name="connsiteX6" fmla="*/ 0 w 148288"/>
                  <a:gd name="connsiteY6" fmla="*/ 13812 h 33569"/>
                  <a:gd name="connsiteX7" fmla="*/ 0 w 148288"/>
                  <a:gd name="connsiteY7" fmla="*/ 0 h 33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8288" h="33569">
                    <a:moveTo>
                      <a:pt x="148289" y="0"/>
                    </a:moveTo>
                    <a:lnTo>
                      <a:pt x="148289" y="13812"/>
                    </a:lnTo>
                    <a:cubicBezTo>
                      <a:pt x="148289" y="19037"/>
                      <a:pt x="144758" y="23641"/>
                      <a:pt x="139702" y="24969"/>
                    </a:cubicBezTo>
                    <a:lnTo>
                      <a:pt x="139702" y="24969"/>
                    </a:lnTo>
                    <a:cubicBezTo>
                      <a:pt x="96741" y="36436"/>
                      <a:pt x="51520" y="36436"/>
                      <a:pt x="8587" y="24969"/>
                    </a:cubicBezTo>
                    <a:lnTo>
                      <a:pt x="8587" y="24969"/>
                    </a:lnTo>
                    <a:cubicBezTo>
                      <a:pt x="3531" y="23613"/>
                      <a:pt x="0" y="19037"/>
                      <a:pt x="0" y="13812"/>
                    </a:cubicBezTo>
                    <a:lnTo>
                      <a:pt x="0" y="0"/>
                    </a:lnTo>
                  </a:path>
                </a:pathLst>
              </a:custGeom>
              <a:noFill/>
              <a:ln w="8472" cap="flat">
                <a:solidFill>
                  <a:srgbClr val="01355A"/>
                </a:solidFill>
                <a:prstDash val="solid"/>
                <a:miter/>
              </a:ln>
            </p:spPr>
            <p:txBody>
              <a:bodyPr rtlCol="1" anchor="ctr"/>
              <a:lstStyle/>
              <a:p>
                <a:endParaRPr lang="ar-SA"/>
              </a:p>
            </p:txBody>
          </p:sp>
          <p:sp>
            <p:nvSpPr>
              <p:cNvPr id="8994" name="شكل حر: شكل 10055">
                <a:extLst>
                  <a:ext uri="{FF2B5EF4-FFF2-40B4-BE49-F238E27FC236}">
                    <a16:creationId xmlns:a16="http://schemas.microsoft.com/office/drawing/2014/main" id="{C4EE0727-6BCA-E018-A3B9-B0C38A91011D}"/>
                  </a:ext>
                </a:extLst>
              </p:cNvPr>
              <p:cNvSpPr/>
              <p:nvPr/>
            </p:nvSpPr>
            <p:spPr>
              <a:xfrm>
                <a:off x="6855690" y="3521842"/>
                <a:ext cx="148288" cy="41972"/>
              </a:xfrm>
              <a:custGeom>
                <a:avLst/>
                <a:gdLst>
                  <a:gd name="connsiteX0" fmla="*/ 148289 w 148288"/>
                  <a:gd name="connsiteY0" fmla="*/ 20987 h 41972"/>
                  <a:gd name="connsiteX1" fmla="*/ 74144 w 148288"/>
                  <a:gd name="connsiteY1" fmla="*/ 41973 h 41972"/>
                  <a:gd name="connsiteX2" fmla="*/ 0 w 148288"/>
                  <a:gd name="connsiteY2" fmla="*/ 20987 h 41972"/>
                  <a:gd name="connsiteX3" fmla="*/ 74144 w 148288"/>
                  <a:gd name="connsiteY3" fmla="*/ 0 h 41972"/>
                  <a:gd name="connsiteX4" fmla="*/ 148289 w 148288"/>
                  <a:gd name="connsiteY4" fmla="*/ 20987 h 41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288" h="41972">
                    <a:moveTo>
                      <a:pt x="148289" y="20987"/>
                    </a:moveTo>
                    <a:cubicBezTo>
                      <a:pt x="148289" y="32577"/>
                      <a:pt x="115093" y="41973"/>
                      <a:pt x="74144" y="41973"/>
                    </a:cubicBezTo>
                    <a:cubicBezTo>
                      <a:pt x="33195" y="41973"/>
                      <a:pt x="0" y="32577"/>
                      <a:pt x="0" y="20987"/>
                    </a:cubicBezTo>
                    <a:cubicBezTo>
                      <a:pt x="0" y="9396"/>
                      <a:pt x="33195" y="0"/>
                      <a:pt x="74144" y="0"/>
                    </a:cubicBezTo>
                    <a:cubicBezTo>
                      <a:pt x="115093" y="0"/>
                      <a:pt x="148289" y="9396"/>
                      <a:pt x="148289" y="20987"/>
                    </a:cubicBezTo>
                    <a:close/>
                  </a:path>
                </a:pathLst>
              </a:custGeom>
              <a:noFill/>
              <a:ln w="8472" cap="flat">
                <a:solidFill>
                  <a:srgbClr val="01355A"/>
                </a:solidFill>
                <a:prstDash val="solid"/>
                <a:miter/>
              </a:ln>
            </p:spPr>
            <p:txBody>
              <a:bodyPr rtlCol="1" anchor="ctr"/>
              <a:lstStyle/>
              <a:p>
                <a:endParaRPr lang="ar-SA"/>
              </a:p>
            </p:txBody>
          </p:sp>
        </p:grpSp>
        <p:grpSp>
          <p:nvGrpSpPr>
            <p:cNvPr id="8985" name="رسم 8014">
              <a:extLst>
                <a:ext uri="{FF2B5EF4-FFF2-40B4-BE49-F238E27FC236}">
                  <a16:creationId xmlns:a16="http://schemas.microsoft.com/office/drawing/2014/main" id="{FB6B48FD-0AF9-C89D-76DE-077017648F13}"/>
                </a:ext>
              </a:extLst>
            </p:cNvPr>
            <p:cNvGrpSpPr/>
            <p:nvPr/>
          </p:nvGrpSpPr>
          <p:grpSpPr>
            <a:xfrm>
              <a:off x="6641137" y="3364769"/>
              <a:ext cx="209468" cy="252796"/>
              <a:chOff x="6641137" y="3364769"/>
              <a:chExt cx="209468" cy="252796"/>
            </a:xfrm>
            <a:noFill/>
          </p:grpSpPr>
          <p:sp>
            <p:nvSpPr>
              <p:cNvPr id="8986" name="شكل حر: شكل 10057">
                <a:extLst>
                  <a:ext uri="{FF2B5EF4-FFF2-40B4-BE49-F238E27FC236}">
                    <a16:creationId xmlns:a16="http://schemas.microsoft.com/office/drawing/2014/main" id="{255F823D-59F8-B4F5-F125-B18347A79174}"/>
                  </a:ext>
                </a:extLst>
              </p:cNvPr>
              <p:cNvSpPr/>
              <p:nvPr/>
            </p:nvSpPr>
            <p:spPr>
              <a:xfrm>
                <a:off x="6641137" y="3364769"/>
                <a:ext cx="209468" cy="103265"/>
              </a:xfrm>
              <a:custGeom>
                <a:avLst/>
                <a:gdLst>
                  <a:gd name="connsiteX0" fmla="*/ 209468 w 209468"/>
                  <a:gd name="connsiteY0" fmla="*/ 54373 h 103265"/>
                  <a:gd name="connsiteX1" fmla="*/ 137217 w 209468"/>
                  <a:gd name="connsiteY1" fmla="*/ 0 h 103265"/>
                  <a:gd name="connsiteX2" fmla="*/ 0 w 209468"/>
                  <a:gd name="connsiteY2" fmla="*/ 103265 h 103265"/>
                </a:gdLst>
                <a:ahLst/>
                <a:cxnLst>
                  <a:cxn ang="0">
                    <a:pos x="connsiteX0" y="connsiteY0"/>
                  </a:cxn>
                  <a:cxn ang="0">
                    <a:pos x="connsiteX1" y="connsiteY1"/>
                  </a:cxn>
                  <a:cxn ang="0">
                    <a:pos x="connsiteX2" y="connsiteY2"/>
                  </a:cxn>
                </a:cxnLst>
                <a:rect l="l" t="t" r="r" b="b"/>
                <a:pathLst>
                  <a:path w="209468" h="103265">
                    <a:moveTo>
                      <a:pt x="209468" y="54373"/>
                    </a:moveTo>
                    <a:lnTo>
                      <a:pt x="137217" y="0"/>
                    </a:lnTo>
                    <a:lnTo>
                      <a:pt x="0" y="103265"/>
                    </a:lnTo>
                  </a:path>
                </a:pathLst>
              </a:custGeom>
              <a:noFill/>
              <a:ln w="8472" cap="flat">
                <a:solidFill>
                  <a:srgbClr val="01355A"/>
                </a:solidFill>
                <a:prstDash val="solid"/>
                <a:miter/>
              </a:ln>
            </p:spPr>
            <p:txBody>
              <a:bodyPr rtlCol="1" anchor="ctr"/>
              <a:lstStyle/>
              <a:p>
                <a:endParaRPr lang="ar-SA"/>
              </a:p>
            </p:txBody>
          </p:sp>
          <p:sp>
            <p:nvSpPr>
              <p:cNvPr id="8987" name="شكل حر: شكل 10058">
                <a:extLst>
                  <a:ext uri="{FF2B5EF4-FFF2-40B4-BE49-F238E27FC236}">
                    <a16:creationId xmlns:a16="http://schemas.microsoft.com/office/drawing/2014/main" id="{E1C350D3-60E8-283C-9126-AB003F84C9BC}"/>
                  </a:ext>
                </a:extLst>
              </p:cNvPr>
              <p:cNvSpPr/>
              <p:nvPr/>
            </p:nvSpPr>
            <p:spPr>
              <a:xfrm>
                <a:off x="6666869" y="3448658"/>
                <a:ext cx="2824" cy="168907"/>
              </a:xfrm>
              <a:custGeom>
                <a:avLst/>
                <a:gdLst>
                  <a:gd name="connsiteX0" fmla="*/ 0 w 2824"/>
                  <a:gd name="connsiteY0" fmla="*/ 0 h 168907"/>
                  <a:gd name="connsiteX1" fmla="*/ 0 w 2824"/>
                  <a:gd name="connsiteY1" fmla="*/ 168908 h 168907"/>
                </a:gdLst>
                <a:ahLst/>
                <a:cxnLst>
                  <a:cxn ang="0">
                    <a:pos x="connsiteX0" y="connsiteY0"/>
                  </a:cxn>
                  <a:cxn ang="0">
                    <a:pos x="connsiteX1" y="connsiteY1"/>
                  </a:cxn>
                </a:cxnLst>
                <a:rect l="l" t="t" r="r" b="b"/>
                <a:pathLst>
                  <a:path w="2824" h="168907">
                    <a:moveTo>
                      <a:pt x="0" y="0"/>
                    </a:moveTo>
                    <a:lnTo>
                      <a:pt x="0" y="168908"/>
                    </a:lnTo>
                  </a:path>
                </a:pathLst>
              </a:custGeom>
              <a:ln w="8472" cap="flat">
                <a:solidFill>
                  <a:srgbClr val="01355A"/>
                </a:solidFill>
                <a:prstDash val="solid"/>
                <a:miter/>
              </a:ln>
            </p:spPr>
            <p:txBody>
              <a:bodyPr rtlCol="1" anchor="ctr"/>
              <a:lstStyle/>
              <a:p>
                <a:endParaRPr lang="ar-SA"/>
              </a:p>
            </p:txBody>
          </p:sp>
          <p:sp>
            <p:nvSpPr>
              <p:cNvPr id="8988" name="شكل حر: شكل 10059">
                <a:extLst>
                  <a:ext uri="{FF2B5EF4-FFF2-40B4-BE49-F238E27FC236}">
                    <a16:creationId xmlns:a16="http://schemas.microsoft.com/office/drawing/2014/main" id="{B2B310BC-1CB0-57E1-ED59-78CEC692DD03}"/>
                  </a:ext>
                </a:extLst>
              </p:cNvPr>
              <p:cNvSpPr/>
              <p:nvPr/>
            </p:nvSpPr>
            <p:spPr>
              <a:xfrm>
                <a:off x="6739996" y="3484841"/>
                <a:ext cx="76714" cy="76714"/>
              </a:xfrm>
              <a:custGeom>
                <a:avLst/>
                <a:gdLst>
                  <a:gd name="connsiteX0" fmla="*/ 0 w 76714"/>
                  <a:gd name="connsiteY0" fmla="*/ 0 h 76714"/>
                  <a:gd name="connsiteX1" fmla="*/ 76714 w 76714"/>
                  <a:gd name="connsiteY1" fmla="*/ 0 h 76714"/>
                  <a:gd name="connsiteX2" fmla="*/ 76714 w 76714"/>
                  <a:gd name="connsiteY2" fmla="*/ 76715 h 76714"/>
                  <a:gd name="connsiteX3" fmla="*/ 0 w 76714"/>
                  <a:gd name="connsiteY3" fmla="*/ 76715 h 76714"/>
                </a:gdLst>
                <a:ahLst/>
                <a:cxnLst>
                  <a:cxn ang="0">
                    <a:pos x="connsiteX0" y="connsiteY0"/>
                  </a:cxn>
                  <a:cxn ang="0">
                    <a:pos x="connsiteX1" y="connsiteY1"/>
                  </a:cxn>
                  <a:cxn ang="0">
                    <a:pos x="connsiteX2" y="connsiteY2"/>
                  </a:cxn>
                  <a:cxn ang="0">
                    <a:pos x="connsiteX3" y="connsiteY3"/>
                  </a:cxn>
                </a:cxnLst>
                <a:rect l="l" t="t" r="r" b="b"/>
                <a:pathLst>
                  <a:path w="76714" h="76714">
                    <a:moveTo>
                      <a:pt x="0" y="0"/>
                    </a:moveTo>
                    <a:lnTo>
                      <a:pt x="76714" y="0"/>
                    </a:lnTo>
                    <a:lnTo>
                      <a:pt x="76714" y="76715"/>
                    </a:lnTo>
                    <a:lnTo>
                      <a:pt x="0" y="76715"/>
                    </a:lnTo>
                    <a:close/>
                  </a:path>
                </a:pathLst>
              </a:custGeom>
              <a:noFill/>
              <a:ln w="8472" cap="flat">
                <a:solidFill>
                  <a:srgbClr val="01355A"/>
                </a:solidFill>
                <a:prstDash val="solid"/>
                <a:miter/>
              </a:ln>
            </p:spPr>
            <p:txBody>
              <a:bodyPr rtlCol="1" anchor="ctr"/>
              <a:lstStyle/>
              <a:p>
                <a:endParaRPr lang="ar-SA"/>
              </a:p>
            </p:txBody>
          </p:sp>
          <p:sp>
            <p:nvSpPr>
              <p:cNvPr id="8989" name="شكل حر: شكل 10060">
                <a:extLst>
                  <a:ext uri="{FF2B5EF4-FFF2-40B4-BE49-F238E27FC236}">
                    <a16:creationId xmlns:a16="http://schemas.microsoft.com/office/drawing/2014/main" id="{27299A40-7F17-43F4-B752-22696C919397}"/>
                  </a:ext>
                </a:extLst>
              </p:cNvPr>
              <p:cNvSpPr/>
              <p:nvPr/>
            </p:nvSpPr>
            <p:spPr>
              <a:xfrm>
                <a:off x="6666869" y="3617566"/>
                <a:ext cx="162128" cy="2824"/>
              </a:xfrm>
              <a:custGeom>
                <a:avLst/>
                <a:gdLst>
                  <a:gd name="connsiteX0" fmla="*/ 0 w 162128"/>
                  <a:gd name="connsiteY0" fmla="*/ 0 h 2824"/>
                  <a:gd name="connsiteX1" fmla="*/ 162129 w 162128"/>
                  <a:gd name="connsiteY1" fmla="*/ 0 h 2824"/>
                </a:gdLst>
                <a:ahLst/>
                <a:cxnLst>
                  <a:cxn ang="0">
                    <a:pos x="connsiteX0" y="connsiteY0"/>
                  </a:cxn>
                  <a:cxn ang="0">
                    <a:pos x="connsiteX1" y="connsiteY1"/>
                  </a:cxn>
                </a:cxnLst>
                <a:rect l="l" t="t" r="r" b="b"/>
                <a:pathLst>
                  <a:path w="162128" h="2824">
                    <a:moveTo>
                      <a:pt x="0" y="0"/>
                    </a:moveTo>
                    <a:lnTo>
                      <a:pt x="162129" y="0"/>
                    </a:lnTo>
                  </a:path>
                </a:pathLst>
              </a:custGeom>
              <a:ln w="8472" cap="flat">
                <a:solidFill>
                  <a:srgbClr val="01355A"/>
                </a:solidFill>
                <a:prstDash val="solid"/>
                <a:miter/>
              </a:ln>
            </p:spPr>
            <p:txBody>
              <a:bodyPr rtlCol="1" anchor="ctr"/>
              <a:lstStyle/>
              <a:p>
                <a:endParaRPr lang="ar-SA"/>
              </a:p>
            </p:txBody>
          </p:sp>
          <p:sp>
            <p:nvSpPr>
              <p:cNvPr id="8990" name="شكل حر: شكل 10061">
                <a:extLst>
                  <a:ext uri="{FF2B5EF4-FFF2-40B4-BE49-F238E27FC236}">
                    <a16:creationId xmlns:a16="http://schemas.microsoft.com/office/drawing/2014/main" id="{F3031824-50B6-A9E2-0826-C71E07216F2C}"/>
                  </a:ext>
                </a:extLst>
              </p:cNvPr>
              <p:cNvSpPr/>
              <p:nvPr/>
            </p:nvSpPr>
            <p:spPr>
              <a:xfrm>
                <a:off x="6725958" y="3399398"/>
                <a:ext cx="104846" cy="39458"/>
              </a:xfrm>
              <a:custGeom>
                <a:avLst/>
                <a:gdLst>
                  <a:gd name="connsiteX0" fmla="*/ 104847 w 104846"/>
                  <a:gd name="connsiteY0" fmla="*/ 39459 h 39458"/>
                  <a:gd name="connsiteX1" fmla="*/ 52424 w 104846"/>
                  <a:gd name="connsiteY1" fmla="*/ 0 h 39458"/>
                  <a:gd name="connsiteX2" fmla="*/ 0 w 104846"/>
                  <a:gd name="connsiteY2" fmla="*/ 39459 h 39458"/>
                </a:gdLst>
                <a:ahLst/>
                <a:cxnLst>
                  <a:cxn ang="0">
                    <a:pos x="connsiteX0" y="connsiteY0"/>
                  </a:cxn>
                  <a:cxn ang="0">
                    <a:pos x="connsiteX1" y="connsiteY1"/>
                  </a:cxn>
                  <a:cxn ang="0">
                    <a:pos x="connsiteX2" y="connsiteY2"/>
                  </a:cxn>
                </a:cxnLst>
                <a:rect l="l" t="t" r="r" b="b"/>
                <a:pathLst>
                  <a:path w="104846" h="39458">
                    <a:moveTo>
                      <a:pt x="104847" y="39459"/>
                    </a:moveTo>
                    <a:cubicBezTo>
                      <a:pt x="80075" y="20817"/>
                      <a:pt x="52424" y="0"/>
                      <a:pt x="52424" y="0"/>
                    </a:cubicBezTo>
                    <a:lnTo>
                      <a:pt x="0" y="39459"/>
                    </a:lnTo>
                  </a:path>
                </a:pathLst>
              </a:custGeom>
              <a:noFill/>
              <a:ln w="8472" cap="flat">
                <a:solidFill>
                  <a:srgbClr val="01355A"/>
                </a:solidFill>
                <a:prstDash val="solid"/>
                <a:miter/>
              </a:ln>
            </p:spPr>
            <p:txBody>
              <a:bodyPr rtlCol="1" anchor="ctr"/>
              <a:lstStyle/>
              <a:p>
                <a:endParaRPr lang="ar-SA"/>
              </a:p>
            </p:txBody>
          </p:sp>
        </p:grpSp>
      </p:grpSp>
      <p:grpSp>
        <p:nvGrpSpPr>
          <p:cNvPr id="9000" name="رسم 8014">
            <a:extLst>
              <a:ext uri="{FF2B5EF4-FFF2-40B4-BE49-F238E27FC236}">
                <a16:creationId xmlns:a16="http://schemas.microsoft.com/office/drawing/2014/main" id="{10E0AE2D-FB77-5EFF-2AAE-B6940F13DEA3}"/>
              </a:ext>
            </a:extLst>
          </p:cNvPr>
          <p:cNvGrpSpPr/>
          <p:nvPr/>
        </p:nvGrpSpPr>
        <p:grpSpPr>
          <a:xfrm>
            <a:off x="9004208" y="5710893"/>
            <a:ext cx="279264" cy="266953"/>
            <a:chOff x="7185625" y="5972052"/>
            <a:chExt cx="333804" cy="338691"/>
          </a:xfrm>
          <a:noFill/>
        </p:grpSpPr>
        <p:sp>
          <p:nvSpPr>
            <p:cNvPr id="9001" name="شكل حر: شكل 10063">
              <a:extLst>
                <a:ext uri="{FF2B5EF4-FFF2-40B4-BE49-F238E27FC236}">
                  <a16:creationId xmlns:a16="http://schemas.microsoft.com/office/drawing/2014/main" id="{5B6660E3-F082-A7E5-6DF2-0E5B9CD747BE}"/>
                </a:ext>
              </a:extLst>
            </p:cNvPr>
            <p:cNvSpPr/>
            <p:nvPr/>
          </p:nvSpPr>
          <p:spPr>
            <a:xfrm>
              <a:off x="7226694" y="5997699"/>
              <a:ext cx="139758" cy="35787"/>
            </a:xfrm>
            <a:custGeom>
              <a:avLst/>
              <a:gdLst>
                <a:gd name="connsiteX0" fmla="*/ 0 w 139758"/>
                <a:gd name="connsiteY0" fmla="*/ 0 h 35787"/>
                <a:gd name="connsiteX1" fmla="*/ 46577 w 139758"/>
                <a:gd name="connsiteY1" fmla="*/ 35787 h 35787"/>
                <a:gd name="connsiteX2" fmla="*/ 93182 w 139758"/>
                <a:gd name="connsiteY2" fmla="*/ 0 h 35787"/>
                <a:gd name="connsiteX3" fmla="*/ 139759 w 139758"/>
                <a:gd name="connsiteY3" fmla="*/ 29771 h 35787"/>
              </a:gdLst>
              <a:ahLst/>
              <a:cxnLst>
                <a:cxn ang="0">
                  <a:pos x="connsiteX0" y="connsiteY0"/>
                </a:cxn>
                <a:cxn ang="0">
                  <a:pos x="connsiteX1" y="connsiteY1"/>
                </a:cxn>
                <a:cxn ang="0">
                  <a:pos x="connsiteX2" y="connsiteY2"/>
                </a:cxn>
                <a:cxn ang="0">
                  <a:pos x="connsiteX3" y="connsiteY3"/>
                </a:cxn>
              </a:cxnLst>
              <a:rect l="l" t="t" r="r" b="b"/>
              <a:pathLst>
                <a:path w="139758" h="35787">
                  <a:moveTo>
                    <a:pt x="0" y="0"/>
                  </a:moveTo>
                  <a:lnTo>
                    <a:pt x="46577" y="35787"/>
                  </a:lnTo>
                  <a:lnTo>
                    <a:pt x="93182" y="0"/>
                  </a:lnTo>
                  <a:lnTo>
                    <a:pt x="139759" y="29771"/>
                  </a:lnTo>
                </a:path>
              </a:pathLst>
            </a:custGeom>
            <a:noFill/>
            <a:ln w="8472" cap="flat">
              <a:solidFill>
                <a:srgbClr val="17A3A3"/>
              </a:solidFill>
              <a:prstDash val="solid"/>
              <a:miter/>
            </a:ln>
          </p:spPr>
          <p:txBody>
            <a:bodyPr rtlCol="1" anchor="ctr"/>
            <a:lstStyle/>
            <a:p>
              <a:endParaRPr lang="ar-SA"/>
            </a:p>
          </p:txBody>
        </p:sp>
        <p:grpSp>
          <p:nvGrpSpPr>
            <p:cNvPr id="9002" name="رسم 8014">
              <a:extLst>
                <a:ext uri="{FF2B5EF4-FFF2-40B4-BE49-F238E27FC236}">
                  <a16:creationId xmlns:a16="http://schemas.microsoft.com/office/drawing/2014/main" id="{5573843F-50FB-90BC-23A2-6B1D701F68E2}"/>
                </a:ext>
              </a:extLst>
            </p:cNvPr>
            <p:cNvGrpSpPr/>
            <p:nvPr/>
          </p:nvGrpSpPr>
          <p:grpSpPr>
            <a:xfrm>
              <a:off x="7300414" y="5979424"/>
              <a:ext cx="219015" cy="331319"/>
              <a:chOff x="7300414" y="5979424"/>
              <a:chExt cx="219015" cy="331319"/>
            </a:xfrm>
            <a:noFill/>
          </p:grpSpPr>
          <p:sp>
            <p:nvSpPr>
              <p:cNvPr id="9006" name="شكل حر: شكل 10065">
                <a:extLst>
                  <a:ext uri="{FF2B5EF4-FFF2-40B4-BE49-F238E27FC236}">
                    <a16:creationId xmlns:a16="http://schemas.microsoft.com/office/drawing/2014/main" id="{0A32211A-E126-9027-1094-20F151E9DA4A}"/>
                  </a:ext>
                </a:extLst>
              </p:cNvPr>
              <p:cNvSpPr/>
              <p:nvPr/>
            </p:nvSpPr>
            <p:spPr>
              <a:xfrm>
                <a:off x="7418904" y="6116302"/>
                <a:ext cx="2824" cy="174076"/>
              </a:xfrm>
              <a:custGeom>
                <a:avLst/>
                <a:gdLst>
                  <a:gd name="connsiteX0" fmla="*/ 0 w 2824"/>
                  <a:gd name="connsiteY0" fmla="*/ 0 h 174076"/>
                  <a:gd name="connsiteX1" fmla="*/ 0 w 2824"/>
                  <a:gd name="connsiteY1" fmla="*/ 174077 h 174076"/>
                </a:gdLst>
                <a:ahLst/>
                <a:cxnLst>
                  <a:cxn ang="0">
                    <a:pos x="connsiteX0" y="connsiteY0"/>
                  </a:cxn>
                  <a:cxn ang="0">
                    <a:pos x="connsiteX1" y="connsiteY1"/>
                  </a:cxn>
                </a:cxnLst>
                <a:rect l="l" t="t" r="r" b="b"/>
                <a:pathLst>
                  <a:path w="2824" h="174076">
                    <a:moveTo>
                      <a:pt x="0" y="0"/>
                    </a:moveTo>
                    <a:lnTo>
                      <a:pt x="0" y="174077"/>
                    </a:lnTo>
                  </a:path>
                </a:pathLst>
              </a:custGeom>
              <a:ln w="8472" cap="flat">
                <a:solidFill>
                  <a:srgbClr val="01355A"/>
                </a:solidFill>
                <a:prstDash val="solid"/>
                <a:miter/>
              </a:ln>
            </p:spPr>
            <p:txBody>
              <a:bodyPr rtlCol="1" anchor="ctr"/>
              <a:lstStyle/>
              <a:p>
                <a:endParaRPr lang="ar-SA"/>
              </a:p>
            </p:txBody>
          </p:sp>
          <p:sp>
            <p:nvSpPr>
              <p:cNvPr id="9007" name="شكل حر: شكل 10066">
                <a:extLst>
                  <a:ext uri="{FF2B5EF4-FFF2-40B4-BE49-F238E27FC236}">
                    <a16:creationId xmlns:a16="http://schemas.microsoft.com/office/drawing/2014/main" id="{38601F54-975F-9B8C-FC4B-C636EDF20E0B}"/>
                  </a:ext>
                </a:extLst>
              </p:cNvPr>
              <p:cNvSpPr/>
              <p:nvPr/>
            </p:nvSpPr>
            <p:spPr>
              <a:xfrm>
                <a:off x="7454917" y="6175900"/>
                <a:ext cx="2824" cy="114478"/>
              </a:xfrm>
              <a:custGeom>
                <a:avLst/>
                <a:gdLst>
                  <a:gd name="connsiteX0" fmla="*/ 0 w 2824"/>
                  <a:gd name="connsiteY0" fmla="*/ 114479 h 114478"/>
                  <a:gd name="connsiteX1" fmla="*/ 0 w 2824"/>
                  <a:gd name="connsiteY1" fmla="*/ 0 h 114478"/>
                </a:gdLst>
                <a:ahLst/>
                <a:cxnLst>
                  <a:cxn ang="0">
                    <a:pos x="connsiteX0" y="connsiteY0"/>
                  </a:cxn>
                  <a:cxn ang="0">
                    <a:pos x="connsiteX1" y="connsiteY1"/>
                  </a:cxn>
                </a:cxnLst>
                <a:rect l="l" t="t" r="r" b="b"/>
                <a:pathLst>
                  <a:path w="2824" h="114478">
                    <a:moveTo>
                      <a:pt x="0" y="114479"/>
                    </a:moveTo>
                    <a:lnTo>
                      <a:pt x="0" y="0"/>
                    </a:lnTo>
                  </a:path>
                </a:pathLst>
              </a:custGeom>
              <a:ln w="8472" cap="flat">
                <a:solidFill>
                  <a:srgbClr val="01355A"/>
                </a:solidFill>
                <a:prstDash val="solid"/>
                <a:miter/>
              </a:ln>
            </p:spPr>
            <p:txBody>
              <a:bodyPr rtlCol="1" anchor="ctr"/>
              <a:lstStyle/>
              <a:p>
                <a:endParaRPr lang="ar-SA"/>
              </a:p>
            </p:txBody>
          </p:sp>
          <p:sp>
            <p:nvSpPr>
              <p:cNvPr id="9008" name="شكل حر: شكل 10067">
                <a:extLst>
                  <a:ext uri="{FF2B5EF4-FFF2-40B4-BE49-F238E27FC236}">
                    <a16:creationId xmlns:a16="http://schemas.microsoft.com/office/drawing/2014/main" id="{B706B68F-6443-EE1F-3D40-7EFF58AED7EF}"/>
                  </a:ext>
                </a:extLst>
              </p:cNvPr>
              <p:cNvSpPr/>
              <p:nvPr/>
            </p:nvSpPr>
            <p:spPr>
              <a:xfrm>
                <a:off x="7490930" y="6175900"/>
                <a:ext cx="2824" cy="114478"/>
              </a:xfrm>
              <a:custGeom>
                <a:avLst/>
                <a:gdLst>
                  <a:gd name="connsiteX0" fmla="*/ 0 w 2824"/>
                  <a:gd name="connsiteY0" fmla="*/ 0 h 114478"/>
                  <a:gd name="connsiteX1" fmla="*/ 0 w 2824"/>
                  <a:gd name="connsiteY1" fmla="*/ 114479 h 114478"/>
                </a:gdLst>
                <a:ahLst/>
                <a:cxnLst>
                  <a:cxn ang="0">
                    <a:pos x="connsiteX0" y="connsiteY0"/>
                  </a:cxn>
                  <a:cxn ang="0">
                    <a:pos x="connsiteX1" y="connsiteY1"/>
                  </a:cxn>
                </a:cxnLst>
                <a:rect l="l" t="t" r="r" b="b"/>
                <a:pathLst>
                  <a:path w="2824" h="114478">
                    <a:moveTo>
                      <a:pt x="0" y="0"/>
                    </a:moveTo>
                    <a:lnTo>
                      <a:pt x="0" y="114479"/>
                    </a:lnTo>
                  </a:path>
                </a:pathLst>
              </a:custGeom>
              <a:ln w="8472" cap="flat">
                <a:solidFill>
                  <a:srgbClr val="01355A"/>
                </a:solidFill>
                <a:prstDash val="solid"/>
                <a:miter/>
              </a:ln>
            </p:spPr>
            <p:txBody>
              <a:bodyPr rtlCol="1" anchor="ctr"/>
              <a:lstStyle/>
              <a:p>
                <a:endParaRPr lang="ar-SA"/>
              </a:p>
            </p:txBody>
          </p:sp>
          <p:sp>
            <p:nvSpPr>
              <p:cNvPr id="9009" name="شكل حر: شكل 10068">
                <a:extLst>
                  <a:ext uri="{FF2B5EF4-FFF2-40B4-BE49-F238E27FC236}">
                    <a16:creationId xmlns:a16="http://schemas.microsoft.com/office/drawing/2014/main" id="{D41B6889-2E63-4E46-F54D-7555E8C850A1}"/>
                  </a:ext>
                </a:extLst>
              </p:cNvPr>
              <p:cNvSpPr/>
              <p:nvPr/>
            </p:nvSpPr>
            <p:spPr>
              <a:xfrm>
                <a:off x="7490930" y="6116302"/>
                <a:ext cx="2824" cy="59597"/>
              </a:xfrm>
              <a:custGeom>
                <a:avLst/>
                <a:gdLst>
                  <a:gd name="connsiteX0" fmla="*/ 0 w 2824"/>
                  <a:gd name="connsiteY0" fmla="*/ 0 h 59597"/>
                  <a:gd name="connsiteX1" fmla="*/ 0 w 2824"/>
                  <a:gd name="connsiteY1" fmla="*/ 59598 h 59597"/>
                </a:gdLst>
                <a:ahLst/>
                <a:cxnLst>
                  <a:cxn ang="0">
                    <a:pos x="connsiteX0" y="connsiteY0"/>
                  </a:cxn>
                  <a:cxn ang="0">
                    <a:pos x="connsiteX1" y="connsiteY1"/>
                  </a:cxn>
                </a:cxnLst>
                <a:rect l="l" t="t" r="r" b="b"/>
                <a:pathLst>
                  <a:path w="2824" h="59597">
                    <a:moveTo>
                      <a:pt x="0" y="0"/>
                    </a:moveTo>
                    <a:lnTo>
                      <a:pt x="0" y="59598"/>
                    </a:lnTo>
                  </a:path>
                </a:pathLst>
              </a:custGeom>
              <a:ln w="8472" cap="flat">
                <a:solidFill>
                  <a:srgbClr val="01355A"/>
                </a:solidFill>
                <a:prstDash val="solid"/>
                <a:miter/>
              </a:ln>
            </p:spPr>
            <p:txBody>
              <a:bodyPr rtlCol="1" anchor="ctr"/>
              <a:lstStyle/>
              <a:p>
                <a:endParaRPr lang="ar-SA"/>
              </a:p>
            </p:txBody>
          </p:sp>
          <p:sp>
            <p:nvSpPr>
              <p:cNvPr id="9010" name="شكل حر: شكل 10069">
                <a:extLst>
                  <a:ext uri="{FF2B5EF4-FFF2-40B4-BE49-F238E27FC236}">
                    <a16:creationId xmlns:a16="http://schemas.microsoft.com/office/drawing/2014/main" id="{2D176EC6-338D-2FFC-4390-BC2B8A01CC31}"/>
                  </a:ext>
                </a:extLst>
              </p:cNvPr>
              <p:cNvSpPr/>
              <p:nvPr/>
            </p:nvSpPr>
            <p:spPr>
              <a:xfrm>
                <a:off x="7421023" y="5979424"/>
                <a:ext cx="67789" cy="67789"/>
              </a:xfrm>
              <a:custGeom>
                <a:avLst/>
                <a:gdLst>
                  <a:gd name="connsiteX0" fmla="*/ 67789 w 67789"/>
                  <a:gd name="connsiteY0" fmla="*/ 33894 h 67789"/>
                  <a:gd name="connsiteX1" fmla="*/ 33895 w 67789"/>
                  <a:gd name="connsiteY1" fmla="*/ 67789 h 67789"/>
                  <a:gd name="connsiteX2" fmla="*/ 0 w 67789"/>
                  <a:gd name="connsiteY2" fmla="*/ 33894 h 67789"/>
                  <a:gd name="connsiteX3" fmla="*/ 33895 w 67789"/>
                  <a:gd name="connsiteY3" fmla="*/ 0 h 67789"/>
                  <a:gd name="connsiteX4" fmla="*/ 67789 w 67789"/>
                  <a:gd name="connsiteY4" fmla="*/ 33894 h 677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789" h="67789">
                    <a:moveTo>
                      <a:pt x="67789" y="33894"/>
                    </a:moveTo>
                    <a:cubicBezTo>
                      <a:pt x="67789" y="52614"/>
                      <a:pt x="52614" y="67789"/>
                      <a:pt x="33895" y="67789"/>
                    </a:cubicBezTo>
                    <a:cubicBezTo>
                      <a:pt x="15175" y="67789"/>
                      <a:pt x="0" y="52614"/>
                      <a:pt x="0" y="33894"/>
                    </a:cubicBezTo>
                    <a:cubicBezTo>
                      <a:pt x="0" y="15175"/>
                      <a:pt x="15175" y="0"/>
                      <a:pt x="33895" y="0"/>
                    </a:cubicBezTo>
                    <a:cubicBezTo>
                      <a:pt x="52614" y="0"/>
                      <a:pt x="67789" y="15175"/>
                      <a:pt x="67789" y="33894"/>
                    </a:cubicBezTo>
                    <a:close/>
                  </a:path>
                </a:pathLst>
              </a:custGeom>
              <a:noFill/>
              <a:ln w="8472" cap="flat">
                <a:solidFill>
                  <a:srgbClr val="01355A"/>
                </a:solidFill>
                <a:prstDash val="solid"/>
                <a:miter/>
              </a:ln>
            </p:spPr>
            <p:txBody>
              <a:bodyPr rtlCol="1" anchor="ctr"/>
              <a:lstStyle/>
              <a:p>
                <a:endParaRPr lang="ar-SA"/>
              </a:p>
            </p:txBody>
          </p:sp>
          <p:sp>
            <p:nvSpPr>
              <p:cNvPr id="9011" name="شكل حر: شكل 10070">
                <a:extLst>
                  <a:ext uri="{FF2B5EF4-FFF2-40B4-BE49-F238E27FC236}">
                    <a16:creationId xmlns:a16="http://schemas.microsoft.com/office/drawing/2014/main" id="{96E2AD69-8F9E-5C61-8494-6B3D0DA82A8C}"/>
                  </a:ext>
                </a:extLst>
              </p:cNvPr>
              <p:cNvSpPr/>
              <p:nvPr/>
            </p:nvSpPr>
            <p:spPr>
              <a:xfrm>
                <a:off x="7300414" y="6064217"/>
                <a:ext cx="219015" cy="103406"/>
              </a:xfrm>
              <a:custGeom>
                <a:avLst/>
                <a:gdLst>
                  <a:gd name="connsiteX0" fmla="*/ 219015 w 219015"/>
                  <a:gd name="connsiteY0" fmla="*/ 103407 h 103406"/>
                  <a:gd name="connsiteX1" fmla="*/ 219015 w 219015"/>
                  <a:gd name="connsiteY1" fmla="*/ 26071 h 103406"/>
                  <a:gd name="connsiteX2" fmla="*/ 196984 w 219015"/>
                  <a:gd name="connsiteY2" fmla="*/ 4039 h 103406"/>
                  <a:gd name="connsiteX3" fmla="*/ 112050 w 219015"/>
                  <a:gd name="connsiteY3" fmla="*/ 4039 h 103406"/>
                  <a:gd name="connsiteX4" fmla="*/ 90019 w 219015"/>
                  <a:gd name="connsiteY4" fmla="*/ 26071 h 103406"/>
                  <a:gd name="connsiteX5" fmla="*/ 90019 w 219015"/>
                  <a:gd name="connsiteY5" fmla="*/ 90019 h 103406"/>
                  <a:gd name="connsiteX6" fmla="*/ 0 w 219015"/>
                  <a:gd name="connsiteY6" fmla="*/ 0 h 1034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9015" h="103406">
                    <a:moveTo>
                      <a:pt x="219015" y="103407"/>
                    </a:moveTo>
                    <a:lnTo>
                      <a:pt x="219015" y="26071"/>
                    </a:lnTo>
                    <a:cubicBezTo>
                      <a:pt x="219015" y="13897"/>
                      <a:pt x="209158" y="4039"/>
                      <a:pt x="196984" y="4039"/>
                    </a:cubicBezTo>
                    <a:lnTo>
                      <a:pt x="112050" y="4039"/>
                    </a:lnTo>
                    <a:cubicBezTo>
                      <a:pt x="99876" y="4039"/>
                      <a:pt x="90019" y="13897"/>
                      <a:pt x="90019" y="26071"/>
                    </a:cubicBezTo>
                    <a:lnTo>
                      <a:pt x="90019" y="90019"/>
                    </a:lnTo>
                    <a:lnTo>
                      <a:pt x="0" y="0"/>
                    </a:lnTo>
                  </a:path>
                </a:pathLst>
              </a:custGeom>
              <a:noFill/>
              <a:ln w="8472" cap="flat">
                <a:solidFill>
                  <a:srgbClr val="01355A"/>
                </a:solidFill>
                <a:prstDash val="solid"/>
                <a:miter/>
              </a:ln>
            </p:spPr>
            <p:txBody>
              <a:bodyPr rtlCol="1" anchor="ctr"/>
              <a:lstStyle/>
              <a:p>
                <a:endParaRPr lang="ar-SA"/>
              </a:p>
            </p:txBody>
          </p:sp>
          <p:sp>
            <p:nvSpPr>
              <p:cNvPr id="9012" name="شكل حر: شكل 10071">
                <a:extLst>
                  <a:ext uri="{FF2B5EF4-FFF2-40B4-BE49-F238E27FC236}">
                    <a16:creationId xmlns:a16="http://schemas.microsoft.com/office/drawing/2014/main" id="{964F33AC-3DD1-0033-79A5-E38C6A594CFE}"/>
                  </a:ext>
                </a:extLst>
              </p:cNvPr>
              <p:cNvSpPr/>
              <p:nvPr/>
            </p:nvSpPr>
            <p:spPr>
              <a:xfrm>
                <a:off x="7418904" y="6175900"/>
                <a:ext cx="72025" cy="2824"/>
              </a:xfrm>
              <a:custGeom>
                <a:avLst/>
                <a:gdLst>
                  <a:gd name="connsiteX0" fmla="*/ 0 w 72025"/>
                  <a:gd name="connsiteY0" fmla="*/ 0 h 2824"/>
                  <a:gd name="connsiteX1" fmla="*/ 72026 w 72025"/>
                  <a:gd name="connsiteY1" fmla="*/ 0 h 2824"/>
                </a:gdLst>
                <a:ahLst/>
                <a:cxnLst>
                  <a:cxn ang="0">
                    <a:pos x="connsiteX0" y="connsiteY0"/>
                  </a:cxn>
                  <a:cxn ang="0">
                    <a:pos x="connsiteX1" y="connsiteY1"/>
                  </a:cxn>
                </a:cxnLst>
                <a:rect l="l" t="t" r="r" b="b"/>
                <a:pathLst>
                  <a:path w="72025" h="2824">
                    <a:moveTo>
                      <a:pt x="0" y="0"/>
                    </a:moveTo>
                    <a:lnTo>
                      <a:pt x="72026" y="0"/>
                    </a:lnTo>
                  </a:path>
                </a:pathLst>
              </a:custGeom>
              <a:ln w="8472" cap="flat">
                <a:solidFill>
                  <a:srgbClr val="01355A"/>
                </a:solidFill>
                <a:prstDash val="solid"/>
                <a:miter/>
              </a:ln>
            </p:spPr>
            <p:txBody>
              <a:bodyPr rtlCol="1" anchor="ctr"/>
              <a:lstStyle/>
              <a:p>
                <a:endParaRPr lang="ar-SA"/>
              </a:p>
            </p:txBody>
          </p:sp>
          <p:sp>
            <p:nvSpPr>
              <p:cNvPr id="9013" name="شكل حر: شكل 10072">
                <a:extLst>
                  <a:ext uri="{FF2B5EF4-FFF2-40B4-BE49-F238E27FC236}">
                    <a16:creationId xmlns:a16="http://schemas.microsoft.com/office/drawing/2014/main" id="{D10C1B4D-35B7-1011-0C86-0BAF852BA331}"/>
                  </a:ext>
                </a:extLst>
              </p:cNvPr>
              <p:cNvSpPr/>
              <p:nvPr/>
            </p:nvSpPr>
            <p:spPr>
              <a:xfrm>
                <a:off x="7454917" y="6068228"/>
                <a:ext cx="2824" cy="39289"/>
              </a:xfrm>
              <a:custGeom>
                <a:avLst/>
                <a:gdLst>
                  <a:gd name="connsiteX0" fmla="*/ 0 w 2824"/>
                  <a:gd name="connsiteY0" fmla="*/ 0 h 39289"/>
                  <a:gd name="connsiteX1" fmla="*/ 0 w 2824"/>
                  <a:gd name="connsiteY1" fmla="*/ 39290 h 39289"/>
                </a:gdLst>
                <a:ahLst/>
                <a:cxnLst>
                  <a:cxn ang="0">
                    <a:pos x="connsiteX0" y="connsiteY0"/>
                  </a:cxn>
                  <a:cxn ang="0">
                    <a:pos x="connsiteX1" y="connsiteY1"/>
                  </a:cxn>
                </a:cxnLst>
                <a:rect l="l" t="t" r="r" b="b"/>
                <a:pathLst>
                  <a:path w="2824" h="39289">
                    <a:moveTo>
                      <a:pt x="0" y="0"/>
                    </a:moveTo>
                    <a:lnTo>
                      <a:pt x="0" y="39290"/>
                    </a:lnTo>
                  </a:path>
                </a:pathLst>
              </a:custGeom>
              <a:ln w="8472" cap="flat">
                <a:solidFill>
                  <a:srgbClr val="01355A"/>
                </a:solidFill>
                <a:prstDash val="solid"/>
                <a:miter/>
              </a:ln>
            </p:spPr>
            <p:txBody>
              <a:bodyPr rtlCol="1" anchor="ctr"/>
              <a:lstStyle/>
              <a:p>
                <a:endParaRPr lang="ar-SA"/>
              </a:p>
            </p:txBody>
          </p:sp>
          <p:sp>
            <p:nvSpPr>
              <p:cNvPr id="9014" name="شكل حر: شكل 10073">
                <a:extLst>
                  <a:ext uri="{FF2B5EF4-FFF2-40B4-BE49-F238E27FC236}">
                    <a16:creationId xmlns:a16="http://schemas.microsoft.com/office/drawing/2014/main" id="{90DF9DA0-25B6-0008-1652-D9F233785DD7}"/>
                  </a:ext>
                </a:extLst>
              </p:cNvPr>
              <p:cNvSpPr/>
              <p:nvPr/>
            </p:nvSpPr>
            <p:spPr>
              <a:xfrm>
                <a:off x="7405120" y="6290124"/>
                <a:ext cx="49797" cy="20619"/>
              </a:xfrm>
              <a:custGeom>
                <a:avLst/>
                <a:gdLst>
                  <a:gd name="connsiteX0" fmla="*/ 49797 w 49797"/>
                  <a:gd name="connsiteY0" fmla="*/ 20619 h 20619"/>
                  <a:gd name="connsiteX1" fmla="*/ 0 w 49797"/>
                  <a:gd name="connsiteY1" fmla="*/ 20619 h 20619"/>
                  <a:gd name="connsiteX2" fmla="*/ 20619 w 49797"/>
                  <a:gd name="connsiteY2" fmla="*/ 0 h 20619"/>
                  <a:gd name="connsiteX3" fmla="*/ 49797 w 49797"/>
                  <a:gd name="connsiteY3" fmla="*/ 0 h 20619"/>
                  <a:gd name="connsiteX4" fmla="*/ 49797 w 49797"/>
                  <a:gd name="connsiteY4" fmla="*/ 20619 h 20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97" h="20619">
                    <a:moveTo>
                      <a:pt x="49797" y="20619"/>
                    </a:moveTo>
                    <a:lnTo>
                      <a:pt x="0" y="20619"/>
                    </a:lnTo>
                    <a:cubicBezTo>
                      <a:pt x="0" y="9236"/>
                      <a:pt x="9236" y="0"/>
                      <a:pt x="20619" y="0"/>
                    </a:cubicBezTo>
                    <a:lnTo>
                      <a:pt x="49797" y="0"/>
                    </a:lnTo>
                    <a:lnTo>
                      <a:pt x="49797" y="20619"/>
                    </a:lnTo>
                    <a:close/>
                  </a:path>
                </a:pathLst>
              </a:custGeom>
              <a:noFill/>
              <a:ln w="8472" cap="flat">
                <a:solidFill>
                  <a:srgbClr val="01355A"/>
                </a:solidFill>
                <a:prstDash val="solid"/>
                <a:miter/>
              </a:ln>
            </p:spPr>
            <p:txBody>
              <a:bodyPr rtlCol="1" anchor="ctr"/>
              <a:lstStyle/>
              <a:p>
                <a:endParaRPr lang="ar-SA"/>
              </a:p>
            </p:txBody>
          </p:sp>
          <p:sp>
            <p:nvSpPr>
              <p:cNvPr id="9015" name="شكل حر: شكل 10074">
                <a:extLst>
                  <a:ext uri="{FF2B5EF4-FFF2-40B4-BE49-F238E27FC236}">
                    <a16:creationId xmlns:a16="http://schemas.microsoft.com/office/drawing/2014/main" id="{7B419031-CB74-ABC5-CE68-D13426A00EA0}"/>
                  </a:ext>
                </a:extLst>
              </p:cNvPr>
              <p:cNvSpPr/>
              <p:nvPr/>
            </p:nvSpPr>
            <p:spPr>
              <a:xfrm>
                <a:off x="7454918" y="6290124"/>
                <a:ext cx="49796" cy="20619"/>
              </a:xfrm>
              <a:custGeom>
                <a:avLst/>
                <a:gdLst>
                  <a:gd name="connsiteX0" fmla="*/ 0 w 49796"/>
                  <a:gd name="connsiteY0" fmla="*/ 20619 h 20619"/>
                  <a:gd name="connsiteX1" fmla="*/ 49796 w 49796"/>
                  <a:gd name="connsiteY1" fmla="*/ 20619 h 20619"/>
                  <a:gd name="connsiteX2" fmla="*/ 29177 w 49796"/>
                  <a:gd name="connsiteY2" fmla="*/ 0 h 20619"/>
                  <a:gd name="connsiteX3" fmla="*/ 0 w 49796"/>
                  <a:gd name="connsiteY3" fmla="*/ 0 h 20619"/>
                  <a:gd name="connsiteX4" fmla="*/ 0 w 49796"/>
                  <a:gd name="connsiteY4" fmla="*/ 20619 h 206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796" h="20619">
                    <a:moveTo>
                      <a:pt x="0" y="20619"/>
                    </a:moveTo>
                    <a:lnTo>
                      <a:pt x="49796" y="20619"/>
                    </a:lnTo>
                    <a:cubicBezTo>
                      <a:pt x="49796" y="9236"/>
                      <a:pt x="40560" y="0"/>
                      <a:pt x="29177" y="0"/>
                    </a:cubicBezTo>
                    <a:lnTo>
                      <a:pt x="0" y="0"/>
                    </a:lnTo>
                    <a:lnTo>
                      <a:pt x="0" y="20619"/>
                    </a:lnTo>
                    <a:close/>
                  </a:path>
                </a:pathLst>
              </a:custGeom>
              <a:noFill/>
              <a:ln w="8472" cap="flat">
                <a:solidFill>
                  <a:srgbClr val="01355A"/>
                </a:solidFill>
                <a:prstDash val="solid"/>
                <a:miter/>
              </a:ln>
            </p:spPr>
            <p:txBody>
              <a:bodyPr rtlCol="1" anchor="ctr"/>
              <a:lstStyle/>
              <a:p>
                <a:endParaRPr lang="ar-SA"/>
              </a:p>
            </p:txBody>
          </p:sp>
        </p:grpSp>
        <p:sp>
          <p:nvSpPr>
            <p:cNvPr id="9003" name="شكل حر: شكل 10075">
              <a:extLst>
                <a:ext uri="{FF2B5EF4-FFF2-40B4-BE49-F238E27FC236}">
                  <a16:creationId xmlns:a16="http://schemas.microsoft.com/office/drawing/2014/main" id="{69164CCC-6F79-6563-0A57-09977E52C97C}"/>
                </a:ext>
              </a:extLst>
            </p:cNvPr>
            <p:cNvSpPr/>
            <p:nvPr/>
          </p:nvSpPr>
          <p:spPr>
            <a:xfrm>
              <a:off x="7185625" y="5972052"/>
              <a:ext cx="204779" cy="144249"/>
            </a:xfrm>
            <a:custGeom>
              <a:avLst/>
              <a:gdLst>
                <a:gd name="connsiteX0" fmla="*/ 142809 w 204779"/>
                <a:gd name="connsiteY0" fmla="*/ 144249 h 144249"/>
                <a:gd name="connsiteX1" fmla="*/ 0 w 204779"/>
                <a:gd name="connsiteY1" fmla="*/ 144249 h 144249"/>
                <a:gd name="connsiteX2" fmla="*/ 0 w 204779"/>
                <a:gd name="connsiteY2" fmla="*/ 0 h 144249"/>
                <a:gd name="connsiteX3" fmla="*/ 204780 w 204779"/>
                <a:gd name="connsiteY3" fmla="*/ 0 h 144249"/>
                <a:gd name="connsiteX4" fmla="*/ 204780 w 204779"/>
                <a:gd name="connsiteY4" fmla="*/ 86092 h 144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779" h="144249">
                  <a:moveTo>
                    <a:pt x="142809" y="144249"/>
                  </a:moveTo>
                  <a:lnTo>
                    <a:pt x="0" y="144249"/>
                  </a:lnTo>
                  <a:lnTo>
                    <a:pt x="0" y="0"/>
                  </a:lnTo>
                  <a:lnTo>
                    <a:pt x="204780" y="0"/>
                  </a:lnTo>
                  <a:lnTo>
                    <a:pt x="204780" y="86092"/>
                  </a:lnTo>
                </a:path>
              </a:pathLst>
            </a:custGeom>
            <a:noFill/>
            <a:ln w="8472" cap="flat">
              <a:solidFill>
                <a:srgbClr val="17A3A3"/>
              </a:solidFill>
              <a:prstDash val="solid"/>
              <a:miter/>
            </a:ln>
          </p:spPr>
          <p:txBody>
            <a:bodyPr rtlCol="1" anchor="ctr"/>
            <a:lstStyle/>
            <a:p>
              <a:endParaRPr lang="ar-SA"/>
            </a:p>
          </p:txBody>
        </p:sp>
        <p:sp>
          <p:nvSpPr>
            <p:cNvPr id="9004" name="شكل حر: شكل 10076">
              <a:extLst>
                <a:ext uri="{FF2B5EF4-FFF2-40B4-BE49-F238E27FC236}">
                  <a16:creationId xmlns:a16="http://schemas.microsoft.com/office/drawing/2014/main" id="{90DBBE9A-D1E1-29C4-835A-22CDE5BA9C60}"/>
                </a:ext>
              </a:extLst>
            </p:cNvPr>
            <p:cNvSpPr/>
            <p:nvPr/>
          </p:nvSpPr>
          <p:spPr>
            <a:xfrm>
              <a:off x="7226694" y="6116301"/>
              <a:ext cx="61320" cy="194442"/>
            </a:xfrm>
            <a:custGeom>
              <a:avLst/>
              <a:gdLst>
                <a:gd name="connsiteX0" fmla="*/ 61321 w 61320"/>
                <a:gd name="connsiteY0" fmla="*/ 0 h 194442"/>
                <a:gd name="connsiteX1" fmla="*/ 61321 w 61320"/>
                <a:gd name="connsiteY1" fmla="*/ 133008 h 194442"/>
                <a:gd name="connsiteX2" fmla="*/ 0 w 61320"/>
                <a:gd name="connsiteY2" fmla="*/ 194442 h 194442"/>
              </a:gdLst>
              <a:ahLst/>
              <a:cxnLst>
                <a:cxn ang="0">
                  <a:pos x="connsiteX0" y="connsiteY0"/>
                </a:cxn>
                <a:cxn ang="0">
                  <a:pos x="connsiteX1" y="connsiteY1"/>
                </a:cxn>
                <a:cxn ang="0">
                  <a:pos x="connsiteX2" y="connsiteY2"/>
                </a:cxn>
              </a:cxnLst>
              <a:rect l="l" t="t" r="r" b="b"/>
              <a:pathLst>
                <a:path w="61320" h="194442">
                  <a:moveTo>
                    <a:pt x="61321" y="0"/>
                  </a:moveTo>
                  <a:lnTo>
                    <a:pt x="61321" y="133008"/>
                  </a:lnTo>
                  <a:lnTo>
                    <a:pt x="0" y="194442"/>
                  </a:lnTo>
                </a:path>
              </a:pathLst>
            </a:custGeom>
            <a:noFill/>
            <a:ln w="8472" cap="flat">
              <a:solidFill>
                <a:srgbClr val="17A3A3"/>
              </a:solidFill>
              <a:prstDash val="solid"/>
              <a:miter/>
            </a:ln>
          </p:spPr>
          <p:txBody>
            <a:bodyPr rtlCol="1" anchor="ctr"/>
            <a:lstStyle/>
            <a:p>
              <a:endParaRPr lang="ar-SA"/>
            </a:p>
          </p:txBody>
        </p:sp>
        <p:sp>
          <p:nvSpPr>
            <p:cNvPr id="9005" name="شكل حر: شكل 10077">
              <a:extLst>
                <a:ext uri="{FF2B5EF4-FFF2-40B4-BE49-F238E27FC236}">
                  <a16:creationId xmlns:a16="http://schemas.microsoft.com/office/drawing/2014/main" id="{02468E28-3F32-F16B-ED1B-4770A0341903}"/>
                </a:ext>
              </a:extLst>
            </p:cNvPr>
            <p:cNvSpPr/>
            <p:nvPr/>
          </p:nvSpPr>
          <p:spPr>
            <a:xfrm>
              <a:off x="7288015" y="6249310"/>
              <a:ext cx="61349" cy="61433"/>
            </a:xfrm>
            <a:custGeom>
              <a:avLst/>
              <a:gdLst>
                <a:gd name="connsiteX0" fmla="*/ 0 w 61349"/>
                <a:gd name="connsiteY0" fmla="*/ 0 h 61433"/>
                <a:gd name="connsiteX1" fmla="*/ 61349 w 61349"/>
                <a:gd name="connsiteY1" fmla="*/ 61434 h 61433"/>
              </a:gdLst>
              <a:ahLst/>
              <a:cxnLst>
                <a:cxn ang="0">
                  <a:pos x="connsiteX0" y="connsiteY0"/>
                </a:cxn>
                <a:cxn ang="0">
                  <a:pos x="connsiteX1" y="connsiteY1"/>
                </a:cxn>
              </a:cxnLst>
              <a:rect l="l" t="t" r="r" b="b"/>
              <a:pathLst>
                <a:path w="61349" h="61433">
                  <a:moveTo>
                    <a:pt x="0" y="0"/>
                  </a:moveTo>
                  <a:lnTo>
                    <a:pt x="61349" y="61434"/>
                  </a:lnTo>
                </a:path>
              </a:pathLst>
            </a:custGeom>
            <a:ln w="8472" cap="flat">
              <a:solidFill>
                <a:srgbClr val="17A3A3"/>
              </a:solidFill>
              <a:prstDash val="solid"/>
              <a:miter/>
            </a:ln>
          </p:spPr>
          <p:txBody>
            <a:bodyPr rtlCol="1" anchor="ctr"/>
            <a:lstStyle/>
            <a:p>
              <a:endParaRPr lang="ar-SA"/>
            </a:p>
          </p:txBody>
        </p:sp>
      </p:grpSp>
      <p:grpSp>
        <p:nvGrpSpPr>
          <p:cNvPr id="9016" name="رسم 8014">
            <a:extLst>
              <a:ext uri="{FF2B5EF4-FFF2-40B4-BE49-F238E27FC236}">
                <a16:creationId xmlns:a16="http://schemas.microsoft.com/office/drawing/2014/main" id="{19BA3133-C864-FC47-4E6E-7E66DBDA0F33}"/>
              </a:ext>
            </a:extLst>
          </p:cNvPr>
          <p:cNvGrpSpPr/>
          <p:nvPr/>
        </p:nvGrpSpPr>
        <p:grpSpPr>
          <a:xfrm>
            <a:off x="9915246" y="2835874"/>
            <a:ext cx="270166" cy="267855"/>
            <a:chOff x="10933121" y="1782571"/>
            <a:chExt cx="322930" cy="339835"/>
          </a:xfrm>
          <a:noFill/>
        </p:grpSpPr>
        <p:sp>
          <p:nvSpPr>
            <p:cNvPr id="9017" name="شكل حر: شكل 10079">
              <a:extLst>
                <a:ext uri="{FF2B5EF4-FFF2-40B4-BE49-F238E27FC236}">
                  <a16:creationId xmlns:a16="http://schemas.microsoft.com/office/drawing/2014/main" id="{46FF3B20-20B9-11EF-8C1F-CF40AC8BD08B}"/>
                </a:ext>
              </a:extLst>
            </p:cNvPr>
            <p:cNvSpPr/>
            <p:nvPr/>
          </p:nvSpPr>
          <p:spPr>
            <a:xfrm>
              <a:off x="11107763" y="2088837"/>
              <a:ext cx="148288" cy="33569"/>
            </a:xfrm>
            <a:custGeom>
              <a:avLst/>
              <a:gdLst>
                <a:gd name="connsiteX0" fmla="*/ 148289 w 148288"/>
                <a:gd name="connsiteY0" fmla="*/ 0 h 33569"/>
                <a:gd name="connsiteX1" fmla="*/ 148289 w 148288"/>
                <a:gd name="connsiteY1" fmla="*/ 13812 h 33569"/>
                <a:gd name="connsiteX2" fmla="*/ 139702 w 148288"/>
                <a:gd name="connsiteY2" fmla="*/ 24969 h 33569"/>
                <a:gd name="connsiteX3" fmla="*/ 139702 w 148288"/>
                <a:gd name="connsiteY3" fmla="*/ 24969 h 33569"/>
                <a:gd name="connsiteX4" fmla="*/ 8586 w 148288"/>
                <a:gd name="connsiteY4" fmla="*/ 24969 h 33569"/>
                <a:gd name="connsiteX5" fmla="*/ 8586 w 148288"/>
                <a:gd name="connsiteY5" fmla="*/ 24969 h 33569"/>
                <a:gd name="connsiteX6" fmla="*/ 0 w 148288"/>
                <a:gd name="connsiteY6" fmla="*/ 13812 h 33569"/>
                <a:gd name="connsiteX7" fmla="*/ 0 w 148288"/>
                <a:gd name="connsiteY7" fmla="*/ 0 h 33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8288" h="33569">
                  <a:moveTo>
                    <a:pt x="148289" y="0"/>
                  </a:moveTo>
                  <a:lnTo>
                    <a:pt x="148289" y="13812"/>
                  </a:lnTo>
                  <a:cubicBezTo>
                    <a:pt x="148289" y="19037"/>
                    <a:pt x="144758" y="23641"/>
                    <a:pt x="139702" y="24969"/>
                  </a:cubicBezTo>
                  <a:lnTo>
                    <a:pt x="139702" y="24969"/>
                  </a:lnTo>
                  <a:cubicBezTo>
                    <a:pt x="96741" y="36437"/>
                    <a:pt x="51520" y="36437"/>
                    <a:pt x="8586" y="24969"/>
                  </a:cubicBezTo>
                  <a:lnTo>
                    <a:pt x="8586" y="24969"/>
                  </a:lnTo>
                  <a:cubicBezTo>
                    <a:pt x="3531" y="23613"/>
                    <a:pt x="0" y="19037"/>
                    <a:pt x="0" y="13812"/>
                  </a:cubicBezTo>
                  <a:lnTo>
                    <a:pt x="0" y="0"/>
                  </a:lnTo>
                </a:path>
              </a:pathLst>
            </a:custGeom>
            <a:noFill/>
            <a:ln w="8472" cap="flat">
              <a:solidFill>
                <a:srgbClr val="01355A"/>
              </a:solidFill>
              <a:prstDash val="solid"/>
              <a:miter/>
            </a:ln>
          </p:spPr>
          <p:txBody>
            <a:bodyPr rtlCol="1" anchor="ctr"/>
            <a:lstStyle/>
            <a:p>
              <a:endParaRPr lang="ar-SA"/>
            </a:p>
          </p:txBody>
        </p:sp>
        <p:sp>
          <p:nvSpPr>
            <p:cNvPr id="9018" name="شكل حر: شكل 10080">
              <a:extLst>
                <a:ext uri="{FF2B5EF4-FFF2-40B4-BE49-F238E27FC236}">
                  <a16:creationId xmlns:a16="http://schemas.microsoft.com/office/drawing/2014/main" id="{85866914-0AE3-3C79-206B-96CD9675CF34}"/>
                </a:ext>
              </a:extLst>
            </p:cNvPr>
            <p:cNvSpPr/>
            <p:nvPr/>
          </p:nvSpPr>
          <p:spPr>
            <a:xfrm>
              <a:off x="11107763" y="2046440"/>
              <a:ext cx="148288" cy="33569"/>
            </a:xfrm>
            <a:custGeom>
              <a:avLst/>
              <a:gdLst>
                <a:gd name="connsiteX0" fmla="*/ 148289 w 148288"/>
                <a:gd name="connsiteY0" fmla="*/ 0 h 33569"/>
                <a:gd name="connsiteX1" fmla="*/ 148289 w 148288"/>
                <a:gd name="connsiteY1" fmla="*/ 13812 h 33569"/>
                <a:gd name="connsiteX2" fmla="*/ 139702 w 148288"/>
                <a:gd name="connsiteY2" fmla="*/ 24969 h 33569"/>
                <a:gd name="connsiteX3" fmla="*/ 139702 w 148288"/>
                <a:gd name="connsiteY3" fmla="*/ 24969 h 33569"/>
                <a:gd name="connsiteX4" fmla="*/ 8586 w 148288"/>
                <a:gd name="connsiteY4" fmla="*/ 24969 h 33569"/>
                <a:gd name="connsiteX5" fmla="*/ 8586 w 148288"/>
                <a:gd name="connsiteY5" fmla="*/ 24969 h 33569"/>
                <a:gd name="connsiteX6" fmla="*/ 0 w 148288"/>
                <a:gd name="connsiteY6" fmla="*/ 13812 h 33569"/>
                <a:gd name="connsiteX7" fmla="*/ 0 w 148288"/>
                <a:gd name="connsiteY7" fmla="*/ 0 h 33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8288" h="33569">
                  <a:moveTo>
                    <a:pt x="148289" y="0"/>
                  </a:moveTo>
                  <a:lnTo>
                    <a:pt x="148289" y="13812"/>
                  </a:lnTo>
                  <a:cubicBezTo>
                    <a:pt x="148289" y="19037"/>
                    <a:pt x="144758" y="23641"/>
                    <a:pt x="139702" y="24969"/>
                  </a:cubicBezTo>
                  <a:lnTo>
                    <a:pt x="139702" y="24969"/>
                  </a:lnTo>
                  <a:cubicBezTo>
                    <a:pt x="96741" y="36437"/>
                    <a:pt x="51520" y="36437"/>
                    <a:pt x="8586" y="24969"/>
                  </a:cubicBezTo>
                  <a:lnTo>
                    <a:pt x="8586" y="24969"/>
                  </a:lnTo>
                  <a:cubicBezTo>
                    <a:pt x="3531" y="23613"/>
                    <a:pt x="0" y="19037"/>
                    <a:pt x="0" y="13812"/>
                  </a:cubicBezTo>
                  <a:lnTo>
                    <a:pt x="0" y="0"/>
                  </a:lnTo>
                </a:path>
              </a:pathLst>
            </a:custGeom>
            <a:noFill/>
            <a:ln w="8472" cap="flat">
              <a:solidFill>
                <a:srgbClr val="01355A"/>
              </a:solidFill>
              <a:prstDash val="solid"/>
              <a:miter/>
            </a:ln>
          </p:spPr>
          <p:txBody>
            <a:bodyPr rtlCol="1" anchor="ctr"/>
            <a:lstStyle/>
            <a:p>
              <a:endParaRPr lang="ar-SA"/>
            </a:p>
          </p:txBody>
        </p:sp>
        <p:sp>
          <p:nvSpPr>
            <p:cNvPr id="9019" name="شكل حر: شكل 10081">
              <a:extLst>
                <a:ext uri="{FF2B5EF4-FFF2-40B4-BE49-F238E27FC236}">
                  <a16:creationId xmlns:a16="http://schemas.microsoft.com/office/drawing/2014/main" id="{5B45A79E-3CF5-7B6B-4387-714E47CC8871}"/>
                </a:ext>
              </a:extLst>
            </p:cNvPr>
            <p:cNvSpPr/>
            <p:nvPr/>
          </p:nvSpPr>
          <p:spPr>
            <a:xfrm>
              <a:off x="11107763" y="2004016"/>
              <a:ext cx="148288" cy="33569"/>
            </a:xfrm>
            <a:custGeom>
              <a:avLst/>
              <a:gdLst>
                <a:gd name="connsiteX0" fmla="*/ 148289 w 148288"/>
                <a:gd name="connsiteY0" fmla="*/ 0 h 33569"/>
                <a:gd name="connsiteX1" fmla="*/ 148289 w 148288"/>
                <a:gd name="connsiteY1" fmla="*/ 13812 h 33569"/>
                <a:gd name="connsiteX2" fmla="*/ 139702 w 148288"/>
                <a:gd name="connsiteY2" fmla="*/ 24969 h 33569"/>
                <a:gd name="connsiteX3" fmla="*/ 139702 w 148288"/>
                <a:gd name="connsiteY3" fmla="*/ 24969 h 33569"/>
                <a:gd name="connsiteX4" fmla="*/ 8586 w 148288"/>
                <a:gd name="connsiteY4" fmla="*/ 24969 h 33569"/>
                <a:gd name="connsiteX5" fmla="*/ 8586 w 148288"/>
                <a:gd name="connsiteY5" fmla="*/ 24969 h 33569"/>
                <a:gd name="connsiteX6" fmla="*/ 0 w 148288"/>
                <a:gd name="connsiteY6" fmla="*/ 13812 h 33569"/>
                <a:gd name="connsiteX7" fmla="*/ 0 w 148288"/>
                <a:gd name="connsiteY7" fmla="*/ 0 h 33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8288" h="33569">
                  <a:moveTo>
                    <a:pt x="148289" y="0"/>
                  </a:moveTo>
                  <a:lnTo>
                    <a:pt x="148289" y="13812"/>
                  </a:lnTo>
                  <a:cubicBezTo>
                    <a:pt x="148289" y="19037"/>
                    <a:pt x="144758" y="23641"/>
                    <a:pt x="139702" y="24969"/>
                  </a:cubicBezTo>
                  <a:lnTo>
                    <a:pt x="139702" y="24969"/>
                  </a:lnTo>
                  <a:cubicBezTo>
                    <a:pt x="96741" y="36437"/>
                    <a:pt x="51520" y="36437"/>
                    <a:pt x="8586" y="24969"/>
                  </a:cubicBezTo>
                  <a:lnTo>
                    <a:pt x="8586" y="24969"/>
                  </a:lnTo>
                  <a:cubicBezTo>
                    <a:pt x="3531" y="23613"/>
                    <a:pt x="0" y="19037"/>
                    <a:pt x="0" y="13812"/>
                  </a:cubicBezTo>
                  <a:lnTo>
                    <a:pt x="0" y="0"/>
                  </a:lnTo>
                </a:path>
              </a:pathLst>
            </a:custGeom>
            <a:noFill/>
            <a:ln w="8472" cap="flat">
              <a:solidFill>
                <a:srgbClr val="01355A"/>
              </a:solidFill>
              <a:prstDash val="solid"/>
              <a:miter/>
            </a:ln>
          </p:spPr>
          <p:txBody>
            <a:bodyPr rtlCol="1" anchor="ctr"/>
            <a:lstStyle/>
            <a:p>
              <a:endParaRPr lang="ar-SA"/>
            </a:p>
          </p:txBody>
        </p:sp>
        <p:sp>
          <p:nvSpPr>
            <p:cNvPr id="9020" name="شكل حر: شكل 10082">
              <a:extLst>
                <a:ext uri="{FF2B5EF4-FFF2-40B4-BE49-F238E27FC236}">
                  <a16:creationId xmlns:a16="http://schemas.microsoft.com/office/drawing/2014/main" id="{9677C6A0-C328-2AB5-D18C-86BA739CB1D9}"/>
                </a:ext>
              </a:extLst>
            </p:cNvPr>
            <p:cNvSpPr/>
            <p:nvPr/>
          </p:nvSpPr>
          <p:spPr>
            <a:xfrm>
              <a:off x="11107762" y="1957947"/>
              <a:ext cx="148288" cy="41972"/>
            </a:xfrm>
            <a:custGeom>
              <a:avLst/>
              <a:gdLst>
                <a:gd name="connsiteX0" fmla="*/ 148289 w 148288"/>
                <a:gd name="connsiteY0" fmla="*/ 20986 h 41972"/>
                <a:gd name="connsiteX1" fmla="*/ 74145 w 148288"/>
                <a:gd name="connsiteY1" fmla="*/ 41973 h 41972"/>
                <a:gd name="connsiteX2" fmla="*/ 0 w 148288"/>
                <a:gd name="connsiteY2" fmla="*/ 20986 h 41972"/>
                <a:gd name="connsiteX3" fmla="*/ 74145 w 148288"/>
                <a:gd name="connsiteY3" fmla="*/ 0 h 41972"/>
                <a:gd name="connsiteX4" fmla="*/ 148289 w 148288"/>
                <a:gd name="connsiteY4" fmla="*/ 20986 h 419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288" h="41972">
                  <a:moveTo>
                    <a:pt x="148289" y="20986"/>
                  </a:moveTo>
                  <a:cubicBezTo>
                    <a:pt x="148289" y="32577"/>
                    <a:pt x="115094" y="41973"/>
                    <a:pt x="74145" y="41973"/>
                  </a:cubicBezTo>
                  <a:cubicBezTo>
                    <a:pt x="33196" y="41973"/>
                    <a:pt x="0" y="32577"/>
                    <a:pt x="0" y="20986"/>
                  </a:cubicBezTo>
                  <a:cubicBezTo>
                    <a:pt x="0" y="9396"/>
                    <a:pt x="33196" y="0"/>
                    <a:pt x="74145" y="0"/>
                  </a:cubicBezTo>
                  <a:cubicBezTo>
                    <a:pt x="115094" y="0"/>
                    <a:pt x="148289" y="9396"/>
                    <a:pt x="148289" y="20986"/>
                  </a:cubicBezTo>
                  <a:close/>
                </a:path>
              </a:pathLst>
            </a:custGeom>
            <a:noFill/>
            <a:ln w="8472" cap="flat">
              <a:solidFill>
                <a:srgbClr val="01355A"/>
              </a:solidFill>
              <a:prstDash val="solid"/>
              <a:miter/>
            </a:ln>
          </p:spPr>
          <p:txBody>
            <a:bodyPr rtlCol="1" anchor="ctr"/>
            <a:lstStyle/>
            <a:p>
              <a:endParaRPr lang="ar-SA"/>
            </a:p>
          </p:txBody>
        </p:sp>
        <p:sp>
          <p:nvSpPr>
            <p:cNvPr id="9021" name="شكل حر: شكل 10083">
              <a:extLst>
                <a:ext uri="{FF2B5EF4-FFF2-40B4-BE49-F238E27FC236}">
                  <a16:creationId xmlns:a16="http://schemas.microsoft.com/office/drawing/2014/main" id="{810A7425-A092-6EFE-6B17-09DA558FDA6E}"/>
                </a:ext>
              </a:extLst>
            </p:cNvPr>
            <p:cNvSpPr/>
            <p:nvPr/>
          </p:nvSpPr>
          <p:spPr>
            <a:xfrm>
              <a:off x="10981336" y="1870866"/>
              <a:ext cx="76601" cy="93040"/>
            </a:xfrm>
            <a:custGeom>
              <a:avLst/>
              <a:gdLst>
                <a:gd name="connsiteX0" fmla="*/ 76601 w 76601"/>
                <a:gd name="connsiteY0" fmla="*/ 81968 h 93040"/>
                <a:gd name="connsiteX1" fmla="*/ 46492 w 76601"/>
                <a:gd name="connsiteY1" fmla="*/ 93041 h 93040"/>
                <a:gd name="connsiteX2" fmla="*/ 0 w 76601"/>
                <a:gd name="connsiteY2" fmla="*/ 46520 h 93040"/>
                <a:gd name="connsiteX3" fmla="*/ 46492 w 76601"/>
                <a:gd name="connsiteY3" fmla="*/ 0 h 93040"/>
                <a:gd name="connsiteX4" fmla="*/ 76601 w 76601"/>
                <a:gd name="connsiteY4" fmla="*/ 11072 h 93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601" h="93040">
                  <a:moveTo>
                    <a:pt x="76601" y="81968"/>
                  </a:moveTo>
                  <a:cubicBezTo>
                    <a:pt x="68495" y="88860"/>
                    <a:pt x="57987" y="93041"/>
                    <a:pt x="46492" y="93041"/>
                  </a:cubicBezTo>
                  <a:cubicBezTo>
                    <a:pt x="20817" y="93041"/>
                    <a:pt x="0" y="72224"/>
                    <a:pt x="0" y="46520"/>
                  </a:cubicBezTo>
                  <a:cubicBezTo>
                    <a:pt x="0" y="20817"/>
                    <a:pt x="20817" y="0"/>
                    <a:pt x="46492" y="0"/>
                  </a:cubicBezTo>
                  <a:cubicBezTo>
                    <a:pt x="57987" y="0"/>
                    <a:pt x="68495" y="4152"/>
                    <a:pt x="76601" y="11072"/>
                  </a:cubicBezTo>
                </a:path>
              </a:pathLst>
            </a:custGeom>
            <a:noFill/>
            <a:ln w="8472" cap="flat">
              <a:solidFill>
                <a:srgbClr val="17A3A3"/>
              </a:solidFill>
              <a:prstDash val="solid"/>
              <a:miter/>
            </a:ln>
          </p:spPr>
          <p:txBody>
            <a:bodyPr rtlCol="1" anchor="ctr"/>
            <a:lstStyle/>
            <a:p>
              <a:endParaRPr lang="ar-SA"/>
            </a:p>
          </p:txBody>
        </p:sp>
        <p:grpSp>
          <p:nvGrpSpPr>
            <p:cNvPr id="9022" name="رسم 8014">
              <a:extLst>
                <a:ext uri="{FF2B5EF4-FFF2-40B4-BE49-F238E27FC236}">
                  <a16:creationId xmlns:a16="http://schemas.microsoft.com/office/drawing/2014/main" id="{A28DA5B6-DB34-11ED-CB21-39E927B79B07}"/>
                </a:ext>
              </a:extLst>
            </p:cNvPr>
            <p:cNvGrpSpPr/>
            <p:nvPr/>
          </p:nvGrpSpPr>
          <p:grpSpPr>
            <a:xfrm>
              <a:off x="10969812" y="1907755"/>
              <a:ext cx="52367" cy="19263"/>
              <a:chOff x="10969812" y="1907755"/>
              <a:chExt cx="52367" cy="19263"/>
            </a:xfrm>
          </p:grpSpPr>
          <p:sp>
            <p:nvSpPr>
              <p:cNvPr id="9034" name="شكل حر: شكل 10085">
                <a:extLst>
                  <a:ext uri="{FF2B5EF4-FFF2-40B4-BE49-F238E27FC236}">
                    <a16:creationId xmlns:a16="http://schemas.microsoft.com/office/drawing/2014/main" id="{D2733016-47D7-B6A1-6081-05786D70BC5A}"/>
                  </a:ext>
                </a:extLst>
              </p:cNvPr>
              <p:cNvSpPr/>
              <p:nvPr/>
            </p:nvSpPr>
            <p:spPr>
              <a:xfrm>
                <a:off x="10969812" y="1907755"/>
                <a:ext cx="52367" cy="2824"/>
              </a:xfrm>
              <a:custGeom>
                <a:avLst/>
                <a:gdLst>
                  <a:gd name="connsiteX0" fmla="*/ 0 w 52367"/>
                  <a:gd name="connsiteY0" fmla="*/ 0 h 2824"/>
                  <a:gd name="connsiteX1" fmla="*/ 52367 w 52367"/>
                  <a:gd name="connsiteY1" fmla="*/ 0 h 2824"/>
                </a:gdLst>
                <a:ahLst/>
                <a:cxnLst>
                  <a:cxn ang="0">
                    <a:pos x="connsiteX0" y="connsiteY0"/>
                  </a:cxn>
                  <a:cxn ang="0">
                    <a:pos x="connsiteX1" y="connsiteY1"/>
                  </a:cxn>
                </a:cxnLst>
                <a:rect l="l" t="t" r="r" b="b"/>
                <a:pathLst>
                  <a:path w="52367" h="2824">
                    <a:moveTo>
                      <a:pt x="0" y="0"/>
                    </a:moveTo>
                    <a:lnTo>
                      <a:pt x="52367" y="0"/>
                    </a:lnTo>
                  </a:path>
                </a:pathLst>
              </a:custGeom>
              <a:ln w="8472" cap="flat">
                <a:solidFill>
                  <a:srgbClr val="17A3A3"/>
                </a:solidFill>
                <a:prstDash val="solid"/>
                <a:miter/>
              </a:ln>
            </p:spPr>
            <p:txBody>
              <a:bodyPr rtlCol="1" anchor="ctr"/>
              <a:lstStyle/>
              <a:p>
                <a:endParaRPr lang="ar-SA"/>
              </a:p>
            </p:txBody>
          </p:sp>
          <p:sp>
            <p:nvSpPr>
              <p:cNvPr id="9035" name="شكل حر: شكل 10086">
                <a:extLst>
                  <a:ext uri="{FF2B5EF4-FFF2-40B4-BE49-F238E27FC236}">
                    <a16:creationId xmlns:a16="http://schemas.microsoft.com/office/drawing/2014/main" id="{62862582-5613-95D3-1258-E3A9D1B763D4}"/>
                  </a:ext>
                </a:extLst>
              </p:cNvPr>
              <p:cNvSpPr/>
              <p:nvPr/>
            </p:nvSpPr>
            <p:spPr>
              <a:xfrm>
                <a:off x="10969812" y="1927018"/>
                <a:ext cx="52367" cy="2824"/>
              </a:xfrm>
              <a:custGeom>
                <a:avLst/>
                <a:gdLst>
                  <a:gd name="connsiteX0" fmla="*/ 0 w 52367"/>
                  <a:gd name="connsiteY0" fmla="*/ 0 h 2824"/>
                  <a:gd name="connsiteX1" fmla="*/ 52367 w 52367"/>
                  <a:gd name="connsiteY1" fmla="*/ 0 h 2824"/>
                </a:gdLst>
                <a:ahLst/>
                <a:cxnLst>
                  <a:cxn ang="0">
                    <a:pos x="connsiteX0" y="connsiteY0"/>
                  </a:cxn>
                  <a:cxn ang="0">
                    <a:pos x="connsiteX1" y="connsiteY1"/>
                  </a:cxn>
                </a:cxnLst>
                <a:rect l="l" t="t" r="r" b="b"/>
                <a:pathLst>
                  <a:path w="52367" h="2824">
                    <a:moveTo>
                      <a:pt x="0" y="0"/>
                    </a:moveTo>
                    <a:lnTo>
                      <a:pt x="52367" y="0"/>
                    </a:lnTo>
                  </a:path>
                </a:pathLst>
              </a:custGeom>
              <a:ln w="8472" cap="flat">
                <a:solidFill>
                  <a:srgbClr val="17A3A3"/>
                </a:solidFill>
                <a:prstDash val="solid"/>
                <a:miter/>
              </a:ln>
            </p:spPr>
            <p:txBody>
              <a:bodyPr rtlCol="1" anchor="ctr"/>
              <a:lstStyle/>
              <a:p>
                <a:endParaRPr lang="ar-SA"/>
              </a:p>
            </p:txBody>
          </p:sp>
        </p:grpSp>
        <p:sp>
          <p:nvSpPr>
            <p:cNvPr id="9023" name="شكل حر: شكل 10087">
              <a:extLst>
                <a:ext uri="{FF2B5EF4-FFF2-40B4-BE49-F238E27FC236}">
                  <a16:creationId xmlns:a16="http://schemas.microsoft.com/office/drawing/2014/main" id="{6B0261B4-FBEA-C44E-34D8-0542069BA3DC}"/>
                </a:ext>
              </a:extLst>
            </p:cNvPr>
            <p:cNvSpPr/>
            <p:nvPr/>
          </p:nvSpPr>
          <p:spPr>
            <a:xfrm>
              <a:off x="10933121" y="1782571"/>
              <a:ext cx="170235" cy="280308"/>
            </a:xfrm>
            <a:custGeom>
              <a:avLst/>
              <a:gdLst>
                <a:gd name="connsiteX0" fmla="*/ 154757 w 170235"/>
                <a:gd name="connsiteY0" fmla="*/ 280308 h 280308"/>
                <a:gd name="connsiteX1" fmla="*/ 16976 w 170235"/>
                <a:gd name="connsiteY1" fmla="*/ 280308 h 280308"/>
                <a:gd name="connsiteX2" fmla="*/ 0 w 170235"/>
                <a:gd name="connsiteY2" fmla="*/ 263333 h 280308"/>
                <a:gd name="connsiteX3" fmla="*/ 0 w 170235"/>
                <a:gd name="connsiteY3" fmla="*/ 16976 h 280308"/>
                <a:gd name="connsiteX4" fmla="*/ 16976 w 170235"/>
                <a:gd name="connsiteY4" fmla="*/ 0 h 280308"/>
                <a:gd name="connsiteX5" fmla="*/ 153260 w 170235"/>
                <a:gd name="connsiteY5" fmla="*/ 0 h 280308"/>
                <a:gd name="connsiteX6" fmla="*/ 170236 w 170235"/>
                <a:gd name="connsiteY6" fmla="*/ 16976 h 280308"/>
                <a:gd name="connsiteX7" fmla="*/ 170236 w 170235"/>
                <a:gd name="connsiteY7" fmla="*/ 170772 h 280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0235" h="280308">
                  <a:moveTo>
                    <a:pt x="154757" y="280308"/>
                  </a:moveTo>
                  <a:lnTo>
                    <a:pt x="16976" y="280308"/>
                  </a:lnTo>
                  <a:cubicBezTo>
                    <a:pt x="7598" y="280308"/>
                    <a:pt x="0" y="272710"/>
                    <a:pt x="0" y="263333"/>
                  </a:cubicBezTo>
                  <a:lnTo>
                    <a:pt x="0" y="16976"/>
                  </a:lnTo>
                  <a:cubicBezTo>
                    <a:pt x="0" y="7598"/>
                    <a:pt x="7598" y="0"/>
                    <a:pt x="16976" y="0"/>
                  </a:cubicBezTo>
                  <a:lnTo>
                    <a:pt x="153260" y="0"/>
                  </a:lnTo>
                  <a:cubicBezTo>
                    <a:pt x="162638" y="0"/>
                    <a:pt x="170236" y="7598"/>
                    <a:pt x="170236" y="16976"/>
                  </a:cubicBezTo>
                  <a:lnTo>
                    <a:pt x="170236" y="170772"/>
                  </a:lnTo>
                </a:path>
              </a:pathLst>
            </a:custGeom>
            <a:noFill/>
            <a:ln w="8472" cap="flat">
              <a:solidFill>
                <a:srgbClr val="01355A"/>
              </a:solidFill>
              <a:prstDash val="solid"/>
              <a:miter/>
            </a:ln>
          </p:spPr>
          <p:txBody>
            <a:bodyPr rtlCol="1" anchor="ctr"/>
            <a:lstStyle/>
            <a:p>
              <a:endParaRPr lang="ar-SA"/>
            </a:p>
          </p:txBody>
        </p:sp>
        <p:sp>
          <p:nvSpPr>
            <p:cNvPr id="9024" name="شكل حر: شكل 10088">
              <a:extLst>
                <a:ext uri="{FF2B5EF4-FFF2-40B4-BE49-F238E27FC236}">
                  <a16:creationId xmlns:a16="http://schemas.microsoft.com/office/drawing/2014/main" id="{D15DCFA2-FFDA-513E-CD78-04B880B0C41C}"/>
                </a:ext>
              </a:extLst>
            </p:cNvPr>
            <p:cNvSpPr/>
            <p:nvPr/>
          </p:nvSpPr>
          <p:spPr>
            <a:xfrm>
              <a:off x="11001362" y="1799575"/>
              <a:ext cx="33753" cy="2824"/>
            </a:xfrm>
            <a:custGeom>
              <a:avLst/>
              <a:gdLst>
                <a:gd name="connsiteX0" fmla="*/ 0 w 33753"/>
                <a:gd name="connsiteY0" fmla="*/ 0 h 2824"/>
                <a:gd name="connsiteX1" fmla="*/ 33753 w 33753"/>
                <a:gd name="connsiteY1" fmla="*/ 0 h 2824"/>
              </a:gdLst>
              <a:ahLst/>
              <a:cxnLst>
                <a:cxn ang="0">
                  <a:pos x="connsiteX0" y="connsiteY0"/>
                </a:cxn>
                <a:cxn ang="0">
                  <a:pos x="connsiteX1" y="connsiteY1"/>
                </a:cxn>
              </a:cxnLst>
              <a:rect l="l" t="t" r="r" b="b"/>
              <a:pathLst>
                <a:path w="33753" h="2824">
                  <a:moveTo>
                    <a:pt x="0" y="0"/>
                  </a:moveTo>
                  <a:lnTo>
                    <a:pt x="33753" y="0"/>
                  </a:lnTo>
                </a:path>
              </a:pathLst>
            </a:custGeom>
            <a:ln w="8472" cap="flat">
              <a:solidFill>
                <a:srgbClr val="01355A"/>
              </a:solidFill>
              <a:prstDash val="solid"/>
              <a:miter/>
            </a:ln>
          </p:spPr>
          <p:txBody>
            <a:bodyPr rtlCol="1" anchor="ctr"/>
            <a:lstStyle/>
            <a:p>
              <a:endParaRPr lang="ar-SA"/>
            </a:p>
          </p:txBody>
        </p:sp>
        <p:grpSp>
          <p:nvGrpSpPr>
            <p:cNvPr id="9025" name="رسم 8014">
              <a:extLst>
                <a:ext uri="{FF2B5EF4-FFF2-40B4-BE49-F238E27FC236}">
                  <a16:creationId xmlns:a16="http://schemas.microsoft.com/office/drawing/2014/main" id="{B7D7B616-1253-3918-9902-DBEE7DF9614F}"/>
                </a:ext>
              </a:extLst>
            </p:cNvPr>
            <p:cNvGrpSpPr/>
            <p:nvPr/>
          </p:nvGrpSpPr>
          <p:grpSpPr>
            <a:xfrm>
              <a:off x="11148775" y="1789265"/>
              <a:ext cx="87080" cy="141453"/>
              <a:chOff x="11148775" y="1789265"/>
              <a:chExt cx="87080" cy="141453"/>
            </a:xfrm>
            <a:noFill/>
          </p:grpSpPr>
          <p:grpSp>
            <p:nvGrpSpPr>
              <p:cNvPr id="9029" name="رسم 8014">
                <a:extLst>
                  <a:ext uri="{FF2B5EF4-FFF2-40B4-BE49-F238E27FC236}">
                    <a16:creationId xmlns:a16="http://schemas.microsoft.com/office/drawing/2014/main" id="{5A9A55B0-5A2C-0C2F-79DA-9B7B79715064}"/>
                  </a:ext>
                </a:extLst>
              </p:cNvPr>
              <p:cNvGrpSpPr/>
              <p:nvPr/>
            </p:nvGrpSpPr>
            <p:grpSpPr>
              <a:xfrm>
                <a:off x="11151232" y="1789265"/>
                <a:ext cx="84623" cy="126850"/>
                <a:chOff x="11151232" y="1789265"/>
                <a:chExt cx="84623" cy="126850"/>
              </a:xfrm>
              <a:noFill/>
            </p:grpSpPr>
            <p:sp>
              <p:nvSpPr>
                <p:cNvPr id="9031" name="شكل حر: شكل 10091">
                  <a:extLst>
                    <a:ext uri="{FF2B5EF4-FFF2-40B4-BE49-F238E27FC236}">
                      <a16:creationId xmlns:a16="http://schemas.microsoft.com/office/drawing/2014/main" id="{EEB07CAD-B314-96BB-DBB7-B6FE00509216}"/>
                    </a:ext>
                  </a:extLst>
                </p:cNvPr>
                <p:cNvSpPr/>
                <p:nvPr/>
              </p:nvSpPr>
              <p:spPr>
                <a:xfrm>
                  <a:off x="11162813" y="1789265"/>
                  <a:ext cx="51321" cy="126850"/>
                </a:xfrm>
                <a:custGeom>
                  <a:avLst/>
                  <a:gdLst>
                    <a:gd name="connsiteX0" fmla="*/ 51322 w 51321"/>
                    <a:gd name="connsiteY0" fmla="*/ 0 h 126850"/>
                    <a:gd name="connsiteX1" fmla="*/ 9180 w 51321"/>
                    <a:gd name="connsiteY1" fmla="*/ 76743 h 126850"/>
                    <a:gd name="connsiteX2" fmla="*/ 29629 w 51321"/>
                    <a:gd name="connsiteY2" fmla="*/ 97221 h 126850"/>
                    <a:gd name="connsiteX3" fmla="*/ 0 w 51321"/>
                    <a:gd name="connsiteY3" fmla="*/ 126851 h 126850"/>
                  </a:gdLst>
                  <a:ahLst/>
                  <a:cxnLst>
                    <a:cxn ang="0">
                      <a:pos x="connsiteX0" y="connsiteY0"/>
                    </a:cxn>
                    <a:cxn ang="0">
                      <a:pos x="connsiteX1" y="connsiteY1"/>
                    </a:cxn>
                    <a:cxn ang="0">
                      <a:pos x="connsiteX2" y="connsiteY2"/>
                    </a:cxn>
                    <a:cxn ang="0">
                      <a:pos x="connsiteX3" y="connsiteY3"/>
                    </a:cxn>
                  </a:cxnLst>
                  <a:rect l="l" t="t" r="r" b="b"/>
                  <a:pathLst>
                    <a:path w="51321" h="126850">
                      <a:moveTo>
                        <a:pt x="51322" y="0"/>
                      </a:moveTo>
                      <a:lnTo>
                        <a:pt x="9180" y="76743"/>
                      </a:lnTo>
                      <a:lnTo>
                        <a:pt x="29629" y="97221"/>
                      </a:lnTo>
                      <a:lnTo>
                        <a:pt x="0" y="126851"/>
                      </a:lnTo>
                    </a:path>
                  </a:pathLst>
                </a:custGeom>
                <a:noFill/>
                <a:ln w="8472" cap="flat">
                  <a:solidFill>
                    <a:srgbClr val="17A3A3"/>
                  </a:solidFill>
                  <a:prstDash val="solid"/>
                  <a:miter/>
                </a:ln>
              </p:spPr>
              <p:txBody>
                <a:bodyPr rtlCol="1" anchor="ctr"/>
                <a:lstStyle/>
                <a:p>
                  <a:endParaRPr lang="ar-SA"/>
                </a:p>
              </p:txBody>
            </p:sp>
            <p:sp>
              <p:nvSpPr>
                <p:cNvPr id="9032" name="شكل حر: شكل 10092">
                  <a:extLst>
                    <a:ext uri="{FF2B5EF4-FFF2-40B4-BE49-F238E27FC236}">
                      <a16:creationId xmlns:a16="http://schemas.microsoft.com/office/drawing/2014/main" id="{2BE8E8C0-9F00-7924-4771-801B42240DA7}"/>
                    </a:ext>
                  </a:extLst>
                </p:cNvPr>
                <p:cNvSpPr/>
                <p:nvPr/>
              </p:nvSpPr>
              <p:spPr>
                <a:xfrm>
                  <a:off x="11208571" y="1829261"/>
                  <a:ext cx="27284" cy="36747"/>
                </a:xfrm>
                <a:custGeom>
                  <a:avLst/>
                  <a:gdLst>
                    <a:gd name="connsiteX0" fmla="*/ 13642 w 27284"/>
                    <a:gd name="connsiteY0" fmla="*/ 36747 h 36747"/>
                    <a:gd name="connsiteX1" fmla="*/ 13642 w 27284"/>
                    <a:gd name="connsiteY1" fmla="*/ 36747 h 36747"/>
                    <a:gd name="connsiteX2" fmla="*/ 0 w 27284"/>
                    <a:gd name="connsiteY2" fmla="*/ 23105 h 36747"/>
                    <a:gd name="connsiteX3" fmla="*/ 0 w 27284"/>
                    <a:gd name="connsiteY3" fmla="*/ 13643 h 36747"/>
                    <a:gd name="connsiteX4" fmla="*/ 13642 w 27284"/>
                    <a:gd name="connsiteY4" fmla="*/ 0 h 36747"/>
                    <a:gd name="connsiteX5" fmla="*/ 13642 w 27284"/>
                    <a:gd name="connsiteY5" fmla="*/ 0 h 36747"/>
                    <a:gd name="connsiteX6" fmla="*/ 27285 w 27284"/>
                    <a:gd name="connsiteY6" fmla="*/ 13643 h 36747"/>
                    <a:gd name="connsiteX7" fmla="*/ 27285 w 27284"/>
                    <a:gd name="connsiteY7" fmla="*/ 23105 h 36747"/>
                    <a:gd name="connsiteX8" fmla="*/ 13642 w 27284"/>
                    <a:gd name="connsiteY8" fmla="*/ 36747 h 36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84" h="36747">
                      <a:moveTo>
                        <a:pt x="13642" y="36747"/>
                      </a:moveTo>
                      <a:lnTo>
                        <a:pt x="13642" y="36747"/>
                      </a:lnTo>
                      <a:cubicBezTo>
                        <a:pt x="6101" y="36747"/>
                        <a:pt x="0" y="30646"/>
                        <a:pt x="0" y="23105"/>
                      </a:cubicBezTo>
                      <a:lnTo>
                        <a:pt x="0" y="13643"/>
                      </a:lnTo>
                      <a:cubicBezTo>
                        <a:pt x="0" y="6101"/>
                        <a:pt x="6101" y="0"/>
                        <a:pt x="13642" y="0"/>
                      </a:cubicBezTo>
                      <a:lnTo>
                        <a:pt x="13642" y="0"/>
                      </a:lnTo>
                      <a:cubicBezTo>
                        <a:pt x="21184" y="0"/>
                        <a:pt x="27285" y="6101"/>
                        <a:pt x="27285" y="13643"/>
                      </a:cubicBezTo>
                      <a:lnTo>
                        <a:pt x="27285" y="23105"/>
                      </a:lnTo>
                      <a:cubicBezTo>
                        <a:pt x="27285" y="30646"/>
                        <a:pt x="21184" y="36747"/>
                        <a:pt x="13642" y="36747"/>
                      </a:cubicBezTo>
                      <a:close/>
                    </a:path>
                  </a:pathLst>
                </a:custGeom>
                <a:noFill/>
                <a:ln w="8472" cap="flat">
                  <a:solidFill>
                    <a:srgbClr val="17A3A3"/>
                  </a:solidFill>
                  <a:prstDash val="solid"/>
                  <a:miter/>
                </a:ln>
              </p:spPr>
              <p:txBody>
                <a:bodyPr rtlCol="1" anchor="ctr"/>
                <a:lstStyle/>
                <a:p>
                  <a:endParaRPr lang="ar-SA"/>
                </a:p>
              </p:txBody>
            </p:sp>
            <p:sp>
              <p:nvSpPr>
                <p:cNvPr id="9033" name="شكل حر: شكل 10093">
                  <a:extLst>
                    <a:ext uri="{FF2B5EF4-FFF2-40B4-BE49-F238E27FC236}">
                      <a16:creationId xmlns:a16="http://schemas.microsoft.com/office/drawing/2014/main" id="{5BDBD0F2-5C42-ED1D-2017-36B69F1ADFBE}"/>
                    </a:ext>
                  </a:extLst>
                </p:cNvPr>
                <p:cNvSpPr/>
                <p:nvPr/>
              </p:nvSpPr>
              <p:spPr>
                <a:xfrm>
                  <a:off x="11151232" y="1789265"/>
                  <a:ext cx="27284" cy="36747"/>
                </a:xfrm>
                <a:custGeom>
                  <a:avLst/>
                  <a:gdLst>
                    <a:gd name="connsiteX0" fmla="*/ 13643 w 27284"/>
                    <a:gd name="connsiteY0" fmla="*/ 36747 h 36747"/>
                    <a:gd name="connsiteX1" fmla="*/ 13643 w 27284"/>
                    <a:gd name="connsiteY1" fmla="*/ 36747 h 36747"/>
                    <a:gd name="connsiteX2" fmla="*/ 0 w 27284"/>
                    <a:gd name="connsiteY2" fmla="*/ 23105 h 36747"/>
                    <a:gd name="connsiteX3" fmla="*/ 0 w 27284"/>
                    <a:gd name="connsiteY3" fmla="*/ 13643 h 36747"/>
                    <a:gd name="connsiteX4" fmla="*/ 13643 w 27284"/>
                    <a:gd name="connsiteY4" fmla="*/ 0 h 36747"/>
                    <a:gd name="connsiteX5" fmla="*/ 13643 w 27284"/>
                    <a:gd name="connsiteY5" fmla="*/ 0 h 36747"/>
                    <a:gd name="connsiteX6" fmla="*/ 27285 w 27284"/>
                    <a:gd name="connsiteY6" fmla="*/ 13643 h 36747"/>
                    <a:gd name="connsiteX7" fmla="*/ 27285 w 27284"/>
                    <a:gd name="connsiteY7" fmla="*/ 23105 h 36747"/>
                    <a:gd name="connsiteX8" fmla="*/ 13643 w 27284"/>
                    <a:gd name="connsiteY8" fmla="*/ 36747 h 36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84" h="36747">
                      <a:moveTo>
                        <a:pt x="13643" y="36747"/>
                      </a:moveTo>
                      <a:lnTo>
                        <a:pt x="13643" y="36747"/>
                      </a:lnTo>
                      <a:cubicBezTo>
                        <a:pt x="6101" y="36747"/>
                        <a:pt x="0" y="30646"/>
                        <a:pt x="0" y="23105"/>
                      </a:cubicBezTo>
                      <a:lnTo>
                        <a:pt x="0" y="13643"/>
                      </a:lnTo>
                      <a:cubicBezTo>
                        <a:pt x="0" y="6101"/>
                        <a:pt x="6101" y="0"/>
                        <a:pt x="13643" y="0"/>
                      </a:cubicBezTo>
                      <a:lnTo>
                        <a:pt x="13643" y="0"/>
                      </a:lnTo>
                      <a:cubicBezTo>
                        <a:pt x="21184" y="0"/>
                        <a:pt x="27285" y="6101"/>
                        <a:pt x="27285" y="13643"/>
                      </a:cubicBezTo>
                      <a:lnTo>
                        <a:pt x="27285" y="23105"/>
                      </a:lnTo>
                      <a:cubicBezTo>
                        <a:pt x="27285" y="30646"/>
                        <a:pt x="21184" y="36747"/>
                        <a:pt x="13643" y="36747"/>
                      </a:cubicBezTo>
                      <a:close/>
                    </a:path>
                  </a:pathLst>
                </a:custGeom>
                <a:noFill/>
                <a:ln w="8472" cap="flat">
                  <a:solidFill>
                    <a:srgbClr val="17A3A3"/>
                  </a:solidFill>
                  <a:prstDash val="solid"/>
                  <a:miter/>
                </a:ln>
              </p:spPr>
              <p:txBody>
                <a:bodyPr rtlCol="1" anchor="ctr"/>
                <a:lstStyle/>
                <a:p>
                  <a:endParaRPr lang="ar-SA"/>
                </a:p>
              </p:txBody>
            </p:sp>
          </p:grpSp>
          <p:sp>
            <p:nvSpPr>
              <p:cNvPr id="9030" name="شكل حر: شكل 10094">
                <a:extLst>
                  <a:ext uri="{FF2B5EF4-FFF2-40B4-BE49-F238E27FC236}">
                    <a16:creationId xmlns:a16="http://schemas.microsoft.com/office/drawing/2014/main" id="{308D36C5-8D82-3211-5C1C-0B65427FD12B}"/>
                  </a:ext>
                </a:extLst>
              </p:cNvPr>
              <p:cNvSpPr/>
              <p:nvPr/>
            </p:nvSpPr>
            <p:spPr>
              <a:xfrm>
                <a:off x="11148775" y="1904563"/>
                <a:ext cx="25703" cy="26155"/>
              </a:xfrm>
              <a:custGeom>
                <a:avLst/>
                <a:gdLst>
                  <a:gd name="connsiteX0" fmla="*/ 25704 w 25703"/>
                  <a:gd name="connsiteY0" fmla="*/ 26155 h 26155"/>
                  <a:gd name="connsiteX1" fmla="*/ 0 w 25703"/>
                  <a:gd name="connsiteY1" fmla="*/ 26155 h 26155"/>
                  <a:gd name="connsiteX2" fmla="*/ 0 w 25703"/>
                  <a:gd name="connsiteY2" fmla="*/ 0 h 26155"/>
                </a:gdLst>
                <a:ahLst/>
                <a:cxnLst>
                  <a:cxn ang="0">
                    <a:pos x="connsiteX0" y="connsiteY0"/>
                  </a:cxn>
                  <a:cxn ang="0">
                    <a:pos x="connsiteX1" y="connsiteY1"/>
                  </a:cxn>
                  <a:cxn ang="0">
                    <a:pos x="connsiteX2" y="connsiteY2"/>
                  </a:cxn>
                </a:cxnLst>
                <a:rect l="l" t="t" r="r" b="b"/>
                <a:pathLst>
                  <a:path w="25703" h="26155">
                    <a:moveTo>
                      <a:pt x="25704" y="26155"/>
                    </a:moveTo>
                    <a:lnTo>
                      <a:pt x="0" y="26155"/>
                    </a:lnTo>
                    <a:lnTo>
                      <a:pt x="0" y="0"/>
                    </a:lnTo>
                  </a:path>
                </a:pathLst>
              </a:custGeom>
              <a:noFill/>
              <a:ln w="8472" cap="flat">
                <a:solidFill>
                  <a:srgbClr val="17A3A3"/>
                </a:solidFill>
                <a:prstDash val="solid"/>
                <a:miter/>
              </a:ln>
            </p:spPr>
            <p:txBody>
              <a:bodyPr rtlCol="1" anchor="ctr"/>
              <a:lstStyle/>
              <a:p>
                <a:endParaRPr lang="ar-SA"/>
              </a:p>
            </p:txBody>
          </p:sp>
        </p:grpSp>
        <p:sp>
          <p:nvSpPr>
            <p:cNvPr id="9026" name="شكل حر: شكل 10095">
              <a:extLst>
                <a:ext uri="{FF2B5EF4-FFF2-40B4-BE49-F238E27FC236}">
                  <a16:creationId xmlns:a16="http://schemas.microsoft.com/office/drawing/2014/main" id="{B6F74AF9-C48F-1E37-81BE-A2B0DD556A1A}"/>
                </a:ext>
              </a:extLst>
            </p:cNvPr>
            <p:cNvSpPr/>
            <p:nvPr/>
          </p:nvSpPr>
          <p:spPr>
            <a:xfrm>
              <a:off x="11086268" y="1799575"/>
              <a:ext cx="141" cy="10592"/>
            </a:xfrm>
            <a:custGeom>
              <a:avLst/>
              <a:gdLst>
                <a:gd name="connsiteX0" fmla="*/ 0 w 141"/>
                <a:gd name="connsiteY0" fmla="*/ 0 h 10592"/>
                <a:gd name="connsiteX1" fmla="*/ 0 w 141"/>
                <a:gd name="connsiteY1" fmla="*/ 10592 h 10592"/>
                <a:gd name="connsiteX2" fmla="*/ 141 w 141"/>
                <a:gd name="connsiteY2" fmla="*/ 10536 h 10592"/>
                <a:gd name="connsiteX3" fmla="*/ 141 w 141"/>
                <a:gd name="connsiteY3" fmla="*/ 0 h 10592"/>
                <a:gd name="connsiteX4" fmla="*/ 0 w 141"/>
                <a:gd name="connsiteY4" fmla="*/ 0 h 105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 h="10592">
                  <a:moveTo>
                    <a:pt x="0" y="0"/>
                  </a:moveTo>
                  <a:lnTo>
                    <a:pt x="0" y="10592"/>
                  </a:lnTo>
                  <a:lnTo>
                    <a:pt x="141" y="10536"/>
                  </a:lnTo>
                  <a:lnTo>
                    <a:pt x="141" y="0"/>
                  </a:lnTo>
                  <a:lnTo>
                    <a:pt x="0" y="0"/>
                  </a:lnTo>
                  <a:close/>
                </a:path>
              </a:pathLst>
            </a:custGeom>
            <a:noFill/>
            <a:ln w="8472" cap="flat">
              <a:solidFill>
                <a:srgbClr val="01355A"/>
              </a:solidFill>
              <a:prstDash val="solid"/>
              <a:miter/>
            </a:ln>
          </p:spPr>
          <p:txBody>
            <a:bodyPr rtlCol="1" anchor="ctr"/>
            <a:lstStyle/>
            <a:p>
              <a:endParaRPr lang="ar-SA"/>
            </a:p>
          </p:txBody>
        </p:sp>
        <p:sp>
          <p:nvSpPr>
            <p:cNvPr id="9027" name="شكل حر: شكل 10096">
              <a:extLst>
                <a:ext uri="{FF2B5EF4-FFF2-40B4-BE49-F238E27FC236}">
                  <a16:creationId xmlns:a16="http://schemas.microsoft.com/office/drawing/2014/main" id="{5DC3535F-E0EE-DA90-BFC2-F2B27F755E84}"/>
                </a:ext>
              </a:extLst>
            </p:cNvPr>
            <p:cNvSpPr/>
            <p:nvPr/>
          </p:nvSpPr>
          <p:spPr>
            <a:xfrm>
              <a:off x="10954051" y="2013930"/>
              <a:ext cx="127104" cy="2824"/>
            </a:xfrm>
            <a:custGeom>
              <a:avLst/>
              <a:gdLst>
                <a:gd name="connsiteX0" fmla="*/ 0 w 127104"/>
                <a:gd name="connsiteY0" fmla="*/ 0 h 2824"/>
                <a:gd name="connsiteX1" fmla="*/ 127104 w 127104"/>
                <a:gd name="connsiteY1" fmla="*/ 0 h 2824"/>
              </a:gdLst>
              <a:ahLst/>
              <a:cxnLst>
                <a:cxn ang="0">
                  <a:pos x="connsiteX0" y="connsiteY0"/>
                </a:cxn>
                <a:cxn ang="0">
                  <a:pos x="connsiteX1" y="connsiteY1"/>
                </a:cxn>
              </a:cxnLst>
              <a:rect l="l" t="t" r="r" b="b"/>
              <a:pathLst>
                <a:path w="127104" h="2824">
                  <a:moveTo>
                    <a:pt x="0" y="0"/>
                  </a:moveTo>
                  <a:lnTo>
                    <a:pt x="127104" y="0"/>
                  </a:lnTo>
                </a:path>
              </a:pathLst>
            </a:custGeom>
            <a:ln w="8472" cap="flat">
              <a:solidFill>
                <a:srgbClr val="01355A"/>
              </a:solidFill>
              <a:prstDash val="solid"/>
              <a:miter/>
            </a:ln>
          </p:spPr>
          <p:txBody>
            <a:bodyPr rtlCol="1" anchor="ctr"/>
            <a:lstStyle/>
            <a:p>
              <a:endParaRPr lang="ar-SA"/>
            </a:p>
          </p:txBody>
        </p:sp>
        <p:sp>
          <p:nvSpPr>
            <p:cNvPr id="9028" name="شكل حر: شكل 10097">
              <a:extLst>
                <a:ext uri="{FF2B5EF4-FFF2-40B4-BE49-F238E27FC236}">
                  <a16:creationId xmlns:a16="http://schemas.microsoft.com/office/drawing/2014/main" id="{A2D7733E-4D81-CE7A-7947-76B75ABBBD6B}"/>
                </a:ext>
              </a:extLst>
            </p:cNvPr>
            <p:cNvSpPr/>
            <p:nvPr/>
          </p:nvSpPr>
          <p:spPr>
            <a:xfrm>
              <a:off x="10954051" y="1816466"/>
              <a:ext cx="127104" cy="2824"/>
            </a:xfrm>
            <a:custGeom>
              <a:avLst/>
              <a:gdLst>
                <a:gd name="connsiteX0" fmla="*/ 0 w 127104"/>
                <a:gd name="connsiteY0" fmla="*/ 0 h 2824"/>
                <a:gd name="connsiteX1" fmla="*/ 127104 w 127104"/>
                <a:gd name="connsiteY1" fmla="*/ 0 h 2824"/>
              </a:gdLst>
              <a:ahLst/>
              <a:cxnLst>
                <a:cxn ang="0">
                  <a:pos x="connsiteX0" y="connsiteY0"/>
                </a:cxn>
                <a:cxn ang="0">
                  <a:pos x="connsiteX1" y="connsiteY1"/>
                </a:cxn>
              </a:cxnLst>
              <a:rect l="l" t="t" r="r" b="b"/>
              <a:pathLst>
                <a:path w="127104" h="2824">
                  <a:moveTo>
                    <a:pt x="0" y="0"/>
                  </a:moveTo>
                  <a:lnTo>
                    <a:pt x="127104" y="0"/>
                  </a:lnTo>
                </a:path>
              </a:pathLst>
            </a:custGeom>
            <a:ln w="8472" cap="flat">
              <a:solidFill>
                <a:srgbClr val="01355A"/>
              </a:solidFill>
              <a:prstDash val="solid"/>
              <a:miter/>
            </a:ln>
          </p:spPr>
          <p:txBody>
            <a:bodyPr rtlCol="1" anchor="ctr"/>
            <a:lstStyle/>
            <a:p>
              <a:endParaRPr lang="ar-SA"/>
            </a:p>
          </p:txBody>
        </p:sp>
      </p:grpSp>
      <p:grpSp>
        <p:nvGrpSpPr>
          <p:cNvPr id="9036" name="رسم 8014">
            <a:extLst>
              <a:ext uri="{FF2B5EF4-FFF2-40B4-BE49-F238E27FC236}">
                <a16:creationId xmlns:a16="http://schemas.microsoft.com/office/drawing/2014/main" id="{483B0D6E-66FB-2BB0-C8A7-AB62EB2A8767}"/>
              </a:ext>
            </a:extLst>
          </p:cNvPr>
          <p:cNvGrpSpPr/>
          <p:nvPr/>
        </p:nvGrpSpPr>
        <p:grpSpPr>
          <a:xfrm>
            <a:off x="8986286" y="3232843"/>
            <a:ext cx="244528" cy="302329"/>
            <a:chOff x="9822735" y="2286216"/>
            <a:chExt cx="292284" cy="383573"/>
          </a:xfrm>
          <a:noFill/>
        </p:grpSpPr>
        <p:sp>
          <p:nvSpPr>
            <p:cNvPr id="9037" name="شكل حر: شكل 10099">
              <a:extLst>
                <a:ext uri="{FF2B5EF4-FFF2-40B4-BE49-F238E27FC236}">
                  <a16:creationId xmlns:a16="http://schemas.microsoft.com/office/drawing/2014/main" id="{A55F1128-F537-0150-8EB4-6FE26C3C0B19}"/>
                </a:ext>
              </a:extLst>
            </p:cNvPr>
            <p:cNvSpPr/>
            <p:nvPr/>
          </p:nvSpPr>
          <p:spPr>
            <a:xfrm>
              <a:off x="9938711" y="2539493"/>
              <a:ext cx="60332" cy="130296"/>
            </a:xfrm>
            <a:custGeom>
              <a:avLst/>
              <a:gdLst>
                <a:gd name="connsiteX0" fmla="*/ 40250 w 60332"/>
                <a:gd name="connsiteY0" fmla="*/ 0 h 130296"/>
                <a:gd name="connsiteX1" fmla="*/ 60333 w 60332"/>
                <a:gd name="connsiteY1" fmla="*/ 99876 h 130296"/>
                <a:gd name="connsiteX2" fmla="*/ 30166 w 60332"/>
                <a:gd name="connsiteY2" fmla="*/ 130296 h 130296"/>
                <a:gd name="connsiteX3" fmla="*/ 0 w 60332"/>
                <a:gd name="connsiteY3" fmla="*/ 99876 h 130296"/>
                <a:gd name="connsiteX4" fmla="*/ 20111 w 60332"/>
                <a:gd name="connsiteY4" fmla="*/ 0 h 130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332" h="130296">
                  <a:moveTo>
                    <a:pt x="40250" y="0"/>
                  </a:moveTo>
                  <a:lnTo>
                    <a:pt x="60333" y="99876"/>
                  </a:lnTo>
                  <a:lnTo>
                    <a:pt x="30166" y="130296"/>
                  </a:lnTo>
                  <a:lnTo>
                    <a:pt x="0" y="99876"/>
                  </a:lnTo>
                  <a:lnTo>
                    <a:pt x="20111" y="0"/>
                  </a:lnTo>
                </a:path>
              </a:pathLst>
            </a:custGeom>
            <a:noFill/>
            <a:ln w="8472" cap="flat">
              <a:solidFill>
                <a:srgbClr val="17A3A3"/>
              </a:solidFill>
              <a:prstDash val="solid"/>
              <a:miter/>
            </a:ln>
          </p:spPr>
          <p:txBody>
            <a:bodyPr rtlCol="1" anchor="ctr"/>
            <a:lstStyle/>
            <a:p>
              <a:endParaRPr lang="ar-SA"/>
            </a:p>
          </p:txBody>
        </p:sp>
        <p:sp>
          <p:nvSpPr>
            <p:cNvPr id="9038" name="شكل حر: شكل 10100">
              <a:extLst>
                <a:ext uri="{FF2B5EF4-FFF2-40B4-BE49-F238E27FC236}">
                  <a16:creationId xmlns:a16="http://schemas.microsoft.com/office/drawing/2014/main" id="{205A384B-1271-2A34-33FF-79C3D5038C57}"/>
                </a:ext>
              </a:extLst>
            </p:cNvPr>
            <p:cNvSpPr/>
            <p:nvPr/>
          </p:nvSpPr>
          <p:spPr>
            <a:xfrm>
              <a:off x="10008441" y="2382364"/>
              <a:ext cx="106577" cy="255508"/>
            </a:xfrm>
            <a:custGeom>
              <a:avLst/>
              <a:gdLst>
                <a:gd name="connsiteX0" fmla="*/ 14667 w 106577"/>
                <a:gd name="connsiteY0" fmla="*/ 0 h 255508"/>
                <a:gd name="connsiteX1" fmla="*/ 19129 w 106577"/>
                <a:gd name="connsiteY1" fmla="*/ 41888 h 255508"/>
                <a:gd name="connsiteX2" fmla="*/ 7040 w 106577"/>
                <a:gd name="connsiteY2" fmla="*/ 75557 h 255508"/>
                <a:gd name="connsiteX3" fmla="*/ 233 w 106577"/>
                <a:gd name="connsiteY3" fmla="*/ 99791 h 255508"/>
                <a:gd name="connsiteX4" fmla="*/ 713 w 106577"/>
                <a:gd name="connsiteY4" fmla="*/ 103802 h 255508"/>
                <a:gd name="connsiteX5" fmla="*/ 5318 w 106577"/>
                <a:gd name="connsiteY5" fmla="*/ 111372 h 255508"/>
                <a:gd name="connsiteX6" fmla="*/ 8284 w 106577"/>
                <a:gd name="connsiteY6" fmla="*/ 112756 h 255508"/>
                <a:gd name="connsiteX7" fmla="*/ 57007 w 106577"/>
                <a:gd name="connsiteY7" fmla="*/ 126907 h 255508"/>
                <a:gd name="connsiteX8" fmla="*/ 75903 w 106577"/>
                <a:gd name="connsiteY8" fmla="*/ 136821 h 255508"/>
                <a:gd name="connsiteX9" fmla="*/ 95167 w 106577"/>
                <a:gd name="connsiteY9" fmla="*/ 169049 h 255508"/>
                <a:gd name="connsiteX10" fmla="*/ 106577 w 106577"/>
                <a:gd name="connsiteY10" fmla="*/ 255508 h 255508"/>
                <a:gd name="connsiteX11" fmla="*/ 7577 w 106577"/>
                <a:gd name="connsiteY11" fmla="*/ 255508 h 255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577" h="255508">
                  <a:moveTo>
                    <a:pt x="14667" y="0"/>
                  </a:moveTo>
                  <a:cubicBezTo>
                    <a:pt x="17039" y="14151"/>
                    <a:pt x="19214" y="30364"/>
                    <a:pt x="19129" y="41888"/>
                  </a:cubicBezTo>
                  <a:cubicBezTo>
                    <a:pt x="18508" y="55163"/>
                    <a:pt x="15345" y="65360"/>
                    <a:pt x="7040" y="75557"/>
                  </a:cubicBezTo>
                  <a:cubicBezTo>
                    <a:pt x="1532" y="82335"/>
                    <a:pt x="-784" y="91148"/>
                    <a:pt x="233" y="99791"/>
                  </a:cubicBezTo>
                  <a:lnTo>
                    <a:pt x="713" y="103802"/>
                  </a:lnTo>
                  <a:cubicBezTo>
                    <a:pt x="1081" y="106881"/>
                    <a:pt x="2747" y="109649"/>
                    <a:pt x="5318" y="111372"/>
                  </a:cubicBezTo>
                  <a:cubicBezTo>
                    <a:pt x="6222" y="111993"/>
                    <a:pt x="7238" y="112445"/>
                    <a:pt x="8284" y="112756"/>
                  </a:cubicBezTo>
                  <a:lnTo>
                    <a:pt x="57007" y="126907"/>
                  </a:lnTo>
                  <a:cubicBezTo>
                    <a:pt x="63136" y="128263"/>
                    <a:pt x="69576" y="131624"/>
                    <a:pt x="75903" y="136821"/>
                  </a:cubicBezTo>
                  <a:cubicBezTo>
                    <a:pt x="85817" y="145012"/>
                    <a:pt x="92652" y="156480"/>
                    <a:pt x="95167" y="169049"/>
                  </a:cubicBezTo>
                  <a:lnTo>
                    <a:pt x="106577" y="255508"/>
                  </a:lnTo>
                  <a:lnTo>
                    <a:pt x="7577" y="255508"/>
                  </a:lnTo>
                </a:path>
              </a:pathLst>
            </a:custGeom>
            <a:noFill/>
            <a:ln w="8472" cap="flat">
              <a:solidFill>
                <a:srgbClr val="01355A"/>
              </a:solidFill>
              <a:prstDash val="solid"/>
              <a:miter/>
            </a:ln>
          </p:spPr>
          <p:txBody>
            <a:bodyPr rtlCol="1" anchor="ctr"/>
            <a:lstStyle/>
            <a:p>
              <a:endParaRPr lang="ar-SA"/>
            </a:p>
          </p:txBody>
        </p:sp>
        <p:sp>
          <p:nvSpPr>
            <p:cNvPr id="9039" name="شكل حر: شكل 10101">
              <a:extLst>
                <a:ext uri="{FF2B5EF4-FFF2-40B4-BE49-F238E27FC236}">
                  <a16:creationId xmlns:a16="http://schemas.microsoft.com/office/drawing/2014/main" id="{44AA2B90-BDB2-BC34-0541-B2582D05DA01}"/>
                </a:ext>
              </a:extLst>
            </p:cNvPr>
            <p:cNvSpPr/>
            <p:nvPr/>
          </p:nvSpPr>
          <p:spPr>
            <a:xfrm>
              <a:off x="9847054" y="2286216"/>
              <a:ext cx="243701" cy="179084"/>
            </a:xfrm>
            <a:custGeom>
              <a:avLst/>
              <a:gdLst>
                <a:gd name="connsiteX0" fmla="*/ 59146 w 243701"/>
                <a:gd name="connsiteY0" fmla="*/ 178088 h 179084"/>
                <a:gd name="connsiteX1" fmla="*/ 0 w 243701"/>
                <a:gd name="connsiteY1" fmla="*/ 153119 h 179084"/>
                <a:gd name="connsiteX2" fmla="*/ 31155 w 243701"/>
                <a:gd name="connsiteY2" fmla="*/ 131116 h 179084"/>
                <a:gd name="connsiteX3" fmla="*/ 42792 w 243701"/>
                <a:gd name="connsiteY3" fmla="*/ 79793 h 179084"/>
                <a:gd name="connsiteX4" fmla="*/ 51661 w 243701"/>
                <a:gd name="connsiteY4" fmla="*/ 42453 h 179084"/>
                <a:gd name="connsiteX5" fmla="*/ 121851 w 243701"/>
                <a:gd name="connsiteY5" fmla="*/ 0 h 179084"/>
                <a:gd name="connsiteX6" fmla="*/ 192041 w 243701"/>
                <a:gd name="connsiteY6" fmla="*/ 42453 h 179084"/>
                <a:gd name="connsiteX7" fmla="*/ 200910 w 243701"/>
                <a:gd name="connsiteY7" fmla="*/ 79793 h 179084"/>
                <a:gd name="connsiteX8" fmla="*/ 212547 w 243701"/>
                <a:gd name="connsiteY8" fmla="*/ 131116 h 179084"/>
                <a:gd name="connsiteX9" fmla="*/ 243702 w 243701"/>
                <a:gd name="connsiteY9" fmla="*/ 153119 h 179084"/>
                <a:gd name="connsiteX10" fmla="*/ 184556 w 243701"/>
                <a:gd name="connsiteY10" fmla="*/ 178088 h 179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3701" h="179084">
                  <a:moveTo>
                    <a:pt x="59146" y="178088"/>
                  </a:moveTo>
                  <a:cubicBezTo>
                    <a:pt x="18614" y="185036"/>
                    <a:pt x="0" y="153119"/>
                    <a:pt x="0" y="153119"/>
                  </a:cubicBezTo>
                  <a:cubicBezTo>
                    <a:pt x="15252" y="151283"/>
                    <a:pt x="24884" y="142950"/>
                    <a:pt x="31155" y="131116"/>
                  </a:cubicBezTo>
                  <a:cubicBezTo>
                    <a:pt x="39770" y="114903"/>
                    <a:pt x="40701" y="97786"/>
                    <a:pt x="42792" y="79793"/>
                  </a:cubicBezTo>
                  <a:cubicBezTo>
                    <a:pt x="44260" y="67027"/>
                    <a:pt x="46407" y="54175"/>
                    <a:pt x="51661" y="42453"/>
                  </a:cubicBezTo>
                  <a:cubicBezTo>
                    <a:pt x="63581" y="15818"/>
                    <a:pt x="93380" y="0"/>
                    <a:pt x="121851" y="0"/>
                  </a:cubicBezTo>
                  <a:cubicBezTo>
                    <a:pt x="150322" y="0"/>
                    <a:pt x="180121" y="15818"/>
                    <a:pt x="192041" y="42453"/>
                  </a:cubicBezTo>
                  <a:cubicBezTo>
                    <a:pt x="197295" y="54175"/>
                    <a:pt x="199413" y="67027"/>
                    <a:pt x="200910" y="79793"/>
                  </a:cubicBezTo>
                  <a:cubicBezTo>
                    <a:pt x="203000" y="97786"/>
                    <a:pt x="203932" y="114874"/>
                    <a:pt x="212547" y="131116"/>
                  </a:cubicBezTo>
                  <a:cubicBezTo>
                    <a:pt x="218846" y="142950"/>
                    <a:pt x="228449" y="151283"/>
                    <a:pt x="243702" y="153119"/>
                  </a:cubicBezTo>
                  <a:cubicBezTo>
                    <a:pt x="243702" y="153119"/>
                    <a:pt x="225088" y="185064"/>
                    <a:pt x="184556" y="178088"/>
                  </a:cubicBezTo>
                </a:path>
              </a:pathLst>
            </a:custGeom>
            <a:noFill/>
            <a:ln w="8472" cap="flat">
              <a:solidFill>
                <a:srgbClr val="01355A"/>
              </a:solidFill>
              <a:prstDash val="solid"/>
              <a:miter/>
            </a:ln>
          </p:spPr>
          <p:txBody>
            <a:bodyPr rtlCol="1" anchor="ctr"/>
            <a:lstStyle/>
            <a:p>
              <a:endParaRPr lang="ar-SA"/>
            </a:p>
          </p:txBody>
        </p:sp>
        <p:sp>
          <p:nvSpPr>
            <p:cNvPr id="9040" name="شكل حر: شكل 10102">
              <a:extLst>
                <a:ext uri="{FF2B5EF4-FFF2-40B4-BE49-F238E27FC236}">
                  <a16:creationId xmlns:a16="http://schemas.microsoft.com/office/drawing/2014/main" id="{2E779EA5-0BB4-6F6B-BB53-2D21E59BC4B1}"/>
                </a:ext>
              </a:extLst>
            </p:cNvPr>
            <p:cNvSpPr/>
            <p:nvPr/>
          </p:nvSpPr>
          <p:spPr>
            <a:xfrm>
              <a:off x="9923995" y="2493736"/>
              <a:ext cx="89764" cy="33499"/>
            </a:xfrm>
            <a:custGeom>
              <a:avLst/>
              <a:gdLst>
                <a:gd name="connsiteX0" fmla="*/ 0 w 89764"/>
                <a:gd name="connsiteY0" fmla="*/ 0 h 33499"/>
                <a:gd name="connsiteX1" fmla="*/ 44882 w 89764"/>
                <a:gd name="connsiteY1" fmla="*/ 33499 h 33499"/>
                <a:gd name="connsiteX2" fmla="*/ 89764 w 89764"/>
                <a:gd name="connsiteY2" fmla="*/ 0 h 33499"/>
              </a:gdLst>
              <a:ahLst/>
              <a:cxnLst>
                <a:cxn ang="0">
                  <a:pos x="connsiteX0" y="connsiteY0"/>
                </a:cxn>
                <a:cxn ang="0">
                  <a:pos x="connsiteX1" y="connsiteY1"/>
                </a:cxn>
                <a:cxn ang="0">
                  <a:pos x="connsiteX2" y="connsiteY2"/>
                </a:cxn>
              </a:cxnLst>
              <a:rect l="l" t="t" r="r" b="b"/>
              <a:pathLst>
                <a:path w="89764" h="33499">
                  <a:moveTo>
                    <a:pt x="0" y="0"/>
                  </a:moveTo>
                  <a:lnTo>
                    <a:pt x="44882" y="33499"/>
                  </a:lnTo>
                  <a:lnTo>
                    <a:pt x="89764" y="0"/>
                  </a:lnTo>
                </a:path>
              </a:pathLst>
            </a:custGeom>
            <a:noFill/>
            <a:ln w="8472" cap="flat">
              <a:solidFill>
                <a:srgbClr val="01355A"/>
              </a:solidFill>
              <a:prstDash val="solid"/>
              <a:miter/>
            </a:ln>
          </p:spPr>
          <p:txBody>
            <a:bodyPr rtlCol="1" anchor="ctr"/>
            <a:lstStyle/>
            <a:p>
              <a:endParaRPr lang="ar-SA"/>
            </a:p>
          </p:txBody>
        </p:sp>
        <p:sp>
          <p:nvSpPr>
            <p:cNvPr id="9041" name="شكل حر: شكل 10103">
              <a:extLst>
                <a:ext uri="{FF2B5EF4-FFF2-40B4-BE49-F238E27FC236}">
                  <a16:creationId xmlns:a16="http://schemas.microsoft.com/office/drawing/2014/main" id="{CCAE33E0-6743-F8D4-D72A-78BBA155BACC}"/>
                </a:ext>
              </a:extLst>
            </p:cNvPr>
            <p:cNvSpPr/>
            <p:nvPr/>
          </p:nvSpPr>
          <p:spPr>
            <a:xfrm>
              <a:off x="9944275" y="2527235"/>
              <a:ext cx="50277" cy="19178"/>
            </a:xfrm>
            <a:custGeom>
              <a:avLst/>
              <a:gdLst>
                <a:gd name="connsiteX0" fmla="*/ 0 w 50277"/>
                <a:gd name="connsiteY0" fmla="*/ 791 h 19178"/>
                <a:gd name="connsiteX1" fmla="*/ 24602 w 50277"/>
                <a:gd name="connsiteY1" fmla="*/ 19179 h 19178"/>
                <a:gd name="connsiteX2" fmla="*/ 50277 w 50277"/>
                <a:gd name="connsiteY2" fmla="*/ 0 h 19178"/>
              </a:gdLst>
              <a:ahLst/>
              <a:cxnLst>
                <a:cxn ang="0">
                  <a:pos x="connsiteX0" y="connsiteY0"/>
                </a:cxn>
                <a:cxn ang="0">
                  <a:pos x="connsiteX1" y="connsiteY1"/>
                </a:cxn>
                <a:cxn ang="0">
                  <a:pos x="connsiteX2" y="connsiteY2"/>
                </a:cxn>
              </a:cxnLst>
              <a:rect l="l" t="t" r="r" b="b"/>
              <a:pathLst>
                <a:path w="50277" h="19178">
                  <a:moveTo>
                    <a:pt x="0" y="791"/>
                  </a:moveTo>
                  <a:lnTo>
                    <a:pt x="24602" y="19179"/>
                  </a:lnTo>
                  <a:lnTo>
                    <a:pt x="50277" y="0"/>
                  </a:lnTo>
                </a:path>
              </a:pathLst>
            </a:custGeom>
            <a:noFill/>
            <a:ln w="8472" cap="flat">
              <a:solidFill>
                <a:srgbClr val="17A3A3"/>
              </a:solidFill>
              <a:prstDash val="solid"/>
              <a:miter/>
            </a:ln>
          </p:spPr>
          <p:txBody>
            <a:bodyPr rtlCol="1" anchor="ctr"/>
            <a:lstStyle/>
            <a:p>
              <a:endParaRPr lang="ar-SA"/>
            </a:p>
          </p:txBody>
        </p:sp>
        <p:sp>
          <p:nvSpPr>
            <p:cNvPr id="9042" name="شكل حر: شكل 10104">
              <a:extLst>
                <a:ext uri="{FF2B5EF4-FFF2-40B4-BE49-F238E27FC236}">
                  <a16:creationId xmlns:a16="http://schemas.microsoft.com/office/drawing/2014/main" id="{643D950F-1FCB-954F-8118-7F5D430CB339}"/>
                </a:ext>
              </a:extLst>
            </p:cNvPr>
            <p:cNvSpPr/>
            <p:nvPr/>
          </p:nvSpPr>
          <p:spPr>
            <a:xfrm>
              <a:off x="10017826" y="2604655"/>
              <a:ext cx="41605" cy="2824"/>
            </a:xfrm>
            <a:custGeom>
              <a:avLst/>
              <a:gdLst>
                <a:gd name="connsiteX0" fmla="*/ 0 w 41605"/>
                <a:gd name="connsiteY0" fmla="*/ 0 h 2824"/>
                <a:gd name="connsiteX1" fmla="*/ 41605 w 41605"/>
                <a:gd name="connsiteY1" fmla="*/ 0 h 2824"/>
              </a:gdLst>
              <a:ahLst/>
              <a:cxnLst>
                <a:cxn ang="0">
                  <a:pos x="connsiteX0" y="connsiteY0"/>
                </a:cxn>
                <a:cxn ang="0">
                  <a:pos x="connsiteX1" y="connsiteY1"/>
                </a:cxn>
              </a:cxnLst>
              <a:rect l="l" t="t" r="r" b="b"/>
              <a:pathLst>
                <a:path w="41605" h="2824">
                  <a:moveTo>
                    <a:pt x="0" y="0"/>
                  </a:moveTo>
                  <a:lnTo>
                    <a:pt x="41605" y="0"/>
                  </a:lnTo>
                </a:path>
              </a:pathLst>
            </a:custGeom>
            <a:ln w="8472" cap="flat">
              <a:solidFill>
                <a:srgbClr val="17A3A3"/>
              </a:solidFill>
              <a:prstDash val="solid"/>
              <a:miter/>
            </a:ln>
          </p:spPr>
          <p:txBody>
            <a:bodyPr rtlCol="1" anchor="ctr"/>
            <a:lstStyle/>
            <a:p>
              <a:endParaRPr lang="ar-SA"/>
            </a:p>
          </p:txBody>
        </p:sp>
        <p:sp>
          <p:nvSpPr>
            <p:cNvPr id="9043" name="شكل حر: شكل 10105">
              <a:extLst>
                <a:ext uri="{FF2B5EF4-FFF2-40B4-BE49-F238E27FC236}">
                  <a16:creationId xmlns:a16="http://schemas.microsoft.com/office/drawing/2014/main" id="{FF7B03F2-035E-1A0C-C28F-348FBA58E409}"/>
                </a:ext>
              </a:extLst>
            </p:cNvPr>
            <p:cNvSpPr/>
            <p:nvPr/>
          </p:nvSpPr>
          <p:spPr>
            <a:xfrm>
              <a:off x="9822735" y="2340618"/>
              <a:ext cx="200402" cy="297253"/>
            </a:xfrm>
            <a:custGeom>
              <a:avLst/>
              <a:gdLst>
                <a:gd name="connsiteX0" fmla="*/ 99001 w 200402"/>
                <a:gd name="connsiteY0" fmla="*/ 297254 h 297253"/>
                <a:gd name="connsiteX1" fmla="*/ 0 w 200402"/>
                <a:gd name="connsiteY1" fmla="*/ 297254 h 297253"/>
                <a:gd name="connsiteX2" fmla="*/ 11411 w 200402"/>
                <a:gd name="connsiteY2" fmla="*/ 210795 h 297253"/>
                <a:gd name="connsiteX3" fmla="*/ 30675 w 200402"/>
                <a:gd name="connsiteY3" fmla="*/ 178567 h 297253"/>
                <a:gd name="connsiteX4" fmla="*/ 49571 w 200402"/>
                <a:gd name="connsiteY4" fmla="*/ 168652 h 297253"/>
                <a:gd name="connsiteX5" fmla="*/ 98294 w 200402"/>
                <a:gd name="connsiteY5" fmla="*/ 154501 h 297253"/>
                <a:gd name="connsiteX6" fmla="*/ 101260 w 200402"/>
                <a:gd name="connsiteY6" fmla="*/ 153117 h 297253"/>
                <a:gd name="connsiteX7" fmla="*/ 105864 w 200402"/>
                <a:gd name="connsiteY7" fmla="*/ 145548 h 297253"/>
                <a:gd name="connsiteX8" fmla="*/ 106345 w 200402"/>
                <a:gd name="connsiteY8" fmla="*/ 141537 h 297253"/>
                <a:gd name="connsiteX9" fmla="*/ 99537 w 200402"/>
                <a:gd name="connsiteY9" fmla="*/ 117302 h 297253"/>
                <a:gd name="connsiteX10" fmla="*/ 87449 w 200402"/>
                <a:gd name="connsiteY10" fmla="*/ 83634 h 297253"/>
                <a:gd name="connsiteX11" fmla="*/ 93238 w 200402"/>
                <a:gd name="connsiteY11" fmla="*/ 34148 h 297253"/>
                <a:gd name="connsiteX12" fmla="*/ 118405 w 200402"/>
                <a:gd name="connsiteY12" fmla="*/ 2258 h 297253"/>
                <a:gd name="connsiteX13" fmla="*/ 118405 w 200402"/>
                <a:gd name="connsiteY13" fmla="*/ 2258 h 297253"/>
                <a:gd name="connsiteX14" fmla="*/ 148995 w 200402"/>
                <a:gd name="connsiteY14" fmla="*/ 9292 h 297253"/>
                <a:gd name="connsiteX15" fmla="*/ 149164 w 200402"/>
                <a:gd name="connsiteY15" fmla="*/ 9489 h 297253"/>
                <a:gd name="connsiteX16" fmla="*/ 163852 w 200402"/>
                <a:gd name="connsiteY16" fmla="*/ 29205 h 297253"/>
                <a:gd name="connsiteX17" fmla="*/ 200402 w 200402"/>
                <a:gd name="connsiteY17" fmla="*/ 41209 h 297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0402" h="297253">
                  <a:moveTo>
                    <a:pt x="99001" y="297254"/>
                  </a:moveTo>
                  <a:lnTo>
                    <a:pt x="0" y="297254"/>
                  </a:lnTo>
                  <a:lnTo>
                    <a:pt x="11411" y="210795"/>
                  </a:lnTo>
                  <a:cubicBezTo>
                    <a:pt x="13926" y="198225"/>
                    <a:pt x="20761" y="186758"/>
                    <a:pt x="30675" y="178567"/>
                  </a:cubicBezTo>
                  <a:cubicBezTo>
                    <a:pt x="37002" y="173369"/>
                    <a:pt x="43414" y="170008"/>
                    <a:pt x="49571" y="168652"/>
                  </a:cubicBezTo>
                  <a:lnTo>
                    <a:pt x="98294" y="154501"/>
                  </a:lnTo>
                  <a:cubicBezTo>
                    <a:pt x="99340" y="154191"/>
                    <a:pt x="100356" y="153739"/>
                    <a:pt x="101260" y="153117"/>
                  </a:cubicBezTo>
                  <a:cubicBezTo>
                    <a:pt x="103830" y="151395"/>
                    <a:pt x="105525" y="148626"/>
                    <a:pt x="105864" y="145548"/>
                  </a:cubicBezTo>
                  <a:lnTo>
                    <a:pt x="106345" y="141537"/>
                  </a:lnTo>
                  <a:cubicBezTo>
                    <a:pt x="107361" y="132865"/>
                    <a:pt x="105045" y="124053"/>
                    <a:pt x="99537" y="117302"/>
                  </a:cubicBezTo>
                  <a:cubicBezTo>
                    <a:pt x="91261" y="107106"/>
                    <a:pt x="88070" y="96909"/>
                    <a:pt x="87449" y="83634"/>
                  </a:cubicBezTo>
                  <a:cubicBezTo>
                    <a:pt x="87335" y="69963"/>
                    <a:pt x="90414" y="49739"/>
                    <a:pt x="93238" y="34148"/>
                  </a:cubicBezTo>
                  <a:cubicBezTo>
                    <a:pt x="95809" y="19997"/>
                    <a:pt x="105243" y="8049"/>
                    <a:pt x="118405" y="2258"/>
                  </a:cubicBezTo>
                  <a:lnTo>
                    <a:pt x="118405" y="2258"/>
                  </a:lnTo>
                  <a:cubicBezTo>
                    <a:pt x="129026" y="-2430"/>
                    <a:pt x="141623" y="310"/>
                    <a:pt x="148995" y="9292"/>
                  </a:cubicBezTo>
                  <a:cubicBezTo>
                    <a:pt x="149051" y="9348"/>
                    <a:pt x="149108" y="9433"/>
                    <a:pt x="149164" y="9489"/>
                  </a:cubicBezTo>
                  <a:cubicBezTo>
                    <a:pt x="154334" y="15873"/>
                    <a:pt x="158146" y="23301"/>
                    <a:pt x="163852" y="29205"/>
                  </a:cubicBezTo>
                  <a:cubicBezTo>
                    <a:pt x="173145" y="38780"/>
                    <a:pt x="187239" y="43412"/>
                    <a:pt x="200402" y="41209"/>
                  </a:cubicBezTo>
                </a:path>
              </a:pathLst>
            </a:custGeom>
            <a:noFill/>
            <a:ln w="8472" cap="flat">
              <a:solidFill>
                <a:srgbClr val="01355A"/>
              </a:solidFill>
              <a:prstDash val="solid"/>
              <a:miter/>
            </a:ln>
          </p:spPr>
          <p:txBody>
            <a:bodyPr rtlCol="1" anchor="ctr"/>
            <a:lstStyle/>
            <a:p>
              <a:endParaRPr lang="ar-SA"/>
            </a:p>
          </p:txBody>
        </p:sp>
      </p:grpSp>
      <p:grpSp>
        <p:nvGrpSpPr>
          <p:cNvPr id="9044" name="رسم 8014">
            <a:extLst>
              <a:ext uri="{FF2B5EF4-FFF2-40B4-BE49-F238E27FC236}">
                <a16:creationId xmlns:a16="http://schemas.microsoft.com/office/drawing/2014/main" id="{04C90BF3-BA26-207F-7D48-0FA5C61DB417}"/>
              </a:ext>
            </a:extLst>
          </p:cNvPr>
          <p:cNvGrpSpPr/>
          <p:nvPr/>
        </p:nvGrpSpPr>
        <p:grpSpPr>
          <a:xfrm>
            <a:off x="7643864" y="2888859"/>
            <a:ext cx="307432" cy="160094"/>
            <a:chOff x="8218138" y="1849795"/>
            <a:chExt cx="367473" cy="203116"/>
          </a:xfrm>
          <a:noFill/>
        </p:grpSpPr>
        <p:sp>
          <p:nvSpPr>
            <p:cNvPr id="9045" name="شكل حر: شكل 10107">
              <a:extLst>
                <a:ext uri="{FF2B5EF4-FFF2-40B4-BE49-F238E27FC236}">
                  <a16:creationId xmlns:a16="http://schemas.microsoft.com/office/drawing/2014/main" id="{4EE09919-CAE3-90E1-8A45-C7EA42D08E6D}"/>
                </a:ext>
              </a:extLst>
            </p:cNvPr>
            <p:cNvSpPr/>
            <p:nvPr/>
          </p:nvSpPr>
          <p:spPr>
            <a:xfrm>
              <a:off x="8360928" y="1903430"/>
              <a:ext cx="129581" cy="66715"/>
            </a:xfrm>
            <a:custGeom>
              <a:avLst/>
              <a:gdLst>
                <a:gd name="connsiteX0" fmla="*/ 129553 w 129581"/>
                <a:gd name="connsiteY0" fmla="*/ 57568 h 66715"/>
                <a:gd name="connsiteX1" fmla="*/ 55748 w 129581"/>
                <a:gd name="connsiteY1" fmla="*/ 39208 h 66715"/>
                <a:gd name="connsiteX2" fmla="*/ 30101 w 129581"/>
                <a:gd name="connsiteY2" fmla="*/ 39886 h 66715"/>
                <a:gd name="connsiteX3" fmla="*/ 4228 w 129581"/>
                <a:gd name="connsiteY3" fmla="*/ 53981 h 66715"/>
                <a:gd name="connsiteX4" fmla="*/ 330 w 129581"/>
                <a:gd name="connsiteY4" fmla="*/ 44773 h 66715"/>
                <a:gd name="connsiteX5" fmla="*/ 5386 w 129581"/>
                <a:gd name="connsiteY5" fmla="*/ 27458 h 66715"/>
                <a:gd name="connsiteX6" fmla="*/ 20299 w 129581"/>
                <a:gd name="connsiteY6" fmla="*/ 10455 h 66715"/>
                <a:gd name="connsiteX7" fmla="*/ 39365 w 129581"/>
                <a:gd name="connsiteY7" fmla="*/ 2066 h 66715"/>
                <a:gd name="connsiteX8" fmla="*/ 60888 w 129581"/>
                <a:gd name="connsiteY8" fmla="*/ 1472 h 66715"/>
                <a:gd name="connsiteX9" fmla="*/ 110600 w 129581"/>
                <a:gd name="connsiteY9" fmla="*/ 13251 h 66715"/>
                <a:gd name="connsiteX10" fmla="*/ 129581 w 129581"/>
                <a:gd name="connsiteY10" fmla="*/ 57596 h 66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581" h="66715">
                  <a:moveTo>
                    <a:pt x="129553" y="57568"/>
                  </a:moveTo>
                  <a:cubicBezTo>
                    <a:pt x="87269" y="85955"/>
                    <a:pt x="55748" y="39208"/>
                    <a:pt x="55748" y="39208"/>
                  </a:cubicBezTo>
                  <a:cubicBezTo>
                    <a:pt x="40806" y="18787"/>
                    <a:pt x="30101" y="39886"/>
                    <a:pt x="30101" y="39886"/>
                  </a:cubicBezTo>
                  <a:cubicBezTo>
                    <a:pt x="22248" y="58980"/>
                    <a:pt x="10894" y="57257"/>
                    <a:pt x="4228" y="53981"/>
                  </a:cubicBezTo>
                  <a:cubicBezTo>
                    <a:pt x="866" y="52314"/>
                    <a:pt x="-743" y="48388"/>
                    <a:pt x="330" y="44773"/>
                  </a:cubicBezTo>
                  <a:lnTo>
                    <a:pt x="5386" y="27458"/>
                  </a:lnTo>
                  <a:cubicBezTo>
                    <a:pt x="7589" y="19860"/>
                    <a:pt x="13068" y="13646"/>
                    <a:pt x="20299" y="10455"/>
                  </a:cubicBezTo>
                  <a:lnTo>
                    <a:pt x="39365" y="2066"/>
                  </a:lnTo>
                  <a:cubicBezTo>
                    <a:pt x="46200" y="-928"/>
                    <a:pt x="52471" y="-251"/>
                    <a:pt x="60888" y="1472"/>
                  </a:cubicBezTo>
                  <a:lnTo>
                    <a:pt x="110600" y="13251"/>
                  </a:lnTo>
                  <a:lnTo>
                    <a:pt x="129581" y="57596"/>
                  </a:lnTo>
                  <a:close/>
                </a:path>
              </a:pathLst>
            </a:custGeom>
            <a:noFill/>
            <a:ln w="8472" cap="flat">
              <a:solidFill>
                <a:srgbClr val="01355A"/>
              </a:solidFill>
              <a:prstDash val="solid"/>
              <a:miter/>
            </a:ln>
          </p:spPr>
          <p:txBody>
            <a:bodyPr rtlCol="1" anchor="ctr"/>
            <a:lstStyle/>
            <a:p>
              <a:endParaRPr lang="ar-SA"/>
            </a:p>
          </p:txBody>
        </p:sp>
        <p:sp>
          <p:nvSpPr>
            <p:cNvPr id="9046" name="شكل حر: شكل 10108">
              <a:extLst>
                <a:ext uri="{FF2B5EF4-FFF2-40B4-BE49-F238E27FC236}">
                  <a16:creationId xmlns:a16="http://schemas.microsoft.com/office/drawing/2014/main" id="{AA713020-D766-0203-D8EC-1689EE73E461}"/>
                </a:ext>
              </a:extLst>
            </p:cNvPr>
            <p:cNvSpPr/>
            <p:nvPr/>
          </p:nvSpPr>
          <p:spPr>
            <a:xfrm>
              <a:off x="8447746" y="1960998"/>
              <a:ext cx="53270" cy="34939"/>
            </a:xfrm>
            <a:custGeom>
              <a:avLst/>
              <a:gdLst>
                <a:gd name="connsiteX0" fmla="*/ 53242 w 53270"/>
                <a:gd name="connsiteY0" fmla="*/ 24545 h 34939"/>
                <a:gd name="connsiteX1" fmla="*/ 20506 w 53270"/>
                <a:gd name="connsiteY1" fmla="*/ 34940 h 34939"/>
                <a:gd name="connsiteX2" fmla="*/ 0 w 53270"/>
                <a:gd name="connsiteY2" fmla="*/ 6355 h 34939"/>
                <a:gd name="connsiteX3" fmla="*/ 42763 w 53270"/>
                <a:gd name="connsiteY3" fmla="*/ 0 h 34939"/>
                <a:gd name="connsiteX4" fmla="*/ 53271 w 53270"/>
                <a:gd name="connsiteY4" fmla="*/ 24545 h 349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70" h="34939">
                  <a:moveTo>
                    <a:pt x="53242" y="24545"/>
                  </a:moveTo>
                  <a:lnTo>
                    <a:pt x="20506" y="34940"/>
                  </a:lnTo>
                  <a:lnTo>
                    <a:pt x="0" y="6355"/>
                  </a:lnTo>
                  <a:cubicBezTo>
                    <a:pt x="0" y="6355"/>
                    <a:pt x="23952" y="16269"/>
                    <a:pt x="42763" y="0"/>
                  </a:cubicBezTo>
                  <a:lnTo>
                    <a:pt x="53271" y="24545"/>
                  </a:lnTo>
                  <a:close/>
                </a:path>
              </a:pathLst>
            </a:custGeom>
            <a:noFill/>
            <a:ln w="8472" cap="flat">
              <a:solidFill>
                <a:srgbClr val="01355A"/>
              </a:solidFill>
              <a:prstDash val="solid"/>
              <a:miter/>
            </a:ln>
          </p:spPr>
          <p:txBody>
            <a:bodyPr rtlCol="1" anchor="ctr"/>
            <a:lstStyle/>
            <a:p>
              <a:endParaRPr lang="ar-SA"/>
            </a:p>
          </p:txBody>
        </p:sp>
        <p:sp>
          <p:nvSpPr>
            <p:cNvPr id="9047" name="شكل حر: شكل 10109">
              <a:extLst>
                <a:ext uri="{FF2B5EF4-FFF2-40B4-BE49-F238E27FC236}">
                  <a16:creationId xmlns:a16="http://schemas.microsoft.com/office/drawing/2014/main" id="{26EBC333-9726-C7AB-ECFB-DA417EC4DFCD}"/>
                </a:ext>
              </a:extLst>
            </p:cNvPr>
            <p:cNvSpPr/>
            <p:nvPr/>
          </p:nvSpPr>
          <p:spPr>
            <a:xfrm>
              <a:off x="8262963" y="1892983"/>
              <a:ext cx="69257" cy="92560"/>
            </a:xfrm>
            <a:custGeom>
              <a:avLst/>
              <a:gdLst>
                <a:gd name="connsiteX0" fmla="*/ 32115 w 69257"/>
                <a:gd name="connsiteY0" fmla="*/ 0 h 92560"/>
                <a:gd name="connsiteX1" fmla="*/ 69258 w 69257"/>
                <a:gd name="connsiteY1" fmla="*/ 15620 h 92560"/>
                <a:gd name="connsiteX2" fmla="*/ 36352 w 69257"/>
                <a:gd name="connsiteY2" fmla="*/ 92560 h 92560"/>
                <a:gd name="connsiteX3" fmla="*/ 0 w 69257"/>
                <a:gd name="connsiteY3" fmla="*/ 78409 h 92560"/>
              </a:gdLst>
              <a:ahLst/>
              <a:cxnLst>
                <a:cxn ang="0">
                  <a:pos x="connsiteX0" y="connsiteY0"/>
                </a:cxn>
                <a:cxn ang="0">
                  <a:pos x="connsiteX1" y="connsiteY1"/>
                </a:cxn>
                <a:cxn ang="0">
                  <a:pos x="connsiteX2" y="connsiteY2"/>
                </a:cxn>
                <a:cxn ang="0">
                  <a:pos x="connsiteX3" y="connsiteY3"/>
                </a:cxn>
              </a:cxnLst>
              <a:rect l="l" t="t" r="r" b="b"/>
              <a:pathLst>
                <a:path w="69257" h="92560">
                  <a:moveTo>
                    <a:pt x="32115" y="0"/>
                  </a:moveTo>
                  <a:lnTo>
                    <a:pt x="69258" y="15620"/>
                  </a:lnTo>
                  <a:lnTo>
                    <a:pt x="36352" y="92560"/>
                  </a:lnTo>
                  <a:lnTo>
                    <a:pt x="0" y="78409"/>
                  </a:lnTo>
                </a:path>
              </a:pathLst>
            </a:custGeom>
            <a:noFill/>
            <a:ln w="8472" cap="flat">
              <a:solidFill>
                <a:srgbClr val="01355A"/>
              </a:solidFill>
              <a:prstDash val="solid"/>
              <a:miter/>
            </a:ln>
          </p:spPr>
          <p:txBody>
            <a:bodyPr rtlCol="1" anchor="ctr"/>
            <a:lstStyle/>
            <a:p>
              <a:endParaRPr lang="ar-SA"/>
            </a:p>
          </p:txBody>
        </p:sp>
        <p:sp>
          <p:nvSpPr>
            <p:cNvPr id="9048" name="شكل حر: شكل 10110">
              <a:extLst>
                <a:ext uri="{FF2B5EF4-FFF2-40B4-BE49-F238E27FC236}">
                  <a16:creationId xmlns:a16="http://schemas.microsoft.com/office/drawing/2014/main" id="{365C3440-ACBC-DB15-F6FE-8749C02CFB3E}"/>
                </a:ext>
              </a:extLst>
            </p:cNvPr>
            <p:cNvSpPr/>
            <p:nvPr/>
          </p:nvSpPr>
          <p:spPr>
            <a:xfrm>
              <a:off x="8471528" y="1901004"/>
              <a:ext cx="69229" cy="92560"/>
            </a:xfrm>
            <a:custGeom>
              <a:avLst/>
              <a:gdLst>
                <a:gd name="connsiteX0" fmla="*/ 37114 w 69229"/>
                <a:gd name="connsiteY0" fmla="*/ 0 h 92560"/>
                <a:gd name="connsiteX1" fmla="*/ 0 w 69229"/>
                <a:gd name="connsiteY1" fmla="*/ 15648 h 92560"/>
                <a:gd name="connsiteX2" fmla="*/ 32906 w 69229"/>
                <a:gd name="connsiteY2" fmla="*/ 92560 h 92560"/>
                <a:gd name="connsiteX3" fmla="*/ 69230 w 69229"/>
                <a:gd name="connsiteY3" fmla="*/ 78438 h 92560"/>
              </a:gdLst>
              <a:ahLst/>
              <a:cxnLst>
                <a:cxn ang="0">
                  <a:pos x="connsiteX0" y="connsiteY0"/>
                </a:cxn>
                <a:cxn ang="0">
                  <a:pos x="connsiteX1" y="connsiteY1"/>
                </a:cxn>
                <a:cxn ang="0">
                  <a:pos x="connsiteX2" y="connsiteY2"/>
                </a:cxn>
                <a:cxn ang="0">
                  <a:pos x="connsiteX3" y="connsiteY3"/>
                </a:cxn>
              </a:cxnLst>
              <a:rect l="l" t="t" r="r" b="b"/>
              <a:pathLst>
                <a:path w="69229" h="92560">
                  <a:moveTo>
                    <a:pt x="37114" y="0"/>
                  </a:moveTo>
                  <a:lnTo>
                    <a:pt x="0" y="15648"/>
                  </a:lnTo>
                  <a:lnTo>
                    <a:pt x="32906" y="92560"/>
                  </a:lnTo>
                  <a:lnTo>
                    <a:pt x="69230" y="78438"/>
                  </a:lnTo>
                </a:path>
              </a:pathLst>
            </a:custGeom>
            <a:noFill/>
            <a:ln w="8472" cap="flat">
              <a:solidFill>
                <a:srgbClr val="01355A"/>
              </a:solidFill>
              <a:prstDash val="solid"/>
              <a:miter/>
            </a:ln>
          </p:spPr>
          <p:txBody>
            <a:bodyPr rtlCol="1" anchor="ctr"/>
            <a:lstStyle/>
            <a:p>
              <a:endParaRPr lang="ar-SA"/>
            </a:p>
          </p:txBody>
        </p:sp>
        <p:sp>
          <p:nvSpPr>
            <p:cNvPr id="9049" name="شكل حر: شكل 10111">
              <a:extLst>
                <a:ext uri="{FF2B5EF4-FFF2-40B4-BE49-F238E27FC236}">
                  <a16:creationId xmlns:a16="http://schemas.microsoft.com/office/drawing/2014/main" id="{20AC7C3B-83A0-922F-C2EE-14129CB0B0BB}"/>
                </a:ext>
              </a:extLst>
            </p:cNvPr>
            <p:cNvSpPr/>
            <p:nvPr/>
          </p:nvSpPr>
          <p:spPr>
            <a:xfrm>
              <a:off x="8417269" y="1967155"/>
              <a:ext cx="58485" cy="52663"/>
            </a:xfrm>
            <a:custGeom>
              <a:avLst/>
              <a:gdLst>
                <a:gd name="connsiteX0" fmla="*/ 28048 w 58485"/>
                <a:gd name="connsiteY0" fmla="*/ 0 h 52663"/>
                <a:gd name="connsiteX1" fmla="*/ 56293 w 58485"/>
                <a:gd name="connsiteY1" fmla="*/ 35391 h 52663"/>
                <a:gd name="connsiteX2" fmla="*/ 57931 w 58485"/>
                <a:gd name="connsiteY2" fmla="*/ 44995 h 52663"/>
                <a:gd name="connsiteX3" fmla="*/ 57931 w 58485"/>
                <a:gd name="connsiteY3" fmla="*/ 44995 h 52663"/>
                <a:gd name="connsiteX4" fmla="*/ 38753 w 58485"/>
                <a:gd name="connsiteY4" fmla="*/ 49062 h 52663"/>
                <a:gd name="connsiteX5" fmla="*/ 0 w 58485"/>
                <a:gd name="connsiteY5" fmla="*/ 7937 h 5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485" h="52663">
                  <a:moveTo>
                    <a:pt x="28048" y="0"/>
                  </a:moveTo>
                  <a:lnTo>
                    <a:pt x="56293" y="35391"/>
                  </a:lnTo>
                  <a:cubicBezTo>
                    <a:pt x="58440" y="38103"/>
                    <a:pt x="59061" y="41718"/>
                    <a:pt x="57931" y="44995"/>
                  </a:cubicBezTo>
                  <a:lnTo>
                    <a:pt x="57931" y="44995"/>
                  </a:lnTo>
                  <a:cubicBezTo>
                    <a:pt x="55079" y="53101"/>
                    <a:pt x="44656" y="55305"/>
                    <a:pt x="38753" y="49062"/>
                  </a:cubicBezTo>
                  <a:lnTo>
                    <a:pt x="0" y="7937"/>
                  </a:lnTo>
                </a:path>
              </a:pathLst>
            </a:custGeom>
            <a:noFill/>
            <a:ln w="8472" cap="flat">
              <a:solidFill>
                <a:srgbClr val="01355A"/>
              </a:solidFill>
              <a:prstDash val="solid"/>
              <a:miter/>
            </a:ln>
          </p:spPr>
          <p:txBody>
            <a:bodyPr rtlCol="1" anchor="ctr"/>
            <a:lstStyle/>
            <a:p>
              <a:endParaRPr lang="ar-SA"/>
            </a:p>
          </p:txBody>
        </p:sp>
        <p:sp>
          <p:nvSpPr>
            <p:cNvPr id="9050" name="شكل حر: شكل 10112">
              <a:extLst>
                <a:ext uri="{FF2B5EF4-FFF2-40B4-BE49-F238E27FC236}">
                  <a16:creationId xmlns:a16="http://schemas.microsoft.com/office/drawing/2014/main" id="{CC22A172-A9EE-22B8-F9E4-E5EACC026175}"/>
                </a:ext>
              </a:extLst>
            </p:cNvPr>
            <p:cNvSpPr/>
            <p:nvPr/>
          </p:nvSpPr>
          <p:spPr>
            <a:xfrm>
              <a:off x="8400095" y="1994440"/>
              <a:ext cx="61067" cy="39372"/>
            </a:xfrm>
            <a:custGeom>
              <a:avLst/>
              <a:gdLst>
                <a:gd name="connsiteX0" fmla="*/ 0 w 61067"/>
                <a:gd name="connsiteY0" fmla="*/ 0 h 39372"/>
                <a:gd name="connsiteX1" fmla="*/ 32624 w 61067"/>
                <a:gd name="connsiteY1" fmla="*/ 34121 h 39372"/>
                <a:gd name="connsiteX2" fmla="*/ 60897 w 61067"/>
                <a:gd name="connsiteY2" fmla="*/ 27850 h 39372"/>
                <a:gd name="connsiteX3" fmla="*/ 61067 w 61067"/>
                <a:gd name="connsiteY3" fmla="*/ 27285 h 39372"/>
              </a:gdLst>
              <a:ahLst/>
              <a:cxnLst>
                <a:cxn ang="0">
                  <a:pos x="connsiteX0" y="connsiteY0"/>
                </a:cxn>
                <a:cxn ang="0">
                  <a:pos x="connsiteX1" y="connsiteY1"/>
                </a:cxn>
                <a:cxn ang="0">
                  <a:pos x="connsiteX2" y="connsiteY2"/>
                </a:cxn>
                <a:cxn ang="0">
                  <a:pos x="connsiteX3" y="connsiteY3"/>
                </a:cxn>
              </a:cxnLst>
              <a:rect l="l" t="t" r="r" b="b"/>
              <a:pathLst>
                <a:path w="61067" h="39372">
                  <a:moveTo>
                    <a:pt x="0" y="0"/>
                  </a:moveTo>
                  <a:lnTo>
                    <a:pt x="32624" y="34121"/>
                  </a:lnTo>
                  <a:cubicBezTo>
                    <a:pt x="41408" y="43300"/>
                    <a:pt x="56999" y="39967"/>
                    <a:pt x="60897" y="27850"/>
                  </a:cubicBezTo>
                  <a:cubicBezTo>
                    <a:pt x="60954" y="27652"/>
                    <a:pt x="61010" y="27483"/>
                    <a:pt x="61067" y="27285"/>
                  </a:cubicBezTo>
                </a:path>
              </a:pathLst>
            </a:custGeom>
            <a:noFill/>
            <a:ln w="8472" cap="flat">
              <a:solidFill>
                <a:srgbClr val="01355A"/>
              </a:solidFill>
              <a:prstDash val="solid"/>
              <a:miter/>
            </a:ln>
          </p:spPr>
          <p:txBody>
            <a:bodyPr rtlCol="1" anchor="ctr"/>
            <a:lstStyle/>
            <a:p>
              <a:endParaRPr lang="ar-SA"/>
            </a:p>
          </p:txBody>
        </p:sp>
        <p:sp>
          <p:nvSpPr>
            <p:cNvPr id="9051" name="شكل حر: شكل 10113">
              <a:extLst>
                <a:ext uri="{FF2B5EF4-FFF2-40B4-BE49-F238E27FC236}">
                  <a16:creationId xmlns:a16="http://schemas.microsoft.com/office/drawing/2014/main" id="{B81E92D3-4DBB-3AC6-286E-87934E5A4599}"/>
                </a:ext>
              </a:extLst>
            </p:cNvPr>
            <p:cNvSpPr/>
            <p:nvPr/>
          </p:nvSpPr>
          <p:spPr>
            <a:xfrm>
              <a:off x="8384447" y="2010484"/>
              <a:ext cx="55531" cy="35869"/>
            </a:xfrm>
            <a:custGeom>
              <a:avLst/>
              <a:gdLst>
                <a:gd name="connsiteX0" fmla="*/ 0 w 55531"/>
                <a:gd name="connsiteY0" fmla="*/ 0 h 35869"/>
                <a:gd name="connsiteX1" fmla="*/ 26975 w 55531"/>
                <a:gd name="connsiteY1" fmla="*/ 29969 h 35869"/>
                <a:gd name="connsiteX2" fmla="*/ 38584 w 55531"/>
                <a:gd name="connsiteY2" fmla="*/ 35844 h 35869"/>
                <a:gd name="connsiteX3" fmla="*/ 55531 w 55531"/>
                <a:gd name="connsiteY3" fmla="*/ 25308 h 35869"/>
              </a:gdLst>
              <a:ahLst/>
              <a:cxnLst>
                <a:cxn ang="0">
                  <a:pos x="connsiteX0" y="connsiteY0"/>
                </a:cxn>
                <a:cxn ang="0">
                  <a:pos x="connsiteX1" y="connsiteY1"/>
                </a:cxn>
                <a:cxn ang="0">
                  <a:pos x="connsiteX2" y="connsiteY2"/>
                </a:cxn>
                <a:cxn ang="0">
                  <a:pos x="connsiteX3" y="connsiteY3"/>
                </a:cxn>
              </a:cxnLst>
              <a:rect l="l" t="t" r="r" b="b"/>
              <a:pathLst>
                <a:path w="55531" h="35869">
                  <a:moveTo>
                    <a:pt x="0" y="0"/>
                  </a:moveTo>
                  <a:lnTo>
                    <a:pt x="26975" y="29969"/>
                  </a:lnTo>
                  <a:cubicBezTo>
                    <a:pt x="29969" y="33302"/>
                    <a:pt x="34092" y="35589"/>
                    <a:pt x="38584" y="35844"/>
                  </a:cubicBezTo>
                  <a:cubicBezTo>
                    <a:pt x="43667" y="36126"/>
                    <a:pt x="50107" y="34177"/>
                    <a:pt x="55531" y="25308"/>
                  </a:cubicBezTo>
                </a:path>
              </a:pathLst>
            </a:custGeom>
            <a:noFill/>
            <a:ln w="8472" cap="flat">
              <a:solidFill>
                <a:srgbClr val="01355A"/>
              </a:solidFill>
              <a:prstDash val="solid"/>
              <a:miter/>
            </a:ln>
          </p:spPr>
          <p:txBody>
            <a:bodyPr rtlCol="1" anchor="ctr"/>
            <a:lstStyle/>
            <a:p>
              <a:endParaRPr lang="ar-SA"/>
            </a:p>
          </p:txBody>
        </p:sp>
        <p:sp>
          <p:nvSpPr>
            <p:cNvPr id="9052" name="شكل حر: شكل 10114">
              <a:extLst>
                <a:ext uri="{FF2B5EF4-FFF2-40B4-BE49-F238E27FC236}">
                  <a16:creationId xmlns:a16="http://schemas.microsoft.com/office/drawing/2014/main" id="{22A3BAB1-249A-2018-3BC6-64F86F4BFC94}"/>
                </a:ext>
              </a:extLst>
            </p:cNvPr>
            <p:cNvSpPr/>
            <p:nvPr/>
          </p:nvSpPr>
          <p:spPr>
            <a:xfrm>
              <a:off x="8332221" y="1908049"/>
              <a:ext cx="53920" cy="3632"/>
            </a:xfrm>
            <a:custGeom>
              <a:avLst/>
              <a:gdLst>
                <a:gd name="connsiteX0" fmla="*/ 53921 w 53920"/>
                <a:gd name="connsiteY0" fmla="*/ 3632 h 3632"/>
                <a:gd name="connsiteX1" fmla="*/ 0 w 53920"/>
                <a:gd name="connsiteY1" fmla="*/ 553 h 3632"/>
              </a:gdLst>
              <a:ahLst/>
              <a:cxnLst>
                <a:cxn ang="0">
                  <a:pos x="connsiteX0" y="connsiteY0"/>
                </a:cxn>
                <a:cxn ang="0">
                  <a:pos x="connsiteX1" y="connsiteY1"/>
                </a:cxn>
              </a:cxnLst>
              <a:rect l="l" t="t" r="r" b="b"/>
              <a:pathLst>
                <a:path w="53920" h="3632">
                  <a:moveTo>
                    <a:pt x="53921" y="3632"/>
                  </a:moveTo>
                  <a:cubicBezTo>
                    <a:pt x="29686" y="-1932"/>
                    <a:pt x="0" y="553"/>
                    <a:pt x="0" y="553"/>
                  </a:cubicBezTo>
                </a:path>
              </a:pathLst>
            </a:custGeom>
            <a:noFill/>
            <a:ln w="8472" cap="flat">
              <a:solidFill>
                <a:srgbClr val="01355A"/>
              </a:solidFill>
              <a:prstDash val="solid"/>
              <a:miter/>
            </a:ln>
          </p:spPr>
          <p:txBody>
            <a:bodyPr rtlCol="1" anchor="ctr"/>
            <a:lstStyle/>
            <a:p>
              <a:endParaRPr lang="ar-SA"/>
            </a:p>
          </p:txBody>
        </p:sp>
        <p:sp>
          <p:nvSpPr>
            <p:cNvPr id="9053" name="شكل حر: شكل 10115">
              <a:extLst>
                <a:ext uri="{FF2B5EF4-FFF2-40B4-BE49-F238E27FC236}">
                  <a16:creationId xmlns:a16="http://schemas.microsoft.com/office/drawing/2014/main" id="{09BFCBEE-1B03-40FC-AB7B-5EF174ECA9C9}"/>
                </a:ext>
              </a:extLst>
            </p:cNvPr>
            <p:cNvSpPr/>
            <p:nvPr/>
          </p:nvSpPr>
          <p:spPr>
            <a:xfrm>
              <a:off x="8305078" y="1972070"/>
              <a:ext cx="109140" cy="80841"/>
            </a:xfrm>
            <a:custGeom>
              <a:avLst/>
              <a:gdLst>
                <a:gd name="connsiteX0" fmla="*/ 0 w 109140"/>
                <a:gd name="connsiteY0" fmla="*/ 0 h 80841"/>
                <a:gd name="connsiteX1" fmla="*/ 77872 w 109140"/>
                <a:gd name="connsiteY1" fmla="*/ 65586 h 80841"/>
                <a:gd name="connsiteX2" fmla="*/ 90526 w 109140"/>
                <a:gd name="connsiteY2" fmla="*/ 77732 h 80841"/>
                <a:gd name="connsiteX3" fmla="*/ 109084 w 109140"/>
                <a:gd name="connsiteY3" fmla="*/ 71856 h 80841"/>
                <a:gd name="connsiteX4" fmla="*/ 109140 w 109140"/>
                <a:gd name="connsiteY4" fmla="*/ 71518 h 808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140" h="80841">
                  <a:moveTo>
                    <a:pt x="0" y="0"/>
                  </a:moveTo>
                  <a:cubicBezTo>
                    <a:pt x="0" y="0"/>
                    <a:pt x="37284" y="25816"/>
                    <a:pt x="77872" y="65586"/>
                  </a:cubicBezTo>
                  <a:lnTo>
                    <a:pt x="90526" y="77732"/>
                  </a:lnTo>
                  <a:cubicBezTo>
                    <a:pt x="96853" y="83804"/>
                    <a:pt x="107700" y="80528"/>
                    <a:pt x="109084" y="71856"/>
                  </a:cubicBezTo>
                  <a:cubicBezTo>
                    <a:pt x="109084" y="71744"/>
                    <a:pt x="109112" y="71630"/>
                    <a:pt x="109140" y="71518"/>
                  </a:cubicBezTo>
                </a:path>
              </a:pathLst>
            </a:custGeom>
            <a:noFill/>
            <a:ln w="8472" cap="flat">
              <a:solidFill>
                <a:srgbClr val="01355A"/>
              </a:solidFill>
              <a:prstDash val="solid"/>
              <a:miter/>
            </a:ln>
          </p:spPr>
          <p:txBody>
            <a:bodyPr rtlCol="1" anchor="ctr"/>
            <a:lstStyle/>
            <a:p>
              <a:endParaRPr lang="ar-SA"/>
            </a:p>
          </p:txBody>
        </p:sp>
        <p:sp>
          <p:nvSpPr>
            <p:cNvPr id="9054" name="شكل حر: شكل 10116">
              <a:extLst>
                <a:ext uri="{FF2B5EF4-FFF2-40B4-BE49-F238E27FC236}">
                  <a16:creationId xmlns:a16="http://schemas.microsoft.com/office/drawing/2014/main" id="{C8953A68-A09F-C6C0-5DAB-64881DF0A198}"/>
                </a:ext>
              </a:extLst>
            </p:cNvPr>
            <p:cNvSpPr/>
            <p:nvPr/>
          </p:nvSpPr>
          <p:spPr>
            <a:xfrm>
              <a:off x="8320972" y="1988113"/>
              <a:ext cx="19525" cy="18199"/>
            </a:xfrm>
            <a:custGeom>
              <a:avLst/>
              <a:gdLst>
                <a:gd name="connsiteX0" fmla="*/ 5515 w 19525"/>
                <a:gd name="connsiteY0" fmla="*/ 0 h 18199"/>
                <a:gd name="connsiteX1" fmla="*/ 2183 w 19525"/>
                <a:gd name="connsiteY1" fmla="*/ 3728 h 18199"/>
                <a:gd name="connsiteX2" fmla="*/ 3143 w 19525"/>
                <a:gd name="connsiteY2" fmla="*/ 16043 h 18199"/>
                <a:gd name="connsiteX3" fmla="*/ 3143 w 19525"/>
                <a:gd name="connsiteY3" fmla="*/ 16043 h 18199"/>
                <a:gd name="connsiteX4" fmla="*/ 16277 w 19525"/>
                <a:gd name="connsiteY4" fmla="*/ 14998 h 18199"/>
                <a:gd name="connsiteX5" fmla="*/ 19525 w 19525"/>
                <a:gd name="connsiteY5" fmla="*/ 11326 h 18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525" h="18199">
                  <a:moveTo>
                    <a:pt x="5515" y="0"/>
                  </a:moveTo>
                  <a:lnTo>
                    <a:pt x="2183" y="3728"/>
                  </a:lnTo>
                  <a:cubicBezTo>
                    <a:pt x="-1065" y="7372"/>
                    <a:pt x="-642" y="12965"/>
                    <a:pt x="3143" y="16043"/>
                  </a:cubicBezTo>
                  <a:lnTo>
                    <a:pt x="3143" y="16043"/>
                  </a:lnTo>
                  <a:cubicBezTo>
                    <a:pt x="7097" y="19292"/>
                    <a:pt x="12888" y="18812"/>
                    <a:pt x="16277" y="14998"/>
                  </a:cubicBezTo>
                  <a:lnTo>
                    <a:pt x="19525" y="11326"/>
                  </a:lnTo>
                </a:path>
              </a:pathLst>
            </a:custGeom>
            <a:noFill/>
            <a:ln w="8472" cap="flat">
              <a:solidFill>
                <a:srgbClr val="01355A"/>
              </a:solidFill>
              <a:prstDash val="solid"/>
              <a:miter/>
            </a:ln>
          </p:spPr>
          <p:txBody>
            <a:bodyPr rtlCol="1" anchor="ctr"/>
            <a:lstStyle/>
            <a:p>
              <a:endParaRPr lang="ar-SA"/>
            </a:p>
          </p:txBody>
        </p:sp>
        <p:sp>
          <p:nvSpPr>
            <p:cNvPr id="9055" name="شكل حر: شكل 10117">
              <a:extLst>
                <a:ext uri="{FF2B5EF4-FFF2-40B4-BE49-F238E27FC236}">
                  <a16:creationId xmlns:a16="http://schemas.microsoft.com/office/drawing/2014/main" id="{D6E09F3F-63DC-FBCF-05F2-4B6E50C52AC0}"/>
                </a:ext>
              </a:extLst>
            </p:cNvPr>
            <p:cNvSpPr/>
            <p:nvPr/>
          </p:nvSpPr>
          <p:spPr>
            <a:xfrm>
              <a:off x="8331943" y="2000089"/>
              <a:ext cx="25727" cy="25413"/>
            </a:xfrm>
            <a:custGeom>
              <a:avLst/>
              <a:gdLst>
                <a:gd name="connsiteX0" fmla="*/ 25727 w 25727"/>
                <a:gd name="connsiteY0" fmla="*/ 14038 h 25413"/>
                <a:gd name="connsiteX1" fmla="*/ 18440 w 25727"/>
                <a:gd name="connsiteY1" fmla="*/ 21975 h 25413"/>
                <a:gd name="connsiteX2" fmla="*/ 3667 w 25727"/>
                <a:gd name="connsiteY2" fmla="*/ 22822 h 25413"/>
                <a:gd name="connsiteX3" fmla="*/ 3667 w 25727"/>
                <a:gd name="connsiteY3" fmla="*/ 22822 h 25413"/>
                <a:gd name="connsiteX4" fmla="*/ 2594 w 25727"/>
                <a:gd name="connsiteY4" fmla="*/ 7824 h 25413"/>
                <a:gd name="connsiteX5" fmla="*/ 9373 w 25727"/>
                <a:gd name="connsiteY5" fmla="*/ 0 h 25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727" h="25413">
                  <a:moveTo>
                    <a:pt x="25727" y="14038"/>
                  </a:moveTo>
                  <a:lnTo>
                    <a:pt x="18440" y="21975"/>
                  </a:lnTo>
                  <a:cubicBezTo>
                    <a:pt x="14542" y="26212"/>
                    <a:pt x="8017" y="26579"/>
                    <a:pt x="3667" y="22822"/>
                  </a:cubicBezTo>
                  <a:lnTo>
                    <a:pt x="3667" y="22822"/>
                  </a:lnTo>
                  <a:cubicBezTo>
                    <a:pt x="-767" y="18981"/>
                    <a:pt x="-1247" y="12259"/>
                    <a:pt x="2594" y="7824"/>
                  </a:cubicBezTo>
                  <a:lnTo>
                    <a:pt x="9373" y="0"/>
                  </a:lnTo>
                </a:path>
              </a:pathLst>
            </a:custGeom>
            <a:noFill/>
            <a:ln w="8472" cap="flat">
              <a:solidFill>
                <a:srgbClr val="01355A"/>
              </a:solidFill>
              <a:prstDash val="solid"/>
              <a:miter/>
            </a:ln>
          </p:spPr>
          <p:txBody>
            <a:bodyPr rtlCol="1" anchor="ctr"/>
            <a:lstStyle/>
            <a:p>
              <a:endParaRPr lang="ar-SA"/>
            </a:p>
          </p:txBody>
        </p:sp>
        <p:sp>
          <p:nvSpPr>
            <p:cNvPr id="9056" name="شكل حر: شكل 10118">
              <a:extLst>
                <a:ext uri="{FF2B5EF4-FFF2-40B4-BE49-F238E27FC236}">
                  <a16:creationId xmlns:a16="http://schemas.microsoft.com/office/drawing/2014/main" id="{74173473-AFEC-77C9-9583-2073E1ADC668}"/>
                </a:ext>
              </a:extLst>
            </p:cNvPr>
            <p:cNvSpPr/>
            <p:nvPr/>
          </p:nvSpPr>
          <p:spPr>
            <a:xfrm>
              <a:off x="8350180" y="2014127"/>
              <a:ext cx="23138" cy="22824"/>
            </a:xfrm>
            <a:custGeom>
              <a:avLst/>
              <a:gdLst>
                <a:gd name="connsiteX0" fmla="*/ 7490 w 23138"/>
                <a:gd name="connsiteY0" fmla="*/ 0 h 22824"/>
                <a:gd name="connsiteX1" fmla="*/ 2774 w 23138"/>
                <a:gd name="connsiteY1" fmla="*/ 5141 h 22824"/>
                <a:gd name="connsiteX2" fmla="*/ 3367 w 23138"/>
                <a:gd name="connsiteY2" fmla="*/ 19998 h 22824"/>
                <a:gd name="connsiteX3" fmla="*/ 3367 w 23138"/>
                <a:gd name="connsiteY3" fmla="*/ 19998 h 22824"/>
                <a:gd name="connsiteX4" fmla="*/ 18224 w 23138"/>
                <a:gd name="connsiteY4" fmla="*/ 19518 h 22824"/>
                <a:gd name="connsiteX5" fmla="*/ 23138 w 23138"/>
                <a:gd name="connsiteY5" fmla="*/ 14292 h 2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138" h="22824">
                  <a:moveTo>
                    <a:pt x="7490" y="0"/>
                  </a:moveTo>
                  <a:lnTo>
                    <a:pt x="2774" y="5141"/>
                  </a:lnTo>
                  <a:cubicBezTo>
                    <a:pt x="-1153" y="9406"/>
                    <a:pt x="-870" y="16043"/>
                    <a:pt x="3367" y="19998"/>
                  </a:cubicBezTo>
                  <a:lnTo>
                    <a:pt x="3367" y="19998"/>
                  </a:lnTo>
                  <a:cubicBezTo>
                    <a:pt x="7603" y="23952"/>
                    <a:pt x="14241" y="23726"/>
                    <a:pt x="18224" y="19518"/>
                  </a:cubicBezTo>
                  <a:lnTo>
                    <a:pt x="23138" y="14292"/>
                  </a:lnTo>
                </a:path>
              </a:pathLst>
            </a:custGeom>
            <a:noFill/>
            <a:ln w="8472" cap="flat">
              <a:solidFill>
                <a:srgbClr val="01355A"/>
              </a:solidFill>
              <a:prstDash val="solid"/>
              <a:miter/>
            </a:ln>
          </p:spPr>
          <p:txBody>
            <a:bodyPr rtlCol="1" anchor="ctr"/>
            <a:lstStyle/>
            <a:p>
              <a:endParaRPr lang="ar-SA"/>
            </a:p>
          </p:txBody>
        </p:sp>
        <p:sp>
          <p:nvSpPr>
            <p:cNvPr id="9057" name="شكل حر: شكل 10119">
              <a:extLst>
                <a:ext uri="{FF2B5EF4-FFF2-40B4-BE49-F238E27FC236}">
                  <a16:creationId xmlns:a16="http://schemas.microsoft.com/office/drawing/2014/main" id="{7460E4D4-6046-D5D9-FAB9-7E4CF50C9871}"/>
                </a:ext>
              </a:extLst>
            </p:cNvPr>
            <p:cNvSpPr/>
            <p:nvPr/>
          </p:nvSpPr>
          <p:spPr>
            <a:xfrm>
              <a:off x="8368065" y="2029154"/>
              <a:ext cx="19687" cy="18760"/>
            </a:xfrm>
            <a:custGeom>
              <a:avLst/>
              <a:gdLst>
                <a:gd name="connsiteX0" fmla="*/ 19687 w 19687"/>
                <a:gd name="connsiteY0" fmla="*/ 13106 h 18760"/>
                <a:gd name="connsiteX1" fmla="*/ 17088 w 19687"/>
                <a:gd name="connsiteY1" fmla="*/ 15761 h 18760"/>
                <a:gd name="connsiteX2" fmla="*/ 3079 w 19687"/>
                <a:gd name="connsiteY2" fmla="*/ 16015 h 18760"/>
                <a:gd name="connsiteX3" fmla="*/ 3079 w 19687"/>
                <a:gd name="connsiteY3" fmla="*/ 16015 h 18760"/>
                <a:gd name="connsiteX4" fmla="*/ 2712 w 19687"/>
                <a:gd name="connsiteY4" fmla="*/ 1977 h 18760"/>
                <a:gd name="connsiteX5" fmla="*/ 4576 w 19687"/>
                <a:gd name="connsiteY5" fmla="*/ 0 h 18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687" h="18760">
                  <a:moveTo>
                    <a:pt x="19687" y="13106"/>
                  </a:moveTo>
                  <a:lnTo>
                    <a:pt x="17088" y="15761"/>
                  </a:lnTo>
                  <a:cubicBezTo>
                    <a:pt x="13275" y="19659"/>
                    <a:pt x="7033" y="19772"/>
                    <a:pt x="3079" y="16015"/>
                  </a:cubicBezTo>
                  <a:lnTo>
                    <a:pt x="3079" y="16015"/>
                  </a:lnTo>
                  <a:cubicBezTo>
                    <a:pt x="-876" y="12230"/>
                    <a:pt x="-1045" y="5960"/>
                    <a:pt x="2712" y="1977"/>
                  </a:cubicBezTo>
                  <a:lnTo>
                    <a:pt x="4576" y="0"/>
                  </a:lnTo>
                </a:path>
              </a:pathLst>
            </a:custGeom>
            <a:noFill/>
            <a:ln w="8472" cap="flat">
              <a:solidFill>
                <a:srgbClr val="01355A"/>
              </a:solidFill>
              <a:prstDash val="solid"/>
              <a:miter/>
            </a:ln>
          </p:spPr>
          <p:txBody>
            <a:bodyPr rtlCol="1" anchor="ctr"/>
            <a:lstStyle/>
            <a:p>
              <a:endParaRPr lang="ar-SA"/>
            </a:p>
          </p:txBody>
        </p:sp>
        <p:sp>
          <p:nvSpPr>
            <p:cNvPr id="9058" name="شكل حر: شكل 10120">
              <a:extLst>
                <a:ext uri="{FF2B5EF4-FFF2-40B4-BE49-F238E27FC236}">
                  <a16:creationId xmlns:a16="http://schemas.microsoft.com/office/drawing/2014/main" id="{D3D2B2D8-A5F9-51AB-EF67-DE8E58F4637C}"/>
                </a:ext>
              </a:extLst>
            </p:cNvPr>
            <p:cNvSpPr/>
            <p:nvPr/>
          </p:nvSpPr>
          <p:spPr>
            <a:xfrm>
              <a:off x="8218138" y="1849795"/>
              <a:ext cx="81177" cy="160151"/>
            </a:xfrm>
            <a:custGeom>
              <a:avLst/>
              <a:gdLst>
                <a:gd name="connsiteX0" fmla="*/ 0 w 81177"/>
                <a:gd name="connsiteY0" fmla="*/ 148628 h 160151"/>
                <a:gd name="connsiteX1" fmla="*/ 29065 w 81177"/>
                <a:gd name="connsiteY1" fmla="*/ 160152 h 160151"/>
                <a:gd name="connsiteX2" fmla="*/ 81177 w 81177"/>
                <a:gd name="connsiteY2" fmla="*/ 32906 h 160151"/>
                <a:gd name="connsiteX3" fmla="*/ 0 w 81177"/>
                <a:gd name="connsiteY3" fmla="*/ 0 h 160151"/>
              </a:gdLst>
              <a:ahLst/>
              <a:cxnLst>
                <a:cxn ang="0">
                  <a:pos x="connsiteX0" y="connsiteY0"/>
                </a:cxn>
                <a:cxn ang="0">
                  <a:pos x="connsiteX1" y="connsiteY1"/>
                </a:cxn>
                <a:cxn ang="0">
                  <a:pos x="connsiteX2" y="connsiteY2"/>
                </a:cxn>
                <a:cxn ang="0">
                  <a:pos x="connsiteX3" y="connsiteY3"/>
                </a:cxn>
              </a:cxnLst>
              <a:rect l="l" t="t" r="r" b="b"/>
              <a:pathLst>
                <a:path w="81177" h="160151">
                  <a:moveTo>
                    <a:pt x="0" y="148628"/>
                  </a:moveTo>
                  <a:lnTo>
                    <a:pt x="29065" y="160152"/>
                  </a:lnTo>
                  <a:lnTo>
                    <a:pt x="81177" y="32906"/>
                  </a:lnTo>
                  <a:lnTo>
                    <a:pt x="0" y="0"/>
                  </a:lnTo>
                </a:path>
              </a:pathLst>
            </a:custGeom>
            <a:noFill/>
            <a:ln w="8472" cap="flat">
              <a:solidFill>
                <a:srgbClr val="17A3A3"/>
              </a:solidFill>
              <a:prstDash val="solid"/>
              <a:miter/>
            </a:ln>
          </p:spPr>
          <p:txBody>
            <a:bodyPr rtlCol="1" anchor="ctr"/>
            <a:lstStyle/>
            <a:p>
              <a:endParaRPr lang="ar-SA"/>
            </a:p>
          </p:txBody>
        </p:sp>
        <p:sp>
          <p:nvSpPr>
            <p:cNvPr id="9059" name="شكل حر: شكل 10121">
              <a:extLst>
                <a:ext uri="{FF2B5EF4-FFF2-40B4-BE49-F238E27FC236}">
                  <a16:creationId xmlns:a16="http://schemas.microsoft.com/office/drawing/2014/main" id="{7FBA1DA0-B678-05BD-377D-EE1ABEE92566}"/>
                </a:ext>
              </a:extLst>
            </p:cNvPr>
            <p:cNvSpPr/>
            <p:nvPr/>
          </p:nvSpPr>
          <p:spPr>
            <a:xfrm>
              <a:off x="8504434" y="1857817"/>
              <a:ext cx="81177" cy="160151"/>
            </a:xfrm>
            <a:custGeom>
              <a:avLst/>
              <a:gdLst>
                <a:gd name="connsiteX0" fmla="*/ 81177 w 81177"/>
                <a:gd name="connsiteY0" fmla="*/ 148656 h 160151"/>
                <a:gd name="connsiteX1" fmla="*/ 52113 w 81177"/>
                <a:gd name="connsiteY1" fmla="*/ 160152 h 160151"/>
                <a:gd name="connsiteX2" fmla="*/ 0 w 81177"/>
                <a:gd name="connsiteY2" fmla="*/ 32906 h 160151"/>
                <a:gd name="connsiteX3" fmla="*/ 81177 w 81177"/>
                <a:gd name="connsiteY3" fmla="*/ 0 h 160151"/>
              </a:gdLst>
              <a:ahLst/>
              <a:cxnLst>
                <a:cxn ang="0">
                  <a:pos x="connsiteX0" y="connsiteY0"/>
                </a:cxn>
                <a:cxn ang="0">
                  <a:pos x="connsiteX1" y="connsiteY1"/>
                </a:cxn>
                <a:cxn ang="0">
                  <a:pos x="connsiteX2" y="connsiteY2"/>
                </a:cxn>
                <a:cxn ang="0">
                  <a:pos x="connsiteX3" y="connsiteY3"/>
                </a:cxn>
              </a:cxnLst>
              <a:rect l="l" t="t" r="r" b="b"/>
              <a:pathLst>
                <a:path w="81177" h="160151">
                  <a:moveTo>
                    <a:pt x="81177" y="148656"/>
                  </a:moveTo>
                  <a:lnTo>
                    <a:pt x="52113" y="160152"/>
                  </a:lnTo>
                  <a:lnTo>
                    <a:pt x="0" y="32906"/>
                  </a:lnTo>
                  <a:lnTo>
                    <a:pt x="81177" y="0"/>
                  </a:lnTo>
                </a:path>
              </a:pathLst>
            </a:custGeom>
            <a:noFill/>
            <a:ln w="8472" cap="flat">
              <a:solidFill>
                <a:srgbClr val="17A3A3"/>
              </a:solidFill>
              <a:prstDash val="solid"/>
              <a:miter/>
            </a:ln>
          </p:spPr>
          <p:txBody>
            <a:bodyPr rtlCol="1" anchor="ctr"/>
            <a:lstStyle/>
            <a:p>
              <a:endParaRPr lang="ar-SA"/>
            </a:p>
          </p:txBody>
        </p:sp>
      </p:grpSp>
      <p:grpSp>
        <p:nvGrpSpPr>
          <p:cNvPr id="9060" name="رسم 8014">
            <a:extLst>
              <a:ext uri="{FF2B5EF4-FFF2-40B4-BE49-F238E27FC236}">
                <a16:creationId xmlns:a16="http://schemas.microsoft.com/office/drawing/2014/main" id="{FD0F3EF1-284B-ED32-A676-6F971A387C13}"/>
              </a:ext>
            </a:extLst>
          </p:cNvPr>
          <p:cNvGrpSpPr/>
          <p:nvPr/>
        </p:nvGrpSpPr>
        <p:grpSpPr>
          <a:xfrm>
            <a:off x="6775847" y="3651095"/>
            <a:ext cx="301666" cy="281758"/>
            <a:chOff x="7180597" y="2816864"/>
            <a:chExt cx="360581" cy="357474"/>
          </a:xfrm>
          <a:noFill/>
        </p:grpSpPr>
        <p:grpSp>
          <p:nvGrpSpPr>
            <p:cNvPr id="9061" name="رسم 8014">
              <a:extLst>
                <a:ext uri="{FF2B5EF4-FFF2-40B4-BE49-F238E27FC236}">
                  <a16:creationId xmlns:a16="http://schemas.microsoft.com/office/drawing/2014/main" id="{C4259416-DB9C-B42D-D1DA-271399C992EF}"/>
                </a:ext>
              </a:extLst>
            </p:cNvPr>
            <p:cNvGrpSpPr/>
            <p:nvPr/>
          </p:nvGrpSpPr>
          <p:grpSpPr>
            <a:xfrm>
              <a:off x="7180597" y="2816864"/>
              <a:ext cx="311349" cy="261439"/>
              <a:chOff x="7180597" y="2816864"/>
              <a:chExt cx="311349" cy="261439"/>
            </a:xfrm>
            <a:noFill/>
          </p:grpSpPr>
          <p:sp>
            <p:nvSpPr>
              <p:cNvPr id="9079" name="شكل حر: شكل 10124">
                <a:extLst>
                  <a:ext uri="{FF2B5EF4-FFF2-40B4-BE49-F238E27FC236}">
                    <a16:creationId xmlns:a16="http://schemas.microsoft.com/office/drawing/2014/main" id="{E6A15640-3539-747B-F582-1797349765CF}"/>
                  </a:ext>
                </a:extLst>
              </p:cNvPr>
              <p:cNvSpPr/>
              <p:nvPr/>
            </p:nvSpPr>
            <p:spPr>
              <a:xfrm>
                <a:off x="7270526" y="3029383"/>
                <a:ext cx="80928" cy="48921"/>
              </a:xfrm>
              <a:custGeom>
                <a:avLst/>
                <a:gdLst>
                  <a:gd name="connsiteX0" fmla="*/ 80928 w 80928"/>
                  <a:gd name="connsiteY0" fmla="*/ 48921 h 48921"/>
                  <a:gd name="connsiteX1" fmla="*/ 3225 w 80928"/>
                  <a:gd name="connsiteY1" fmla="*/ 48921 h 48921"/>
                  <a:gd name="connsiteX2" fmla="*/ 1446 w 80928"/>
                  <a:gd name="connsiteY2" fmla="*/ 44345 h 48921"/>
                  <a:gd name="connsiteX3" fmla="*/ 1446 w 80928"/>
                  <a:gd name="connsiteY3" fmla="*/ 44345 h 48921"/>
                  <a:gd name="connsiteX4" fmla="*/ 19127 w 80928"/>
                  <a:gd name="connsiteY4" fmla="*/ 22992 h 48921"/>
                  <a:gd name="connsiteX5" fmla="*/ 20342 w 80928"/>
                  <a:gd name="connsiteY5" fmla="*/ 0 h 48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928" h="48921">
                    <a:moveTo>
                      <a:pt x="80928" y="48921"/>
                    </a:moveTo>
                    <a:lnTo>
                      <a:pt x="3225" y="48921"/>
                    </a:lnTo>
                    <a:cubicBezTo>
                      <a:pt x="33" y="48921"/>
                      <a:pt x="-1210" y="45701"/>
                      <a:pt x="1446" y="44345"/>
                    </a:cubicBezTo>
                    <a:lnTo>
                      <a:pt x="1446" y="44345"/>
                    </a:lnTo>
                    <a:cubicBezTo>
                      <a:pt x="10936" y="39487"/>
                      <a:pt x="17376" y="31720"/>
                      <a:pt x="19127" y="22992"/>
                    </a:cubicBezTo>
                    <a:cubicBezTo>
                      <a:pt x="21415" y="11609"/>
                      <a:pt x="20342" y="0"/>
                      <a:pt x="20342" y="0"/>
                    </a:cubicBezTo>
                  </a:path>
                </a:pathLst>
              </a:custGeom>
              <a:noFill/>
              <a:ln w="8472" cap="flat">
                <a:solidFill>
                  <a:srgbClr val="01355A"/>
                </a:solidFill>
                <a:prstDash val="solid"/>
                <a:miter/>
              </a:ln>
            </p:spPr>
            <p:txBody>
              <a:bodyPr rtlCol="1" anchor="ctr"/>
              <a:lstStyle/>
              <a:p>
                <a:endParaRPr lang="ar-SA"/>
              </a:p>
            </p:txBody>
          </p:sp>
          <p:sp>
            <p:nvSpPr>
              <p:cNvPr id="9080" name="شكل حر: شكل 10125">
                <a:extLst>
                  <a:ext uri="{FF2B5EF4-FFF2-40B4-BE49-F238E27FC236}">
                    <a16:creationId xmlns:a16="http://schemas.microsoft.com/office/drawing/2014/main" id="{998BB563-D8B3-9EF7-1465-25F9EB289B81}"/>
                  </a:ext>
                </a:extLst>
              </p:cNvPr>
              <p:cNvSpPr/>
              <p:nvPr/>
            </p:nvSpPr>
            <p:spPr>
              <a:xfrm>
                <a:off x="7180597" y="2992014"/>
                <a:ext cx="182126" cy="37368"/>
              </a:xfrm>
              <a:custGeom>
                <a:avLst/>
                <a:gdLst>
                  <a:gd name="connsiteX0" fmla="*/ 182127 w 182126"/>
                  <a:gd name="connsiteY0" fmla="*/ 37369 h 37368"/>
                  <a:gd name="connsiteX1" fmla="*/ 15365 w 182126"/>
                  <a:gd name="connsiteY1" fmla="*/ 37369 h 37368"/>
                  <a:gd name="connsiteX2" fmla="*/ 0 w 182126"/>
                  <a:gd name="connsiteY2" fmla="*/ 22003 h 37368"/>
                  <a:gd name="connsiteX3" fmla="*/ 0 w 182126"/>
                  <a:gd name="connsiteY3" fmla="*/ 0 h 37368"/>
                  <a:gd name="connsiteX4" fmla="*/ 60220 w 182126"/>
                  <a:gd name="connsiteY4" fmla="*/ 0 h 3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126" h="37368">
                    <a:moveTo>
                      <a:pt x="182127" y="37369"/>
                    </a:moveTo>
                    <a:lnTo>
                      <a:pt x="15365" y="37369"/>
                    </a:lnTo>
                    <a:cubicBezTo>
                      <a:pt x="6892" y="37369"/>
                      <a:pt x="0" y="30505"/>
                      <a:pt x="0" y="22003"/>
                    </a:cubicBezTo>
                    <a:lnTo>
                      <a:pt x="0" y="0"/>
                    </a:lnTo>
                    <a:lnTo>
                      <a:pt x="60220" y="0"/>
                    </a:lnTo>
                  </a:path>
                </a:pathLst>
              </a:custGeom>
              <a:noFill/>
              <a:ln w="8472" cap="flat">
                <a:solidFill>
                  <a:srgbClr val="01355A"/>
                </a:solidFill>
                <a:prstDash val="solid"/>
                <a:miter/>
              </a:ln>
            </p:spPr>
            <p:txBody>
              <a:bodyPr rtlCol="1" anchor="ctr"/>
              <a:lstStyle/>
              <a:p>
                <a:endParaRPr lang="ar-SA"/>
              </a:p>
            </p:txBody>
          </p:sp>
          <p:sp>
            <p:nvSpPr>
              <p:cNvPr id="9081" name="شكل حر: شكل 10126">
                <a:extLst>
                  <a:ext uri="{FF2B5EF4-FFF2-40B4-BE49-F238E27FC236}">
                    <a16:creationId xmlns:a16="http://schemas.microsoft.com/office/drawing/2014/main" id="{0E0AE8B2-9525-9D34-E7D9-F1A90FC0723A}"/>
                  </a:ext>
                </a:extLst>
              </p:cNvPr>
              <p:cNvSpPr/>
              <p:nvPr/>
            </p:nvSpPr>
            <p:spPr>
              <a:xfrm>
                <a:off x="7180597" y="2816864"/>
                <a:ext cx="311349" cy="175150"/>
              </a:xfrm>
              <a:custGeom>
                <a:avLst/>
                <a:gdLst>
                  <a:gd name="connsiteX0" fmla="*/ 222998 w 311349"/>
                  <a:gd name="connsiteY0" fmla="*/ 175150 h 175150"/>
                  <a:gd name="connsiteX1" fmla="*/ 0 w 311349"/>
                  <a:gd name="connsiteY1" fmla="*/ 175150 h 175150"/>
                  <a:gd name="connsiteX2" fmla="*/ 0 w 311349"/>
                  <a:gd name="connsiteY2" fmla="*/ 16665 h 175150"/>
                  <a:gd name="connsiteX3" fmla="*/ 16665 w 311349"/>
                  <a:gd name="connsiteY3" fmla="*/ 0 h 175150"/>
                  <a:gd name="connsiteX4" fmla="*/ 294713 w 311349"/>
                  <a:gd name="connsiteY4" fmla="*/ 0 h 175150"/>
                  <a:gd name="connsiteX5" fmla="*/ 311350 w 311349"/>
                  <a:gd name="connsiteY5" fmla="*/ 16665 h 175150"/>
                  <a:gd name="connsiteX6" fmla="*/ 311350 w 311349"/>
                  <a:gd name="connsiteY6" fmla="*/ 87589 h 175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349" h="175150">
                    <a:moveTo>
                      <a:pt x="222998" y="175150"/>
                    </a:moveTo>
                    <a:lnTo>
                      <a:pt x="0" y="175150"/>
                    </a:lnTo>
                    <a:lnTo>
                      <a:pt x="0" y="16665"/>
                    </a:lnTo>
                    <a:cubicBezTo>
                      <a:pt x="0" y="7457"/>
                      <a:pt x="7457" y="0"/>
                      <a:pt x="16665" y="0"/>
                    </a:cubicBezTo>
                    <a:lnTo>
                      <a:pt x="294713" y="0"/>
                    </a:lnTo>
                    <a:cubicBezTo>
                      <a:pt x="303922" y="0"/>
                      <a:pt x="311350" y="7457"/>
                      <a:pt x="311350" y="16665"/>
                    </a:cubicBezTo>
                    <a:lnTo>
                      <a:pt x="311350" y="87589"/>
                    </a:lnTo>
                  </a:path>
                </a:pathLst>
              </a:custGeom>
              <a:noFill/>
              <a:ln w="8472" cap="flat">
                <a:solidFill>
                  <a:srgbClr val="01355A"/>
                </a:solidFill>
                <a:prstDash val="solid"/>
                <a:miter/>
              </a:ln>
            </p:spPr>
            <p:txBody>
              <a:bodyPr rtlCol="1" anchor="ctr"/>
              <a:lstStyle/>
              <a:p>
                <a:endParaRPr lang="ar-SA"/>
              </a:p>
            </p:txBody>
          </p:sp>
        </p:grpSp>
        <p:grpSp>
          <p:nvGrpSpPr>
            <p:cNvPr id="9062" name="رسم 8014">
              <a:extLst>
                <a:ext uri="{FF2B5EF4-FFF2-40B4-BE49-F238E27FC236}">
                  <a16:creationId xmlns:a16="http://schemas.microsoft.com/office/drawing/2014/main" id="{54B82E63-FD9F-11A3-B705-7160BDBACC0A}"/>
                </a:ext>
              </a:extLst>
            </p:cNvPr>
            <p:cNvGrpSpPr/>
            <p:nvPr/>
          </p:nvGrpSpPr>
          <p:grpSpPr>
            <a:xfrm>
              <a:off x="7304086" y="2853329"/>
              <a:ext cx="116880" cy="74709"/>
              <a:chOff x="7304086" y="2853329"/>
              <a:chExt cx="116880" cy="74709"/>
            </a:xfrm>
            <a:noFill/>
          </p:grpSpPr>
          <p:sp>
            <p:nvSpPr>
              <p:cNvPr id="9077" name="شكل حر: شكل 10128">
                <a:extLst>
                  <a:ext uri="{FF2B5EF4-FFF2-40B4-BE49-F238E27FC236}">
                    <a16:creationId xmlns:a16="http://schemas.microsoft.com/office/drawing/2014/main" id="{6070E376-08E7-FE4D-713B-6FD178F6F7B5}"/>
                  </a:ext>
                </a:extLst>
              </p:cNvPr>
              <p:cNvSpPr/>
              <p:nvPr/>
            </p:nvSpPr>
            <p:spPr>
              <a:xfrm>
                <a:off x="7304086" y="2853329"/>
                <a:ext cx="116880" cy="74709"/>
              </a:xfrm>
              <a:custGeom>
                <a:avLst/>
                <a:gdLst>
                  <a:gd name="connsiteX0" fmla="*/ 0 w 116880"/>
                  <a:gd name="connsiteY0" fmla="*/ 74709 h 74709"/>
                  <a:gd name="connsiteX1" fmla="*/ 47904 w 116880"/>
                  <a:gd name="connsiteY1" fmla="*/ 26833 h 74709"/>
                  <a:gd name="connsiteX2" fmla="*/ 68975 w 116880"/>
                  <a:gd name="connsiteY2" fmla="*/ 47904 h 74709"/>
                  <a:gd name="connsiteX3" fmla="*/ 116880 w 116880"/>
                  <a:gd name="connsiteY3" fmla="*/ 0 h 74709"/>
                </a:gdLst>
                <a:ahLst/>
                <a:cxnLst>
                  <a:cxn ang="0">
                    <a:pos x="connsiteX0" y="connsiteY0"/>
                  </a:cxn>
                  <a:cxn ang="0">
                    <a:pos x="connsiteX1" y="connsiteY1"/>
                  </a:cxn>
                  <a:cxn ang="0">
                    <a:pos x="connsiteX2" y="connsiteY2"/>
                  </a:cxn>
                  <a:cxn ang="0">
                    <a:pos x="connsiteX3" y="connsiteY3"/>
                  </a:cxn>
                </a:cxnLst>
                <a:rect l="l" t="t" r="r" b="b"/>
                <a:pathLst>
                  <a:path w="116880" h="74709">
                    <a:moveTo>
                      <a:pt x="0" y="74709"/>
                    </a:moveTo>
                    <a:lnTo>
                      <a:pt x="47904" y="26833"/>
                    </a:lnTo>
                    <a:lnTo>
                      <a:pt x="68975" y="47904"/>
                    </a:lnTo>
                    <a:lnTo>
                      <a:pt x="116880" y="0"/>
                    </a:lnTo>
                  </a:path>
                </a:pathLst>
              </a:custGeom>
              <a:noFill/>
              <a:ln w="8472" cap="flat">
                <a:solidFill>
                  <a:srgbClr val="01355A"/>
                </a:solidFill>
                <a:prstDash val="solid"/>
                <a:miter/>
              </a:ln>
            </p:spPr>
            <p:txBody>
              <a:bodyPr rtlCol="1" anchor="ctr"/>
              <a:lstStyle/>
              <a:p>
                <a:endParaRPr lang="ar-SA"/>
              </a:p>
            </p:txBody>
          </p:sp>
          <p:sp>
            <p:nvSpPr>
              <p:cNvPr id="9078" name="شكل حر: شكل 10129">
                <a:extLst>
                  <a:ext uri="{FF2B5EF4-FFF2-40B4-BE49-F238E27FC236}">
                    <a16:creationId xmlns:a16="http://schemas.microsoft.com/office/drawing/2014/main" id="{3C935252-E2C1-7609-334C-ACFFDB71AD06}"/>
                  </a:ext>
                </a:extLst>
              </p:cNvPr>
              <p:cNvSpPr/>
              <p:nvPr/>
            </p:nvSpPr>
            <p:spPr>
              <a:xfrm>
                <a:off x="7399980" y="2853329"/>
                <a:ext cx="20986" cy="20986"/>
              </a:xfrm>
              <a:custGeom>
                <a:avLst/>
                <a:gdLst>
                  <a:gd name="connsiteX0" fmla="*/ 0 w 20986"/>
                  <a:gd name="connsiteY0" fmla="*/ 0 h 20986"/>
                  <a:gd name="connsiteX1" fmla="*/ 20987 w 20986"/>
                  <a:gd name="connsiteY1" fmla="*/ 0 h 20986"/>
                  <a:gd name="connsiteX2" fmla="*/ 20987 w 20986"/>
                  <a:gd name="connsiteY2" fmla="*/ 20986 h 20986"/>
                </a:gdLst>
                <a:ahLst/>
                <a:cxnLst>
                  <a:cxn ang="0">
                    <a:pos x="connsiteX0" y="connsiteY0"/>
                  </a:cxn>
                  <a:cxn ang="0">
                    <a:pos x="connsiteX1" y="connsiteY1"/>
                  </a:cxn>
                  <a:cxn ang="0">
                    <a:pos x="connsiteX2" y="connsiteY2"/>
                  </a:cxn>
                </a:cxnLst>
                <a:rect l="l" t="t" r="r" b="b"/>
                <a:pathLst>
                  <a:path w="20986" h="20986">
                    <a:moveTo>
                      <a:pt x="0" y="0"/>
                    </a:moveTo>
                    <a:lnTo>
                      <a:pt x="20987" y="0"/>
                    </a:lnTo>
                    <a:lnTo>
                      <a:pt x="20987" y="20986"/>
                    </a:lnTo>
                  </a:path>
                </a:pathLst>
              </a:custGeom>
              <a:noFill/>
              <a:ln w="8472" cap="flat">
                <a:solidFill>
                  <a:srgbClr val="01355A"/>
                </a:solidFill>
                <a:prstDash val="solid"/>
                <a:miter/>
              </a:ln>
            </p:spPr>
            <p:txBody>
              <a:bodyPr rtlCol="1" anchor="ctr"/>
              <a:lstStyle/>
              <a:p>
                <a:endParaRPr lang="ar-SA"/>
              </a:p>
            </p:txBody>
          </p:sp>
        </p:grpSp>
        <p:sp>
          <p:nvSpPr>
            <p:cNvPr id="9063" name="شكل حر: شكل 10130">
              <a:extLst>
                <a:ext uri="{FF2B5EF4-FFF2-40B4-BE49-F238E27FC236}">
                  <a16:creationId xmlns:a16="http://schemas.microsoft.com/office/drawing/2014/main" id="{B2BD59A8-E8C4-BDFE-5894-9F5B3D89927D}"/>
                </a:ext>
              </a:extLst>
            </p:cNvPr>
            <p:cNvSpPr/>
            <p:nvPr/>
          </p:nvSpPr>
          <p:spPr>
            <a:xfrm>
              <a:off x="7503048" y="3094517"/>
              <a:ext cx="2824" cy="79821"/>
            </a:xfrm>
            <a:custGeom>
              <a:avLst/>
              <a:gdLst>
                <a:gd name="connsiteX0" fmla="*/ 0 w 2824"/>
                <a:gd name="connsiteY0" fmla="*/ 0 h 79821"/>
                <a:gd name="connsiteX1" fmla="*/ 0 w 2824"/>
                <a:gd name="connsiteY1" fmla="*/ 79822 h 79821"/>
              </a:gdLst>
              <a:ahLst/>
              <a:cxnLst>
                <a:cxn ang="0">
                  <a:pos x="connsiteX0" y="connsiteY0"/>
                </a:cxn>
                <a:cxn ang="0">
                  <a:pos x="connsiteX1" y="connsiteY1"/>
                </a:cxn>
              </a:cxnLst>
              <a:rect l="l" t="t" r="r" b="b"/>
              <a:pathLst>
                <a:path w="2824" h="79821">
                  <a:moveTo>
                    <a:pt x="0" y="0"/>
                  </a:moveTo>
                  <a:lnTo>
                    <a:pt x="0" y="79822"/>
                  </a:lnTo>
                </a:path>
              </a:pathLst>
            </a:custGeom>
            <a:ln w="8472" cap="flat">
              <a:solidFill>
                <a:srgbClr val="17A3A3"/>
              </a:solidFill>
              <a:prstDash val="solid"/>
              <a:miter/>
            </a:ln>
          </p:spPr>
          <p:txBody>
            <a:bodyPr rtlCol="1" anchor="ctr"/>
            <a:lstStyle/>
            <a:p>
              <a:endParaRPr lang="ar-SA"/>
            </a:p>
          </p:txBody>
        </p:sp>
        <p:sp>
          <p:nvSpPr>
            <p:cNvPr id="9064" name="شكل حر: شكل 10131">
              <a:extLst>
                <a:ext uri="{FF2B5EF4-FFF2-40B4-BE49-F238E27FC236}">
                  <a16:creationId xmlns:a16="http://schemas.microsoft.com/office/drawing/2014/main" id="{82D02EDB-3360-B87F-0A66-90EADAE0BD7E}"/>
                </a:ext>
              </a:extLst>
            </p:cNvPr>
            <p:cNvSpPr/>
            <p:nvPr/>
          </p:nvSpPr>
          <p:spPr>
            <a:xfrm rot="-4050002">
              <a:off x="7409410" y="2911235"/>
              <a:ext cx="90780" cy="90780"/>
            </a:xfrm>
            <a:custGeom>
              <a:avLst/>
              <a:gdLst>
                <a:gd name="connsiteX0" fmla="*/ 90781 w 90780"/>
                <a:gd name="connsiteY0" fmla="*/ 45391 h 90780"/>
                <a:gd name="connsiteX1" fmla="*/ 45390 w 90780"/>
                <a:gd name="connsiteY1" fmla="*/ 90781 h 90780"/>
                <a:gd name="connsiteX2" fmla="*/ -1 w 90780"/>
                <a:gd name="connsiteY2" fmla="*/ 45391 h 90780"/>
                <a:gd name="connsiteX3" fmla="*/ 45390 w 90780"/>
                <a:gd name="connsiteY3" fmla="*/ 0 h 90780"/>
                <a:gd name="connsiteX4" fmla="*/ 90781 w 90780"/>
                <a:gd name="connsiteY4" fmla="*/ 45391 h 907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780" h="90780">
                  <a:moveTo>
                    <a:pt x="90781" y="45391"/>
                  </a:moveTo>
                  <a:cubicBezTo>
                    <a:pt x="90781" y="70459"/>
                    <a:pt x="70459" y="90781"/>
                    <a:pt x="45390" y="90781"/>
                  </a:cubicBezTo>
                  <a:cubicBezTo>
                    <a:pt x="20321" y="90781"/>
                    <a:pt x="-1" y="70459"/>
                    <a:pt x="-1" y="45391"/>
                  </a:cubicBezTo>
                  <a:cubicBezTo>
                    <a:pt x="-1" y="20322"/>
                    <a:pt x="20321" y="0"/>
                    <a:pt x="45390" y="0"/>
                  </a:cubicBezTo>
                  <a:cubicBezTo>
                    <a:pt x="70459" y="0"/>
                    <a:pt x="90781" y="20322"/>
                    <a:pt x="90781" y="45391"/>
                  </a:cubicBezTo>
                  <a:close/>
                </a:path>
              </a:pathLst>
            </a:custGeom>
            <a:noFill/>
            <a:ln w="8472" cap="flat">
              <a:solidFill>
                <a:srgbClr val="17A3A3"/>
              </a:solidFill>
              <a:prstDash val="solid"/>
              <a:miter/>
            </a:ln>
          </p:spPr>
          <p:txBody>
            <a:bodyPr rtlCol="1" anchor="ctr"/>
            <a:lstStyle/>
            <a:p>
              <a:endParaRPr lang="ar-SA"/>
            </a:p>
          </p:txBody>
        </p:sp>
        <p:sp>
          <p:nvSpPr>
            <p:cNvPr id="9065" name="شكل حر: شكل 10132">
              <a:extLst>
                <a:ext uri="{FF2B5EF4-FFF2-40B4-BE49-F238E27FC236}">
                  <a16:creationId xmlns:a16="http://schemas.microsoft.com/office/drawing/2014/main" id="{89E346B6-1C51-B25E-E7D4-D17D2E39F4E3}"/>
                </a:ext>
              </a:extLst>
            </p:cNvPr>
            <p:cNvSpPr/>
            <p:nvPr/>
          </p:nvSpPr>
          <p:spPr>
            <a:xfrm>
              <a:off x="7368401" y="3030145"/>
              <a:ext cx="172777" cy="144192"/>
            </a:xfrm>
            <a:custGeom>
              <a:avLst/>
              <a:gdLst>
                <a:gd name="connsiteX0" fmla="*/ 0 w 172777"/>
                <a:gd name="connsiteY0" fmla="*/ 144193 h 144192"/>
                <a:gd name="connsiteX1" fmla="*/ 0 w 172777"/>
                <a:gd name="connsiteY1" fmla="*/ 29516 h 144192"/>
                <a:gd name="connsiteX2" fmla="*/ 29516 w 172777"/>
                <a:gd name="connsiteY2" fmla="*/ 0 h 144192"/>
                <a:gd name="connsiteX3" fmla="*/ 143261 w 172777"/>
                <a:gd name="connsiteY3" fmla="*/ 0 h 144192"/>
                <a:gd name="connsiteX4" fmla="*/ 172777 w 172777"/>
                <a:gd name="connsiteY4" fmla="*/ 29516 h 144192"/>
                <a:gd name="connsiteX5" fmla="*/ 172777 w 172777"/>
                <a:gd name="connsiteY5" fmla="*/ 144193 h 144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2777" h="144192">
                  <a:moveTo>
                    <a:pt x="0" y="144193"/>
                  </a:moveTo>
                  <a:lnTo>
                    <a:pt x="0" y="29516"/>
                  </a:lnTo>
                  <a:cubicBezTo>
                    <a:pt x="0" y="13219"/>
                    <a:pt x="13219" y="0"/>
                    <a:pt x="29516" y="0"/>
                  </a:cubicBezTo>
                  <a:lnTo>
                    <a:pt x="143261" y="0"/>
                  </a:lnTo>
                  <a:cubicBezTo>
                    <a:pt x="159559" y="0"/>
                    <a:pt x="172777" y="13219"/>
                    <a:pt x="172777" y="29516"/>
                  </a:cubicBezTo>
                  <a:lnTo>
                    <a:pt x="172777" y="144193"/>
                  </a:lnTo>
                </a:path>
              </a:pathLst>
            </a:custGeom>
            <a:noFill/>
            <a:ln w="8472" cap="flat">
              <a:solidFill>
                <a:srgbClr val="17A3A3"/>
              </a:solidFill>
              <a:prstDash val="solid"/>
              <a:miter/>
            </a:ln>
          </p:spPr>
          <p:txBody>
            <a:bodyPr rtlCol="1" anchor="ctr"/>
            <a:lstStyle/>
            <a:p>
              <a:endParaRPr lang="ar-SA"/>
            </a:p>
          </p:txBody>
        </p:sp>
        <p:sp>
          <p:nvSpPr>
            <p:cNvPr id="9066" name="شكل حر: شكل 10133">
              <a:extLst>
                <a:ext uri="{FF2B5EF4-FFF2-40B4-BE49-F238E27FC236}">
                  <a16:creationId xmlns:a16="http://schemas.microsoft.com/office/drawing/2014/main" id="{69C48EA9-A150-0CDB-5B4D-43AE523B56E9}"/>
                </a:ext>
              </a:extLst>
            </p:cNvPr>
            <p:cNvSpPr/>
            <p:nvPr/>
          </p:nvSpPr>
          <p:spPr>
            <a:xfrm>
              <a:off x="7406589" y="3094517"/>
              <a:ext cx="2824" cy="79821"/>
            </a:xfrm>
            <a:custGeom>
              <a:avLst/>
              <a:gdLst>
                <a:gd name="connsiteX0" fmla="*/ 0 w 2824"/>
                <a:gd name="connsiteY0" fmla="*/ 79822 h 79821"/>
                <a:gd name="connsiteX1" fmla="*/ 0 w 2824"/>
                <a:gd name="connsiteY1" fmla="*/ 0 h 79821"/>
              </a:gdLst>
              <a:ahLst/>
              <a:cxnLst>
                <a:cxn ang="0">
                  <a:pos x="connsiteX0" y="connsiteY0"/>
                </a:cxn>
                <a:cxn ang="0">
                  <a:pos x="connsiteX1" y="connsiteY1"/>
                </a:cxn>
              </a:cxnLst>
              <a:rect l="l" t="t" r="r" b="b"/>
              <a:pathLst>
                <a:path w="2824" h="79821">
                  <a:moveTo>
                    <a:pt x="0" y="79822"/>
                  </a:moveTo>
                  <a:lnTo>
                    <a:pt x="0" y="0"/>
                  </a:lnTo>
                </a:path>
              </a:pathLst>
            </a:custGeom>
            <a:ln w="8472" cap="flat">
              <a:solidFill>
                <a:srgbClr val="17A3A3"/>
              </a:solidFill>
              <a:prstDash val="solid"/>
              <a:miter/>
            </a:ln>
          </p:spPr>
          <p:txBody>
            <a:bodyPr rtlCol="1" anchor="ctr"/>
            <a:lstStyle/>
            <a:p>
              <a:endParaRPr lang="ar-SA"/>
            </a:p>
          </p:txBody>
        </p:sp>
        <p:grpSp>
          <p:nvGrpSpPr>
            <p:cNvPr id="9067" name="رسم 8014">
              <a:extLst>
                <a:ext uri="{FF2B5EF4-FFF2-40B4-BE49-F238E27FC236}">
                  <a16:creationId xmlns:a16="http://schemas.microsoft.com/office/drawing/2014/main" id="{12718C45-F779-0EFC-5F71-86ABB539E49A}"/>
                </a:ext>
              </a:extLst>
            </p:cNvPr>
            <p:cNvGrpSpPr/>
            <p:nvPr/>
          </p:nvGrpSpPr>
          <p:grpSpPr>
            <a:xfrm>
              <a:off x="7215932" y="2841465"/>
              <a:ext cx="65416" cy="127500"/>
              <a:chOff x="7215932" y="2841465"/>
              <a:chExt cx="65416" cy="127500"/>
            </a:xfrm>
            <a:noFill/>
          </p:grpSpPr>
          <p:sp>
            <p:nvSpPr>
              <p:cNvPr id="9068" name="شكل حر: شكل 10135">
                <a:extLst>
                  <a:ext uri="{FF2B5EF4-FFF2-40B4-BE49-F238E27FC236}">
                    <a16:creationId xmlns:a16="http://schemas.microsoft.com/office/drawing/2014/main" id="{6DBFC500-E987-9539-EDD0-8F4023AA38AF}"/>
                  </a:ext>
                </a:extLst>
              </p:cNvPr>
              <p:cNvSpPr/>
              <p:nvPr/>
            </p:nvSpPr>
            <p:spPr>
              <a:xfrm>
                <a:off x="7233445" y="2858949"/>
                <a:ext cx="2824" cy="92503"/>
              </a:xfrm>
              <a:custGeom>
                <a:avLst/>
                <a:gdLst>
                  <a:gd name="connsiteX0" fmla="*/ 0 w 2824"/>
                  <a:gd name="connsiteY0" fmla="*/ 0 h 92503"/>
                  <a:gd name="connsiteX1" fmla="*/ 0 w 2824"/>
                  <a:gd name="connsiteY1" fmla="*/ 92504 h 92503"/>
                </a:gdLst>
                <a:ahLst/>
                <a:cxnLst>
                  <a:cxn ang="0">
                    <a:pos x="connsiteX0" y="connsiteY0"/>
                  </a:cxn>
                  <a:cxn ang="0">
                    <a:pos x="connsiteX1" y="connsiteY1"/>
                  </a:cxn>
                </a:cxnLst>
                <a:rect l="l" t="t" r="r" b="b"/>
                <a:pathLst>
                  <a:path w="2824" h="92503">
                    <a:moveTo>
                      <a:pt x="0" y="0"/>
                    </a:moveTo>
                    <a:lnTo>
                      <a:pt x="0" y="92504"/>
                    </a:lnTo>
                  </a:path>
                </a:pathLst>
              </a:custGeom>
              <a:ln w="8472" cap="flat">
                <a:solidFill>
                  <a:srgbClr val="01355A"/>
                </a:solidFill>
                <a:prstDash val="solid"/>
                <a:miter/>
              </a:ln>
            </p:spPr>
            <p:txBody>
              <a:bodyPr rtlCol="1" anchor="ctr"/>
              <a:lstStyle/>
              <a:p>
                <a:endParaRPr lang="ar-SA"/>
              </a:p>
            </p:txBody>
          </p:sp>
          <p:sp>
            <p:nvSpPr>
              <p:cNvPr id="9069" name="شكل حر: شكل 10136">
                <a:extLst>
                  <a:ext uri="{FF2B5EF4-FFF2-40B4-BE49-F238E27FC236}">
                    <a16:creationId xmlns:a16="http://schemas.microsoft.com/office/drawing/2014/main" id="{39078717-53EB-8E46-1BCA-CD91F7508EA3}"/>
                  </a:ext>
                </a:extLst>
              </p:cNvPr>
              <p:cNvSpPr/>
              <p:nvPr/>
            </p:nvSpPr>
            <p:spPr>
              <a:xfrm>
                <a:off x="7233444" y="2905216"/>
                <a:ext cx="47904" cy="46265"/>
              </a:xfrm>
              <a:custGeom>
                <a:avLst/>
                <a:gdLst>
                  <a:gd name="connsiteX0" fmla="*/ 0 w 47904"/>
                  <a:gd name="connsiteY0" fmla="*/ 0 h 46265"/>
                  <a:gd name="connsiteX1" fmla="*/ 24771 w 47904"/>
                  <a:gd name="connsiteY1" fmla="*/ 0 h 46265"/>
                  <a:gd name="connsiteX2" fmla="*/ 47904 w 47904"/>
                  <a:gd name="connsiteY2" fmla="*/ 23133 h 46265"/>
                  <a:gd name="connsiteX3" fmla="*/ 47904 w 47904"/>
                  <a:gd name="connsiteY3" fmla="*/ 23133 h 46265"/>
                  <a:gd name="connsiteX4" fmla="*/ 24771 w 47904"/>
                  <a:gd name="connsiteY4" fmla="*/ 46266 h 46265"/>
                  <a:gd name="connsiteX5" fmla="*/ 0 w 47904"/>
                  <a:gd name="connsiteY5" fmla="*/ 46266 h 46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904" h="46265">
                    <a:moveTo>
                      <a:pt x="0" y="0"/>
                    </a:moveTo>
                    <a:lnTo>
                      <a:pt x="24771" y="0"/>
                    </a:lnTo>
                    <a:cubicBezTo>
                      <a:pt x="37538" y="0"/>
                      <a:pt x="47904" y="10366"/>
                      <a:pt x="47904" y="23133"/>
                    </a:cubicBezTo>
                    <a:lnTo>
                      <a:pt x="47904" y="23133"/>
                    </a:lnTo>
                    <a:cubicBezTo>
                      <a:pt x="47904" y="35900"/>
                      <a:pt x="37538" y="46266"/>
                      <a:pt x="24771" y="46266"/>
                    </a:cubicBezTo>
                    <a:lnTo>
                      <a:pt x="0" y="46266"/>
                    </a:lnTo>
                  </a:path>
                </a:pathLst>
              </a:custGeom>
              <a:noFill/>
              <a:ln w="8472" cap="flat">
                <a:solidFill>
                  <a:srgbClr val="01355A"/>
                </a:solidFill>
                <a:prstDash val="solid"/>
                <a:miter/>
              </a:ln>
            </p:spPr>
            <p:txBody>
              <a:bodyPr rtlCol="1" anchor="ctr"/>
              <a:lstStyle/>
              <a:p>
                <a:endParaRPr lang="ar-SA"/>
              </a:p>
            </p:txBody>
          </p:sp>
          <p:sp>
            <p:nvSpPr>
              <p:cNvPr id="9070" name="شكل حر: شكل 10137">
                <a:extLst>
                  <a:ext uri="{FF2B5EF4-FFF2-40B4-BE49-F238E27FC236}">
                    <a16:creationId xmlns:a16="http://schemas.microsoft.com/office/drawing/2014/main" id="{FC057F82-E798-A76E-0A36-8597FD2E95B4}"/>
                  </a:ext>
                </a:extLst>
              </p:cNvPr>
              <p:cNvSpPr/>
              <p:nvPr/>
            </p:nvSpPr>
            <p:spPr>
              <a:xfrm>
                <a:off x="7215932" y="2858949"/>
                <a:ext cx="17512" cy="2824"/>
              </a:xfrm>
              <a:custGeom>
                <a:avLst/>
                <a:gdLst>
                  <a:gd name="connsiteX0" fmla="*/ 0 w 17512"/>
                  <a:gd name="connsiteY0" fmla="*/ 0 h 2824"/>
                  <a:gd name="connsiteX1" fmla="*/ 17512 w 17512"/>
                  <a:gd name="connsiteY1" fmla="*/ 0 h 2824"/>
                </a:gdLst>
                <a:ahLst/>
                <a:cxnLst>
                  <a:cxn ang="0">
                    <a:pos x="connsiteX0" y="connsiteY0"/>
                  </a:cxn>
                  <a:cxn ang="0">
                    <a:pos x="connsiteX1" y="connsiteY1"/>
                  </a:cxn>
                </a:cxnLst>
                <a:rect l="l" t="t" r="r" b="b"/>
                <a:pathLst>
                  <a:path w="17512" h="2824">
                    <a:moveTo>
                      <a:pt x="0" y="0"/>
                    </a:moveTo>
                    <a:lnTo>
                      <a:pt x="17512" y="0"/>
                    </a:lnTo>
                  </a:path>
                </a:pathLst>
              </a:custGeom>
              <a:ln w="8472" cap="flat">
                <a:solidFill>
                  <a:srgbClr val="01355A"/>
                </a:solidFill>
                <a:prstDash val="solid"/>
                <a:miter/>
              </a:ln>
            </p:spPr>
            <p:txBody>
              <a:bodyPr rtlCol="1" anchor="ctr"/>
              <a:lstStyle/>
              <a:p>
                <a:endParaRPr lang="ar-SA"/>
              </a:p>
            </p:txBody>
          </p:sp>
          <p:sp>
            <p:nvSpPr>
              <p:cNvPr id="9071" name="شكل حر: شكل 10138">
                <a:extLst>
                  <a:ext uri="{FF2B5EF4-FFF2-40B4-BE49-F238E27FC236}">
                    <a16:creationId xmlns:a16="http://schemas.microsoft.com/office/drawing/2014/main" id="{9C21AD61-658D-9078-A991-B58B17D5A8DE}"/>
                  </a:ext>
                </a:extLst>
              </p:cNvPr>
              <p:cNvSpPr/>
              <p:nvPr/>
            </p:nvSpPr>
            <p:spPr>
              <a:xfrm>
                <a:off x="7233445" y="2841465"/>
                <a:ext cx="2824" cy="17483"/>
              </a:xfrm>
              <a:custGeom>
                <a:avLst/>
                <a:gdLst>
                  <a:gd name="connsiteX0" fmla="*/ 0 w 2824"/>
                  <a:gd name="connsiteY0" fmla="*/ 0 h 17483"/>
                  <a:gd name="connsiteX1" fmla="*/ 0 w 2824"/>
                  <a:gd name="connsiteY1" fmla="*/ 17484 h 17483"/>
                </a:gdLst>
                <a:ahLst/>
                <a:cxnLst>
                  <a:cxn ang="0">
                    <a:pos x="connsiteX0" y="connsiteY0"/>
                  </a:cxn>
                  <a:cxn ang="0">
                    <a:pos x="connsiteX1" y="connsiteY1"/>
                  </a:cxn>
                </a:cxnLst>
                <a:rect l="l" t="t" r="r" b="b"/>
                <a:pathLst>
                  <a:path w="2824" h="17483">
                    <a:moveTo>
                      <a:pt x="0" y="0"/>
                    </a:moveTo>
                    <a:lnTo>
                      <a:pt x="0" y="17484"/>
                    </a:lnTo>
                  </a:path>
                </a:pathLst>
              </a:custGeom>
              <a:ln w="8472" cap="flat">
                <a:solidFill>
                  <a:srgbClr val="01355A"/>
                </a:solidFill>
                <a:prstDash val="solid"/>
                <a:miter/>
              </a:ln>
            </p:spPr>
            <p:txBody>
              <a:bodyPr rtlCol="1" anchor="ctr"/>
              <a:lstStyle/>
              <a:p>
                <a:endParaRPr lang="ar-SA"/>
              </a:p>
            </p:txBody>
          </p:sp>
          <p:sp>
            <p:nvSpPr>
              <p:cNvPr id="9072" name="شكل حر: شكل 10139">
                <a:extLst>
                  <a:ext uri="{FF2B5EF4-FFF2-40B4-BE49-F238E27FC236}">
                    <a16:creationId xmlns:a16="http://schemas.microsoft.com/office/drawing/2014/main" id="{AE0BAC1E-4116-866B-B6C2-23DBE7348AEF}"/>
                  </a:ext>
                </a:extLst>
              </p:cNvPr>
              <p:cNvSpPr/>
              <p:nvPr/>
            </p:nvSpPr>
            <p:spPr>
              <a:xfrm>
                <a:off x="7253132" y="2841465"/>
                <a:ext cx="2824" cy="17483"/>
              </a:xfrm>
              <a:custGeom>
                <a:avLst/>
                <a:gdLst>
                  <a:gd name="connsiteX0" fmla="*/ 0 w 2824"/>
                  <a:gd name="connsiteY0" fmla="*/ 0 h 17483"/>
                  <a:gd name="connsiteX1" fmla="*/ 0 w 2824"/>
                  <a:gd name="connsiteY1" fmla="*/ 17484 h 17483"/>
                </a:gdLst>
                <a:ahLst/>
                <a:cxnLst>
                  <a:cxn ang="0">
                    <a:pos x="connsiteX0" y="connsiteY0"/>
                  </a:cxn>
                  <a:cxn ang="0">
                    <a:pos x="connsiteX1" y="connsiteY1"/>
                  </a:cxn>
                </a:cxnLst>
                <a:rect l="l" t="t" r="r" b="b"/>
                <a:pathLst>
                  <a:path w="2824" h="17483">
                    <a:moveTo>
                      <a:pt x="0" y="0"/>
                    </a:moveTo>
                    <a:lnTo>
                      <a:pt x="0" y="17484"/>
                    </a:lnTo>
                  </a:path>
                </a:pathLst>
              </a:custGeom>
              <a:ln w="8472" cap="flat">
                <a:solidFill>
                  <a:srgbClr val="01355A"/>
                </a:solidFill>
                <a:prstDash val="solid"/>
                <a:miter/>
              </a:ln>
            </p:spPr>
            <p:txBody>
              <a:bodyPr rtlCol="1" anchor="ctr"/>
              <a:lstStyle/>
              <a:p>
                <a:endParaRPr lang="ar-SA"/>
              </a:p>
            </p:txBody>
          </p:sp>
          <p:sp>
            <p:nvSpPr>
              <p:cNvPr id="9073" name="شكل حر: شكل 10140">
                <a:extLst>
                  <a:ext uri="{FF2B5EF4-FFF2-40B4-BE49-F238E27FC236}">
                    <a16:creationId xmlns:a16="http://schemas.microsoft.com/office/drawing/2014/main" id="{4FAB5B6B-EAAA-6CB6-0BEE-F2198DF883AF}"/>
                  </a:ext>
                </a:extLst>
              </p:cNvPr>
              <p:cNvSpPr/>
              <p:nvPr/>
            </p:nvSpPr>
            <p:spPr>
              <a:xfrm>
                <a:off x="7233445" y="2951453"/>
                <a:ext cx="2824" cy="17512"/>
              </a:xfrm>
              <a:custGeom>
                <a:avLst/>
                <a:gdLst>
                  <a:gd name="connsiteX0" fmla="*/ 0 w 2824"/>
                  <a:gd name="connsiteY0" fmla="*/ 0 h 17512"/>
                  <a:gd name="connsiteX1" fmla="*/ 0 w 2824"/>
                  <a:gd name="connsiteY1" fmla="*/ 17512 h 17512"/>
                </a:gdLst>
                <a:ahLst/>
                <a:cxnLst>
                  <a:cxn ang="0">
                    <a:pos x="connsiteX0" y="connsiteY0"/>
                  </a:cxn>
                  <a:cxn ang="0">
                    <a:pos x="connsiteX1" y="connsiteY1"/>
                  </a:cxn>
                </a:cxnLst>
                <a:rect l="l" t="t" r="r" b="b"/>
                <a:pathLst>
                  <a:path w="2824" h="17512">
                    <a:moveTo>
                      <a:pt x="0" y="0"/>
                    </a:moveTo>
                    <a:lnTo>
                      <a:pt x="0" y="17512"/>
                    </a:lnTo>
                  </a:path>
                </a:pathLst>
              </a:custGeom>
              <a:ln w="8472" cap="flat">
                <a:solidFill>
                  <a:srgbClr val="01355A"/>
                </a:solidFill>
                <a:prstDash val="solid"/>
                <a:miter/>
              </a:ln>
            </p:spPr>
            <p:txBody>
              <a:bodyPr rtlCol="1" anchor="ctr"/>
              <a:lstStyle/>
              <a:p>
                <a:endParaRPr lang="ar-SA"/>
              </a:p>
            </p:txBody>
          </p:sp>
          <p:sp>
            <p:nvSpPr>
              <p:cNvPr id="9074" name="شكل حر: شكل 10141">
                <a:extLst>
                  <a:ext uri="{FF2B5EF4-FFF2-40B4-BE49-F238E27FC236}">
                    <a16:creationId xmlns:a16="http://schemas.microsoft.com/office/drawing/2014/main" id="{41833BC1-7DBE-95E8-88FD-329B20578D26}"/>
                  </a:ext>
                </a:extLst>
              </p:cNvPr>
              <p:cNvSpPr/>
              <p:nvPr/>
            </p:nvSpPr>
            <p:spPr>
              <a:xfrm>
                <a:off x="7253132" y="2951453"/>
                <a:ext cx="2824" cy="17512"/>
              </a:xfrm>
              <a:custGeom>
                <a:avLst/>
                <a:gdLst>
                  <a:gd name="connsiteX0" fmla="*/ 0 w 2824"/>
                  <a:gd name="connsiteY0" fmla="*/ 0 h 17512"/>
                  <a:gd name="connsiteX1" fmla="*/ 0 w 2824"/>
                  <a:gd name="connsiteY1" fmla="*/ 17512 h 17512"/>
                </a:gdLst>
                <a:ahLst/>
                <a:cxnLst>
                  <a:cxn ang="0">
                    <a:pos x="connsiteX0" y="connsiteY0"/>
                  </a:cxn>
                  <a:cxn ang="0">
                    <a:pos x="connsiteX1" y="connsiteY1"/>
                  </a:cxn>
                </a:cxnLst>
                <a:rect l="l" t="t" r="r" b="b"/>
                <a:pathLst>
                  <a:path w="2824" h="17512">
                    <a:moveTo>
                      <a:pt x="0" y="0"/>
                    </a:moveTo>
                    <a:lnTo>
                      <a:pt x="0" y="17512"/>
                    </a:lnTo>
                  </a:path>
                </a:pathLst>
              </a:custGeom>
              <a:ln w="8472" cap="flat">
                <a:solidFill>
                  <a:srgbClr val="01355A"/>
                </a:solidFill>
                <a:prstDash val="solid"/>
                <a:miter/>
              </a:ln>
            </p:spPr>
            <p:txBody>
              <a:bodyPr rtlCol="1" anchor="ctr"/>
              <a:lstStyle/>
              <a:p>
                <a:endParaRPr lang="ar-SA"/>
              </a:p>
            </p:txBody>
          </p:sp>
          <p:sp>
            <p:nvSpPr>
              <p:cNvPr id="9075" name="شكل حر: شكل 10142">
                <a:extLst>
                  <a:ext uri="{FF2B5EF4-FFF2-40B4-BE49-F238E27FC236}">
                    <a16:creationId xmlns:a16="http://schemas.microsoft.com/office/drawing/2014/main" id="{E418F89E-BED6-7301-70FF-724A4D6F2CB9}"/>
                  </a:ext>
                </a:extLst>
              </p:cNvPr>
              <p:cNvSpPr/>
              <p:nvPr/>
            </p:nvSpPr>
            <p:spPr>
              <a:xfrm>
                <a:off x="7215932" y="2951453"/>
                <a:ext cx="17512" cy="2824"/>
              </a:xfrm>
              <a:custGeom>
                <a:avLst/>
                <a:gdLst>
                  <a:gd name="connsiteX0" fmla="*/ 0 w 17512"/>
                  <a:gd name="connsiteY0" fmla="*/ 0 h 2824"/>
                  <a:gd name="connsiteX1" fmla="*/ 17512 w 17512"/>
                  <a:gd name="connsiteY1" fmla="*/ 0 h 2824"/>
                </a:gdLst>
                <a:ahLst/>
                <a:cxnLst>
                  <a:cxn ang="0">
                    <a:pos x="connsiteX0" y="connsiteY0"/>
                  </a:cxn>
                  <a:cxn ang="0">
                    <a:pos x="connsiteX1" y="connsiteY1"/>
                  </a:cxn>
                </a:cxnLst>
                <a:rect l="l" t="t" r="r" b="b"/>
                <a:pathLst>
                  <a:path w="17512" h="2824">
                    <a:moveTo>
                      <a:pt x="0" y="0"/>
                    </a:moveTo>
                    <a:lnTo>
                      <a:pt x="17512" y="0"/>
                    </a:lnTo>
                  </a:path>
                </a:pathLst>
              </a:custGeom>
              <a:ln w="8472" cap="flat">
                <a:solidFill>
                  <a:srgbClr val="01355A"/>
                </a:solidFill>
                <a:prstDash val="solid"/>
                <a:miter/>
              </a:ln>
            </p:spPr>
            <p:txBody>
              <a:bodyPr rtlCol="1" anchor="ctr"/>
              <a:lstStyle/>
              <a:p>
                <a:endParaRPr lang="ar-SA"/>
              </a:p>
            </p:txBody>
          </p:sp>
          <p:sp>
            <p:nvSpPr>
              <p:cNvPr id="9076" name="شكل حر: شكل 10143">
                <a:extLst>
                  <a:ext uri="{FF2B5EF4-FFF2-40B4-BE49-F238E27FC236}">
                    <a16:creationId xmlns:a16="http://schemas.microsoft.com/office/drawing/2014/main" id="{13EDC3EB-3F5C-EE76-BAF3-A60078601168}"/>
                  </a:ext>
                </a:extLst>
              </p:cNvPr>
              <p:cNvSpPr/>
              <p:nvPr/>
            </p:nvSpPr>
            <p:spPr>
              <a:xfrm>
                <a:off x="7233444" y="2858949"/>
                <a:ext cx="47904" cy="46266"/>
              </a:xfrm>
              <a:custGeom>
                <a:avLst/>
                <a:gdLst>
                  <a:gd name="connsiteX0" fmla="*/ 0 w 47904"/>
                  <a:gd name="connsiteY0" fmla="*/ 0 h 46266"/>
                  <a:gd name="connsiteX1" fmla="*/ 24771 w 47904"/>
                  <a:gd name="connsiteY1" fmla="*/ 0 h 46266"/>
                  <a:gd name="connsiteX2" fmla="*/ 47904 w 47904"/>
                  <a:gd name="connsiteY2" fmla="*/ 23133 h 46266"/>
                  <a:gd name="connsiteX3" fmla="*/ 47904 w 47904"/>
                  <a:gd name="connsiteY3" fmla="*/ 23133 h 46266"/>
                  <a:gd name="connsiteX4" fmla="*/ 24771 w 47904"/>
                  <a:gd name="connsiteY4" fmla="*/ 46266 h 46266"/>
                  <a:gd name="connsiteX5" fmla="*/ 0 w 47904"/>
                  <a:gd name="connsiteY5" fmla="*/ 46266 h 46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904" h="46266">
                    <a:moveTo>
                      <a:pt x="0" y="0"/>
                    </a:moveTo>
                    <a:lnTo>
                      <a:pt x="24771" y="0"/>
                    </a:lnTo>
                    <a:cubicBezTo>
                      <a:pt x="37538" y="0"/>
                      <a:pt x="47904" y="10366"/>
                      <a:pt x="47904" y="23133"/>
                    </a:cubicBezTo>
                    <a:lnTo>
                      <a:pt x="47904" y="23133"/>
                    </a:lnTo>
                    <a:cubicBezTo>
                      <a:pt x="47904" y="35900"/>
                      <a:pt x="37538" y="46266"/>
                      <a:pt x="24771" y="46266"/>
                    </a:cubicBezTo>
                    <a:lnTo>
                      <a:pt x="0" y="46266"/>
                    </a:lnTo>
                  </a:path>
                </a:pathLst>
              </a:custGeom>
              <a:noFill/>
              <a:ln w="8472" cap="flat">
                <a:solidFill>
                  <a:srgbClr val="01355A"/>
                </a:solidFill>
                <a:prstDash val="solid"/>
                <a:miter/>
              </a:ln>
            </p:spPr>
            <p:txBody>
              <a:bodyPr rtlCol="1" anchor="ctr"/>
              <a:lstStyle/>
              <a:p>
                <a:endParaRPr lang="ar-SA"/>
              </a:p>
            </p:txBody>
          </p:sp>
        </p:grpSp>
      </p:grpSp>
      <p:grpSp>
        <p:nvGrpSpPr>
          <p:cNvPr id="9082" name="رسم 8014">
            <a:extLst>
              <a:ext uri="{FF2B5EF4-FFF2-40B4-BE49-F238E27FC236}">
                <a16:creationId xmlns:a16="http://schemas.microsoft.com/office/drawing/2014/main" id="{E509C538-0B3B-B6DF-9085-0BBD64EFC111}"/>
              </a:ext>
            </a:extLst>
          </p:cNvPr>
          <p:cNvGrpSpPr/>
          <p:nvPr/>
        </p:nvGrpSpPr>
        <p:grpSpPr>
          <a:xfrm>
            <a:off x="9884644" y="3659134"/>
            <a:ext cx="331370" cy="270847"/>
            <a:chOff x="10896543" y="2827064"/>
            <a:chExt cx="396086" cy="343631"/>
          </a:xfrm>
          <a:noFill/>
        </p:grpSpPr>
        <p:grpSp>
          <p:nvGrpSpPr>
            <p:cNvPr id="9083" name="رسم 8014">
              <a:extLst>
                <a:ext uri="{FF2B5EF4-FFF2-40B4-BE49-F238E27FC236}">
                  <a16:creationId xmlns:a16="http://schemas.microsoft.com/office/drawing/2014/main" id="{4696382F-65D0-019E-2C4F-CE10CE2B3133}"/>
                </a:ext>
              </a:extLst>
            </p:cNvPr>
            <p:cNvGrpSpPr/>
            <p:nvPr/>
          </p:nvGrpSpPr>
          <p:grpSpPr>
            <a:xfrm>
              <a:off x="10896543" y="2886009"/>
              <a:ext cx="396086" cy="284686"/>
              <a:chOff x="10896543" y="2886009"/>
              <a:chExt cx="396086" cy="284686"/>
            </a:xfrm>
            <a:noFill/>
          </p:grpSpPr>
          <p:grpSp>
            <p:nvGrpSpPr>
              <p:cNvPr id="9088" name="رسم 8014">
                <a:extLst>
                  <a:ext uri="{FF2B5EF4-FFF2-40B4-BE49-F238E27FC236}">
                    <a16:creationId xmlns:a16="http://schemas.microsoft.com/office/drawing/2014/main" id="{CC97EDA3-C3A6-3004-EF54-2C200BD226D2}"/>
                  </a:ext>
                </a:extLst>
              </p:cNvPr>
              <p:cNvGrpSpPr/>
              <p:nvPr/>
            </p:nvGrpSpPr>
            <p:grpSpPr>
              <a:xfrm>
                <a:off x="10896543" y="2886009"/>
                <a:ext cx="181787" cy="284686"/>
                <a:chOff x="10896543" y="2886009"/>
                <a:chExt cx="181787" cy="284686"/>
              </a:xfrm>
              <a:noFill/>
            </p:grpSpPr>
            <p:grpSp>
              <p:nvGrpSpPr>
                <p:cNvPr id="9098" name="رسم 8014">
                  <a:extLst>
                    <a:ext uri="{FF2B5EF4-FFF2-40B4-BE49-F238E27FC236}">
                      <a16:creationId xmlns:a16="http://schemas.microsoft.com/office/drawing/2014/main" id="{1830FEB9-1911-D1D5-26B6-135897DD17B9}"/>
                    </a:ext>
                  </a:extLst>
                </p:cNvPr>
                <p:cNvGrpSpPr/>
                <p:nvPr/>
              </p:nvGrpSpPr>
              <p:grpSpPr>
                <a:xfrm>
                  <a:off x="10896543" y="2886009"/>
                  <a:ext cx="181787" cy="240651"/>
                  <a:chOff x="10896543" y="2886009"/>
                  <a:chExt cx="181787" cy="240651"/>
                </a:xfrm>
                <a:noFill/>
              </p:grpSpPr>
              <p:sp>
                <p:nvSpPr>
                  <p:cNvPr id="9101" name="شكل حر: شكل 10148">
                    <a:extLst>
                      <a:ext uri="{FF2B5EF4-FFF2-40B4-BE49-F238E27FC236}">
                        <a16:creationId xmlns:a16="http://schemas.microsoft.com/office/drawing/2014/main" id="{DEE532D2-3F9E-BE4B-8EFA-099E59B4BE5C}"/>
                      </a:ext>
                    </a:extLst>
                  </p:cNvPr>
                  <p:cNvSpPr/>
                  <p:nvPr/>
                </p:nvSpPr>
                <p:spPr>
                  <a:xfrm>
                    <a:off x="10972100" y="2937641"/>
                    <a:ext cx="106230" cy="164388"/>
                  </a:xfrm>
                  <a:custGeom>
                    <a:avLst/>
                    <a:gdLst>
                      <a:gd name="connsiteX0" fmla="*/ 106231 w 106230"/>
                      <a:gd name="connsiteY0" fmla="*/ 164389 h 164388"/>
                      <a:gd name="connsiteX1" fmla="*/ 99367 w 106230"/>
                      <a:gd name="connsiteY1" fmla="*/ 140154 h 164388"/>
                      <a:gd name="connsiteX2" fmla="*/ 57197 w 106230"/>
                      <a:gd name="connsiteY2" fmla="*/ 90696 h 164388"/>
                      <a:gd name="connsiteX3" fmla="*/ 40193 w 106230"/>
                      <a:gd name="connsiteY3" fmla="*/ 82816 h 164388"/>
                      <a:gd name="connsiteX4" fmla="*/ 19602 w 106230"/>
                      <a:gd name="connsiteY4" fmla="*/ 58694 h 164388"/>
                      <a:gd name="connsiteX5" fmla="*/ 11383 w 106230"/>
                      <a:gd name="connsiteY5" fmla="*/ 29686 h 164388"/>
                      <a:gd name="connsiteX6" fmla="*/ 12033 w 106230"/>
                      <a:gd name="connsiteY6" fmla="*/ 24799 h 164388"/>
                      <a:gd name="connsiteX7" fmla="*/ 423 w 106230"/>
                      <a:gd name="connsiteY7" fmla="*/ 254 h 164388"/>
                      <a:gd name="connsiteX8" fmla="*/ 0 w 106230"/>
                      <a:gd name="connsiteY8" fmla="*/ 0 h 164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230" h="164388">
                        <a:moveTo>
                          <a:pt x="106231" y="164389"/>
                        </a:moveTo>
                        <a:lnTo>
                          <a:pt x="99367" y="140154"/>
                        </a:lnTo>
                        <a:cubicBezTo>
                          <a:pt x="93182" y="118320"/>
                          <a:pt x="77788" y="100243"/>
                          <a:pt x="57197" y="90696"/>
                        </a:cubicBezTo>
                        <a:lnTo>
                          <a:pt x="40193" y="82816"/>
                        </a:lnTo>
                        <a:cubicBezTo>
                          <a:pt x="30138" y="78155"/>
                          <a:pt x="22625" y="69342"/>
                          <a:pt x="19602" y="58694"/>
                        </a:cubicBezTo>
                        <a:lnTo>
                          <a:pt x="11383" y="29686"/>
                        </a:lnTo>
                        <a:lnTo>
                          <a:pt x="12033" y="24799"/>
                        </a:lnTo>
                        <a:cubicBezTo>
                          <a:pt x="13332" y="15055"/>
                          <a:pt x="8784" y="5423"/>
                          <a:pt x="423" y="254"/>
                        </a:cubicBezTo>
                        <a:lnTo>
                          <a:pt x="0" y="0"/>
                        </a:lnTo>
                      </a:path>
                    </a:pathLst>
                  </a:custGeom>
                  <a:noFill/>
                  <a:ln w="8472" cap="flat">
                    <a:solidFill>
                      <a:srgbClr val="01355A"/>
                    </a:solidFill>
                    <a:prstDash val="solid"/>
                    <a:miter/>
                  </a:ln>
                </p:spPr>
                <p:txBody>
                  <a:bodyPr rtlCol="1" anchor="ctr"/>
                  <a:lstStyle/>
                  <a:p>
                    <a:endParaRPr lang="ar-SA"/>
                  </a:p>
                </p:txBody>
              </p:sp>
              <p:sp>
                <p:nvSpPr>
                  <p:cNvPr id="9102" name="شكل حر: شكل 10149">
                    <a:extLst>
                      <a:ext uri="{FF2B5EF4-FFF2-40B4-BE49-F238E27FC236}">
                        <a16:creationId xmlns:a16="http://schemas.microsoft.com/office/drawing/2014/main" id="{5D41920E-10A0-3784-88A1-1F02AD84D203}"/>
                      </a:ext>
                    </a:extLst>
                  </p:cNvPr>
                  <p:cNvSpPr/>
                  <p:nvPr/>
                </p:nvSpPr>
                <p:spPr>
                  <a:xfrm>
                    <a:off x="10896543" y="3013367"/>
                    <a:ext cx="112897" cy="113292"/>
                  </a:xfrm>
                  <a:custGeom>
                    <a:avLst/>
                    <a:gdLst>
                      <a:gd name="connsiteX0" fmla="*/ 98096 w 112897"/>
                      <a:gd name="connsiteY0" fmla="*/ 40391 h 113292"/>
                      <a:gd name="connsiteX1" fmla="*/ 94509 w 112897"/>
                      <a:gd name="connsiteY1" fmla="*/ 40787 h 113292"/>
                      <a:gd name="connsiteX2" fmla="*/ 43809 w 112897"/>
                      <a:gd name="connsiteY2" fmla="*/ 18106 h 113292"/>
                      <a:gd name="connsiteX3" fmla="*/ 0 w 112897"/>
                      <a:gd name="connsiteY3" fmla="*/ 6130 h 113292"/>
                      <a:gd name="connsiteX4" fmla="*/ 34488 w 112897"/>
                      <a:gd name="connsiteY4" fmla="*/ 55022 h 113292"/>
                      <a:gd name="connsiteX5" fmla="*/ 80019 w 112897"/>
                      <a:gd name="connsiteY5" fmla="*/ 90357 h 113292"/>
                      <a:gd name="connsiteX6" fmla="*/ 83691 w 112897"/>
                      <a:gd name="connsiteY6" fmla="*/ 91205 h 113292"/>
                      <a:gd name="connsiteX7" fmla="*/ 112897 w 112897"/>
                      <a:gd name="connsiteY7" fmla="*/ 113293 h 11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897" h="113292">
                        <a:moveTo>
                          <a:pt x="98096" y="40391"/>
                        </a:moveTo>
                        <a:cubicBezTo>
                          <a:pt x="96881" y="40561"/>
                          <a:pt x="95695" y="40702"/>
                          <a:pt x="94509" y="40787"/>
                        </a:cubicBezTo>
                        <a:cubicBezTo>
                          <a:pt x="74964" y="42510"/>
                          <a:pt x="55898" y="33584"/>
                          <a:pt x="43809" y="18106"/>
                        </a:cubicBezTo>
                        <a:cubicBezTo>
                          <a:pt x="18924" y="-13755"/>
                          <a:pt x="0" y="6130"/>
                          <a:pt x="0" y="6130"/>
                        </a:cubicBezTo>
                        <a:cubicBezTo>
                          <a:pt x="0" y="6130"/>
                          <a:pt x="20535" y="30731"/>
                          <a:pt x="34488" y="55022"/>
                        </a:cubicBezTo>
                        <a:cubicBezTo>
                          <a:pt x="44458" y="72337"/>
                          <a:pt x="60643" y="85528"/>
                          <a:pt x="80019" y="90357"/>
                        </a:cubicBezTo>
                        <a:cubicBezTo>
                          <a:pt x="81206" y="90668"/>
                          <a:pt x="82448" y="90923"/>
                          <a:pt x="83691" y="91205"/>
                        </a:cubicBezTo>
                        <a:cubicBezTo>
                          <a:pt x="96401" y="93832"/>
                          <a:pt x="106994" y="102108"/>
                          <a:pt x="112897" y="113293"/>
                        </a:cubicBezTo>
                      </a:path>
                    </a:pathLst>
                  </a:custGeom>
                  <a:noFill/>
                  <a:ln w="8472" cap="flat">
                    <a:solidFill>
                      <a:srgbClr val="01355A"/>
                    </a:solidFill>
                    <a:prstDash val="solid"/>
                    <a:miter/>
                  </a:ln>
                </p:spPr>
                <p:txBody>
                  <a:bodyPr rtlCol="1" anchor="ctr"/>
                  <a:lstStyle/>
                  <a:p>
                    <a:endParaRPr lang="ar-SA"/>
                  </a:p>
                </p:txBody>
              </p:sp>
              <p:sp>
                <p:nvSpPr>
                  <p:cNvPr id="9103" name="شكل حر: شكل 10150">
                    <a:extLst>
                      <a:ext uri="{FF2B5EF4-FFF2-40B4-BE49-F238E27FC236}">
                        <a16:creationId xmlns:a16="http://schemas.microsoft.com/office/drawing/2014/main" id="{1B4F4FC5-9AED-8512-CCCC-AD732F1CB4E8}"/>
                      </a:ext>
                    </a:extLst>
                  </p:cNvPr>
                  <p:cNvSpPr/>
                  <p:nvPr/>
                </p:nvSpPr>
                <p:spPr>
                  <a:xfrm>
                    <a:off x="10906654" y="2898578"/>
                    <a:ext cx="36052" cy="115072"/>
                  </a:xfrm>
                  <a:custGeom>
                    <a:avLst/>
                    <a:gdLst>
                      <a:gd name="connsiteX0" fmla="*/ 8474 w 36052"/>
                      <a:gd name="connsiteY0" fmla="*/ 115072 h 115072"/>
                      <a:gd name="connsiteX1" fmla="*/ 0 w 36052"/>
                      <a:gd name="connsiteY1" fmla="*/ 76348 h 115072"/>
                      <a:gd name="connsiteX2" fmla="*/ 24856 w 36052"/>
                      <a:gd name="connsiteY2" fmla="*/ 0 h 115072"/>
                      <a:gd name="connsiteX3" fmla="*/ 35448 w 36052"/>
                      <a:gd name="connsiteY3" fmla="*/ 25364 h 115072"/>
                      <a:gd name="connsiteX4" fmla="*/ 24178 w 36052"/>
                      <a:gd name="connsiteY4" fmla="*/ 75020 h 115072"/>
                      <a:gd name="connsiteX5" fmla="*/ 31889 w 36052"/>
                      <a:gd name="connsiteY5" fmla="*/ 106401 h 115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052" h="115072">
                        <a:moveTo>
                          <a:pt x="8474" y="115072"/>
                        </a:moveTo>
                        <a:lnTo>
                          <a:pt x="0" y="76348"/>
                        </a:lnTo>
                        <a:lnTo>
                          <a:pt x="24856" y="0"/>
                        </a:lnTo>
                        <a:cubicBezTo>
                          <a:pt x="24856" y="0"/>
                          <a:pt x="39120" y="3587"/>
                          <a:pt x="35448" y="25364"/>
                        </a:cubicBezTo>
                        <a:lnTo>
                          <a:pt x="24178" y="75020"/>
                        </a:lnTo>
                        <a:lnTo>
                          <a:pt x="31889" y="106401"/>
                        </a:lnTo>
                      </a:path>
                    </a:pathLst>
                  </a:custGeom>
                  <a:noFill/>
                  <a:ln w="8472" cap="flat">
                    <a:solidFill>
                      <a:srgbClr val="01355A"/>
                    </a:solidFill>
                    <a:prstDash val="solid"/>
                    <a:miter/>
                  </a:ln>
                </p:spPr>
                <p:txBody>
                  <a:bodyPr rtlCol="1" anchor="ctr"/>
                  <a:lstStyle/>
                  <a:p>
                    <a:endParaRPr lang="ar-SA"/>
                  </a:p>
                </p:txBody>
              </p:sp>
              <p:sp>
                <p:nvSpPr>
                  <p:cNvPr id="9104" name="شكل حر: شكل 10151">
                    <a:extLst>
                      <a:ext uri="{FF2B5EF4-FFF2-40B4-BE49-F238E27FC236}">
                        <a16:creationId xmlns:a16="http://schemas.microsoft.com/office/drawing/2014/main" id="{8CA9362E-956D-050D-138A-319069220714}"/>
                      </a:ext>
                    </a:extLst>
                  </p:cNvPr>
                  <p:cNvSpPr/>
                  <p:nvPr/>
                </p:nvSpPr>
                <p:spPr>
                  <a:xfrm>
                    <a:off x="10940492" y="2886009"/>
                    <a:ext cx="20184" cy="114478"/>
                  </a:xfrm>
                  <a:custGeom>
                    <a:avLst/>
                    <a:gdLst>
                      <a:gd name="connsiteX0" fmla="*/ 0 w 20184"/>
                      <a:gd name="connsiteY0" fmla="*/ 20619 h 114478"/>
                      <a:gd name="connsiteX1" fmla="*/ 6666 w 20184"/>
                      <a:gd name="connsiteY1" fmla="*/ 0 h 114478"/>
                      <a:gd name="connsiteX2" fmla="*/ 18897 w 20184"/>
                      <a:gd name="connsiteY2" fmla="*/ 31381 h 114478"/>
                      <a:gd name="connsiteX3" fmla="*/ 8558 w 20184"/>
                      <a:gd name="connsiteY3" fmla="*/ 85301 h 114478"/>
                      <a:gd name="connsiteX4" fmla="*/ 16807 w 20184"/>
                      <a:gd name="connsiteY4" fmla="*/ 114479 h 114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84" h="114478">
                        <a:moveTo>
                          <a:pt x="0" y="20619"/>
                        </a:moveTo>
                        <a:lnTo>
                          <a:pt x="6666" y="0"/>
                        </a:lnTo>
                        <a:cubicBezTo>
                          <a:pt x="6666" y="0"/>
                          <a:pt x="25139" y="6779"/>
                          <a:pt x="18897" y="31381"/>
                        </a:cubicBezTo>
                        <a:lnTo>
                          <a:pt x="8558" y="85301"/>
                        </a:lnTo>
                        <a:lnTo>
                          <a:pt x="16807" y="114479"/>
                        </a:lnTo>
                      </a:path>
                    </a:pathLst>
                  </a:custGeom>
                  <a:noFill/>
                  <a:ln w="8472" cap="flat">
                    <a:solidFill>
                      <a:srgbClr val="01355A"/>
                    </a:solidFill>
                    <a:prstDash val="solid"/>
                    <a:miter/>
                  </a:ln>
                </p:spPr>
                <p:txBody>
                  <a:bodyPr rtlCol="1" anchor="ctr"/>
                  <a:lstStyle/>
                  <a:p>
                    <a:endParaRPr lang="ar-SA"/>
                  </a:p>
                </p:txBody>
              </p:sp>
              <p:sp>
                <p:nvSpPr>
                  <p:cNvPr id="9105" name="شكل حر: شكل 10152">
                    <a:extLst>
                      <a:ext uri="{FF2B5EF4-FFF2-40B4-BE49-F238E27FC236}">
                        <a16:creationId xmlns:a16="http://schemas.microsoft.com/office/drawing/2014/main" id="{DF5DF97E-CDAD-D419-0C97-5A5FFEF5D39D}"/>
                      </a:ext>
                    </a:extLst>
                  </p:cNvPr>
                  <p:cNvSpPr/>
                  <p:nvPr/>
                </p:nvSpPr>
                <p:spPr>
                  <a:xfrm>
                    <a:off x="10960660" y="2906571"/>
                    <a:ext cx="14461" cy="90074"/>
                  </a:xfrm>
                  <a:custGeom>
                    <a:avLst/>
                    <a:gdLst>
                      <a:gd name="connsiteX0" fmla="*/ 0 w 14461"/>
                      <a:gd name="connsiteY0" fmla="*/ 0 h 90074"/>
                      <a:gd name="connsiteX1" fmla="*/ 932 w 14461"/>
                      <a:gd name="connsiteY1" fmla="*/ 678 h 90074"/>
                      <a:gd name="connsiteX2" fmla="*/ 11920 w 14461"/>
                      <a:gd name="connsiteY2" fmla="*/ 28443 h 90074"/>
                      <a:gd name="connsiteX3" fmla="*/ 5931 w 14461"/>
                      <a:gd name="connsiteY3" fmla="*/ 60389 h 90074"/>
                      <a:gd name="connsiteX4" fmla="*/ 14461 w 14461"/>
                      <a:gd name="connsiteY4" fmla="*/ 90075 h 900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61" h="90074">
                        <a:moveTo>
                          <a:pt x="0" y="0"/>
                        </a:moveTo>
                        <a:lnTo>
                          <a:pt x="932" y="678"/>
                        </a:lnTo>
                        <a:cubicBezTo>
                          <a:pt x="9631" y="7061"/>
                          <a:pt x="13897" y="17851"/>
                          <a:pt x="11920" y="28443"/>
                        </a:cubicBezTo>
                        <a:lnTo>
                          <a:pt x="5931" y="60389"/>
                        </a:lnTo>
                        <a:lnTo>
                          <a:pt x="14461" y="90075"/>
                        </a:lnTo>
                      </a:path>
                    </a:pathLst>
                  </a:custGeom>
                  <a:noFill/>
                  <a:ln w="8472" cap="flat">
                    <a:solidFill>
                      <a:srgbClr val="01355A"/>
                    </a:solidFill>
                    <a:prstDash val="solid"/>
                    <a:miter/>
                  </a:ln>
                </p:spPr>
                <p:txBody>
                  <a:bodyPr rtlCol="1" anchor="ctr"/>
                  <a:lstStyle/>
                  <a:p>
                    <a:endParaRPr lang="ar-SA"/>
                  </a:p>
                </p:txBody>
              </p:sp>
            </p:grpSp>
            <p:sp>
              <p:nvSpPr>
                <p:cNvPr id="9099" name="شكل حر: شكل 10153">
                  <a:extLst>
                    <a:ext uri="{FF2B5EF4-FFF2-40B4-BE49-F238E27FC236}">
                      <a16:creationId xmlns:a16="http://schemas.microsoft.com/office/drawing/2014/main" id="{674D9700-B41F-0CD9-8391-B4EFB83D55DB}"/>
                    </a:ext>
                  </a:extLst>
                </p:cNvPr>
                <p:cNvSpPr/>
                <p:nvPr/>
              </p:nvSpPr>
              <p:spPr>
                <a:xfrm>
                  <a:off x="10996052" y="3102030"/>
                  <a:ext cx="82278" cy="68664"/>
                </a:xfrm>
                <a:custGeom>
                  <a:avLst/>
                  <a:gdLst>
                    <a:gd name="connsiteX0" fmla="*/ 73805 w 82278"/>
                    <a:gd name="connsiteY0" fmla="*/ 50785 h 68664"/>
                    <a:gd name="connsiteX1" fmla="*/ 15648 w 82278"/>
                    <a:gd name="connsiteY1" fmla="*/ 68665 h 68664"/>
                    <a:gd name="connsiteX2" fmla="*/ 0 w 82278"/>
                    <a:gd name="connsiteY2" fmla="*/ 29601 h 68664"/>
                    <a:gd name="connsiteX3" fmla="*/ 82279 w 82278"/>
                    <a:gd name="connsiteY3" fmla="*/ 0 h 68664"/>
                    <a:gd name="connsiteX4" fmla="*/ 82279 w 82278"/>
                    <a:gd name="connsiteY4" fmla="*/ 19800 h 68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278" h="68664">
                      <a:moveTo>
                        <a:pt x="73805" y="50785"/>
                      </a:moveTo>
                      <a:lnTo>
                        <a:pt x="15648" y="68665"/>
                      </a:lnTo>
                      <a:lnTo>
                        <a:pt x="0" y="29601"/>
                      </a:lnTo>
                      <a:lnTo>
                        <a:pt x="82279" y="0"/>
                      </a:lnTo>
                      <a:lnTo>
                        <a:pt x="82279" y="19800"/>
                      </a:lnTo>
                    </a:path>
                  </a:pathLst>
                </a:custGeom>
                <a:noFill/>
                <a:ln w="8472" cap="flat">
                  <a:solidFill>
                    <a:srgbClr val="01355A"/>
                  </a:solidFill>
                  <a:prstDash val="solid"/>
                  <a:miter/>
                </a:ln>
              </p:spPr>
              <p:txBody>
                <a:bodyPr rtlCol="1" anchor="ctr"/>
                <a:lstStyle/>
                <a:p>
                  <a:endParaRPr lang="ar-SA"/>
                </a:p>
              </p:txBody>
            </p:sp>
            <p:sp>
              <p:nvSpPr>
                <p:cNvPr id="9100" name="شكل حر: شكل 10154">
                  <a:extLst>
                    <a:ext uri="{FF2B5EF4-FFF2-40B4-BE49-F238E27FC236}">
                      <a16:creationId xmlns:a16="http://schemas.microsoft.com/office/drawing/2014/main" id="{BC76E72C-759D-4242-9001-AF60883FBD4C}"/>
                    </a:ext>
                  </a:extLst>
                </p:cNvPr>
                <p:cNvSpPr/>
                <p:nvPr/>
              </p:nvSpPr>
              <p:spPr>
                <a:xfrm>
                  <a:off x="11002831" y="3121830"/>
                  <a:ext cx="75500" cy="26691"/>
                </a:xfrm>
                <a:custGeom>
                  <a:avLst/>
                  <a:gdLst>
                    <a:gd name="connsiteX0" fmla="*/ 0 w 75500"/>
                    <a:gd name="connsiteY0" fmla="*/ 26692 h 26691"/>
                    <a:gd name="connsiteX1" fmla="*/ 75500 w 75500"/>
                    <a:gd name="connsiteY1" fmla="*/ 0 h 26691"/>
                  </a:gdLst>
                  <a:ahLst/>
                  <a:cxnLst>
                    <a:cxn ang="0">
                      <a:pos x="connsiteX0" y="connsiteY0"/>
                    </a:cxn>
                    <a:cxn ang="0">
                      <a:pos x="connsiteX1" y="connsiteY1"/>
                    </a:cxn>
                  </a:cxnLst>
                  <a:rect l="l" t="t" r="r" b="b"/>
                  <a:pathLst>
                    <a:path w="75500" h="26691">
                      <a:moveTo>
                        <a:pt x="0" y="26692"/>
                      </a:moveTo>
                      <a:lnTo>
                        <a:pt x="75500" y="0"/>
                      </a:lnTo>
                    </a:path>
                  </a:pathLst>
                </a:custGeom>
                <a:ln w="8472" cap="flat">
                  <a:solidFill>
                    <a:srgbClr val="01355A"/>
                  </a:solidFill>
                  <a:prstDash val="solid"/>
                  <a:miter/>
                </a:ln>
              </p:spPr>
              <p:txBody>
                <a:bodyPr rtlCol="1" anchor="ctr"/>
                <a:lstStyle/>
                <a:p>
                  <a:endParaRPr lang="ar-SA"/>
                </a:p>
              </p:txBody>
            </p:sp>
          </p:grpSp>
          <p:grpSp>
            <p:nvGrpSpPr>
              <p:cNvPr id="9089" name="رسم 8014">
                <a:extLst>
                  <a:ext uri="{FF2B5EF4-FFF2-40B4-BE49-F238E27FC236}">
                    <a16:creationId xmlns:a16="http://schemas.microsoft.com/office/drawing/2014/main" id="{B1670260-DA9C-0271-6CF8-A95298C6D021}"/>
                  </a:ext>
                </a:extLst>
              </p:cNvPr>
              <p:cNvGrpSpPr/>
              <p:nvPr/>
            </p:nvGrpSpPr>
            <p:grpSpPr>
              <a:xfrm>
                <a:off x="11110841" y="2886009"/>
                <a:ext cx="181788" cy="284686"/>
                <a:chOff x="11110841" y="2886009"/>
                <a:chExt cx="181788" cy="284686"/>
              </a:xfrm>
              <a:noFill/>
            </p:grpSpPr>
            <p:grpSp>
              <p:nvGrpSpPr>
                <p:cNvPr id="9090" name="رسم 8014">
                  <a:extLst>
                    <a:ext uri="{FF2B5EF4-FFF2-40B4-BE49-F238E27FC236}">
                      <a16:creationId xmlns:a16="http://schemas.microsoft.com/office/drawing/2014/main" id="{4926E987-DCEC-409C-04FF-9FEF3DDA067A}"/>
                    </a:ext>
                  </a:extLst>
                </p:cNvPr>
                <p:cNvGrpSpPr/>
                <p:nvPr/>
              </p:nvGrpSpPr>
              <p:grpSpPr>
                <a:xfrm>
                  <a:off x="11110841" y="2886009"/>
                  <a:ext cx="181788" cy="240651"/>
                  <a:chOff x="11110841" y="2886009"/>
                  <a:chExt cx="181788" cy="240651"/>
                </a:xfrm>
                <a:noFill/>
              </p:grpSpPr>
              <p:sp>
                <p:nvSpPr>
                  <p:cNvPr id="9093" name="شكل حر: شكل 10157">
                    <a:extLst>
                      <a:ext uri="{FF2B5EF4-FFF2-40B4-BE49-F238E27FC236}">
                        <a16:creationId xmlns:a16="http://schemas.microsoft.com/office/drawing/2014/main" id="{24A5B66A-4199-ECE2-8261-784C74797534}"/>
                      </a:ext>
                    </a:extLst>
                  </p:cNvPr>
                  <p:cNvSpPr/>
                  <p:nvPr/>
                </p:nvSpPr>
                <p:spPr>
                  <a:xfrm>
                    <a:off x="11110841" y="2937641"/>
                    <a:ext cx="106231" cy="164388"/>
                  </a:xfrm>
                  <a:custGeom>
                    <a:avLst/>
                    <a:gdLst>
                      <a:gd name="connsiteX0" fmla="*/ 0 w 106231"/>
                      <a:gd name="connsiteY0" fmla="*/ 164389 h 164388"/>
                      <a:gd name="connsiteX1" fmla="*/ 6863 w 106231"/>
                      <a:gd name="connsiteY1" fmla="*/ 140154 h 164388"/>
                      <a:gd name="connsiteX2" fmla="*/ 49034 w 106231"/>
                      <a:gd name="connsiteY2" fmla="*/ 90696 h 164388"/>
                      <a:gd name="connsiteX3" fmla="*/ 66038 w 106231"/>
                      <a:gd name="connsiteY3" fmla="*/ 82816 h 164388"/>
                      <a:gd name="connsiteX4" fmla="*/ 86629 w 106231"/>
                      <a:gd name="connsiteY4" fmla="*/ 58694 h 164388"/>
                      <a:gd name="connsiteX5" fmla="*/ 94849 w 106231"/>
                      <a:gd name="connsiteY5" fmla="*/ 29686 h 164388"/>
                      <a:gd name="connsiteX6" fmla="*/ 94199 w 106231"/>
                      <a:gd name="connsiteY6" fmla="*/ 24799 h 164388"/>
                      <a:gd name="connsiteX7" fmla="*/ 105807 w 106231"/>
                      <a:gd name="connsiteY7" fmla="*/ 254 h 164388"/>
                      <a:gd name="connsiteX8" fmla="*/ 106232 w 106231"/>
                      <a:gd name="connsiteY8" fmla="*/ 0 h 164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231" h="164388">
                        <a:moveTo>
                          <a:pt x="0" y="164389"/>
                        </a:moveTo>
                        <a:lnTo>
                          <a:pt x="6863" y="140154"/>
                        </a:lnTo>
                        <a:cubicBezTo>
                          <a:pt x="13050" y="118320"/>
                          <a:pt x="28443" y="100243"/>
                          <a:pt x="49034" y="90696"/>
                        </a:cubicBezTo>
                        <a:lnTo>
                          <a:pt x="66038" y="82816"/>
                        </a:lnTo>
                        <a:cubicBezTo>
                          <a:pt x="76093" y="78155"/>
                          <a:pt x="83607" y="69342"/>
                          <a:pt x="86629" y="58694"/>
                        </a:cubicBezTo>
                        <a:lnTo>
                          <a:pt x="94849" y="29686"/>
                        </a:lnTo>
                        <a:lnTo>
                          <a:pt x="94199" y="24799"/>
                        </a:lnTo>
                        <a:cubicBezTo>
                          <a:pt x="92900" y="15055"/>
                          <a:pt x="97447" y="5423"/>
                          <a:pt x="105807" y="254"/>
                        </a:cubicBezTo>
                        <a:lnTo>
                          <a:pt x="106232" y="0"/>
                        </a:lnTo>
                      </a:path>
                    </a:pathLst>
                  </a:custGeom>
                  <a:noFill/>
                  <a:ln w="8472" cap="flat">
                    <a:solidFill>
                      <a:srgbClr val="01355A"/>
                    </a:solidFill>
                    <a:prstDash val="solid"/>
                    <a:miter/>
                  </a:ln>
                </p:spPr>
                <p:txBody>
                  <a:bodyPr rtlCol="1" anchor="ctr"/>
                  <a:lstStyle/>
                  <a:p>
                    <a:endParaRPr lang="ar-SA"/>
                  </a:p>
                </p:txBody>
              </p:sp>
              <p:sp>
                <p:nvSpPr>
                  <p:cNvPr id="9094" name="شكل حر: شكل 10158">
                    <a:extLst>
                      <a:ext uri="{FF2B5EF4-FFF2-40B4-BE49-F238E27FC236}">
                        <a16:creationId xmlns:a16="http://schemas.microsoft.com/office/drawing/2014/main" id="{A04F1E30-5BEC-E9CC-3FB8-56980B4D3201}"/>
                      </a:ext>
                    </a:extLst>
                  </p:cNvPr>
                  <p:cNvSpPr/>
                  <p:nvPr/>
                </p:nvSpPr>
                <p:spPr>
                  <a:xfrm>
                    <a:off x="11179732" y="3013367"/>
                    <a:ext cx="112897" cy="113292"/>
                  </a:xfrm>
                  <a:custGeom>
                    <a:avLst/>
                    <a:gdLst>
                      <a:gd name="connsiteX0" fmla="*/ 14801 w 112897"/>
                      <a:gd name="connsiteY0" fmla="*/ 40391 h 113292"/>
                      <a:gd name="connsiteX1" fmla="*/ 18388 w 112897"/>
                      <a:gd name="connsiteY1" fmla="*/ 40787 h 113292"/>
                      <a:gd name="connsiteX2" fmla="*/ 69088 w 112897"/>
                      <a:gd name="connsiteY2" fmla="*/ 18106 h 113292"/>
                      <a:gd name="connsiteX3" fmla="*/ 112897 w 112897"/>
                      <a:gd name="connsiteY3" fmla="*/ 6130 h 113292"/>
                      <a:gd name="connsiteX4" fmla="*/ 78409 w 112897"/>
                      <a:gd name="connsiteY4" fmla="*/ 55022 h 113292"/>
                      <a:gd name="connsiteX5" fmla="*/ 32877 w 112897"/>
                      <a:gd name="connsiteY5" fmla="*/ 90357 h 113292"/>
                      <a:gd name="connsiteX6" fmla="*/ 29205 w 112897"/>
                      <a:gd name="connsiteY6" fmla="*/ 91205 h 113292"/>
                      <a:gd name="connsiteX7" fmla="*/ 0 w 112897"/>
                      <a:gd name="connsiteY7" fmla="*/ 113293 h 113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897" h="113292">
                        <a:moveTo>
                          <a:pt x="14801" y="40391"/>
                        </a:moveTo>
                        <a:cubicBezTo>
                          <a:pt x="16015" y="40561"/>
                          <a:pt x="17201" y="40702"/>
                          <a:pt x="18388" y="40787"/>
                        </a:cubicBezTo>
                        <a:cubicBezTo>
                          <a:pt x="37962" y="42510"/>
                          <a:pt x="56999" y="33584"/>
                          <a:pt x="69088" y="18106"/>
                        </a:cubicBezTo>
                        <a:cubicBezTo>
                          <a:pt x="93944" y="-13755"/>
                          <a:pt x="112897" y="6130"/>
                          <a:pt x="112897" y="6130"/>
                        </a:cubicBezTo>
                        <a:cubicBezTo>
                          <a:pt x="112897" y="6130"/>
                          <a:pt x="92363" y="30731"/>
                          <a:pt x="78409" y="55022"/>
                        </a:cubicBezTo>
                        <a:cubicBezTo>
                          <a:pt x="68439" y="72337"/>
                          <a:pt x="52254" y="85528"/>
                          <a:pt x="32877" y="90357"/>
                        </a:cubicBezTo>
                        <a:cubicBezTo>
                          <a:pt x="31691" y="90668"/>
                          <a:pt x="30449" y="90923"/>
                          <a:pt x="29205" y="91205"/>
                        </a:cubicBezTo>
                        <a:cubicBezTo>
                          <a:pt x="16495" y="93832"/>
                          <a:pt x="5903" y="102108"/>
                          <a:pt x="0" y="113293"/>
                        </a:cubicBezTo>
                      </a:path>
                    </a:pathLst>
                  </a:custGeom>
                  <a:noFill/>
                  <a:ln w="8472" cap="flat">
                    <a:solidFill>
                      <a:srgbClr val="01355A"/>
                    </a:solidFill>
                    <a:prstDash val="solid"/>
                    <a:miter/>
                  </a:ln>
                </p:spPr>
                <p:txBody>
                  <a:bodyPr rtlCol="1" anchor="ctr"/>
                  <a:lstStyle/>
                  <a:p>
                    <a:endParaRPr lang="ar-SA"/>
                  </a:p>
                </p:txBody>
              </p:sp>
              <p:sp>
                <p:nvSpPr>
                  <p:cNvPr id="9095" name="شكل حر: شكل 10159">
                    <a:extLst>
                      <a:ext uri="{FF2B5EF4-FFF2-40B4-BE49-F238E27FC236}">
                        <a16:creationId xmlns:a16="http://schemas.microsoft.com/office/drawing/2014/main" id="{B1E13959-9601-4F68-BD71-2A02859686B9}"/>
                      </a:ext>
                    </a:extLst>
                  </p:cNvPr>
                  <p:cNvSpPr/>
                  <p:nvPr/>
                </p:nvSpPr>
                <p:spPr>
                  <a:xfrm>
                    <a:off x="11246465" y="2898578"/>
                    <a:ext cx="36052" cy="115072"/>
                  </a:xfrm>
                  <a:custGeom>
                    <a:avLst/>
                    <a:gdLst>
                      <a:gd name="connsiteX0" fmla="*/ 27579 w 36052"/>
                      <a:gd name="connsiteY0" fmla="*/ 115072 h 115072"/>
                      <a:gd name="connsiteX1" fmla="*/ 36052 w 36052"/>
                      <a:gd name="connsiteY1" fmla="*/ 76348 h 115072"/>
                      <a:gd name="connsiteX2" fmla="*/ 11196 w 36052"/>
                      <a:gd name="connsiteY2" fmla="*/ 0 h 115072"/>
                      <a:gd name="connsiteX3" fmla="*/ 604 w 36052"/>
                      <a:gd name="connsiteY3" fmla="*/ 25364 h 115072"/>
                      <a:gd name="connsiteX4" fmla="*/ 11874 w 36052"/>
                      <a:gd name="connsiteY4" fmla="*/ 75020 h 115072"/>
                      <a:gd name="connsiteX5" fmla="*/ 4163 w 36052"/>
                      <a:gd name="connsiteY5" fmla="*/ 106401 h 115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052" h="115072">
                        <a:moveTo>
                          <a:pt x="27579" y="115072"/>
                        </a:moveTo>
                        <a:lnTo>
                          <a:pt x="36052" y="76348"/>
                        </a:lnTo>
                        <a:lnTo>
                          <a:pt x="11196" y="0"/>
                        </a:lnTo>
                        <a:cubicBezTo>
                          <a:pt x="11196" y="0"/>
                          <a:pt x="-3068" y="3587"/>
                          <a:pt x="604" y="25364"/>
                        </a:cubicBezTo>
                        <a:lnTo>
                          <a:pt x="11874" y="75020"/>
                        </a:lnTo>
                        <a:lnTo>
                          <a:pt x="4163" y="106401"/>
                        </a:lnTo>
                      </a:path>
                    </a:pathLst>
                  </a:custGeom>
                  <a:noFill/>
                  <a:ln w="8472" cap="flat">
                    <a:solidFill>
                      <a:srgbClr val="01355A"/>
                    </a:solidFill>
                    <a:prstDash val="solid"/>
                    <a:miter/>
                  </a:ln>
                </p:spPr>
                <p:txBody>
                  <a:bodyPr rtlCol="1" anchor="ctr"/>
                  <a:lstStyle/>
                  <a:p>
                    <a:endParaRPr lang="ar-SA"/>
                  </a:p>
                </p:txBody>
              </p:sp>
              <p:sp>
                <p:nvSpPr>
                  <p:cNvPr id="9096" name="شكل حر: شكل 10160">
                    <a:extLst>
                      <a:ext uri="{FF2B5EF4-FFF2-40B4-BE49-F238E27FC236}">
                        <a16:creationId xmlns:a16="http://schemas.microsoft.com/office/drawing/2014/main" id="{2D47136D-6759-F837-9F7A-72FAFCEA22FE}"/>
                      </a:ext>
                    </a:extLst>
                  </p:cNvPr>
                  <p:cNvSpPr/>
                  <p:nvPr/>
                </p:nvSpPr>
                <p:spPr>
                  <a:xfrm>
                    <a:off x="11228467" y="2886009"/>
                    <a:ext cx="20184" cy="114478"/>
                  </a:xfrm>
                  <a:custGeom>
                    <a:avLst/>
                    <a:gdLst>
                      <a:gd name="connsiteX0" fmla="*/ 20184 w 20184"/>
                      <a:gd name="connsiteY0" fmla="*/ 20619 h 114478"/>
                      <a:gd name="connsiteX1" fmla="*/ 13518 w 20184"/>
                      <a:gd name="connsiteY1" fmla="*/ 0 h 114478"/>
                      <a:gd name="connsiteX2" fmla="*/ 1288 w 20184"/>
                      <a:gd name="connsiteY2" fmla="*/ 31381 h 114478"/>
                      <a:gd name="connsiteX3" fmla="*/ 11626 w 20184"/>
                      <a:gd name="connsiteY3" fmla="*/ 85301 h 114478"/>
                      <a:gd name="connsiteX4" fmla="*/ 3378 w 20184"/>
                      <a:gd name="connsiteY4" fmla="*/ 114479 h 1144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84" h="114478">
                        <a:moveTo>
                          <a:pt x="20184" y="20619"/>
                        </a:moveTo>
                        <a:lnTo>
                          <a:pt x="13518" y="0"/>
                        </a:lnTo>
                        <a:cubicBezTo>
                          <a:pt x="13518" y="0"/>
                          <a:pt x="-4954" y="6779"/>
                          <a:pt x="1288" y="31381"/>
                        </a:cubicBezTo>
                        <a:lnTo>
                          <a:pt x="11626" y="85301"/>
                        </a:lnTo>
                        <a:lnTo>
                          <a:pt x="3378" y="114479"/>
                        </a:lnTo>
                      </a:path>
                    </a:pathLst>
                  </a:custGeom>
                  <a:noFill/>
                  <a:ln w="8472" cap="flat">
                    <a:solidFill>
                      <a:srgbClr val="01355A"/>
                    </a:solidFill>
                    <a:prstDash val="solid"/>
                    <a:miter/>
                  </a:ln>
                </p:spPr>
                <p:txBody>
                  <a:bodyPr rtlCol="1" anchor="ctr"/>
                  <a:lstStyle/>
                  <a:p>
                    <a:endParaRPr lang="ar-SA"/>
                  </a:p>
                </p:txBody>
              </p:sp>
              <p:sp>
                <p:nvSpPr>
                  <p:cNvPr id="9097" name="شكل حر: شكل 10161">
                    <a:extLst>
                      <a:ext uri="{FF2B5EF4-FFF2-40B4-BE49-F238E27FC236}">
                        <a16:creationId xmlns:a16="http://schemas.microsoft.com/office/drawing/2014/main" id="{27EF5976-5848-9A23-218D-B6D50EBF40E4}"/>
                      </a:ext>
                    </a:extLst>
                  </p:cNvPr>
                  <p:cNvSpPr/>
                  <p:nvPr/>
                </p:nvSpPr>
                <p:spPr>
                  <a:xfrm>
                    <a:off x="11214050" y="2906571"/>
                    <a:ext cx="14462" cy="90074"/>
                  </a:xfrm>
                  <a:custGeom>
                    <a:avLst/>
                    <a:gdLst>
                      <a:gd name="connsiteX0" fmla="*/ 14462 w 14462"/>
                      <a:gd name="connsiteY0" fmla="*/ 0 h 90074"/>
                      <a:gd name="connsiteX1" fmla="*/ 13530 w 14462"/>
                      <a:gd name="connsiteY1" fmla="*/ 678 h 90074"/>
                      <a:gd name="connsiteX2" fmla="*/ 2542 w 14462"/>
                      <a:gd name="connsiteY2" fmla="*/ 28443 h 90074"/>
                      <a:gd name="connsiteX3" fmla="*/ 8530 w 14462"/>
                      <a:gd name="connsiteY3" fmla="*/ 60389 h 90074"/>
                      <a:gd name="connsiteX4" fmla="*/ 0 w 14462"/>
                      <a:gd name="connsiteY4" fmla="*/ 90075 h 900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462" h="90074">
                        <a:moveTo>
                          <a:pt x="14462" y="0"/>
                        </a:moveTo>
                        <a:lnTo>
                          <a:pt x="13530" y="678"/>
                        </a:lnTo>
                        <a:cubicBezTo>
                          <a:pt x="4830" y="7061"/>
                          <a:pt x="565" y="17851"/>
                          <a:pt x="2542" y="28443"/>
                        </a:cubicBezTo>
                        <a:lnTo>
                          <a:pt x="8530" y="60389"/>
                        </a:lnTo>
                        <a:lnTo>
                          <a:pt x="0" y="90075"/>
                        </a:lnTo>
                      </a:path>
                    </a:pathLst>
                  </a:custGeom>
                  <a:noFill/>
                  <a:ln w="8472" cap="flat">
                    <a:solidFill>
                      <a:srgbClr val="01355A"/>
                    </a:solidFill>
                    <a:prstDash val="solid"/>
                    <a:miter/>
                  </a:ln>
                </p:spPr>
                <p:txBody>
                  <a:bodyPr rtlCol="1" anchor="ctr"/>
                  <a:lstStyle/>
                  <a:p>
                    <a:endParaRPr lang="ar-SA"/>
                  </a:p>
                </p:txBody>
              </p:sp>
            </p:grpSp>
            <p:sp>
              <p:nvSpPr>
                <p:cNvPr id="9091" name="شكل حر: شكل 10162">
                  <a:extLst>
                    <a:ext uri="{FF2B5EF4-FFF2-40B4-BE49-F238E27FC236}">
                      <a16:creationId xmlns:a16="http://schemas.microsoft.com/office/drawing/2014/main" id="{2B9652B2-BCF9-6876-7D6C-757481163687}"/>
                    </a:ext>
                  </a:extLst>
                </p:cNvPr>
                <p:cNvSpPr/>
                <p:nvPr/>
              </p:nvSpPr>
              <p:spPr>
                <a:xfrm>
                  <a:off x="11110841" y="3102030"/>
                  <a:ext cx="82279" cy="68664"/>
                </a:xfrm>
                <a:custGeom>
                  <a:avLst/>
                  <a:gdLst>
                    <a:gd name="connsiteX0" fmla="*/ 8474 w 82279"/>
                    <a:gd name="connsiteY0" fmla="*/ 50785 h 68664"/>
                    <a:gd name="connsiteX1" fmla="*/ 66631 w 82279"/>
                    <a:gd name="connsiteY1" fmla="*/ 68665 h 68664"/>
                    <a:gd name="connsiteX2" fmla="*/ 82279 w 82279"/>
                    <a:gd name="connsiteY2" fmla="*/ 29601 h 68664"/>
                    <a:gd name="connsiteX3" fmla="*/ 0 w 82279"/>
                    <a:gd name="connsiteY3" fmla="*/ 0 h 68664"/>
                    <a:gd name="connsiteX4" fmla="*/ 0 w 82279"/>
                    <a:gd name="connsiteY4" fmla="*/ 19800 h 68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279" h="68664">
                      <a:moveTo>
                        <a:pt x="8474" y="50785"/>
                      </a:moveTo>
                      <a:lnTo>
                        <a:pt x="66631" y="68665"/>
                      </a:lnTo>
                      <a:lnTo>
                        <a:pt x="82279" y="29601"/>
                      </a:lnTo>
                      <a:lnTo>
                        <a:pt x="0" y="0"/>
                      </a:lnTo>
                      <a:lnTo>
                        <a:pt x="0" y="19800"/>
                      </a:lnTo>
                    </a:path>
                  </a:pathLst>
                </a:custGeom>
                <a:noFill/>
                <a:ln w="8472" cap="flat">
                  <a:solidFill>
                    <a:srgbClr val="01355A"/>
                  </a:solidFill>
                  <a:prstDash val="solid"/>
                  <a:miter/>
                </a:ln>
              </p:spPr>
              <p:txBody>
                <a:bodyPr rtlCol="1" anchor="ctr"/>
                <a:lstStyle/>
                <a:p>
                  <a:endParaRPr lang="ar-SA"/>
                </a:p>
              </p:txBody>
            </p:sp>
            <p:sp>
              <p:nvSpPr>
                <p:cNvPr id="9092" name="شكل حر: شكل 10163">
                  <a:extLst>
                    <a:ext uri="{FF2B5EF4-FFF2-40B4-BE49-F238E27FC236}">
                      <a16:creationId xmlns:a16="http://schemas.microsoft.com/office/drawing/2014/main" id="{F422B441-5302-0090-CCF0-02B4A10BA7A6}"/>
                    </a:ext>
                  </a:extLst>
                </p:cNvPr>
                <p:cNvSpPr/>
                <p:nvPr/>
              </p:nvSpPr>
              <p:spPr>
                <a:xfrm>
                  <a:off x="11110841" y="3121830"/>
                  <a:ext cx="75500" cy="26691"/>
                </a:xfrm>
                <a:custGeom>
                  <a:avLst/>
                  <a:gdLst>
                    <a:gd name="connsiteX0" fmla="*/ 75500 w 75500"/>
                    <a:gd name="connsiteY0" fmla="*/ 26692 h 26691"/>
                    <a:gd name="connsiteX1" fmla="*/ 0 w 75500"/>
                    <a:gd name="connsiteY1" fmla="*/ 0 h 26691"/>
                  </a:gdLst>
                  <a:ahLst/>
                  <a:cxnLst>
                    <a:cxn ang="0">
                      <a:pos x="connsiteX0" y="connsiteY0"/>
                    </a:cxn>
                    <a:cxn ang="0">
                      <a:pos x="connsiteX1" y="connsiteY1"/>
                    </a:cxn>
                  </a:cxnLst>
                  <a:rect l="l" t="t" r="r" b="b"/>
                  <a:pathLst>
                    <a:path w="75500" h="26691">
                      <a:moveTo>
                        <a:pt x="75500" y="26692"/>
                      </a:moveTo>
                      <a:lnTo>
                        <a:pt x="0" y="0"/>
                      </a:lnTo>
                    </a:path>
                  </a:pathLst>
                </a:custGeom>
                <a:ln w="8472" cap="flat">
                  <a:solidFill>
                    <a:srgbClr val="01355A"/>
                  </a:solidFill>
                  <a:prstDash val="solid"/>
                  <a:miter/>
                </a:ln>
              </p:spPr>
              <p:txBody>
                <a:bodyPr rtlCol="1" anchor="ctr"/>
                <a:lstStyle/>
                <a:p>
                  <a:endParaRPr lang="ar-SA"/>
                </a:p>
              </p:txBody>
            </p:sp>
          </p:grpSp>
        </p:grpSp>
        <p:sp>
          <p:nvSpPr>
            <p:cNvPr id="9084" name="شكل حر: شكل 10164">
              <a:extLst>
                <a:ext uri="{FF2B5EF4-FFF2-40B4-BE49-F238E27FC236}">
                  <a16:creationId xmlns:a16="http://schemas.microsoft.com/office/drawing/2014/main" id="{D0C0825C-43F0-4950-8253-C8B5D9644355}"/>
                </a:ext>
              </a:extLst>
            </p:cNvPr>
            <p:cNvSpPr/>
            <p:nvPr/>
          </p:nvSpPr>
          <p:spPr>
            <a:xfrm>
              <a:off x="11126602" y="2978738"/>
              <a:ext cx="2824" cy="41097"/>
            </a:xfrm>
            <a:custGeom>
              <a:avLst/>
              <a:gdLst>
                <a:gd name="connsiteX0" fmla="*/ 0 w 2824"/>
                <a:gd name="connsiteY0" fmla="*/ 0 h 41097"/>
                <a:gd name="connsiteX1" fmla="*/ 0 w 2824"/>
                <a:gd name="connsiteY1" fmla="*/ 41097 h 41097"/>
              </a:gdLst>
              <a:ahLst/>
              <a:cxnLst>
                <a:cxn ang="0">
                  <a:pos x="connsiteX0" y="connsiteY0"/>
                </a:cxn>
                <a:cxn ang="0">
                  <a:pos x="connsiteX1" y="connsiteY1"/>
                </a:cxn>
              </a:cxnLst>
              <a:rect l="l" t="t" r="r" b="b"/>
              <a:pathLst>
                <a:path w="2824" h="41097">
                  <a:moveTo>
                    <a:pt x="0" y="0"/>
                  </a:moveTo>
                  <a:lnTo>
                    <a:pt x="0" y="41097"/>
                  </a:lnTo>
                </a:path>
              </a:pathLst>
            </a:custGeom>
            <a:ln w="8472" cap="flat">
              <a:solidFill>
                <a:srgbClr val="17A3A3"/>
              </a:solidFill>
              <a:prstDash val="solid"/>
              <a:miter/>
            </a:ln>
          </p:spPr>
          <p:txBody>
            <a:bodyPr rtlCol="1" anchor="ctr"/>
            <a:lstStyle/>
            <a:p>
              <a:endParaRPr lang="ar-SA"/>
            </a:p>
          </p:txBody>
        </p:sp>
        <p:sp>
          <p:nvSpPr>
            <p:cNvPr id="9085" name="شكل حر: شكل 10165">
              <a:extLst>
                <a:ext uri="{FF2B5EF4-FFF2-40B4-BE49-F238E27FC236}">
                  <a16:creationId xmlns:a16="http://schemas.microsoft.com/office/drawing/2014/main" id="{CA23D6DF-794D-D865-6573-EC7FB668DB89}"/>
                </a:ext>
              </a:extLst>
            </p:cNvPr>
            <p:cNvSpPr/>
            <p:nvPr/>
          </p:nvSpPr>
          <p:spPr>
            <a:xfrm>
              <a:off x="11061694" y="2978738"/>
              <a:ext cx="2824" cy="41097"/>
            </a:xfrm>
            <a:custGeom>
              <a:avLst/>
              <a:gdLst>
                <a:gd name="connsiteX0" fmla="*/ 0 w 2824"/>
                <a:gd name="connsiteY0" fmla="*/ 0 h 41097"/>
                <a:gd name="connsiteX1" fmla="*/ 0 w 2824"/>
                <a:gd name="connsiteY1" fmla="*/ 41097 h 41097"/>
              </a:gdLst>
              <a:ahLst/>
              <a:cxnLst>
                <a:cxn ang="0">
                  <a:pos x="connsiteX0" y="connsiteY0"/>
                </a:cxn>
                <a:cxn ang="0">
                  <a:pos x="connsiteX1" y="connsiteY1"/>
                </a:cxn>
              </a:cxnLst>
              <a:rect l="l" t="t" r="r" b="b"/>
              <a:pathLst>
                <a:path w="2824" h="41097">
                  <a:moveTo>
                    <a:pt x="0" y="0"/>
                  </a:moveTo>
                  <a:lnTo>
                    <a:pt x="0" y="41097"/>
                  </a:lnTo>
                </a:path>
              </a:pathLst>
            </a:custGeom>
            <a:ln w="8472" cap="flat">
              <a:solidFill>
                <a:srgbClr val="17A3A3"/>
              </a:solidFill>
              <a:prstDash val="solid"/>
              <a:miter/>
            </a:ln>
          </p:spPr>
          <p:txBody>
            <a:bodyPr rtlCol="1" anchor="ctr"/>
            <a:lstStyle/>
            <a:p>
              <a:endParaRPr lang="ar-SA"/>
            </a:p>
          </p:txBody>
        </p:sp>
        <p:sp>
          <p:nvSpPr>
            <p:cNvPr id="9086" name="شكل حر: شكل 10166">
              <a:extLst>
                <a:ext uri="{FF2B5EF4-FFF2-40B4-BE49-F238E27FC236}">
                  <a16:creationId xmlns:a16="http://schemas.microsoft.com/office/drawing/2014/main" id="{DFF800E1-99FE-3D02-9763-49AEF420DB31}"/>
                </a:ext>
              </a:extLst>
            </p:cNvPr>
            <p:cNvSpPr/>
            <p:nvPr/>
          </p:nvSpPr>
          <p:spPr>
            <a:xfrm rot="-4603200">
              <a:off x="11064057" y="2833181"/>
              <a:ext cx="60275" cy="60275"/>
            </a:xfrm>
            <a:custGeom>
              <a:avLst/>
              <a:gdLst>
                <a:gd name="connsiteX0" fmla="*/ 60276 w 60275"/>
                <a:gd name="connsiteY0" fmla="*/ 30138 h 60275"/>
                <a:gd name="connsiteX1" fmla="*/ 30138 w 60275"/>
                <a:gd name="connsiteY1" fmla="*/ 60276 h 60275"/>
                <a:gd name="connsiteX2" fmla="*/ 1 w 60275"/>
                <a:gd name="connsiteY2" fmla="*/ 30138 h 60275"/>
                <a:gd name="connsiteX3" fmla="*/ 30138 w 60275"/>
                <a:gd name="connsiteY3" fmla="*/ 0 h 60275"/>
                <a:gd name="connsiteX4" fmla="*/ 60276 w 60275"/>
                <a:gd name="connsiteY4" fmla="*/ 30138 h 60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75" h="60275">
                  <a:moveTo>
                    <a:pt x="60276" y="30138"/>
                  </a:moveTo>
                  <a:cubicBezTo>
                    <a:pt x="60276" y="46783"/>
                    <a:pt x="46783" y="60276"/>
                    <a:pt x="30138" y="60276"/>
                  </a:cubicBezTo>
                  <a:cubicBezTo>
                    <a:pt x="13494" y="60276"/>
                    <a:pt x="1" y="46783"/>
                    <a:pt x="1" y="30138"/>
                  </a:cubicBezTo>
                  <a:cubicBezTo>
                    <a:pt x="1" y="13493"/>
                    <a:pt x="13494" y="0"/>
                    <a:pt x="30138" y="0"/>
                  </a:cubicBezTo>
                  <a:cubicBezTo>
                    <a:pt x="46783" y="0"/>
                    <a:pt x="60276" y="13493"/>
                    <a:pt x="60276" y="30138"/>
                  </a:cubicBezTo>
                  <a:close/>
                </a:path>
              </a:pathLst>
            </a:custGeom>
            <a:noFill/>
            <a:ln w="8472" cap="flat">
              <a:solidFill>
                <a:srgbClr val="17A3A3"/>
              </a:solidFill>
              <a:prstDash val="solid"/>
              <a:miter/>
            </a:ln>
          </p:spPr>
          <p:txBody>
            <a:bodyPr rtlCol="1" anchor="ctr"/>
            <a:lstStyle/>
            <a:p>
              <a:endParaRPr lang="ar-SA"/>
            </a:p>
          </p:txBody>
        </p:sp>
        <p:sp>
          <p:nvSpPr>
            <p:cNvPr id="9087" name="شكل حر: شكل 10167">
              <a:extLst>
                <a:ext uri="{FF2B5EF4-FFF2-40B4-BE49-F238E27FC236}">
                  <a16:creationId xmlns:a16="http://schemas.microsoft.com/office/drawing/2014/main" id="{D17190C8-F267-B32B-4F3D-A2BAA44154EF}"/>
                </a:ext>
              </a:extLst>
            </p:cNvPr>
            <p:cNvSpPr/>
            <p:nvPr/>
          </p:nvSpPr>
          <p:spPr>
            <a:xfrm>
              <a:off x="11037233" y="2912362"/>
              <a:ext cx="114733" cy="95723"/>
            </a:xfrm>
            <a:custGeom>
              <a:avLst/>
              <a:gdLst>
                <a:gd name="connsiteX0" fmla="*/ 0 w 114733"/>
                <a:gd name="connsiteY0" fmla="*/ 95724 h 95723"/>
                <a:gd name="connsiteX1" fmla="*/ 0 w 114733"/>
                <a:gd name="connsiteY1" fmla="*/ 19603 h 95723"/>
                <a:gd name="connsiteX2" fmla="*/ 19603 w 114733"/>
                <a:gd name="connsiteY2" fmla="*/ 0 h 95723"/>
                <a:gd name="connsiteX3" fmla="*/ 95131 w 114733"/>
                <a:gd name="connsiteY3" fmla="*/ 0 h 95723"/>
                <a:gd name="connsiteX4" fmla="*/ 114733 w 114733"/>
                <a:gd name="connsiteY4" fmla="*/ 19603 h 95723"/>
                <a:gd name="connsiteX5" fmla="*/ 114733 w 114733"/>
                <a:gd name="connsiteY5" fmla="*/ 88380 h 95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733" h="95723">
                  <a:moveTo>
                    <a:pt x="0" y="95724"/>
                  </a:moveTo>
                  <a:lnTo>
                    <a:pt x="0" y="19603"/>
                  </a:lnTo>
                  <a:cubicBezTo>
                    <a:pt x="0" y="8784"/>
                    <a:pt x="8785" y="0"/>
                    <a:pt x="19603" y="0"/>
                  </a:cubicBezTo>
                  <a:lnTo>
                    <a:pt x="95131" y="0"/>
                  </a:lnTo>
                  <a:cubicBezTo>
                    <a:pt x="105949" y="0"/>
                    <a:pt x="114733" y="8784"/>
                    <a:pt x="114733" y="19603"/>
                  </a:cubicBezTo>
                  <a:lnTo>
                    <a:pt x="114733" y="88380"/>
                  </a:lnTo>
                </a:path>
              </a:pathLst>
            </a:custGeom>
            <a:noFill/>
            <a:ln w="8472" cap="flat">
              <a:solidFill>
                <a:srgbClr val="17A3A3"/>
              </a:solidFill>
              <a:prstDash val="solid"/>
              <a:miter/>
            </a:ln>
          </p:spPr>
          <p:txBody>
            <a:bodyPr rtlCol="1" anchor="ctr"/>
            <a:lstStyle/>
            <a:p>
              <a:endParaRPr lang="ar-SA"/>
            </a:p>
          </p:txBody>
        </p:sp>
      </p:grpSp>
      <p:grpSp>
        <p:nvGrpSpPr>
          <p:cNvPr id="9106" name="رسم 8014">
            <a:extLst>
              <a:ext uri="{FF2B5EF4-FFF2-40B4-BE49-F238E27FC236}">
                <a16:creationId xmlns:a16="http://schemas.microsoft.com/office/drawing/2014/main" id="{997C5B87-78EE-B9F7-9EC9-32BC57420947}"/>
              </a:ext>
            </a:extLst>
          </p:cNvPr>
          <p:cNvGrpSpPr/>
          <p:nvPr/>
        </p:nvGrpSpPr>
        <p:grpSpPr>
          <a:xfrm>
            <a:off x="7656411" y="5297299"/>
            <a:ext cx="293868" cy="273833"/>
            <a:chOff x="8233136" y="4905447"/>
            <a:chExt cx="351260" cy="347419"/>
          </a:xfrm>
          <a:noFill/>
        </p:grpSpPr>
        <p:sp>
          <p:nvSpPr>
            <p:cNvPr id="9107" name="شكل حر: شكل 10169">
              <a:extLst>
                <a:ext uri="{FF2B5EF4-FFF2-40B4-BE49-F238E27FC236}">
                  <a16:creationId xmlns:a16="http://schemas.microsoft.com/office/drawing/2014/main" id="{A5A0A719-0A94-7A0A-F9CB-7283E2086756}"/>
                </a:ext>
              </a:extLst>
            </p:cNvPr>
            <p:cNvSpPr/>
            <p:nvPr/>
          </p:nvSpPr>
          <p:spPr>
            <a:xfrm>
              <a:off x="8370392" y="5005690"/>
              <a:ext cx="37244" cy="92306"/>
            </a:xfrm>
            <a:custGeom>
              <a:avLst/>
              <a:gdLst>
                <a:gd name="connsiteX0" fmla="*/ 10694 w 37244"/>
                <a:gd name="connsiteY0" fmla="*/ 0 h 92306"/>
                <a:gd name="connsiteX1" fmla="*/ 385 w 37244"/>
                <a:gd name="connsiteY1" fmla="*/ 76687 h 92306"/>
                <a:gd name="connsiteX2" fmla="*/ 5978 w 37244"/>
                <a:gd name="connsiteY2" fmla="*/ 83296 h 92306"/>
                <a:gd name="connsiteX3" fmla="*/ 37245 w 37244"/>
                <a:gd name="connsiteY3" fmla="*/ 92306 h 92306"/>
              </a:gdLst>
              <a:ahLst/>
              <a:cxnLst>
                <a:cxn ang="0">
                  <a:pos x="connsiteX0" y="connsiteY0"/>
                </a:cxn>
                <a:cxn ang="0">
                  <a:pos x="connsiteX1" y="connsiteY1"/>
                </a:cxn>
                <a:cxn ang="0">
                  <a:pos x="connsiteX2" y="connsiteY2"/>
                </a:cxn>
                <a:cxn ang="0">
                  <a:pos x="connsiteX3" y="connsiteY3"/>
                </a:cxn>
              </a:cxnLst>
              <a:rect l="l" t="t" r="r" b="b"/>
              <a:pathLst>
                <a:path w="37244" h="92306">
                  <a:moveTo>
                    <a:pt x="10694" y="0"/>
                  </a:moveTo>
                  <a:cubicBezTo>
                    <a:pt x="21879" y="66518"/>
                    <a:pt x="-3372" y="44656"/>
                    <a:pt x="385" y="76687"/>
                  </a:cubicBezTo>
                  <a:cubicBezTo>
                    <a:pt x="752" y="79822"/>
                    <a:pt x="2955" y="82420"/>
                    <a:pt x="5978" y="83296"/>
                  </a:cubicBezTo>
                  <a:cubicBezTo>
                    <a:pt x="21004" y="87674"/>
                    <a:pt x="30664" y="90329"/>
                    <a:pt x="37245" y="92306"/>
                  </a:cubicBezTo>
                </a:path>
              </a:pathLst>
            </a:custGeom>
            <a:noFill/>
            <a:ln w="8472" cap="flat">
              <a:solidFill>
                <a:srgbClr val="01355A"/>
              </a:solidFill>
              <a:prstDash val="solid"/>
              <a:miter/>
            </a:ln>
          </p:spPr>
          <p:txBody>
            <a:bodyPr rtlCol="1" anchor="ctr"/>
            <a:lstStyle/>
            <a:p>
              <a:endParaRPr lang="ar-SA"/>
            </a:p>
          </p:txBody>
        </p:sp>
        <p:sp>
          <p:nvSpPr>
            <p:cNvPr id="9108" name="شكل حر: شكل 10170">
              <a:extLst>
                <a:ext uri="{FF2B5EF4-FFF2-40B4-BE49-F238E27FC236}">
                  <a16:creationId xmlns:a16="http://schemas.microsoft.com/office/drawing/2014/main" id="{88D01F1C-FF9C-6F44-620B-AFBC79AF4AEF}"/>
                </a:ext>
              </a:extLst>
            </p:cNvPr>
            <p:cNvSpPr/>
            <p:nvPr/>
          </p:nvSpPr>
          <p:spPr>
            <a:xfrm>
              <a:off x="8251044" y="4934709"/>
              <a:ext cx="179980" cy="132243"/>
            </a:xfrm>
            <a:custGeom>
              <a:avLst/>
              <a:gdLst>
                <a:gd name="connsiteX0" fmla="*/ 43696 w 179980"/>
                <a:gd name="connsiteY0" fmla="*/ 131511 h 132243"/>
                <a:gd name="connsiteX1" fmla="*/ 0 w 179980"/>
                <a:gd name="connsiteY1" fmla="*/ 113067 h 132243"/>
                <a:gd name="connsiteX2" fmla="*/ 38160 w 179980"/>
                <a:gd name="connsiteY2" fmla="*/ 31353 h 132243"/>
                <a:gd name="connsiteX3" fmla="*/ 89990 w 179980"/>
                <a:gd name="connsiteY3" fmla="*/ 0 h 132243"/>
                <a:gd name="connsiteX4" fmla="*/ 141820 w 179980"/>
                <a:gd name="connsiteY4" fmla="*/ 31353 h 132243"/>
                <a:gd name="connsiteX5" fmla="*/ 179980 w 179980"/>
                <a:gd name="connsiteY5" fmla="*/ 113067 h 132243"/>
                <a:gd name="connsiteX6" fmla="*/ 136284 w 179980"/>
                <a:gd name="connsiteY6" fmla="*/ 131511 h 13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9980" h="132243">
                  <a:moveTo>
                    <a:pt x="43696" y="131511"/>
                  </a:moveTo>
                  <a:cubicBezTo>
                    <a:pt x="13756" y="136652"/>
                    <a:pt x="0" y="113067"/>
                    <a:pt x="0" y="113067"/>
                  </a:cubicBezTo>
                  <a:cubicBezTo>
                    <a:pt x="36606" y="108661"/>
                    <a:pt x="26664" y="57000"/>
                    <a:pt x="38160" y="31353"/>
                  </a:cubicBezTo>
                  <a:cubicBezTo>
                    <a:pt x="46973" y="11694"/>
                    <a:pt x="68975" y="0"/>
                    <a:pt x="89990" y="0"/>
                  </a:cubicBezTo>
                  <a:cubicBezTo>
                    <a:pt x="111005" y="0"/>
                    <a:pt x="133036" y="11694"/>
                    <a:pt x="141820" y="31353"/>
                  </a:cubicBezTo>
                  <a:cubicBezTo>
                    <a:pt x="153938" y="58440"/>
                    <a:pt x="143035" y="108632"/>
                    <a:pt x="179980" y="113067"/>
                  </a:cubicBezTo>
                  <a:cubicBezTo>
                    <a:pt x="179980" y="113067"/>
                    <a:pt x="166225" y="136652"/>
                    <a:pt x="136284" y="131511"/>
                  </a:cubicBezTo>
                </a:path>
              </a:pathLst>
            </a:custGeom>
            <a:noFill/>
            <a:ln w="8472" cap="flat">
              <a:solidFill>
                <a:srgbClr val="01355A"/>
              </a:solidFill>
              <a:prstDash val="solid"/>
              <a:miter/>
            </a:ln>
          </p:spPr>
          <p:txBody>
            <a:bodyPr rtlCol="1" anchor="ctr"/>
            <a:lstStyle/>
            <a:p>
              <a:endParaRPr lang="ar-SA"/>
            </a:p>
          </p:txBody>
        </p:sp>
        <p:sp>
          <p:nvSpPr>
            <p:cNvPr id="9109" name="شكل حر: شكل 10171">
              <a:extLst>
                <a:ext uri="{FF2B5EF4-FFF2-40B4-BE49-F238E27FC236}">
                  <a16:creationId xmlns:a16="http://schemas.microsoft.com/office/drawing/2014/main" id="{600FC281-FF9C-771B-896D-8DBFAC28D02C}"/>
                </a:ext>
              </a:extLst>
            </p:cNvPr>
            <p:cNvSpPr/>
            <p:nvPr/>
          </p:nvSpPr>
          <p:spPr>
            <a:xfrm>
              <a:off x="8307902" y="5087969"/>
              <a:ext cx="66292" cy="24743"/>
            </a:xfrm>
            <a:custGeom>
              <a:avLst/>
              <a:gdLst>
                <a:gd name="connsiteX0" fmla="*/ 0 w 66292"/>
                <a:gd name="connsiteY0" fmla="*/ 0 h 24743"/>
                <a:gd name="connsiteX1" fmla="*/ 33132 w 66292"/>
                <a:gd name="connsiteY1" fmla="*/ 24743 h 24743"/>
                <a:gd name="connsiteX2" fmla="*/ 66292 w 66292"/>
                <a:gd name="connsiteY2" fmla="*/ 0 h 24743"/>
              </a:gdLst>
              <a:ahLst/>
              <a:cxnLst>
                <a:cxn ang="0">
                  <a:pos x="connsiteX0" y="connsiteY0"/>
                </a:cxn>
                <a:cxn ang="0">
                  <a:pos x="connsiteX1" y="connsiteY1"/>
                </a:cxn>
                <a:cxn ang="0">
                  <a:pos x="connsiteX2" y="connsiteY2"/>
                </a:cxn>
              </a:cxnLst>
              <a:rect l="l" t="t" r="r" b="b"/>
              <a:pathLst>
                <a:path w="66292" h="24743">
                  <a:moveTo>
                    <a:pt x="0" y="0"/>
                  </a:moveTo>
                  <a:lnTo>
                    <a:pt x="33132" y="24743"/>
                  </a:lnTo>
                  <a:lnTo>
                    <a:pt x="66292" y="0"/>
                  </a:lnTo>
                </a:path>
              </a:pathLst>
            </a:custGeom>
            <a:noFill/>
            <a:ln w="8472" cap="flat">
              <a:solidFill>
                <a:srgbClr val="01355A"/>
              </a:solidFill>
              <a:prstDash val="solid"/>
              <a:miter/>
            </a:ln>
          </p:spPr>
          <p:txBody>
            <a:bodyPr rtlCol="1" anchor="ctr"/>
            <a:lstStyle/>
            <a:p>
              <a:endParaRPr lang="ar-SA"/>
            </a:p>
          </p:txBody>
        </p:sp>
        <p:sp>
          <p:nvSpPr>
            <p:cNvPr id="9110" name="شكل حر: شكل 10172">
              <a:extLst>
                <a:ext uri="{FF2B5EF4-FFF2-40B4-BE49-F238E27FC236}">
                  <a16:creationId xmlns:a16="http://schemas.microsoft.com/office/drawing/2014/main" id="{11A944A1-F720-E99A-6693-D9553AB99988}"/>
                </a:ext>
              </a:extLst>
            </p:cNvPr>
            <p:cNvSpPr/>
            <p:nvPr/>
          </p:nvSpPr>
          <p:spPr>
            <a:xfrm>
              <a:off x="8233136" y="4974838"/>
              <a:ext cx="147978" cy="219588"/>
            </a:xfrm>
            <a:custGeom>
              <a:avLst/>
              <a:gdLst>
                <a:gd name="connsiteX0" fmla="*/ 147978 w 147978"/>
                <a:gd name="connsiteY0" fmla="*/ 30457 h 219588"/>
                <a:gd name="connsiteX1" fmla="*/ 120976 w 147978"/>
                <a:gd name="connsiteY1" fmla="*/ 21588 h 219588"/>
                <a:gd name="connsiteX2" fmla="*/ 110130 w 147978"/>
                <a:gd name="connsiteY2" fmla="*/ 7041 h 219588"/>
                <a:gd name="connsiteX3" fmla="*/ 68835 w 147978"/>
                <a:gd name="connsiteY3" fmla="*/ 25260 h 219588"/>
                <a:gd name="connsiteX4" fmla="*/ 64569 w 147978"/>
                <a:gd name="connsiteY4" fmla="*/ 61809 h 219588"/>
                <a:gd name="connsiteX5" fmla="*/ 73495 w 147978"/>
                <a:gd name="connsiteY5" fmla="*/ 86665 h 219588"/>
                <a:gd name="connsiteX6" fmla="*/ 78184 w 147978"/>
                <a:gd name="connsiteY6" fmla="*/ 107539 h 219588"/>
                <a:gd name="connsiteX7" fmla="*/ 72591 w 147978"/>
                <a:gd name="connsiteY7" fmla="*/ 114148 h 219588"/>
                <a:gd name="connsiteX8" fmla="*/ 36607 w 147978"/>
                <a:gd name="connsiteY8" fmla="*/ 124599 h 219588"/>
                <a:gd name="connsiteX9" fmla="*/ 8418 w 147978"/>
                <a:gd name="connsiteY9" fmla="*/ 155726 h 219588"/>
                <a:gd name="connsiteX10" fmla="*/ 0 w 147978"/>
                <a:gd name="connsiteY10" fmla="*/ 219589 h 21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7978" h="219588">
                  <a:moveTo>
                    <a:pt x="147978" y="30457"/>
                  </a:moveTo>
                  <a:cubicBezTo>
                    <a:pt x="138262" y="32095"/>
                    <a:pt x="127839" y="28649"/>
                    <a:pt x="120976" y="21588"/>
                  </a:cubicBezTo>
                  <a:cubicBezTo>
                    <a:pt x="116767" y="17238"/>
                    <a:pt x="113942" y="11730"/>
                    <a:pt x="110130" y="7041"/>
                  </a:cubicBezTo>
                  <a:cubicBezTo>
                    <a:pt x="97391" y="-8691"/>
                    <a:pt x="72705" y="3935"/>
                    <a:pt x="68835" y="25260"/>
                  </a:cubicBezTo>
                  <a:cubicBezTo>
                    <a:pt x="66744" y="36784"/>
                    <a:pt x="64485" y="51726"/>
                    <a:pt x="64569" y="61809"/>
                  </a:cubicBezTo>
                  <a:cubicBezTo>
                    <a:pt x="65021" y="71611"/>
                    <a:pt x="67366" y="79152"/>
                    <a:pt x="73495" y="86665"/>
                  </a:cubicBezTo>
                  <a:cubicBezTo>
                    <a:pt x="80189" y="94913"/>
                    <a:pt x="78607" y="103810"/>
                    <a:pt x="78184" y="107539"/>
                  </a:cubicBezTo>
                  <a:cubicBezTo>
                    <a:pt x="77816" y="110674"/>
                    <a:pt x="75585" y="113273"/>
                    <a:pt x="72591" y="114148"/>
                  </a:cubicBezTo>
                  <a:lnTo>
                    <a:pt x="36607" y="124599"/>
                  </a:lnTo>
                  <a:cubicBezTo>
                    <a:pt x="25986" y="126943"/>
                    <a:pt x="11920" y="138270"/>
                    <a:pt x="8418" y="155726"/>
                  </a:cubicBezTo>
                  <a:lnTo>
                    <a:pt x="0" y="219589"/>
                  </a:lnTo>
                </a:path>
              </a:pathLst>
            </a:custGeom>
            <a:noFill/>
            <a:ln w="8472" cap="flat">
              <a:solidFill>
                <a:srgbClr val="01355A"/>
              </a:solidFill>
              <a:prstDash val="solid"/>
              <a:miter/>
            </a:ln>
          </p:spPr>
          <p:txBody>
            <a:bodyPr rtlCol="1" anchor="ctr"/>
            <a:lstStyle/>
            <a:p>
              <a:endParaRPr lang="ar-SA"/>
            </a:p>
          </p:txBody>
        </p:sp>
        <p:sp>
          <p:nvSpPr>
            <p:cNvPr id="9111" name="شكل حر: شكل 10173">
              <a:extLst>
                <a:ext uri="{FF2B5EF4-FFF2-40B4-BE49-F238E27FC236}">
                  <a16:creationId xmlns:a16="http://schemas.microsoft.com/office/drawing/2014/main" id="{2BB04686-DE39-37C6-3622-D3891494E476}"/>
                </a:ext>
              </a:extLst>
            </p:cNvPr>
            <p:cNvSpPr/>
            <p:nvPr/>
          </p:nvSpPr>
          <p:spPr>
            <a:xfrm>
              <a:off x="8432634" y="5122485"/>
              <a:ext cx="130380" cy="130380"/>
            </a:xfrm>
            <a:custGeom>
              <a:avLst/>
              <a:gdLst>
                <a:gd name="connsiteX0" fmla="*/ 130381 w 130380"/>
                <a:gd name="connsiteY0" fmla="*/ 65190 h 130380"/>
                <a:gd name="connsiteX1" fmla="*/ 65191 w 130380"/>
                <a:gd name="connsiteY1" fmla="*/ 0 h 130380"/>
                <a:gd name="connsiteX2" fmla="*/ 0 w 130380"/>
                <a:gd name="connsiteY2" fmla="*/ 65190 h 130380"/>
                <a:gd name="connsiteX3" fmla="*/ 65191 w 130380"/>
                <a:gd name="connsiteY3" fmla="*/ 130381 h 130380"/>
                <a:gd name="connsiteX4" fmla="*/ 130381 w 130380"/>
                <a:gd name="connsiteY4" fmla="*/ 65190 h 130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380" h="130380">
                  <a:moveTo>
                    <a:pt x="130381" y="65190"/>
                  </a:moveTo>
                  <a:cubicBezTo>
                    <a:pt x="130381" y="29177"/>
                    <a:pt x="101204" y="0"/>
                    <a:pt x="65191" y="0"/>
                  </a:cubicBezTo>
                  <a:cubicBezTo>
                    <a:pt x="29178" y="0"/>
                    <a:pt x="0" y="29177"/>
                    <a:pt x="0" y="65190"/>
                  </a:cubicBezTo>
                  <a:cubicBezTo>
                    <a:pt x="0" y="101203"/>
                    <a:pt x="29178" y="130381"/>
                    <a:pt x="65191" y="130381"/>
                  </a:cubicBezTo>
                  <a:cubicBezTo>
                    <a:pt x="101204" y="130381"/>
                    <a:pt x="130381" y="101203"/>
                    <a:pt x="130381" y="65190"/>
                  </a:cubicBezTo>
                  <a:close/>
                </a:path>
              </a:pathLst>
            </a:custGeom>
            <a:noFill/>
            <a:ln w="8472" cap="flat">
              <a:solidFill>
                <a:srgbClr val="17A3A3"/>
              </a:solidFill>
              <a:prstDash val="solid"/>
              <a:miter/>
            </a:ln>
          </p:spPr>
          <p:txBody>
            <a:bodyPr rtlCol="1" anchor="ctr"/>
            <a:lstStyle/>
            <a:p>
              <a:endParaRPr lang="ar-SA"/>
            </a:p>
          </p:txBody>
        </p:sp>
        <p:sp>
          <p:nvSpPr>
            <p:cNvPr id="9112" name="شكل حر: شكل 10174">
              <a:extLst>
                <a:ext uri="{FF2B5EF4-FFF2-40B4-BE49-F238E27FC236}">
                  <a16:creationId xmlns:a16="http://schemas.microsoft.com/office/drawing/2014/main" id="{506F81AB-9C67-C38E-1F40-A157FE0AE125}"/>
                </a:ext>
              </a:extLst>
            </p:cNvPr>
            <p:cNvSpPr/>
            <p:nvPr/>
          </p:nvSpPr>
          <p:spPr>
            <a:xfrm>
              <a:off x="8411252" y="5101103"/>
              <a:ext cx="173144" cy="86572"/>
            </a:xfrm>
            <a:custGeom>
              <a:avLst/>
              <a:gdLst>
                <a:gd name="connsiteX0" fmla="*/ 173145 w 173144"/>
                <a:gd name="connsiteY0" fmla="*/ 86572 h 86572"/>
                <a:gd name="connsiteX1" fmla="*/ 86573 w 173144"/>
                <a:gd name="connsiteY1" fmla="*/ 0 h 86572"/>
                <a:gd name="connsiteX2" fmla="*/ 0 w 173144"/>
                <a:gd name="connsiteY2" fmla="*/ 86572 h 86572"/>
              </a:gdLst>
              <a:ahLst/>
              <a:cxnLst>
                <a:cxn ang="0">
                  <a:pos x="connsiteX0" y="connsiteY0"/>
                </a:cxn>
                <a:cxn ang="0">
                  <a:pos x="connsiteX1" y="connsiteY1"/>
                </a:cxn>
                <a:cxn ang="0">
                  <a:pos x="connsiteX2" y="connsiteY2"/>
                </a:cxn>
              </a:cxnLst>
              <a:rect l="l" t="t" r="r" b="b"/>
              <a:pathLst>
                <a:path w="173144" h="86572">
                  <a:moveTo>
                    <a:pt x="173145" y="86572"/>
                  </a:moveTo>
                  <a:cubicBezTo>
                    <a:pt x="173145" y="38753"/>
                    <a:pt x="134392" y="0"/>
                    <a:pt x="86573" y="0"/>
                  </a:cubicBezTo>
                  <a:cubicBezTo>
                    <a:pt x="38753" y="0"/>
                    <a:pt x="0" y="38753"/>
                    <a:pt x="0" y="86572"/>
                  </a:cubicBezTo>
                </a:path>
              </a:pathLst>
            </a:custGeom>
            <a:noFill/>
            <a:ln w="8472" cap="flat">
              <a:solidFill>
                <a:srgbClr val="17A3A3"/>
              </a:solidFill>
              <a:prstDash val="solid"/>
              <a:miter/>
            </a:ln>
          </p:spPr>
          <p:txBody>
            <a:bodyPr rtlCol="1" anchor="ctr"/>
            <a:lstStyle/>
            <a:p>
              <a:endParaRPr lang="ar-SA"/>
            </a:p>
          </p:txBody>
        </p:sp>
        <p:sp>
          <p:nvSpPr>
            <p:cNvPr id="9113" name="شكل حر: شكل 10175">
              <a:extLst>
                <a:ext uri="{FF2B5EF4-FFF2-40B4-BE49-F238E27FC236}">
                  <a16:creationId xmlns:a16="http://schemas.microsoft.com/office/drawing/2014/main" id="{A69DFEB7-8D77-CE4E-FC5E-DA7C19F20CCB}"/>
                </a:ext>
              </a:extLst>
            </p:cNvPr>
            <p:cNvSpPr/>
            <p:nvPr/>
          </p:nvSpPr>
          <p:spPr>
            <a:xfrm>
              <a:off x="8484210" y="5080173"/>
              <a:ext cx="27228" cy="20591"/>
            </a:xfrm>
            <a:custGeom>
              <a:avLst/>
              <a:gdLst>
                <a:gd name="connsiteX0" fmla="*/ 0 w 27228"/>
                <a:gd name="connsiteY0" fmla="*/ 20591 h 20591"/>
                <a:gd name="connsiteX1" fmla="*/ 0 w 27228"/>
                <a:gd name="connsiteY1" fmla="*/ 13615 h 20591"/>
                <a:gd name="connsiteX2" fmla="*/ 13615 w 27228"/>
                <a:gd name="connsiteY2" fmla="*/ 0 h 20591"/>
                <a:gd name="connsiteX3" fmla="*/ 13615 w 27228"/>
                <a:gd name="connsiteY3" fmla="*/ 0 h 20591"/>
                <a:gd name="connsiteX4" fmla="*/ 27228 w 27228"/>
                <a:gd name="connsiteY4" fmla="*/ 13615 h 20591"/>
                <a:gd name="connsiteX5" fmla="*/ 27228 w 27228"/>
                <a:gd name="connsiteY5" fmla="*/ 20591 h 20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28" h="20591">
                  <a:moveTo>
                    <a:pt x="0" y="20591"/>
                  </a:moveTo>
                  <a:lnTo>
                    <a:pt x="0" y="13615"/>
                  </a:lnTo>
                  <a:cubicBezTo>
                    <a:pt x="0" y="6101"/>
                    <a:pt x="6101" y="0"/>
                    <a:pt x="13615" y="0"/>
                  </a:cubicBezTo>
                  <a:lnTo>
                    <a:pt x="13615" y="0"/>
                  </a:lnTo>
                  <a:cubicBezTo>
                    <a:pt x="21128" y="0"/>
                    <a:pt x="27228" y="6101"/>
                    <a:pt x="27228" y="13615"/>
                  </a:cubicBezTo>
                  <a:lnTo>
                    <a:pt x="27228" y="20591"/>
                  </a:lnTo>
                </a:path>
              </a:pathLst>
            </a:custGeom>
            <a:noFill/>
            <a:ln w="8472" cap="flat">
              <a:solidFill>
                <a:srgbClr val="17A3A3"/>
              </a:solidFill>
              <a:prstDash val="solid"/>
              <a:miter/>
            </a:ln>
          </p:spPr>
          <p:txBody>
            <a:bodyPr rtlCol="1" anchor="ctr"/>
            <a:lstStyle/>
            <a:p>
              <a:endParaRPr lang="ar-SA"/>
            </a:p>
          </p:txBody>
        </p:sp>
        <p:sp>
          <p:nvSpPr>
            <p:cNvPr id="9114" name="شكل حر: شكل 10176">
              <a:extLst>
                <a:ext uri="{FF2B5EF4-FFF2-40B4-BE49-F238E27FC236}">
                  <a16:creationId xmlns:a16="http://schemas.microsoft.com/office/drawing/2014/main" id="{FBAF19F2-B455-E6B3-D390-F917516029A0}"/>
                </a:ext>
              </a:extLst>
            </p:cNvPr>
            <p:cNvSpPr/>
            <p:nvPr/>
          </p:nvSpPr>
          <p:spPr>
            <a:xfrm>
              <a:off x="8559033" y="5109916"/>
              <a:ext cx="16551" cy="16523"/>
            </a:xfrm>
            <a:custGeom>
              <a:avLst/>
              <a:gdLst>
                <a:gd name="connsiteX0" fmla="*/ 0 w 16551"/>
                <a:gd name="connsiteY0" fmla="*/ 16523 h 16523"/>
                <a:gd name="connsiteX1" fmla="*/ 16552 w 16551"/>
                <a:gd name="connsiteY1" fmla="*/ 0 h 16523"/>
              </a:gdLst>
              <a:ahLst/>
              <a:cxnLst>
                <a:cxn ang="0">
                  <a:pos x="connsiteX0" y="connsiteY0"/>
                </a:cxn>
                <a:cxn ang="0">
                  <a:pos x="connsiteX1" y="connsiteY1"/>
                </a:cxn>
              </a:cxnLst>
              <a:rect l="l" t="t" r="r" b="b"/>
              <a:pathLst>
                <a:path w="16551" h="16523">
                  <a:moveTo>
                    <a:pt x="0" y="16523"/>
                  </a:moveTo>
                  <a:lnTo>
                    <a:pt x="16552" y="0"/>
                  </a:lnTo>
                </a:path>
              </a:pathLst>
            </a:custGeom>
            <a:ln w="8472" cap="flat">
              <a:solidFill>
                <a:srgbClr val="17A3A3"/>
              </a:solidFill>
              <a:prstDash val="solid"/>
              <a:miter/>
            </a:ln>
          </p:spPr>
          <p:txBody>
            <a:bodyPr rtlCol="1" anchor="ctr"/>
            <a:lstStyle/>
            <a:p>
              <a:endParaRPr lang="ar-SA"/>
            </a:p>
          </p:txBody>
        </p:sp>
        <p:sp>
          <p:nvSpPr>
            <p:cNvPr id="9115" name="شكل حر: شكل 10177">
              <a:extLst>
                <a:ext uri="{FF2B5EF4-FFF2-40B4-BE49-F238E27FC236}">
                  <a16:creationId xmlns:a16="http://schemas.microsoft.com/office/drawing/2014/main" id="{CE0B9F65-327A-7B6A-924F-B7F041729244}"/>
                </a:ext>
              </a:extLst>
            </p:cNvPr>
            <p:cNvSpPr/>
            <p:nvPr/>
          </p:nvSpPr>
          <p:spPr>
            <a:xfrm>
              <a:off x="8568438" y="5102741"/>
              <a:ext cx="14292" cy="14320"/>
            </a:xfrm>
            <a:custGeom>
              <a:avLst/>
              <a:gdLst>
                <a:gd name="connsiteX0" fmla="*/ 0 w 14292"/>
                <a:gd name="connsiteY0" fmla="*/ 0 h 14320"/>
                <a:gd name="connsiteX1" fmla="*/ 14292 w 14292"/>
                <a:gd name="connsiteY1" fmla="*/ 14320 h 14320"/>
              </a:gdLst>
              <a:ahLst/>
              <a:cxnLst>
                <a:cxn ang="0">
                  <a:pos x="connsiteX0" y="connsiteY0"/>
                </a:cxn>
                <a:cxn ang="0">
                  <a:pos x="connsiteX1" y="connsiteY1"/>
                </a:cxn>
              </a:cxnLst>
              <a:rect l="l" t="t" r="r" b="b"/>
              <a:pathLst>
                <a:path w="14292" h="14320">
                  <a:moveTo>
                    <a:pt x="0" y="0"/>
                  </a:moveTo>
                  <a:lnTo>
                    <a:pt x="14292" y="14320"/>
                  </a:lnTo>
                </a:path>
              </a:pathLst>
            </a:custGeom>
            <a:ln w="8472" cap="flat">
              <a:solidFill>
                <a:srgbClr val="17A3A3"/>
              </a:solidFill>
              <a:prstDash val="solid"/>
              <a:miter/>
            </a:ln>
          </p:spPr>
          <p:txBody>
            <a:bodyPr rtlCol="1" anchor="ctr"/>
            <a:lstStyle/>
            <a:p>
              <a:endParaRPr lang="ar-SA"/>
            </a:p>
          </p:txBody>
        </p:sp>
        <p:sp>
          <p:nvSpPr>
            <p:cNvPr id="9116" name="شكل حر: شكل 10178">
              <a:extLst>
                <a:ext uri="{FF2B5EF4-FFF2-40B4-BE49-F238E27FC236}">
                  <a16:creationId xmlns:a16="http://schemas.microsoft.com/office/drawing/2014/main" id="{F1EE70E9-9023-F513-8F9F-0534CF41CEC0}"/>
                </a:ext>
              </a:extLst>
            </p:cNvPr>
            <p:cNvSpPr/>
            <p:nvPr/>
          </p:nvSpPr>
          <p:spPr>
            <a:xfrm>
              <a:off x="8420065" y="5109916"/>
              <a:ext cx="16523" cy="16523"/>
            </a:xfrm>
            <a:custGeom>
              <a:avLst/>
              <a:gdLst>
                <a:gd name="connsiteX0" fmla="*/ 16523 w 16523"/>
                <a:gd name="connsiteY0" fmla="*/ 16523 h 16523"/>
                <a:gd name="connsiteX1" fmla="*/ 0 w 16523"/>
                <a:gd name="connsiteY1" fmla="*/ 0 h 16523"/>
              </a:gdLst>
              <a:ahLst/>
              <a:cxnLst>
                <a:cxn ang="0">
                  <a:pos x="connsiteX0" y="connsiteY0"/>
                </a:cxn>
                <a:cxn ang="0">
                  <a:pos x="connsiteX1" y="connsiteY1"/>
                </a:cxn>
              </a:cxnLst>
              <a:rect l="l" t="t" r="r" b="b"/>
              <a:pathLst>
                <a:path w="16523" h="16523">
                  <a:moveTo>
                    <a:pt x="16523" y="16523"/>
                  </a:moveTo>
                  <a:lnTo>
                    <a:pt x="0" y="0"/>
                  </a:lnTo>
                </a:path>
              </a:pathLst>
            </a:custGeom>
            <a:ln w="8472" cap="flat">
              <a:solidFill>
                <a:srgbClr val="01355A"/>
              </a:solidFill>
              <a:prstDash val="solid"/>
              <a:miter/>
            </a:ln>
          </p:spPr>
          <p:txBody>
            <a:bodyPr rtlCol="1" anchor="ctr"/>
            <a:lstStyle/>
            <a:p>
              <a:endParaRPr lang="ar-SA"/>
            </a:p>
          </p:txBody>
        </p:sp>
        <p:sp>
          <p:nvSpPr>
            <p:cNvPr id="9117" name="شكل حر: شكل 10179">
              <a:extLst>
                <a:ext uri="{FF2B5EF4-FFF2-40B4-BE49-F238E27FC236}">
                  <a16:creationId xmlns:a16="http://schemas.microsoft.com/office/drawing/2014/main" id="{0B4E3843-03F2-C8BC-1474-3A2246FA4F9A}"/>
                </a:ext>
              </a:extLst>
            </p:cNvPr>
            <p:cNvSpPr/>
            <p:nvPr/>
          </p:nvSpPr>
          <p:spPr>
            <a:xfrm>
              <a:off x="8412919" y="5102741"/>
              <a:ext cx="14292" cy="14320"/>
            </a:xfrm>
            <a:custGeom>
              <a:avLst/>
              <a:gdLst>
                <a:gd name="connsiteX0" fmla="*/ 14292 w 14292"/>
                <a:gd name="connsiteY0" fmla="*/ 0 h 14320"/>
                <a:gd name="connsiteX1" fmla="*/ 0 w 14292"/>
                <a:gd name="connsiteY1" fmla="*/ 14320 h 14320"/>
              </a:gdLst>
              <a:ahLst/>
              <a:cxnLst>
                <a:cxn ang="0">
                  <a:pos x="connsiteX0" y="connsiteY0"/>
                </a:cxn>
                <a:cxn ang="0">
                  <a:pos x="connsiteX1" y="connsiteY1"/>
                </a:cxn>
              </a:cxnLst>
              <a:rect l="l" t="t" r="r" b="b"/>
              <a:pathLst>
                <a:path w="14292" h="14320">
                  <a:moveTo>
                    <a:pt x="14292" y="0"/>
                  </a:moveTo>
                  <a:lnTo>
                    <a:pt x="0" y="14320"/>
                  </a:lnTo>
                </a:path>
              </a:pathLst>
            </a:custGeom>
            <a:ln w="8472" cap="flat">
              <a:solidFill>
                <a:srgbClr val="01355A"/>
              </a:solidFill>
              <a:prstDash val="solid"/>
              <a:miter/>
            </a:ln>
          </p:spPr>
          <p:txBody>
            <a:bodyPr rtlCol="1" anchor="ctr"/>
            <a:lstStyle/>
            <a:p>
              <a:endParaRPr lang="ar-SA"/>
            </a:p>
          </p:txBody>
        </p:sp>
        <p:sp>
          <p:nvSpPr>
            <p:cNvPr id="9118" name="شكل حر: شكل 10180">
              <a:extLst>
                <a:ext uri="{FF2B5EF4-FFF2-40B4-BE49-F238E27FC236}">
                  <a16:creationId xmlns:a16="http://schemas.microsoft.com/office/drawing/2014/main" id="{CABDF748-5B25-5F71-5059-C5ADD9A3267A}"/>
                </a:ext>
              </a:extLst>
            </p:cNvPr>
            <p:cNvSpPr/>
            <p:nvPr/>
          </p:nvSpPr>
          <p:spPr>
            <a:xfrm>
              <a:off x="8530166" y="5153301"/>
              <a:ext cx="2033" cy="2033"/>
            </a:xfrm>
            <a:custGeom>
              <a:avLst/>
              <a:gdLst>
                <a:gd name="connsiteX0" fmla="*/ 2034 w 2033"/>
                <a:gd name="connsiteY0" fmla="*/ 1017 h 2033"/>
                <a:gd name="connsiteX1" fmla="*/ 1016 w 2033"/>
                <a:gd name="connsiteY1" fmla="*/ 0 h 2033"/>
                <a:gd name="connsiteX2" fmla="*/ 0 w 2033"/>
                <a:gd name="connsiteY2" fmla="*/ 1017 h 2033"/>
                <a:gd name="connsiteX3" fmla="*/ 1016 w 2033"/>
                <a:gd name="connsiteY3" fmla="*/ 2034 h 2033"/>
                <a:gd name="connsiteX4" fmla="*/ 2034 w 2033"/>
                <a:gd name="connsiteY4" fmla="*/ 1017 h 2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3" h="2033">
                  <a:moveTo>
                    <a:pt x="2034" y="1017"/>
                  </a:moveTo>
                  <a:cubicBezTo>
                    <a:pt x="2034" y="452"/>
                    <a:pt x="1582" y="0"/>
                    <a:pt x="1016" y="0"/>
                  </a:cubicBezTo>
                  <a:cubicBezTo>
                    <a:pt x="452" y="0"/>
                    <a:pt x="0" y="452"/>
                    <a:pt x="0" y="1017"/>
                  </a:cubicBezTo>
                  <a:cubicBezTo>
                    <a:pt x="0" y="1582"/>
                    <a:pt x="452" y="2034"/>
                    <a:pt x="1016" y="2034"/>
                  </a:cubicBezTo>
                  <a:cubicBezTo>
                    <a:pt x="1582" y="2034"/>
                    <a:pt x="2034" y="1582"/>
                    <a:pt x="2034" y="1017"/>
                  </a:cubicBezTo>
                  <a:close/>
                </a:path>
              </a:pathLst>
            </a:custGeom>
            <a:noFill/>
            <a:ln w="8472" cap="flat">
              <a:solidFill>
                <a:srgbClr val="17A3A3"/>
              </a:solidFill>
              <a:prstDash val="solid"/>
              <a:miter/>
            </a:ln>
          </p:spPr>
          <p:txBody>
            <a:bodyPr rtlCol="1" anchor="ctr"/>
            <a:lstStyle/>
            <a:p>
              <a:endParaRPr lang="ar-SA"/>
            </a:p>
          </p:txBody>
        </p:sp>
        <p:sp>
          <p:nvSpPr>
            <p:cNvPr id="9119" name="شكل حر: شكل 10181">
              <a:extLst>
                <a:ext uri="{FF2B5EF4-FFF2-40B4-BE49-F238E27FC236}">
                  <a16:creationId xmlns:a16="http://schemas.microsoft.com/office/drawing/2014/main" id="{5290477F-198E-FCA8-8855-4DE273D44E67}"/>
                </a:ext>
              </a:extLst>
            </p:cNvPr>
            <p:cNvSpPr/>
            <p:nvPr/>
          </p:nvSpPr>
          <p:spPr>
            <a:xfrm>
              <a:off x="8545164" y="5186659"/>
              <a:ext cx="2033" cy="2033"/>
            </a:xfrm>
            <a:custGeom>
              <a:avLst/>
              <a:gdLst>
                <a:gd name="connsiteX0" fmla="*/ 2034 w 2033"/>
                <a:gd name="connsiteY0" fmla="*/ 1017 h 2033"/>
                <a:gd name="connsiteX1" fmla="*/ 1016 w 2033"/>
                <a:gd name="connsiteY1" fmla="*/ 0 h 2033"/>
                <a:gd name="connsiteX2" fmla="*/ 0 w 2033"/>
                <a:gd name="connsiteY2" fmla="*/ 1017 h 2033"/>
                <a:gd name="connsiteX3" fmla="*/ 1016 w 2033"/>
                <a:gd name="connsiteY3" fmla="*/ 2034 h 2033"/>
                <a:gd name="connsiteX4" fmla="*/ 2034 w 2033"/>
                <a:gd name="connsiteY4" fmla="*/ 1017 h 2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3" h="2033">
                  <a:moveTo>
                    <a:pt x="2034" y="1017"/>
                  </a:moveTo>
                  <a:cubicBezTo>
                    <a:pt x="2034" y="452"/>
                    <a:pt x="1581" y="0"/>
                    <a:pt x="1016" y="0"/>
                  </a:cubicBezTo>
                  <a:cubicBezTo>
                    <a:pt x="452" y="0"/>
                    <a:pt x="0" y="452"/>
                    <a:pt x="0" y="1017"/>
                  </a:cubicBezTo>
                  <a:cubicBezTo>
                    <a:pt x="0" y="1582"/>
                    <a:pt x="452" y="2034"/>
                    <a:pt x="1016" y="2034"/>
                  </a:cubicBezTo>
                  <a:cubicBezTo>
                    <a:pt x="1581" y="2034"/>
                    <a:pt x="2034" y="1582"/>
                    <a:pt x="2034" y="1017"/>
                  </a:cubicBezTo>
                  <a:close/>
                </a:path>
              </a:pathLst>
            </a:custGeom>
            <a:noFill/>
            <a:ln w="8472" cap="flat">
              <a:solidFill>
                <a:srgbClr val="17A3A3"/>
              </a:solidFill>
              <a:prstDash val="solid"/>
              <a:miter/>
            </a:ln>
          </p:spPr>
          <p:txBody>
            <a:bodyPr rtlCol="1" anchor="ctr"/>
            <a:lstStyle/>
            <a:p>
              <a:endParaRPr lang="ar-SA"/>
            </a:p>
          </p:txBody>
        </p:sp>
        <p:sp>
          <p:nvSpPr>
            <p:cNvPr id="9120" name="شكل حر: شكل 10182">
              <a:extLst>
                <a:ext uri="{FF2B5EF4-FFF2-40B4-BE49-F238E27FC236}">
                  <a16:creationId xmlns:a16="http://schemas.microsoft.com/office/drawing/2014/main" id="{7BA3D4C3-A556-9A98-BAC0-87E3DB4DC59A}"/>
                </a:ext>
              </a:extLst>
            </p:cNvPr>
            <p:cNvSpPr/>
            <p:nvPr/>
          </p:nvSpPr>
          <p:spPr>
            <a:xfrm>
              <a:off x="8530166" y="5220016"/>
              <a:ext cx="2033" cy="2033"/>
            </a:xfrm>
            <a:custGeom>
              <a:avLst/>
              <a:gdLst>
                <a:gd name="connsiteX0" fmla="*/ 2034 w 2033"/>
                <a:gd name="connsiteY0" fmla="*/ 1017 h 2033"/>
                <a:gd name="connsiteX1" fmla="*/ 1016 w 2033"/>
                <a:gd name="connsiteY1" fmla="*/ 0 h 2033"/>
                <a:gd name="connsiteX2" fmla="*/ 0 w 2033"/>
                <a:gd name="connsiteY2" fmla="*/ 1017 h 2033"/>
                <a:gd name="connsiteX3" fmla="*/ 1016 w 2033"/>
                <a:gd name="connsiteY3" fmla="*/ 2034 h 2033"/>
                <a:gd name="connsiteX4" fmla="*/ 2034 w 2033"/>
                <a:gd name="connsiteY4" fmla="*/ 1017 h 2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3" h="2033">
                  <a:moveTo>
                    <a:pt x="2034" y="1017"/>
                  </a:moveTo>
                  <a:cubicBezTo>
                    <a:pt x="2034" y="452"/>
                    <a:pt x="1582" y="0"/>
                    <a:pt x="1016" y="0"/>
                  </a:cubicBezTo>
                  <a:cubicBezTo>
                    <a:pt x="452" y="0"/>
                    <a:pt x="0" y="452"/>
                    <a:pt x="0" y="1017"/>
                  </a:cubicBezTo>
                  <a:cubicBezTo>
                    <a:pt x="0" y="1582"/>
                    <a:pt x="452" y="2034"/>
                    <a:pt x="1016" y="2034"/>
                  </a:cubicBezTo>
                  <a:cubicBezTo>
                    <a:pt x="1582" y="2034"/>
                    <a:pt x="2034" y="1582"/>
                    <a:pt x="2034" y="1017"/>
                  </a:cubicBezTo>
                  <a:close/>
                </a:path>
              </a:pathLst>
            </a:custGeom>
            <a:noFill/>
            <a:ln w="8472" cap="flat">
              <a:solidFill>
                <a:srgbClr val="17A3A3"/>
              </a:solidFill>
              <a:prstDash val="solid"/>
              <a:miter/>
            </a:ln>
          </p:spPr>
          <p:txBody>
            <a:bodyPr rtlCol="1" anchor="ctr"/>
            <a:lstStyle/>
            <a:p>
              <a:endParaRPr lang="ar-SA"/>
            </a:p>
          </p:txBody>
        </p:sp>
        <p:sp>
          <p:nvSpPr>
            <p:cNvPr id="9121" name="شكل حر: شكل 10183">
              <a:extLst>
                <a:ext uri="{FF2B5EF4-FFF2-40B4-BE49-F238E27FC236}">
                  <a16:creationId xmlns:a16="http://schemas.microsoft.com/office/drawing/2014/main" id="{BDA434CC-ECC8-1A71-4EE1-0868CD43563E}"/>
                </a:ext>
              </a:extLst>
            </p:cNvPr>
            <p:cNvSpPr/>
            <p:nvPr/>
          </p:nvSpPr>
          <p:spPr>
            <a:xfrm>
              <a:off x="8463450" y="5153301"/>
              <a:ext cx="2033" cy="2033"/>
            </a:xfrm>
            <a:custGeom>
              <a:avLst/>
              <a:gdLst>
                <a:gd name="connsiteX0" fmla="*/ 0 w 2033"/>
                <a:gd name="connsiteY0" fmla="*/ 1017 h 2033"/>
                <a:gd name="connsiteX1" fmla="*/ 1017 w 2033"/>
                <a:gd name="connsiteY1" fmla="*/ 0 h 2033"/>
                <a:gd name="connsiteX2" fmla="*/ 2034 w 2033"/>
                <a:gd name="connsiteY2" fmla="*/ 1017 h 2033"/>
                <a:gd name="connsiteX3" fmla="*/ 1017 w 2033"/>
                <a:gd name="connsiteY3" fmla="*/ 2034 h 2033"/>
                <a:gd name="connsiteX4" fmla="*/ 0 w 2033"/>
                <a:gd name="connsiteY4" fmla="*/ 1017 h 2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3" h="2033">
                  <a:moveTo>
                    <a:pt x="0" y="1017"/>
                  </a:moveTo>
                  <a:cubicBezTo>
                    <a:pt x="0" y="452"/>
                    <a:pt x="452" y="0"/>
                    <a:pt x="1017" y="0"/>
                  </a:cubicBezTo>
                  <a:cubicBezTo>
                    <a:pt x="1582" y="0"/>
                    <a:pt x="2034" y="452"/>
                    <a:pt x="2034" y="1017"/>
                  </a:cubicBezTo>
                  <a:cubicBezTo>
                    <a:pt x="2034" y="1582"/>
                    <a:pt x="1582" y="2034"/>
                    <a:pt x="1017" y="2034"/>
                  </a:cubicBezTo>
                  <a:cubicBezTo>
                    <a:pt x="452" y="2034"/>
                    <a:pt x="0" y="1582"/>
                    <a:pt x="0" y="1017"/>
                  </a:cubicBezTo>
                  <a:close/>
                </a:path>
              </a:pathLst>
            </a:custGeom>
            <a:noFill/>
            <a:ln w="8472" cap="flat">
              <a:solidFill>
                <a:srgbClr val="17A3A3"/>
              </a:solidFill>
              <a:prstDash val="solid"/>
              <a:miter/>
            </a:ln>
          </p:spPr>
          <p:txBody>
            <a:bodyPr rtlCol="1" anchor="ctr"/>
            <a:lstStyle/>
            <a:p>
              <a:endParaRPr lang="ar-SA"/>
            </a:p>
          </p:txBody>
        </p:sp>
        <p:sp>
          <p:nvSpPr>
            <p:cNvPr id="9122" name="شكل حر: شكل 10184">
              <a:extLst>
                <a:ext uri="{FF2B5EF4-FFF2-40B4-BE49-F238E27FC236}">
                  <a16:creationId xmlns:a16="http://schemas.microsoft.com/office/drawing/2014/main" id="{02094C4E-EA83-2354-494C-7289DFE85034}"/>
                </a:ext>
              </a:extLst>
            </p:cNvPr>
            <p:cNvSpPr/>
            <p:nvPr/>
          </p:nvSpPr>
          <p:spPr>
            <a:xfrm>
              <a:off x="8448452" y="5186659"/>
              <a:ext cx="2033" cy="2033"/>
            </a:xfrm>
            <a:custGeom>
              <a:avLst/>
              <a:gdLst>
                <a:gd name="connsiteX0" fmla="*/ 0 w 2033"/>
                <a:gd name="connsiteY0" fmla="*/ 1017 h 2033"/>
                <a:gd name="connsiteX1" fmla="*/ 1016 w 2033"/>
                <a:gd name="connsiteY1" fmla="*/ 0 h 2033"/>
                <a:gd name="connsiteX2" fmla="*/ 2034 w 2033"/>
                <a:gd name="connsiteY2" fmla="*/ 1017 h 2033"/>
                <a:gd name="connsiteX3" fmla="*/ 1016 w 2033"/>
                <a:gd name="connsiteY3" fmla="*/ 2034 h 2033"/>
                <a:gd name="connsiteX4" fmla="*/ 0 w 2033"/>
                <a:gd name="connsiteY4" fmla="*/ 1017 h 2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3" h="2033">
                  <a:moveTo>
                    <a:pt x="0" y="1017"/>
                  </a:moveTo>
                  <a:cubicBezTo>
                    <a:pt x="0" y="452"/>
                    <a:pt x="452" y="0"/>
                    <a:pt x="1016" y="0"/>
                  </a:cubicBezTo>
                  <a:cubicBezTo>
                    <a:pt x="1581" y="0"/>
                    <a:pt x="2034" y="452"/>
                    <a:pt x="2034" y="1017"/>
                  </a:cubicBezTo>
                  <a:cubicBezTo>
                    <a:pt x="2034" y="1582"/>
                    <a:pt x="1581" y="2034"/>
                    <a:pt x="1016" y="2034"/>
                  </a:cubicBezTo>
                  <a:cubicBezTo>
                    <a:pt x="452" y="2034"/>
                    <a:pt x="0" y="1582"/>
                    <a:pt x="0" y="1017"/>
                  </a:cubicBezTo>
                  <a:close/>
                </a:path>
              </a:pathLst>
            </a:custGeom>
            <a:noFill/>
            <a:ln w="8472" cap="flat">
              <a:solidFill>
                <a:srgbClr val="01355A"/>
              </a:solidFill>
              <a:prstDash val="solid"/>
              <a:miter/>
            </a:ln>
          </p:spPr>
          <p:txBody>
            <a:bodyPr rtlCol="1" anchor="ctr"/>
            <a:lstStyle/>
            <a:p>
              <a:endParaRPr lang="ar-SA"/>
            </a:p>
          </p:txBody>
        </p:sp>
        <p:sp>
          <p:nvSpPr>
            <p:cNvPr id="9123" name="شكل حر: شكل 10185">
              <a:extLst>
                <a:ext uri="{FF2B5EF4-FFF2-40B4-BE49-F238E27FC236}">
                  <a16:creationId xmlns:a16="http://schemas.microsoft.com/office/drawing/2014/main" id="{41FF561E-CE5B-B4D0-EBA7-1FDB44FE7F10}"/>
                </a:ext>
              </a:extLst>
            </p:cNvPr>
            <p:cNvSpPr/>
            <p:nvPr/>
          </p:nvSpPr>
          <p:spPr>
            <a:xfrm>
              <a:off x="8463450" y="5220016"/>
              <a:ext cx="2033" cy="2033"/>
            </a:xfrm>
            <a:custGeom>
              <a:avLst/>
              <a:gdLst>
                <a:gd name="connsiteX0" fmla="*/ 0 w 2033"/>
                <a:gd name="connsiteY0" fmla="*/ 1017 h 2033"/>
                <a:gd name="connsiteX1" fmla="*/ 1017 w 2033"/>
                <a:gd name="connsiteY1" fmla="*/ 0 h 2033"/>
                <a:gd name="connsiteX2" fmla="*/ 2034 w 2033"/>
                <a:gd name="connsiteY2" fmla="*/ 1017 h 2033"/>
                <a:gd name="connsiteX3" fmla="*/ 1017 w 2033"/>
                <a:gd name="connsiteY3" fmla="*/ 2034 h 2033"/>
                <a:gd name="connsiteX4" fmla="*/ 0 w 2033"/>
                <a:gd name="connsiteY4" fmla="*/ 1017 h 2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3" h="2033">
                  <a:moveTo>
                    <a:pt x="0" y="1017"/>
                  </a:moveTo>
                  <a:cubicBezTo>
                    <a:pt x="0" y="452"/>
                    <a:pt x="452" y="0"/>
                    <a:pt x="1017" y="0"/>
                  </a:cubicBezTo>
                  <a:cubicBezTo>
                    <a:pt x="1582" y="0"/>
                    <a:pt x="2034" y="452"/>
                    <a:pt x="2034" y="1017"/>
                  </a:cubicBezTo>
                  <a:cubicBezTo>
                    <a:pt x="2034" y="1582"/>
                    <a:pt x="1582" y="2034"/>
                    <a:pt x="1017" y="2034"/>
                  </a:cubicBezTo>
                  <a:cubicBezTo>
                    <a:pt x="452" y="2034"/>
                    <a:pt x="0" y="1582"/>
                    <a:pt x="0" y="1017"/>
                  </a:cubicBezTo>
                  <a:close/>
                </a:path>
              </a:pathLst>
            </a:custGeom>
            <a:noFill/>
            <a:ln w="8472" cap="flat">
              <a:solidFill>
                <a:srgbClr val="17A3A3"/>
              </a:solidFill>
              <a:prstDash val="solid"/>
              <a:miter/>
            </a:ln>
          </p:spPr>
          <p:txBody>
            <a:bodyPr rtlCol="1" anchor="ctr"/>
            <a:lstStyle/>
            <a:p>
              <a:endParaRPr lang="ar-SA"/>
            </a:p>
          </p:txBody>
        </p:sp>
        <p:sp>
          <p:nvSpPr>
            <p:cNvPr id="9124" name="شكل حر: شكل 10186">
              <a:extLst>
                <a:ext uri="{FF2B5EF4-FFF2-40B4-BE49-F238E27FC236}">
                  <a16:creationId xmlns:a16="http://schemas.microsoft.com/office/drawing/2014/main" id="{E55AA18B-EBB2-60B8-9FF5-1F2F39E853E2}"/>
                </a:ext>
              </a:extLst>
            </p:cNvPr>
            <p:cNvSpPr/>
            <p:nvPr/>
          </p:nvSpPr>
          <p:spPr>
            <a:xfrm>
              <a:off x="8496808" y="5234987"/>
              <a:ext cx="2033" cy="2033"/>
            </a:xfrm>
            <a:custGeom>
              <a:avLst/>
              <a:gdLst>
                <a:gd name="connsiteX0" fmla="*/ 2034 w 2033"/>
                <a:gd name="connsiteY0" fmla="*/ 1017 h 2033"/>
                <a:gd name="connsiteX1" fmla="*/ 1017 w 2033"/>
                <a:gd name="connsiteY1" fmla="*/ 0 h 2033"/>
                <a:gd name="connsiteX2" fmla="*/ 0 w 2033"/>
                <a:gd name="connsiteY2" fmla="*/ 1017 h 2033"/>
                <a:gd name="connsiteX3" fmla="*/ 1017 w 2033"/>
                <a:gd name="connsiteY3" fmla="*/ 2034 h 2033"/>
                <a:gd name="connsiteX4" fmla="*/ 2034 w 2033"/>
                <a:gd name="connsiteY4" fmla="*/ 1017 h 2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3" h="2033">
                  <a:moveTo>
                    <a:pt x="2034" y="1017"/>
                  </a:moveTo>
                  <a:cubicBezTo>
                    <a:pt x="2034" y="452"/>
                    <a:pt x="1582" y="0"/>
                    <a:pt x="1017" y="0"/>
                  </a:cubicBezTo>
                  <a:cubicBezTo>
                    <a:pt x="452" y="0"/>
                    <a:pt x="0" y="452"/>
                    <a:pt x="0" y="1017"/>
                  </a:cubicBezTo>
                  <a:cubicBezTo>
                    <a:pt x="0" y="1582"/>
                    <a:pt x="452" y="2034"/>
                    <a:pt x="1017" y="2034"/>
                  </a:cubicBezTo>
                  <a:cubicBezTo>
                    <a:pt x="1582" y="2034"/>
                    <a:pt x="2034" y="1582"/>
                    <a:pt x="2034" y="1017"/>
                  </a:cubicBezTo>
                  <a:close/>
                </a:path>
              </a:pathLst>
            </a:custGeom>
            <a:noFill/>
            <a:ln w="8472" cap="flat">
              <a:solidFill>
                <a:srgbClr val="01355A"/>
              </a:solidFill>
              <a:prstDash val="solid"/>
              <a:miter/>
            </a:ln>
          </p:spPr>
          <p:txBody>
            <a:bodyPr rtlCol="1" anchor="ctr"/>
            <a:lstStyle/>
            <a:p>
              <a:endParaRPr lang="ar-SA"/>
            </a:p>
          </p:txBody>
        </p:sp>
        <p:sp>
          <p:nvSpPr>
            <p:cNvPr id="9125" name="شكل حر: شكل 10187">
              <a:extLst>
                <a:ext uri="{FF2B5EF4-FFF2-40B4-BE49-F238E27FC236}">
                  <a16:creationId xmlns:a16="http://schemas.microsoft.com/office/drawing/2014/main" id="{D74882D6-FFAD-4894-CD2E-2A756108B838}"/>
                </a:ext>
              </a:extLst>
            </p:cNvPr>
            <p:cNvSpPr/>
            <p:nvPr/>
          </p:nvSpPr>
          <p:spPr>
            <a:xfrm>
              <a:off x="8496808" y="5138302"/>
              <a:ext cx="2033" cy="2033"/>
            </a:xfrm>
            <a:custGeom>
              <a:avLst/>
              <a:gdLst>
                <a:gd name="connsiteX0" fmla="*/ 2034 w 2033"/>
                <a:gd name="connsiteY0" fmla="*/ 1017 h 2033"/>
                <a:gd name="connsiteX1" fmla="*/ 1017 w 2033"/>
                <a:gd name="connsiteY1" fmla="*/ 0 h 2033"/>
                <a:gd name="connsiteX2" fmla="*/ 0 w 2033"/>
                <a:gd name="connsiteY2" fmla="*/ 1017 h 2033"/>
                <a:gd name="connsiteX3" fmla="*/ 1017 w 2033"/>
                <a:gd name="connsiteY3" fmla="*/ 2034 h 2033"/>
                <a:gd name="connsiteX4" fmla="*/ 2034 w 2033"/>
                <a:gd name="connsiteY4" fmla="*/ 1017 h 20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3" h="2033">
                  <a:moveTo>
                    <a:pt x="2034" y="1017"/>
                  </a:moveTo>
                  <a:cubicBezTo>
                    <a:pt x="2034" y="452"/>
                    <a:pt x="1582" y="0"/>
                    <a:pt x="1017" y="0"/>
                  </a:cubicBezTo>
                  <a:cubicBezTo>
                    <a:pt x="452" y="0"/>
                    <a:pt x="0" y="452"/>
                    <a:pt x="0" y="1017"/>
                  </a:cubicBezTo>
                  <a:cubicBezTo>
                    <a:pt x="0" y="1582"/>
                    <a:pt x="452" y="2034"/>
                    <a:pt x="1017" y="2034"/>
                  </a:cubicBezTo>
                  <a:cubicBezTo>
                    <a:pt x="1582" y="2034"/>
                    <a:pt x="2034" y="1582"/>
                    <a:pt x="2034" y="1017"/>
                  </a:cubicBezTo>
                  <a:close/>
                </a:path>
              </a:pathLst>
            </a:custGeom>
            <a:noFill/>
            <a:ln w="8472" cap="flat">
              <a:solidFill>
                <a:srgbClr val="17A3A3"/>
              </a:solidFill>
              <a:prstDash val="solid"/>
              <a:miter/>
            </a:ln>
          </p:spPr>
          <p:txBody>
            <a:bodyPr rtlCol="1" anchor="ctr"/>
            <a:lstStyle/>
            <a:p>
              <a:endParaRPr lang="ar-SA"/>
            </a:p>
          </p:txBody>
        </p:sp>
        <p:sp>
          <p:nvSpPr>
            <p:cNvPr id="9126" name="شكل حر: شكل 10188">
              <a:extLst>
                <a:ext uri="{FF2B5EF4-FFF2-40B4-BE49-F238E27FC236}">
                  <a16:creationId xmlns:a16="http://schemas.microsoft.com/office/drawing/2014/main" id="{7B1BCF49-5F65-B756-B207-8F0F3A4DCAF5}"/>
                </a:ext>
              </a:extLst>
            </p:cNvPr>
            <p:cNvSpPr/>
            <p:nvPr/>
          </p:nvSpPr>
          <p:spPr>
            <a:xfrm>
              <a:off x="8497825" y="5162367"/>
              <a:ext cx="2824" cy="25307"/>
            </a:xfrm>
            <a:custGeom>
              <a:avLst/>
              <a:gdLst>
                <a:gd name="connsiteX0" fmla="*/ 0 w 2824"/>
                <a:gd name="connsiteY0" fmla="*/ 25308 h 25307"/>
                <a:gd name="connsiteX1" fmla="*/ 0 w 2824"/>
                <a:gd name="connsiteY1" fmla="*/ 0 h 25307"/>
              </a:gdLst>
              <a:ahLst/>
              <a:cxnLst>
                <a:cxn ang="0">
                  <a:pos x="connsiteX0" y="connsiteY0"/>
                </a:cxn>
                <a:cxn ang="0">
                  <a:pos x="connsiteX1" y="connsiteY1"/>
                </a:cxn>
              </a:cxnLst>
              <a:rect l="l" t="t" r="r" b="b"/>
              <a:pathLst>
                <a:path w="2824" h="25307">
                  <a:moveTo>
                    <a:pt x="0" y="25308"/>
                  </a:moveTo>
                  <a:lnTo>
                    <a:pt x="0" y="0"/>
                  </a:lnTo>
                </a:path>
              </a:pathLst>
            </a:custGeom>
            <a:ln w="8472" cap="flat">
              <a:solidFill>
                <a:srgbClr val="17A3A3"/>
              </a:solidFill>
              <a:prstDash val="solid"/>
              <a:miter/>
            </a:ln>
          </p:spPr>
          <p:txBody>
            <a:bodyPr rtlCol="1" anchor="ctr"/>
            <a:lstStyle/>
            <a:p>
              <a:endParaRPr lang="ar-SA"/>
            </a:p>
          </p:txBody>
        </p:sp>
        <p:sp>
          <p:nvSpPr>
            <p:cNvPr id="9127" name="شكل حر: شكل 10189">
              <a:extLst>
                <a:ext uri="{FF2B5EF4-FFF2-40B4-BE49-F238E27FC236}">
                  <a16:creationId xmlns:a16="http://schemas.microsoft.com/office/drawing/2014/main" id="{9164673D-619B-13B7-10FC-207B1D8B5539}"/>
                </a:ext>
              </a:extLst>
            </p:cNvPr>
            <p:cNvSpPr/>
            <p:nvPr/>
          </p:nvSpPr>
          <p:spPr>
            <a:xfrm>
              <a:off x="8429753" y="4905447"/>
              <a:ext cx="141650" cy="113066"/>
            </a:xfrm>
            <a:custGeom>
              <a:avLst/>
              <a:gdLst>
                <a:gd name="connsiteX0" fmla="*/ 141651 w 141650"/>
                <a:gd name="connsiteY0" fmla="*/ 5282 h 113066"/>
                <a:gd name="connsiteX1" fmla="*/ 141651 w 141650"/>
                <a:gd name="connsiteY1" fmla="*/ 89708 h 113066"/>
                <a:gd name="connsiteX2" fmla="*/ 136369 w 141650"/>
                <a:gd name="connsiteY2" fmla="*/ 94990 h 113066"/>
                <a:gd name="connsiteX3" fmla="*/ 20224 w 141650"/>
                <a:gd name="connsiteY3" fmla="*/ 94990 h 113066"/>
                <a:gd name="connsiteX4" fmla="*/ 16496 w 141650"/>
                <a:gd name="connsiteY4" fmla="*/ 96543 h 113066"/>
                <a:gd name="connsiteX5" fmla="*/ 0 w 141650"/>
                <a:gd name="connsiteY5" fmla="*/ 113067 h 113066"/>
                <a:gd name="connsiteX6" fmla="*/ 0 w 141650"/>
                <a:gd name="connsiteY6" fmla="*/ 5282 h 113066"/>
                <a:gd name="connsiteX7" fmla="*/ 5282 w 141650"/>
                <a:gd name="connsiteY7" fmla="*/ 0 h 113066"/>
                <a:gd name="connsiteX8" fmla="*/ 136369 w 141650"/>
                <a:gd name="connsiteY8" fmla="*/ 0 h 113066"/>
                <a:gd name="connsiteX9" fmla="*/ 141651 w 141650"/>
                <a:gd name="connsiteY9" fmla="*/ 5282 h 113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1650" h="113066">
                  <a:moveTo>
                    <a:pt x="141651" y="5282"/>
                  </a:moveTo>
                  <a:lnTo>
                    <a:pt x="141651" y="89708"/>
                  </a:lnTo>
                  <a:cubicBezTo>
                    <a:pt x="141651" y="92617"/>
                    <a:pt x="139279" y="94990"/>
                    <a:pt x="136369" y="94990"/>
                  </a:cubicBezTo>
                  <a:lnTo>
                    <a:pt x="20224" y="94990"/>
                  </a:lnTo>
                  <a:cubicBezTo>
                    <a:pt x="18811" y="94990"/>
                    <a:pt x="17484" y="95555"/>
                    <a:pt x="16496" y="96543"/>
                  </a:cubicBezTo>
                  <a:lnTo>
                    <a:pt x="0" y="113067"/>
                  </a:lnTo>
                  <a:lnTo>
                    <a:pt x="0" y="5282"/>
                  </a:lnTo>
                  <a:cubicBezTo>
                    <a:pt x="0" y="2373"/>
                    <a:pt x="2373" y="0"/>
                    <a:pt x="5282" y="0"/>
                  </a:cubicBezTo>
                  <a:lnTo>
                    <a:pt x="136369" y="0"/>
                  </a:lnTo>
                  <a:cubicBezTo>
                    <a:pt x="139279" y="0"/>
                    <a:pt x="141651" y="2373"/>
                    <a:pt x="141651" y="5282"/>
                  </a:cubicBezTo>
                  <a:close/>
                </a:path>
              </a:pathLst>
            </a:custGeom>
            <a:noFill/>
            <a:ln w="8472" cap="flat">
              <a:solidFill>
                <a:srgbClr val="01355A"/>
              </a:solidFill>
              <a:prstDash val="solid"/>
              <a:miter/>
            </a:ln>
          </p:spPr>
          <p:txBody>
            <a:bodyPr rtlCol="1" anchor="ctr"/>
            <a:lstStyle/>
            <a:p>
              <a:endParaRPr lang="ar-SA"/>
            </a:p>
          </p:txBody>
        </p:sp>
        <p:sp>
          <p:nvSpPr>
            <p:cNvPr id="9128" name="شكل حر: شكل 10190">
              <a:extLst>
                <a:ext uri="{FF2B5EF4-FFF2-40B4-BE49-F238E27FC236}">
                  <a16:creationId xmlns:a16="http://schemas.microsoft.com/office/drawing/2014/main" id="{7F302590-DADF-A136-5F77-1813C91AD16C}"/>
                </a:ext>
              </a:extLst>
            </p:cNvPr>
            <p:cNvSpPr/>
            <p:nvPr/>
          </p:nvSpPr>
          <p:spPr>
            <a:xfrm>
              <a:off x="8501045" y="4921490"/>
              <a:ext cx="5027" cy="5027"/>
            </a:xfrm>
            <a:custGeom>
              <a:avLst/>
              <a:gdLst>
                <a:gd name="connsiteX0" fmla="*/ 5028 w 5027"/>
                <a:gd name="connsiteY0" fmla="*/ 2514 h 5027"/>
                <a:gd name="connsiteX1" fmla="*/ 2514 w 5027"/>
                <a:gd name="connsiteY1" fmla="*/ 5028 h 5027"/>
                <a:gd name="connsiteX2" fmla="*/ 0 w 5027"/>
                <a:gd name="connsiteY2" fmla="*/ 2514 h 5027"/>
                <a:gd name="connsiteX3" fmla="*/ 2514 w 5027"/>
                <a:gd name="connsiteY3" fmla="*/ 0 h 5027"/>
                <a:gd name="connsiteX4" fmla="*/ 5028 w 5027"/>
                <a:gd name="connsiteY4" fmla="*/ 2514 h 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27" h="5027">
                  <a:moveTo>
                    <a:pt x="5028" y="2514"/>
                  </a:moveTo>
                  <a:cubicBezTo>
                    <a:pt x="5028" y="3898"/>
                    <a:pt x="3898" y="5028"/>
                    <a:pt x="2514" y="5028"/>
                  </a:cubicBezTo>
                  <a:cubicBezTo>
                    <a:pt x="1130" y="5028"/>
                    <a:pt x="0" y="3898"/>
                    <a:pt x="0" y="2514"/>
                  </a:cubicBezTo>
                  <a:cubicBezTo>
                    <a:pt x="0" y="1130"/>
                    <a:pt x="1130" y="0"/>
                    <a:pt x="2514" y="0"/>
                  </a:cubicBezTo>
                  <a:cubicBezTo>
                    <a:pt x="3898" y="0"/>
                    <a:pt x="5028" y="1130"/>
                    <a:pt x="5028" y="2514"/>
                  </a:cubicBezTo>
                  <a:close/>
                </a:path>
              </a:pathLst>
            </a:custGeom>
            <a:noFill/>
            <a:ln w="8472" cap="flat">
              <a:solidFill>
                <a:srgbClr val="01355A"/>
              </a:solidFill>
              <a:prstDash val="solid"/>
              <a:miter/>
            </a:ln>
          </p:spPr>
          <p:txBody>
            <a:bodyPr rtlCol="1" anchor="ctr"/>
            <a:lstStyle/>
            <a:p>
              <a:endParaRPr lang="ar-SA"/>
            </a:p>
          </p:txBody>
        </p:sp>
        <p:sp>
          <p:nvSpPr>
            <p:cNvPr id="9129" name="شكل حر: شكل 10191">
              <a:extLst>
                <a:ext uri="{FF2B5EF4-FFF2-40B4-BE49-F238E27FC236}">
                  <a16:creationId xmlns:a16="http://schemas.microsoft.com/office/drawing/2014/main" id="{99ACE542-90D5-9A9E-3231-18922A3F426A}"/>
                </a:ext>
              </a:extLst>
            </p:cNvPr>
            <p:cNvSpPr/>
            <p:nvPr/>
          </p:nvSpPr>
          <p:spPr>
            <a:xfrm>
              <a:off x="8490932" y="4937675"/>
              <a:ext cx="14377" cy="41040"/>
            </a:xfrm>
            <a:custGeom>
              <a:avLst/>
              <a:gdLst>
                <a:gd name="connsiteX0" fmla="*/ 14377 w 14377"/>
                <a:gd name="connsiteY0" fmla="*/ 41041 h 41040"/>
                <a:gd name="connsiteX1" fmla="*/ 14377 w 14377"/>
                <a:gd name="connsiteY1" fmla="*/ 0 h 41040"/>
                <a:gd name="connsiteX2" fmla="*/ 0 w 14377"/>
                <a:gd name="connsiteY2" fmla="*/ 0 h 41040"/>
              </a:gdLst>
              <a:ahLst/>
              <a:cxnLst>
                <a:cxn ang="0">
                  <a:pos x="connsiteX0" y="connsiteY0"/>
                </a:cxn>
                <a:cxn ang="0">
                  <a:pos x="connsiteX1" y="connsiteY1"/>
                </a:cxn>
                <a:cxn ang="0">
                  <a:pos x="connsiteX2" y="connsiteY2"/>
                </a:cxn>
              </a:cxnLst>
              <a:rect l="l" t="t" r="r" b="b"/>
              <a:pathLst>
                <a:path w="14377" h="41040">
                  <a:moveTo>
                    <a:pt x="14377" y="41041"/>
                  </a:moveTo>
                  <a:lnTo>
                    <a:pt x="14377" y="0"/>
                  </a:lnTo>
                  <a:lnTo>
                    <a:pt x="0" y="0"/>
                  </a:lnTo>
                </a:path>
              </a:pathLst>
            </a:custGeom>
            <a:noFill/>
            <a:ln w="8472" cap="flat">
              <a:solidFill>
                <a:srgbClr val="01355A"/>
              </a:solidFill>
              <a:prstDash val="solid"/>
              <a:miter/>
            </a:ln>
          </p:spPr>
          <p:txBody>
            <a:bodyPr rtlCol="1" anchor="ctr"/>
            <a:lstStyle/>
            <a:p>
              <a:endParaRPr lang="ar-SA"/>
            </a:p>
          </p:txBody>
        </p:sp>
        <p:sp>
          <p:nvSpPr>
            <p:cNvPr id="9130" name="شكل حر: شكل 10192">
              <a:extLst>
                <a:ext uri="{FF2B5EF4-FFF2-40B4-BE49-F238E27FC236}">
                  <a16:creationId xmlns:a16="http://schemas.microsoft.com/office/drawing/2014/main" id="{E841D5EE-C9B2-EE88-439F-D5391F6C08D5}"/>
                </a:ext>
              </a:extLst>
            </p:cNvPr>
            <p:cNvSpPr/>
            <p:nvPr/>
          </p:nvSpPr>
          <p:spPr>
            <a:xfrm>
              <a:off x="8490933" y="4978715"/>
              <a:ext cx="28358" cy="2824"/>
            </a:xfrm>
            <a:custGeom>
              <a:avLst/>
              <a:gdLst>
                <a:gd name="connsiteX0" fmla="*/ 0 w 28358"/>
                <a:gd name="connsiteY0" fmla="*/ 0 h 2824"/>
                <a:gd name="connsiteX1" fmla="*/ 28358 w 28358"/>
                <a:gd name="connsiteY1" fmla="*/ 0 h 2824"/>
              </a:gdLst>
              <a:ahLst/>
              <a:cxnLst>
                <a:cxn ang="0">
                  <a:pos x="connsiteX0" y="connsiteY0"/>
                </a:cxn>
                <a:cxn ang="0">
                  <a:pos x="connsiteX1" y="connsiteY1"/>
                </a:cxn>
              </a:cxnLst>
              <a:rect l="l" t="t" r="r" b="b"/>
              <a:pathLst>
                <a:path w="28358" h="2824">
                  <a:moveTo>
                    <a:pt x="0" y="0"/>
                  </a:moveTo>
                  <a:lnTo>
                    <a:pt x="28358" y="0"/>
                  </a:lnTo>
                </a:path>
              </a:pathLst>
            </a:custGeom>
            <a:ln w="8472" cap="flat">
              <a:solidFill>
                <a:srgbClr val="01355A"/>
              </a:solidFill>
              <a:prstDash val="solid"/>
              <a:miter/>
            </a:ln>
          </p:spPr>
          <p:txBody>
            <a:bodyPr rtlCol="1" anchor="ctr"/>
            <a:lstStyle/>
            <a:p>
              <a:endParaRPr lang="ar-SA"/>
            </a:p>
          </p:txBody>
        </p:sp>
        <p:sp>
          <p:nvSpPr>
            <p:cNvPr id="9131" name="شكل حر: شكل 10193">
              <a:extLst>
                <a:ext uri="{FF2B5EF4-FFF2-40B4-BE49-F238E27FC236}">
                  <a16:creationId xmlns:a16="http://schemas.microsoft.com/office/drawing/2014/main" id="{F5B3B2FB-BADC-5276-3AC8-1420E0D88B96}"/>
                </a:ext>
              </a:extLst>
            </p:cNvPr>
            <p:cNvSpPr/>
            <p:nvPr/>
          </p:nvSpPr>
          <p:spPr>
            <a:xfrm>
              <a:off x="8341034" y="5112712"/>
              <a:ext cx="2824" cy="55445"/>
            </a:xfrm>
            <a:custGeom>
              <a:avLst/>
              <a:gdLst>
                <a:gd name="connsiteX0" fmla="*/ 0 w 2824"/>
                <a:gd name="connsiteY0" fmla="*/ 0 h 55445"/>
                <a:gd name="connsiteX1" fmla="*/ 0 w 2824"/>
                <a:gd name="connsiteY1" fmla="*/ 55446 h 55445"/>
              </a:gdLst>
              <a:ahLst/>
              <a:cxnLst>
                <a:cxn ang="0">
                  <a:pos x="connsiteX0" y="connsiteY0"/>
                </a:cxn>
                <a:cxn ang="0">
                  <a:pos x="connsiteX1" y="connsiteY1"/>
                </a:cxn>
              </a:cxnLst>
              <a:rect l="l" t="t" r="r" b="b"/>
              <a:pathLst>
                <a:path w="2824" h="55445">
                  <a:moveTo>
                    <a:pt x="0" y="0"/>
                  </a:moveTo>
                  <a:lnTo>
                    <a:pt x="0" y="55446"/>
                  </a:lnTo>
                </a:path>
              </a:pathLst>
            </a:custGeom>
            <a:ln w="8472" cap="flat">
              <a:solidFill>
                <a:srgbClr val="01355A"/>
              </a:solidFill>
              <a:prstDash val="solid"/>
              <a:miter/>
            </a:ln>
          </p:spPr>
          <p:txBody>
            <a:bodyPr rtlCol="1" anchor="ctr"/>
            <a:lstStyle/>
            <a:p>
              <a:endParaRPr lang="ar-SA"/>
            </a:p>
          </p:txBody>
        </p:sp>
      </p:grpSp>
      <p:grpSp>
        <p:nvGrpSpPr>
          <p:cNvPr id="9132" name="رسم 8014">
            <a:extLst>
              <a:ext uri="{FF2B5EF4-FFF2-40B4-BE49-F238E27FC236}">
                <a16:creationId xmlns:a16="http://schemas.microsoft.com/office/drawing/2014/main" id="{7F1808A7-B713-8366-581C-1063BC1943A8}"/>
              </a:ext>
            </a:extLst>
          </p:cNvPr>
          <p:cNvGrpSpPr/>
          <p:nvPr/>
        </p:nvGrpSpPr>
        <p:grpSpPr>
          <a:xfrm>
            <a:off x="6789907" y="5728396"/>
            <a:ext cx="287015" cy="248097"/>
            <a:chOff x="7197403" y="5452392"/>
            <a:chExt cx="343069" cy="314767"/>
          </a:xfrm>
          <a:noFill/>
        </p:grpSpPr>
        <p:grpSp>
          <p:nvGrpSpPr>
            <p:cNvPr id="9133" name="رسم 8014">
              <a:extLst>
                <a:ext uri="{FF2B5EF4-FFF2-40B4-BE49-F238E27FC236}">
                  <a16:creationId xmlns:a16="http://schemas.microsoft.com/office/drawing/2014/main" id="{68D7D608-63B4-D35E-EA4B-ECE1E500C581}"/>
                </a:ext>
              </a:extLst>
            </p:cNvPr>
            <p:cNvGrpSpPr/>
            <p:nvPr/>
          </p:nvGrpSpPr>
          <p:grpSpPr>
            <a:xfrm>
              <a:off x="7197403" y="5452392"/>
              <a:ext cx="236499" cy="314767"/>
              <a:chOff x="7197403" y="5452392"/>
              <a:chExt cx="236499" cy="314767"/>
            </a:xfrm>
            <a:noFill/>
          </p:grpSpPr>
          <p:sp>
            <p:nvSpPr>
              <p:cNvPr id="9146" name="شكل حر: شكل 10196">
                <a:extLst>
                  <a:ext uri="{FF2B5EF4-FFF2-40B4-BE49-F238E27FC236}">
                    <a16:creationId xmlns:a16="http://schemas.microsoft.com/office/drawing/2014/main" id="{DD10BA52-4C5E-79D7-FC2C-25B83F1B0C42}"/>
                  </a:ext>
                </a:extLst>
              </p:cNvPr>
              <p:cNvSpPr/>
              <p:nvPr/>
            </p:nvSpPr>
            <p:spPr>
              <a:xfrm>
                <a:off x="7292252" y="5471175"/>
                <a:ext cx="46802" cy="2824"/>
              </a:xfrm>
              <a:custGeom>
                <a:avLst/>
                <a:gdLst>
                  <a:gd name="connsiteX0" fmla="*/ 0 w 46802"/>
                  <a:gd name="connsiteY0" fmla="*/ 0 h 2824"/>
                  <a:gd name="connsiteX1" fmla="*/ 46803 w 46802"/>
                  <a:gd name="connsiteY1" fmla="*/ 0 h 2824"/>
                </a:gdLst>
                <a:ahLst/>
                <a:cxnLst>
                  <a:cxn ang="0">
                    <a:pos x="connsiteX0" y="connsiteY0"/>
                  </a:cxn>
                  <a:cxn ang="0">
                    <a:pos x="connsiteX1" y="connsiteY1"/>
                  </a:cxn>
                </a:cxnLst>
                <a:rect l="l" t="t" r="r" b="b"/>
                <a:pathLst>
                  <a:path w="46802" h="2824">
                    <a:moveTo>
                      <a:pt x="0" y="0"/>
                    </a:moveTo>
                    <a:lnTo>
                      <a:pt x="46803" y="0"/>
                    </a:lnTo>
                  </a:path>
                </a:pathLst>
              </a:custGeom>
              <a:ln w="8472" cap="flat">
                <a:solidFill>
                  <a:srgbClr val="01355A"/>
                </a:solidFill>
                <a:prstDash val="solid"/>
                <a:miter/>
              </a:ln>
            </p:spPr>
            <p:txBody>
              <a:bodyPr rtlCol="1" anchor="ctr"/>
              <a:lstStyle/>
              <a:p>
                <a:endParaRPr lang="ar-SA"/>
              </a:p>
            </p:txBody>
          </p:sp>
          <p:sp>
            <p:nvSpPr>
              <p:cNvPr id="9147" name="شكل حر: شكل 10197">
                <a:extLst>
                  <a:ext uri="{FF2B5EF4-FFF2-40B4-BE49-F238E27FC236}">
                    <a16:creationId xmlns:a16="http://schemas.microsoft.com/office/drawing/2014/main" id="{E86B0927-19C8-B87A-0617-1413DEA1F37D}"/>
                  </a:ext>
                </a:extLst>
              </p:cNvPr>
              <p:cNvSpPr/>
              <p:nvPr/>
            </p:nvSpPr>
            <p:spPr>
              <a:xfrm>
                <a:off x="7197403" y="5452392"/>
                <a:ext cx="236499" cy="314767"/>
              </a:xfrm>
              <a:custGeom>
                <a:avLst/>
                <a:gdLst>
                  <a:gd name="connsiteX0" fmla="*/ 236499 w 236499"/>
                  <a:gd name="connsiteY0" fmla="*/ 196221 h 314767"/>
                  <a:gd name="connsiteX1" fmla="*/ 236499 w 236499"/>
                  <a:gd name="connsiteY1" fmla="*/ 296662 h 314767"/>
                  <a:gd name="connsiteX2" fmla="*/ 218394 w 236499"/>
                  <a:gd name="connsiteY2" fmla="*/ 314768 h 314767"/>
                  <a:gd name="connsiteX3" fmla="*/ 18106 w 236499"/>
                  <a:gd name="connsiteY3" fmla="*/ 314768 h 314767"/>
                  <a:gd name="connsiteX4" fmla="*/ 0 w 236499"/>
                  <a:gd name="connsiteY4" fmla="*/ 296662 h 314767"/>
                  <a:gd name="connsiteX5" fmla="*/ 0 w 236499"/>
                  <a:gd name="connsiteY5" fmla="*/ 18105 h 314767"/>
                  <a:gd name="connsiteX6" fmla="*/ 18106 w 236499"/>
                  <a:gd name="connsiteY6" fmla="*/ 0 h 314767"/>
                  <a:gd name="connsiteX7" fmla="*/ 218394 w 236499"/>
                  <a:gd name="connsiteY7" fmla="*/ 0 h 314767"/>
                  <a:gd name="connsiteX8" fmla="*/ 236499 w 236499"/>
                  <a:gd name="connsiteY8" fmla="*/ 18105 h 314767"/>
                  <a:gd name="connsiteX9" fmla="*/ 236499 w 236499"/>
                  <a:gd name="connsiteY9" fmla="*/ 57367 h 314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6499" h="314767">
                    <a:moveTo>
                      <a:pt x="236499" y="196221"/>
                    </a:moveTo>
                    <a:lnTo>
                      <a:pt x="236499" y="296662"/>
                    </a:lnTo>
                    <a:cubicBezTo>
                      <a:pt x="236499" y="306661"/>
                      <a:pt x="228393" y="314768"/>
                      <a:pt x="218394" y="314768"/>
                    </a:cubicBezTo>
                    <a:lnTo>
                      <a:pt x="18106" y="314768"/>
                    </a:lnTo>
                    <a:cubicBezTo>
                      <a:pt x="8107" y="314768"/>
                      <a:pt x="0" y="306661"/>
                      <a:pt x="0" y="296662"/>
                    </a:cubicBezTo>
                    <a:lnTo>
                      <a:pt x="0" y="18105"/>
                    </a:lnTo>
                    <a:cubicBezTo>
                      <a:pt x="0" y="8106"/>
                      <a:pt x="8107" y="0"/>
                      <a:pt x="18106" y="0"/>
                    </a:cubicBezTo>
                    <a:lnTo>
                      <a:pt x="218394" y="0"/>
                    </a:lnTo>
                    <a:cubicBezTo>
                      <a:pt x="228393" y="0"/>
                      <a:pt x="236499" y="8106"/>
                      <a:pt x="236499" y="18105"/>
                    </a:cubicBezTo>
                    <a:lnTo>
                      <a:pt x="236499" y="57367"/>
                    </a:lnTo>
                  </a:path>
                </a:pathLst>
              </a:custGeom>
              <a:noFill/>
              <a:ln w="8472" cap="flat">
                <a:solidFill>
                  <a:srgbClr val="01355A"/>
                </a:solidFill>
                <a:prstDash val="solid"/>
                <a:miter/>
              </a:ln>
            </p:spPr>
            <p:txBody>
              <a:bodyPr rtlCol="1" anchor="ctr"/>
              <a:lstStyle/>
              <a:p>
                <a:endParaRPr lang="ar-SA"/>
              </a:p>
            </p:txBody>
          </p:sp>
          <p:sp>
            <p:nvSpPr>
              <p:cNvPr id="9148" name="شكل حر: شكل 10198">
                <a:extLst>
                  <a:ext uri="{FF2B5EF4-FFF2-40B4-BE49-F238E27FC236}">
                    <a16:creationId xmlns:a16="http://schemas.microsoft.com/office/drawing/2014/main" id="{66E04ED5-4363-0F5E-7407-B332D2D261FD}"/>
                  </a:ext>
                </a:extLst>
              </p:cNvPr>
              <p:cNvSpPr/>
              <p:nvPr/>
            </p:nvSpPr>
            <p:spPr>
              <a:xfrm>
                <a:off x="7292252" y="5748404"/>
                <a:ext cx="46802" cy="2824"/>
              </a:xfrm>
              <a:custGeom>
                <a:avLst/>
                <a:gdLst>
                  <a:gd name="connsiteX0" fmla="*/ 0 w 46802"/>
                  <a:gd name="connsiteY0" fmla="*/ 0 h 2824"/>
                  <a:gd name="connsiteX1" fmla="*/ 46803 w 46802"/>
                  <a:gd name="connsiteY1" fmla="*/ 0 h 2824"/>
                </a:gdLst>
                <a:ahLst/>
                <a:cxnLst>
                  <a:cxn ang="0">
                    <a:pos x="connsiteX0" y="connsiteY0"/>
                  </a:cxn>
                  <a:cxn ang="0">
                    <a:pos x="connsiteX1" y="connsiteY1"/>
                  </a:cxn>
                </a:cxnLst>
                <a:rect l="l" t="t" r="r" b="b"/>
                <a:pathLst>
                  <a:path w="46802" h="2824">
                    <a:moveTo>
                      <a:pt x="0" y="0"/>
                    </a:moveTo>
                    <a:lnTo>
                      <a:pt x="46803" y="0"/>
                    </a:lnTo>
                  </a:path>
                </a:pathLst>
              </a:custGeom>
              <a:ln w="8472" cap="flat">
                <a:solidFill>
                  <a:srgbClr val="01355A"/>
                </a:solidFill>
                <a:prstDash val="solid"/>
                <a:miter/>
              </a:ln>
            </p:spPr>
            <p:txBody>
              <a:bodyPr rtlCol="1" anchor="ctr"/>
              <a:lstStyle/>
              <a:p>
                <a:endParaRPr lang="ar-SA"/>
              </a:p>
            </p:txBody>
          </p:sp>
          <p:sp>
            <p:nvSpPr>
              <p:cNvPr id="9149" name="شكل حر: شكل 10199">
                <a:extLst>
                  <a:ext uri="{FF2B5EF4-FFF2-40B4-BE49-F238E27FC236}">
                    <a16:creationId xmlns:a16="http://schemas.microsoft.com/office/drawing/2014/main" id="{80EBF6E5-AFFF-B062-0DAD-990429D5CCA6}"/>
                  </a:ext>
                </a:extLst>
              </p:cNvPr>
              <p:cNvSpPr/>
              <p:nvPr/>
            </p:nvSpPr>
            <p:spPr>
              <a:xfrm>
                <a:off x="7197403" y="5489930"/>
                <a:ext cx="236499" cy="2824"/>
              </a:xfrm>
              <a:custGeom>
                <a:avLst/>
                <a:gdLst>
                  <a:gd name="connsiteX0" fmla="*/ 0 w 236499"/>
                  <a:gd name="connsiteY0" fmla="*/ 0 h 2824"/>
                  <a:gd name="connsiteX1" fmla="*/ 236499 w 236499"/>
                  <a:gd name="connsiteY1" fmla="*/ 0 h 2824"/>
                </a:gdLst>
                <a:ahLst/>
                <a:cxnLst>
                  <a:cxn ang="0">
                    <a:pos x="connsiteX0" y="connsiteY0"/>
                  </a:cxn>
                  <a:cxn ang="0">
                    <a:pos x="connsiteX1" y="connsiteY1"/>
                  </a:cxn>
                </a:cxnLst>
                <a:rect l="l" t="t" r="r" b="b"/>
                <a:pathLst>
                  <a:path w="236499" h="2824">
                    <a:moveTo>
                      <a:pt x="0" y="0"/>
                    </a:moveTo>
                    <a:lnTo>
                      <a:pt x="236499" y="0"/>
                    </a:lnTo>
                  </a:path>
                </a:pathLst>
              </a:custGeom>
              <a:ln w="8472" cap="flat">
                <a:solidFill>
                  <a:srgbClr val="01355A"/>
                </a:solidFill>
                <a:prstDash val="solid"/>
                <a:miter/>
              </a:ln>
            </p:spPr>
            <p:txBody>
              <a:bodyPr rtlCol="1" anchor="ctr"/>
              <a:lstStyle/>
              <a:p>
                <a:endParaRPr lang="ar-SA"/>
              </a:p>
            </p:txBody>
          </p:sp>
          <p:sp>
            <p:nvSpPr>
              <p:cNvPr id="9150" name="شكل حر: شكل 10200">
                <a:extLst>
                  <a:ext uri="{FF2B5EF4-FFF2-40B4-BE49-F238E27FC236}">
                    <a16:creationId xmlns:a16="http://schemas.microsoft.com/office/drawing/2014/main" id="{149020EF-1F42-DD27-EA59-86AF2530134D}"/>
                  </a:ext>
                </a:extLst>
              </p:cNvPr>
              <p:cNvSpPr/>
              <p:nvPr/>
            </p:nvSpPr>
            <p:spPr>
              <a:xfrm>
                <a:off x="7197403" y="5729649"/>
                <a:ext cx="236499" cy="2824"/>
              </a:xfrm>
              <a:custGeom>
                <a:avLst/>
                <a:gdLst>
                  <a:gd name="connsiteX0" fmla="*/ 236499 w 236499"/>
                  <a:gd name="connsiteY0" fmla="*/ 0 h 2824"/>
                  <a:gd name="connsiteX1" fmla="*/ 0 w 236499"/>
                  <a:gd name="connsiteY1" fmla="*/ 0 h 2824"/>
                </a:gdLst>
                <a:ahLst/>
                <a:cxnLst>
                  <a:cxn ang="0">
                    <a:pos x="connsiteX0" y="connsiteY0"/>
                  </a:cxn>
                  <a:cxn ang="0">
                    <a:pos x="connsiteX1" y="connsiteY1"/>
                  </a:cxn>
                </a:cxnLst>
                <a:rect l="l" t="t" r="r" b="b"/>
                <a:pathLst>
                  <a:path w="236499" h="2824">
                    <a:moveTo>
                      <a:pt x="236499" y="0"/>
                    </a:moveTo>
                    <a:lnTo>
                      <a:pt x="0" y="0"/>
                    </a:lnTo>
                  </a:path>
                </a:pathLst>
              </a:custGeom>
              <a:ln w="8472" cap="flat">
                <a:solidFill>
                  <a:srgbClr val="01355A"/>
                </a:solidFill>
                <a:prstDash val="solid"/>
                <a:miter/>
              </a:ln>
            </p:spPr>
            <p:txBody>
              <a:bodyPr rtlCol="1" anchor="ctr"/>
              <a:lstStyle/>
              <a:p>
                <a:endParaRPr lang="ar-SA"/>
              </a:p>
            </p:txBody>
          </p:sp>
        </p:grpSp>
        <p:grpSp>
          <p:nvGrpSpPr>
            <p:cNvPr id="9134" name="رسم 8014">
              <a:extLst>
                <a:ext uri="{FF2B5EF4-FFF2-40B4-BE49-F238E27FC236}">
                  <a16:creationId xmlns:a16="http://schemas.microsoft.com/office/drawing/2014/main" id="{085B827B-9C9E-2564-68C8-0E1DBEFD5F40}"/>
                </a:ext>
              </a:extLst>
            </p:cNvPr>
            <p:cNvGrpSpPr/>
            <p:nvPr/>
          </p:nvGrpSpPr>
          <p:grpSpPr>
            <a:xfrm>
              <a:off x="7219322" y="5520520"/>
              <a:ext cx="192662" cy="178539"/>
              <a:chOff x="7219322" y="5520520"/>
              <a:chExt cx="192662" cy="178539"/>
            </a:xfrm>
            <a:noFill/>
          </p:grpSpPr>
          <p:grpSp>
            <p:nvGrpSpPr>
              <p:cNvPr id="9139" name="رسم 8014">
                <a:extLst>
                  <a:ext uri="{FF2B5EF4-FFF2-40B4-BE49-F238E27FC236}">
                    <a16:creationId xmlns:a16="http://schemas.microsoft.com/office/drawing/2014/main" id="{ABF7BDCB-FB00-8709-8E8D-60435BF32876}"/>
                  </a:ext>
                </a:extLst>
              </p:cNvPr>
              <p:cNvGrpSpPr/>
              <p:nvPr/>
            </p:nvGrpSpPr>
            <p:grpSpPr>
              <a:xfrm>
                <a:off x="7269429" y="5550601"/>
                <a:ext cx="83098" cy="135465"/>
                <a:chOff x="7269429" y="5550601"/>
                <a:chExt cx="83098" cy="135465"/>
              </a:xfrm>
              <a:noFill/>
            </p:grpSpPr>
            <p:sp>
              <p:nvSpPr>
                <p:cNvPr id="9143" name="شكل حر: شكل 10203">
                  <a:extLst>
                    <a:ext uri="{FF2B5EF4-FFF2-40B4-BE49-F238E27FC236}">
                      <a16:creationId xmlns:a16="http://schemas.microsoft.com/office/drawing/2014/main" id="{DC8C9348-4F65-3A81-F59C-BC7066744F4D}"/>
                    </a:ext>
                  </a:extLst>
                </p:cNvPr>
                <p:cNvSpPr/>
                <p:nvPr/>
              </p:nvSpPr>
              <p:spPr>
                <a:xfrm>
                  <a:off x="7269429" y="5596896"/>
                  <a:ext cx="27708" cy="89170"/>
                </a:xfrm>
                <a:custGeom>
                  <a:avLst/>
                  <a:gdLst>
                    <a:gd name="connsiteX0" fmla="*/ 0 w 27708"/>
                    <a:gd name="connsiteY0" fmla="*/ 89171 h 89170"/>
                    <a:gd name="connsiteX1" fmla="*/ 0 w 27708"/>
                    <a:gd name="connsiteY1" fmla="*/ 0 h 89170"/>
                    <a:gd name="connsiteX2" fmla="*/ 27709 w 27708"/>
                    <a:gd name="connsiteY2" fmla="*/ 0 h 89170"/>
                    <a:gd name="connsiteX3" fmla="*/ 27709 w 27708"/>
                    <a:gd name="connsiteY3" fmla="*/ 89171 h 89170"/>
                  </a:gdLst>
                  <a:ahLst/>
                  <a:cxnLst>
                    <a:cxn ang="0">
                      <a:pos x="connsiteX0" y="connsiteY0"/>
                    </a:cxn>
                    <a:cxn ang="0">
                      <a:pos x="connsiteX1" y="connsiteY1"/>
                    </a:cxn>
                    <a:cxn ang="0">
                      <a:pos x="connsiteX2" y="connsiteY2"/>
                    </a:cxn>
                    <a:cxn ang="0">
                      <a:pos x="connsiteX3" y="connsiteY3"/>
                    </a:cxn>
                  </a:cxnLst>
                  <a:rect l="l" t="t" r="r" b="b"/>
                  <a:pathLst>
                    <a:path w="27708" h="89170">
                      <a:moveTo>
                        <a:pt x="0" y="89171"/>
                      </a:moveTo>
                      <a:lnTo>
                        <a:pt x="0" y="0"/>
                      </a:lnTo>
                      <a:lnTo>
                        <a:pt x="27709" y="0"/>
                      </a:lnTo>
                      <a:lnTo>
                        <a:pt x="27709" y="89171"/>
                      </a:lnTo>
                    </a:path>
                  </a:pathLst>
                </a:custGeom>
                <a:noFill/>
                <a:ln w="8472" cap="flat">
                  <a:solidFill>
                    <a:srgbClr val="17A3A3"/>
                  </a:solidFill>
                  <a:prstDash val="solid"/>
                  <a:miter/>
                </a:ln>
              </p:spPr>
              <p:txBody>
                <a:bodyPr rtlCol="1" anchor="ctr"/>
                <a:lstStyle/>
                <a:p>
                  <a:endParaRPr lang="ar-SA"/>
                </a:p>
              </p:txBody>
            </p:sp>
            <p:sp>
              <p:nvSpPr>
                <p:cNvPr id="9144" name="شكل حر: شكل 10204">
                  <a:extLst>
                    <a:ext uri="{FF2B5EF4-FFF2-40B4-BE49-F238E27FC236}">
                      <a16:creationId xmlns:a16="http://schemas.microsoft.com/office/drawing/2014/main" id="{4F411702-6D68-9829-49E5-6BE650AF76FA}"/>
                    </a:ext>
                  </a:extLst>
                </p:cNvPr>
                <p:cNvSpPr/>
                <p:nvPr/>
              </p:nvSpPr>
              <p:spPr>
                <a:xfrm>
                  <a:off x="7297138" y="5632937"/>
                  <a:ext cx="27680" cy="2824"/>
                </a:xfrm>
                <a:custGeom>
                  <a:avLst/>
                  <a:gdLst>
                    <a:gd name="connsiteX0" fmla="*/ 0 w 27680"/>
                    <a:gd name="connsiteY0" fmla="*/ 0 h 2824"/>
                    <a:gd name="connsiteX1" fmla="*/ 27681 w 27680"/>
                    <a:gd name="connsiteY1" fmla="*/ 0 h 2824"/>
                  </a:gdLst>
                  <a:ahLst/>
                  <a:cxnLst>
                    <a:cxn ang="0">
                      <a:pos x="connsiteX0" y="connsiteY0"/>
                    </a:cxn>
                    <a:cxn ang="0">
                      <a:pos x="connsiteX1" y="connsiteY1"/>
                    </a:cxn>
                  </a:cxnLst>
                  <a:rect l="l" t="t" r="r" b="b"/>
                  <a:pathLst>
                    <a:path w="27680" h="2824">
                      <a:moveTo>
                        <a:pt x="0" y="0"/>
                      </a:moveTo>
                      <a:lnTo>
                        <a:pt x="27681" y="0"/>
                      </a:lnTo>
                    </a:path>
                  </a:pathLst>
                </a:custGeom>
                <a:ln w="8472" cap="flat">
                  <a:solidFill>
                    <a:srgbClr val="17A3A3"/>
                  </a:solidFill>
                  <a:prstDash val="solid"/>
                  <a:miter/>
                </a:ln>
              </p:spPr>
              <p:txBody>
                <a:bodyPr rtlCol="1" anchor="ctr"/>
                <a:lstStyle/>
                <a:p>
                  <a:endParaRPr lang="ar-SA"/>
                </a:p>
              </p:txBody>
            </p:sp>
            <p:sp>
              <p:nvSpPr>
                <p:cNvPr id="9145" name="شكل حر: شكل 10205">
                  <a:extLst>
                    <a:ext uri="{FF2B5EF4-FFF2-40B4-BE49-F238E27FC236}">
                      <a16:creationId xmlns:a16="http://schemas.microsoft.com/office/drawing/2014/main" id="{3EB252DA-F635-54BE-C12C-E3AD8550AC40}"/>
                    </a:ext>
                  </a:extLst>
                </p:cNvPr>
                <p:cNvSpPr/>
                <p:nvPr/>
              </p:nvSpPr>
              <p:spPr>
                <a:xfrm>
                  <a:off x="7324819" y="5550601"/>
                  <a:ext cx="27708" cy="135465"/>
                </a:xfrm>
                <a:custGeom>
                  <a:avLst/>
                  <a:gdLst>
                    <a:gd name="connsiteX0" fmla="*/ 0 w 27708"/>
                    <a:gd name="connsiteY0" fmla="*/ 135465 h 135465"/>
                    <a:gd name="connsiteX1" fmla="*/ 0 w 27708"/>
                    <a:gd name="connsiteY1" fmla="*/ 0 h 135465"/>
                    <a:gd name="connsiteX2" fmla="*/ 27709 w 27708"/>
                    <a:gd name="connsiteY2" fmla="*/ 0 h 135465"/>
                    <a:gd name="connsiteX3" fmla="*/ 27709 w 27708"/>
                    <a:gd name="connsiteY3" fmla="*/ 135465 h 135465"/>
                  </a:gdLst>
                  <a:ahLst/>
                  <a:cxnLst>
                    <a:cxn ang="0">
                      <a:pos x="connsiteX0" y="connsiteY0"/>
                    </a:cxn>
                    <a:cxn ang="0">
                      <a:pos x="connsiteX1" y="connsiteY1"/>
                    </a:cxn>
                    <a:cxn ang="0">
                      <a:pos x="connsiteX2" y="connsiteY2"/>
                    </a:cxn>
                    <a:cxn ang="0">
                      <a:pos x="connsiteX3" y="connsiteY3"/>
                    </a:cxn>
                  </a:cxnLst>
                  <a:rect l="l" t="t" r="r" b="b"/>
                  <a:pathLst>
                    <a:path w="27708" h="135465">
                      <a:moveTo>
                        <a:pt x="0" y="135465"/>
                      </a:moveTo>
                      <a:lnTo>
                        <a:pt x="0" y="0"/>
                      </a:lnTo>
                      <a:lnTo>
                        <a:pt x="27709" y="0"/>
                      </a:lnTo>
                      <a:lnTo>
                        <a:pt x="27709" y="135465"/>
                      </a:lnTo>
                    </a:path>
                  </a:pathLst>
                </a:custGeom>
                <a:noFill/>
                <a:ln w="8472" cap="flat">
                  <a:solidFill>
                    <a:srgbClr val="17A3A3"/>
                  </a:solidFill>
                  <a:prstDash val="solid"/>
                  <a:miter/>
                </a:ln>
              </p:spPr>
              <p:txBody>
                <a:bodyPr rtlCol="1" anchor="ctr"/>
                <a:lstStyle/>
                <a:p>
                  <a:endParaRPr lang="ar-SA"/>
                </a:p>
              </p:txBody>
            </p:sp>
          </p:grpSp>
          <p:sp>
            <p:nvSpPr>
              <p:cNvPr id="9140" name="شكل حر: شكل 10206">
                <a:extLst>
                  <a:ext uri="{FF2B5EF4-FFF2-40B4-BE49-F238E27FC236}">
                    <a16:creationId xmlns:a16="http://schemas.microsoft.com/office/drawing/2014/main" id="{C1DB4228-7BDC-3ABB-B614-4811764F0CCD}"/>
                  </a:ext>
                </a:extLst>
              </p:cNvPr>
              <p:cNvSpPr/>
              <p:nvPr/>
            </p:nvSpPr>
            <p:spPr>
              <a:xfrm>
                <a:off x="7232315" y="5541252"/>
                <a:ext cx="160377" cy="145181"/>
              </a:xfrm>
              <a:custGeom>
                <a:avLst/>
                <a:gdLst>
                  <a:gd name="connsiteX0" fmla="*/ 0 w 160377"/>
                  <a:gd name="connsiteY0" fmla="*/ 0 h 145181"/>
                  <a:gd name="connsiteX1" fmla="*/ 0 w 160377"/>
                  <a:gd name="connsiteY1" fmla="*/ 145182 h 145181"/>
                  <a:gd name="connsiteX2" fmla="*/ 160378 w 160377"/>
                  <a:gd name="connsiteY2" fmla="*/ 145182 h 145181"/>
                </a:gdLst>
                <a:ahLst/>
                <a:cxnLst>
                  <a:cxn ang="0">
                    <a:pos x="connsiteX0" y="connsiteY0"/>
                  </a:cxn>
                  <a:cxn ang="0">
                    <a:pos x="connsiteX1" y="connsiteY1"/>
                  </a:cxn>
                  <a:cxn ang="0">
                    <a:pos x="connsiteX2" y="connsiteY2"/>
                  </a:cxn>
                </a:cxnLst>
                <a:rect l="l" t="t" r="r" b="b"/>
                <a:pathLst>
                  <a:path w="160377" h="145181">
                    <a:moveTo>
                      <a:pt x="0" y="0"/>
                    </a:moveTo>
                    <a:lnTo>
                      <a:pt x="0" y="145182"/>
                    </a:lnTo>
                    <a:lnTo>
                      <a:pt x="160378" y="145182"/>
                    </a:lnTo>
                  </a:path>
                </a:pathLst>
              </a:custGeom>
              <a:noFill/>
              <a:ln w="8472" cap="flat">
                <a:solidFill>
                  <a:srgbClr val="17A3A3"/>
                </a:solidFill>
                <a:prstDash val="solid"/>
                <a:miter/>
              </a:ln>
            </p:spPr>
            <p:txBody>
              <a:bodyPr rtlCol="1" anchor="ctr"/>
              <a:lstStyle/>
              <a:p>
                <a:endParaRPr lang="ar-SA"/>
              </a:p>
            </p:txBody>
          </p:sp>
          <p:sp>
            <p:nvSpPr>
              <p:cNvPr id="9141" name="شكل حر: شكل 10207">
                <a:extLst>
                  <a:ext uri="{FF2B5EF4-FFF2-40B4-BE49-F238E27FC236}">
                    <a16:creationId xmlns:a16="http://schemas.microsoft.com/office/drawing/2014/main" id="{93093E0D-04EE-D4E3-2065-FAC625E7E7DE}"/>
                  </a:ext>
                </a:extLst>
              </p:cNvPr>
              <p:cNvSpPr/>
              <p:nvPr/>
            </p:nvSpPr>
            <p:spPr>
              <a:xfrm>
                <a:off x="7219322" y="5520520"/>
                <a:ext cx="25985" cy="13275"/>
              </a:xfrm>
              <a:custGeom>
                <a:avLst/>
                <a:gdLst>
                  <a:gd name="connsiteX0" fmla="*/ 0 w 25985"/>
                  <a:gd name="connsiteY0" fmla="*/ 13276 h 13275"/>
                  <a:gd name="connsiteX1" fmla="*/ 13275 w 25985"/>
                  <a:gd name="connsiteY1" fmla="*/ 0 h 13275"/>
                  <a:gd name="connsiteX2" fmla="*/ 25986 w 25985"/>
                  <a:gd name="connsiteY2" fmla="*/ 12710 h 13275"/>
                </a:gdLst>
                <a:ahLst/>
                <a:cxnLst>
                  <a:cxn ang="0">
                    <a:pos x="connsiteX0" y="connsiteY0"/>
                  </a:cxn>
                  <a:cxn ang="0">
                    <a:pos x="connsiteX1" y="connsiteY1"/>
                  </a:cxn>
                  <a:cxn ang="0">
                    <a:pos x="connsiteX2" y="connsiteY2"/>
                  </a:cxn>
                </a:cxnLst>
                <a:rect l="l" t="t" r="r" b="b"/>
                <a:pathLst>
                  <a:path w="25985" h="13275">
                    <a:moveTo>
                      <a:pt x="0" y="13276"/>
                    </a:moveTo>
                    <a:lnTo>
                      <a:pt x="13275" y="0"/>
                    </a:lnTo>
                    <a:lnTo>
                      <a:pt x="25986" y="12710"/>
                    </a:lnTo>
                  </a:path>
                </a:pathLst>
              </a:custGeom>
              <a:noFill/>
              <a:ln w="8472" cap="flat">
                <a:solidFill>
                  <a:srgbClr val="17A3A3"/>
                </a:solidFill>
                <a:prstDash val="solid"/>
                <a:miter/>
              </a:ln>
            </p:spPr>
            <p:txBody>
              <a:bodyPr rtlCol="1" anchor="ctr"/>
              <a:lstStyle/>
              <a:p>
                <a:endParaRPr lang="ar-SA"/>
              </a:p>
            </p:txBody>
          </p:sp>
          <p:sp>
            <p:nvSpPr>
              <p:cNvPr id="9142" name="شكل حر: شكل 10208">
                <a:extLst>
                  <a:ext uri="{FF2B5EF4-FFF2-40B4-BE49-F238E27FC236}">
                    <a16:creationId xmlns:a16="http://schemas.microsoft.com/office/drawing/2014/main" id="{58D58C5C-13E6-3916-3E30-369C0C42EBA8}"/>
                  </a:ext>
                </a:extLst>
              </p:cNvPr>
              <p:cNvSpPr/>
              <p:nvPr/>
            </p:nvSpPr>
            <p:spPr>
              <a:xfrm>
                <a:off x="7398709" y="5673074"/>
                <a:ext cx="13275" cy="25985"/>
              </a:xfrm>
              <a:custGeom>
                <a:avLst/>
                <a:gdLst>
                  <a:gd name="connsiteX0" fmla="*/ 0 w 13275"/>
                  <a:gd name="connsiteY0" fmla="*/ 0 h 25985"/>
                  <a:gd name="connsiteX1" fmla="*/ 13275 w 13275"/>
                  <a:gd name="connsiteY1" fmla="*/ 13275 h 25985"/>
                  <a:gd name="connsiteX2" fmla="*/ 565 w 13275"/>
                  <a:gd name="connsiteY2" fmla="*/ 25986 h 25985"/>
                </a:gdLst>
                <a:ahLst/>
                <a:cxnLst>
                  <a:cxn ang="0">
                    <a:pos x="connsiteX0" y="connsiteY0"/>
                  </a:cxn>
                  <a:cxn ang="0">
                    <a:pos x="connsiteX1" y="connsiteY1"/>
                  </a:cxn>
                  <a:cxn ang="0">
                    <a:pos x="connsiteX2" y="connsiteY2"/>
                  </a:cxn>
                </a:cxnLst>
                <a:rect l="l" t="t" r="r" b="b"/>
                <a:pathLst>
                  <a:path w="13275" h="25985">
                    <a:moveTo>
                      <a:pt x="0" y="0"/>
                    </a:moveTo>
                    <a:lnTo>
                      <a:pt x="13275" y="13275"/>
                    </a:lnTo>
                    <a:lnTo>
                      <a:pt x="565" y="25986"/>
                    </a:lnTo>
                  </a:path>
                </a:pathLst>
              </a:custGeom>
              <a:noFill/>
              <a:ln w="8472" cap="flat">
                <a:solidFill>
                  <a:srgbClr val="17A3A3"/>
                </a:solidFill>
                <a:prstDash val="solid"/>
                <a:miter/>
              </a:ln>
            </p:spPr>
            <p:txBody>
              <a:bodyPr rtlCol="1" anchor="ctr"/>
              <a:lstStyle/>
              <a:p>
                <a:endParaRPr lang="ar-SA"/>
              </a:p>
            </p:txBody>
          </p:sp>
        </p:grpSp>
        <p:sp>
          <p:nvSpPr>
            <p:cNvPr id="9135" name="شكل حر: شكل 10209">
              <a:extLst>
                <a:ext uri="{FF2B5EF4-FFF2-40B4-BE49-F238E27FC236}">
                  <a16:creationId xmlns:a16="http://schemas.microsoft.com/office/drawing/2014/main" id="{841FBB66-ABA8-2B46-7895-1F8121A10EFA}"/>
                </a:ext>
              </a:extLst>
            </p:cNvPr>
            <p:cNvSpPr/>
            <p:nvPr/>
          </p:nvSpPr>
          <p:spPr>
            <a:xfrm>
              <a:off x="7445935" y="5548907"/>
              <a:ext cx="33442" cy="60868"/>
            </a:xfrm>
            <a:custGeom>
              <a:avLst/>
              <a:gdLst>
                <a:gd name="connsiteX0" fmla="*/ 0 w 33442"/>
                <a:gd name="connsiteY0" fmla="*/ 60869 h 60868"/>
                <a:gd name="connsiteX1" fmla="*/ 33443 w 33442"/>
                <a:gd name="connsiteY1" fmla="*/ 0 h 60868"/>
              </a:gdLst>
              <a:ahLst/>
              <a:cxnLst>
                <a:cxn ang="0">
                  <a:pos x="connsiteX0" y="connsiteY0"/>
                </a:cxn>
                <a:cxn ang="0">
                  <a:pos x="connsiteX1" y="connsiteY1"/>
                </a:cxn>
              </a:cxnLst>
              <a:rect l="l" t="t" r="r" b="b"/>
              <a:pathLst>
                <a:path w="33442" h="60868">
                  <a:moveTo>
                    <a:pt x="0" y="60869"/>
                  </a:moveTo>
                  <a:lnTo>
                    <a:pt x="33443" y="0"/>
                  </a:lnTo>
                </a:path>
              </a:pathLst>
            </a:custGeom>
            <a:ln w="8472" cap="flat">
              <a:solidFill>
                <a:srgbClr val="01355A"/>
              </a:solidFill>
              <a:prstDash val="solid"/>
              <a:miter/>
            </a:ln>
          </p:spPr>
          <p:txBody>
            <a:bodyPr rtlCol="1" anchor="ctr"/>
            <a:lstStyle/>
            <a:p>
              <a:endParaRPr lang="ar-SA"/>
            </a:p>
          </p:txBody>
        </p:sp>
        <p:sp>
          <p:nvSpPr>
            <p:cNvPr id="9136" name="شكل حر: شكل 10210">
              <a:extLst>
                <a:ext uri="{FF2B5EF4-FFF2-40B4-BE49-F238E27FC236}">
                  <a16:creationId xmlns:a16="http://schemas.microsoft.com/office/drawing/2014/main" id="{54B89A2B-2167-11E7-80D3-9B13BB337924}"/>
                </a:ext>
              </a:extLst>
            </p:cNvPr>
            <p:cNvSpPr/>
            <p:nvPr/>
          </p:nvSpPr>
          <p:spPr>
            <a:xfrm>
              <a:off x="7474943" y="5580655"/>
              <a:ext cx="21636" cy="29120"/>
            </a:xfrm>
            <a:custGeom>
              <a:avLst/>
              <a:gdLst>
                <a:gd name="connsiteX0" fmla="*/ 10818 w 21636"/>
                <a:gd name="connsiteY0" fmla="*/ 29121 h 29120"/>
                <a:gd name="connsiteX1" fmla="*/ 10818 w 21636"/>
                <a:gd name="connsiteY1" fmla="*/ 29121 h 29120"/>
                <a:gd name="connsiteX2" fmla="*/ 0 w 21636"/>
                <a:gd name="connsiteY2" fmla="*/ 18303 h 29120"/>
                <a:gd name="connsiteX3" fmla="*/ 0 w 21636"/>
                <a:gd name="connsiteY3" fmla="*/ 10818 h 29120"/>
                <a:gd name="connsiteX4" fmla="*/ 10818 w 21636"/>
                <a:gd name="connsiteY4" fmla="*/ 0 h 29120"/>
                <a:gd name="connsiteX5" fmla="*/ 10818 w 21636"/>
                <a:gd name="connsiteY5" fmla="*/ 0 h 29120"/>
                <a:gd name="connsiteX6" fmla="*/ 21636 w 21636"/>
                <a:gd name="connsiteY6" fmla="*/ 10818 h 29120"/>
                <a:gd name="connsiteX7" fmla="*/ 21636 w 21636"/>
                <a:gd name="connsiteY7" fmla="*/ 18303 h 29120"/>
                <a:gd name="connsiteX8" fmla="*/ 10818 w 21636"/>
                <a:gd name="connsiteY8" fmla="*/ 29121 h 29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36" h="29120">
                  <a:moveTo>
                    <a:pt x="10818" y="29121"/>
                  </a:moveTo>
                  <a:lnTo>
                    <a:pt x="10818" y="29121"/>
                  </a:lnTo>
                  <a:cubicBezTo>
                    <a:pt x="4830" y="29121"/>
                    <a:pt x="0" y="24263"/>
                    <a:pt x="0" y="18303"/>
                  </a:cubicBezTo>
                  <a:lnTo>
                    <a:pt x="0" y="10818"/>
                  </a:lnTo>
                  <a:cubicBezTo>
                    <a:pt x="0" y="4830"/>
                    <a:pt x="4858" y="0"/>
                    <a:pt x="10818" y="0"/>
                  </a:cubicBezTo>
                  <a:lnTo>
                    <a:pt x="10818" y="0"/>
                  </a:lnTo>
                  <a:cubicBezTo>
                    <a:pt x="16806" y="0"/>
                    <a:pt x="21636" y="4858"/>
                    <a:pt x="21636" y="10818"/>
                  </a:cubicBezTo>
                  <a:lnTo>
                    <a:pt x="21636" y="18303"/>
                  </a:lnTo>
                  <a:cubicBezTo>
                    <a:pt x="21636" y="24291"/>
                    <a:pt x="16778" y="29121"/>
                    <a:pt x="10818" y="29121"/>
                  </a:cubicBezTo>
                  <a:close/>
                </a:path>
              </a:pathLst>
            </a:custGeom>
            <a:noFill/>
            <a:ln w="8472" cap="flat">
              <a:solidFill>
                <a:srgbClr val="01355A"/>
              </a:solidFill>
              <a:prstDash val="solid"/>
              <a:miter/>
            </a:ln>
          </p:spPr>
          <p:txBody>
            <a:bodyPr rtlCol="1" anchor="ctr"/>
            <a:lstStyle/>
            <a:p>
              <a:endParaRPr lang="ar-SA"/>
            </a:p>
          </p:txBody>
        </p:sp>
        <p:sp>
          <p:nvSpPr>
            <p:cNvPr id="9137" name="شكل حر: شكل 10211">
              <a:extLst>
                <a:ext uri="{FF2B5EF4-FFF2-40B4-BE49-F238E27FC236}">
                  <a16:creationId xmlns:a16="http://schemas.microsoft.com/office/drawing/2014/main" id="{9AAC3893-8E68-0AF0-E091-66066BEB4B3F}"/>
                </a:ext>
              </a:extLst>
            </p:cNvPr>
            <p:cNvSpPr/>
            <p:nvPr/>
          </p:nvSpPr>
          <p:spPr>
            <a:xfrm>
              <a:off x="7429468" y="5548935"/>
              <a:ext cx="21635" cy="29120"/>
            </a:xfrm>
            <a:custGeom>
              <a:avLst/>
              <a:gdLst>
                <a:gd name="connsiteX0" fmla="*/ 10818 w 21635"/>
                <a:gd name="connsiteY0" fmla="*/ 29121 h 29120"/>
                <a:gd name="connsiteX1" fmla="*/ 10818 w 21635"/>
                <a:gd name="connsiteY1" fmla="*/ 29121 h 29120"/>
                <a:gd name="connsiteX2" fmla="*/ 0 w 21635"/>
                <a:gd name="connsiteY2" fmla="*/ 18303 h 29120"/>
                <a:gd name="connsiteX3" fmla="*/ 0 w 21635"/>
                <a:gd name="connsiteY3" fmla="*/ 10818 h 29120"/>
                <a:gd name="connsiteX4" fmla="*/ 10818 w 21635"/>
                <a:gd name="connsiteY4" fmla="*/ 0 h 29120"/>
                <a:gd name="connsiteX5" fmla="*/ 10818 w 21635"/>
                <a:gd name="connsiteY5" fmla="*/ 0 h 29120"/>
                <a:gd name="connsiteX6" fmla="*/ 21636 w 21635"/>
                <a:gd name="connsiteY6" fmla="*/ 10818 h 29120"/>
                <a:gd name="connsiteX7" fmla="*/ 21636 w 21635"/>
                <a:gd name="connsiteY7" fmla="*/ 18303 h 29120"/>
                <a:gd name="connsiteX8" fmla="*/ 10818 w 21635"/>
                <a:gd name="connsiteY8" fmla="*/ 29121 h 29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35" h="29120">
                  <a:moveTo>
                    <a:pt x="10818" y="29121"/>
                  </a:moveTo>
                  <a:lnTo>
                    <a:pt x="10818" y="29121"/>
                  </a:lnTo>
                  <a:cubicBezTo>
                    <a:pt x="4830" y="29121"/>
                    <a:pt x="0" y="24263"/>
                    <a:pt x="0" y="18303"/>
                  </a:cubicBezTo>
                  <a:lnTo>
                    <a:pt x="0" y="10818"/>
                  </a:lnTo>
                  <a:cubicBezTo>
                    <a:pt x="0" y="4830"/>
                    <a:pt x="4858" y="0"/>
                    <a:pt x="10818" y="0"/>
                  </a:cubicBezTo>
                  <a:lnTo>
                    <a:pt x="10818" y="0"/>
                  </a:lnTo>
                  <a:cubicBezTo>
                    <a:pt x="16806" y="0"/>
                    <a:pt x="21636" y="4858"/>
                    <a:pt x="21636" y="10818"/>
                  </a:cubicBezTo>
                  <a:lnTo>
                    <a:pt x="21636" y="18303"/>
                  </a:lnTo>
                  <a:cubicBezTo>
                    <a:pt x="21636" y="24291"/>
                    <a:pt x="16778" y="29121"/>
                    <a:pt x="10818" y="29121"/>
                  </a:cubicBezTo>
                  <a:close/>
                </a:path>
              </a:pathLst>
            </a:custGeom>
            <a:noFill/>
            <a:ln w="8472" cap="flat">
              <a:solidFill>
                <a:srgbClr val="01355A"/>
              </a:solidFill>
              <a:prstDash val="solid"/>
              <a:miter/>
            </a:ln>
          </p:spPr>
          <p:txBody>
            <a:bodyPr rtlCol="1" anchor="ctr"/>
            <a:lstStyle/>
            <a:p>
              <a:endParaRPr lang="ar-SA"/>
            </a:p>
          </p:txBody>
        </p:sp>
        <p:sp>
          <p:nvSpPr>
            <p:cNvPr id="9138" name="شكل حر: شكل 10212">
              <a:extLst>
                <a:ext uri="{FF2B5EF4-FFF2-40B4-BE49-F238E27FC236}">
                  <a16:creationId xmlns:a16="http://schemas.microsoft.com/office/drawing/2014/main" id="{3445558A-9B38-A6EC-EEAF-EC5D2B3C6CC8}"/>
                </a:ext>
              </a:extLst>
            </p:cNvPr>
            <p:cNvSpPr/>
            <p:nvPr/>
          </p:nvSpPr>
          <p:spPr>
            <a:xfrm>
              <a:off x="7385575" y="5526706"/>
              <a:ext cx="154897" cy="126878"/>
            </a:xfrm>
            <a:custGeom>
              <a:avLst/>
              <a:gdLst>
                <a:gd name="connsiteX0" fmla="*/ 154898 w 154897"/>
                <a:gd name="connsiteY0" fmla="*/ 6411 h 126878"/>
                <a:gd name="connsiteX1" fmla="*/ 154898 w 154897"/>
                <a:gd name="connsiteY1" fmla="*/ 98548 h 126878"/>
                <a:gd name="connsiteX2" fmla="*/ 148486 w 154897"/>
                <a:gd name="connsiteY2" fmla="*/ 104960 h 126878"/>
                <a:gd name="connsiteX3" fmla="*/ 24545 w 154897"/>
                <a:gd name="connsiteY3" fmla="*/ 104960 h 126878"/>
                <a:gd name="connsiteX4" fmla="*/ 19997 w 154897"/>
                <a:gd name="connsiteY4" fmla="*/ 106852 h 126878"/>
                <a:gd name="connsiteX5" fmla="*/ 0 w 154897"/>
                <a:gd name="connsiteY5" fmla="*/ 126878 h 126878"/>
                <a:gd name="connsiteX6" fmla="*/ 0 w 154897"/>
                <a:gd name="connsiteY6" fmla="*/ 6411 h 126878"/>
                <a:gd name="connsiteX7" fmla="*/ 6412 w 154897"/>
                <a:gd name="connsiteY7" fmla="*/ 0 h 126878"/>
                <a:gd name="connsiteX8" fmla="*/ 148486 w 154897"/>
                <a:gd name="connsiteY8" fmla="*/ 0 h 126878"/>
                <a:gd name="connsiteX9" fmla="*/ 154898 w 154897"/>
                <a:gd name="connsiteY9" fmla="*/ 6411 h 126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897" h="126878">
                  <a:moveTo>
                    <a:pt x="154898" y="6411"/>
                  </a:moveTo>
                  <a:lnTo>
                    <a:pt x="154898" y="98548"/>
                  </a:lnTo>
                  <a:cubicBezTo>
                    <a:pt x="154898" y="102079"/>
                    <a:pt x="152017" y="104960"/>
                    <a:pt x="148486" y="104960"/>
                  </a:cubicBezTo>
                  <a:lnTo>
                    <a:pt x="24545" y="104960"/>
                  </a:lnTo>
                  <a:cubicBezTo>
                    <a:pt x="22850" y="104960"/>
                    <a:pt x="21212" y="105638"/>
                    <a:pt x="19997" y="106852"/>
                  </a:cubicBezTo>
                  <a:lnTo>
                    <a:pt x="0" y="126878"/>
                  </a:lnTo>
                  <a:lnTo>
                    <a:pt x="0" y="6411"/>
                  </a:lnTo>
                  <a:cubicBezTo>
                    <a:pt x="0" y="2881"/>
                    <a:pt x="2881" y="0"/>
                    <a:pt x="6412" y="0"/>
                  </a:cubicBezTo>
                  <a:lnTo>
                    <a:pt x="148486" y="0"/>
                  </a:lnTo>
                  <a:cubicBezTo>
                    <a:pt x="152017" y="0"/>
                    <a:pt x="154898" y="2881"/>
                    <a:pt x="154898" y="6411"/>
                  </a:cubicBezTo>
                  <a:close/>
                </a:path>
              </a:pathLst>
            </a:custGeom>
            <a:noFill/>
            <a:ln w="8472" cap="flat">
              <a:solidFill>
                <a:srgbClr val="01355A"/>
              </a:solidFill>
              <a:prstDash val="solid"/>
              <a:miter/>
            </a:ln>
          </p:spPr>
          <p:txBody>
            <a:bodyPr rtlCol="1" anchor="ctr"/>
            <a:lstStyle/>
            <a:p>
              <a:endParaRPr lang="ar-SA"/>
            </a:p>
          </p:txBody>
        </p:sp>
      </p:grpSp>
      <p:grpSp>
        <p:nvGrpSpPr>
          <p:cNvPr id="9151" name="رسم 8014">
            <a:extLst>
              <a:ext uri="{FF2B5EF4-FFF2-40B4-BE49-F238E27FC236}">
                <a16:creationId xmlns:a16="http://schemas.microsoft.com/office/drawing/2014/main" id="{D9385FEF-E0BD-83E0-F121-F093B2334B34}"/>
              </a:ext>
            </a:extLst>
          </p:cNvPr>
          <p:cNvGrpSpPr/>
          <p:nvPr/>
        </p:nvGrpSpPr>
        <p:grpSpPr>
          <a:xfrm>
            <a:off x="10337284" y="2171612"/>
            <a:ext cx="290253" cy="273432"/>
            <a:chOff x="10921116" y="6485470"/>
            <a:chExt cx="346939" cy="346910"/>
          </a:xfrm>
          <a:noFill/>
        </p:grpSpPr>
        <p:sp>
          <p:nvSpPr>
            <p:cNvPr id="9152" name="شكل حر: شكل 10214">
              <a:extLst>
                <a:ext uri="{FF2B5EF4-FFF2-40B4-BE49-F238E27FC236}">
                  <a16:creationId xmlns:a16="http://schemas.microsoft.com/office/drawing/2014/main" id="{C63FCDD2-6582-A77B-E9FE-3BCD69DA388D}"/>
                </a:ext>
              </a:extLst>
            </p:cNvPr>
            <p:cNvSpPr/>
            <p:nvPr/>
          </p:nvSpPr>
          <p:spPr>
            <a:xfrm>
              <a:off x="10921116" y="6485470"/>
              <a:ext cx="190656" cy="190656"/>
            </a:xfrm>
            <a:custGeom>
              <a:avLst/>
              <a:gdLst>
                <a:gd name="connsiteX0" fmla="*/ 165491 w 190656"/>
                <a:gd name="connsiteY0" fmla="*/ 0 h 190656"/>
                <a:gd name="connsiteX1" fmla="*/ 190657 w 190656"/>
                <a:gd name="connsiteY1" fmla="*/ 25167 h 190656"/>
                <a:gd name="connsiteX2" fmla="*/ 190657 w 190656"/>
                <a:gd name="connsiteY2" fmla="*/ 165490 h 190656"/>
                <a:gd name="connsiteX3" fmla="*/ 165491 w 190656"/>
                <a:gd name="connsiteY3" fmla="*/ 190657 h 190656"/>
                <a:gd name="connsiteX4" fmla="*/ 25167 w 190656"/>
                <a:gd name="connsiteY4" fmla="*/ 190657 h 190656"/>
                <a:gd name="connsiteX5" fmla="*/ 1 w 190656"/>
                <a:gd name="connsiteY5" fmla="*/ 165490 h 190656"/>
                <a:gd name="connsiteX6" fmla="*/ 1 w 190656"/>
                <a:gd name="connsiteY6" fmla="*/ 25167 h 190656"/>
                <a:gd name="connsiteX7" fmla="*/ 25167 w 190656"/>
                <a:gd name="connsiteY7" fmla="*/ 0 h 19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656" h="190656">
                  <a:moveTo>
                    <a:pt x="165491" y="0"/>
                  </a:moveTo>
                  <a:cubicBezTo>
                    <a:pt x="179390" y="0"/>
                    <a:pt x="190657" y="11268"/>
                    <a:pt x="190657" y="25167"/>
                  </a:cubicBezTo>
                  <a:lnTo>
                    <a:pt x="190657" y="165490"/>
                  </a:lnTo>
                  <a:cubicBezTo>
                    <a:pt x="190657" y="179389"/>
                    <a:pt x="179389" y="190657"/>
                    <a:pt x="165491" y="190657"/>
                  </a:cubicBezTo>
                  <a:lnTo>
                    <a:pt x="25167" y="190657"/>
                  </a:lnTo>
                  <a:cubicBezTo>
                    <a:pt x="11268" y="190657"/>
                    <a:pt x="1" y="179389"/>
                    <a:pt x="1" y="165490"/>
                  </a:cubicBezTo>
                  <a:lnTo>
                    <a:pt x="1" y="25167"/>
                  </a:lnTo>
                  <a:cubicBezTo>
                    <a:pt x="1" y="11267"/>
                    <a:pt x="11269" y="0"/>
                    <a:pt x="25167" y="0"/>
                  </a:cubicBezTo>
                  <a:close/>
                </a:path>
              </a:pathLst>
            </a:custGeom>
            <a:noFill/>
            <a:ln w="8472" cap="flat">
              <a:solidFill>
                <a:srgbClr val="01355A"/>
              </a:solidFill>
              <a:prstDash val="solid"/>
              <a:miter/>
            </a:ln>
          </p:spPr>
          <p:txBody>
            <a:bodyPr rtlCol="1" anchor="ctr"/>
            <a:lstStyle/>
            <a:p>
              <a:endParaRPr lang="ar-SA"/>
            </a:p>
          </p:txBody>
        </p:sp>
        <p:sp>
          <p:nvSpPr>
            <p:cNvPr id="9153" name="شكل حر: شكل 10215">
              <a:extLst>
                <a:ext uri="{FF2B5EF4-FFF2-40B4-BE49-F238E27FC236}">
                  <a16:creationId xmlns:a16="http://schemas.microsoft.com/office/drawing/2014/main" id="{923A8EA5-A654-AFB5-325D-8556FB25B5FB}"/>
                </a:ext>
              </a:extLst>
            </p:cNvPr>
            <p:cNvSpPr/>
            <p:nvPr/>
          </p:nvSpPr>
          <p:spPr>
            <a:xfrm>
              <a:off x="11077427" y="6641752"/>
              <a:ext cx="190628" cy="190628"/>
            </a:xfrm>
            <a:custGeom>
              <a:avLst/>
              <a:gdLst>
                <a:gd name="connsiteX0" fmla="*/ 34346 w 190628"/>
                <a:gd name="connsiteY0" fmla="*/ 0 h 190628"/>
                <a:gd name="connsiteX1" fmla="*/ 165461 w 190628"/>
                <a:gd name="connsiteY1" fmla="*/ 0 h 190628"/>
                <a:gd name="connsiteX2" fmla="*/ 190629 w 190628"/>
                <a:gd name="connsiteY2" fmla="*/ 25167 h 190628"/>
                <a:gd name="connsiteX3" fmla="*/ 190629 w 190628"/>
                <a:gd name="connsiteY3" fmla="*/ 165462 h 190628"/>
                <a:gd name="connsiteX4" fmla="*/ 165461 w 190628"/>
                <a:gd name="connsiteY4" fmla="*/ 190629 h 190628"/>
                <a:gd name="connsiteX5" fmla="*/ 25166 w 190628"/>
                <a:gd name="connsiteY5" fmla="*/ 190629 h 190628"/>
                <a:gd name="connsiteX6" fmla="*/ 0 w 190628"/>
                <a:gd name="connsiteY6" fmla="*/ 165462 h 190628"/>
                <a:gd name="connsiteX7" fmla="*/ 0 w 190628"/>
                <a:gd name="connsiteY7" fmla="*/ 34347 h 19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628" h="190628">
                  <a:moveTo>
                    <a:pt x="34346" y="0"/>
                  </a:moveTo>
                  <a:lnTo>
                    <a:pt x="165461" y="0"/>
                  </a:lnTo>
                  <a:cubicBezTo>
                    <a:pt x="179359" y="0"/>
                    <a:pt x="190629" y="11270"/>
                    <a:pt x="190629" y="25167"/>
                  </a:cubicBezTo>
                  <a:lnTo>
                    <a:pt x="190629" y="165462"/>
                  </a:lnTo>
                  <a:cubicBezTo>
                    <a:pt x="190629" y="179359"/>
                    <a:pt x="179359" y="190629"/>
                    <a:pt x="165461" y="190629"/>
                  </a:cubicBezTo>
                  <a:lnTo>
                    <a:pt x="25166" y="190629"/>
                  </a:lnTo>
                  <a:cubicBezTo>
                    <a:pt x="11270" y="190629"/>
                    <a:pt x="0" y="179359"/>
                    <a:pt x="0" y="165462"/>
                  </a:cubicBezTo>
                  <a:lnTo>
                    <a:pt x="0" y="34347"/>
                  </a:lnTo>
                </a:path>
              </a:pathLst>
            </a:custGeom>
            <a:noFill/>
            <a:ln w="8472" cap="flat">
              <a:solidFill>
                <a:srgbClr val="01355A"/>
              </a:solidFill>
              <a:prstDash val="solid"/>
              <a:miter/>
            </a:ln>
          </p:spPr>
          <p:txBody>
            <a:bodyPr rtlCol="1" anchor="ctr"/>
            <a:lstStyle/>
            <a:p>
              <a:endParaRPr lang="ar-SA"/>
            </a:p>
          </p:txBody>
        </p:sp>
        <p:grpSp>
          <p:nvGrpSpPr>
            <p:cNvPr id="9154" name="رسم 8014">
              <a:extLst>
                <a:ext uri="{FF2B5EF4-FFF2-40B4-BE49-F238E27FC236}">
                  <a16:creationId xmlns:a16="http://schemas.microsoft.com/office/drawing/2014/main" id="{038D4569-D21B-5B28-B91B-3DEBB9844E12}"/>
                </a:ext>
              </a:extLst>
            </p:cNvPr>
            <p:cNvGrpSpPr/>
            <p:nvPr/>
          </p:nvGrpSpPr>
          <p:grpSpPr>
            <a:xfrm>
              <a:off x="11148125" y="6512388"/>
              <a:ext cx="93012" cy="92984"/>
              <a:chOff x="11148125" y="6512388"/>
              <a:chExt cx="93012" cy="92984"/>
            </a:xfrm>
            <a:noFill/>
          </p:grpSpPr>
          <p:sp>
            <p:nvSpPr>
              <p:cNvPr id="9171" name="شكل حر: شكل 10217">
                <a:extLst>
                  <a:ext uri="{FF2B5EF4-FFF2-40B4-BE49-F238E27FC236}">
                    <a16:creationId xmlns:a16="http://schemas.microsoft.com/office/drawing/2014/main" id="{99FCEDA1-E93E-F939-883E-29553AF4B974}"/>
                  </a:ext>
                </a:extLst>
              </p:cNvPr>
              <p:cNvSpPr/>
              <p:nvPr/>
            </p:nvSpPr>
            <p:spPr>
              <a:xfrm>
                <a:off x="11148153" y="6512388"/>
                <a:ext cx="21608" cy="31381"/>
              </a:xfrm>
              <a:custGeom>
                <a:avLst/>
                <a:gdLst>
                  <a:gd name="connsiteX0" fmla="*/ 21608 w 21608"/>
                  <a:gd name="connsiteY0" fmla="*/ 0 h 31381"/>
                  <a:gd name="connsiteX1" fmla="*/ 0 w 21608"/>
                  <a:gd name="connsiteY1" fmla="*/ 9774 h 31381"/>
                  <a:gd name="connsiteX2" fmla="*/ 9774 w 21608"/>
                  <a:gd name="connsiteY2" fmla="*/ 31381 h 31381"/>
                </a:gdLst>
                <a:ahLst/>
                <a:cxnLst>
                  <a:cxn ang="0">
                    <a:pos x="connsiteX0" y="connsiteY0"/>
                  </a:cxn>
                  <a:cxn ang="0">
                    <a:pos x="connsiteX1" y="connsiteY1"/>
                  </a:cxn>
                  <a:cxn ang="0">
                    <a:pos x="connsiteX2" y="connsiteY2"/>
                  </a:cxn>
                </a:cxnLst>
                <a:rect l="l" t="t" r="r" b="b"/>
                <a:pathLst>
                  <a:path w="21608" h="31381">
                    <a:moveTo>
                      <a:pt x="21608" y="0"/>
                    </a:moveTo>
                    <a:lnTo>
                      <a:pt x="0" y="9774"/>
                    </a:lnTo>
                    <a:lnTo>
                      <a:pt x="9774" y="31381"/>
                    </a:lnTo>
                  </a:path>
                </a:pathLst>
              </a:custGeom>
              <a:noFill/>
              <a:ln w="8472" cap="flat">
                <a:solidFill>
                  <a:srgbClr val="17A3A3"/>
                </a:solidFill>
                <a:prstDash val="solid"/>
                <a:miter/>
              </a:ln>
            </p:spPr>
            <p:txBody>
              <a:bodyPr rtlCol="1" anchor="ctr"/>
              <a:lstStyle/>
              <a:p>
                <a:endParaRPr lang="ar-SA"/>
              </a:p>
            </p:txBody>
          </p:sp>
          <p:sp>
            <p:nvSpPr>
              <p:cNvPr id="9172" name="شكل حر: شكل 10218">
                <a:extLst>
                  <a:ext uri="{FF2B5EF4-FFF2-40B4-BE49-F238E27FC236}">
                    <a16:creationId xmlns:a16="http://schemas.microsoft.com/office/drawing/2014/main" id="{A3761EF2-A763-FC95-99CC-4002A139ADBF}"/>
                  </a:ext>
                </a:extLst>
              </p:cNvPr>
              <p:cNvSpPr/>
              <p:nvPr/>
            </p:nvSpPr>
            <p:spPr>
              <a:xfrm>
                <a:off x="11148125" y="6522189"/>
                <a:ext cx="83211" cy="83182"/>
              </a:xfrm>
              <a:custGeom>
                <a:avLst/>
                <a:gdLst>
                  <a:gd name="connsiteX0" fmla="*/ 83212 w 83211"/>
                  <a:gd name="connsiteY0" fmla="*/ 83183 h 83182"/>
                  <a:gd name="connsiteX1" fmla="*/ 57056 w 83211"/>
                  <a:gd name="connsiteY1" fmla="*/ 26155 h 83182"/>
                  <a:gd name="connsiteX2" fmla="*/ 0 w 83211"/>
                  <a:gd name="connsiteY2" fmla="*/ 0 h 83182"/>
                </a:gdLst>
                <a:ahLst/>
                <a:cxnLst>
                  <a:cxn ang="0">
                    <a:pos x="connsiteX0" y="connsiteY0"/>
                  </a:cxn>
                  <a:cxn ang="0">
                    <a:pos x="connsiteX1" y="connsiteY1"/>
                  </a:cxn>
                  <a:cxn ang="0">
                    <a:pos x="connsiteX2" y="connsiteY2"/>
                  </a:cxn>
                </a:cxnLst>
                <a:rect l="l" t="t" r="r" b="b"/>
                <a:pathLst>
                  <a:path w="83211" h="83182">
                    <a:moveTo>
                      <a:pt x="83212" y="83183"/>
                    </a:moveTo>
                    <a:cubicBezTo>
                      <a:pt x="81686" y="62394"/>
                      <a:pt x="72958" y="42029"/>
                      <a:pt x="57056" y="26155"/>
                    </a:cubicBezTo>
                    <a:cubicBezTo>
                      <a:pt x="41154" y="10253"/>
                      <a:pt x="20789" y="1553"/>
                      <a:pt x="0" y="0"/>
                    </a:cubicBezTo>
                  </a:path>
                </a:pathLst>
              </a:custGeom>
              <a:noFill/>
              <a:ln w="8472" cap="flat">
                <a:solidFill>
                  <a:srgbClr val="17A3A3"/>
                </a:solidFill>
                <a:prstDash val="solid"/>
                <a:miter/>
              </a:ln>
            </p:spPr>
            <p:txBody>
              <a:bodyPr rtlCol="1" anchor="ctr"/>
              <a:lstStyle/>
              <a:p>
                <a:endParaRPr lang="ar-SA"/>
              </a:p>
            </p:txBody>
          </p:sp>
          <p:sp>
            <p:nvSpPr>
              <p:cNvPr id="9173" name="شكل حر: شكل 10219">
                <a:extLst>
                  <a:ext uri="{FF2B5EF4-FFF2-40B4-BE49-F238E27FC236}">
                    <a16:creationId xmlns:a16="http://schemas.microsoft.com/office/drawing/2014/main" id="{CFF5401A-0AD1-7C6A-96EE-6FA9C2A6C6AD}"/>
                  </a:ext>
                </a:extLst>
              </p:cNvPr>
              <p:cNvSpPr/>
              <p:nvPr/>
            </p:nvSpPr>
            <p:spPr>
              <a:xfrm>
                <a:off x="11209728" y="6583764"/>
                <a:ext cx="31409" cy="21608"/>
              </a:xfrm>
              <a:custGeom>
                <a:avLst/>
                <a:gdLst>
                  <a:gd name="connsiteX0" fmla="*/ 31409 w 31409"/>
                  <a:gd name="connsiteY0" fmla="*/ 0 h 21608"/>
                  <a:gd name="connsiteX1" fmla="*/ 21608 w 31409"/>
                  <a:gd name="connsiteY1" fmla="*/ 21608 h 21608"/>
                  <a:gd name="connsiteX2" fmla="*/ 0 w 31409"/>
                  <a:gd name="connsiteY2" fmla="*/ 11807 h 21608"/>
                </a:gdLst>
                <a:ahLst/>
                <a:cxnLst>
                  <a:cxn ang="0">
                    <a:pos x="connsiteX0" y="connsiteY0"/>
                  </a:cxn>
                  <a:cxn ang="0">
                    <a:pos x="connsiteX1" y="connsiteY1"/>
                  </a:cxn>
                  <a:cxn ang="0">
                    <a:pos x="connsiteX2" y="connsiteY2"/>
                  </a:cxn>
                </a:cxnLst>
                <a:rect l="l" t="t" r="r" b="b"/>
                <a:pathLst>
                  <a:path w="31409" h="21608">
                    <a:moveTo>
                      <a:pt x="31409" y="0"/>
                    </a:moveTo>
                    <a:lnTo>
                      <a:pt x="21608" y="21608"/>
                    </a:lnTo>
                    <a:lnTo>
                      <a:pt x="0" y="11807"/>
                    </a:lnTo>
                  </a:path>
                </a:pathLst>
              </a:custGeom>
              <a:noFill/>
              <a:ln w="8472" cap="flat">
                <a:solidFill>
                  <a:srgbClr val="17A3A3"/>
                </a:solidFill>
                <a:prstDash val="solid"/>
                <a:miter/>
              </a:ln>
            </p:spPr>
            <p:txBody>
              <a:bodyPr rtlCol="1" anchor="ctr"/>
              <a:lstStyle/>
              <a:p>
                <a:endParaRPr lang="ar-SA"/>
              </a:p>
            </p:txBody>
          </p:sp>
        </p:grpSp>
        <p:grpSp>
          <p:nvGrpSpPr>
            <p:cNvPr id="9155" name="رسم 8014">
              <a:extLst>
                <a:ext uri="{FF2B5EF4-FFF2-40B4-BE49-F238E27FC236}">
                  <a16:creationId xmlns:a16="http://schemas.microsoft.com/office/drawing/2014/main" id="{20CF9063-72FF-6136-6422-3A45E11F30EA}"/>
                </a:ext>
              </a:extLst>
            </p:cNvPr>
            <p:cNvGrpSpPr/>
            <p:nvPr/>
          </p:nvGrpSpPr>
          <p:grpSpPr>
            <a:xfrm>
              <a:off x="10946904" y="6705531"/>
              <a:ext cx="92984" cy="92983"/>
              <a:chOff x="10946904" y="6705531"/>
              <a:chExt cx="92984" cy="92983"/>
            </a:xfrm>
            <a:noFill/>
          </p:grpSpPr>
          <p:sp>
            <p:nvSpPr>
              <p:cNvPr id="9168" name="شكل حر: شكل 10221">
                <a:extLst>
                  <a:ext uri="{FF2B5EF4-FFF2-40B4-BE49-F238E27FC236}">
                    <a16:creationId xmlns:a16="http://schemas.microsoft.com/office/drawing/2014/main" id="{1698E251-F84A-5AC2-CED5-5845CBBF19CD}"/>
                  </a:ext>
                </a:extLst>
              </p:cNvPr>
              <p:cNvSpPr/>
              <p:nvPr/>
            </p:nvSpPr>
            <p:spPr>
              <a:xfrm>
                <a:off x="10946904" y="6705531"/>
                <a:ext cx="31381" cy="21607"/>
              </a:xfrm>
              <a:custGeom>
                <a:avLst/>
                <a:gdLst>
                  <a:gd name="connsiteX0" fmla="*/ 0 w 31381"/>
                  <a:gd name="connsiteY0" fmla="*/ 21608 h 21607"/>
                  <a:gd name="connsiteX1" fmla="*/ 9774 w 31381"/>
                  <a:gd name="connsiteY1" fmla="*/ 0 h 21607"/>
                  <a:gd name="connsiteX2" fmla="*/ 31381 w 31381"/>
                  <a:gd name="connsiteY2" fmla="*/ 9801 h 21607"/>
                </a:gdLst>
                <a:ahLst/>
                <a:cxnLst>
                  <a:cxn ang="0">
                    <a:pos x="connsiteX0" y="connsiteY0"/>
                  </a:cxn>
                  <a:cxn ang="0">
                    <a:pos x="connsiteX1" y="connsiteY1"/>
                  </a:cxn>
                  <a:cxn ang="0">
                    <a:pos x="connsiteX2" y="connsiteY2"/>
                  </a:cxn>
                </a:cxnLst>
                <a:rect l="l" t="t" r="r" b="b"/>
                <a:pathLst>
                  <a:path w="31381" h="21607">
                    <a:moveTo>
                      <a:pt x="0" y="21608"/>
                    </a:moveTo>
                    <a:lnTo>
                      <a:pt x="9774" y="0"/>
                    </a:lnTo>
                    <a:lnTo>
                      <a:pt x="31381" y="9801"/>
                    </a:lnTo>
                  </a:path>
                </a:pathLst>
              </a:custGeom>
              <a:noFill/>
              <a:ln w="8472" cap="flat">
                <a:solidFill>
                  <a:srgbClr val="17A3A3"/>
                </a:solidFill>
                <a:prstDash val="solid"/>
                <a:miter/>
              </a:ln>
            </p:spPr>
            <p:txBody>
              <a:bodyPr rtlCol="1" anchor="ctr"/>
              <a:lstStyle/>
              <a:p>
                <a:endParaRPr lang="ar-SA"/>
              </a:p>
            </p:txBody>
          </p:sp>
          <p:sp>
            <p:nvSpPr>
              <p:cNvPr id="9169" name="شكل حر: شكل 10222">
                <a:extLst>
                  <a:ext uri="{FF2B5EF4-FFF2-40B4-BE49-F238E27FC236}">
                    <a16:creationId xmlns:a16="http://schemas.microsoft.com/office/drawing/2014/main" id="{46964AEE-D4F3-01F7-249B-FA812CDD77E4}"/>
                  </a:ext>
                </a:extLst>
              </p:cNvPr>
              <p:cNvSpPr/>
              <p:nvPr/>
            </p:nvSpPr>
            <p:spPr>
              <a:xfrm>
                <a:off x="10956678" y="6705531"/>
                <a:ext cx="83211" cy="83182"/>
              </a:xfrm>
              <a:custGeom>
                <a:avLst/>
                <a:gdLst>
                  <a:gd name="connsiteX0" fmla="*/ 83211 w 83211"/>
                  <a:gd name="connsiteY0" fmla="*/ 83183 h 83182"/>
                  <a:gd name="connsiteX1" fmla="*/ 26155 w 83211"/>
                  <a:gd name="connsiteY1" fmla="*/ 57027 h 83182"/>
                  <a:gd name="connsiteX2" fmla="*/ 0 w 83211"/>
                  <a:gd name="connsiteY2" fmla="*/ 0 h 83182"/>
                </a:gdLst>
                <a:ahLst/>
                <a:cxnLst>
                  <a:cxn ang="0">
                    <a:pos x="connsiteX0" y="connsiteY0"/>
                  </a:cxn>
                  <a:cxn ang="0">
                    <a:pos x="connsiteX1" y="connsiteY1"/>
                  </a:cxn>
                  <a:cxn ang="0">
                    <a:pos x="connsiteX2" y="connsiteY2"/>
                  </a:cxn>
                </a:cxnLst>
                <a:rect l="l" t="t" r="r" b="b"/>
                <a:pathLst>
                  <a:path w="83211" h="83182">
                    <a:moveTo>
                      <a:pt x="83211" y="83183"/>
                    </a:moveTo>
                    <a:cubicBezTo>
                      <a:pt x="62422" y="81657"/>
                      <a:pt x="42057" y="72930"/>
                      <a:pt x="26155" y="57027"/>
                    </a:cubicBezTo>
                    <a:cubicBezTo>
                      <a:pt x="10253" y="41126"/>
                      <a:pt x="1553" y="20761"/>
                      <a:pt x="0" y="0"/>
                    </a:cubicBezTo>
                  </a:path>
                </a:pathLst>
              </a:custGeom>
              <a:noFill/>
              <a:ln w="8472" cap="flat">
                <a:solidFill>
                  <a:srgbClr val="17A3A3"/>
                </a:solidFill>
                <a:prstDash val="solid"/>
                <a:miter/>
              </a:ln>
            </p:spPr>
            <p:txBody>
              <a:bodyPr rtlCol="1" anchor="ctr"/>
              <a:lstStyle/>
              <a:p>
                <a:endParaRPr lang="ar-SA"/>
              </a:p>
            </p:txBody>
          </p:sp>
          <p:sp>
            <p:nvSpPr>
              <p:cNvPr id="9170" name="شكل حر: شكل 10223">
                <a:extLst>
                  <a:ext uri="{FF2B5EF4-FFF2-40B4-BE49-F238E27FC236}">
                    <a16:creationId xmlns:a16="http://schemas.microsoft.com/office/drawing/2014/main" id="{0EA36E4C-E18B-FF34-CB43-C7950F00F598}"/>
                  </a:ext>
                </a:extLst>
              </p:cNvPr>
              <p:cNvSpPr/>
              <p:nvPr/>
            </p:nvSpPr>
            <p:spPr>
              <a:xfrm>
                <a:off x="11018281" y="6767106"/>
                <a:ext cx="21608" cy="31408"/>
              </a:xfrm>
              <a:custGeom>
                <a:avLst/>
                <a:gdLst>
                  <a:gd name="connsiteX0" fmla="*/ 0 w 21608"/>
                  <a:gd name="connsiteY0" fmla="*/ 31409 h 31408"/>
                  <a:gd name="connsiteX1" fmla="*/ 21608 w 21608"/>
                  <a:gd name="connsiteY1" fmla="*/ 21608 h 31408"/>
                  <a:gd name="connsiteX2" fmla="*/ 11807 w 21608"/>
                  <a:gd name="connsiteY2" fmla="*/ 0 h 31408"/>
                </a:gdLst>
                <a:ahLst/>
                <a:cxnLst>
                  <a:cxn ang="0">
                    <a:pos x="connsiteX0" y="connsiteY0"/>
                  </a:cxn>
                  <a:cxn ang="0">
                    <a:pos x="connsiteX1" y="connsiteY1"/>
                  </a:cxn>
                  <a:cxn ang="0">
                    <a:pos x="connsiteX2" y="connsiteY2"/>
                  </a:cxn>
                </a:cxnLst>
                <a:rect l="l" t="t" r="r" b="b"/>
                <a:pathLst>
                  <a:path w="21608" h="31408">
                    <a:moveTo>
                      <a:pt x="0" y="31409"/>
                    </a:moveTo>
                    <a:lnTo>
                      <a:pt x="21608" y="21608"/>
                    </a:lnTo>
                    <a:lnTo>
                      <a:pt x="11807" y="0"/>
                    </a:lnTo>
                  </a:path>
                </a:pathLst>
              </a:custGeom>
              <a:noFill/>
              <a:ln w="8472" cap="flat">
                <a:solidFill>
                  <a:srgbClr val="17A3A3"/>
                </a:solidFill>
                <a:prstDash val="solid"/>
                <a:miter/>
              </a:ln>
            </p:spPr>
            <p:txBody>
              <a:bodyPr rtlCol="1" anchor="ctr"/>
              <a:lstStyle/>
              <a:p>
                <a:endParaRPr lang="ar-SA"/>
              </a:p>
            </p:txBody>
          </p:sp>
        </p:grpSp>
        <p:grpSp>
          <p:nvGrpSpPr>
            <p:cNvPr id="9156" name="رسم 8014">
              <a:extLst>
                <a:ext uri="{FF2B5EF4-FFF2-40B4-BE49-F238E27FC236}">
                  <a16:creationId xmlns:a16="http://schemas.microsoft.com/office/drawing/2014/main" id="{BB1A81FC-1DAF-C0B6-E3B8-26959DA6550C}"/>
                </a:ext>
              </a:extLst>
            </p:cNvPr>
            <p:cNvGrpSpPr/>
            <p:nvPr/>
          </p:nvGrpSpPr>
          <p:grpSpPr>
            <a:xfrm>
              <a:off x="10963993" y="6505411"/>
              <a:ext cx="94057" cy="143232"/>
              <a:chOff x="10963993" y="6505411"/>
              <a:chExt cx="94057" cy="143232"/>
            </a:xfrm>
            <a:noFill/>
          </p:grpSpPr>
          <p:sp>
            <p:nvSpPr>
              <p:cNvPr id="9163" name="شكل حر: شكل 10225">
                <a:extLst>
                  <a:ext uri="{FF2B5EF4-FFF2-40B4-BE49-F238E27FC236}">
                    <a16:creationId xmlns:a16="http://schemas.microsoft.com/office/drawing/2014/main" id="{638CBC86-CBCC-0DBB-4E95-1BE6A9ACFE86}"/>
                  </a:ext>
                </a:extLst>
              </p:cNvPr>
              <p:cNvSpPr/>
              <p:nvPr/>
            </p:nvSpPr>
            <p:spPr>
              <a:xfrm>
                <a:off x="11037262" y="6605203"/>
                <a:ext cx="2824" cy="43441"/>
              </a:xfrm>
              <a:custGeom>
                <a:avLst/>
                <a:gdLst>
                  <a:gd name="connsiteX0" fmla="*/ 0 w 2824"/>
                  <a:gd name="connsiteY0" fmla="*/ 0 h 43441"/>
                  <a:gd name="connsiteX1" fmla="*/ 0 w 2824"/>
                  <a:gd name="connsiteY1" fmla="*/ 43441 h 43441"/>
                </a:gdLst>
                <a:ahLst/>
                <a:cxnLst>
                  <a:cxn ang="0">
                    <a:pos x="connsiteX0" y="connsiteY0"/>
                  </a:cxn>
                  <a:cxn ang="0">
                    <a:pos x="connsiteX1" y="connsiteY1"/>
                  </a:cxn>
                </a:cxnLst>
                <a:rect l="l" t="t" r="r" b="b"/>
                <a:pathLst>
                  <a:path w="2824" h="43441">
                    <a:moveTo>
                      <a:pt x="0" y="0"/>
                    </a:moveTo>
                    <a:lnTo>
                      <a:pt x="0" y="43441"/>
                    </a:lnTo>
                  </a:path>
                </a:pathLst>
              </a:custGeom>
              <a:ln w="8472" cap="flat">
                <a:solidFill>
                  <a:srgbClr val="01355A"/>
                </a:solidFill>
                <a:prstDash val="solid"/>
                <a:miter/>
              </a:ln>
            </p:spPr>
            <p:txBody>
              <a:bodyPr rtlCol="1" anchor="ctr"/>
              <a:lstStyle/>
              <a:p>
                <a:endParaRPr lang="ar-SA"/>
              </a:p>
            </p:txBody>
          </p:sp>
          <p:sp>
            <p:nvSpPr>
              <p:cNvPr id="9164" name="شكل حر: شكل 10226">
                <a:extLst>
                  <a:ext uri="{FF2B5EF4-FFF2-40B4-BE49-F238E27FC236}">
                    <a16:creationId xmlns:a16="http://schemas.microsoft.com/office/drawing/2014/main" id="{85D9F460-3051-AA10-02AE-91D2EEBA2BD5}"/>
                  </a:ext>
                </a:extLst>
              </p:cNvPr>
              <p:cNvSpPr/>
              <p:nvPr/>
            </p:nvSpPr>
            <p:spPr>
              <a:xfrm>
                <a:off x="10984047" y="6605203"/>
                <a:ext cx="53214" cy="43441"/>
              </a:xfrm>
              <a:custGeom>
                <a:avLst/>
                <a:gdLst>
                  <a:gd name="connsiteX0" fmla="*/ 0 w 53214"/>
                  <a:gd name="connsiteY0" fmla="*/ 0 h 43441"/>
                  <a:gd name="connsiteX1" fmla="*/ 0 w 53214"/>
                  <a:gd name="connsiteY1" fmla="*/ 43441 h 43441"/>
                  <a:gd name="connsiteX2" fmla="*/ 53214 w 53214"/>
                  <a:gd name="connsiteY2" fmla="*/ 43441 h 43441"/>
                </a:gdLst>
                <a:ahLst/>
                <a:cxnLst>
                  <a:cxn ang="0">
                    <a:pos x="connsiteX0" y="connsiteY0"/>
                  </a:cxn>
                  <a:cxn ang="0">
                    <a:pos x="connsiteX1" y="connsiteY1"/>
                  </a:cxn>
                  <a:cxn ang="0">
                    <a:pos x="connsiteX2" y="connsiteY2"/>
                  </a:cxn>
                </a:cxnLst>
                <a:rect l="l" t="t" r="r" b="b"/>
                <a:pathLst>
                  <a:path w="53214" h="43441">
                    <a:moveTo>
                      <a:pt x="0" y="0"/>
                    </a:moveTo>
                    <a:lnTo>
                      <a:pt x="0" y="43441"/>
                    </a:lnTo>
                    <a:lnTo>
                      <a:pt x="53214" y="43441"/>
                    </a:lnTo>
                  </a:path>
                </a:pathLst>
              </a:custGeom>
              <a:noFill/>
              <a:ln w="8472" cap="flat">
                <a:solidFill>
                  <a:srgbClr val="01355A"/>
                </a:solidFill>
                <a:prstDash val="solid"/>
                <a:miter/>
              </a:ln>
            </p:spPr>
            <p:txBody>
              <a:bodyPr rtlCol="1" anchor="ctr"/>
              <a:lstStyle/>
              <a:p>
                <a:endParaRPr lang="ar-SA"/>
              </a:p>
            </p:txBody>
          </p:sp>
          <p:sp>
            <p:nvSpPr>
              <p:cNvPr id="9165" name="شكل حر: شكل 10227">
                <a:extLst>
                  <a:ext uri="{FF2B5EF4-FFF2-40B4-BE49-F238E27FC236}">
                    <a16:creationId xmlns:a16="http://schemas.microsoft.com/office/drawing/2014/main" id="{639F4802-52D0-F130-5DDD-E625DA9C65B8}"/>
                  </a:ext>
                </a:extLst>
              </p:cNvPr>
              <p:cNvSpPr/>
              <p:nvPr/>
            </p:nvSpPr>
            <p:spPr>
              <a:xfrm>
                <a:off x="10986307" y="6505411"/>
                <a:ext cx="49429" cy="49429"/>
              </a:xfrm>
              <a:custGeom>
                <a:avLst/>
                <a:gdLst>
                  <a:gd name="connsiteX0" fmla="*/ 49430 w 49429"/>
                  <a:gd name="connsiteY0" fmla="*/ 24715 h 49429"/>
                  <a:gd name="connsiteX1" fmla="*/ 24715 w 49429"/>
                  <a:gd name="connsiteY1" fmla="*/ 49430 h 49429"/>
                  <a:gd name="connsiteX2" fmla="*/ 0 w 49429"/>
                  <a:gd name="connsiteY2" fmla="*/ 24715 h 49429"/>
                  <a:gd name="connsiteX3" fmla="*/ 24715 w 49429"/>
                  <a:gd name="connsiteY3" fmla="*/ 0 h 49429"/>
                  <a:gd name="connsiteX4" fmla="*/ 49430 w 49429"/>
                  <a:gd name="connsiteY4" fmla="*/ 24715 h 49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429" h="49429">
                    <a:moveTo>
                      <a:pt x="49430" y="24715"/>
                    </a:moveTo>
                    <a:cubicBezTo>
                      <a:pt x="49430" y="38358"/>
                      <a:pt x="38357" y="49430"/>
                      <a:pt x="24715" y="49430"/>
                    </a:cubicBezTo>
                    <a:cubicBezTo>
                      <a:pt x="11072" y="49430"/>
                      <a:pt x="0" y="38358"/>
                      <a:pt x="0" y="24715"/>
                    </a:cubicBezTo>
                    <a:cubicBezTo>
                      <a:pt x="0" y="11073"/>
                      <a:pt x="11072" y="0"/>
                      <a:pt x="24715" y="0"/>
                    </a:cubicBezTo>
                    <a:cubicBezTo>
                      <a:pt x="38357" y="0"/>
                      <a:pt x="49430" y="11073"/>
                      <a:pt x="49430" y="24715"/>
                    </a:cubicBezTo>
                    <a:close/>
                  </a:path>
                </a:pathLst>
              </a:custGeom>
              <a:noFill/>
              <a:ln w="8472" cap="flat">
                <a:solidFill>
                  <a:srgbClr val="01355A"/>
                </a:solidFill>
                <a:prstDash val="solid"/>
                <a:miter/>
              </a:ln>
            </p:spPr>
            <p:txBody>
              <a:bodyPr rtlCol="1" anchor="ctr"/>
              <a:lstStyle/>
              <a:p>
                <a:endParaRPr lang="ar-SA"/>
              </a:p>
            </p:txBody>
          </p:sp>
          <p:sp>
            <p:nvSpPr>
              <p:cNvPr id="9166" name="شكل حر: شكل 10228">
                <a:extLst>
                  <a:ext uri="{FF2B5EF4-FFF2-40B4-BE49-F238E27FC236}">
                    <a16:creationId xmlns:a16="http://schemas.microsoft.com/office/drawing/2014/main" id="{0784D083-733B-3377-804F-01201286547B}"/>
                  </a:ext>
                </a:extLst>
              </p:cNvPr>
              <p:cNvSpPr/>
              <p:nvPr/>
            </p:nvSpPr>
            <p:spPr>
              <a:xfrm>
                <a:off x="10963993" y="6570150"/>
                <a:ext cx="94057" cy="78493"/>
              </a:xfrm>
              <a:custGeom>
                <a:avLst/>
                <a:gdLst>
                  <a:gd name="connsiteX0" fmla="*/ 0 w 94057"/>
                  <a:gd name="connsiteY0" fmla="*/ 78494 h 78493"/>
                  <a:gd name="connsiteX1" fmla="*/ 0 w 94057"/>
                  <a:gd name="connsiteY1" fmla="*/ 16072 h 78493"/>
                  <a:gd name="connsiteX2" fmla="*/ 16072 w 94057"/>
                  <a:gd name="connsiteY2" fmla="*/ 0 h 78493"/>
                  <a:gd name="connsiteX3" fmla="*/ 77986 w 94057"/>
                  <a:gd name="connsiteY3" fmla="*/ 0 h 78493"/>
                  <a:gd name="connsiteX4" fmla="*/ 94058 w 94057"/>
                  <a:gd name="connsiteY4" fmla="*/ 16072 h 78493"/>
                  <a:gd name="connsiteX5" fmla="*/ 94058 w 94057"/>
                  <a:gd name="connsiteY5" fmla="*/ 72449 h 7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057" h="78493">
                    <a:moveTo>
                      <a:pt x="0" y="78494"/>
                    </a:moveTo>
                    <a:lnTo>
                      <a:pt x="0" y="16072"/>
                    </a:lnTo>
                    <a:cubicBezTo>
                      <a:pt x="0" y="7202"/>
                      <a:pt x="7203" y="0"/>
                      <a:pt x="16072" y="0"/>
                    </a:cubicBezTo>
                    <a:lnTo>
                      <a:pt x="77986" y="0"/>
                    </a:lnTo>
                    <a:cubicBezTo>
                      <a:pt x="86855" y="0"/>
                      <a:pt x="94058" y="7202"/>
                      <a:pt x="94058" y="16072"/>
                    </a:cubicBezTo>
                    <a:lnTo>
                      <a:pt x="94058" y="72449"/>
                    </a:lnTo>
                  </a:path>
                </a:pathLst>
              </a:custGeom>
              <a:noFill/>
              <a:ln w="8472" cap="flat">
                <a:solidFill>
                  <a:srgbClr val="01355A"/>
                </a:solidFill>
                <a:prstDash val="solid"/>
                <a:miter/>
              </a:ln>
            </p:spPr>
            <p:txBody>
              <a:bodyPr rtlCol="1" anchor="ctr"/>
              <a:lstStyle/>
              <a:p>
                <a:endParaRPr lang="ar-SA"/>
              </a:p>
            </p:txBody>
          </p:sp>
          <p:sp>
            <p:nvSpPr>
              <p:cNvPr id="9167" name="شكل حر: شكل 10229">
                <a:extLst>
                  <a:ext uri="{FF2B5EF4-FFF2-40B4-BE49-F238E27FC236}">
                    <a16:creationId xmlns:a16="http://schemas.microsoft.com/office/drawing/2014/main" id="{C2066C34-B9BA-82A3-9CC2-5EC683347A6E}"/>
                  </a:ext>
                </a:extLst>
              </p:cNvPr>
              <p:cNvSpPr/>
              <p:nvPr/>
            </p:nvSpPr>
            <p:spPr>
              <a:xfrm>
                <a:off x="11011022" y="6570178"/>
                <a:ext cx="2824" cy="28612"/>
              </a:xfrm>
              <a:custGeom>
                <a:avLst/>
                <a:gdLst>
                  <a:gd name="connsiteX0" fmla="*/ 0 w 2824"/>
                  <a:gd name="connsiteY0" fmla="*/ 0 h 28612"/>
                  <a:gd name="connsiteX1" fmla="*/ 0 w 2824"/>
                  <a:gd name="connsiteY1" fmla="*/ 28613 h 28612"/>
                </a:gdLst>
                <a:ahLst/>
                <a:cxnLst>
                  <a:cxn ang="0">
                    <a:pos x="connsiteX0" y="connsiteY0"/>
                  </a:cxn>
                  <a:cxn ang="0">
                    <a:pos x="connsiteX1" y="connsiteY1"/>
                  </a:cxn>
                </a:cxnLst>
                <a:rect l="l" t="t" r="r" b="b"/>
                <a:pathLst>
                  <a:path w="2824" h="28612">
                    <a:moveTo>
                      <a:pt x="0" y="0"/>
                    </a:moveTo>
                    <a:lnTo>
                      <a:pt x="0" y="28613"/>
                    </a:lnTo>
                  </a:path>
                </a:pathLst>
              </a:custGeom>
              <a:ln w="8472" cap="flat">
                <a:solidFill>
                  <a:srgbClr val="01355A"/>
                </a:solidFill>
                <a:prstDash val="solid"/>
                <a:miter/>
              </a:ln>
            </p:spPr>
            <p:txBody>
              <a:bodyPr rtlCol="1" anchor="ctr"/>
              <a:lstStyle/>
              <a:p>
                <a:endParaRPr lang="ar-SA"/>
              </a:p>
            </p:txBody>
          </p:sp>
        </p:grpSp>
        <p:grpSp>
          <p:nvGrpSpPr>
            <p:cNvPr id="9157" name="رسم 8014">
              <a:extLst>
                <a:ext uri="{FF2B5EF4-FFF2-40B4-BE49-F238E27FC236}">
                  <a16:creationId xmlns:a16="http://schemas.microsoft.com/office/drawing/2014/main" id="{7475132A-9E1A-2EEB-2AE3-9AAE6A5E789C}"/>
                </a:ext>
              </a:extLst>
            </p:cNvPr>
            <p:cNvGrpSpPr/>
            <p:nvPr/>
          </p:nvGrpSpPr>
          <p:grpSpPr>
            <a:xfrm>
              <a:off x="11125670" y="6667116"/>
              <a:ext cx="94057" cy="143232"/>
              <a:chOff x="11125670" y="6667116"/>
              <a:chExt cx="94057" cy="143232"/>
            </a:xfrm>
            <a:noFill/>
          </p:grpSpPr>
          <p:sp>
            <p:nvSpPr>
              <p:cNvPr id="9158" name="شكل حر: شكل 10231">
                <a:extLst>
                  <a:ext uri="{FF2B5EF4-FFF2-40B4-BE49-F238E27FC236}">
                    <a16:creationId xmlns:a16="http://schemas.microsoft.com/office/drawing/2014/main" id="{796054B1-2888-C0CD-F573-8E9C525BD045}"/>
                  </a:ext>
                </a:extLst>
              </p:cNvPr>
              <p:cNvSpPr/>
              <p:nvPr/>
            </p:nvSpPr>
            <p:spPr>
              <a:xfrm>
                <a:off x="11198967" y="6766880"/>
                <a:ext cx="2824" cy="43469"/>
              </a:xfrm>
              <a:custGeom>
                <a:avLst/>
                <a:gdLst>
                  <a:gd name="connsiteX0" fmla="*/ 0 w 2824"/>
                  <a:gd name="connsiteY0" fmla="*/ 0 h 43469"/>
                  <a:gd name="connsiteX1" fmla="*/ 0 w 2824"/>
                  <a:gd name="connsiteY1" fmla="*/ 43469 h 43469"/>
                </a:gdLst>
                <a:ahLst/>
                <a:cxnLst>
                  <a:cxn ang="0">
                    <a:pos x="connsiteX0" y="connsiteY0"/>
                  </a:cxn>
                  <a:cxn ang="0">
                    <a:pos x="connsiteX1" y="connsiteY1"/>
                  </a:cxn>
                </a:cxnLst>
                <a:rect l="l" t="t" r="r" b="b"/>
                <a:pathLst>
                  <a:path w="2824" h="43469">
                    <a:moveTo>
                      <a:pt x="0" y="0"/>
                    </a:moveTo>
                    <a:lnTo>
                      <a:pt x="0" y="43469"/>
                    </a:lnTo>
                  </a:path>
                </a:pathLst>
              </a:custGeom>
              <a:ln w="8472" cap="flat">
                <a:solidFill>
                  <a:srgbClr val="01355A"/>
                </a:solidFill>
                <a:prstDash val="solid"/>
                <a:miter/>
              </a:ln>
            </p:spPr>
            <p:txBody>
              <a:bodyPr rtlCol="1" anchor="ctr"/>
              <a:lstStyle/>
              <a:p>
                <a:endParaRPr lang="ar-SA"/>
              </a:p>
            </p:txBody>
          </p:sp>
          <p:sp>
            <p:nvSpPr>
              <p:cNvPr id="9159" name="شكل حر: شكل 10232">
                <a:extLst>
                  <a:ext uri="{FF2B5EF4-FFF2-40B4-BE49-F238E27FC236}">
                    <a16:creationId xmlns:a16="http://schemas.microsoft.com/office/drawing/2014/main" id="{D5BCC1A8-DE8C-CD69-88DE-2A81E9F33458}"/>
                  </a:ext>
                </a:extLst>
              </p:cNvPr>
              <p:cNvSpPr/>
              <p:nvPr/>
            </p:nvSpPr>
            <p:spPr>
              <a:xfrm>
                <a:off x="11145724" y="6766880"/>
                <a:ext cx="53242" cy="43469"/>
              </a:xfrm>
              <a:custGeom>
                <a:avLst/>
                <a:gdLst>
                  <a:gd name="connsiteX0" fmla="*/ 0 w 53242"/>
                  <a:gd name="connsiteY0" fmla="*/ 0 h 43469"/>
                  <a:gd name="connsiteX1" fmla="*/ 0 w 53242"/>
                  <a:gd name="connsiteY1" fmla="*/ 43469 h 43469"/>
                  <a:gd name="connsiteX2" fmla="*/ 53242 w 53242"/>
                  <a:gd name="connsiteY2" fmla="*/ 43469 h 43469"/>
                </a:gdLst>
                <a:ahLst/>
                <a:cxnLst>
                  <a:cxn ang="0">
                    <a:pos x="connsiteX0" y="connsiteY0"/>
                  </a:cxn>
                  <a:cxn ang="0">
                    <a:pos x="connsiteX1" y="connsiteY1"/>
                  </a:cxn>
                  <a:cxn ang="0">
                    <a:pos x="connsiteX2" y="connsiteY2"/>
                  </a:cxn>
                </a:cxnLst>
                <a:rect l="l" t="t" r="r" b="b"/>
                <a:pathLst>
                  <a:path w="53242" h="43469">
                    <a:moveTo>
                      <a:pt x="0" y="0"/>
                    </a:moveTo>
                    <a:lnTo>
                      <a:pt x="0" y="43469"/>
                    </a:lnTo>
                    <a:lnTo>
                      <a:pt x="53242" y="43469"/>
                    </a:lnTo>
                  </a:path>
                </a:pathLst>
              </a:custGeom>
              <a:noFill/>
              <a:ln w="8472" cap="flat">
                <a:solidFill>
                  <a:srgbClr val="01355A"/>
                </a:solidFill>
                <a:prstDash val="solid"/>
                <a:miter/>
              </a:ln>
            </p:spPr>
            <p:txBody>
              <a:bodyPr rtlCol="1" anchor="ctr"/>
              <a:lstStyle/>
              <a:p>
                <a:endParaRPr lang="ar-SA"/>
              </a:p>
            </p:txBody>
          </p:sp>
          <p:sp>
            <p:nvSpPr>
              <p:cNvPr id="9160" name="شكل حر: شكل 10233">
                <a:extLst>
                  <a:ext uri="{FF2B5EF4-FFF2-40B4-BE49-F238E27FC236}">
                    <a16:creationId xmlns:a16="http://schemas.microsoft.com/office/drawing/2014/main" id="{896D1BC1-C45A-3D0C-3462-1150A4152A2F}"/>
                  </a:ext>
                </a:extLst>
              </p:cNvPr>
              <p:cNvSpPr/>
              <p:nvPr/>
            </p:nvSpPr>
            <p:spPr>
              <a:xfrm>
                <a:off x="11147984" y="6667116"/>
                <a:ext cx="49429" cy="49429"/>
              </a:xfrm>
              <a:custGeom>
                <a:avLst/>
                <a:gdLst>
                  <a:gd name="connsiteX0" fmla="*/ 49430 w 49429"/>
                  <a:gd name="connsiteY0" fmla="*/ 24715 h 49429"/>
                  <a:gd name="connsiteX1" fmla="*/ 24715 w 49429"/>
                  <a:gd name="connsiteY1" fmla="*/ 49430 h 49429"/>
                  <a:gd name="connsiteX2" fmla="*/ 0 w 49429"/>
                  <a:gd name="connsiteY2" fmla="*/ 24715 h 49429"/>
                  <a:gd name="connsiteX3" fmla="*/ 24715 w 49429"/>
                  <a:gd name="connsiteY3" fmla="*/ 0 h 49429"/>
                  <a:gd name="connsiteX4" fmla="*/ 49430 w 49429"/>
                  <a:gd name="connsiteY4" fmla="*/ 24715 h 49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429" h="49429">
                    <a:moveTo>
                      <a:pt x="49430" y="24715"/>
                    </a:moveTo>
                    <a:cubicBezTo>
                      <a:pt x="49430" y="38358"/>
                      <a:pt x="38357" y="49430"/>
                      <a:pt x="24715" y="49430"/>
                    </a:cubicBezTo>
                    <a:cubicBezTo>
                      <a:pt x="11072" y="49430"/>
                      <a:pt x="0" y="38358"/>
                      <a:pt x="0" y="24715"/>
                    </a:cubicBezTo>
                    <a:cubicBezTo>
                      <a:pt x="0" y="11073"/>
                      <a:pt x="11072" y="0"/>
                      <a:pt x="24715" y="0"/>
                    </a:cubicBezTo>
                    <a:cubicBezTo>
                      <a:pt x="38357" y="0"/>
                      <a:pt x="49430" y="11073"/>
                      <a:pt x="49430" y="24715"/>
                    </a:cubicBezTo>
                    <a:close/>
                  </a:path>
                </a:pathLst>
              </a:custGeom>
              <a:noFill/>
              <a:ln w="8472" cap="flat">
                <a:solidFill>
                  <a:srgbClr val="01355A"/>
                </a:solidFill>
                <a:prstDash val="solid"/>
                <a:miter/>
              </a:ln>
            </p:spPr>
            <p:txBody>
              <a:bodyPr rtlCol="1" anchor="ctr"/>
              <a:lstStyle/>
              <a:p>
                <a:endParaRPr lang="ar-SA"/>
              </a:p>
            </p:txBody>
          </p:sp>
          <p:sp>
            <p:nvSpPr>
              <p:cNvPr id="9161" name="شكل حر: شكل 10234">
                <a:extLst>
                  <a:ext uri="{FF2B5EF4-FFF2-40B4-BE49-F238E27FC236}">
                    <a16:creationId xmlns:a16="http://schemas.microsoft.com/office/drawing/2014/main" id="{A128FC8C-3157-50A9-407C-725BFCD99D82}"/>
                  </a:ext>
                </a:extLst>
              </p:cNvPr>
              <p:cNvSpPr/>
              <p:nvPr/>
            </p:nvSpPr>
            <p:spPr>
              <a:xfrm>
                <a:off x="11125670" y="6731855"/>
                <a:ext cx="94057" cy="78493"/>
              </a:xfrm>
              <a:custGeom>
                <a:avLst/>
                <a:gdLst>
                  <a:gd name="connsiteX0" fmla="*/ 0 w 94057"/>
                  <a:gd name="connsiteY0" fmla="*/ 78494 h 78493"/>
                  <a:gd name="connsiteX1" fmla="*/ 0 w 94057"/>
                  <a:gd name="connsiteY1" fmla="*/ 16072 h 78493"/>
                  <a:gd name="connsiteX2" fmla="*/ 16072 w 94057"/>
                  <a:gd name="connsiteY2" fmla="*/ 0 h 78493"/>
                  <a:gd name="connsiteX3" fmla="*/ 77986 w 94057"/>
                  <a:gd name="connsiteY3" fmla="*/ 0 h 78493"/>
                  <a:gd name="connsiteX4" fmla="*/ 94058 w 94057"/>
                  <a:gd name="connsiteY4" fmla="*/ 16072 h 78493"/>
                  <a:gd name="connsiteX5" fmla="*/ 94058 w 94057"/>
                  <a:gd name="connsiteY5" fmla="*/ 72449 h 7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057" h="78493">
                    <a:moveTo>
                      <a:pt x="0" y="78494"/>
                    </a:moveTo>
                    <a:lnTo>
                      <a:pt x="0" y="16072"/>
                    </a:lnTo>
                    <a:cubicBezTo>
                      <a:pt x="0" y="7202"/>
                      <a:pt x="7203" y="0"/>
                      <a:pt x="16072" y="0"/>
                    </a:cubicBezTo>
                    <a:lnTo>
                      <a:pt x="77986" y="0"/>
                    </a:lnTo>
                    <a:cubicBezTo>
                      <a:pt x="86855" y="0"/>
                      <a:pt x="94058" y="7202"/>
                      <a:pt x="94058" y="16072"/>
                    </a:cubicBezTo>
                    <a:lnTo>
                      <a:pt x="94058" y="72449"/>
                    </a:lnTo>
                  </a:path>
                </a:pathLst>
              </a:custGeom>
              <a:noFill/>
              <a:ln w="8472" cap="flat">
                <a:solidFill>
                  <a:srgbClr val="01355A"/>
                </a:solidFill>
                <a:prstDash val="solid"/>
                <a:miter/>
              </a:ln>
            </p:spPr>
            <p:txBody>
              <a:bodyPr rtlCol="1" anchor="ctr"/>
              <a:lstStyle/>
              <a:p>
                <a:endParaRPr lang="ar-SA"/>
              </a:p>
            </p:txBody>
          </p:sp>
          <p:sp>
            <p:nvSpPr>
              <p:cNvPr id="9162" name="شكل حر: شكل 10235">
                <a:extLst>
                  <a:ext uri="{FF2B5EF4-FFF2-40B4-BE49-F238E27FC236}">
                    <a16:creationId xmlns:a16="http://schemas.microsoft.com/office/drawing/2014/main" id="{A22A0CBA-7B49-C61A-1122-4A01CCFA5413}"/>
                  </a:ext>
                </a:extLst>
              </p:cNvPr>
              <p:cNvSpPr/>
              <p:nvPr/>
            </p:nvSpPr>
            <p:spPr>
              <a:xfrm>
                <a:off x="11172699" y="6731855"/>
                <a:ext cx="2824" cy="28640"/>
              </a:xfrm>
              <a:custGeom>
                <a:avLst/>
                <a:gdLst>
                  <a:gd name="connsiteX0" fmla="*/ 0 w 2824"/>
                  <a:gd name="connsiteY0" fmla="*/ 0 h 28640"/>
                  <a:gd name="connsiteX1" fmla="*/ 0 w 2824"/>
                  <a:gd name="connsiteY1" fmla="*/ 28641 h 28640"/>
                </a:gdLst>
                <a:ahLst/>
                <a:cxnLst>
                  <a:cxn ang="0">
                    <a:pos x="connsiteX0" y="connsiteY0"/>
                  </a:cxn>
                  <a:cxn ang="0">
                    <a:pos x="connsiteX1" y="connsiteY1"/>
                  </a:cxn>
                </a:cxnLst>
                <a:rect l="l" t="t" r="r" b="b"/>
                <a:pathLst>
                  <a:path w="2824" h="28640">
                    <a:moveTo>
                      <a:pt x="0" y="0"/>
                    </a:moveTo>
                    <a:lnTo>
                      <a:pt x="0" y="28641"/>
                    </a:lnTo>
                  </a:path>
                </a:pathLst>
              </a:custGeom>
              <a:ln w="8472" cap="flat">
                <a:solidFill>
                  <a:srgbClr val="01355A"/>
                </a:solidFill>
                <a:prstDash val="solid"/>
                <a:miter/>
              </a:ln>
            </p:spPr>
            <p:txBody>
              <a:bodyPr rtlCol="1" anchor="ctr"/>
              <a:lstStyle/>
              <a:p>
                <a:endParaRPr lang="ar-SA"/>
              </a:p>
            </p:txBody>
          </p:sp>
        </p:grpSp>
      </p:grpSp>
      <p:grpSp>
        <p:nvGrpSpPr>
          <p:cNvPr id="9174" name="رسم 8014">
            <a:extLst>
              <a:ext uri="{FF2B5EF4-FFF2-40B4-BE49-F238E27FC236}">
                <a16:creationId xmlns:a16="http://schemas.microsoft.com/office/drawing/2014/main" id="{2F9BFD26-BB9B-3E25-1FE0-FEBDC43609DE}"/>
              </a:ext>
            </a:extLst>
          </p:cNvPr>
          <p:cNvGrpSpPr/>
          <p:nvPr/>
        </p:nvGrpSpPr>
        <p:grpSpPr>
          <a:xfrm>
            <a:off x="9465038" y="3218171"/>
            <a:ext cx="201686" cy="288704"/>
            <a:chOff x="10394988" y="2267602"/>
            <a:chExt cx="241075" cy="366287"/>
          </a:xfrm>
          <a:noFill/>
        </p:grpSpPr>
        <p:sp>
          <p:nvSpPr>
            <p:cNvPr id="9175" name="شكل حر: شكل 10237">
              <a:extLst>
                <a:ext uri="{FF2B5EF4-FFF2-40B4-BE49-F238E27FC236}">
                  <a16:creationId xmlns:a16="http://schemas.microsoft.com/office/drawing/2014/main" id="{52A026BF-D37A-AB89-8DED-FDE068F94F02}"/>
                </a:ext>
              </a:extLst>
            </p:cNvPr>
            <p:cNvSpPr/>
            <p:nvPr/>
          </p:nvSpPr>
          <p:spPr>
            <a:xfrm>
              <a:off x="10496050" y="2267602"/>
              <a:ext cx="38922" cy="20647"/>
            </a:xfrm>
            <a:custGeom>
              <a:avLst/>
              <a:gdLst>
                <a:gd name="connsiteX0" fmla="*/ 38922 w 38922"/>
                <a:gd name="connsiteY0" fmla="*/ 20647 h 20647"/>
                <a:gd name="connsiteX1" fmla="*/ 38922 w 38922"/>
                <a:gd name="connsiteY1" fmla="*/ 19461 h 20647"/>
                <a:gd name="connsiteX2" fmla="*/ 19461 w 38922"/>
                <a:gd name="connsiteY2" fmla="*/ 0 h 20647"/>
                <a:gd name="connsiteX3" fmla="*/ 19461 w 38922"/>
                <a:gd name="connsiteY3" fmla="*/ 0 h 20647"/>
                <a:gd name="connsiteX4" fmla="*/ 0 w 38922"/>
                <a:gd name="connsiteY4" fmla="*/ 19461 h 20647"/>
                <a:gd name="connsiteX5" fmla="*/ 0 w 38922"/>
                <a:gd name="connsiteY5" fmla="*/ 20647 h 20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922" h="20647">
                  <a:moveTo>
                    <a:pt x="38922" y="20647"/>
                  </a:moveTo>
                  <a:lnTo>
                    <a:pt x="38922" y="19461"/>
                  </a:lnTo>
                  <a:cubicBezTo>
                    <a:pt x="38922" y="8700"/>
                    <a:pt x="30194" y="0"/>
                    <a:pt x="19461" y="0"/>
                  </a:cubicBezTo>
                  <a:lnTo>
                    <a:pt x="19461" y="0"/>
                  </a:lnTo>
                  <a:cubicBezTo>
                    <a:pt x="8700" y="0"/>
                    <a:pt x="0" y="8728"/>
                    <a:pt x="0" y="19461"/>
                  </a:cubicBezTo>
                  <a:lnTo>
                    <a:pt x="0" y="20647"/>
                  </a:lnTo>
                </a:path>
              </a:pathLst>
            </a:custGeom>
            <a:noFill/>
            <a:ln w="8472" cap="flat">
              <a:solidFill>
                <a:srgbClr val="01355A"/>
              </a:solidFill>
              <a:prstDash val="solid"/>
              <a:miter/>
            </a:ln>
          </p:spPr>
          <p:txBody>
            <a:bodyPr rtlCol="1" anchor="ctr"/>
            <a:lstStyle/>
            <a:p>
              <a:endParaRPr lang="ar-SA"/>
            </a:p>
          </p:txBody>
        </p:sp>
        <p:sp>
          <p:nvSpPr>
            <p:cNvPr id="9176" name="شكل حر: شكل 10238">
              <a:extLst>
                <a:ext uri="{FF2B5EF4-FFF2-40B4-BE49-F238E27FC236}">
                  <a16:creationId xmlns:a16="http://schemas.microsoft.com/office/drawing/2014/main" id="{25269CA2-B7EC-F6B3-6E20-60D27022662F}"/>
                </a:ext>
              </a:extLst>
            </p:cNvPr>
            <p:cNvSpPr/>
            <p:nvPr/>
          </p:nvSpPr>
          <p:spPr>
            <a:xfrm>
              <a:off x="10474245" y="2288250"/>
              <a:ext cx="79765" cy="53468"/>
            </a:xfrm>
            <a:custGeom>
              <a:avLst/>
              <a:gdLst>
                <a:gd name="connsiteX0" fmla="*/ 0 w 79765"/>
                <a:gd name="connsiteY0" fmla="*/ 5423 h 53468"/>
                <a:gd name="connsiteX1" fmla="*/ 0 w 79765"/>
                <a:gd name="connsiteY1" fmla="*/ 46436 h 53468"/>
                <a:gd name="connsiteX2" fmla="*/ 7033 w 79765"/>
                <a:gd name="connsiteY2" fmla="*/ 53469 h 53468"/>
                <a:gd name="connsiteX3" fmla="*/ 9858 w 79765"/>
                <a:gd name="connsiteY3" fmla="*/ 53469 h 53468"/>
                <a:gd name="connsiteX4" fmla="*/ 16806 w 79765"/>
                <a:gd name="connsiteY4" fmla="*/ 47368 h 53468"/>
                <a:gd name="connsiteX5" fmla="*/ 16919 w 79765"/>
                <a:gd name="connsiteY5" fmla="*/ 46492 h 53468"/>
                <a:gd name="connsiteX6" fmla="*/ 41295 w 79765"/>
                <a:gd name="connsiteY6" fmla="*/ 25110 h 53468"/>
                <a:gd name="connsiteX7" fmla="*/ 41295 w 79765"/>
                <a:gd name="connsiteY7" fmla="*/ 25110 h 53468"/>
                <a:gd name="connsiteX8" fmla="*/ 65671 w 79765"/>
                <a:gd name="connsiteY8" fmla="*/ 46492 h 53468"/>
                <a:gd name="connsiteX9" fmla="*/ 65784 w 79765"/>
                <a:gd name="connsiteY9" fmla="*/ 47368 h 53468"/>
                <a:gd name="connsiteX10" fmla="*/ 72732 w 79765"/>
                <a:gd name="connsiteY10" fmla="*/ 53469 h 53468"/>
                <a:gd name="connsiteX11" fmla="*/ 72732 w 79765"/>
                <a:gd name="connsiteY11" fmla="*/ 53469 h 53468"/>
                <a:gd name="connsiteX12" fmla="*/ 79765 w 79765"/>
                <a:gd name="connsiteY12" fmla="*/ 46436 h 53468"/>
                <a:gd name="connsiteX13" fmla="*/ 79765 w 79765"/>
                <a:gd name="connsiteY13" fmla="*/ 5423 h 53468"/>
                <a:gd name="connsiteX14" fmla="*/ 74342 w 79765"/>
                <a:gd name="connsiteY14" fmla="*/ 0 h 53468"/>
                <a:gd name="connsiteX15" fmla="*/ 5451 w 79765"/>
                <a:gd name="connsiteY15" fmla="*/ 0 h 53468"/>
                <a:gd name="connsiteX16" fmla="*/ 28 w 79765"/>
                <a:gd name="connsiteY16" fmla="*/ 5423 h 53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9765" h="53468">
                  <a:moveTo>
                    <a:pt x="0" y="5423"/>
                  </a:moveTo>
                  <a:lnTo>
                    <a:pt x="0" y="46436"/>
                  </a:lnTo>
                  <a:cubicBezTo>
                    <a:pt x="0" y="50305"/>
                    <a:pt x="3135" y="53469"/>
                    <a:pt x="7033" y="53469"/>
                  </a:cubicBezTo>
                  <a:lnTo>
                    <a:pt x="9858" y="53469"/>
                  </a:lnTo>
                  <a:cubicBezTo>
                    <a:pt x="13388" y="53469"/>
                    <a:pt x="16354" y="50842"/>
                    <a:pt x="16806" y="47368"/>
                  </a:cubicBezTo>
                  <a:lnTo>
                    <a:pt x="16919" y="46492"/>
                  </a:lnTo>
                  <a:cubicBezTo>
                    <a:pt x="18529" y="34262"/>
                    <a:pt x="28952" y="25110"/>
                    <a:pt x="41295" y="25110"/>
                  </a:cubicBezTo>
                  <a:lnTo>
                    <a:pt x="41295" y="25110"/>
                  </a:lnTo>
                  <a:cubicBezTo>
                    <a:pt x="53638" y="25110"/>
                    <a:pt x="64061" y="34262"/>
                    <a:pt x="65671" y="46492"/>
                  </a:cubicBezTo>
                  <a:lnTo>
                    <a:pt x="65784" y="47368"/>
                  </a:lnTo>
                  <a:cubicBezTo>
                    <a:pt x="66235" y="50870"/>
                    <a:pt x="69230" y="53469"/>
                    <a:pt x="72732" y="53469"/>
                  </a:cubicBezTo>
                  <a:lnTo>
                    <a:pt x="72732" y="53469"/>
                  </a:lnTo>
                  <a:cubicBezTo>
                    <a:pt x="76601" y="53469"/>
                    <a:pt x="79765" y="50333"/>
                    <a:pt x="79765" y="46436"/>
                  </a:cubicBezTo>
                  <a:lnTo>
                    <a:pt x="79765" y="5423"/>
                  </a:lnTo>
                  <a:cubicBezTo>
                    <a:pt x="79765" y="2429"/>
                    <a:pt x="77336" y="0"/>
                    <a:pt x="74342" y="0"/>
                  </a:cubicBezTo>
                  <a:lnTo>
                    <a:pt x="5451" y="0"/>
                  </a:lnTo>
                  <a:cubicBezTo>
                    <a:pt x="2457" y="0"/>
                    <a:pt x="28" y="2429"/>
                    <a:pt x="28" y="5423"/>
                  </a:cubicBezTo>
                  <a:close/>
                </a:path>
              </a:pathLst>
            </a:custGeom>
            <a:noFill/>
            <a:ln w="8472" cap="flat">
              <a:solidFill>
                <a:srgbClr val="01355A"/>
              </a:solidFill>
              <a:prstDash val="solid"/>
              <a:miter/>
            </a:ln>
          </p:spPr>
          <p:txBody>
            <a:bodyPr rtlCol="1" anchor="ctr"/>
            <a:lstStyle/>
            <a:p>
              <a:endParaRPr lang="ar-SA"/>
            </a:p>
          </p:txBody>
        </p:sp>
        <p:sp>
          <p:nvSpPr>
            <p:cNvPr id="9177" name="شكل حر: شكل 10239">
              <a:extLst>
                <a:ext uri="{FF2B5EF4-FFF2-40B4-BE49-F238E27FC236}">
                  <a16:creationId xmlns:a16="http://schemas.microsoft.com/office/drawing/2014/main" id="{03CB7DD5-F22C-BC49-AE8F-3836381B1979}"/>
                </a:ext>
              </a:extLst>
            </p:cNvPr>
            <p:cNvSpPr/>
            <p:nvPr/>
          </p:nvSpPr>
          <p:spPr>
            <a:xfrm>
              <a:off x="10394988" y="2304660"/>
              <a:ext cx="241075" cy="329229"/>
            </a:xfrm>
            <a:custGeom>
              <a:avLst/>
              <a:gdLst>
                <a:gd name="connsiteX0" fmla="*/ 64343 w 241075"/>
                <a:gd name="connsiteY0" fmla="*/ 0 h 329229"/>
                <a:gd name="connsiteX1" fmla="*/ 6468 w 241075"/>
                <a:gd name="connsiteY1" fmla="*/ 0 h 329229"/>
                <a:gd name="connsiteX2" fmla="*/ 0 w 241075"/>
                <a:gd name="connsiteY2" fmla="*/ 6468 h 329229"/>
                <a:gd name="connsiteX3" fmla="*/ 0 w 241075"/>
                <a:gd name="connsiteY3" fmla="*/ 322761 h 329229"/>
                <a:gd name="connsiteX4" fmla="*/ 6468 w 241075"/>
                <a:gd name="connsiteY4" fmla="*/ 329229 h 329229"/>
                <a:gd name="connsiteX5" fmla="*/ 234607 w 241075"/>
                <a:gd name="connsiteY5" fmla="*/ 329229 h 329229"/>
                <a:gd name="connsiteX6" fmla="*/ 241075 w 241075"/>
                <a:gd name="connsiteY6" fmla="*/ 322761 h 329229"/>
                <a:gd name="connsiteX7" fmla="*/ 241075 w 241075"/>
                <a:gd name="connsiteY7" fmla="*/ 6468 h 329229"/>
                <a:gd name="connsiteX8" fmla="*/ 234607 w 241075"/>
                <a:gd name="connsiteY8" fmla="*/ 0 h 329229"/>
                <a:gd name="connsiteX9" fmla="*/ 173908 w 241075"/>
                <a:gd name="connsiteY9" fmla="*/ 0 h 329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1075" h="329229">
                  <a:moveTo>
                    <a:pt x="64343" y="0"/>
                  </a:moveTo>
                  <a:lnTo>
                    <a:pt x="6468" y="0"/>
                  </a:lnTo>
                  <a:cubicBezTo>
                    <a:pt x="2909" y="0"/>
                    <a:pt x="0" y="2881"/>
                    <a:pt x="0" y="6468"/>
                  </a:cubicBezTo>
                  <a:lnTo>
                    <a:pt x="0" y="322761"/>
                  </a:lnTo>
                  <a:cubicBezTo>
                    <a:pt x="0" y="326320"/>
                    <a:pt x="2881" y="329229"/>
                    <a:pt x="6468" y="329229"/>
                  </a:cubicBezTo>
                  <a:lnTo>
                    <a:pt x="234607" y="329229"/>
                  </a:lnTo>
                  <a:cubicBezTo>
                    <a:pt x="238166" y="329229"/>
                    <a:pt x="241075" y="326348"/>
                    <a:pt x="241075" y="322761"/>
                  </a:cubicBezTo>
                  <a:lnTo>
                    <a:pt x="241075" y="6468"/>
                  </a:lnTo>
                  <a:cubicBezTo>
                    <a:pt x="241075" y="2909"/>
                    <a:pt x="238194" y="0"/>
                    <a:pt x="234607" y="0"/>
                  </a:cubicBezTo>
                  <a:lnTo>
                    <a:pt x="173908" y="0"/>
                  </a:lnTo>
                </a:path>
              </a:pathLst>
            </a:custGeom>
            <a:noFill/>
            <a:ln w="8472" cap="flat">
              <a:solidFill>
                <a:srgbClr val="01355A"/>
              </a:solidFill>
              <a:prstDash val="solid"/>
              <a:miter/>
            </a:ln>
          </p:spPr>
          <p:txBody>
            <a:bodyPr rtlCol="1" anchor="ctr"/>
            <a:lstStyle/>
            <a:p>
              <a:endParaRPr lang="ar-SA"/>
            </a:p>
          </p:txBody>
        </p:sp>
        <p:sp>
          <p:nvSpPr>
            <p:cNvPr id="9178" name="شكل حر: شكل 10240">
              <a:extLst>
                <a:ext uri="{FF2B5EF4-FFF2-40B4-BE49-F238E27FC236}">
                  <a16:creationId xmlns:a16="http://schemas.microsoft.com/office/drawing/2014/main" id="{25B3E0DA-1730-70CC-68B5-AA7D7022FD23}"/>
                </a:ext>
              </a:extLst>
            </p:cNvPr>
            <p:cNvSpPr/>
            <p:nvPr/>
          </p:nvSpPr>
          <p:spPr>
            <a:xfrm>
              <a:off x="10459218" y="2367591"/>
              <a:ext cx="112586" cy="112586"/>
            </a:xfrm>
            <a:custGeom>
              <a:avLst/>
              <a:gdLst>
                <a:gd name="connsiteX0" fmla="*/ 0 w 112586"/>
                <a:gd name="connsiteY0" fmla="*/ 0 h 112586"/>
                <a:gd name="connsiteX1" fmla="*/ 112587 w 112586"/>
                <a:gd name="connsiteY1" fmla="*/ 0 h 112586"/>
                <a:gd name="connsiteX2" fmla="*/ 112587 w 112586"/>
                <a:gd name="connsiteY2" fmla="*/ 112586 h 112586"/>
                <a:gd name="connsiteX3" fmla="*/ 0 w 112586"/>
                <a:gd name="connsiteY3" fmla="*/ 112586 h 112586"/>
              </a:gdLst>
              <a:ahLst/>
              <a:cxnLst>
                <a:cxn ang="0">
                  <a:pos x="connsiteX0" y="connsiteY0"/>
                </a:cxn>
                <a:cxn ang="0">
                  <a:pos x="connsiteX1" y="connsiteY1"/>
                </a:cxn>
                <a:cxn ang="0">
                  <a:pos x="connsiteX2" y="connsiteY2"/>
                </a:cxn>
                <a:cxn ang="0">
                  <a:pos x="connsiteX3" y="connsiteY3"/>
                </a:cxn>
              </a:cxnLst>
              <a:rect l="l" t="t" r="r" b="b"/>
              <a:pathLst>
                <a:path w="112586" h="112586">
                  <a:moveTo>
                    <a:pt x="0" y="0"/>
                  </a:moveTo>
                  <a:lnTo>
                    <a:pt x="112587" y="0"/>
                  </a:lnTo>
                  <a:lnTo>
                    <a:pt x="112587" y="112586"/>
                  </a:lnTo>
                  <a:lnTo>
                    <a:pt x="0" y="112586"/>
                  </a:lnTo>
                  <a:close/>
                </a:path>
              </a:pathLst>
            </a:custGeom>
            <a:noFill/>
            <a:ln w="8472" cap="flat">
              <a:solidFill>
                <a:srgbClr val="17A3A3"/>
              </a:solidFill>
              <a:prstDash val="solid"/>
              <a:miter/>
            </a:ln>
          </p:spPr>
          <p:txBody>
            <a:bodyPr rtlCol="1" anchor="ctr"/>
            <a:lstStyle/>
            <a:p>
              <a:endParaRPr lang="ar-SA"/>
            </a:p>
          </p:txBody>
        </p:sp>
        <p:sp>
          <p:nvSpPr>
            <p:cNvPr id="9179" name="شكل حر: شكل 10241">
              <a:extLst>
                <a:ext uri="{FF2B5EF4-FFF2-40B4-BE49-F238E27FC236}">
                  <a16:creationId xmlns:a16="http://schemas.microsoft.com/office/drawing/2014/main" id="{7F09B0D9-6604-A33B-C535-7B25D08F769F}"/>
                </a:ext>
              </a:extLst>
            </p:cNvPr>
            <p:cNvSpPr/>
            <p:nvPr/>
          </p:nvSpPr>
          <p:spPr>
            <a:xfrm>
              <a:off x="10428374" y="2515343"/>
              <a:ext cx="174302" cy="2824"/>
            </a:xfrm>
            <a:custGeom>
              <a:avLst/>
              <a:gdLst>
                <a:gd name="connsiteX0" fmla="*/ 0 w 174302"/>
                <a:gd name="connsiteY0" fmla="*/ 0 h 2824"/>
                <a:gd name="connsiteX1" fmla="*/ 174303 w 174302"/>
                <a:gd name="connsiteY1" fmla="*/ 0 h 2824"/>
              </a:gdLst>
              <a:ahLst/>
              <a:cxnLst>
                <a:cxn ang="0">
                  <a:pos x="connsiteX0" y="connsiteY0"/>
                </a:cxn>
                <a:cxn ang="0">
                  <a:pos x="connsiteX1" y="connsiteY1"/>
                </a:cxn>
              </a:cxnLst>
              <a:rect l="l" t="t" r="r" b="b"/>
              <a:pathLst>
                <a:path w="174302" h="2824">
                  <a:moveTo>
                    <a:pt x="0" y="0"/>
                  </a:moveTo>
                  <a:lnTo>
                    <a:pt x="174303" y="0"/>
                  </a:lnTo>
                </a:path>
              </a:pathLst>
            </a:custGeom>
            <a:ln w="8472" cap="flat">
              <a:solidFill>
                <a:srgbClr val="17A3A3"/>
              </a:solidFill>
              <a:prstDash val="solid"/>
              <a:miter/>
            </a:ln>
          </p:spPr>
          <p:txBody>
            <a:bodyPr rtlCol="1" anchor="ctr"/>
            <a:lstStyle/>
            <a:p>
              <a:endParaRPr lang="ar-SA"/>
            </a:p>
          </p:txBody>
        </p:sp>
        <p:sp>
          <p:nvSpPr>
            <p:cNvPr id="9180" name="شكل حر: شكل 10242">
              <a:extLst>
                <a:ext uri="{FF2B5EF4-FFF2-40B4-BE49-F238E27FC236}">
                  <a16:creationId xmlns:a16="http://schemas.microsoft.com/office/drawing/2014/main" id="{0687BB02-0730-CEC0-C1DE-1CBF1EA641F7}"/>
                </a:ext>
              </a:extLst>
            </p:cNvPr>
            <p:cNvSpPr/>
            <p:nvPr/>
          </p:nvSpPr>
          <p:spPr>
            <a:xfrm>
              <a:off x="10428374" y="2550594"/>
              <a:ext cx="174302" cy="2824"/>
            </a:xfrm>
            <a:custGeom>
              <a:avLst/>
              <a:gdLst>
                <a:gd name="connsiteX0" fmla="*/ 0 w 174302"/>
                <a:gd name="connsiteY0" fmla="*/ 0 h 2824"/>
                <a:gd name="connsiteX1" fmla="*/ 174303 w 174302"/>
                <a:gd name="connsiteY1" fmla="*/ 0 h 2824"/>
              </a:gdLst>
              <a:ahLst/>
              <a:cxnLst>
                <a:cxn ang="0">
                  <a:pos x="connsiteX0" y="connsiteY0"/>
                </a:cxn>
                <a:cxn ang="0">
                  <a:pos x="connsiteX1" y="connsiteY1"/>
                </a:cxn>
              </a:cxnLst>
              <a:rect l="l" t="t" r="r" b="b"/>
              <a:pathLst>
                <a:path w="174302" h="2824">
                  <a:moveTo>
                    <a:pt x="0" y="0"/>
                  </a:moveTo>
                  <a:lnTo>
                    <a:pt x="174303" y="0"/>
                  </a:lnTo>
                </a:path>
              </a:pathLst>
            </a:custGeom>
            <a:ln w="8472" cap="flat">
              <a:solidFill>
                <a:srgbClr val="17A3A3"/>
              </a:solidFill>
              <a:prstDash val="solid"/>
              <a:miter/>
            </a:ln>
          </p:spPr>
          <p:txBody>
            <a:bodyPr rtlCol="1" anchor="ctr"/>
            <a:lstStyle/>
            <a:p>
              <a:endParaRPr lang="ar-SA"/>
            </a:p>
          </p:txBody>
        </p:sp>
        <p:sp>
          <p:nvSpPr>
            <p:cNvPr id="9181" name="شكل حر: شكل 10243">
              <a:extLst>
                <a:ext uri="{FF2B5EF4-FFF2-40B4-BE49-F238E27FC236}">
                  <a16:creationId xmlns:a16="http://schemas.microsoft.com/office/drawing/2014/main" id="{F6DD75C1-A7D7-503A-3752-32ADA1830EC2}"/>
                </a:ext>
              </a:extLst>
            </p:cNvPr>
            <p:cNvSpPr/>
            <p:nvPr/>
          </p:nvSpPr>
          <p:spPr>
            <a:xfrm>
              <a:off x="10428374" y="2585872"/>
              <a:ext cx="174302" cy="2824"/>
            </a:xfrm>
            <a:custGeom>
              <a:avLst/>
              <a:gdLst>
                <a:gd name="connsiteX0" fmla="*/ 0 w 174302"/>
                <a:gd name="connsiteY0" fmla="*/ 0 h 2824"/>
                <a:gd name="connsiteX1" fmla="*/ 174303 w 174302"/>
                <a:gd name="connsiteY1" fmla="*/ 0 h 2824"/>
              </a:gdLst>
              <a:ahLst/>
              <a:cxnLst>
                <a:cxn ang="0">
                  <a:pos x="connsiteX0" y="connsiteY0"/>
                </a:cxn>
                <a:cxn ang="0">
                  <a:pos x="connsiteX1" y="connsiteY1"/>
                </a:cxn>
              </a:cxnLst>
              <a:rect l="l" t="t" r="r" b="b"/>
              <a:pathLst>
                <a:path w="174302" h="2824">
                  <a:moveTo>
                    <a:pt x="0" y="0"/>
                  </a:moveTo>
                  <a:lnTo>
                    <a:pt x="174303" y="0"/>
                  </a:lnTo>
                </a:path>
              </a:pathLst>
            </a:custGeom>
            <a:ln w="8472" cap="flat">
              <a:solidFill>
                <a:srgbClr val="17A3A3"/>
              </a:solidFill>
              <a:prstDash val="solid"/>
              <a:miter/>
            </a:ln>
          </p:spPr>
          <p:txBody>
            <a:bodyPr rtlCol="1" anchor="ctr"/>
            <a:lstStyle/>
            <a:p>
              <a:endParaRPr lang="ar-SA"/>
            </a:p>
          </p:txBody>
        </p:sp>
        <p:sp>
          <p:nvSpPr>
            <p:cNvPr id="9182" name="شكل حر: شكل 10244">
              <a:extLst>
                <a:ext uri="{FF2B5EF4-FFF2-40B4-BE49-F238E27FC236}">
                  <a16:creationId xmlns:a16="http://schemas.microsoft.com/office/drawing/2014/main" id="{5F56B7F3-8518-BCF1-C9F9-31A686506858}"/>
                </a:ext>
              </a:extLst>
            </p:cNvPr>
            <p:cNvSpPr/>
            <p:nvPr/>
          </p:nvSpPr>
          <p:spPr>
            <a:xfrm>
              <a:off x="10498451" y="2384538"/>
              <a:ext cx="31352" cy="31352"/>
            </a:xfrm>
            <a:custGeom>
              <a:avLst/>
              <a:gdLst>
                <a:gd name="connsiteX0" fmla="*/ 31353 w 31352"/>
                <a:gd name="connsiteY0" fmla="*/ 15676 h 31352"/>
                <a:gd name="connsiteX1" fmla="*/ 15676 w 31352"/>
                <a:gd name="connsiteY1" fmla="*/ 31353 h 31352"/>
                <a:gd name="connsiteX2" fmla="*/ 0 w 31352"/>
                <a:gd name="connsiteY2" fmla="*/ 15676 h 31352"/>
                <a:gd name="connsiteX3" fmla="*/ 15676 w 31352"/>
                <a:gd name="connsiteY3" fmla="*/ 0 h 31352"/>
                <a:gd name="connsiteX4" fmla="*/ 31353 w 31352"/>
                <a:gd name="connsiteY4" fmla="*/ 15676 h 313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52" h="31352">
                  <a:moveTo>
                    <a:pt x="31353" y="15676"/>
                  </a:moveTo>
                  <a:cubicBezTo>
                    <a:pt x="31353" y="24348"/>
                    <a:pt x="24320" y="31353"/>
                    <a:pt x="15676" y="31353"/>
                  </a:cubicBezTo>
                  <a:cubicBezTo>
                    <a:pt x="7033" y="31353"/>
                    <a:pt x="0" y="24319"/>
                    <a:pt x="0" y="15676"/>
                  </a:cubicBezTo>
                  <a:cubicBezTo>
                    <a:pt x="0" y="7033"/>
                    <a:pt x="7033" y="0"/>
                    <a:pt x="15676" y="0"/>
                  </a:cubicBezTo>
                  <a:cubicBezTo>
                    <a:pt x="24320" y="0"/>
                    <a:pt x="31353" y="7033"/>
                    <a:pt x="31353" y="15676"/>
                  </a:cubicBezTo>
                  <a:close/>
                </a:path>
              </a:pathLst>
            </a:custGeom>
            <a:noFill/>
            <a:ln w="8472" cap="flat">
              <a:solidFill>
                <a:srgbClr val="17A3A3"/>
              </a:solidFill>
              <a:prstDash val="solid"/>
              <a:miter/>
            </a:ln>
          </p:spPr>
          <p:txBody>
            <a:bodyPr rtlCol="1" anchor="ctr"/>
            <a:lstStyle/>
            <a:p>
              <a:endParaRPr lang="ar-SA"/>
            </a:p>
          </p:txBody>
        </p:sp>
        <p:sp>
          <p:nvSpPr>
            <p:cNvPr id="9183" name="شكل حر: شكل 10245">
              <a:extLst>
                <a:ext uri="{FF2B5EF4-FFF2-40B4-BE49-F238E27FC236}">
                  <a16:creationId xmlns:a16="http://schemas.microsoft.com/office/drawing/2014/main" id="{8175A7B8-162E-E2B8-72E2-5C8EF1AC0F58}"/>
                </a:ext>
              </a:extLst>
            </p:cNvPr>
            <p:cNvSpPr/>
            <p:nvPr/>
          </p:nvSpPr>
          <p:spPr>
            <a:xfrm>
              <a:off x="10484272" y="2429957"/>
              <a:ext cx="59710" cy="49825"/>
            </a:xfrm>
            <a:custGeom>
              <a:avLst/>
              <a:gdLst>
                <a:gd name="connsiteX0" fmla="*/ 0 w 59710"/>
                <a:gd name="connsiteY0" fmla="*/ 49825 h 49825"/>
                <a:gd name="connsiteX1" fmla="*/ 0 w 59710"/>
                <a:gd name="connsiteY1" fmla="*/ 10197 h 49825"/>
                <a:gd name="connsiteX2" fmla="*/ 10196 w 59710"/>
                <a:gd name="connsiteY2" fmla="*/ 0 h 49825"/>
                <a:gd name="connsiteX3" fmla="*/ 49514 w 59710"/>
                <a:gd name="connsiteY3" fmla="*/ 0 h 49825"/>
                <a:gd name="connsiteX4" fmla="*/ 59711 w 59710"/>
                <a:gd name="connsiteY4" fmla="*/ 10197 h 49825"/>
                <a:gd name="connsiteX5" fmla="*/ 59711 w 59710"/>
                <a:gd name="connsiteY5" fmla="*/ 49825 h 4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710" h="49825">
                  <a:moveTo>
                    <a:pt x="0" y="49825"/>
                  </a:moveTo>
                  <a:lnTo>
                    <a:pt x="0" y="10197"/>
                  </a:lnTo>
                  <a:cubicBezTo>
                    <a:pt x="0" y="4576"/>
                    <a:pt x="4575" y="0"/>
                    <a:pt x="10196" y="0"/>
                  </a:cubicBezTo>
                  <a:lnTo>
                    <a:pt x="49514" y="0"/>
                  </a:lnTo>
                  <a:cubicBezTo>
                    <a:pt x="55135" y="0"/>
                    <a:pt x="59711" y="4576"/>
                    <a:pt x="59711" y="10197"/>
                  </a:cubicBezTo>
                  <a:lnTo>
                    <a:pt x="59711" y="49825"/>
                  </a:lnTo>
                </a:path>
              </a:pathLst>
            </a:custGeom>
            <a:noFill/>
            <a:ln w="8472" cap="flat">
              <a:solidFill>
                <a:srgbClr val="17A3A3"/>
              </a:solidFill>
              <a:prstDash val="solid"/>
              <a:miter/>
            </a:ln>
          </p:spPr>
          <p:txBody>
            <a:bodyPr rtlCol="1" anchor="ctr"/>
            <a:lstStyle/>
            <a:p>
              <a:endParaRPr lang="ar-SA"/>
            </a:p>
          </p:txBody>
        </p:sp>
      </p:grpSp>
      <p:grpSp>
        <p:nvGrpSpPr>
          <p:cNvPr id="9184" name="رسم 8014">
            <a:extLst>
              <a:ext uri="{FF2B5EF4-FFF2-40B4-BE49-F238E27FC236}">
                <a16:creationId xmlns:a16="http://schemas.microsoft.com/office/drawing/2014/main" id="{ADF691F2-2072-F0E4-1ABD-34AD2D67E082}"/>
              </a:ext>
            </a:extLst>
          </p:cNvPr>
          <p:cNvGrpSpPr/>
          <p:nvPr/>
        </p:nvGrpSpPr>
        <p:grpSpPr>
          <a:xfrm>
            <a:off x="9894971" y="4070215"/>
            <a:ext cx="310729" cy="275959"/>
            <a:chOff x="10908886" y="3348613"/>
            <a:chExt cx="371414" cy="350116"/>
          </a:xfrm>
          <a:noFill/>
        </p:grpSpPr>
        <p:sp>
          <p:nvSpPr>
            <p:cNvPr id="9185" name="شكل حر: شكل 10247">
              <a:extLst>
                <a:ext uri="{FF2B5EF4-FFF2-40B4-BE49-F238E27FC236}">
                  <a16:creationId xmlns:a16="http://schemas.microsoft.com/office/drawing/2014/main" id="{AB985830-28FB-749A-30C6-EDB8605114CC}"/>
                </a:ext>
              </a:extLst>
            </p:cNvPr>
            <p:cNvSpPr/>
            <p:nvPr/>
          </p:nvSpPr>
          <p:spPr>
            <a:xfrm>
              <a:off x="11120360" y="3517634"/>
              <a:ext cx="42198" cy="84397"/>
            </a:xfrm>
            <a:custGeom>
              <a:avLst/>
              <a:gdLst>
                <a:gd name="connsiteX0" fmla="*/ 0 w 42198"/>
                <a:gd name="connsiteY0" fmla="*/ 63298 h 84397"/>
                <a:gd name="connsiteX1" fmla="*/ 21099 w 42198"/>
                <a:gd name="connsiteY1" fmla="*/ 84397 h 84397"/>
                <a:gd name="connsiteX2" fmla="*/ 42199 w 42198"/>
                <a:gd name="connsiteY2" fmla="*/ 63298 h 84397"/>
                <a:gd name="connsiteX3" fmla="*/ 21099 w 42198"/>
                <a:gd name="connsiteY3" fmla="*/ 42199 h 84397"/>
                <a:gd name="connsiteX4" fmla="*/ 0 w 42198"/>
                <a:gd name="connsiteY4" fmla="*/ 21099 h 84397"/>
                <a:gd name="connsiteX5" fmla="*/ 21099 w 42198"/>
                <a:gd name="connsiteY5" fmla="*/ 0 h 84397"/>
                <a:gd name="connsiteX6" fmla="*/ 42199 w 42198"/>
                <a:gd name="connsiteY6" fmla="*/ 21099 h 8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98" h="84397">
                  <a:moveTo>
                    <a:pt x="0" y="63298"/>
                  </a:moveTo>
                  <a:cubicBezTo>
                    <a:pt x="0" y="74964"/>
                    <a:pt x="9434" y="84397"/>
                    <a:pt x="21099" y="84397"/>
                  </a:cubicBezTo>
                  <a:cubicBezTo>
                    <a:pt x="32764" y="84397"/>
                    <a:pt x="42199" y="74964"/>
                    <a:pt x="42199" y="63298"/>
                  </a:cubicBezTo>
                  <a:cubicBezTo>
                    <a:pt x="42199" y="51633"/>
                    <a:pt x="33555" y="46266"/>
                    <a:pt x="21099" y="42199"/>
                  </a:cubicBezTo>
                  <a:cubicBezTo>
                    <a:pt x="10027" y="38583"/>
                    <a:pt x="0" y="32765"/>
                    <a:pt x="0" y="21099"/>
                  </a:cubicBezTo>
                  <a:cubicBezTo>
                    <a:pt x="0" y="9434"/>
                    <a:pt x="9434" y="0"/>
                    <a:pt x="21099" y="0"/>
                  </a:cubicBezTo>
                  <a:cubicBezTo>
                    <a:pt x="32764" y="0"/>
                    <a:pt x="42199" y="9434"/>
                    <a:pt x="42199" y="21099"/>
                  </a:cubicBezTo>
                </a:path>
              </a:pathLst>
            </a:custGeom>
            <a:noFill/>
            <a:ln w="8472" cap="flat">
              <a:solidFill>
                <a:srgbClr val="17A3A3"/>
              </a:solidFill>
              <a:prstDash val="solid"/>
              <a:miter/>
            </a:ln>
          </p:spPr>
          <p:txBody>
            <a:bodyPr rtlCol="1" anchor="ctr"/>
            <a:lstStyle/>
            <a:p>
              <a:endParaRPr lang="ar-SA"/>
            </a:p>
          </p:txBody>
        </p:sp>
        <p:sp>
          <p:nvSpPr>
            <p:cNvPr id="9186" name="شكل حر: شكل 10248">
              <a:extLst>
                <a:ext uri="{FF2B5EF4-FFF2-40B4-BE49-F238E27FC236}">
                  <a16:creationId xmlns:a16="http://schemas.microsoft.com/office/drawing/2014/main" id="{960C85DF-9DC2-0F2E-2B13-65E496A5370E}"/>
                </a:ext>
              </a:extLst>
            </p:cNvPr>
            <p:cNvSpPr/>
            <p:nvPr/>
          </p:nvSpPr>
          <p:spPr>
            <a:xfrm>
              <a:off x="11141459" y="3505884"/>
              <a:ext cx="2824" cy="11891"/>
            </a:xfrm>
            <a:custGeom>
              <a:avLst/>
              <a:gdLst>
                <a:gd name="connsiteX0" fmla="*/ 0 w 2824"/>
                <a:gd name="connsiteY0" fmla="*/ 0 h 11891"/>
                <a:gd name="connsiteX1" fmla="*/ 0 w 2824"/>
                <a:gd name="connsiteY1" fmla="*/ 11891 h 11891"/>
              </a:gdLst>
              <a:ahLst/>
              <a:cxnLst>
                <a:cxn ang="0">
                  <a:pos x="connsiteX0" y="connsiteY0"/>
                </a:cxn>
                <a:cxn ang="0">
                  <a:pos x="connsiteX1" y="connsiteY1"/>
                </a:cxn>
              </a:cxnLst>
              <a:rect l="l" t="t" r="r" b="b"/>
              <a:pathLst>
                <a:path w="2824" h="11891">
                  <a:moveTo>
                    <a:pt x="0" y="0"/>
                  </a:moveTo>
                  <a:lnTo>
                    <a:pt x="0" y="11891"/>
                  </a:lnTo>
                </a:path>
              </a:pathLst>
            </a:custGeom>
            <a:ln w="8472" cap="flat">
              <a:solidFill>
                <a:srgbClr val="01355A"/>
              </a:solidFill>
              <a:prstDash val="solid"/>
              <a:miter/>
            </a:ln>
          </p:spPr>
          <p:txBody>
            <a:bodyPr rtlCol="1" anchor="ctr"/>
            <a:lstStyle/>
            <a:p>
              <a:endParaRPr lang="ar-SA"/>
            </a:p>
          </p:txBody>
        </p:sp>
        <p:sp>
          <p:nvSpPr>
            <p:cNvPr id="9187" name="شكل حر: شكل 10249">
              <a:extLst>
                <a:ext uri="{FF2B5EF4-FFF2-40B4-BE49-F238E27FC236}">
                  <a16:creationId xmlns:a16="http://schemas.microsoft.com/office/drawing/2014/main" id="{709C3A57-CFC3-3386-E757-AB3EC679DBE1}"/>
                </a:ext>
              </a:extLst>
            </p:cNvPr>
            <p:cNvSpPr/>
            <p:nvPr/>
          </p:nvSpPr>
          <p:spPr>
            <a:xfrm>
              <a:off x="11141459" y="3602031"/>
              <a:ext cx="2824" cy="11891"/>
            </a:xfrm>
            <a:custGeom>
              <a:avLst/>
              <a:gdLst>
                <a:gd name="connsiteX0" fmla="*/ 0 w 2824"/>
                <a:gd name="connsiteY0" fmla="*/ 0 h 11891"/>
                <a:gd name="connsiteX1" fmla="*/ 0 w 2824"/>
                <a:gd name="connsiteY1" fmla="*/ 11891 h 11891"/>
              </a:gdLst>
              <a:ahLst/>
              <a:cxnLst>
                <a:cxn ang="0">
                  <a:pos x="connsiteX0" y="connsiteY0"/>
                </a:cxn>
                <a:cxn ang="0">
                  <a:pos x="connsiteX1" y="connsiteY1"/>
                </a:cxn>
              </a:cxnLst>
              <a:rect l="l" t="t" r="r" b="b"/>
              <a:pathLst>
                <a:path w="2824" h="11891">
                  <a:moveTo>
                    <a:pt x="0" y="0"/>
                  </a:moveTo>
                  <a:lnTo>
                    <a:pt x="0" y="11891"/>
                  </a:lnTo>
                </a:path>
              </a:pathLst>
            </a:custGeom>
            <a:ln w="8472" cap="flat">
              <a:solidFill>
                <a:srgbClr val="17A3A3"/>
              </a:solidFill>
              <a:prstDash val="solid"/>
              <a:miter/>
            </a:ln>
          </p:spPr>
          <p:txBody>
            <a:bodyPr rtlCol="1" anchor="ctr"/>
            <a:lstStyle/>
            <a:p>
              <a:endParaRPr lang="ar-SA"/>
            </a:p>
          </p:txBody>
        </p:sp>
        <p:sp>
          <p:nvSpPr>
            <p:cNvPr id="9188" name="شكل حر: شكل 10250">
              <a:extLst>
                <a:ext uri="{FF2B5EF4-FFF2-40B4-BE49-F238E27FC236}">
                  <a16:creationId xmlns:a16="http://schemas.microsoft.com/office/drawing/2014/main" id="{AF7B9D52-E94E-E169-0A7E-86CAA539101A}"/>
                </a:ext>
              </a:extLst>
            </p:cNvPr>
            <p:cNvSpPr/>
            <p:nvPr/>
          </p:nvSpPr>
          <p:spPr>
            <a:xfrm>
              <a:off x="10908886" y="3348613"/>
              <a:ext cx="315050" cy="257570"/>
            </a:xfrm>
            <a:custGeom>
              <a:avLst/>
              <a:gdLst>
                <a:gd name="connsiteX0" fmla="*/ 121682 w 315050"/>
                <a:gd name="connsiteY0" fmla="*/ 257570 h 257570"/>
                <a:gd name="connsiteX1" fmla="*/ 5847 w 315050"/>
                <a:gd name="connsiteY1" fmla="*/ 257570 h 257570"/>
                <a:gd name="connsiteX2" fmla="*/ 0 w 315050"/>
                <a:gd name="connsiteY2" fmla="*/ 251724 h 257570"/>
                <a:gd name="connsiteX3" fmla="*/ 0 w 315050"/>
                <a:gd name="connsiteY3" fmla="*/ 5847 h 257570"/>
                <a:gd name="connsiteX4" fmla="*/ 5847 w 315050"/>
                <a:gd name="connsiteY4" fmla="*/ 0 h 257570"/>
                <a:gd name="connsiteX5" fmla="*/ 309203 w 315050"/>
                <a:gd name="connsiteY5" fmla="*/ 0 h 257570"/>
                <a:gd name="connsiteX6" fmla="*/ 315050 w 315050"/>
                <a:gd name="connsiteY6" fmla="*/ 5847 h 257570"/>
                <a:gd name="connsiteX7" fmla="*/ 315050 w 315050"/>
                <a:gd name="connsiteY7" fmla="*/ 124054 h 25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5050" h="257570">
                  <a:moveTo>
                    <a:pt x="121682" y="257570"/>
                  </a:moveTo>
                  <a:lnTo>
                    <a:pt x="5847" y="257570"/>
                  </a:lnTo>
                  <a:cubicBezTo>
                    <a:pt x="2627" y="257570"/>
                    <a:pt x="0" y="254944"/>
                    <a:pt x="0" y="251724"/>
                  </a:cubicBezTo>
                  <a:lnTo>
                    <a:pt x="0" y="5847"/>
                  </a:lnTo>
                  <a:cubicBezTo>
                    <a:pt x="0" y="2627"/>
                    <a:pt x="2627" y="0"/>
                    <a:pt x="5847" y="0"/>
                  </a:cubicBezTo>
                  <a:lnTo>
                    <a:pt x="309203" y="0"/>
                  </a:lnTo>
                  <a:cubicBezTo>
                    <a:pt x="312452" y="0"/>
                    <a:pt x="315050" y="2627"/>
                    <a:pt x="315050" y="5847"/>
                  </a:cubicBezTo>
                  <a:lnTo>
                    <a:pt x="315050" y="124054"/>
                  </a:lnTo>
                </a:path>
              </a:pathLst>
            </a:custGeom>
            <a:noFill/>
            <a:ln w="8472" cap="flat">
              <a:solidFill>
                <a:srgbClr val="01355A"/>
              </a:solidFill>
              <a:prstDash val="solid"/>
              <a:miter/>
            </a:ln>
          </p:spPr>
          <p:txBody>
            <a:bodyPr rtlCol="1" anchor="ctr"/>
            <a:lstStyle/>
            <a:p>
              <a:endParaRPr lang="ar-SA"/>
            </a:p>
          </p:txBody>
        </p:sp>
        <p:sp>
          <p:nvSpPr>
            <p:cNvPr id="9189" name="شكل حر: شكل 10251">
              <a:extLst>
                <a:ext uri="{FF2B5EF4-FFF2-40B4-BE49-F238E27FC236}">
                  <a16:creationId xmlns:a16="http://schemas.microsoft.com/office/drawing/2014/main" id="{A3B13C91-945F-E7EA-6902-877E508E9CC8}"/>
                </a:ext>
              </a:extLst>
            </p:cNvPr>
            <p:cNvSpPr/>
            <p:nvPr/>
          </p:nvSpPr>
          <p:spPr>
            <a:xfrm>
              <a:off x="11014016" y="3378892"/>
              <a:ext cx="7456" cy="7456"/>
            </a:xfrm>
            <a:custGeom>
              <a:avLst/>
              <a:gdLst>
                <a:gd name="connsiteX0" fmla="*/ 7457 w 7456"/>
                <a:gd name="connsiteY0" fmla="*/ 3728 h 7456"/>
                <a:gd name="connsiteX1" fmla="*/ 3728 w 7456"/>
                <a:gd name="connsiteY1" fmla="*/ 7457 h 7456"/>
                <a:gd name="connsiteX2" fmla="*/ 0 w 7456"/>
                <a:gd name="connsiteY2" fmla="*/ 3728 h 7456"/>
                <a:gd name="connsiteX3" fmla="*/ 3728 w 7456"/>
                <a:gd name="connsiteY3" fmla="*/ 0 h 7456"/>
                <a:gd name="connsiteX4" fmla="*/ 7457 w 7456"/>
                <a:gd name="connsiteY4" fmla="*/ 3728 h 7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56" h="7456">
                  <a:moveTo>
                    <a:pt x="7457" y="3728"/>
                  </a:moveTo>
                  <a:cubicBezTo>
                    <a:pt x="7457" y="5787"/>
                    <a:pt x="5787" y="7457"/>
                    <a:pt x="3728" y="7457"/>
                  </a:cubicBezTo>
                  <a:cubicBezTo>
                    <a:pt x="1669" y="7457"/>
                    <a:pt x="0" y="5787"/>
                    <a:pt x="0" y="3728"/>
                  </a:cubicBezTo>
                  <a:cubicBezTo>
                    <a:pt x="0" y="1669"/>
                    <a:pt x="1669" y="0"/>
                    <a:pt x="3728" y="0"/>
                  </a:cubicBezTo>
                  <a:cubicBezTo>
                    <a:pt x="5787" y="0"/>
                    <a:pt x="7457" y="1669"/>
                    <a:pt x="7457" y="3728"/>
                  </a:cubicBezTo>
                  <a:close/>
                </a:path>
              </a:pathLst>
            </a:custGeom>
            <a:noFill/>
            <a:ln w="8472" cap="flat">
              <a:solidFill>
                <a:srgbClr val="01355A"/>
              </a:solidFill>
              <a:prstDash val="solid"/>
              <a:miter/>
            </a:ln>
          </p:spPr>
          <p:txBody>
            <a:bodyPr rtlCol="1" anchor="ctr"/>
            <a:lstStyle/>
            <a:p>
              <a:endParaRPr lang="ar-SA"/>
            </a:p>
          </p:txBody>
        </p:sp>
        <p:sp>
          <p:nvSpPr>
            <p:cNvPr id="9190" name="شكل حر: شكل 10252">
              <a:extLst>
                <a:ext uri="{FF2B5EF4-FFF2-40B4-BE49-F238E27FC236}">
                  <a16:creationId xmlns:a16="http://schemas.microsoft.com/office/drawing/2014/main" id="{EBF28834-C07D-DDFB-413A-F4E787F1E76B}"/>
                </a:ext>
              </a:extLst>
            </p:cNvPr>
            <p:cNvSpPr/>
            <p:nvPr/>
          </p:nvSpPr>
          <p:spPr>
            <a:xfrm>
              <a:off x="10979274" y="3379231"/>
              <a:ext cx="7456" cy="7456"/>
            </a:xfrm>
            <a:custGeom>
              <a:avLst/>
              <a:gdLst>
                <a:gd name="connsiteX0" fmla="*/ 7457 w 7456"/>
                <a:gd name="connsiteY0" fmla="*/ 3728 h 7456"/>
                <a:gd name="connsiteX1" fmla="*/ 3728 w 7456"/>
                <a:gd name="connsiteY1" fmla="*/ 0 h 7456"/>
                <a:gd name="connsiteX2" fmla="*/ 0 w 7456"/>
                <a:gd name="connsiteY2" fmla="*/ 3728 h 7456"/>
                <a:gd name="connsiteX3" fmla="*/ 3728 w 7456"/>
                <a:gd name="connsiteY3" fmla="*/ 7457 h 7456"/>
                <a:gd name="connsiteX4" fmla="*/ 7457 w 7456"/>
                <a:gd name="connsiteY4" fmla="*/ 3728 h 7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56" h="7456">
                  <a:moveTo>
                    <a:pt x="7457" y="3728"/>
                  </a:moveTo>
                  <a:cubicBezTo>
                    <a:pt x="7457" y="1666"/>
                    <a:pt x="5790" y="0"/>
                    <a:pt x="3728" y="0"/>
                  </a:cubicBezTo>
                  <a:cubicBezTo>
                    <a:pt x="1666" y="0"/>
                    <a:pt x="0" y="1666"/>
                    <a:pt x="0" y="3728"/>
                  </a:cubicBezTo>
                  <a:cubicBezTo>
                    <a:pt x="0" y="5790"/>
                    <a:pt x="1666" y="7457"/>
                    <a:pt x="3728" y="7457"/>
                  </a:cubicBezTo>
                  <a:cubicBezTo>
                    <a:pt x="5790" y="7457"/>
                    <a:pt x="7457" y="5790"/>
                    <a:pt x="7457" y="3728"/>
                  </a:cubicBezTo>
                  <a:close/>
                </a:path>
              </a:pathLst>
            </a:custGeom>
            <a:noFill/>
            <a:ln w="8472" cap="flat">
              <a:solidFill>
                <a:srgbClr val="01355A"/>
              </a:solidFill>
              <a:prstDash val="solid"/>
              <a:miter/>
            </a:ln>
          </p:spPr>
          <p:txBody>
            <a:bodyPr rtlCol="1" anchor="ctr"/>
            <a:lstStyle/>
            <a:p>
              <a:endParaRPr lang="ar-SA"/>
            </a:p>
          </p:txBody>
        </p:sp>
        <p:sp>
          <p:nvSpPr>
            <p:cNvPr id="9191" name="شكل حر: شكل 10253">
              <a:extLst>
                <a:ext uri="{FF2B5EF4-FFF2-40B4-BE49-F238E27FC236}">
                  <a16:creationId xmlns:a16="http://schemas.microsoft.com/office/drawing/2014/main" id="{1F48858F-EA8A-771D-ECE0-49521959A623}"/>
                </a:ext>
              </a:extLst>
            </p:cNvPr>
            <p:cNvSpPr/>
            <p:nvPr/>
          </p:nvSpPr>
          <p:spPr>
            <a:xfrm>
              <a:off x="10944560" y="3379570"/>
              <a:ext cx="7456" cy="7456"/>
            </a:xfrm>
            <a:custGeom>
              <a:avLst/>
              <a:gdLst>
                <a:gd name="connsiteX0" fmla="*/ 7457 w 7456"/>
                <a:gd name="connsiteY0" fmla="*/ 3728 h 7456"/>
                <a:gd name="connsiteX1" fmla="*/ 3728 w 7456"/>
                <a:gd name="connsiteY1" fmla="*/ 0 h 7456"/>
                <a:gd name="connsiteX2" fmla="*/ 0 w 7456"/>
                <a:gd name="connsiteY2" fmla="*/ 3728 h 7456"/>
                <a:gd name="connsiteX3" fmla="*/ 3728 w 7456"/>
                <a:gd name="connsiteY3" fmla="*/ 7457 h 7456"/>
                <a:gd name="connsiteX4" fmla="*/ 7457 w 7456"/>
                <a:gd name="connsiteY4" fmla="*/ 3728 h 7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56" h="7456">
                  <a:moveTo>
                    <a:pt x="7457" y="3728"/>
                  </a:moveTo>
                  <a:cubicBezTo>
                    <a:pt x="7457" y="1666"/>
                    <a:pt x="5790" y="0"/>
                    <a:pt x="3728" y="0"/>
                  </a:cubicBezTo>
                  <a:cubicBezTo>
                    <a:pt x="1666" y="0"/>
                    <a:pt x="0" y="1666"/>
                    <a:pt x="0" y="3728"/>
                  </a:cubicBezTo>
                  <a:cubicBezTo>
                    <a:pt x="0" y="5790"/>
                    <a:pt x="1666" y="7457"/>
                    <a:pt x="3728" y="7457"/>
                  </a:cubicBezTo>
                  <a:cubicBezTo>
                    <a:pt x="5790" y="7457"/>
                    <a:pt x="7457" y="5790"/>
                    <a:pt x="7457" y="3728"/>
                  </a:cubicBezTo>
                  <a:close/>
                </a:path>
              </a:pathLst>
            </a:custGeom>
            <a:noFill/>
            <a:ln w="8472" cap="flat">
              <a:solidFill>
                <a:srgbClr val="01355A"/>
              </a:solidFill>
              <a:prstDash val="solid"/>
              <a:miter/>
            </a:ln>
          </p:spPr>
          <p:txBody>
            <a:bodyPr rtlCol="1" anchor="ctr"/>
            <a:lstStyle/>
            <a:p>
              <a:endParaRPr lang="ar-SA"/>
            </a:p>
          </p:txBody>
        </p:sp>
        <p:sp>
          <p:nvSpPr>
            <p:cNvPr id="9192" name="شكل حر: شكل 10254">
              <a:extLst>
                <a:ext uri="{FF2B5EF4-FFF2-40B4-BE49-F238E27FC236}">
                  <a16:creationId xmlns:a16="http://schemas.microsoft.com/office/drawing/2014/main" id="{3DD68C9C-27BA-111B-224A-D1C5710D3798}"/>
                </a:ext>
              </a:extLst>
            </p:cNvPr>
            <p:cNvSpPr/>
            <p:nvPr/>
          </p:nvSpPr>
          <p:spPr>
            <a:xfrm>
              <a:off x="10908886" y="3417334"/>
              <a:ext cx="315078" cy="2824"/>
            </a:xfrm>
            <a:custGeom>
              <a:avLst/>
              <a:gdLst>
                <a:gd name="connsiteX0" fmla="*/ 0 w 315078"/>
                <a:gd name="connsiteY0" fmla="*/ 0 h 2824"/>
                <a:gd name="connsiteX1" fmla="*/ 315078 w 315078"/>
                <a:gd name="connsiteY1" fmla="*/ 0 h 2824"/>
              </a:gdLst>
              <a:ahLst/>
              <a:cxnLst>
                <a:cxn ang="0">
                  <a:pos x="connsiteX0" y="connsiteY0"/>
                </a:cxn>
                <a:cxn ang="0">
                  <a:pos x="connsiteX1" y="connsiteY1"/>
                </a:cxn>
              </a:cxnLst>
              <a:rect l="l" t="t" r="r" b="b"/>
              <a:pathLst>
                <a:path w="315078" h="2824">
                  <a:moveTo>
                    <a:pt x="0" y="0"/>
                  </a:moveTo>
                  <a:lnTo>
                    <a:pt x="315078" y="0"/>
                  </a:lnTo>
                </a:path>
              </a:pathLst>
            </a:custGeom>
            <a:ln w="8472" cap="flat">
              <a:solidFill>
                <a:srgbClr val="01355A"/>
              </a:solidFill>
              <a:prstDash val="solid"/>
              <a:miter/>
            </a:ln>
          </p:spPr>
          <p:txBody>
            <a:bodyPr rtlCol="1" anchor="ctr"/>
            <a:lstStyle/>
            <a:p>
              <a:endParaRPr lang="ar-SA"/>
            </a:p>
          </p:txBody>
        </p:sp>
        <p:sp>
          <p:nvSpPr>
            <p:cNvPr id="9193" name="شكل حر: شكل 10255">
              <a:extLst>
                <a:ext uri="{FF2B5EF4-FFF2-40B4-BE49-F238E27FC236}">
                  <a16:creationId xmlns:a16="http://schemas.microsoft.com/office/drawing/2014/main" id="{9B9AADD9-0495-CB62-7C30-4EEF9E67801E}"/>
                </a:ext>
              </a:extLst>
            </p:cNvPr>
            <p:cNvSpPr/>
            <p:nvPr/>
          </p:nvSpPr>
          <p:spPr>
            <a:xfrm>
              <a:off x="11068049" y="3382959"/>
              <a:ext cx="125494" cy="2824"/>
            </a:xfrm>
            <a:custGeom>
              <a:avLst/>
              <a:gdLst>
                <a:gd name="connsiteX0" fmla="*/ 0 w 125494"/>
                <a:gd name="connsiteY0" fmla="*/ 0 h 2824"/>
                <a:gd name="connsiteX1" fmla="*/ 125495 w 125494"/>
                <a:gd name="connsiteY1" fmla="*/ 0 h 2824"/>
              </a:gdLst>
              <a:ahLst/>
              <a:cxnLst>
                <a:cxn ang="0">
                  <a:pos x="connsiteX0" y="connsiteY0"/>
                </a:cxn>
                <a:cxn ang="0">
                  <a:pos x="connsiteX1" y="connsiteY1"/>
                </a:cxn>
              </a:cxnLst>
              <a:rect l="l" t="t" r="r" b="b"/>
              <a:pathLst>
                <a:path w="125494" h="2824">
                  <a:moveTo>
                    <a:pt x="0" y="0"/>
                  </a:moveTo>
                  <a:lnTo>
                    <a:pt x="125495" y="0"/>
                  </a:lnTo>
                </a:path>
              </a:pathLst>
            </a:custGeom>
            <a:ln w="8472" cap="flat">
              <a:solidFill>
                <a:srgbClr val="01355A"/>
              </a:solidFill>
              <a:prstDash val="solid"/>
              <a:miter/>
            </a:ln>
          </p:spPr>
          <p:txBody>
            <a:bodyPr rtlCol="1" anchor="ctr"/>
            <a:lstStyle/>
            <a:p>
              <a:endParaRPr lang="ar-SA"/>
            </a:p>
          </p:txBody>
        </p:sp>
        <p:sp>
          <p:nvSpPr>
            <p:cNvPr id="9194" name="شكل حر: شكل 10256">
              <a:extLst>
                <a:ext uri="{FF2B5EF4-FFF2-40B4-BE49-F238E27FC236}">
                  <a16:creationId xmlns:a16="http://schemas.microsoft.com/office/drawing/2014/main" id="{C05E04D5-BF9E-C567-8976-0092B86DD0A9}"/>
                </a:ext>
              </a:extLst>
            </p:cNvPr>
            <p:cNvSpPr/>
            <p:nvPr/>
          </p:nvSpPr>
          <p:spPr>
            <a:xfrm>
              <a:off x="11048729" y="3467187"/>
              <a:ext cx="185459" cy="185459"/>
            </a:xfrm>
            <a:custGeom>
              <a:avLst/>
              <a:gdLst>
                <a:gd name="connsiteX0" fmla="*/ 185460 w 185459"/>
                <a:gd name="connsiteY0" fmla="*/ 92730 h 185459"/>
                <a:gd name="connsiteX1" fmla="*/ 92730 w 185459"/>
                <a:gd name="connsiteY1" fmla="*/ 185460 h 185459"/>
                <a:gd name="connsiteX2" fmla="*/ 0 w 185459"/>
                <a:gd name="connsiteY2" fmla="*/ 92730 h 185459"/>
                <a:gd name="connsiteX3" fmla="*/ 92730 w 185459"/>
                <a:gd name="connsiteY3" fmla="*/ 0 h 185459"/>
                <a:gd name="connsiteX4" fmla="*/ 185460 w 185459"/>
                <a:gd name="connsiteY4" fmla="*/ 92730 h 1854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459" h="185459">
                  <a:moveTo>
                    <a:pt x="185460" y="92730"/>
                  </a:moveTo>
                  <a:cubicBezTo>
                    <a:pt x="185460" y="143943"/>
                    <a:pt x="143944" y="185460"/>
                    <a:pt x="92730" y="185460"/>
                  </a:cubicBezTo>
                  <a:cubicBezTo>
                    <a:pt x="41516" y="185460"/>
                    <a:pt x="0" y="143943"/>
                    <a:pt x="0" y="92730"/>
                  </a:cubicBezTo>
                  <a:cubicBezTo>
                    <a:pt x="0" y="41517"/>
                    <a:pt x="41516" y="0"/>
                    <a:pt x="92730" y="0"/>
                  </a:cubicBezTo>
                  <a:cubicBezTo>
                    <a:pt x="143944" y="0"/>
                    <a:pt x="185460" y="41517"/>
                    <a:pt x="185460" y="92730"/>
                  </a:cubicBezTo>
                  <a:close/>
                </a:path>
              </a:pathLst>
            </a:custGeom>
            <a:noFill/>
            <a:ln w="8472" cap="flat">
              <a:solidFill>
                <a:srgbClr val="17A3A3"/>
              </a:solidFill>
              <a:prstDash val="solid"/>
              <a:miter/>
            </a:ln>
          </p:spPr>
          <p:txBody>
            <a:bodyPr rtlCol="1" anchor="ctr"/>
            <a:lstStyle/>
            <a:p>
              <a:endParaRPr lang="ar-SA"/>
            </a:p>
          </p:txBody>
        </p:sp>
        <p:sp>
          <p:nvSpPr>
            <p:cNvPr id="9195" name="شكل حر: شكل 10257">
              <a:extLst>
                <a:ext uri="{FF2B5EF4-FFF2-40B4-BE49-F238E27FC236}">
                  <a16:creationId xmlns:a16="http://schemas.microsoft.com/office/drawing/2014/main" id="{5ED6EF38-478A-C390-9E6B-60D33FAB0AB9}"/>
                </a:ext>
              </a:extLst>
            </p:cNvPr>
            <p:cNvSpPr/>
            <p:nvPr/>
          </p:nvSpPr>
          <p:spPr>
            <a:xfrm>
              <a:off x="11152786" y="3571244"/>
              <a:ext cx="106146" cy="106146"/>
            </a:xfrm>
            <a:custGeom>
              <a:avLst/>
              <a:gdLst>
                <a:gd name="connsiteX0" fmla="*/ 0 w 106146"/>
                <a:gd name="connsiteY0" fmla="*/ 106146 h 106146"/>
                <a:gd name="connsiteX1" fmla="*/ 106146 w 106146"/>
                <a:gd name="connsiteY1" fmla="*/ 0 h 106146"/>
              </a:gdLst>
              <a:ahLst/>
              <a:cxnLst>
                <a:cxn ang="0">
                  <a:pos x="connsiteX0" y="connsiteY0"/>
                </a:cxn>
                <a:cxn ang="0">
                  <a:pos x="connsiteX1" y="connsiteY1"/>
                </a:cxn>
              </a:cxnLst>
              <a:rect l="l" t="t" r="r" b="b"/>
              <a:pathLst>
                <a:path w="106146" h="106146">
                  <a:moveTo>
                    <a:pt x="0" y="106146"/>
                  </a:moveTo>
                  <a:cubicBezTo>
                    <a:pt x="58638" y="106146"/>
                    <a:pt x="106146" y="58609"/>
                    <a:pt x="106146" y="0"/>
                  </a:cubicBezTo>
                </a:path>
              </a:pathLst>
            </a:custGeom>
            <a:noFill/>
            <a:ln w="8472" cap="flat">
              <a:solidFill>
                <a:srgbClr val="17A3A3"/>
              </a:solidFill>
              <a:prstDash val="solid"/>
              <a:miter/>
            </a:ln>
          </p:spPr>
          <p:txBody>
            <a:bodyPr rtlCol="1" anchor="ctr"/>
            <a:lstStyle/>
            <a:p>
              <a:endParaRPr lang="ar-SA"/>
            </a:p>
          </p:txBody>
        </p:sp>
        <p:sp>
          <p:nvSpPr>
            <p:cNvPr id="9196" name="شكل حر: شكل 10258">
              <a:extLst>
                <a:ext uri="{FF2B5EF4-FFF2-40B4-BE49-F238E27FC236}">
                  <a16:creationId xmlns:a16="http://schemas.microsoft.com/office/drawing/2014/main" id="{80ECBC26-4DB6-55C7-3648-BCA1C6B65174}"/>
                </a:ext>
              </a:extLst>
            </p:cNvPr>
            <p:cNvSpPr/>
            <p:nvPr/>
          </p:nvSpPr>
          <p:spPr>
            <a:xfrm>
              <a:off x="11218682" y="3637112"/>
              <a:ext cx="61618" cy="61617"/>
            </a:xfrm>
            <a:custGeom>
              <a:avLst/>
              <a:gdLst>
                <a:gd name="connsiteX0" fmla="*/ 17343 w 61618"/>
                <a:gd name="connsiteY0" fmla="*/ 0 h 61617"/>
                <a:gd name="connsiteX1" fmla="*/ 58016 w 61618"/>
                <a:gd name="connsiteY1" fmla="*/ 40673 h 61617"/>
                <a:gd name="connsiteX2" fmla="*/ 58016 w 61618"/>
                <a:gd name="connsiteY2" fmla="*/ 58016 h 61617"/>
                <a:gd name="connsiteX3" fmla="*/ 58016 w 61618"/>
                <a:gd name="connsiteY3" fmla="*/ 58016 h 61617"/>
                <a:gd name="connsiteX4" fmla="*/ 40674 w 61618"/>
                <a:gd name="connsiteY4" fmla="*/ 58016 h 61617"/>
                <a:gd name="connsiteX5" fmla="*/ 0 w 61618"/>
                <a:gd name="connsiteY5" fmla="*/ 17342 h 61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618" h="61617">
                  <a:moveTo>
                    <a:pt x="17343" y="0"/>
                  </a:moveTo>
                  <a:lnTo>
                    <a:pt x="58016" y="40673"/>
                  </a:lnTo>
                  <a:cubicBezTo>
                    <a:pt x="62819" y="45475"/>
                    <a:pt x="62819" y="53243"/>
                    <a:pt x="58016" y="58016"/>
                  </a:cubicBezTo>
                  <a:lnTo>
                    <a:pt x="58016" y="58016"/>
                  </a:lnTo>
                  <a:cubicBezTo>
                    <a:pt x="53215" y="62818"/>
                    <a:pt x="45447" y="62818"/>
                    <a:pt x="40674" y="58016"/>
                  </a:cubicBezTo>
                  <a:lnTo>
                    <a:pt x="0" y="17342"/>
                  </a:lnTo>
                </a:path>
              </a:pathLst>
            </a:custGeom>
            <a:noFill/>
            <a:ln w="8472" cap="flat">
              <a:solidFill>
                <a:srgbClr val="17A3A3"/>
              </a:solidFill>
              <a:prstDash val="solid"/>
              <a:miter/>
            </a:ln>
          </p:spPr>
          <p:txBody>
            <a:bodyPr rtlCol="1" anchor="ctr"/>
            <a:lstStyle/>
            <a:p>
              <a:endParaRPr lang="ar-SA"/>
            </a:p>
          </p:txBody>
        </p:sp>
      </p:grpSp>
      <p:grpSp>
        <p:nvGrpSpPr>
          <p:cNvPr id="9197" name="رسم 8014">
            <a:extLst>
              <a:ext uri="{FF2B5EF4-FFF2-40B4-BE49-F238E27FC236}">
                <a16:creationId xmlns:a16="http://schemas.microsoft.com/office/drawing/2014/main" id="{736AE5C6-C7D8-F9AB-62C6-339C897A6897}"/>
              </a:ext>
            </a:extLst>
          </p:cNvPr>
          <p:cNvGrpSpPr/>
          <p:nvPr/>
        </p:nvGrpSpPr>
        <p:grpSpPr>
          <a:xfrm>
            <a:off x="10324482" y="1495049"/>
            <a:ext cx="301689" cy="223186"/>
            <a:chOff x="10914281" y="5466231"/>
            <a:chExt cx="360609" cy="283162"/>
          </a:xfrm>
          <a:noFill/>
        </p:grpSpPr>
        <p:sp>
          <p:nvSpPr>
            <p:cNvPr id="9198" name="شكل حر: شكل 10260">
              <a:extLst>
                <a:ext uri="{FF2B5EF4-FFF2-40B4-BE49-F238E27FC236}">
                  <a16:creationId xmlns:a16="http://schemas.microsoft.com/office/drawing/2014/main" id="{46F62045-78C3-60DA-BDDF-BD25D909F6B0}"/>
                </a:ext>
              </a:extLst>
            </p:cNvPr>
            <p:cNvSpPr/>
            <p:nvPr/>
          </p:nvSpPr>
          <p:spPr>
            <a:xfrm>
              <a:off x="11037155" y="5477728"/>
              <a:ext cx="47704" cy="34883"/>
            </a:xfrm>
            <a:custGeom>
              <a:avLst/>
              <a:gdLst>
                <a:gd name="connsiteX0" fmla="*/ 2310 w 47704"/>
                <a:gd name="connsiteY0" fmla="*/ 21015 h 34883"/>
                <a:gd name="connsiteX1" fmla="*/ 13467 w 47704"/>
                <a:gd name="connsiteY1" fmla="*/ 0 h 34883"/>
                <a:gd name="connsiteX2" fmla="*/ 35131 w 47704"/>
                <a:gd name="connsiteY2" fmla="*/ 13332 h 34883"/>
                <a:gd name="connsiteX3" fmla="*/ 45752 w 47704"/>
                <a:gd name="connsiteY3" fmla="*/ 34516 h 34883"/>
                <a:gd name="connsiteX4" fmla="*/ 45525 w 47704"/>
                <a:gd name="connsiteY4" fmla="*/ 34883 h 34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704" h="34883">
                  <a:moveTo>
                    <a:pt x="2310" y="21015"/>
                  </a:moveTo>
                  <a:cubicBezTo>
                    <a:pt x="2310" y="21015"/>
                    <a:pt x="-7548" y="2853"/>
                    <a:pt x="13467" y="0"/>
                  </a:cubicBezTo>
                  <a:cubicBezTo>
                    <a:pt x="13467" y="0"/>
                    <a:pt x="17845" y="11440"/>
                    <a:pt x="35131" y="13332"/>
                  </a:cubicBezTo>
                  <a:cubicBezTo>
                    <a:pt x="45215" y="14433"/>
                    <a:pt x="50948" y="25816"/>
                    <a:pt x="45752" y="34516"/>
                  </a:cubicBezTo>
                  <a:cubicBezTo>
                    <a:pt x="45667" y="34629"/>
                    <a:pt x="45610" y="34742"/>
                    <a:pt x="45525" y="34883"/>
                  </a:cubicBezTo>
                </a:path>
              </a:pathLst>
            </a:custGeom>
            <a:noFill/>
            <a:ln w="8472" cap="flat">
              <a:solidFill>
                <a:srgbClr val="01355A"/>
              </a:solidFill>
              <a:prstDash val="solid"/>
              <a:miter/>
            </a:ln>
          </p:spPr>
          <p:txBody>
            <a:bodyPr rtlCol="1" anchor="ctr"/>
            <a:lstStyle/>
            <a:p>
              <a:endParaRPr lang="ar-SA"/>
            </a:p>
          </p:txBody>
        </p:sp>
        <p:sp>
          <p:nvSpPr>
            <p:cNvPr id="9199" name="شكل حر: شكل 10261">
              <a:extLst>
                <a:ext uri="{FF2B5EF4-FFF2-40B4-BE49-F238E27FC236}">
                  <a16:creationId xmlns:a16="http://schemas.microsoft.com/office/drawing/2014/main" id="{435B53B2-E112-D9ED-73B5-E6FA40F29744}"/>
                </a:ext>
              </a:extLst>
            </p:cNvPr>
            <p:cNvSpPr/>
            <p:nvPr/>
          </p:nvSpPr>
          <p:spPr>
            <a:xfrm>
              <a:off x="11050323" y="5466231"/>
              <a:ext cx="78877" cy="28953"/>
            </a:xfrm>
            <a:custGeom>
              <a:avLst/>
              <a:gdLst>
                <a:gd name="connsiteX0" fmla="*/ 271 w 78877"/>
                <a:gd name="connsiteY0" fmla="*/ 11497 h 28953"/>
                <a:gd name="connsiteX1" fmla="*/ 186 w 78877"/>
                <a:gd name="connsiteY1" fmla="*/ 11158 h 28953"/>
                <a:gd name="connsiteX2" fmla="*/ 12105 w 78877"/>
                <a:gd name="connsiteY2" fmla="*/ 397 h 28953"/>
                <a:gd name="connsiteX3" fmla="*/ 36792 w 78877"/>
                <a:gd name="connsiteY3" fmla="*/ 1188 h 28953"/>
                <a:gd name="connsiteX4" fmla="*/ 52101 w 78877"/>
                <a:gd name="connsiteY4" fmla="*/ 4210 h 28953"/>
                <a:gd name="connsiteX5" fmla="*/ 78877 w 78877"/>
                <a:gd name="connsiteY5" fmla="*/ 28953 h 28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8877" h="28953">
                  <a:moveTo>
                    <a:pt x="271" y="11497"/>
                  </a:moveTo>
                  <a:cubicBezTo>
                    <a:pt x="271" y="11497"/>
                    <a:pt x="242" y="11384"/>
                    <a:pt x="186" y="11158"/>
                  </a:cubicBezTo>
                  <a:cubicBezTo>
                    <a:pt x="-1198" y="4295"/>
                    <a:pt x="5383" y="-1609"/>
                    <a:pt x="12105" y="397"/>
                  </a:cubicBezTo>
                  <a:cubicBezTo>
                    <a:pt x="17585" y="2035"/>
                    <a:pt x="26002" y="3278"/>
                    <a:pt x="36792" y="1188"/>
                  </a:cubicBezTo>
                  <a:cubicBezTo>
                    <a:pt x="42102" y="143"/>
                    <a:pt x="47609" y="1188"/>
                    <a:pt x="52101" y="4210"/>
                  </a:cubicBezTo>
                  <a:cubicBezTo>
                    <a:pt x="59162" y="8927"/>
                    <a:pt x="69698" y="17118"/>
                    <a:pt x="78877" y="28953"/>
                  </a:cubicBezTo>
                </a:path>
              </a:pathLst>
            </a:custGeom>
            <a:noFill/>
            <a:ln w="8472" cap="flat">
              <a:solidFill>
                <a:srgbClr val="01355A"/>
              </a:solidFill>
              <a:prstDash val="solid"/>
              <a:miter/>
            </a:ln>
          </p:spPr>
          <p:txBody>
            <a:bodyPr rtlCol="1" anchor="ctr"/>
            <a:lstStyle/>
            <a:p>
              <a:endParaRPr lang="ar-SA"/>
            </a:p>
          </p:txBody>
        </p:sp>
        <p:sp>
          <p:nvSpPr>
            <p:cNvPr id="9200" name="شكل حر: شكل 10262">
              <a:extLst>
                <a:ext uri="{FF2B5EF4-FFF2-40B4-BE49-F238E27FC236}">
                  <a16:creationId xmlns:a16="http://schemas.microsoft.com/office/drawing/2014/main" id="{F038D999-FDEC-AF06-C0DF-9454360767D4}"/>
                </a:ext>
              </a:extLst>
            </p:cNvPr>
            <p:cNvSpPr/>
            <p:nvPr/>
          </p:nvSpPr>
          <p:spPr>
            <a:xfrm>
              <a:off x="10981816" y="5495836"/>
              <a:ext cx="199089" cy="179158"/>
            </a:xfrm>
            <a:custGeom>
              <a:avLst/>
              <a:gdLst>
                <a:gd name="connsiteX0" fmla="*/ 103039 w 199089"/>
                <a:gd name="connsiteY0" fmla="*/ 7483 h 179158"/>
                <a:gd name="connsiteX1" fmla="*/ 148260 w 199089"/>
                <a:gd name="connsiteY1" fmla="*/ 450 h 179158"/>
                <a:gd name="connsiteX2" fmla="*/ 162214 w 199089"/>
                <a:gd name="connsiteY2" fmla="*/ 929 h 179158"/>
                <a:gd name="connsiteX3" fmla="*/ 170264 w 199089"/>
                <a:gd name="connsiteY3" fmla="*/ 2765 h 179158"/>
                <a:gd name="connsiteX4" fmla="*/ 178822 w 199089"/>
                <a:gd name="connsiteY4" fmla="*/ 24543 h 179158"/>
                <a:gd name="connsiteX5" fmla="*/ 178568 w 199089"/>
                <a:gd name="connsiteY5" fmla="*/ 24882 h 179158"/>
                <a:gd name="connsiteX6" fmla="*/ 186590 w 199089"/>
                <a:gd name="connsiteY6" fmla="*/ 46461 h 179158"/>
                <a:gd name="connsiteX7" fmla="*/ 190798 w 199089"/>
                <a:gd name="connsiteY7" fmla="*/ 66516 h 179158"/>
                <a:gd name="connsiteX8" fmla="*/ 198424 w 199089"/>
                <a:gd name="connsiteY8" fmla="*/ 85412 h 179158"/>
                <a:gd name="connsiteX9" fmla="*/ 198424 w 199089"/>
                <a:gd name="connsiteY9" fmla="*/ 85412 h 179158"/>
                <a:gd name="connsiteX10" fmla="*/ 136058 w 199089"/>
                <a:gd name="connsiteY10" fmla="*/ 124023 h 179158"/>
                <a:gd name="connsiteX11" fmla="*/ 126512 w 199089"/>
                <a:gd name="connsiteY11" fmla="*/ 128627 h 179158"/>
                <a:gd name="connsiteX12" fmla="*/ 89171 w 199089"/>
                <a:gd name="connsiteY12" fmla="*/ 132243 h 179158"/>
                <a:gd name="connsiteX13" fmla="*/ 60022 w 199089"/>
                <a:gd name="connsiteY13" fmla="*/ 140067 h 179158"/>
                <a:gd name="connsiteX14" fmla="*/ 0 w 199089"/>
                <a:gd name="connsiteY14" fmla="*/ 179159 h 17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9089" h="179158">
                  <a:moveTo>
                    <a:pt x="103039" y="7483"/>
                  </a:moveTo>
                  <a:lnTo>
                    <a:pt x="148260" y="450"/>
                  </a:lnTo>
                  <a:cubicBezTo>
                    <a:pt x="152892" y="-285"/>
                    <a:pt x="157638" y="-116"/>
                    <a:pt x="162214" y="929"/>
                  </a:cubicBezTo>
                  <a:lnTo>
                    <a:pt x="170264" y="2765"/>
                  </a:lnTo>
                  <a:cubicBezTo>
                    <a:pt x="180008" y="4969"/>
                    <a:pt x="184612" y="16437"/>
                    <a:pt x="178822" y="24543"/>
                  </a:cubicBezTo>
                  <a:cubicBezTo>
                    <a:pt x="178737" y="24656"/>
                    <a:pt x="178653" y="24769"/>
                    <a:pt x="178568" y="24882"/>
                  </a:cubicBezTo>
                  <a:cubicBezTo>
                    <a:pt x="178568" y="24882"/>
                    <a:pt x="190798" y="30051"/>
                    <a:pt x="186590" y="46461"/>
                  </a:cubicBezTo>
                  <a:cubicBezTo>
                    <a:pt x="186590" y="46461"/>
                    <a:pt x="197295" y="53325"/>
                    <a:pt x="190798" y="66516"/>
                  </a:cubicBezTo>
                  <a:cubicBezTo>
                    <a:pt x="190798" y="66516"/>
                    <a:pt x="201870" y="72814"/>
                    <a:pt x="198424" y="85412"/>
                  </a:cubicBezTo>
                  <a:lnTo>
                    <a:pt x="198424" y="85412"/>
                  </a:lnTo>
                  <a:cubicBezTo>
                    <a:pt x="179048" y="100439"/>
                    <a:pt x="158146" y="113375"/>
                    <a:pt x="136058" y="124023"/>
                  </a:cubicBezTo>
                  <a:lnTo>
                    <a:pt x="126512" y="128627"/>
                  </a:lnTo>
                  <a:lnTo>
                    <a:pt x="89171" y="132243"/>
                  </a:lnTo>
                  <a:cubicBezTo>
                    <a:pt x="79087" y="133232"/>
                    <a:pt x="69230" y="135858"/>
                    <a:pt x="60022" y="140067"/>
                  </a:cubicBezTo>
                  <a:lnTo>
                    <a:pt x="0" y="179159"/>
                  </a:lnTo>
                </a:path>
              </a:pathLst>
            </a:custGeom>
            <a:noFill/>
            <a:ln w="8472" cap="flat">
              <a:solidFill>
                <a:srgbClr val="01355A"/>
              </a:solidFill>
              <a:prstDash val="solid"/>
              <a:miter/>
            </a:ln>
          </p:spPr>
          <p:txBody>
            <a:bodyPr rtlCol="1" anchor="ctr"/>
            <a:lstStyle/>
            <a:p>
              <a:endParaRPr lang="ar-SA"/>
            </a:p>
          </p:txBody>
        </p:sp>
        <p:sp>
          <p:nvSpPr>
            <p:cNvPr id="9201" name="شكل حر: شكل 10263">
              <a:extLst>
                <a:ext uri="{FF2B5EF4-FFF2-40B4-BE49-F238E27FC236}">
                  <a16:creationId xmlns:a16="http://schemas.microsoft.com/office/drawing/2014/main" id="{3FCDCB28-B2F9-E08F-7121-D64769E538A2}"/>
                </a:ext>
              </a:extLst>
            </p:cNvPr>
            <p:cNvSpPr/>
            <p:nvPr/>
          </p:nvSpPr>
          <p:spPr>
            <a:xfrm>
              <a:off x="11018680" y="5541252"/>
              <a:ext cx="36184" cy="24578"/>
            </a:xfrm>
            <a:custGeom>
              <a:avLst/>
              <a:gdLst>
                <a:gd name="connsiteX0" fmla="*/ 8272 w 36184"/>
                <a:gd name="connsiteY0" fmla="*/ 0 h 24578"/>
                <a:gd name="connsiteX1" fmla="*/ 53 w 36184"/>
                <a:gd name="connsiteY1" fmla="*/ 10875 h 24578"/>
                <a:gd name="connsiteX2" fmla="*/ 8470 w 36184"/>
                <a:gd name="connsiteY2" fmla="*/ 20393 h 24578"/>
                <a:gd name="connsiteX3" fmla="*/ 21943 w 36184"/>
                <a:gd name="connsiteY3" fmla="*/ 24150 h 24578"/>
                <a:gd name="connsiteX4" fmla="*/ 35952 w 36184"/>
                <a:gd name="connsiteY4" fmla="*/ 16241 h 24578"/>
                <a:gd name="connsiteX5" fmla="*/ 34144 w 36184"/>
                <a:gd name="connsiteY5" fmla="*/ 7796 h 24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184" h="24578">
                  <a:moveTo>
                    <a:pt x="8272" y="0"/>
                  </a:moveTo>
                  <a:cubicBezTo>
                    <a:pt x="8272" y="0"/>
                    <a:pt x="-767" y="2627"/>
                    <a:pt x="53" y="10875"/>
                  </a:cubicBezTo>
                  <a:cubicBezTo>
                    <a:pt x="504" y="15451"/>
                    <a:pt x="4035" y="19151"/>
                    <a:pt x="8470" y="20393"/>
                  </a:cubicBezTo>
                  <a:lnTo>
                    <a:pt x="21943" y="24150"/>
                  </a:lnTo>
                  <a:cubicBezTo>
                    <a:pt x="27987" y="25845"/>
                    <a:pt x="34625" y="22371"/>
                    <a:pt x="35952" y="16241"/>
                  </a:cubicBezTo>
                  <a:cubicBezTo>
                    <a:pt x="36489" y="13728"/>
                    <a:pt x="36178" y="10847"/>
                    <a:pt x="34144" y="7796"/>
                  </a:cubicBezTo>
                </a:path>
              </a:pathLst>
            </a:custGeom>
            <a:noFill/>
            <a:ln w="8472" cap="flat">
              <a:solidFill>
                <a:srgbClr val="01355A"/>
              </a:solidFill>
              <a:prstDash val="solid"/>
              <a:miter/>
            </a:ln>
          </p:spPr>
          <p:txBody>
            <a:bodyPr rtlCol="1" anchor="ctr"/>
            <a:lstStyle/>
            <a:p>
              <a:endParaRPr lang="ar-SA"/>
            </a:p>
          </p:txBody>
        </p:sp>
        <p:sp>
          <p:nvSpPr>
            <p:cNvPr id="9202" name="شكل حر: شكل 10264">
              <a:extLst>
                <a:ext uri="{FF2B5EF4-FFF2-40B4-BE49-F238E27FC236}">
                  <a16:creationId xmlns:a16="http://schemas.microsoft.com/office/drawing/2014/main" id="{95C726A1-F85E-258C-F381-C34F86738CFC}"/>
                </a:ext>
              </a:extLst>
            </p:cNvPr>
            <p:cNvSpPr/>
            <p:nvPr/>
          </p:nvSpPr>
          <p:spPr>
            <a:xfrm>
              <a:off x="10981816" y="5561194"/>
              <a:ext cx="44062" cy="32623"/>
            </a:xfrm>
            <a:custGeom>
              <a:avLst/>
              <a:gdLst>
                <a:gd name="connsiteX0" fmla="*/ 44063 w 44062"/>
                <a:gd name="connsiteY0" fmla="*/ 0 h 32623"/>
                <a:gd name="connsiteX1" fmla="*/ 0 w 44062"/>
                <a:gd name="connsiteY1" fmla="*/ 32624 h 32623"/>
              </a:gdLst>
              <a:ahLst/>
              <a:cxnLst>
                <a:cxn ang="0">
                  <a:pos x="connsiteX0" y="connsiteY0"/>
                </a:cxn>
                <a:cxn ang="0">
                  <a:pos x="connsiteX1" y="connsiteY1"/>
                </a:cxn>
              </a:cxnLst>
              <a:rect l="l" t="t" r="r" b="b"/>
              <a:pathLst>
                <a:path w="44062" h="32623">
                  <a:moveTo>
                    <a:pt x="44063" y="0"/>
                  </a:moveTo>
                  <a:lnTo>
                    <a:pt x="0" y="32624"/>
                  </a:lnTo>
                </a:path>
              </a:pathLst>
            </a:custGeom>
            <a:ln w="8472" cap="flat">
              <a:solidFill>
                <a:srgbClr val="01355A"/>
              </a:solidFill>
              <a:prstDash val="solid"/>
              <a:miter/>
            </a:ln>
          </p:spPr>
          <p:txBody>
            <a:bodyPr rtlCol="1" anchor="ctr"/>
            <a:lstStyle/>
            <a:p>
              <a:endParaRPr lang="ar-SA"/>
            </a:p>
          </p:txBody>
        </p:sp>
        <p:sp>
          <p:nvSpPr>
            <p:cNvPr id="9203" name="شكل حر: شكل 10265">
              <a:extLst>
                <a:ext uri="{FF2B5EF4-FFF2-40B4-BE49-F238E27FC236}">
                  <a16:creationId xmlns:a16="http://schemas.microsoft.com/office/drawing/2014/main" id="{D2BB3870-1E0B-7905-0C8A-49FE70CB3ACF}"/>
                </a:ext>
              </a:extLst>
            </p:cNvPr>
            <p:cNvSpPr/>
            <p:nvPr/>
          </p:nvSpPr>
          <p:spPr>
            <a:xfrm>
              <a:off x="11108328" y="5624435"/>
              <a:ext cx="99028" cy="51293"/>
            </a:xfrm>
            <a:custGeom>
              <a:avLst/>
              <a:gdLst>
                <a:gd name="connsiteX0" fmla="*/ 0 w 99028"/>
                <a:gd name="connsiteY0" fmla="*/ 0 h 51293"/>
                <a:gd name="connsiteX1" fmla="*/ 99029 w 99028"/>
                <a:gd name="connsiteY1" fmla="*/ 51294 h 51293"/>
              </a:gdLst>
              <a:ahLst/>
              <a:cxnLst>
                <a:cxn ang="0">
                  <a:pos x="connsiteX0" y="connsiteY0"/>
                </a:cxn>
                <a:cxn ang="0">
                  <a:pos x="connsiteX1" y="connsiteY1"/>
                </a:cxn>
              </a:cxnLst>
              <a:rect l="l" t="t" r="r" b="b"/>
              <a:pathLst>
                <a:path w="99028" h="51293">
                  <a:moveTo>
                    <a:pt x="0" y="0"/>
                  </a:moveTo>
                  <a:cubicBezTo>
                    <a:pt x="0" y="0"/>
                    <a:pt x="64287" y="36013"/>
                    <a:pt x="99029" y="51294"/>
                  </a:cubicBezTo>
                </a:path>
              </a:pathLst>
            </a:custGeom>
            <a:noFill/>
            <a:ln w="8472" cap="flat">
              <a:solidFill>
                <a:srgbClr val="01355A"/>
              </a:solidFill>
              <a:prstDash val="solid"/>
              <a:miter/>
            </a:ln>
          </p:spPr>
          <p:txBody>
            <a:bodyPr rtlCol="1" anchor="ctr"/>
            <a:lstStyle/>
            <a:p>
              <a:endParaRPr lang="ar-SA"/>
            </a:p>
          </p:txBody>
        </p:sp>
        <p:sp>
          <p:nvSpPr>
            <p:cNvPr id="9204" name="شكل حر: شكل 10266">
              <a:extLst>
                <a:ext uri="{FF2B5EF4-FFF2-40B4-BE49-F238E27FC236}">
                  <a16:creationId xmlns:a16="http://schemas.microsoft.com/office/drawing/2014/main" id="{EE85007E-F2BA-FA8C-D65D-2D029D1C6369}"/>
                </a:ext>
              </a:extLst>
            </p:cNvPr>
            <p:cNvSpPr/>
            <p:nvPr/>
          </p:nvSpPr>
          <p:spPr>
            <a:xfrm>
              <a:off x="11180240" y="5581220"/>
              <a:ext cx="23302" cy="12089"/>
            </a:xfrm>
            <a:custGeom>
              <a:avLst/>
              <a:gdLst>
                <a:gd name="connsiteX0" fmla="*/ 0 w 23302"/>
                <a:gd name="connsiteY0" fmla="*/ 0 h 12089"/>
                <a:gd name="connsiteX1" fmla="*/ 23303 w 23302"/>
                <a:gd name="connsiteY1" fmla="*/ 12089 h 12089"/>
              </a:gdLst>
              <a:ahLst/>
              <a:cxnLst>
                <a:cxn ang="0">
                  <a:pos x="connsiteX0" y="connsiteY0"/>
                </a:cxn>
                <a:cxn ang="0">
                  <a:pos x="connsiteX1" y="connsiteY1"/>
                </a:cxn>
              </a:cxnLst>
              <a:rect l="l" t="t" r="r" b="b"/>
              <a:pathLst>
                <a:path w="23302" h="12089">
                  <a:moveTo>
                    <a:pt x="0" y="0"/>
                  </a:moveTo>
                  <a:lnTo>
                    <a:pt x="23303" y="12089"/>
                  </a:lnTo>
                </a:path>
              </a:pathLst>
            </a:custGeom>
            <a:ln w="8472" cap="flat">
              <a:solidFill>
                <a:srgbClr val="01355A"/>
              </a:solidFill>
              <a:prstDash val="solid"/>
              <a:miter/>
            </a:ln>
          </p:spPr>
          <p:txBody>
            <a:bodyPr rtlCol="1" anchor="ctr"/>
            <a:lstStyle/>
            <a:p>
              <a:endParaRPr lang="ar-SA"/>
            </a:p>
          </p:txBody>
        </p:sp>
        <p:sp>
          <p:nvSpPr>
            <p:cNvPr id="9205" name="شكل حر: شكل 10267">
              <a:extLst>
                <a:ext uri="{FF2B5EF4-FFF2-40B4-BE49-F238E27FC236}">
                  <a16:creationId xmlns:a16="http://schemas.microsoft.com/office/drawing/2014/main" id="{8C5A85B8-FBE9-7874-B900-3382EF6D77EF}"/>
                </a:ext>
              </a:extLst>
            </p:cNvPr>
            <p:cNvSpPr/>
            <p:nvPr/>
          </p:nvSpPr>
          <p:spPr>
            <a:xfrm>
              <a:off x="11131178" y="5520690"/>
              <a:ext cx="29205" cy="2655"/>
            </a:xfrm>
            <a:custGeom>
              <a:avLst/>
              <a:gdLst>
                <a:gd name="connsiteX0" fmla="*/ 29206 w 29205"/>
                <a:gd name="connsiteY0" fmla="*/ 0 h 2655"/>
                <a:gd name="connsiteX1" fmla="*/ 0 w 29205"/>
                <a:gd name="connsiteY1" fmla="*/ 2655 h 2655"/>
              </a:gdLst>
              <a:ahLst/>
              <a:cxnLst>
                <a:cxn ang="0">
                  <a:pos x="connsiteX0" y="connsiteY0"/>
                </a:cxn>
                <a:cxn ang="0">
                  <a:pos x="connsiteX1" y="connsiteY1"/>
                </a:cxn>
              </a:cxnLst>
              <a:rect l="l" t="t" r="r" b="b"/>
              <a:pathLst>
                <a:path w="29205" h="2655">
                  <a:moveTo>
                    <a:pt x="29206" y="0"/>
                  </a:moveTo>
                  <a:lnTo>
                    <a:pt x="0" y="2655"/>
                  </a:lnTo>
                </a:path>
              </a:pathLst>
            </a:custGeom>
            <a:ln w="8472" cap="flat">
              <a:solidFill>
                <a:srgbClr val="01355A"/>
              </a:solidFill>
              <a:prstDash val="solid"/>
              <a:miter/>
            </a:ln>
          </p:spPr>
          <p:txBody>
            <a:bodyPr rtlCol="1" anchor="ctr"/>
            <a:lstStyle/>
            <a:p>
              <a:endParaRPr lang="ar-SA"/>
            </a:p>
          </p:txBody>
        </p:sp>
        <p:sp>
          <p:nvSpPr>
            <p:cNvPr id="9206" name="شكل حر: شكل 10268">
              <a:extLst>
                <a:ext uri="{FF2B5EF4-FFF2-40B4-BE49-F238E27FC236}">
                  <a16:creationId xmlns:a16="http://schemas.microsoft.com/office/drawing/2014/main" id="{9A5F296E-F055-B146-44D5-18EB0327E2F1}"/>
                </a:ext>
              </a:extLst>
            </p:cNvPr>
            <p:cNvSpPr/>
            <p:nvPr/>
          </p:nvSpPr>
          <p:spPr>
            <a:xfrm>
              <a:off x="11136855" y="5542269"/>
              <a:ext cx="31550" cy="7880"/>
            </a:xfrm>
            <a:custGeom>
              <a:avLst/>
              <a:gdLst>
                <a:gd name="connsiteX0" fmla="*/ 31550 w 31550"/>
                <a:gd name="connsiteY0" fmla="*/ 0 h 7880"/>
                <a:gd name="connsiteX1" fmla="*/ 0 w 31550"/>
                <a:gd name="connsiteY1" fmla="*/ 7880 h 7880"/>
              </a:gdLst>
              <a:ahLst/>
              <a:cxnLst>
                <a:cxn ang="0">
                  <a:pos x="connsiteX0" y="connsiteY0"/>
                </a:cxn>
                <a:cxn ang="0">
                  <a:pos x="connsiteX1" y="connsiteY1"/>
                </a:cxn>
              </a:cxnLst>
              <a:rect l="l" t="t" r="r" b="b"/>
              <a:pathLst>
                <a:path w="31550" h="7880">
                  <a:moveTo>
                    <a:pt x="31550" y="0"/>
                  </a:moveTo>
                  <a:lnTo>
                    <a:pt x="0" y="7880"/>
                  </a:lnTo>
                </a:path>
              </a:pathLst>
            </a:custGeom>
            <a:ln w="8472" cap="flat">
              <a:solidFill>
                <a:srgbClr val="01355A"/>
              </a:solidFill>
              <a:prstDash val="solid"/>
              <a:miter/>
            </a:ln>
          </p:spPr>
          <p:txBody>
            <a:bodyPr rtlCol="1" anchor="ctr"/>
            <a:lstStyle/>
            <a:p>
              <a:endParaRPr lang="ar-SA"/>
            </a:p>
          </p:txBody>
        </p:sp>
        <p:sp>
          <p:nvSpPr>
            <p:cNvPr id="9207" name="شكل حر: شكل 10269">
              <a:extLst>
                <a:ext uri="{FF2B5EF4-FFF2-40B4-BE49-F238E27FC236}">
                  <a16:creationId xmlns:a16="http://schemas.microsoft.com/office/drawing/2014/main" id="{6F2C14CF-7935-5DF5-BA44-A97C34E5B9C6}"/>
                </a:ext>
              </a:extLst>
            </p:cNvPr>
            <p:cNvSpPr/>
            <p:nvPr/>
          </p:nvSpPr>
          <p:spPr>
            <a:xfrm>
              <a:off x="11145781" y="5562295"/>
              <a:ext cx="26833" cy="14320"/>
            </a:xfrm>
            <a:custGeom>
              <a:avLst/>
              <a:gdLst>
                <a:gd name="connsiteX0" fmla="*/ 26833 w 26833"/>
                <a:gd name="connsiteY0" fmla="*/ 0 h 14320"/>
                <a:gd name="connsiteX1" fmla="*/ 0 w 26833"/>
                <a:gd name="connsiteY1" fmla="*/ 14320 h 14320"/>
              </a:gdLst>
              <a:ahLst/>
              <a:cxnLst>
                <a:cxn ang="0">
                  <a:pos x="connsiteX0" y="connsiteY0"/>
                </a:cxn>
                <a:cxn ang="0">
                  <a:pos x="connsiteX1" y="connsiteY1"/>
                </a:cxn>
              </a:cxnLst>
              <a:rect l="l" t="t" r="r" b="b"/>
              <a:pathLst>
                <a:path w="26833" h="14320">
                  <a:moveTo>
                    <a:pt x="26833" y="0"/>
                  </a:moveTo>
                  <a:lnTo>
                    <a:pt x="0" y="14320"/>
                  </a:lnTo>
                </a:path>
              </a:pathLst>
            </a:custGeom>
            <a:ln w="8472" cap="flat">
              <a:solidFill>
                <a:srgbClr val="01355A"/>
              </a:solidFill>
              <a:prstDash val="solid"/>
              <a:miter/>
            </a:ln>
          </p:spPr>
          <p:txBody>
            <a:bodyPr rtlCol="1" anchor="ctr"/>
            <a:lstStyle/>
            <a:p>
              <a:endParaRPr lang="ar-SA"/>
            </a:p>
          </p:txBody>
        </p:sp>
        <p:sp>
          <p:nvSpPr>
            <p:cNvPr id="9208" name="شكل حر: شكل 10270">
              <a:extLst>
                <a:ext uri="{FF2B5EF4-FFF2-40B4-BE49-F238E27FC236}">
                  <a16:creationId xmlns:a16="http://schemas.microsoft.com/office/drawing/2014/main" id="{75718B04-1C3B-25FD-01AE-509A01426AEE}"/>
                </a:ext>
              </a:extLst>
            </p:cNvPr>
            <p:cNvSpPr/>
            <p:nvPr/>
          </p:nvSpPr>
          <p:spPr>
            <a:xfrm>
              <a:off x="10950944" y="5583508"/>
              <a:ext cx="30872" cy="120466"/>
            </a:xfrm>
            <a:custGeom>
              <a:avLst/>
              <a:gdLst>
                <a:gd name="connsiteX0" fmla="*/ 310 w 30872"/>
                <a:gd name="connsiteY0" fmla="*/ 15846 h 120466"/>
                <a:gd name="connsiteX1" fmla="*/ 30872 w 30872"/>
                <a:gd name="connsiteY1" fmla="*/ 0 h 120466"/>
                <a:gd name="connsiteX2" fmla="*/ 30872 w 30872"/>
                <a:gd name="connsiteY2" fmla="*/ 103859 h 120466"/>
                <a:gd name="connsiteX3" fmla="*/ 0 w 30872"/>
                <a:gd name="connsiteY3" fmla="*/ 120467 h 120466"/>
              </a:gdLst>
              <a:ahLst/>
              <a:cxnLst>
                <a:cxn ang="0">
                  <a:pos x="connsiteX0" y="connsiteY0"/>
                </a:cxn>
                <a:cxn ang="0">
                  <a:pos x="connsiteX1" y="connsiteY1"/>
                </a:cxn>
                <a:cxn ang="0">
                  <a:pos x="connsiteX2" y="connsiteY2"/>
                </a:cxn>
                <a:cxn ang="0">
                  <a:pos x="connsiteX3" y="connsiteY3"/>
                </a:cxn>
              </a:cxnLst>
              <a:rect l="l" t="t" r="r" b="b"/>
              <a:pathLst>
                <a:path w="30872" h="120466">
                  <a:moveTo>
                    <a:pt x="310" y="15846"/>
                  </a:moveTo>
                  <a:lnTo>
                    <a:pt x="30872" y="0"/>
                  </a:lnTo>
                  <a:lnTo>
                    <a:pt x="30872" y="103859"/>
                  </a:lnTo>
                  <a:lnTo>
                    <a:pt x="0" y="120467"/>
                  </a:lnTo>
                </a:path>
              </a:pathLst>
            </a:custGeom>
            <a:noFill/>
            <a:ln w="8472" cap="flat">
              <a:solidFill>
                <a:srgbClr val="01355A"/>
              </a:solidFill>
              <a:prstDash val="solid"/>
              <a:miter/>
            </a:ln>
          </p:spPr>
          <p:txBody>
            <a:bodyPr rtlCol="1" anchor="ctr"/>
            <a:lstStyle/>
            <a:p>
              <a:endParaRPr lang="ar-SA"/>
            </a:p>
          </p:txBody>
        </p:sp>
        <p:sp>
          <p:nvSpPr>
            <p:cNvPr id="9209" name="شكل حر: شكل 10271">
              <a:extLst>
                <a:ext uri="{FF2B5EF4-FFF2-40B4-BE49-F238E27FC236}">
                  <a16:creationId xmlns:a16="http://schemas.microsoft.com/office/drawing/2014/main" id="{018F3A91-2492-D6EA-8386-83630E97F6DF}"/>
                </a:ext>
              </a:extLst>
            </p:cNvPr>
            <p:cNvSpPr/>
            <p:nvPr/>
          </p:nvSpPr>
          <p:spPr>
            <a:xfrm>
              <a:off x="10914281" y="5585444"/>
              <a:ext cx="36662" cy="163949"/>
            </a:xfrm>
            <a:custGeom>
              <a:avLst/>
              <a:gdLst>
                <a:gd name="connsiteX0" fmla="*/ 0 w 36662"/>
                <a:gd name="connsiteY0" fmla="*/ 163949 h 163949"/>
                <a:gd name="connsiteX1" fmla="*/ 32284 w 36662"/>
                <a:gd name="connsiteY1" fmla="*/ 144290 h 163949"/>
                <a:gd name="connsiteX2" fmla="*/ 36663 w 36662"/>
                <a:gd name="connsiteY2" fmla="*/ 136495 h 163949"/>
                <a:gd name="connsiteX3" fmla="*/ 36663 w 36662"/>
                <a:gd name="connsiteY3" fmla="*/ 9136 h 163949"/>
                <a:gd name="connsiteX4" fmla="*/ 22878 w 36662"/>
                <a:gd name="connsiteY4" fmla="*/ 1312 h 163949"/>
                <a:gd name="connsiteX5" fmla="*/ 0 w 36662"/>
                <a:gd name="connsiteY5" fmla="*/ 14983 h 163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662" h="163949">
                  <a:moveTo>
                    <a:pt x="0" y="163949"/>
                  </a:moveTo>
                  <a:lnTo>
                    <a:pt x="32284" y="144290"/>
                  </a:lnTo>
                  <a:cubicBezTo>
                    <a:pt x="34996" y="142624"/>
                    <a:pt x="36663" y="139686"/>
                    <a:pt x="36663" y="136495"/>
                  </a:cubicBezTo>
                  <a:lnTo>
                    <a:pt x="36663" y="9136"/>
                  </a:lnTo>
                  <a:cubicBezTo>
                    <a:pt x="36663" y="2046"/>
                    <a:pt x="28952" y="-2332"/>
                    <a:pt x="22878" y="1312"/>
                  </a:cubicBezTo>
                  <a:lnTo>
                    <a:pt x="0" y="14983"/>
                  </a:lnTo>
                </a:path>
              </a:pathLst>
            </a:custGeom>
            <a:noFill/>
            <a:ln w="8472" cap="flat">
              <a:solidFill>
                <a:srgbClr val="17A3A3"/>
              </a:solidFill>
              <a:prstDash val="solid"/>
              <a:miter/>
            </a:ln>
          </p:spPr>
          <p:txBody>
            <a:bodyPr rtlCol="1" anchor="ctr"/>
            <a:lstStyle/>
            <a:p>
              <a:endParaRPr lang="ar-SA"/>
            </a:p>
          </p:txBody>
        </p:sp>
        <p:sp>
          <p:nvSpPr>
            <p:cNvPr id="9210" name="شكل حر: شكل 10272">
              <a:extLst>
                <a:ext uri="{FF2B5EF4-FFF2-40B4-BE49-F238E27FC236}">
                  <a16:creationId xmlns:a16="http://schemas.microsoft.com/office/drawing/2014/main" id="{13E38DFF-0C0F-9B8C-1547-976F388F6F44}"/>
                </a:ext>
              </a:extLst>
            </p:cNvPr>
            <p:cNvSpPr/>
            <p:nvPr/>
          </p:nvSpPr>
          <p:spPr>
            <a:xfrm>
              <a:off x="11207356" y="5583508"/>
              <a:ext cx="30561" cy="120184"/>
            </a:xfrm>
            <a:custGeom>
              <a:avLst/>
              <a:gdLst>
                <a:gd name="connsiteX0" fmla="*/ 30561 w 30561"/>
                <a:gd name="connsiteY0" fmla="*/ 15846 h 120184"/>
                <a:gd name="connsiteX1" fmla="*/ 0 w 30561"/>
                <a:gd name="connsiteY1" fmla="*/ 0 h 120184"/>
                <a:gd name="connsiteX2" fmla="*/ 0 w 30561"/>
                <a:gd name="connsiteY2" fmla="*/ 103859 h 120184"/>
                <a:gd name="connsiteX3" fmla="*/ 30561 w 30561"/>
                <a:gd name="connsiteY3" fmla="*/ 120184 h 120184"/>
              </a:gdLst>
              <a:ahLst/>
              <a:cxnLst>
                <a:cxn ang="0">
                  <a:pos x="connsiteX0" y="connsiteY0"/>
                </a:cxn>
                <a:cxn ang="0">
                  <a:pos x="connsiteX1" y="connsiteY1"/>
                </a:cxn>
                <a:cxn ang="0">
                  <a:pos x="connsiteX2" y="connsiteY2"/>
                </a:cxn>
                <a:cxn ang="0">
                  <a:pos x="connsiteX3" y="connsiteY3"/>
                </a:cxn>
              </a:cxnLst>
              <a:rect l="l" t="t" r="r" b="b"/>
              <a:pathLst>
                <a:path w="30561" h="120184">
                  <a:moveTo>
                    <a:pt x="30561" y="15846"/>
                  </a:moveTo>
                  <a:lnTo>
                    <a:pt x="0" y="0"/>
                  </a:lnTo>
                  <a:lnTo>
                    <a:pt x="0" y="103859"/>
                  </a:lnTo>
                  <a:lnTo>
                    <a:pt x="30561" y="120184"/>
                  </a:lnTo>
                </a:path>
              </a:pathLst>
            </a:custGeom>
            <a:noFill/>
            <a:ln w="8472" cap="flat">
              <a:solidFill>
                <a:srgbClr val="01355A"/>
              </a:solidFill>
              <a:prstDash val="solid"/>
              <a:miter/>
            </a:ln>
          </p:spPr>
          <p:txBody>
            <a:bodyPr rtlCol="1" anchor="ctr"/>
            <a:lstStyle/>
            <a:p>
              <a:endParaRPr lang="ar-SA"/>
            </a:p>
          </p:txBody>
        </p:sp>
        <p:sp>
          <p:nvSpPr>
            <p:cNvPr id="9211" name="شكل حر: شكل 10273">
              <a:extLst>
                <a:ext uri="{FF2B5EF4-FFF2-40B4-BE49-F238E27FC236}">
                  <a16:creationId xmlns:a16="http://schemas.microsoft.com/office/drawing/2014/main" id="{4E493756-0357-5875-15ED-D713200F01D8}"/>
                </a:ext>
              </a:extLst>
            </p:cNvPr>
            <p:cNvSpPr/>
            <p:nvPr/>
          </p:nvSpPr>
          <p:spPr>
            <a:xfrm>
              <a:off x="11238228" y="5585444"/>
              <a:ext cx="36662" cy="163949"/>
            </a:xfrm>
            <a:custGeom>
              <a:avLst/>
              <a:gdLst>
                <a:gd name="connsiteX0" fmla="*/ 36663 w 36662"/>
                <a:gd name="connsiteY0" fmla="*/ 163949 h 163949"/>
                <a:gd name="connsiteX1" fmla="*/ 4378 w 36662"/>
                <a:gd name="connsiteY1" fmla="*/ 144290 h 163949"/>
                <a:gd name="connsiteX2" fmla="*/ 0 w 36662"/>
                <a:gd name="connsiteY2" fmla="*/ 136495 h 163949"/>
                <a:gd name="connsiteX3" fmla="*/ 0 w 36662"/>
                <a:gd name="connsiteY3" fmla="*/ 9136 h 163949"/>
                <a:gd name="connsiteX4" fmla="*/ 13783 w 36662"/>
                <a:gd name="connsiteY4" fmla="*/ 1312 h 163949"/>
                <a:gd name="connsiteX5" fmla="*/ 36663 w 36662"/>
                <a:gd name="connsiteY5" fmla="*/ 14983 h 163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662" h="163949">
                  <a:moveTo>
                    <a:pt x="36663" y="163949"/>
                  </a:moveTo>
                  <a:lnTo>
                    <a:pt x="4378" y="144290"/>
                  </a:lnTo>
                  <a:cubicBezTo>
                    <a:pt x="1666" y="142624"/>
                    <a:pt x="0" y="139686"/>
                    <a:pt x="0" y="136495"/>
                  </a:cubicBezTo>
                  <a:lnTo>
                    <a:pt x="0" y="9136"/>
                  </a:lnTo>
                  <a:cubicBezTo>
                    <a:pt x="0" y="2046"/>
                    <a:pt x="7711" y="-2332"/>
                    <a:pt x="13783" y="1312"/>
                  </a:cubicBezTo>
                  <a:lnTo>
                    <a:pt x="36663" y="14983"/>
                  </a:lnTo>
                </a:path>
              </a:pathLst>
            </a:custGeom>
            <a:noFill/>
            <a:ln w="8472" cap="flat">
              <a:solidFill>
                <a:srgbClr val="17A3A3"/>
              </a:solidFill>
              <a:prstDash val="solid"/>
              <a:miter/>
            </a:ln>
          </p:spPr>
          <p:txBody>
            <a:bodyPr rtlCol="1" anchor="ctr"/>
            <a:lstStyle/>
            <a:p>
              <a:endParaRPr lang="ar-SA"/>
            </a:p>
          </p:txBody>
        </p:sp>
        <p:sp>
          <p:nvSpPr>
            <p:cNvPr id="9212" name="شكل حر: شكل 10274">
              <a:extLst>
                <a:ext uri="{FF2B5EF4-FFF2-40B4-BE49-F238E27FC236}">
                  <a16:creationId xmlns:a16="http://schemas.microsoft.com/office/drawing/2014/main" id="{727D38D0-45B0-85A0-8F55-DB6C86297578}"/>
                </a:ext>
              </a:extLst>
            </p:cNvPr>
            <p:cNvSpPr/>
            <p:nvPr/>
          </p:nvSpPr>
          <p:spPr>
            <a:xfrm>
              <a:off x="11019391" y="5498713"/>
              <a:ext cx="68112" cy="51042"/>
            </a:xfrm>
            <a:custGeom>
              <a:avLst/>
              <a:gdLst>
                <a:gd name="connsiteX0" fmla="*/ 41061 w 68112"/>
                <a:gd name="connsiteY0" fmla="*/ 31552 h 51042"/>
                <a:gd name="connsiteX1" fmla="*/ 52952 w 68112"/>
                <a:gd name="connsiteY1" fmla="*/ 34942 h 51042"/>
                <a:gd name="connsiteX2" fmla="*/ 67611 w 68112"/>
                <a:gd name="connsiteY2" fmla="*/ 26920 h 51042"/>
                <a:gd name="connsiteX3" fmla="*/ 67611 w 68112"/>
                <a:gd name="connsiteY3" fmla="*/ 26920 h 51042"/>
                <a:gd name="connsiteX4" fmla="*/ 60013 w 68112"/>
                <a:gd name="connsiteY4" fmla="*/ 12232 h 51042"/>
                <a:gd name="connsiteX5" fmla="*/ 25921 w 68112"/>
                <a:gd name="connsiteY5" fmla="*/ 765 h 51042"/>
                <a:gd name="connsiteX6" fmla="*/ 13267 w 68112"/>
                <a:gd name="connsiteY6" fmla="*/ 2713 h 51042"/>
                <a:gd name="connsiteX7" fmla="*/ 8550 w 68112"/>
                <a:gd name="connsiteY7" fmla="*/ 11244 h 51042"/>
                <a:gd name="connsiteX8" fmla="*/ 16628 w 68112"/>
                <a:gd name="connsiteY8" fmla="*/ 23813 h 51042"/>
                <a:gd name="connsiteX9" fmla="*/ 52048 w 68112"/>
                <a:gd name="connsiteY9" fmla="*/ 35026 h 51042"/>
                <a:gd name="connsiteX10" fmla="*/ 49618 w 68112"/>
                <a:gd name="connsiteY10" fmla="*/ 42399 h 51042"/>
                <a:gd name="connsiteX11" fmla="*/ 33406 w 68112"/>
                <a:gd name="connsiteY11" fmla="*/ 50307 h 51042"/>
                <a:gd name="connsiteX12" fmla="*/ 31400 w 68112"/>
                <a:gd name="connsiteY12" fmla="*/ 49601 h 51042"/>
                <a:gd name="connsiteX13" fmla="*/ 6403 w 68112"/>
                <a:gd name="connsiteY13" fmla="*/ 42229 h 51042"/>
                <a:gd name="connsiteX14" fmla="*/ 867 w 68112"/>
                <a:gd name="connsiteY14" fmla="*/ 26920 h 51042"/>
                <a:gd name="connsiteX15" fmla="*/ 11544 w 68112"/>
                <a:gd name="connsiteY15" fmla="*/ 20565 h 5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112" h="51042">
                  <a:moveTo>
                    <a:pt x="41061" y="31552"/>
                  </a:moveTo>
                  <a:lnTo>
                    <a:pt x="52952" y="34942"/>
                  </a:lnTo>
                  <a:cubicBezTo>
                    <a:pt x="59222" y="36721"/>
                    <a:pt x="65719" y="33134"/>
                    <a:pt x="67611" y="26920"/>
                  </a:cubicBezTo>
                  <a:lnTo>
                    <a:pt x="67611" y="26920"/>
                  </a:lnTo>
                  <a:cubicBezTo>
                    <a:pt x="69447" y="20762"/>
                    <a:pt x="66086" y="14266"/>
                    <a:pt x="60013" y="12232"/>
                  </a:cubicBezTo>
                  <a:lnTo>
                    <a:pt x="25921" y="765"/>
                  </a:lnTo>
                  <a:cubicBezTo>
                    <a:pt x="21627" y="-676"/>
                    <a:pt x="16798" y="-111"/>
                    <a:pt x="13267" y="2713"/>
                  </a:cubicBezTo>
                  <a:cubicBezTo>
                    <a:pt x="11064" y="4493"/>
                    <a:pt x="9115" y="7205"/>
                    <a:pt x="8550" y="11244"/>
                  </a:cubicBezTo>
                  <a:cubicBezTo>
                    <a:pt x="7759" y="16808"/>
                    <a:pt x="11262" y="22118"/>
                    <a:pt x="16628" y="23813"/>
                  </a:cubicBezTo>
                  <a:lnTo>
                    <a:pt x="52048" y="35026"/>
                  </a:lnTo>
                  <a:lnTo>
                    <a:pt x="49618" y="42399"/>
                  </a:lnTo>
                  <a:cubicBezTo>
                    <a:pt x="47388" y="49121"/>
                    <a:pt x="40072" y="52680"/>
                    <a:pt x="33406" y="50307"/>
                  </a:cubicBezTo>
                  <a:lnTo>
                    <a:pt x="31400" y="49601"/>
                  </a:lnTo>
                  <a:lnTo>
                    <a:pt x="6403" y="42229"/>
                  </a:lnTo>
                  <a:cubicBezTo>
                    <a:pt x="1036" y="40195"/>
                    <a:pt x="-1449" y="32202"/>
                    <a:pt x="867" y="26920"/>
                  </a:cubicBezTo>
                  <a:cubicBezTo>
                    <a:pt x="2195" y="23898"/>
                    <a:pt x="5245" y="21243"/>
                    <a:pt x="11544" y="20565"/>
                  </a:cubicBezTo>
                </a:path>
              </a:pathLst>
            </a:custGeom>
            <a:noFill/>
            <a:ln w="8472" cap="flat">
              <a:solidFill>
                <a:srgbClr val="01355A"/>
              </a:solidFill>
              <a:prstDash val="solid"/>
              <a:miter/>
            </a:ln>
          </p:spPr>
          <p:txBody>
            <a:bodyPr rtlCol="1" anchor="ctr"/>
            <a:lstStyle/>
            <a:p>
              <a:endParaRPr lang="ar-SA"/>
            </a:p>
          </p:txBody>
        </p:sp>
      </p:grpSp>
      <p:grpSp>
        <p:nvGrpSpPr>
          <p:cNvPr id="9213" name="رسم 8014">
            <a:extLst>
              <a:ext uri="{FF2B5EF4-FFF2-40B4-BE49-F238E27FC236}">
                <a16:creationId xmlns:a16="http://schemas.microsoft.com/office/drawing/2014/main" id="{EED60E21-F411-1C2C-427A-30040E5CDC17}"/>
              </a:ext>
            </a:extLst>
          </p:cNvPr>
          <p:cNvGrpSpPr/>
          <p:nvPr/>
        </p:nvGrpSpPr>
        <p:grpSpPr>
          <a:xfrm>
            <a:off x="9901848" y="4870698"/>
            <a:ext cx="296987" cy="292779"/>
            <a:chOff x="10917106" y="4364207"/>
            <a:chExt cx="354988" cy="371456"/>
          </a:xfrm>
          <a:noFill/>
        </p:grpSpPr>
        <p:grpSp>
          <p:nvGrpSpPr>
            <p:cNvPr id="9214" name="رسم 8014">
              <a:extLst>
                <a:ext uri="{FF2B5EF4-FFF2-40B4-BE49-F238E27FC236}">
                  <a16:creationId xmlns:a16="http://schemas.microsoft.com/office/drawing/2014/main" id="{C196D93D-5761-6BEB-96A1-A54597B94459}"/>
                </a:ext>
              </a:extLst>
            </p:cNvPr>
            <p:cNvGrpSpPr/>
            <p:nvPr/>
          </p:nvGrpSpPr>
          <p:grpSpPr>
            <a:xfrm>
              <a:off x="10917106" y="4467444"/>
              <a:ext cx="263360" cy="268218"/>
              <a:chOff x="10917106" y="4467444"/>
              <a:chExt cx="263360" cy="268218"/>
            </a:xfrm>
            <a:noFill/>
          </p:grpSpPr>
          <p:sp>
            <p:nvSpPr>
              <p:cNvPr id="9221" name="شكل حر: شكل 10277">
                <a:extLst>
                  <a:ext uri="{FF2B5EF4-FFF2-40B4-BE49-F238E27FC236}">
                    <a16:creationId xmlns:a16="http://schemas.microsoft.com/office/drawing/2014/main" id="{B7F93F71-7F77-933F-3984-9693C7A4F2C2}"/>
                  </a:ext>
                </a:extLst>
              </p:cNvPr>
              <p:cNvSpPr/>
              <p:nvPr/>
            </p:nvSpPr>
            <p:spPr>
              <a:xfrm>
                <a:off x="11104260" y="4467444"/>
                <a:ext cx="76206" cy="142583"/>
              </a:xfrm>
              <a:custGeom>
                <a:avLst/>
                <a:gdLst>
                  <a:gd name="connsiteX0" fmla="*/ 76206 w 76206"/>
                  <a:gd name="connsiteY0" fmla="*/ 142583 h 142583"/>
                  <a:gd name="connsiteX1" fmla="*/ 59541 w 76206"/>
                  <a:gd name="connsiteY1" fmla="*/ 134477 h 142583"/>
                  <a:gd name="connsiteX2" fmla="*/ 9998 w 76206"/>
                  <a:gd name="connsiteY2" fmla="*/ 120100 h 142583"/>
                  <a:gd name="connsiteX3" fmla="*/ 6977 w 76206"/>
                  <a:gd name="connsiteY3" fmla="*/ 118688 h 142583"/>
                  <a:gd name="connsiteX4" fmla="*/ 2287 w 76206"/>
                  <a:gd name="connsiteY4" fmla="*/ 111004 h 142583"/>
                  <a:gd name="connsiteX5" fmla="*/ 0 w 76206"/>
                  <a:gd name="connsiteY5" fmla="*/ 91402 h 142583"/>
                  <a:gd name="connsiteX6" fmla="*/ 29064 w 76206"/>
                  <a:gd name="connsiteY6" fmla="*/ 45729 h 142583"/>
                  <a:gd name="connsiteX7" fmla="*/ 44712 w 76206"/>
                  <a:gd name="connsiteY7" fmla="*/ 22709 h 142583"/>
                  <a:gd name="connsiteX8" fmla="*/ 31070 w 76206"/>
                  <a:gd name="connsiteY8" fmla="*/ 0 h 142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06" h="142583">
                    <a:moveTo>
                      <a:pt x="76206" y="142583"/>
                    </a:moveTo>
                    <a:cubicBezTo>
                      <a:pt x="70585" y="138403"/>
                      <a:pt x="64965" y="135691"/>
                      <a:pt x="59541" y="134477"/>
                    </a:cubicBezTo>
                    <a:lnTo>
                      <a:pt x="9998" y="120100"/>
                    </a:lnTo>
                    <a:cubicBezTo>
                      <a:pt x="8925" y="119789"/>
                      <a:pt x="7908" y="119309"/>
                      <a:pt x="6977" y="118688"/>
                    </a:cubicBezTo>
                    <a:cubicBezTo>
                      <a:pt x="4377" y="116936"/>
                      <a:pt x="2655" y="114112"/>
                      <a:pt x="2287" y="111004"/>
                    </a:cubicBezTo>
                    <a:lnTo>
                      <a:pt x="0" y="91402"/>
                    </a:lnTo>
                    <a:cubicBezTo>
                      <a:pt x="13868" y="80641"/>
                      <a:pt x="24121" y="64541"/>
                      <a:pt x="29064" y="45729"/>
                    </a:cubicBezTo>
                    <a:cubicBezTo>
                      <a:pt x="37905" y="44939"/>
                      <a:pt x="44712" y="35109"/>
                      <a:pt x="44712" y="22709"/>
                    </a:cubicBezTo>
                    <a:cubicBezTo>
                      <a:pt x="44712" y="11242"/>
                      <a:pt x="38950" y="1977"/>
                      <a:pt x="31070" y="0"/>
                    </a:cubicBezTo>
                  </a:path>
                </a:pathLst>
              </a:custGeom>
              <a:noFill/>
              <a:ln w="8472" cap="flat">
                <a:solidFill>
                  <a:srgbClr val="01355A"/>
                </a:solidFill>
                <a:prstDash val="solid"/>
                <a:miter/>
              </a:ln>
            </p:spPr>
            <p:txBody>
              <a:bodyPr rtlCol="1" anchor="ctr"/>
              <a:lstStyle/>
              <a:p>
                <a:endParaRPr lang="ar-SA"/>
              </a:p>
            </p:txBody>
          </p:sp>
          <p:sp>
            <p:nvSpPr>
              <p:cNvPr id="9222" name="شكل حر: شكل 10278">
                <a:extLst>
                  <a:ext uri="{FF2B5EF4-FFF2-40B4-BE49-F238E27FC236}">
                    <a16:creationId xmlns:a16="http://schemas.microsoft.com/office/drawing/2014/main" id="{1B77AF9B-2ECD-A784-3CF3-887F90953E2A}"/>
                  </a:ext>
                </a:extLst>
              </p:cNvPr>
              <p:cNvSpPr/>
              <p:nvPr/>
            </p:nvSpPr>
            <p:spPr>
              <a:xfrm>
                <a:off x="10917106" y="4467557"/>
                <a:ext cx="249717" cy="268106"/>
              </a:xfrm>
              <a:custGeom>
                <a:avLst/>
                <a:gdLst>
                  <a:gd name="connsiteX0" fmla="*/ 78437 w 249717"/>
                  <a:gd name="connsiteY0" fmla="*/ 0 h 268106"/>
                  <a:gd name="connsiteX1" fmla="*/ 65218 w 249717"/>
                  <a:gd name="connsiteY1" fmla="*/ 22596 h 268106"/>
                  <a:gd name="connsiteX2" fmla="*/ 80810 w 249717"/>
                  <a:gd name="connsiteY2" fmla="*/ 45617 h 268106"/>
                  <a:gd name="connsiteX3" fmla="*/ 109875 w 249717"/>
                  <a:gd name="connsiteY3" fmla="*/ 91290 h 268106"/>
                  <a:gd name="connsiteX4" fmla="*/ 107615 w 249717"/>
                  <a:gd name="connsiteY4" fmla="*/ 110892 h 268106"/>
                  <a:gd name="connsiteX5" fmla="*/ 102926 w 249717"/>
                  <a:gd name="connsiteY5" fmla="*/ 118603 h 268106"/>
                  <a:gd name="connsiteX6" fmla="*/ 99904 w 249717"/>
                  <a:gd name="connsiteY6" fmla="*/ 120015 h 268106"/>
                  <a:gd name="connsiteX7" fmla="*/ 50531 w 249717"/>
                  <a:gd name="connsiteY7" fmla="*/ 134336 h 268106"/>
                  <a:gd name="connsiteX8" fmla="*/ 31182 w 249717"/>
                  <a:gd name="connsiteY8" fmla="*/ 144476 h 268106"/>
                  <a:gd name="connsiteX9" fmla="*/ 11580 w 249717"/>
                  <a:gd name="connsiteY9" fmla="*/ 177240 h 268106"/>
                  <a:gd name="connsiteX10" fmla="*/ 0 w 249717"/>
                  <a:gd name="connsiteY10" fmla="*/ 268106 h 268106"/>
                  <a:gd name="connsiteX11" fmla="*/ 249718 w 249717"/>
                  <a:gd name="connsiteY11" fmla="*/ 268106 h 268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9717" h="268106">
                    <a:moveTo>
                      <a:pt x="78437" y="0"/>
                    </a:moveTo>
                    <a:cubicBezTo>
                      <a:pt x="70783" y="2175"/>
                      <a:pt x="65218" y="11326"/>
                      <a:pt x="65218" y="22596"/>
                    </a:cubicBezTo>
                    <a:cubicBezTo>
                      <a:pt x="65218" y="34996"/>
                      <a:pt x="71969" y="44826"/>
                      <a:pt x="80810" y="45617"/>
                    </a:cubicBezTo>
                    <a:cubicBezTo>
                      <a:pt x="85753" y="64400"/>
                      <a:pt x="96006" y="80500"/>
                      <a:pt x="109875" y="91290"/>
                    </a:cubicBezTo>
                    <a:lnTo>
                      <a:pt x="107615" y="110892"/>
                    </a:lnTo>
                    <a:cubicBezTo>
                      <a:pt x="107248" y="114027"/>
                      <a:pt x="105553" y="116824"/>
                      <a:pt x="102926" y="118603"/>
                    </a:cubicBezTo>
                    <a:cubicBezTo>
                      <a:pt x="101994" y="119224"/>
                      <a:pt x="100978" y="119704"/>
                      <a:pt x="99904" y="120015"/>
                    </a:cubicBezTo>
                    <a:lnTo>
                      <a:pt x="50531" y="134336"/>
                    </a:lnTo>
                    <a:cubicBezTo>
                      <a:pt x="44119" y="135748"/>
                      <a:pt x="37594" y="139165"/>
                      <a:pt x="31182" y="144476"/>
                    </a:cubicBezTo>
                    <a:cubicBezTo>
                      <a:pt x="21071" y="152837"/>
                      <a:pt x="14123" y="164474"/>
                      <a:pt x="11580" y="177240"/>
                    </a:cubicBezTo>
                    <a:lnTo>
                      <a:pt x="0" y="268106"/>
                    </a:lnTo>
                    <a:lnTo>
                      <a:pt x="249718" y="268106"/>
                    </a:lnTo>
                  </a:path>
                </a:pathLst>
              </a:custGeom>
              <a:noFill/>
              <a:ln w="8472" cap="flat">
                <a:solidFill>
                  <a:srgbClr val="01355A"/>
                </a:solidFill>
                <a:prstDash val="solid"/>
                <a:miter/>
              </a:ln>
            </p:spPr>
            <p:txBody>
              <a:bodyPr rtlCol="1" anchor="ctr"/>
              <a:lstStyle/>
              <a:p>
                <a:endParaRPr lang="ar-SA"/>
              </a:p>
            </p:txBody>
          </p:sp>
        </p:grpSp>
        <p:sp>
          <p:nvSpPr>
            <p:cNvPr id="9215" name="شكل حر: شكل 10279">
              <a:extLst>
                <a:ext uri="{FF2B5EF4-FFF2-40B4-BE49-F238E27FC236}">
                  <a16:creationId xmlns:a16="http://schemas.microsoft.com/office/drawing/2014/main" id="{66F9E420-E65A-88A9-AB5D-F9750564B0A1}"/>
                </a:ext>
              </a:extLst>
            </p:cNvPr>
            <p:cNvSpPr/>
            <p:nvPr/>
          </p:nvSpPr>
          <p:spPr>
            <a:xfrm>
              <a:off x="10995404" y="4424906"/>
              <a:ext cx="8668" cy="42650"/>
            </a:xfrm>
            <a:custGeom>
              <a:avLst/>
              <a:gdLst>
                <a:gd name="connsiteX0" fmla="*/ 8669 w 8668"/>
                <a:gd name="connsiteY0" fmla="*/ 0 h 42650"/>
                <a:gd name="connsiteX1" fmla="*/ 139 w 8668"/>
                <a:gd name="connsiteY1" fmla="*/ 42651 h 42650"/>
              </a:gdLst>
              <a:ahLst/>
              <a:cxnLst>
                <a:cxn ang="0">
                  <a:pos x="connsiteX0" y="connsiteY0"/>
                </a:cxn>
                <a:cxn ang="0">
                  <a:pos x="connsiteX1" y="connsiteY1"/>
                </a:cxn>
              </a:cxnLst>
              <a:rect l="l" t="t" r="r" b="b"/>
              <a:pathLst>
                <a:path w="8668" h="42650">
                  <a:moveTo>
                    <a:pt x="8669" y="0"/>
                  </a:moveTo>
                  <a:cubicBezTo>
                    <a:pt x="-1782" y="15281"/>
                    <a:pt x="139" y="42651"/>
                    <a:pt x="139" y="42651"/>
                  </a:cubicBezTo>
                </a:path>
              </a:pathLst>
            </a:custGeom>
            <a:noFill/>
            <a:ln w="8472" cap="flat">
              <a:solidFill>
                <a:srgbClr val="01355A"/>
              </a:solidFill>
              <a:prstDash val="solid"/>
              <a:miter/>
            </a:ln>
          </p:spPr>
          <p:txBody>
            <a:bodyPr rtlCol="1" anchor="ctr"/>
            <a:lstStyle/>
            <a:p>
              <a:endParaRPr lang="ar-SA"/>
            </a:p>
          </p:txBody>
        </p:sp>
        <p:sp>
          <p:nvSpPr>
            <p:cNvPr id="9216" name="شكل حر: شكل 10280">
              <a:extLst>
                <a:ext uri="{FF2B5EF4-FFF2-40B4-BE49-F238E27FC236}">
                  <a16:creationId xmlns:a16="http://schemas.microsoft.com/office/drawing/2014/main" id="{F6AD7BE5-1F09-84B4-4B91-73A33A00E923}"/>
                </a:ext>
              </a:extLst>
            </p:cNvPr>
            <p:cNvSpPr/>
            <p:nvPr/>
          </p:nvSpPr>
          <p:spPr>
            <a:xfrm>
              <a:off x="11130839" y="4434199"/>
              <a:ext cx="4505" cy="33244"/>
            </a:xfrm>
            <a:custGeom>
              <a:avLst/>
              <a:gdLst>
                <a:gd name="connsiteX0" fmla="*/ 4463 w 4505"/>
                <a:gd name="connsiteY0" fmla="*/ 33245 h 33244"/>
                <a:gd name="connsiteX1" fmla="*/ 0 w 4505"/>
                <a:gd name="connsiteY1" fmla="*/ 0 h 33244"/>
              </a:gdLst>
              <a:ahLst/>
              <a:cxnLst>
                <a:cxn ang="0">
                  <a:pos x="connsiteX0" y="connsiteY0"/>
                </a:cxn>
                <a:cxn ang="0">
                  <a:pos x="connsiteX1" y="connsiteY1"/>
                </a:cxn>
              </a:cxnLst>
              <a:rect l="l" t="t" r="r" b="b"/>
              <a:pathLst>
                <a:path w="4505" h="33244">
                  <a:moveTo>
                    <a:pt x="4463" y="33245"/>
                  </a:moveTo>
                  <a:cubicBezTo>
                    <a:pt x="4463" y="33245"/>
                    <a:pt x="5253" y="17625"/>
                    <a:pt x="0" y="0"/>
                  </a:cubicBezTo>
                </a:path>
              </a:pathLst>
            </a:custGeom>
            <a:noFill/>
            <a:ln w="8472" cap="flat">
              <a:solidFill>
                <a:srgbClr val="01355A"/>
              </a:solidFill>
              <a:prstDash val="solid"/>
              <a:miter/>
            </a:ln>
          </p:spPr>
          <p:txBody>
            <a:bodyPr rtlCol="1" anchor="ctr"/>
            <a:lstStyle/>
            <a:p>
              <a:endParaRPr lang="ar-SA"/>
            </a:p>
          </p:txBody>
        </p:sp>
        <p:sp>
          <p:nvSpPr>
            <p:cNvPr id="9217" name="شكل حر: شكل 10281">
              <a:extLst>
                <a:ext uri="{FF2B5EF4-FFF2-40B4-BE49-F238E27FC236}">
                  <a16:creationId xmlns:a16="http://schemas.microsoft.com/office/drawing/2014/main" id="{D3DC709A-3F3C-823A-D061-0D923533671A}"/>
                </a:ext>
              </a:extLst>
            </p:cNvPr>
            <p:cNvSpPr/>
            <p:nvPr/>
          </p:nvSpPr>
          <p:spPr>
            <a:xfrm>
              <a:off x="11025229" y="4573845"/>
              <a:ext cx="80810" cy="36182"/>
            </a:xfrm>
            <a:custGeom>
              <a:avLst/>
              <a:gdLst>
                <a:gd name="connsiteX0" fmla="*/ 80811 w 80810"/>
                <a:gd name="connsiteY0" fmla="*/ 0 h 36182"/>
                <a:gd name="connsiteX1" fmla="*/ 40419 w 80810"/>
                <a:gd name="connsiteY1" fmla="*/ 36183 h 36182"/>
                <a:gd name="connsiteX2" fmla="*/ 0 w 80810"/>
                <a:gd name="connsiteY2" fmla="*/ 0 h 36182"/>
              </a:gdLst>
              <a:ahLst/>
              <a:cxnLst>
                <a:cxn ang="0">
                  <a:pos x="connsiteX0" y="connsiteY0"/>
                </a:cxn>
                <a:cxn ang="0">
                  <a:pos x="connsiteX1" y="connsiteY1"/>
                </a:cxn>
                <a:cxn ang="0">
                  <a:pos x="connsiteX2" y="connsiteY2"/>
                </a:cxn>
              </a:cxnLst>
              <a:rect l="l" t="t" r="r" b="b"/>
              <a:pathLst>
                <a:path w="80810" h="36182">
                  <a:moveTo>
                    <a:pt x="80811" y="0"/>
                  </a:moveTo>
                  <a:lnTo>
                    <a:pt x="40419" y="36183"/>
                  </a:lnTo>
                  <a:lnTo>
                    <a:pt x="0" y="0"/>
                  </a:lnTo>
                </a:path>
              </a:pathLst>
            </a:custGeom>
            <a:noFill/>
            <a:ln w="8472" cap="flat">
              <a:solidFill>
                <a:srgbClr val="01355A"/>
              </a:solidFill>
              <a:prstDash val="solid"/>
              <a:miter/>
            </a:ln>
          </p:spPr>
          <p:txBody>
            <a:bodyPr rtlCol="1" anchor="ctr"/>
            <a:lstStyle/>
            <a:p>
              <a:endParaRPr lang="ar-SA"/>
            </a:p>
          </p:txBody>
        </p:sp>
        <p:sp>
          <p:nvSpPr>
            <p:cNvPr id="9218" name="شكل حر: شكل 10282">
              <a:extLst>
                <a:ext uri="{FF2B5EF4-FFF2-40B4-BE49-F238E27FC236}">
                  <a16:creationId xmlns:a16="http://schemas.microsoft.com/office/drawing/2014/main" id="{151996D1-76D3-7C9C-CBCE-C92CCD16291D}"/>
                </a:ext>
              </a:extLst>
            </p:cNvPr>
            <p:cNvSpPr/>
            <p:nvPr/>
          </p:nvSpPr>
          <p:spPr>
            <a:xfrm>
              <a:off x="11004073" y="4364207"/>
              <a:ext cx="131352" cy="61386"/>
            </a:xfrm>
            <a:custGeom>
              <a:avLst/>
              <a:gdLst>
                <a:gd name="connsiteX0" fmla="*/ 0 w 131352"/>
                <a:gd name="connsiteY0" fmla="*/ 60699 h 61386"/>
                <a:gd name="connsiteX1" fmla="*/ 50898 w 131352"/>
                <a:gd name="connsiteY1" fmla="*/ 8728 h 61386"/>
                <a:gd name="connsiteX2" fmla="*/ 90781 w 131352"/>
                <a:gd name="connsiteY2" fmla="*/ 0 h 61386"/>
                <a:gd name="connsiteX3" fmla="*/ 90894 w 131352"/>
                <a:gd name="connsiteY3" fmla="*/ 198 h 61386"/>
                <a:gd name="connsiteX4" fmla="*/ 91714 w 131352"/>
                <a:gd name="connsiteY4" fmla="*/ 9773 h 61386"/>
                <a:gd name="connsiteX5" fmla="*/ 91714 w 131352"/>
                <a:gd name="connsiteY5" fmla="*/ 9773 h 61386"/>
                <a:gd name="connsiteX6" fmla="*/ 131285 w 131352"/>
                <a:gd name="connsiteY6" fmla="*/ 6638 h 61386"/>
                <a:gd name="connsiteX7" fmla="*/ 128065 w 131352"/>
                <a:gd name="connsiteY7" fmla="*/ 42029 h 61386"/>
                <a:gd name="connsiteX8" fmla="*/ 109113 w 131352"/>
                <a:gd name="connsiteY8" fmla="*/ 60135 h 61386"/>
                <a:gd name="connsiteX9" fmla="*/ 91883 w 131352"/>
                <a:gd name="connsiteY9" fmla="*/ 60784 h 61386"/>
                <a:gd name="connsiteX10" fmla="*/ 57649 w 131352"/>
                <a:gd name="connsiteY10" fmla="*/ 53610 h 61386"/>
                <a:gd name="connsiteX11" fmla="*/ 23020 w 131352"/>
                <a:gd name="connsiteY11" fmla="*/ 53893 h 61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1352" h="61386">
                  <a:moveTo>
                    <a:pt x="0" y="60699"/>
                  </a:moveTo>
                  <a:cubicBezTo>
                    <a:pt x="283" y="29658"/>
                    <a:pt x="26438" y="11948"/>
                    <a:pt x="50898" y="8728"/>
                  </a:cubicBezTo>
                  <a:cubicBezTo>
                    <a:pt x="56915" y="7937"/>
                    <a:pt x="76997" y="5593"/>
                    <a:pt x="90781" y="0"/>
                  </a:cubicBezTo>
                  <a:lnTo>
                    <a:pt x="90894" y="198"/>
                  </a:lnTo>
                  <a:cubicBezTo>
                    <a:pt x="92702" y="3079"/>
                    <a:pt x="93013" y="6638"/>
                    <a:pt x="91714" y="9773"/>
                  </a:cubicBezTo>
                  <a:lnTo>
                    <a:pt x="91714" y="9773"/>
                  </a:lnTo>
                  <a:cubicBezTo>
                    <a:pt x="106514" y="13756"/>
                    <a:pt x="118659" y="11920"/>
                    <a:pt x="131285" y="6638"/>
                  </a:cubicBezTo>
                  <a:cubicBezTo>
                    <a:pt x="131426" y="15648"/>
                    <a:pt x="131681" y="33782"/>
                    <a:pt x="128065" y="42029"/>
                  </a:cubicBezTo>
                  <a:cubicBezTo>
                    <a:pt x="124421" y="50277"/>
                    <a:pt x="117728" y="57508"/>
                    <a:pt x="109113" y="60135"/>
                  </a:cubicBezTo>
                  <a:cubicBezTo>
                    <a:pt x="103577" y="61829"/>
                    <a:pt x="97617" y="61547"/>
                    <a:pt x="91883" y="60784"/>
                  </a:cubicBezTo>
                  <a:cubicBezTo>
                    <a:pt x="80331" y="59259"/>
                    <a:pt x="69089" y="55813"/>
                    <a:pt x="57649" y="53610"/>
                  </a:cubicBezTo>
                  <a:cubicBezTo>
                    <a:pt x="46182" y="51407"/>
                    <a:pt x="34149" y="50446"/>
                    <a:pt x="23020" y="53893"/>
                  </a:cubicBezTo>
                </a:path>
              </a:pathLst>
            </a:custGeom>
            <a:noFill/>
            <a:ln w="8472" cap="flat">
              <a:solidFill>
                <a:srgbClr val="01355A"/>
              </a:solidFill>
              <a:prstDash val="solid"/>
              <a:miter/>
            </a:ln>
          </p:spPr>
          <p:txBody>
            <a:bodyPr rtlCol="1" anchor="ctr"/>
            <a:lstStyle/>
            <a:p>
              <a:endParaRPr lang="ar-SA"/>
            </a:p>
          </p:txBody>
        </p:sp>
        <p:sp>
          <p:nvSpPr>
            <p:cNvPr id="9219" name="شكل حر: شكل 10283">
              <a:extLst>
                <a:ext uri="{FF2B5EF4-FFF2-40B4-BE49-F238E27FC236}">
                  <a16:creationId xmlns:a16="http://schemas.microsoft.com/office/drawing/2014/main" id="{5767E983-F6AA-90E9-DB7D-872F9E0F0C45}"/>
                </a:ext>
              </a:extLst>
            </p:cNvPr>
            <p:cNvSpPr/>
            <p:nvPr/>
          </p:nvSpPr>
          <p:spPr>
            <a:xfrm>
              <a:off x="11156288" y="4619828"/>
              <a:ext cx="115806" cy="115806"/>
            </a:xfrm>
            <a:custGeom>
              <a:avLst/>
              <a:gdLst>
                <a:gd name="connsiteX0" fmla="*/ 115807 w 115806"/>
                <a:gd name="connsiteY0" fmla="*/ 57903 h 115806"/>
                <a:gd name="connsiteX1" fmla="*/ 57903 w 115806"/>
                <a:gd name="connsiteY1" fmla="*/ 115806 h 115806"/>
                <a:gd name="connsiteX2" fmla="*/ 0 w 115806"/>
                <a:gd name="connsiteY2" fmla="*/ 57903 h 115806"/>
                <a:gd name="connsiteX3" fmla="*/ 57903 w 115806"/>
                <a:gd name="connsiteY3" fmla="*/ 0 h 115806"/>
                <a:gd name="connsiteX4" fmla="*/ 115807 w 115806"/>
                <a:gd name="connsiteY4" fmla="*/ 57903 h 115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06" h="115806">
                  <a:moveTo>
                    <a:pt x="115807" y="57903"/>
                  </a:moveTo>
                  <a:cubicBezTo>
                    <a:pt x="115807" y="89882"/>
                    <a:pt x="89882" y="115806"/>
                    <a:pt x="57903" y="115806"/>
                  </a:cubicBezTo>
                  <a:cubicBezTo>
                    <a:pt x="25924" y="115806"/>
                    <a:pt x="0" y="89882"/>
                    <a:pt x="0" y="57903"/>
                  </a:cubicBezTo>
                  <a:cubicBezTo>
                    <a:pt x="0" y="25924"/>
                    <a:pt x="25924" y="0"/>
                    <a:pt x="57903" y="0"/>
                  </a:cubicBezTo>
                  <a:cubicBezTo>
                    <a:pt x="89882" y="0"/>
                    <a:pt x="115807" y="25924"/>
                    <a:pt x="115807" y="57903"/>
                  </a:cubicBezTo>
                  <a:close/>
                </a:path>
              </a:pathLst>
            </a:custGeom>
            <a:noFill/>
            <a:ln w="8472" cap="flat">
              <a:solidFill>
                <a:srgbClr val="17A3A3"/>
              </a:solidFill>
              <a:prstDash val="solid"/>
              <a:miter/>
            </a:ln>
          </p:spPr>
          <p:txBody>
            <a:bodyPr rtlCol="1" anchor="ctr"/>
            <a:lstStyle/>
            <a:p>
              <a:endParaRPr lang="ar-SA"/>
            </a:p>
          </p:txBody>
        </p:sp>
        <p:sp>
          <p:nvSpPr>
            <p:cNvPr id="9220" name="شكل حر: شكل 10284">
              <a:extLst>
                <a:ext uri="{FF2B5EF4-FFF2-40B4-BE49-F238E27FC236}">
                  <a16:creationId xmlns:a16="http://schemas.microsoft.com/office/drawing/2014/main" id="{C22A3A1A-7423-CC6A-0F1E-17085CD19FB9}"/>
                </a:ext>
              </a:extLst>
            </p:cNvPr>
            <p:cNvSpPr/>
            <p:nvPr/>
          </p:nvSpPr>
          <p:spPr>
            <a:xfrm>
              <a:off x="11189364" y="4659231"/>
              <a:ext cx="51802" cy="39176"/>
            </a:xfrm>
            <a:custGeom>
              <a:avLst/>
              <a:gdLst>
                <a:gd name="connsiteX0" fmla="*/ 0 w 51802"/>
                <a:gd name="connsiteY0" fmla="*/ 21523 h 39176"/>
                <a:gd name="connsiteX1" fmla="*/ 19772 w 51802"/>
                <a:gd name="connsiteY1" fmla="*/ 39176 h 39176"/>
                <a:gd name="connsiteX2" fmla="*/ 51802 w 51802"/>
                <a:gd name="connsiteY2" fmla="*/ 0 h 39176"/>
              </a:gdLst>
              <a:ahLst/>
              <a:cxnLst>
                <a:cxn ang="0">
                  <a:pos x="connsiteX0" y="connsiteY0"/>
                </a:cxn>
                <a:cxn ang="0">
                  <a:pos x="connsiteX1" y="connsiteY1"/>
                </a:cxn>
                <a:cxn ang="0">
                  <a:pos x="connsiteX2" y="connsiteY2"/>
                </a:cxn>
              </a:cxnLst>
              <a:rect l="l" t="t" r="r" b="b"/>
              <a:pathLst>
                <a:path w="51802" h="39176">
                  <a:moveTo>
                    <a:pt x="0" y="21523"/>
                  </a:moveTo>
                  <a:lnTo>
                    <a:pt x="19772" y="39176"/>
                  </a:lnTo>
                  <a:lnTo>
                    <a:pt x="51802" y="0"/>
                  </a:lnTo>
                </a:path>
              </a:pathLst>
            </a:custGeom>
            <a:noFill/>
            <a:ln w="8472" cap="flat">
              <a:solidFill>
                <a:srgbClr val="17A3A3"/>
              </a:solidFill>
              <a:prstDash val="solid"/>
              <a:miter/>
            </a:ln>
          </p:spPr>
          <p:txBody>
            <a:bodyPr rtlCol="1" anchor="ctr"/>
            <a:lstStyle/>
            <a:p>
              <a:endParaRPr lang="ar-SA"/>
            </a:p>
          </p:txBody>
        </p:sp>
      </p:grpSp>
      <p:grpSp>
        <p:nvGrpSpPr>
          <p:cNvPr id="9223" name="رسم 8014">
            <a:extLst>
              <a:ext uri="{FF2B5EF4-FFF2-40B4-BE49-F238E27FC236}">
                <a16:creationId xmlns:a16="http://schemas.microsoft.com/office/drawing/2014/main" id="{2F59C264-C467-0595-C473-2D2EBA0DB3BC}"/>
              </a:ext>
            </a:extLst>
          </p:cNvPr>
          <p:cNvGrpSpPr/>
          <p:nvPr/>
        </p:nvGrpSpPr>
        <p:grpSpPr>
          <a:xfrm>
            <a:off x="8087431" y="4877606"/>
            <a:ext cx="293600" cy="268639"/>
            <a:chOff x="8748334" y="4372971"/>
            <a:chExt cx="350940" cy="340829"/>
          </a:xfrm>
          <a:noFill/>
        </p:grpSpPr>
        <p:sp>
          <p:nvSpPr>
            <p:cNvPr id="9224" name="شكل حر: شكل 10286">
              <a:extLst>
                <a:ext uri="{FF2B5EF4-FFF2-40B4-BE49-F238E27FC236}">
                  <a16:creationId xmlns:a16="http://schemas.microsoft.com/office/drawing/2014/main" id="{8E7F52FC-A99C-9606-5B2E-333865AE07A8}"/>
                </a:ext>
              </a:extLst>
            </p:cNvPr>
            <p:cNvSpPr/>
            <p:nvPr/>
          </p:nvSpPr>
          <p:spPr>
            <a:xfrm>
              <a:off x="8844227" y="4589559"/>
              <a:ext cx="174282" cy="50041"/>
            </a:xfrm>
            <a:custGeom>
              <a:avLst/>
              <a:gdLst>
                <a:gd name="connsiteX0" fmla="*/ 99029 w 174282"/>
                <a:gd name="connsiteY0" fmla="*/ 50042 h 50041"/>
                <a:gd name="connsiteX1" fmla="*/ 115637 w 174282"/>
                <a:gd name="connsiteY1" fmla="*/ 50042 h 50041"/>
                <a:gd name="connsiteX2" fmla="*/ 160095 w 174282"/>
                <a:gd name="connsiteY2" fmla="*/ 36371 h 50041"/>
                <a:gd name="connsiteX3" fmla="*/ 172241 w 174282"/>
                <a:gd name="connsiteY3" fmla="*/ 28151 h 50041"/>
                <a:gd name="connsiteX4" fmla="*/ 173597 w 174282"/>
                <a:gd name="connsiteY4" fmla="*/ 22050 h 50041"/>
                <a:gd name="connsiteX5" fmla="*/ 166648 w 174282"/>
                <a:gd name="connsiteY5" fmla="*/ 15582 h 50041"/>
                <a:gd name="connsiteX6" fmla="*/ 147272 w 174282"/>
                <a:gd name="connsiteY6" fmla="*/ 15441 h 50041"/>
                <a:gd name="connsiteX7" fmla="*/ 104763 w 174282"/>
                <a:gd name="connsiteY7" fmla="*/ 17164 h 50041"/>
                <a:gd name="connsiteX8" fmla="*/ 83917 w 174282"/>
                <a:gd name="connsiteY8" fmla="*/ 6346 h 50041"/>
                <a:gd name="connsiteX9" fmla="*/ 0 w 174282"/>
                <a:gd name="connsiteY9" fmla="*/ 16599 h 50041"/>
                <a:gd name="connsiteX10" fmla="*/ 0 w 174282"/>
                <a:gd name="connsiteY10" fmla="*/ 16599 h 50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4282" h="50041">
                  <a:moveTo>
                    <a:pt x="99029" y="50042"/>
                  </a:moveTo>
                  <a:lnTo>
                    <a:pt x="115637" y="50042"/>
                  </a:lnTo>
                  <a:cubicBezTo>
                    <a:pt x="131483" y="50042"/>
                    <a:pt x="146961" y="45296"/>
                    <a:pt x="160095" y="36371"/>
                  </a:cubicBezTo>
                  <a:lnTo>
                    <a:pt x="172241" y="28151"/>
                  </a:lnTo>
                  <a:cubicBezTo>
                    <a:pt x="174246" y="26796"/>
                    <a:pt x="174924" y="24056"/>
                    <a:pt x="173597" y="22050"/>
                  </a:cubicBezTo>
                  <a:cubicBezTo>
                    <a:pt x="171648" y="19141"/>
                    <a:pt x="169190" y="17051"/>
                    <a:pt x="166648" y="15582"/>
                  </a:cubicBezTo>
                  <a:cubicBezTo>
                    <a:pt x="160716" y="12136"/>
                    <a:pt x="153458" y="12419"/>
                    <a:pt x="147272" y="15441"/>
                  </a:cubicBezTo>
                  <a:cubicBezTo>
                    <a:pt x="124788" y="26428"/>
                    <a:pt x="104763" y="17164"/>
                    <a:pt x="104763" y="17164"/>
                  </a:cubicBezTo>
                  <a:cubicBezTo>
                    <a:pt x="97475" y="12588"/>
                    <a:pt x="90527" y="9057"/>
                    <a:pt x="83917" y="6346"/>
                  </a:cubicBezTo>
                  <a:cubicBezTo>
                    <a:pt x="56181" y="-5037"/>
                    <a:pt x="24432" y="-800"/>
                    <a:pt x="0" y="16599"/>
                  </a:cubicBezTo>
                  <a:lnTo>
                    <a:pt x="0" y="16599"/>
                  </a:lnTo>
                </a:path>
              </a:pathLst>
            </a:custGeom>
            <a:noFill/>
            <a:ln w="8472" cap="flat">
              <a:solidFill>
                <a:srgbClr val="01355A"/>
              </a:solidFill>
              <a:prstDash val="solid"/>
              <a:miter/>
            </a:ln>
          </p:spPr>
          <p:txBody>
            <a:bodyPr rtlCol="1" anchor="ctr"/>
            <a:lstStyle/>
            <a:p>
              <a:endParaRPr lang="ar-SA"/>
            </a:p>
          </p:txBody>
        </p:sp>
        <p:sp>
          <p:nvSpPr>
            <p:cNvPr id="9225" name="شكل حر: شكل 10287">
              <a:extLst>
                <a:ext uri="{FF2B5EF4-FFF2-40B4-BE49-F238E27FC236}">
                  <a16:creationId xmlns:a16="http://schemas.microsoft.com/office/drawing/2014/main" id="{DB7D7071-73C5-89BA-46A6-C6D901A43209}"/>
                </a:ext>
              </a:extLst>
            </p:cNvPr>
            <p:cNvSpPr/>
            <p:nvPr/>
          </p:nvSpPr>
          <p:spPr>
            <a:xfrm>
              <a:off x="8844199" y="4583320"/>
              <a:ext cx="255075" cy="81164"/>
            </a:xfrm>
            <a:custGeom>
              <a:avLst/>
              <a:gdLst>
                <a:gd name="connsiteX0" fmla="*/ 0 w 255075"/>
                <a:gd name="connsiteY0" fmla="*/ 81165 h 81164"/>
                <a:gd name="connsiteX1" fmla="*/ 103209 w 255075"/>
                <a:gd name="connsiteY1" fmla="*/ 77606 h 81164"/>
                <a:gd name="connsiteX2" fmla="*/ 153147 w 255075"/>
                <a:gd name="connsiteY2" fmla="*/ 66618 h 81164"/>
                <a:gd name="connsiteX3" fmla="*/ 252995 w 255075"/>
                <a:gd name="connsiteY3" fmla="*/ 13940 h 81164"/>
                <a:gd name="connsiteX4" fmla="*/ 254237 w 255075"/>
                <a:gd name="connsiteY4" fmla="*/ 8037 h 81164"/>
                <a:gd name="connsiteX5" fmla="*/ 226246 w 255075"/>
                <a:gd name="connsiteY5" fmla="*/ 1428 h 81164"/>
                <a:gd name="connsiteX6" fmla="*/ 220851 w 255075"/>
                <a:gd name="connsiteY6" fmla="*/ 3348 h 81164"/>
                <a:gd name="connsiteX7" fmla="*/ 170631 w 255075"/>
                <a:gd name="connsiteY7" fmla="*/ 24758 h 81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5075" h="81164">
                  <a:moveTo>
                    <a:pt x="0" y="81165"/>
                  </a:moveTo>
                  <a:cubicBezTo>
                    <a:pt x="0" y="81165"/>
                    <a:pt x="37538" y="73877"/>
                    <a:pt x="103209" y="77606"/>
                  </a:cubicBezTo>
                  <a:cubicBezTo>
                    <a:pt x="120523" y="78594"/>
                    <a:pt x="137810" y="74725"/>
                    <a:pt x="153147" y="66618"/>
                  </a:cubicBezTo>
                  <a:lnTo>
                    <a:pt x="252995" y="13940"/>
                  </a:lnTo>
                  <a:cubicBezTo>
                    <a:pt x="255170" y="12782"/>
                    <a:pt x="255735" y="9958"/>
                    <a:pt x="254237" y="8037"/>
                  </a:cubicBezTo>
                  <a:cubicBezTo>
                    <a:pt x="250679" y="3461"/>
                    <a:pt x="242544" y="-2865"/>
                    <a:pt x="226246" y="1428"/>
                  </a:cubicBezTo>
                  <a:cubicBezTo>
                    <a:pt x="224410" y="1908"/>
                    <a:pt x="222603" y="2614"/>
                    <a:pt x="220851" y="3348"/>
                  </a:cubicBezTo>
                  <a:lnTo>
                    <a:pt x="170631" y="24758"/>
                  </a:lnTo>
                </a:path>
              </a:pathLst>
            </a:custGeom>
            <a:noFill/>
            <a:ln w="8472" cap="flat">
              <a:solidFill>
                <a:srgbClr val="01355A"/>
              </a:solidFill>
              <a:prstDash val="solid"/>
              <a:miter/>
            </a:ln>
          </p:spPr>
          <p:txBody>
            <a:bodyPr rtlCol="1" anchor="ctr"/>
            <a:lstStyle/>
            <a:p>
              <a:endParaRPr lang="ar-SA"/>
            </a:p>
          </p:txBody>
        </p:sp>
        <p:sp>
          <p:nvSpPr>
            <p:cNvPr id="9226" name="شكل حر: شكل 10288">
              <a:extLst>
                <a:ext uri="{FF2B5EF4-FFF2-40B4-BE49-F238E27FC236}">
                  <a16:creationId xmlns:a16="http://schemas.microsoft.com/office/drawing/2014/main" id="{AAF16EA6-E5F5-F685-F1C7-EAD544C40F08}"/>
                </a:ext>
              </a:extLst>
            </p:cNvPr>
            <p:cNvSpPr/>
            <p:nvPr/>
          </p:nvSpPr>
          <p:spPr>
            <a:xfrm>
              <a:off x="8806265" y="4593249"/>
              <a:ext cx="36917" cy="95300"/>
            </a:xfrm>
            <a:custGeom>
              <a:avLst/>
              <a:gdLst>
                <a:gd name="connsiteX0" fmla="*/ 0 w 36917"/>
                <a:gd name="connsiteY0" fmla="*/ 95301 h 95300"/>
                <a:gd name="connsiteX1" fmla="*/ 36917 w 36917"/>
                <a:gd name="connsiteY1" fmla="*/ 95301 h 95300"/>
                <a:gd name="connsiteX2" fmla="*/ 36917 w 36917"/>
                <a:gd name="connsiteY2" fmla="*/ 0 h 95300"/>
                <a:gd name="connsiteX3" fmla="*/ 0 w 36917"/>
                <a:gd name="connsiteY3" fmla="*/ 0 h 95300"/>
              </a:gdLst>
              <a:ahLst/>
              <a:cxnLst>
                <a:cxn ang="0">
                  <a:pos x="connsiteX0" y="connsiteY0"/>
                </a:cxn>
                <a:cxn ang="0">
                  <a:pos x="connsiteX1" y="connsiteY1"/>
                </a:cxn>
                <a:cxn ang="0">
                  <a:pos x="connsiteX2" y="connsiteY2"/>
                </a:cxn>
                <a:cxn ang="0">
                  <a:pos x="connsiteX3" y="connsiteY3"/>
                </a:cxn>
              </a:cxnLst>
              <a:rect l="l" t="t" r="r" b="b"/>
              <a:pathLst>
                <a:path w="36917" h="95300">
                  <a:moveTo>
                    <a:pt x="0" y="95301"/>
                  </a:moveTo>
                  <a:lnTo>
                    <a:pt x="36917" y="95301"/>
                  </a:lnTo>
                  <a:lnTo>
                    <a:pt x="36917" y="0"/>
                  </a:lnTo>
                  <a:lnTo>
                    <a:pt x="0" y="0"/>
                  </a:lnTo>
                </a:path>
              </a:pathLst>
            </a:custGeom>
            <a:noFill/>
            <a:ln w="8472" cap="flat">
              <a:solidFill>
                <a:srgbClr val="01355A"/>
              </a:solidFill>
              <a:prstDash val="solid"/>
              <a:miter/>
            </a:ln>
          </p:spPr>
          <p:txBody>
            <a:bodyPr rtlCol="1" anchor="ctr"/>
            <a:lstStyle/>
            <a:p>
              <a:endParaRPr lang="ar-SA"/>
            </a:p>
          </p:txBody>
        </p:sp>
        <p:sp>
          <p:nvSpPr>
            <p:cNvPr id="9227" name="شكل حر: شكل 10289">
              <a:extLst>
                <a:ext uri="{FF2B5EF4-FFF2-40B4-BE49-F238E27FC236}">
                  <a16:creationId xmlns:a16="http://schemas.microsoft.com/office/drawing/2014/main" id="{53D70EAB-7C7F-7EA6-21D7-743D0062B399}"/>
                </a:ext>
              </a:extLst>
            </p:cNvPr>
            <p:cNvSpPr/>
            <p:nvPr/>
          </p:nvSpPr>
          <p:spPr>
            <a:xfrm>
              <a:off x="8748334" y="4565399"/>
              <a:ext cx="57931" cy="148401"/>
            </a:xfrm>
            <a:custGeom>
              <a:avLst/>
              <a:gdLst>
                <a:gd name="connsiteX0" fmla="*/ 0 w 57931"/>
                <a:gd name="connsiteY0" fmla="*/ 148402 h 148401"/>
                <a:gd name="connsiteX1" fmla="*/ 57931 w 57931"/>
                <a:gd name="connsiteY1" fmla="*/ 148402 h 148401"/>
                <a:gd name="connsiteX2" fmla="*/ 57931 w 57931"/>
                <a:gd name="connsiteY2" fmla="*/ 0 h 148401"/>
                <a:gd name="connsiteX3" fmla="*/ 0 w 57931"/>
                <a:gd name="connsiteY3" fmla="*/ 0 h 148401"/>
              </a:gdLst>
              <a:ahLst/>
              <a:cxnLst>
                <a:cxn ang="0">
                  <a:pos x="connsiteX0" y="connsiteY0"/>
                </a:cxn>
                <a:cxn ang="0">
                  <a:pos x="connsiteX1" y="connsiteY1"/>
                </a:cxn>
                <a:cxn ang="0">
                  <a:pos x="connsiteX2" y="connsiteY2"/>
                </a:cxn>
                <a:cxn ang="0">
                  <a:pos x="connsiteX3" y="connsiteY3"/>
                </a:cxn>
              </a:cxnLst>
              <a:rect l="l" t="t" r="r" b="b"/>
              <a:pathLst>
                <a:path w="57931" h="148401">
                  <a:moveTo>
                    <a:pt x="0" y="148402"/>
                  </a:moveTo>
                  <a:lnTo>
                    <a:pt x="57931" y="148402"/>
                  </a:lnTo>
                  <a:lnTo>
                    <a:pt x="57931" y="0"/>
                  </a:lnTo>
                  <a:lnTo>
                    <a:pt x="0" y="0"/>
                  </a:lnTo>
                </a:path>
              </a:pathLst>
            </a:custGeom>
            <a:noFill/>
            <a:ln w="8472" cap="flat">
              <a:solidFill>
                <a:srgbClr val="01355A"/>
              </a:solidFill>
              <a:prstDash val="solid"/>
              <a:miter/>
            </a:ln>
          </p:spPr>
          <p:txBody>
            <a:bodyPr rtlCol="1" anchor="ctr"/>
            <a:lstStyle/>
            <a:p>
              <a:endParaRPr lang="ar-SA"/>
            </a:p>
          </p:txBody>
        </p:sp>
        <p:grpSp>
          <p:nvGrpSpPr>
            <p:cNvPr id="9228" name="رسم 8014">
              <a:extLst>
                <a:ext uri="{FF2B5EF4-FFF2-40B4-BE49-F238E27FC236}">
                  <a16:creationId xmlns:a16="http://schemas.microsoft.com/office/drawing/2014/main" id="{59E9E73D-FC4E-6E29-FC34-13AD86E5CFC3}"/>
                </a:ext>
              </a:extLst>
            </p:cNvPr>
            <p:cNvGrpSpPr/>
            <p:nvPr/>
          </p:nvGrpSpPr>
          <p:grpSpPr>
            <a:xfrm>
              <a:off x="8922749" y="4439820"/>
              <a:ext cx="86996" cy="91797"/>
              <a:chOff x="8922749" y="4439820"/>
              <a:chExt cx="86996" cy="91797"/>
            </a:xfrm>
            <a:noFill/>
          </p:grpSpPr>
          <p:sp>
            <p:nvSpPr>
              <p:cNvPr id="9230" name="شكل حر: شكل 10291">
                <a:extLst>
                  <a:ext uri="{FF2B5EF4-FFF2-40B4-BE49-F238E27FC236}">
                    <a16:creationId xmlns:a16="http://schemas.microsoft.com/office/drawing/2014/main" id="{F953D89B-D473-D723-5E2D-B5A8DBD536E6}"/>
                  </a:ext>
                </a:extLst>
              </p:cNvPr>
              <p:cNvSpPr/>
              <p:nvPr/>
            </p:nvSpPr>
            <p:spPr>
              <a:xfrm>
                <a:off x="8934104" y="4439820"/>
                <a:ext cx="75641" cy="91797"/>
              </a:xfrm>
              <a:custGeom>
                <a:avLst/>
                <a:gdLst>
                  <a:gd name="connsiteX0" fmla="*/ 75613 w 75641"/>
                  <a:gd name="connsiteY0" fmla="*/ 80867 h 91797"/>
                  <a:gd name="connsiteX1" fmla="*/ 45899 w 75641"/>
                  <a:gd name="connsiteY1" fmla="*/ 91798 h 91797"/>
                  <a:gd name="connsiteX2" fmla="*/ 0 w 75641"/>
                  <a:gd name="connsiteY2" fmla="*/ 45899 h 91797"/>
                  <a:gd name="connsiteX3" fmla="*/ 45899 w 75641"/>
                  <a:gd name="connsiteY3" fmla="*/ 0 h 91797"/>
                  <a:gd name="connsiteX4" fmla="*/ 75641 w 75641"/>
                  <a:gd name="connsiteY4" fmla="*/ 10931 h 917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1" h="91797">
                    <a:moveTo>
                      <a:pt x="75613" y="80867"/>
                    </a:moveTo>
                    <a:cubicBezTo>
                      <a:pt x="67591" y="87674"/>
                      <a:pt x="57225" y="91798"/>
                      <a:pt x="45899" y="91798"/>
                    </a:cubicBezTo>
                    <a:cubicBezTo>
                      <a:pt x="20535" y="91798"/>
                      <a:pt x="0" y="71235"/>
                      <a:pt x="0" y="45899"/>
                    </a:cubicBezTo>
                    <a:cubicBezTo>
                      <a:pt x="0" y="20563"/>
                      <a:pt x="20563" y="0"/>
                      <a:pt x="45899" y="0"/>
                    </a:cubicBezTo>
                    <a:cubicBezTo>
                      <a:pt x="57225" y="0"/>
                      <a:pt x="67619" y="4124"/>
                      <a:pt x="75641" y="10931"/>
                    </a:cubicBezTo>
                  </a:path>
                </a:pathLst>
              </a:custGeom>
              <a:noFill/>
              <a:ln w="8472" cap="flat">
                <a:solidFill>
                  <a:srgbClr val="17A3A3"/>
                </a:solidFill>
                <a:prstDash val="solid"/>
                <a:miter/>
              </a:ln>
            </p:spPr>
            <p:txBody>
              <a:bodyPr rtlCol="1" anchor="ctr"/>
              <a:lstStyle/>
              <a:p>
                <a:endParaRPr lang="ar-SA"/>
              </a:p>
            </p:txBody>
          </p:sp>
          <p:grpSp>
            <p:nvGrpSpPr>
              <p:cNvPr id="9231" name="رسم 8014">
                <a:extLst>
                  <a:ext uri="{FF2B5EF4-FFF2-40B4-BE49-F238E27FC236}">
                    <a16:creationId xmlns:a16="http://schemas.microsoft.com/office/drawing/2014/main" id="{A3B5147A-3EC3-5D74-6269-CA8D3204A557}"/>
                  </a:ext>
                </a:extLst>
              </p:cNvPr>
              <p:cNvGrpSpPr/>
              <p:nvPr/>
            </p:nvGrpSpPr>
            <p:grpSpPr>
              <a:xfrm>
                <a:off x="8922749" y="4476200"/>
                <a:ext cx="51689" cy="19009"/>
                <a:chOff x="8922749" y="4476200"/>
                <a:chExt cx="51689" cy="19009"/>
              </a:xfrm>
            </p:grpSpPr>
            <p:sp>
              <p:nvSpPr>
                <p:cNvPr id="9232" name="شكل حر: شكل 10293">
                  <a:extLst>
                    <a:ext uri="{FF2B5EF4-FFF2-40B4-BE49-F238E27FC236}">
                      <a16:creationId xmlns:a16="http://schemas.microsoft.com/office/drawing/2014/main" id="{C41CA1B4-C064-6E6A-6A6C-ACAB2454AA01}"/>
                    </a:ext>
                  </a:extLst>
                </p:cNvPr>
                <p:cNvSpPr/>
                <p:nvPr/>
              </p:nvSpPr>
              <p:spPr>
                <a:xfrm>
                  <a:off x="8922749" y="4476200"/>
                  <a:ext cx="51689" cy="2824"/>
                </a:xfrm>
                <a:custGeom>
                  <a:avLst/>
                  <a:gdLst>
                    <a:gd name="connsiteX0" fmla="*/ 0 w 51689"/>
                    <a:gd name="connsiteY0" fmla="*/ 0 h 2824"/>
                    <a:gd name="connsiteX1" fmla="*/ 51689 w 51689"/>
                    <a:gd name="connsiteY1" fmla="*/ 0 h 2824"/>
                  </a:gdLst>
                  <a:ahLst/>
                  <a:cxnLst>
                    <a:cxn ang="0">
                      <a:pos x="connsiteX0" y="connsiteY0"/>
                    </a:cxn>
                    <a:cxn ang="0">
                      <a:pos x="connsiteX1" y="connsiteY1"/>
                    </a:cxn>
                  </a:cxnLst>
                  <a:rect l="l" t="t" r="r" b="b"/>
                  <a:pathLst>
                    <a:path w="51689" h="2824">
                      <a:moveTo>
                        <a:pt x="0" y="0"/>
                      </a:moveTo>
                      <a:lnTo>
                        <a:pt x="51689" y="0"/>
                      </a:lnTo>
                    </a:path>
                  </a:pathLst>
                </a:custGeom>
                <a:ln w="8472" cap="flat">
                  <a:solidFill>
                    <a:srgbClr val="17A3A3"/>
                  </a:solidFill>
                  <a:prstDash val="solid"/>
                  <a:miter/>
                </a:ln>
              </p:spPr>
              <p:txBody>
                <a:bodyPr rtlCol="1" anchor="ctr"/>
                <a:lstStyle/>
                <a:p>
                  <a:endParaRPr lang="ar-SA"/>
                </a:p>
              </p:txBody>
            </p:sp>
            <p:sp>
              <p:nvSpPr>
                <p:cNvPr id="9233" name="شكل حر: شكل 10294">
                  <a:extLst>
                    <a:ext uri="{FF2B5EF4-FFF2-40B4-BE49-F238E27FC236}">
                      <a16:creationId xmlns:a16="http://schemas.microsoft.com/office/drawing/2014/main" id="{023BD15B-EF62-5E53-D5F1-F5E0C8812E6A}"/>
                    </a:ext>
                  </a:extLst>
                </p:cNvPr>
                <p:cNvSpPr/>
                <p:nvPr/>
              </p:nvSpPr>
              <p:spPr>
                <a:xfrm>
                  <a:off x="8922749" y="4495209"/>
                  <a:ext cx="51689" cy="2824"/>
                </a:xfrm>
                <a:custGeom>
                  <a:avLst/>
                  <a:gdLst>
                    <a:gd name="connsiteX0" fmla="*/ 0 w 51689"/>
                    <a:gd name="connsiteY0" fmla="*/ 0 h 2824"/>
                    <a:gd name="connsiteX1" fmla="*/ 51689 w 51689"/>
                    <a:gd name="connsiteY1" fmla="*/ 0 h 2824"/>
                  </a:gdLst>
                  <a:ahLst/>
                  <a:cxnLst>
                    <a:cxn ang="0">
                      <a:pos x="connsiteX0" y="connsiteY0"/>
                    </a:cxn>
                    <a:cxn ang="0">
                      <a:pos x="connsiteX1" y="connsiteY1"/>
                    </a:cxn>
                  </a:cxnLst>
                  <a:rect l="l" t="t" r="r" b="b"/>
                  <a:pathLst>
                    <a:path w="51689" h="2824">
                      <a:moveTo>
                        <a:pt x="0" y="0"/>
                      </a:moveTo>
                      <a:lnTo>
                        <a:pt x="51689" y="0"/>
                      </a:lnTo>
                    </a:path>
                  </a:pathLst>
                </a:custGeom>
                <a:ln w="8472" cap="flat">
                  <a:solidFill>
                    <a:srgbClr val="17A3A3"/>
                  </a:solidFill>
                  <a:prstDash val="solid"/>
                  <a:miter/>
                </a:ln>
              </p:spPr>
              <p:txBody>
                <a:bodyPr rtlCol="1" anchor="ctr"/>
                <a:lstStyle/>
                <a:p>
                  <a:endParaRPr lang="ar-SA"/>
                </a:p>
              </p:txBody>
            </p:sp>
          </p:grpSp>
        </p:grpSp>
        <p:sp>
          <p:nvSpPr>
            <p:cNvPr id="9229" name="شكل حر: شكل 10295">
              <a:extLst>
                <a:ext uri="{FF2B5EF4-FFF2-40B4-BE49-F238E27FC236}">
                  <a16:creationId xmlns:a16="http://schemas.microsoft.com/office/drawing/2014/main" id="{F9FC7F1C-1844-69A8-0DD6-419E57FFADC5}"/>
                </a:ext>
              </a:extLst>
            </p:cNvPr>
            <p:cNvSpPr/>
            <p:nvPr/>
          </p:nvSpPr>
          <p:spPr>
            <a:xfrm rot="-2700000">
              <a:off x="8896496" y="4405988"/>
              <a:ext cx="159417" cy="159417"/>
            </a:xfrm>
            <a:custGeom>
              <a:avLst/>
              <a:gdLst>
                <a:gd name="connsiteX0" fmla="*/ 159417 w 159417"/>
                <a:gd name="connsiteY0" fmla="*/ 79709 h 159417"/>
                <a:gd name="connsiteX1" fmla="*/ 79709 w 159417"/>
                <a:gd name="connsiteY1" fmla="*/ 159417 h 159417"/>
                <a:gd name="connsiteX2" fmla="*/ 0 w 159417"/>
                <a:gd name="connsiteY2" fmla="*/ 79709 h 159417"/>
                <a:gd name="connsiteX3" fmla="*/ 79709 w 159417"/>
                <a:gd name="connsiteY3" fmla="*/ 0 h 159417"/>
                <a:gd name="connsiteX4" fmla="*/ 159417 w 159417"/>
                <a:gd name="connsiteY4" fmla="*/ 79709 h 159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417" h="159417">
                  <a:moveTo>
                    <a:pt x="159417" y="79709"/>
                  </a:moveTo>
                  <a:cubicBezTo>
                    <a:pt x="159417" y="123731"/>
                    <a:pt x="123730" y="159417"/>
                    <a:pt x="79709" y="159417"/>
                  </a:cubicBezTo>
                  <a:cubicBezTo>
                    <a:pt x="35687" y="159417"/>
                    <a:pt x="0" y="123731"/>
                    <a:pt x="0" y="79709"/>
                  </a:cubicBezTo>
                  <a:cubicBezTo>
                    <a:pt x="0" y="35687"/>
                    <a:pt x="35687" y="0"/>
                    <a:pt x="79709" y="0"/>
                  </a:cubicBezTo>
                  <a:cubicBezTo>
                    <a:pt x="123730" y="0"/>
                    <a:pt x="159417" y="35687"/>
                    <a:pt x="159417" y="79709"/>
                  </a:cubicBezTo>
                  <a:close/>
                </a:path>
              </a:pathLst>
            </a:custGeom>
            <a:noFill/>
            <a:ln w="8472" cap="flat">
              <a:solidFill>
                <a:srgbClr val="17A3A3"/>
              </a:solidFill>
              <a:prstDash val="solid"/>
              <a:miter/>
            </a:ln>
          </p:spPr>
          <p:txBody>
            <a:bodyPr rtlCol="1" anchor="ctr"/>
            <a:lstStyle/>
            <a:p>
              <a:endParaRPr lang="ar-SA"/>
            </a:p>
          </p:txBody>
        </p:sp>
      </p:grpSp>
      <p:grpSp>
        <p:nvGrpSpPr>
          <p:cNvPr id="9234" name="رسم 8014">
            <a:extLst>
              <a:ext uri="{FF2B5EF4-FFF2-40B4-BE49-F238E27FC236}">
                <a16:creationId xmlns:a16="http://schemas.microsoft.com/office/drawing/2014/main" id="{09D26458-81B1-97CF-59B8-43612B6110E1}"/>
              </a:ext>
            </a:extLst>
          </p:cNvPr>
          <p:cNvGrpSpPr/>
          <p:nvPr/>
        </p:nvGrpSpPr>
        <p:grpSpPr>
          <a:xfrm>
            <a:off x="8056286" y="3671510"/>
            <a:ext cx="323807" cy="254130"/>
            <a:chOff x="8711106" y="2842765"/>
            <a:chExt cx="387047" cy="322422"/>
          </a:xfrm>
          <a:noFill/>
        </p:grpSpPr>
        <p:sp>
          <p:nvSpPr>
            <p:cNvPr id="9235" name="شكل حر: شكل 10297">
              <a:extLst>
                <a:ext uri="{FF2B5EF4-FFF2-40B4-BE49-F238E27FC236}">
                  <a16:creationId xmlns:a16="http://schemas.microsoft.com/office/drawing/2014/main" id="{40EEE71E-7BEE-6F96-5994-6141BC5ACF4D}"/>
                </a:ext>
              </a:extLst>
            </p:cNvPr>
            <p:cNvSpPr/>
            <p:nvPr/>
          </p:nvSpPr>
          <p:spPr>
            <a:xfrm>
              <a:off x="8771891" y="2865644"/>
              <a:ext cx="311038" cy="187521"/>
            </a:xfrm>
            <a:custGeom>
              <a:avLst/>
              <a:gdLst>
                <a:gd name="connsiteX0" fmla="*/ 0 w 311038"/>
                <a:gd name="connsiteY0" fmla="*/ 68213 h 187521"/>
                <a:gd name="connsiteX1" fmla="*/ 0 w 311038"/>
                <a:gd name="connsiteY1" fmla="*/ 0 h 187521"/>
                <a:gd name="connsiteX2" fmla="*/ 311039 w 311038"/>
                <a:gd name="connsiteY2" fmla="*/ 0 h 187521"/>
                <a:gd name="connsiteX3" fmla="*/ 311039 w 311038"/>
                <a:gd name="connsiteY3" fmla="*/ 187522 h 187521"/>
                <a:gd name="connsiteX4" fmla="*/ 109903 w 311038"/>
                <a:gd name="connsiteY4" fmla="*/ 187522 h 1875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1038" h="187521">
                  <a:moveTo>
                    <a:pt x="0" y="68213"/>
                  </a:moveTo>
                  <a:lnTo>
                    <a:pt x="0" y="0"/>
                  </a:lnTo>
                  <a:lnTo>
                    <a:pt x="311039" y="0"/>
                  </a:lnTo>
                  <a:lnTo>
                    <a:pt x="311039" y="187522"/>
                  </a:lnTo>
                  <a:lnTo>
                    <a:pt x="109903" y="187522"/>
                  </a:lnTo>
                </a:path>
              </a:pathLst>
            </a:custGeom>
            <a:noFill/>
            <a:ln w="8472" cap="flat">
              <a:solidFill>
                <a:srgbClr val="01355A"/>
              </a:solidFill>
              <a:prstDash val="solid"/>
              <a:miter/>
            </a:ln>
          </p:spPr>
          <p:txBody>
            <a:bodyPr rtlCol="1" anchor="ctr"/>
            <a:lstStyle/>
            <a:p>
              <a:endParaRPr lang="ar-SA"/>
            </a:p>
          </p:txBody>
        </p:sp>
        <p:sp>
          <p:nvSpPr>
            <p:cNvPr id="9236" name="شكل حر: شكل 10298">
              <a:extLst>
                <a:ext uri="{FF2B5EF4-FFF2-40B4-BE49-F238E27FC236}">
                  <a16:creationId xmlns:a16="http://schemas.microsoft.com/office/drawing/2014/main" id="{954C1634-88B5-D5BA-7CCA-797176E9B803}"/>
                </a:ext>
              </a:extLst>
            </p:cNvPr>
            <p:cNvSpPr/>
            <p:nvPr/>
          </p:nvSpPr>
          <p:spPr>
            <a:xfrm>
              <a:off x="8756694" y="2842765"/>
              <a:ext cx="341459" cy="22878"/>
            </a:xfrm>
            <a:custGeom>
              <a:avLst/>
              <a:gdLst>
                <a:gd name="connsiteX0" fmla="*/ 330020 w 341459"/>
                <a:gd name="connsiteY0" fmla="*/ 22879 h 22878"/>
                <a:gd name="connsiteX1" fmla="*/ 11440 w 341459"/>
                <a:gd name="connsiteY1" fmla="*/ 22879 h 22878"/>
                <a:gd name="connsiteX2" fmla="*/ 0 w 341459"/>
                <a:gd name="connsiteY2" fmla="*/ 11439 h 22878"/>
                <a:gd name="connsiteX3" fmla="*/ 0 w 341459"/>
                <a:gd name="connsiteY3" fmla="*/ 11439 h 22878"/>
                <a:gd name="connsiteX4" fmla="*/ 11440 w 341459"/>
                <a:gd name="connsiteY4" fmla="*/ 0 h 22878"/>
                <a:gd name="connsiteX5" fmla="*/ 330020 w 341459"/>
                <a:gd name="connsiteY5" fmla="*/ 0 h 22878"/>
                <a:gd name="connsiteX6" fmla="*/ 341459 w 341459"/>
                <a:gd name="connsiteY6" fmla="*/ 11439 h 22878"/>
                <a:gd name="connsiteX7" fmla="*/ 341459 w 341459"/>
                <a:gd name="connsiteY7" fmla="*/ 11439 h 22878"/>
                <a:gd name="connsiteX8" fmla="*/ 330020 w 341459"/>
                <a:gd name="connsiteY8" fmla="*/ 22879 h 22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1459" h="22878">
                  <a:moveTo>
                    <a:pt x="330020" y="22879"/>
                  </a:moveTo>
                  <a:lnTo>
                    <a:pt x="11440" y="22879"/>
                  </a:lnTo>
                  <a:cubicBezTo>
                    <a:pt x="5113" y="22879"/>
                    <a:pt x="0" y="17766"/>
                    <a:pt x="0" y="11439"/>
                  </a:cubicBezTo>
                  <a:lnTo>
                    <a:pt x="0" y="11439"/>
                  </a:lnTo>
                  <a:cubicBezTo>
                    <a:pt x="0" y="5112"/>
                    <a:pt x="5113" y="0"/>
                    <a:pt x="11440" y="0"/>
                  </a:cubicBezTo>
                  <a:lnTo>
                    <a:pt x="330020" y="0"/>
                  </a:lnTo>
                  <a:cubicBezTo>
                    <a:pt x="336347" y="0"/>
                    <a:pt x="341459" y="5112"/>
                    <a:pt x="341459" y="11439"/>
                  </a:cubicBezTo>
                  <a:lnTo>
                    <a:pt x="341459" y="11439"/>
                  </a:lnTo>
                  <a:cubicBezTo>
                    <a:pt x="341459" y="17766"/>
                    <a:pt x="336347" y="22879"/>
                    <a:pt x="330020" y="22879"/>
                  </a:cubicBezTo>
                  <a:close/>
                </a:path>
              </a:pathLst>
            </a:custGeom>
            <a:noFill/>
            <a:ln w="8472" cap="flat">
              <a:solidFill>
                <a:srgbClr val="01355A"/>
              </a:solidFill>
              <a:prstDash val="solid"/>
              <a:miter/>
            </a:ln>
          </p:spPr>
          <p:txBody>
            <a:bodyPr rtlCol="1" anchor="ctr"/>
            <a:lstStyle/>
            <a:p>
              <a:endParaRPr lang="ar-SA"/>
            </a:p>
          </p:txBody>
        </p:sp>
        <p:sp>
          <p:nvSpPr>
            <p:cNvPr id="9237" name="شكل حر: شكل 10299">
              <a:extLst>
                <a:ext uri="{FF2B5EF4-FFF2-40B4-BE49-F238E27FC236}">
                  <a16:creationId xmlns:a16="http://schemas.microsoft.com/office/drawing/2014/main" id="{14DD689B-5C16-5213-C2BE-F26FF6528E44}"/>
                </a:ext>
              </a:extLst>
            </p:cNvPr>
            <p:cNvSpPr/>
            <p:nvPr/>
          </p:nvSpPr>
          <p:spPr>
            <a:xfrm>
              <a:off x="8745915" y="2955097"/>
              <a:ext cx="129145" cy="128827"/>
            </a:xfrm>
            <a:custGeom>
              <a:avLst/>
              <a:gdLst>
                <a:gd name="connsiteX0" fmla="*/ 128365 w 129145"/>
                <a:gd name="connsiteY0" fmla="*/ 0 h 128827"/>
                <a:gd name="connsiteX1" fmla="*/ 780 w 129145"/>
                <a:gd name="connsiteY1" fmla="*/ 0 h 128827"/>
                <a:gd name="connsiteX2" fmla="*/ 44815 w 129145"/>
                <a:gd name="connsiteY2" fmla="*/ 128828 h 128827"/>
                <a:gd name="connsiteX3" fmla="*/ 84330 w 129145"/>
                <a:gd name="connsiteY3" fmla="*/ 128828 h 128827"/>
                <a:gd name="connsiteX4" fmla="*/ 128365 w 129145"/>
                <a:gd name="connsiteY4" fmla="*/ 0 h 1288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145" h="128827">
                  <a:moveTo>
                    <a:pt x="128365" y="0"/>
                  </a:moveTo>
                  <a:lnTo>
                    <a:pt x="780" y="0"/>
                  </a:lnTo>
                  <a:cubicBezTo>
                    <a:pt x="780" y="0"/>
                    <a:pt x="-9529" y="73071"/>
                    <a:pt x="44815" y="128828"/>
                  </a:cubicBezTo>
                  <a:lnTo>
                    <a:pt x="84330" y="128828"/>
                  </a:lnTo>
                  <a:cubicBezTo>
                    <a:pt x="138675" y="73071"/>
                    <a:pt x="128365" y="0"/>
                    <a:pt x="128365" y="0"/>
                  </a:cubicBezTo>
                  <a:close/>
                </a:path>
              </a:pathLst>
            </a:custGeom>
            <a:noFill/>
            <a:ln w="8472" cap="flat">
              <a:solidFill>
                <a:srgbClr val="17A3A3"/>
              </a:solidFill>
              <a:prstDash val="solid"/>
              <a:miter/>
            </a:ln>
          </p:spPr>
          <p:txBody>
            <a:bodyPr rtlCol="1" anchor="ctr"/>
            <a:lstStyle/>
            <a:p>
              <a:endParaRPr lang="ar-SA"/>
            </a:p>
          </p:txBody>
        </p:sp>
        <p:sp>
          <p:nvSpPr>
            <p:cNvPr id="9238" name="شكل حر: شكل 10300">
              <a:extLst>
                <a:ext uri="{FF2B5EF4-FFF2-40B4-BE49-F238E27FC236}">
                  <a16:creationId xmlns:a16="http://schemas.microsoft.com/office/drawing/2014/main" id="{9625649A-F410-65D3-947C-AD88858E342C}"/>
                </a:ext>
              </a:extLst>
            </p:cNvPr>
            <p:cNvSpPr/>
            <p:nvPr/>
          </p:nvSpPr>
          <p:spPr>
            <a:xfrm>
              <a:off x="8864931" y="2981563"/>
              <a:ext cx="44910" cy="45644"/>
            </a:xfrm>
            <a:custGeom>
              <a:avLst/>
              <a:gdLst>
                <a:gd name="connsiteX0" fmla="*/ 11383 w 44910"/>
                <a:gd name="connsiteY0" fmla="*/ 0 h 45644"/>
                <a:gd name="connsiteX1" fmla="*/ 44910 w 44910"/>
                <a:gd name="connsiteY1" fmla="*/ 0 h 45644"/>
                <a:gd name="connsiteX2" fmla="*/ 0 w 44910"/>
                <a:gd name="connsiteY2" fmla="*/ 45645 h 45644"/>
              </a:gdLst>
              <a:ahLst/>
              <a:cxnLst>
                <a:cxn ang="0">
                  <a:pos x="connsiteX0" y="connsiteY0"/>
                </a:cxn>
                <a:cxn ang="0">
                  <a:pos x="connsiteX1" y="connsiteY1"/>
                </a:cxn>
                <a:cxn ang="0">
                  <a:pos x="connsiteX2" y="connsiteY2"/>
                </a:cxn>
              </a:cxnLst>
              <a:rect l="l" t="t" r="r" b="b"/>
              <a:pathLst>
                <a:path w="44910" h="45644">
                  <a:moveTo>
                    <a:pt x="11383" y="0"/>
                  </a:moveTo>
                  <a:lnTo>
                    <a:pt x="44910" y="0"/>
                  </a:lnTo>
                  <a:cubicBezTo>
                    <a:pt x="44910" y="0"/>
                    <a:pt x="41492" y="45645"/>
                    <a:pt x="0" y="45645"/>
                  </a:cubicBezTo>
                </a:path>
              </a:pathLst>
            </a:custGeom>
            <a:noFill/>
            <a:ln w="8472" cap="flat">
              <a:solidFill>
                <a:srgbClr val="17A3A3"/>
              </a:solidFill>
              <a:prstDash val="solid"/>
              <a:miter/>
            </a:ln>
          </p:spPr>
          <p:txBody>
            <a:bodyPr rtlCol="1" anchor="ctr"/>
            <a:lstStyle/>
            <a:p>
              <a:endParaRPr lang="ar-SA"/>
            </a:p>
          </p:txBody>
        </p:sp>
        <p:sp>
          <p:nvSpPr>
            <p:cNvPr id="9239" name="شكل حر: شكل 10301">
              <a:extLst>
                <a:ext uri="{FF2B5EF4-FFF2-40B4-BE49-F238E27FC236}">
                  <a16:creationId xmlns:a16="http://schemas.microsoft.com/office/drawing/2014/main" id="{CD497409-B8A9-FBD6-3AE7-8D44A0F75A28}"/>
                </a:ext>
              </a:extLst>
            </p:cNvPr>
            <p:cNvSpPr/>
            <p:nvPr/>
          </p:nvSpPr>
          <p:spPr>
            <a:xfrm>
              <a:off x="8711106" y="2981563"/>
              <a:ext cx="44910" cy="45644"/>
            </a:xfrm>
            <a:custGeom>
              <a:avLst/>
              <a:gdLst>
                <a:gd name="connsiteX0" fmla="*/ 33527 w 44910"/>
                <a:gd name="connsiteY0" fmla="*/ 0 h 45644"/>
                <a:gd name="connsiteX1" fmla="*/ 0 w 44910"/>
                <a:gd name="connsiteY1" fmla="*/ 0 h 45644"/>
                <a:gd name="connsiteX2" fmla="*/ 44910 w 44910"/>
                <a:gd name="connsiteY2" fmla="*/ 45645 h 45644"/>
              </a:gdLst>
              <a:ahLst/>
              <a:cxnLst>
                <a:cxn ang="0">
                  <a:pos x="connsiteX0" y="connsiteY0"/>
                </a:cxn>
                <a:cxn ang="0">
                  <a:pos x="connsiteX1" y="connsiteY1"/>
                </a:cxn>
                <a:cxn ang="0">
                  <a:pos x="connsiteX2" y="connsiteY2"/>
                </a:cxn>
              </a:cxnLst>
              <a:rect l="l" t="t" r="r" b="b"/>
              <a:pathLst>
                <a:path w="44910" h="45644">
                  <a:moveTo>
                    <a:pt x="33527" y="0"/>
                  </a:moveTo>
                  <a:lnTo>
                    <a:pt x="0" y="0"/>
                  </a:lnTo>
                  <a:cubicBezTo>
                    <a:pt x="0" y="0"/>
                    <a:pt x="3418" y="45645"/>
                    <a:pt x="44910" y="45645"/>
                  </a:cubicBezTo>
                </a:path>
              </a:pathLst>
            </a:custGeom>
            <a:noFill/>
            <a:ln w="8472" cap="flat">
              <a:solidFill>
                <a:srgbClr val="17A3A3"/>
              </a:solidFill>
              <a:prstDash val="solid"/>
              <a:miter/>
            </a:ln>
          </p:spPr>
          <p:txBody>
            <a:bodyPr rtlCol="1" anchor="ctr"/>
            <a:lstStyle/>
            <a:p>
              <a:endParaRPr lang="ar-SA"/>
            </a:p>
          </p:txBody>
        </p:sp>
        <p:sp>
          <p:nvSpPr>
            <p:cNvPr id="9240" name="شكل حر: شكل 10302">
              <a:extLst>
                <a:ext uri="{FF2B5EF4-FFF2-40B4-BE49-F238E27FC236}">
                  <a16:creationId xmlns:a16="http://schemas.microsoft.com/office/drawing/2014/main" id="{93D0C0C9-6CD3-1D0B-3551-C1C3728B7CCD}"/>
                </a:ext>
              </a:extLst>
            </p:cNvPr>
            <p:cNvSpPr/>
            <p:nvPr/>
          </p:nvSpPr>
          <p:spPr>
            <a:xfrm>
              <a:off x="8776787" y="3083924"/>
              <a:ext cx="25169" cy="81262"/>
            </a:xfrm>
            <a:custGeom>
              <a:avLst/>
              <a:gdLst>
                <a:gd name="connsiteX0" fmla="*/ 47 w 25169"/>
                <a:gd name="connsiteY0" fmla="*/ 81262 h 81262"/>
                <a:gd name="connsiteX1" fmla="*/ 4735 w 25169"/>
                <a:gd name="connsiteY1" fmla="*/ 63609 h 81262"/>
                <a:gd name="connsiteX2" fmla="*/ 10977 w 25169"/>
                <a:gd name="connsiteY2" fmla="*/ 57282 h 81262"/>
                <a:gd name="connsiteX3" fmla="*/ 24987 w 25169"/>
                <a:gd name="connsiteY3" fmla="*/ 38809 h 81262"/>
                <a:gd name="connsiteX4" fmla="*/ 13830 w 25169"/>
                <a:gd name="connsiteY4" fmla="*/ 13417 h 81262"/>
                <a:gd name="connsiteX5" fmla="*/ 14423 w 25169"/>
                <a:gd name="connsiteY5" fmla="*/ 0 h 8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169" h="81262">
                  <a:moveTo>
                    <a:pt x="47" y="81262"/>
                  </a:moveTo>
                  <a:cubicBezTo>
                    <a:pt x="47" y="81262"/>
                    <a:pt x="-801" y="72054"/>
                    <a:pt x="4735" y="63609"/>
                  </a:cubicBezTo>
                  <a:cubicBezTo>
                    <a:pt x="6712" y="60587"/>
                    <a:pt x="8944" y="58581"/>
                    <a:pt x="10977" y="57282"/>
                  </a:cubicBezTo>
                  <a:cubicBezTo>
                    <a:pt x="17219" y="53271"/>
                    <a:pt x="24027" y="46633"/>
                    <a:pt x="24987" y="38809"/>
                  </a:cubicBezTo>
                  <a:cubicBezTo>
                    <a:pt x="26851" y="23952"/>
                    <a:pt x="13830" y="13417"/>
                    <a:pt x="13830" y="13417"/>
                  </a:cubicBezTo>
                  <a:lnTo>
                    <a:pt x="14423" y="0"/>
                  </a:lnTo>
                </a:path>
              </a:pathLst>
            </a:custGeom>
            <a:noFill/>
            <a:ln w="8472" cap="flat">
              <a:solidFill>
                <a:srgbClr val="17A3A3"/>
              </a:solidFill>
              <a:prstDash val="solid"/>
              <a:miter/>
            </a:ln>
          </p:spPr>
          <p:txBody>
            <a:bodyPr rtlCol="1" anchor="ctr"/>
            <a:lstStyle/>
            <a:p>
              <a:endParaRPr lang="ar-SA"/>
            </a:p>
          </p:txBody>
        </p:sp>
        <p:sp>
          <p:nvSpPr>
            <p:cNvPr id="9241" name="شكل حر: شكل 10303">
              <a:extLst>
                <a:ext uri="{FF2B5EF4-FFF2-40B4-BE49-F238E27FC236}">
                  <a16:creationId xmlns:a16="http://schemas.microsoft.com/office/drawing/2014/main" id="{718A7325-B0DC-858E-CFE1-3A47C5DEF1AC}"/>
                </a:ext>
              </a:extLst>
            </p:cNvPr>
            <p:cNvSpPr/>
            <p:nvPr/>
          </p:nvSpPr>
          <p:spPr>
            <a:xfrm>
              <a:off x="8819021" y="3083924"/>
              <a:ext cx="25164" cy="81262"/>
            </a:xfrm>
            <a:custGeom>
              <a:avLst/>
              <a:gdLst>
                <a:gd name="connsiteX0" fmla="*/ 10857 w 25164"/>
                <a:gd name="connsiteY0" fmla="*/ 0 h 81262"/>
                <a:gd name="connsiteX1" fmla="*/ 11451 w 25164"/>
                <a:gd name="connsiteY1" fmla="*/ 13417 h 81262"/>
                <a:gd name="connsiteX2" fmla="*/ 181 w 25164"/>
                <a:gd name="connsiteY2" fmla="*/ 38809 h 81262"/>
                <a:gd name="connsiteX3" fmla="*/ 14191 w 25164"/>
                <a:gd name="connsiteY3" fmla="*/ 57282 h 81262"/>
                <a:gd name="connsiteX4" fmla="*/ 20433 w 25164"/>
                <a:gd name="connsiteY4" fmla="*/ 63609 h 81262"/>
                <a:gd name="connsiteX5" fmla="*/ 25122 w 25164"/>
                <a:gd name="connsiteY5" fmla="*/ 81262 h 81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164" h="81262">
                  <a:moveTo>
                    <a:pt x="10857" y="0"/>
                  </a:moveTo>
                  <a:lnTo>
                    <a:pt x="11451" y="13417"/>
                  </a:lnTo>
                  <a:cubicBezTo>
                    <a:pt x="11451" y="13417"/>
                    <a:pt x="-1683" y="23952"/>
                    <a:pt x="181" y="38809"/>
                  </a:cubicBezTo>
                  <a:cubicBezTo>
                    <a:pt x="1169" y="46633"/>
                    <a:pt x="7976" y="53271"/>
                    <a:pt x="14191" y="57282"/>
                  </a:cubicBezTo>
                  <a:cubicBezTo>
                    <a:pt x="16225" y="58581"/>
                    <a:pt x="18456" y="60558"/>
                    <a:pt x="20433" y="63609"/>
                  </a:cubicBezTo>
                  <a:cubicBezTo>
                    <a:pt x="25941" y="72054"/>
                    <a:pt x="25122" y="81262"/>
                    <a:pt x="25122" y="81262"/>
                  </a:cubicBezTo>
                </a:path>
              </a:pathLst>
            </a:custGeom>
            <a:noFill/>
            <a:ln w="8472" cap="flat">
              <a:solidFill>
                <a:srgbClr val="17A3A3"/>
              </a:solidFill>
              <a:prstDash val="solid"/>
              <a:miter/>
            </a:ln>
          </p:spPr>
          <p:txBody>
            <a:bodyPr rtlCol="1" anchor="ctr"/>
            <a:lstStyle/>
            <a:p>
              <a:endParaRPr lang="ar-SA"/>
            </a:p>
          </p:txBody>
        </p:sp>
        <p:sp>
          <p:nvSpPr>
            <p:cNvPr id="9242" name="شكل حر: شكل 10304">
              <a:extLst>
                <a:ext uri="{FF2B5EF4-FFF2-40B4-BE49-F238E27FC236}">
                  <a16:creationId xmlns:a16="http://schemas.microsoft.com/office/drawing/2014/main" id="{212CC8C2-303F-8548-4CED-9532AF28C9AD}"/>
                </a:ext>
              </a:extLst>
            </p:cNvPr>
            <p:cNvSpPr/>
            <p:nvPr/>
          </p:nvSpPr>
          <p:spPr>
            <a:xfrm>
              <a:off x="8761129" y="3165187"/>
              <a:ext cx="98717" cy="2824"/>
            </a:xfrm>
            <a:custGeom>
              <a:avLst/>
              <a:gdLst>
                <a:gd name="connsiteX0" fmla="*/ 0 w 98717"/>
                <a:gd name="connsiteY0" fmla="*/ 0 h 2824"/>
                <a:gd name="connsiteX1" fmla="*/ 98718 w 98717"/>
                <a:gd name="connsiteY1" fmla="*/ 0 h 2824"/>
              </a:gdLst>
              <a:ahLst/>
              <a:cxnLst>
                <a:cxn ang="0">
                  <a:pos x="connsiteX0" y="connsiteY0"/>
                </a:cxn>
                <a:cxn ang="0">
                  <a:pos x="connsiteX1" y="connsiteY1"/>
                </a:cxn>
              </a:cxnLst>
              <a:rect l="l" t="t" r="r" b="b"/>
              <a:pathLst>
                <a:path w="98717" h="2824">
                  <a:moveTo>
                    <a:pt x="0" y="0"/>
                  </a:moveTo>
                  <a:lnTo>
                    <a:pt x="98718" y="0"/>
                  </a:lnTo>
                </a:path>
              </a:pathLst>
            </a:custGeom>
            <a:ln w="8472" cap="flat">
              <a:solidFill>
                <a:srgbClr val="17A3A3"/>
              </a:solidFill>
              <a:prstDash val="solid"/>
              <a:miter/>
            </a:ln>
          </p:spPr>
          <p:txBody>
            <a:bodyPr rtlCol="1" anchor="ctr"/>
            <a:lstStyle/>
            <a:p>
              <a:endParaRPr lang="ar-SA"/>
            </a:p>
          </p:txBody>
        </p:sp>
        <p:sp>
          <p:nvSpPr>
            <p:cNvPr id="9243" name="شكل حر: شكل 10305">
              <a:extLst>
                <a:ext uri="{FF2B5EF4-FFF2-40B4-BE49-F238E27FC236}">
                  <a16:creationId xmlns:a16="http://schemas.microsoft.com/office/drawing/2014/main" id="{67696D0E-B464-7429-758F-A4A18C7F1439}"/>
                </a:ext>
              </a:extLst>
            </p:cNvPr>
            <p:cNvSpPr/>
            <p:nvPr/>
          </p:nvSpPr>
          <p:spPr>
            <a:xfrm>
              <a:off x="8930376" y="2918688"/>
              <a:ext cx="123093" cy="78720"/>
            </a:xfrm>
            <a:custGeom>
              <a:avLst/>
              <a:gdLst>
                <a:gd name="connsiteX0" fmla="*/ 0 w 123093"/>
                <a:gd name="connsiteY0" fmla="*/ 78720 h 78720"/>
                <a:gd name="connsiteX1" fmla="*/ 50447 w 123093"/>
                <a:gd name="connsiteY1" fmla="*/ 28274 h 78720"/>
                <a:gd name="connsiteX2" fmla="*/ 72647 w 123093"/>
                <a:gd name="connsiteY2" fmla="*/ 50446 h 78720"/>
                <a:gd name="connsiteX3" fmla="*/ 123094 w 123093"/>
                <a:gd name="connsiteY3" fmla="*/ 0 h 78720"/>
              </a:gdLst>
              <a:ahLst/>
              <a:cxnLst>
                <a:cxn ang="0">
                  <a:pos x="connsiteX0" y="connsiteY0"/>
                </a:cxn>
                <a:cxn ang="0">
                  <a:pos x="connsiteX1" y="connsiteY1"/>
                </a:cxn>
                <a:cxn ang="0">
                  <a:pos x="connsiteX2" y="connsiteY2"/>
                </a:cxn>
                <a:cxn ang="0">
                  <a:pos x="connsiteX3" y="connsiteY3"/>
                </a:cxn>
              </a:cxnLst>
              <a:rect l="l" t="t" r="r" b="b"/>
              <a:pathLst>
                <a:path w="123093" h="78720">
                  <a:moveTo>
                    <a:pt x="0" y="78720"/>
                  </a:moveTo>
                  <a:lnTo>
                    <a:pt x="50447" y="28274"/>
                  </a:lnTo>
                  <a:lnTo>
                    <a:pt x="72647" y="50446"/>
                  </a:lnTo>
                  <a:lnTo>
                    <a:pt x="123094" y="0"/>
                  </a:lnTo>
                </a:path>
              </a:pathLst>
            </a:custGeom>
            <a:noFill/>
            <a:ln w="8472" cap="flat">
              <a:solidFill>
                <a:srgbClr val="01355A"/>
              </a:solidFill>
              <a:prstDash val="solid"/>
              <a:miter/>
            </a:ln>
          </p:spPr>
          <p:txBody>
            <a:bodyPr rtlCol="1" anchor="ctr"/>
            <a:lstStyle/>
            <a:p>
              <a:endParaRPr lang="ar-SA"/>
            </a:p>
          </p:txBody>
        </p:sp>
        <p:sp>
          <p:nvSpPr>
            <p:cNvPr id="9244" name="شكل حر: شكل 10306">
              <a:extLst>
                <a:ext uri="{FF2B5EF4-FFF2-40B4-BE49-F238E27FC236}">
                  <a16:creationId xmlns:a16="http://schemas.microsoft.com/office/drawing/2014/main" id="{8D0659BF-6802-2D0A-50A8-97407276DD7D}"/>
                </a:ext>
              </a:extLst>
            </p:cNvPr>
            <p:cNvSpPr/>
            <p:nvPr/>
          </p:nvSpPr>
          <p:spPr>
            <a:xfrm>
              <a:off x="9031353" y="2918688"/>
              <a:ext cx="22116" cy="22116"/>
            </a:xfrm>
            <a:custGeom>
              <a:avLst/>
              <a:gdLst>
                <a:gd name="connsiteX0" fmla="*/ 0 w 22116"/>
                <a:gd name="connsiteY0" fmla="*/ 0 h 22116"/>
                <a:gd name="connsiteX1" fmla="*/ 22116 w 22116"/>
                <a:gd name="connsiteY1" fmla="*/ 0 h 22116"/>
                <a:gd name="connsiteX2" fmla="*/ 22116 w 22116"/>
                <a:gd name="connsiteY2" fmla="*/ 22116 h 22116"/>
              </a:gdLst>
              <a:ahLst/>
              <a:cxnLst>
                <a:cxn ang="0">
                  <a:pos x="connsiteX0" y="connsiteY0"/>
                </a:cxn>
                <a:cxn ang="0">
                  <a:pos x="connsiteX1" y="connsiteY1"/>
                </a:cxn>
                <a:cxn ang="0">
                  <a:pos x="connsiteX2" y="connsiteY2"/>
                </a:cxn>
              </a:cxnLst>
              <a:rect l="l" t="t" r="r" b="b"/>
              <a:pathLst>
                <a:path w="22116" h="22116">
                  <a:moveTo>
                    <a:pt x="0" y="0"/>
                  </a:moveTo>
                  <a:lnTo>
                    <a:pt x="22116" y="0"/>
                  </a:lnTo>
                  <a:lnTo>
                    <a:pt x="22116" y="22116"/>
                  </a:lnTo>
                </a:path>
              </a:pathLst>
            </a:custGeom>
            <a:noFill/>
            <a:ln w="8472" cap="flat">
              <a:solidFill>
                <a:srgbClr val="01355A"/>
              </a:solidFill>
              <a:prstDash val="solid"/>
              <a:miter/>
            </a:ln>
          </p:spPr>
          <p:txBody>
            <a:bodyPr rtlCol="1" anchor="ctr"/>
            <a:lstStyle/>
            <a:p>
              <a:endParaRPr lang="ar-SA"/>
            </a:p>
          </p:txBody>
        </p:sp>
      </p:grpSp>
      <p:grpSp>
        <p:nvGrpSpPr>
          <p:cNvPr id="9245" name="رسم 8014">
            <a:extLst>
              <a:ext uri="{FF2B5EF4-FFF2-40B4-BE49-F238E27FC236}">
                <a16:creationId xmlns:a16="http://schemas.microsoft.com/office/drawing/2014/main" id="{842624CD-100A-7214-7033-D4D9B1764B63}"/>
              </a:ext>
            </a:extLst>
          </p:cNvPr>
          <p:cNvGrpSpPr/>
          <p:nvPr/>
        </p:nvGrpSpPr>
        <p:grpSpPr>
          <a:xfrm>
            <a:off x="9897593" y="5286523"/>
            <a:ext cx="305471" cy="284563"/>
            <a:chOff x="10912021" y="4891775"/>
            <a:chExt cx="365129" cy="361033"/>
          </a:xfrm>
          <a:noFill/>
        </p:grpSpPr>
        <p:sp>
          <p:nvSpPr>
            <p:cNvPr id="9246" name="شكل حر: شكل 10308">
              <a:extLst>
                <a:ext uri="{FF2B5EF4-FFF2-40B4-BE49-F238E27FC236}">
                  <a16:creationId xmlns:a16="http://schemas.microsoft.com/office/drawing/2014/main" id="{2D39DA3F-4F76-5252-55D4-1AC0374B3125}"/>
                </a:ext>
              </a:extLst>
            </p:cNvPr>
            <p:cNvSpPr/>
            <p:nvPr/>
          </p:nvSpPr>
          <p:spPr>
            <a:xfrm>
              <a:off x="10912021" y="5123078"/>
              <a:ext cx="365129" cy="129731"/>
            </a:xfrm>
            <a:custGeom>
              <a:avLst/>
              <a:gdLst>
                <a:gd name="connsiteX0" fmla="*/ 334313 w 365129"/>
                <a:gd name="connsiteY0" fmla="*/ 0 h 129731"/>
                <a:gd name="connsiteX1" fmla="*/ 30816 w 365129"/>
                <a:gd name="connsiteY1" fmla="*/ 0 h 129731"/>
                <a:gd name="connsiteX2" fmla="*/ 0 w 365129"/>
                <a:gd name="connsiteY2" fmla="*/ 30816 h 129731"/>
                <a:gd name="connsiteX3" fmla="*/ 0 w 365129"/>
                <a:gd name="connsiteY3" fmla="*/ 129731 h 129731"/>
                <a:gd name="connsiteX4" fmla="*/ 49825 w 365129"/>
                <a:gd name="connsiteY4" fmla="*/ 129731 h 129731"/>
                <a:gd name="connsiteX5" fmla="*/ 63128 w 365129"/>
                <a:gd name="connsiteY5" fmla="*/ 116428 h 129731"/>
                <a:gd name="connsiteX6" fmla="*/ 63128 w 365129"/>
                <a:gd name="connsiteY6" fmla="*/ 115383 h 129731"/>
                <a:gd name="connsiteX7" fmla="*/ 97899 w 365129"/>
                <a:gd name="connsiteY7" fmla="*/ 80613 h 129731"/>
                <a:gd name="connsiteX8" fmla="*/ 267230 w 365129"/>
                <a:gd name="connsiteY8" fmla="*/ 80613 h 129731"/>
                <a:gd name="connsiteX9" fmla="*/ 302000 w 365129"/>
                <a:gd name="connsiteY9" fmla="*/ 115383 h 129731"/>
                <a:gd name="connsiteX10" fmla="*/ 302000 w 365129"/>
                <a:gd name="connsiteY10" fmla="*/ 116428 h 129731"/>
                <a:gd name="connsiteX11" fmla="*/ 315304 w 365129"/>
                <a:gd name="connsiteY11" fmla="*/ 129731 h 129731"/>
                <a:gd name="connsiteX12" fmla="*/ 365129 w 365129"/>
                <a:gd name="connsiteY12" fmla="*/ 129731 h 129731"/>
                <a:gd name="connsiteX13" fmla="*/ 365129 w 365129"/>
                <a:gd name="connsiteY13" fmla="*/ 30816 h 129731"/>
                <a:gd name="connsiteX14" fmla="*/ 334313 w 365129"/>
                <a:gd name="connsiteY14" fmla="*/ 0 h 129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5129" h="129731">
                  <a:moveTo>
                    <a:pt x="334313" y="0"/>
                  </a:moveTo>
                  <a:lnTo>
                    <a:pt x="30816" y="0"/>
                  </a:lnTo>
                  <a:cubicBezTo>
                    <a:pt x="13812" y="0"/>
                    <a:pt x="0" y="13784"/>
                    <a:pt x="0" y="30816"/>
                  </a:cubicBezTo>
                  <a:lnTo>
                    <a:pt x="0" y="129731"/>
                  </a:lnTo>
                  <a:lnTo>
                    <a:pt x="49825" y="129731"/>
                  </a:lnTo>
                  <a:cubicBezTo>
                    <a:pt x="57169" y="129731"/>
                    <a:pt x="63128" y="123771"/>
                    <a:pt x="63128" y="116428"/>
                  </a:cubicBezTo>
                  <a:lnTo>
                    <a:pt x="63128" y="115383"/>
                  </a:lnTo>
                  <a:cubicBezTo>
                    <a:pt x="63128" y="96176"/>
                    <a:pt x="78691" y="80613"/>
                    <a:pt x="97899" y="80613"/>
                  </a:cubicBezTo>
                  <a:lnTo>
                    <a:pt x="267230" y="80613"/>
                  </a:lnTo>
                  <a:cubicBezTo>
                    <a:pt x="286437" y="80613"/>
                    <a:pt x="302000" y="96176"/>
                    <a:pt x="302000" y="115383"/>
                  </a:cubicBezTo>
                  <a:lnTo>
                    <a:pt x="302000" y="116428"/>
                  </a:lnTo>
                  <a:cubicBezTo>
                    <a:pt x="302000" y="123771"/>
                    <a:pt x="307960" y="129731"/>
                    <a:pt x="315304" y="129731"/>
                  </a:cubicBezTo>
                  <a:lnTo>
                    <a:pt x="365129" y="129731"/>
                  </a:lnTo>
                  <a:lnTo>
                    <a:pt x="365129" y="30816"/>
                  </a:lnTo>
                  <a:cubicBezTo>
                    <a:pt x="365129" y="13812"/>
                    <a:pt x="351345" y="0"/>
                    <a:pt x="334313" y="0"/>
                  </a:cubicBezTo>
                  <a:close/>
                </a:path>
              </a:pathLst>
            </a:custGeom>
            <a:noFill/>
            <a:ln w="8472" cap="flat">
              <a:solidFill>
                <a:srgbClr val="01355A"/>
              </a:solidFill>
              <a:prstDash val="solid"/>
              <a:miter/>
            </a:ln>
          </p:spPr>
          <p:txBody>
            <a:bodyPr rtlCol="1" anchor="ctr"/>
            <a:lstStyle/>
            <a:p>
              <a:endParaRPr lang="ar-SA"/>
            </a:p>
          </p:txBody>
        </p:sp>
        <p:grpSp>
          <p:nvGrpSpPr>
            <p:cNvPr id="9247" name="رسم 8014">
              <a:extLst>
                <a:ext uri="{FF2B5EF4-FFF2-40B4-BE49-F238E27FC236}">
                  <a16:creationId xmlns:a16="http://schemas.microsoft.com/office/drawing/2014/main" id="{AE8A159D-6E13-427A-636D-390DF5F964E9}"/>
                </a:ext>
              </a:extLst>
            </p:cNvPr>
            <p:cNvGrpSpPr/>
            <p:nvPr/>
          </p:nvGrpSpPr>
          <p:grpSpPr>
            <a:xfrm>
              <a:off x="11022461" y="4891775"/>
              <a:ext cx="144278" cy="231302"/>
              <a:chOff x="11022461" y="4891775"/>
              <a:chExt cx="144278" cy="231302"/>
            </a:xfrm>
            <a:noFill/>
          </p:grpSpPr>
          <p:sp>
            <p:nvSpPr>
              <p:cNvPr id="9258" name="شكل حر: شكل 10310">
                <a:extLst>
                  <a:ext uri="{FF2B5EF4-FFF2-40B4-BE49-F238E27FC236}">
                    <a16:creationId xmlns:a16="http://schemas.microsoft.com/office/drawing/2014/main" id="{D80A47EB-740D-8FA2-CB9C-A0DA7C2964D8}"/>
                  </a:ext>
                </a:extLst>
              </p:cNvPr>
              <p:cNvSpPr/>
              <p:nvPr/>
            </p:nvSpPr>
            <p:spPr>
              <a:xfrm>
                <a:off x="11134850" y="5056447"/>
                <a:ext cx="2824" cy="66631"/>
              </a:xfrm>
              <a:custGeom>
                <a:avLst/>
                <a:gdLst>
                  <a:gd name="connsiteX0" fmla="*/ 0 w 2824"/>
                  <a:gd name="connsiteY0" fmla="*/ 0 h 66631"/>
                  <a:gd name="connsiteX1" fmla="*/ 0 w 2824"/>
                  <a:gd name="connsiteY1" fmla="*/ 66631 h 66631"/>
                </a:gdLst>
                <a:ahLst/>
                <a:cxnLst>
                  <a:cxn ang="0">
                    <a:pos x="connsiteX0" y="connsiteY0"/>
                  </a:cxn>
                  <a:cxn ang="0">
                    <a:pos x="connsiteX1" y="connsiteY1"/>
                  </a:cxn>
                </a:cxnLst>
                <a:rect l="l" t="t" r="r" b="b"/>
                <a:pathLst>
                  <a:path w="2824" h="66631">
                    <a:moveTo>
                      <a:pt x="0" y="0"/>
                    </a:moveTo>
                    <a:lnTo>
                      <a:pt x="0" y="66631"/>
                    </a:lnTo>
                  </a:path>
                </a:pathLst>
              </a:custGeom>
              <a:ln w="8472" cap="flat">
                <a:solidFill>
                  <a:srgbClr val="17A3A3"/>
                </a:solidFill>
                <a:prstDash val="solid"/>
                <a:miter/>
              </a:ln>
            </p:spPr>
            <p:txBody>
              <a:bodyPr rtlCol="1" anchor="ctr"/>
              <a:lstStyle/>
              <a:p>
                <a:endParaRPr lang="ar-SA"/>
              </a:p>
            </p:txBody>
          </p:sp>
          <p:sp>
            <p:nvSpPr>
              <p:cNvPr id="9259" name="شكل حر: شكل 10311">
                <a:extLst>
                  <a:ext uri="{FF2B5EF4-FFF2-40B4-BE49-F238E27FC236}">
                    <a16:creationId xmlns:a16="http://schemas.microsoft.com/office/drawing/2014/main" id="{FDC359FA-3D00-3FA2-D4CC-8A97C03E312B}"/>
                  </a:ext>
                </a:extLst>
              </p:cNvPr>
              <p:cNvSpPr/>
              <p:nvPr/>
            </p:nvSpPr>
            <p:spPr>
              <a:xfrm>
                <a:off x="11053220" y="5056447"/>
                <a:ext cx="2824" cy="66631"/>
              </a:xfrm>
              <a:custGeom>
                <a:avLst/>
                <a:gdLst>
                  <a:gd name="connsiteX0" fmla="*/ 0 w 2824"/>
                  <a:gd name="connsiteY0" fmla="*/ 0 h 66631"/>
                  <a:gd name="connsiteX1" fmla="*/ 0 w 2824"/>
                  <a:gd name="connsiteY1" fmla="*/ 66631 h 66631"/>
                </a:gdLst>
                <a:ahLst/>
                <a:cxnLst>
                  <a:cxn ang="0">
                    <a:pos x="connsiteX0" y="connsiteY0"/>
                  </a:cxn>
                  <a:cxn ang="0">
                    <a:pos x="connsiteX1" y="connsiteY1"/>
                  </a:cxn>
                </a:cxnLst>
                <a:rect l="l" t="t" r="r" b="b"/>
                <a:pathLst>
                  <a:path w="2824" h="66631">
                    <a:moveTo>
                      <a:pt x="0" y="0"/>
                    </a:moveTo>
                    <a:lnTo>
                      <a:pt x="0" y="66631"/>
                    </a:lnTo>
                  </a:path>
                </a:pathLst>
              </a:custGeom>
              <a:ln w="8472" cap="flat">
                <a:solidFill>
                  <a:srgbClr val="17A3A3"/>
                </a:solidFill>
                <a:prstDash val="solid"/>
                <a:miter/>
              </a:ln>
            </p:spPr>
            <p:txBody>
              <a:bodyPr rtlCol="1" anchor="ctr"/>
              <a:lstStyle/>
              <a:p>
                <a:endParaRPr lang="ar-SA"/>
              </a:p>
            </p:txBody>
          </p:sp>
          <p:sp>
            <p:nvSpPr>
              <p:cNvPr id="9260" name="شكل حر: شكل 10312">
                <a:extLst>
                  <a:ext uri="{FF2B5EF4-FFF2-40B4-BE49-F238E27FC236}">
                    <a16:creationId xmlns:a16="http://schemas.microsoft.com/office/drawing/2014/main" id="{5089EBE1-8F8B-3805-0DAF-1ED6726D1585}"/>
                  </a:ext>
                </a:extLst>
              </p:cNvPr>
              <p:cNvSpPr/>
              <p:nvPr/>
            </p:nvSpPr>
            <p:spPr>
              <a:xfrm rot="-1349998">
                <a:off x="11056654" y="4903396"/>
                <a:ext cx="75810" cy="75810"/>
              </a:xfrm>
              <a:custGeom>
                <a:avLst/>
                <a:gdLst>
                  <a:gd name="connsiteX0" fmla="*/ 75811 w 75810"/>
                  <a:gd name="connsiteY0" fmla="*/ 37906 h 75810"/>
                  <a:gd name="connsiteX1" fmla="*/ 37906 w 75810"/>
                  <a:gd name="connsiteY1" fmla="*/ 75811 h 75810"/>
                  <a:gd name="connsiteX2" fmla="*/ 1 w 75810"/>
                  <a:gd name="connsiteY2" fmla="*/ 37906 h 75810"/>
                  <a:gd name="connsiteX3" fmla="*/ 37906 w 75810"/>
                  <a:gd name="connsiteY3" fmla="*/ 0 h 75810"/>
                  <a:gd name="connsiteX4" fmla="*/ 75811 w 75810"/>
                  <a:gd name="connsiteY4" fmla="*/ 37906 h 75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810" h="75810">
                    <a:moveTo>
                      <a:pt x="75811" y="37906"/>
                    </a:moveTo>
                    <a:cubicBezTo>
                      <a:pt x="75811" y="58840"/>
                      <a:pt x="58840" y="75811"/>
                      <a:pt x="37906" y="75811"/>
                    </a:cubicBezTo>
                    <a:cubicBezTo>
                      <a:pt x="16971" y="75811"/>
                      <a:pt x="1" y="58840"/>
                      <a:pt x="1" y="37906"/>
                    </a:cubicBezTo>
                    <a:cubicBezTo>
                      <a:pt x="1" y="16971"/>
                      <a:pt x="16971" y="0"/>
                      <a:pt x="37906" y="0"/>
                    </a:cubicBezTo>
                    <a:cubicBezTo>
                      <a:pt x="58840" y="0"/>
                      <a:pt x="75811" y="16971"/>
                      <a:pt x="75811" y="37906"/>
                    </a:cubicBezTo>
                    <a:close/>
                  </a:path>
                </a:pathLst>
              </a:custGeom>
              <a:noFill/>
              <a:ln w="8472" cap="flat">
                <a:solidFill>
                  <a:srgbClr val="17A3A3"/>
                </a:solidFill>
                <a:prstDash val="solid"/>
                <a:miter/>
              </a:ln>
            </p:spPr>
            <p:txBody>
              <a:bodyPr rtlCol="1" anchor="ctr"/>
              <a:lstStyle/>
              <a:p>
                <a:endParaRPr lang="ar-SA"/>
              </a:p>
            </p:txBody>
          </p:sp>
          <p:sp>
            <p:nvSpPr>
              <p:cNvPr id="9261" name="شكل حر: شكل 10313">
                <a:extLst>
                  <a:ext uri="{FF2B5EF4-FFF2-40B4-BE49-F238E27FC236}">
                    <a16:creationId xmlns:a16="http://schemas.microsoft.com/office/drawing/2014/main" id="{477652DD-B14E-1E94-426F-288C4A7AED1F}"/>
                  </a:ext>
                </a:extLst>
              </p:cNvPr>
              <p:cNvSpPr/>
              <p:nvPr/>
            </p:nvSpPr>
            <p:spPr>
              <a:xfrm>
                <a:off x="11022461" y="5002696"/>
                <a:ext cx="144278" cy="120382"/>
              </a:xfrm>
              <a:custGeom>
                <a:avLst/>
                <a:gdLst>
                  <a:gd name="connsiteX0" fmla="*/ 0 w 144278"/>
                  <a:gd name="connsiteY0" fmla="*/ 120382 h 120382"/>
                  <a:gd name="connsiteX1" fmla="*/ 0 w 144278"/>
                  <a:gd name="connsiteY1" fmla="*/ 24658 h 120382"/>
                  <a:gd name="connsiteX2" fmla="*/ 24658 w 144278"/>
                  <a:gd name="connsiteY2" fmla="*/ 0 h 120382"/>
                  <a:gd name="connsiteX3" fmla="*/ 119620 w 144278"/>
                  <a:gd name="connsiteY3" fmla="*/ 0 h 120382"/>
                  <a:gd name="connsiteX4" fmla="*/ 144278 w 144278"/>
                  <a:gd name="connsiteY4" fmla="*/ 24658 h 120382"/>
                  <a:gd name="connsiteX5" fmla="*/ 144278 w 144278"/>
                  <a:gd name="connsiteY5" fmla="*/ 120382 h 120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4278" h="120382">
                    <a:moveTo>
                      <a:pt x="0" y="120382"/>
                    </a:moveTo>
                    <a:lnTo>
                      <a:pt x="0" y="24658"/>
                    </a:lnTo>
                    <a:cubicBezTo>
                      <a:pt x="0" y="11044"/>
                      <a:pt x="11044" y="0"/>
                      <a:pt x="24658" y="0"/>
                    </a:cubicBezTo>
                    <a:lnTo>
                      <a:pt x="119620" y="0"/>
                    </a:lnTo>
                    <a:cubicBezTo>
                      <a:pt x="133234" y="0"/>
                      <a:pt x="144278" y="11044"/>
                      <a:pt x="144278" y="24658"/>
                    </a:cubicBezTo>
                    <a:lnTo>
                      <a:pt x="144278" y="120382"/>
                    </a:lnTo>
                  </a:path>
                </a:pathLst>
              </a:custGeom>
              <a:noFill/>
              <a:ln w="8472" cap="flat">
                <a:solidFill>
                  <a:srgbClr val="17A3A3"/>
                </a:solidFill>
                <a:prstDash val="solid"/>
                <a:miter/>
              </a:ln>
            </p:spPr>
            <p:txBody>
              <a:bodyPr rtlCol="1" anchor="ctr"/>
              <a:lstStyle/>
              <a:p>
                <a:endParaRPr lang="ar-SA"/>
              </a:p>
            </p:txBody>
          </p:sp>
          <p:sp>
            <p:nvSpPr>
              <p:cNvPr id="9262" name="شكل حر: شكل 10314">
                <a:extLst>
                  <a:ext uri="{FF2B5EF4-FFF2-40B4-BE49-F238E27FC236}">
                    <a16:creationId xmlns:a16="http://schemas.microsoft.com/office/drawing/2014/main" id="{994ED295-52C9-BF21-BD16-AB3661229ED8}"/>
                  </a:ext>
                </a:extLst>
              </p:cNvPr>
              <p:cNvSpPr/>
              <p:nvPr/>
            </p:nvSpPr>
            <p:spPr>
              <a:xfrm>
                <a:off x="11094572" y="5002696"/>
                <a:ext cx="2824" cy="43921"/>
              </a:xfrm>
              <a:custGeom>
                <a:avLst/>
                <a:gdLst>
                  <a:gd name="connsiteX0" fmla="*/ 0 w 2824"/>
                  <a:gd name="connsiteY0" fmla="*/ 0 h 43921"/>
                  <a:gd name="connsiteX1" fmla="*/ 0 w 2824"/>
                  <a:gd name="connsiteY1" fmla="*/ 43922 h 43921"/>
                </a:gdLst>
                <a:ahLst/>
                <a:cxnLst>
                  <a:cxn ang="0">
                    <a:pos x="connsiteX0" y="connsiteY0"/>
                  </a:cxn>
                  <a:cxn ang="0">
                    <a:pos x="connsiteX1" y="connsiteY1"/>
                  </a:cxn>
                </a:cxnLst>
                <a:rect l="l" t="t" r="r" b="b"/>
                <a:pathLst>
                  <a:path w="2824" h="43921">
                    <a:moveTo>
                      <a:pt x="0" y="0"/>
                    </a:moveTo>
                    <a:lnTo>
                      <a:pt x="0" y="43922"/>
                    </a:lnTo>
                  </a:path>
                </a:pathLst>
              </a:custGeom>
              <a:ln w="8472" cap="flat">
                <a:solidFill>
                  <a:srgbClr val="17A3A3"/>
                </a:solidFill>
                <a:prstDash val="solid"/>
                <a:miter/>
              </a:ln>
            </p:spPr>
            <p:txBody>
              <a:bodyPr rtlCol="1" anchor="ctr"/>
              <a:lstStyle/>
              <a:p>
                <a:endParaRPr lang="ar-SA"/>
              </a:p>
            </p:txBody>
          </p:sp>
        </p:grpSp>
        <p:grpSp>
          <p:nvGrpSpPr>
            <p:cNvPr id="9248" name="رسم 8014">
              <a:extLst>
                <a:ext uri="{FF2B5EF4-FFF2-40B4-BE49-F238E27FC236}">
                  <a16:creationId xmlns:a16="http://schemas.microsoft.com/office/drawing/2014/main" id="{8E75B0E3-5C05-1298-B624-CEB817C762A5}"/>
                </a:ext>
              </a:extLst>
            </p:cNvPr>
            <p:cNvGrpSpPr/>
            <p:nvPr/>
          </p:nvGrpSpPr>
          <p:grpSpPr>
            <a:xfrm>
              <a:off x="11163018" y="4908966"/>
              <a:ext cx="91338" cy="176008"/>
              <a:chOff x="11163018" y="4908966"/>
              <a:chExt cx="91338" cy="176008"/>
            </a:xfrm>
            <a:noFill/>
          </p:grpSpPr>
          <p:sp>
            <p:nvSpPr>
              <p:cNvPr id="9254" name="شكل حر: شكل 10316">
                <a:extLst>
                  <a:ext uri="{FF2B5EF4-FFF2-40B4-BE49-F238E27FC236}">
                    <a16:creationId xmlns:a16="http://schemas.microsoft.com/office/drawing/2014/main" id="{839E06BF-282A-98B9-3E21-A0A39A379B01}"/>
                  </a:ext>
                </a:extLst>
              </p:cNvPr>
              <p:cNvSpPr/>
              <p:nvPr/>
            </p:nvSpPr>
            <p:spPr>
              <a:xfrm>
                <a:off x="11229726" y="5033455"/>
                <a:ext cx="2824" cy="51519"/>
              </a:xfrm>
              <a:custGeom>
                <a:avLst/>
                <a:gdLst>
                  <a:gd name="connsiteX0" fmla="*/ 0 w 2824"/>
                  <a:gd name="connsiteY0" fmla="*/ 0 h 51519"/>
                  <a:gd name="connsiteX1" fmla="*/ 0 w 2824"/>
                  <a:gd name="connsiteY1" fmla="*/ 51520 h 51519"/>
                </a:gdLst>
                <a:ahLst/>
                <a:cxnLst>
                  <a:cxn ang="0">
                    <a:pos x="connsiteX0" y="connsiteY0"/>
                  </a:cxn>
                  <a:cxn ang="0">
                    <a:pos x="connsiteX1" y="connsiteY1"/>
                  </a:cxn>
                </a:cxnLst>
                <a:rect l="l" t="t" r="r" b="b"/>
                <a:pathLst>
                  <a:path w="2824" h="51519">
                    <a:moveTo>
                      <a:pt x="0" y="0"/>
                    </a:moveTo>
                    <a:lnTo>
                      <a:pt x="0" y="51520"/>
                    </a:lnTo>
                  </a:path>
                </a:pathLst>
              </a:custGeom>
              <a:ln w="8472" cap="flat">
                <a:solidFill>
                  <a:srgbClr val="17A3A3"/>
                </a:solidFill>
                <a:prstDash val="solid"/>
                <a:miter/>
              </a:ln>
            </p:spPr>
            <p:txBody>
              <a:bodyPr rtlCol="1" anchor="ctr"/>
              <a:lstStyle/>
              <a:p>
                <a:endParaRPr lang="ar-SA"/>
              </a:p>
            </p:txBody>
          </p:sp>
          <p:sp>
            <p:nvSpPr>
              <p:cNvPr id="9255" name="شكل حر: شكل 10317">
                <a:extLst>
                  <a:ext uri="{FF2B5EF4-FFF2-40B4-BE49-F238E27FC236}">
                    <a16:creationId xmlns:a16="http://schemas.microsoft.com/office/drawing/2014/main" id="{0128FD24-2FA0-0D40-4D70-85D0D3CA602E}"/>
                  </a:ext>
                </a:extLst>
              </p:cNvPr>
              <p:cNvSpPr/>
              <p:nvPr/>
            </p:nvSpPr>
            <p:spPr>
              <a:xfrm rot="-4603200">
                <a:off x="11168963" y="4914911"/>
                <a:ext cx="58581" cy="58581"/>
              </a:xfrm>
              <a:custGeom>
                <a:avLst/>
                <a:gdLst>
                  <a:gd name="connsiteX0" fmla="*/ 58581 w 58581"/>
                  <a:gd name="connsiteY0" fmla="*/ 29291 h 58581"/>
                  <a:gd name="connsiteX1" fmla="*/ 29290 w 58581"/>
                  <a:gd name="connsiteY1" fmla="*/ 58581 h 58581"/>
                  <a:gd name="connsiteX2" fmla="*/ -1 w 58581"/>
                  <a:gd name="connsiteY2" fmla="*/ 29291 h 58581"/>
                  <a:gd name="connsiteX3" fmla="*/ 29290 w 58581"/>
                  <a:gd name="connsiteY3" fmla="*/ 0 h 58581"/>
                  <a:gd name="connsiteX4" fmla="*/ 58581 w 58581"/>
                  <a:gd name="connsiteY4" fmla="*/ 29291 h 58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581" h="58581">
                    <a:moveTo>
                      <a:pt x="58581" y="29291"/>
                    </a:moveTo>
                    <a:cubicBezTo>
                      <a:pt x="58581" y="45467"/>
                      <a:pt x="45467" y="58581"/>
                      <a:pt x="29290" y="58581"/>
                    </a:cubicBezTo>
                    <a:cubicBezTo>
                      <a:pt x="13113" y="58581"/>
                      <a:pt x="-1" y="45467"/>
                      <a:pt x="-1" y="29291"/>
                    </a:cubicBezTo>
                    <a:cubicBezTo>
                      <a:pt x="-1" y="13114"/>
                      <a:pt x="13113" y="0"/>
                      <a:pt x="29290" y="0"/>
                    </a:cubicBezTo>
                    <a:cubicBezTo>
                      <a:pt x="45467" y="0"/>
                      <a:pt x="58581" y="13114"/>
                      <a:pt x="58581" y="29291"/>
                    </a:cubicBezTo>
                    <a:close/>
                  </a:path>
                </a:pathLst>
              </a:custGeom>
              <a:noFill/>
              <a:ln w="8472" cap="flat">
                <a:solidFill>
                  <a:srgbClr val="17A3A3"/>
                </a:solidFill>
                <a:prstDash val="solid"/>
                <a:miter/>
              </a:ln>
            </p:spPr>
            <p:txBody>
              <a:bodyPr rtlCol="1" anchor="ctr"/>
              <a:lstStyle/>
              <a:p>
                <a:endParaRPr lang="ar-SA"/>
              </a:p>
            </p:txBody>
          </p:sp>
          <p:sp>
            <p:nvSpPr>
              <p:cNvPr id="9256" name="شكل حر: شكل 10318">
                <a:extLst>
                  <a:ext uri="{FF2B5EF4-FFF2-40B4-BE49-F238E27FC236}">
                    <a16:creationId xmlns:a16="http://schemas.microsoft.com/office/drawing/2014/main" id="{013CE070-779A-0CCD-8894-EABDF1219CD6}"/>
                  </a:ext>
                </a:extLst>
              </p:cNvPr>
              <p:cNvSpPr/>
              <p:nvPr/>
            </p:nvSpPr>
            <p:spPr>
              <a:xfrm>
                <a:off x="11166654" y="4991934"/>
                <a:ext cx="87702" cy="93012"/>
              </a:xfrm>
              <a:custGeom>
                <a:avLst/>
                <a:gdLst>
                  <a:gd name="connsiteX0" fmla="*/ 0 w 87702"/>
                  <a:gd name="connsiteY0" fmla="*/ 0 h 93012"/>
                  <a:gd name="connsiteX1" fmla="*/ 68665 w 87702"/>
                  <a:gd name="connsiteY1" fmla="*/ 0 h 93012"/>
                  <a:gd name="connsiteX2" fmla="*/ 87702 w 87702"/>
                  <a:gd name="connsiteY2" fmla="*/ 19037 h 93012"/>
                  <a:gd name="connsiteX3" fmla="*/ 87702 w 87702"/>
                  <a:gd name="connsiteY3" fmla="*/ 93012 h 93012"/>
                </a:gdLst>
                <a:ahLst/>
                <a:cxnLst>
                  <a:cxn ang="0">
                    <a:pos x="connsiteX0" y="connsiteY0"/>
                  </a:cxn>
                  <a:cxn ang="0">
                    <a:pos x="connsiteX1" y="connsiteY1"/>
                  </a:cxn>
                  <a:cxn ang="0">
                    <a:pos x="connsiteX2" y="connsiteY2"/>
                  </a:cxn>
                  <a:cxn ang="0">
                    <a:pos x="connsiteX3" y="connsiteY3"/>
                  </a:cxn>
                </a:cxnLst>
                <a:rect l="l" t="t" r="r" b="b"/>
                <a:pathLst>
                  <a:path w="87702" h="93012">
                    <a:moveTo>
                      <a:pt x="0" y="0"/>
                    </a:moveTo>
                    <a:lnTo>
                      <a:pt x="68665" y="0"/>
                    </a:lnTo>
                    <a:cubicBezTo>
                      <a:pt x="79172" y="0"/>
                      <a:pt x="87702" y="8530"/>
                      <a:pt x="87702" y="19037"/>
                    </a:cubicBezTo>
                    <a:lnTo>
                      <a:pt x="87702" y="93012"/>
                    </a:lnTo>
                  </a:path>
                </a:pathLst>
              </a:custGeom>
              <a:noFill/>
              <a:ln w="8472" cap="flat">
                <a:solidFill>
                  <a:srgbClr val="17A3A3"/>
                </a:solidFill>
                <a:prstDash val="solid"/>
                <a:miter/>
              </a:ln>
            </p:spPr>
            <p:txBody>
              <a:bodyPr rtlCol="1" anchor="ctr"/>
              <a:lstStyle/>
              <a:p>
                <a:endParaRPr lang="ar-SA"/>
              </a:p>
            </p:txBody>
          </p:sp>
          <p:sp>
            <p:nvSpPr>
              <p:cNvPr id="9257" name="شكل حر: شكل 10319">
                <a:extLst>
                  <a:ext uri="{FF2B5EF4-FFF2-40B4-BE49-F238E27FC236}">
                    <a16:creationId xmlns:a16="http://schemas.microsoft.com/office/drawing/2014/main" id="{77EA86B0-2E30-DE31-21B0-B0C44F5B0BCF}"/>
                  </a:ext>
                </a:extLst>
              </p:cNvPr>
              <p:cNvSpPr/>
              <p:nvPr/>
            </p:nvSpPr>
            <p:spPr>
              <a:xfrm>
                <a:off x="11198628" y="4991934"/>
                <a:ext cx="2824" cy="33951"/>
              </a:xfrm>
              <a:custGeom>
                <a:avLst/>
                <a:gdLst>
                  <a:gd name="connsiteX0" fmla="*/ 0 w 2824"/>
                  <a:gd name="connsiteY0" fmla="*/ 0 h 33951"/>
                  <a:gd name="connsiteX1" fmla="*/ 0 w 2824"/>
                  <a:gd name="connsiteY1" fmla="*/ 33951 h 33951"/>
                </a:gdLst>
                <a:ahLst/>
                <a:cxnLst>
                  <a:cxn ang="0">
                    <a:pos x="connsiteX0" y="connsiteY0"/>
                  </a:cxn>
                  <a:cxn ang="0">
                    <a:pos x="connsiteX1" y="connsiteY1"/>
                  </a:cxn>
                </a:cxnLst>
                <a:rect l="l" t="t" r="r" b="b"/>
                <a:pathLst>
                  <a:path w="2824" h="33951">
                    <a:moveTo>
                      <a:pt x="0" y="0"/>
                    </a:moveTo>
                    <a:lnTo>
                      <a:pt x="0" y="33951"/>
                    </a:lnTo>
                  </a:path>
                </a:pathLst>
              </a:custGeom>
              <a:ln w="8472" cap="flat">
                <a:solidFill>
                  <a:srgbClr val="17A3A3"/>
                </a:solidFill>
                <a:prstDash val="solid"/>
                <a:miter/>
              </a:ln>
            </p:spPr>
            <p:txBody>
              <a:bodyPr rtlCol="1" anchor="ctr"/>
              <a:lstStyle/>
              <a:p>
                <a:endParaRPr lang="ar-SA"/>
              </a:p>
            </p:txBody>
          </p:sp>
        </p:grpSp>
        <p:grpSp>
          <p:nvGrpSpPr>
            <p:cNvPr id="9249" name="رسم 8014">
              <a:extLst>
                <a:ext uri="{FF2B5EF4-FFF2-40B4-BE49-F238E27FC236}">
                  <a16:creationId xmlns:a16="http://schemas.microsoft.com/office/drawing/2014/main" id="{FF704E81-36F6-0A79-D575-5ED532E694E7}"/>
                </a:ext>
              </a:extLst>
            </p:cNvPr>
            <p:cNvGrpSpPr/>
            <p:nvPr/>
          </p:nvGrpSpPr>
          <p:grpSpPr>
            <a:xfrm>
              <a:off x="10934872" y="4906251"/>
              <a:ext cx="94009" cy="178724"/>
              <a:chOff x="10934872" y="4906251"/>
              <a:chExt cx="94009" cy="178724"/>
            </a:xfrm>
            <a:noFill/>
          </p:grpSpPr>
          <p:sp>
            <p:nvSpPr>
              <p:cNvPr id="9250" name="شكل حر: شكل 10321">
                <a:extLst>
                  <a:ext uri="{FF2B5EF4-FFF2-40B4-BE49-F238E27FC236}">
                    <a16:creationId xmlns:a16="http://schemas.microsoft.com/office/drawing/2014/main" id="{DA3A5B7A-4C23-4F3E-0AFC-C8A00FC5AC18}"/>
                  </a:ext>
                </a:extLst>
              </p:cNvPr>
              <p:cNvSpPr/>
              <p:nvPr/>
            </p:nvSpPr>
            <p:spPr>
              <a:xfrm>
                <a:off x="10958655" y="5033455"/>
                <a:ext cx="2824" cy="51519"/>
              </a:xfrm>
              <a:custGeom>
                <a:avLst/>
                <a:gdLst>
                  <a:gd name="connsiteX0" fmla="*/ 0 w 2824"/>
                  <a:gd name="connsiteY0" fmla="*/ 0 h 51519"/>
                  <a:gd name="connsiteX1" fmla="*/ 0 w 2824"/>
                  <a:gd name="connsiteY1" fmla="*/ 51520 h 51519"/>
                </a:gdLst>
                <a:ahLst/>
                <a:cxnLst>
                  <a:cxn ang="0">
                    <a:pos x="connsiteX0" y="connsiteY0"/>
                  </a:cxn>
                  <a:cxn ang="0">
                    <a:pos x="connsiteX1" y="connsiteY1"/>
                  </a:cxn>
                </a:cxnLst>
                <a:rect l="l" t="t" r="r" b="b"/>
                <a:pathLst>
                  <a:path w="2824" h="51519">
                    <a:moveTo>
                      <a:pt x="0" y="0"/>
                    </a:moveTo>
                    <a:lnTo>
                      <a:pt x="0" y="51520"/>
                    </a:lnTo>
                  </a:path>
                </a:pathLst>
              </a:custGeom>
              <a:ln w="8472" cap="flat">
                <a:solidFill>
                  <a:srgbClr val="17A3A3"/>
                </a:solidFill>
                <a:prstDash val="solid"/>
                <a:miter/>
              </a:ln>
            </p:spPr>
            <p:txBody>
              <a:bodyPr rtlCol="1" anchor="ctr"/>
              <a:lstStyle/>
              <a:p>
                <a:endParaRPr lang="ar-SA"/>
              </a:p>
            </p:txBody>
          </p:sp>
          <p:sp>
            <p:nvSpPr>
              <p:cNvPr id="9251" name="شكل حر: شكل 10322">
                <a:extLst>
                  <a:ext uri="{FF2B5EF4-FFF2-40B4-BE49-F238E27FC236}">
                    <a16:creationId xmlns:a16="http://schemas.microsoft.com/office/drawing/2014/main" id="{6E3377B2-CD36-AED9-C28D-6DA45CCD03EC}"/>
                  </a:ext>
                </a:extLst>
              </p:cNvPr>
              <p:cNvSpPr/>
              <p:nvPr/>
            </p:nvSpPr>
            <p:spPr>
              <a:xfrm rot="-1349998">
                <a:off x="10961321" y="4915230"/>
                <a:ext cx="58581" cy="58581"/>
              </a:xfrm>
              <a:custGeom>
                <a:avLst/>
                <a:gdLst>
                  <a:gd name="connsiteX0" fmla="*/ 58581 w 58581"/>
                  <a:gd name="connsiteY0" fmla="*/ 29291 h 58581"/>
                  <a:gd name="connsiteX1" fmla="*/ 29290 w 58581"/>
                  <a:gd name="connsiteY1" fmla="*/ 58581 h 58581"/>
                  <a:gd name="connsiteX2" fmla="*/ -1 w 58581"/>
                  <a:gd name="connsiteY2" fmla="*/ 29291 h 58581"/>
                  <a:gd name="connsiteX3" fmla="*/ 29290 w 58581"/>
                  <a:gd name="connsiteY3" fmla="*/ 0 h 58581"/>
                  <a:gd name="connsiteX4" fmla="*/ 58581 w 58581"/>
                  <a:gd name="connsiteY4" fmla="*/ 29291 h 58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581" h="58581">
                    <a:moveTo>
                      <a:pt x="58581" y="29291"/>
                    </a:moveTo>
                    <a:cubicBezTo>
                      <a:pt x="58581" y="45467"/>
                      <a:pt x="45467" y="58581"/>
                      <a:pt x="29290" y="58581"/>
                    </a:cubicBezTo>
                    <a:cubicBezTo>
                      <a:pt x="13113" y="58581"/>
                      <a:pt x="-1" y="45467"/>
                      <a:pt x="-1" y="29291"/>
                    </a:cubicBezTo>
                    <a:cubicBezTo>
                      <a:pt x="-1" y="13114"/>
                      <a:pt x="13113" y="0"/>
                      <a:pt x="29290" y="0"/>
                    </a:cubicBezTo>
                    <a:cubicBezTo>
                      <a:pt x="45467" y="0"/>
                      <a:pt x="58581" y="13114"/>
                      <a:pt x="58581" y="29291"/>
                    </a:cubicBezTo>
                    <a:close/>
                  </a:path>
                </a:pathLst>
              </a:custGeom>
              <a:noFill/>
              <a:ln w="8472" cap="flat">
                <a:solidFill>
                  <a:srgbClr val="17A3A3"/>
                </a:solidFill>
                <a:prstDash val="solid"/>
                <a:miter/>
              </a:ln>
            </p:spPr>
            <p:txBody>
              <a:bodyPr rtlCol="1" anchor="ctr"/>
              <a:lstStyle/>
              <a:p>
                <a:endParaRPr lang="ar-SA"/>
              </a:p>
            </p:txBody>
          </p:sp>
          <p:sp>
            <p:nvSpPr>
              <p:cNvPr id="9252" name="شكل حر: شكل 10323">
                <a:extLst>
                  <a:ext uri="{FF2B5EF4-FFF2-40B4-BE49-F238E27FC236}">
                    <a16:creationId xmlns:a16="http://schemas.microsoft.com/office/drawing/2014/main" id="{12BF4B78-D677-E85B-683D-D202819F9F2B}"/>
                  </a:ext>
                </a:extLst>
              </p:cNvPr>
              <p:cNvSpPr/>
              <p:nvPr/>
            </p:nvSpPr>
            <p:spPr>
              <a:xfrm>
                <a:off x="10934872" y="4991962"/>
                <a:ext cx="90413" cy="93012"/>
              </a:xfrm>
              <a:custGeom>
                <a:avLst/>
                <a:gdLst>
                  <a:gd name="connsiteX0" fmla="*/ 0 w 90413"/>
                  <a:gd name="connsiteY0" fmla="*/ 93012 h 93012"/>
                  <a:gd name="connsiteX1" fmla="*/ 0 w 90413"/>
                  <a:gd name="connsiteY1" fmla="*/ 19037 h 93012"/>
                  <a:gd name="connsiteX2" fmla="*/ 19037 w 90413"/>
                  <a:gd name="connsiteY2" fmla="*/ 0 h 93012"/>
                  <a:gd name="connsiteX3" fmla="*/ 90414 w 90413"/>
                  <a:gd name="connsiteY3" fmla="*/ 0 h 93012"/>
                </a:gdLst>
                <a:ahLst/>
                <a:cxnLst>
                  <a:cxn ang="0">
                    <a:pos x="connsiteX0" y="connsiteY0"/>
                  </a:cxn>
                  <a:cxn ang="0">
                    <a:pos x="connsiteX1" y="connsiteY1"/>
                  </a:cxn>
                  <a:cxn ang="0">
                    <a:pos x="connsiteX2" y="connsiteY2"/>
                  </a:cxn>
                  <a:cxn ang="0">
                    <a:pos x="connsiteX3" y="connsiteY3"/>
                  </a:cxn>
                </a:cxnLst>
                <a:rect l="l" t="t" r="r" b="b"/>
                <a:pathLst>
                  <a:path w="90413" h="93012">
                    <a:moveTo>
                      <a:pt x="0" y="93012"/>
                    </a:moveTo>
                    <a:lnTo>
                      <a:pt x="0" y="19037"/>
                    </a:lnTo>
                    <a:cubicBezTo>
                      <a:pt x="0" y="8530"/>
                      <a:pt x="8530" y="0"/>
                      <a:pt x="19037" y="0"/>
                    </a:cubicBezTo>
                    <a:lnTo>
                      <a:pt x="90414" y="0"/>
                    </a:lnTo>
                  </a:path>
                </a:pathLst>
              </a:custGeom>
              <a:noFill/>
              <a:ln w="8472" cap="flat">
                <a:solidFill>
                  <a:srgbClr val="17A3A3"/>
                </a:solidFill>
                <a:prstDash val="solid"/>
                <a:miter/>
              </a:ln>
            </p:spPr>
            <p:txBody>
              <a:bodyPr rtlCol="1" anchor="ctr"/>
              <a:lstStyle/>
              <a:p>
                <a:endParaRPr lang="ar-SA"/>
              </a:p>
            </p:txBody>
          </p:sp>
          <p:sp>
            <p:nvSpPr>
              <p:cNvPr id="9253" name="شكل حر: شكل 10324">
                <a:extLst>
                  <a:ext uri="{FF2B5EF4-FFF2-40B4-BE49-F238E27FC236}">
                    <a16:creationId xmlns:a16="http://schemas.microsoft.com/office/drawing/2014/main" id="{1B074D78-EF85-CDAD-AA02-0D4A4EF1D458}"/>
                  </a:ext>
                </a:extLst>
              </p:cNvPr>
              <p:cNvSpPr/>
              <p:nvPr/>
            </p:nvSpPr>
            <p:spPr>
              <a:xfrm>
                <a:off x="10990600" y="4991934"/>
                <a:ext cx="2824" cy="33951"/>
              </a:xfrm>
              <a:custGeom>
                <a:avLst/>
                <a:gdLst>
                  <a:gd name="connsiteX0" fmla="*/ 0 w 2824"/>
                  <a:gd name="connsiteY0" fmla="*/ 0 h 33951"/>
                  <a:gd name="connsiteX1" fmla="*/ 0 w 2824"/>
                  <a:gd name="connsiteY1" fmla="*/ 33951 h 33951"/>
                </a:gdLst>
                <a:ahLst/>
                <a:cxnLst>
                  <a:cxn ang="0">
                    <a:pos x="connsiteX0" y="connsiteY0"/>
                  </a:cxn>
                  <a:cxn ang="0">
                    <a:pos x="connsiteX1" y="connsiteY1"/>
                  </a:cxn>
                </a:cxnLst>
                <a:rect l="l" t="t" r="r" b="b"/>
                <a:pathLst>
                  <a:path w="2824" h="33951">
                    <a:moveTo>
                      <a:pt x="0" y="0"/>
                    </a:moveTo>
                    <a:lnTo>
                      <a:pt x="0" y="33951"/>
                    </a:lnTo>
                  </a:path>
                </a:pathLst>
              </a:custGeom>
              <a:ln w="8472" cap="flat">
                <a:solidFill>
                  <a:srgbClr val="17A3A3"/>
                </a:solidFill>
                <a:prstDash val="solid"/>
                <a:miter/>
              </a:ln>
            </p:spPr>
            <p:txBody>
              <a:bodyPr rtlCol="1" anchor="ctr"/>
              <a:lstStyle/>
              <a:p>
                <a:endParaRPr lang="ar-SA"/>
              </a:p>
            </p:txBody>
          </p:sp>
        </p:grpSp>
      </p:grpSp>
      <p:grpSp>
        <p:nvGrpSpPr>
          <p:cNvPr id="9263" name="رسم 8014">
            <a:extLst>
              <a:ext uri="{FF2B5EF4-FFF2-40B4-BE49-F238E27FC236}">
                <a16:creationId xmlns:a16="http://schemas.microsoft.com/office/drawing/2014/main" id="{A2CBE8AF-C54B-6326-F64E-E5104024EF7E}"/>
              </a:ext>
            </a:extLst>
          </p:cNvPr>
          <p:cNvGrpSpPr/>
          <p:nvPr/>
        </p:nvGrpSpPr>
        <p:grpSpPr>
          <a:xfrm>
            <a:off x="9903029" y="4449483"/>
            <a:ext cx="294601" cy="293981"/>
            <a:chOff x="10918518" y="3829801"/>
            <a:chExt cx="352136" cy="372982"/>
          </a:xfrm>
          <a:noFill/>
        </p:grpSpPr>
        <p:grpSp>
          <p:nvGrpSpPr>
            <p:cNvPr id="9264" name="رسم 8014">
              <a:extLst>
                <a:ext uri="{FF2B5EF4-FFF2-40B4-BE49-F238E27FC236}">
                  <a16:creationId xmlns:a16="http://schemas.microsoft.com/office/drawing/2014/main" id="{5B08510C-B4A4-6F89-127D-056E4BA0F196}"/>
                </a:ext>
              </a:extLst>
            </p:cNvPr>
            <p:cNvGrpSpPr/>
            <p:nvPr/>
          </p:nvGrpSpPr>
          <p:grpSpPr>
            <a:xfrm>
              <a:off x="11115812" y="3861268"/>
              <a:ext cx="36238" cy="95413"/>
              <a:chOff x="11115812" y="3861268"/>
              <a:chExt cx="36238" cy="95413"/>
            </a:xfrm>
          </p:grpSpPr>
          <p:sp>
            <p:nvSpPr>
              <p:cNvPr id="9281" name="شكل حر: شكل 10327">
                <a:extLst>
                  <a:ext uri="{FF2B5EF4-FFF2-40B4-BE49-F238E27FC236}">
                    <a16:creationId xmlns:a16="http://schemas.microsoft.com/office/drawing/2014/main" id="{499C672B-95F2-0014-4C48-33373FCAA8F4}"/>
                  </a:ext>
                </a:extLst>
              </p:cNvPr>
              <p:cNvSpPr/>
              <p:nvPr/>
            </p:nvSpPr>
            <p:spPr>
              <a:xfrm>
                <a:off x="11115812" y="3908947"/>
                <a:ext cx="27482" cy="2824"/>
              </a:xfrm>
              <a:custGeom>
                <a:avLst/>
                <a:gdLst>
                  <a:gd name="connsiteX0" fmla="*/ 27483 w 27482"/>
                  <a:gd name="connsiteY0" fmla="*/ 0 h 2824"/>
                  <a:gd name="connsiteX1" fmla="*/ 0 w 27482"/>
                  <a:gd name="connsiteY1" fmla="*/ 0 h 2824"/>
                </a:gdLst>
                <a:ahLst/>
                <a:cxnLst>
                  <a:cxn ang="0">
                    <a:pos x="connsiteX0" y="connsiteY0"/>
                  </a:cxn>
                  <a:cxn ang="0">
                    <a:pos x="connsiteX1" y="connsiteY1"/>
                  </a:cxn>
                </a:cxnLst>
                <a:rect l="l" t="t" r="r" b="b"/>
                <a:pathLst>
                  <a:path w="27482" h="2824">
                    <a:moveTo>
                      <a:pt x="27483" y="0"/>
                    </a:moveTo>
                    <a:lnTo>
                      <a:pt x="0" y="0"/>
                    </a:lnTo>
                  </a:path>
                </a:pathLst>
              </a:custGeom>
              <a:ln w="8472" cap="flat">
                <a:solidFill>
                  <a:srgbClr val="01355A"/>
                </a:solidFill>
                <a:prstDash val="solid"/>
                <a:miter/>
              </a:ln>
            </p:spPr>
            <p:txBody>
              <a:bodyPr rtlCol="1" anchor="ctr"/>
              <a:lstStyle/>
              <a:p>
                <a:endParaRPr lang="ar-SA"/>
              </a:p>
            </p:txBody>
          </p:sp>
          <p:sp>
            <p:nvSpPr>
              <p:cNvPr id="9282" name="شكل حر: شكل 10328">
                <a:extLst>
                  <a:ext uri="{FF2B5EF4-FFF2-40B4-BE49-F238E27FC236}">
                    <a16:creationId xmlns:a16="http://schemas.microsoft.com/office/drawing/2014/main" id="{87835089-3C7A-4EB1-C71B-9AB0A48C5138}"/>
                  </a:ext>
                </a:extLst>
              </p:cNvPr>
              <p:cNvSpPr/>
              <p:nvPr/>
            </p:nvSpPr>
            <p:spPr>
              <a:xfrm>
                <a:off x="11122139" y="3946569"/>
                <a:ext cx="27793" cy="10111"/>
              </a:xfrm>
              <a:custGeom>
                <a:avLst/>
                <a:gdLst>
                  <a:gd name="connsiteX0" fmla="*/ 27794 w 27793"/>
                  <a:gd name="connsiteY0" fmla="*/ 0 h 10111"/>
                  <a:gd name="connsiteX1" fmla="*/ 0 w 27793"/>
                  <a:gd name="connsiteY1" fmla="*/ 10112 h 10111"/>
                </a:gdLst>
                <a:ahLst/>
                <a:cxnLst>
                  <a:cxn ang="0">
                    <a:pos x="connsiteX0" y="connsiteY0"/>
                  </a:cxn>
                  <a:cxn ang="0">
                    <a:pos x="connsiteX1" y="connsiteY1"/>
                  </a:cxn>
                </a:cxnLst>
                <a:rect l="l" t="t" r="r" b="b"/>
                <a:pathLst>
                  <a:path w="27793" h="10111">
                    <a:moveTo>
                      <a:pt x="27794" y="0"/>
                    </a:moveTo>
                    <a:lnTo>
                      <a:pt x="0" y="10112"/>
                    </a:lnTo>
                  </a:path>
                </a:pathLst>
              </a:custGeom>
              <a:ln w="8472" cap="flat">
                <a:solidFill>
                  <a:srgbClr val="01355A"/>
                </a:solidFill>
                <a:prstDash val="solid"/>
                <a:miter/>
              </a:ln>
            </p:spPr>
            <p:txBody>
              <a:bodyPr rtlCol="1" anchor="ctr"/>
              <a:lstStyle/>
              <a:p>
                <a:endParaRPr lang="ar-SA"/>
              </a:p>
            </p:txBody>
          </p:sp>
          <p:sp>
            <p:nvSpPr>
              <p:cNvPr id="9283" name="شكل حر: شكل 10329">
                <a:extLst>
                  <a:ext uri="{FF2B5EF4-FFF2-40B4-BE49-F238E27FC236}">
                    <a16:creationId xmlns:a16="http://schemas.microsoft.com/office/drawing/2014/main" id="{0B5749F0-C893-E1E6-5148-94EC88A56292}"/>
                  </a:ext>
                </a:extLst>
              </p:cNvPr>
              <p:cNvSpPr/>
              <p:nvPr/>
            </p:nvSpPr>
            <p:spPr>
              <a:xfrm>
                <a:off x="11124455" y="3861268"/>
                <a:ext cx="27595" cy="10055"/>
              </a:xfrm>
              <a:custGeom>
                <a:avLst/>
                <a:gdLst>
                  <a:gd name="connsiteX0" fmla="*/ 27596 w 27595"/>
                  <a:gd name="connsiteY0" fmla="*/ 10055 h 10055"/>
                  <a:gd name="connsiteX1" fmla="*/ 0 w 27595"/>
                  <a:gd name="connsiteY1" fmla="*/ 0 h 10055"/>
                </a:gdLst>
                <a:ahLst/>
                <a:cxnLst>
                  <a:cxn ang="0">
                    <a:pos x="connsiteX0" y="connsiteY0"/>
                  </a:cxn>
                  <a:cxn ang="0">
                    <a:pos x="connsiteX1" y="connsiteY1"/>
                  </a:cxn>
                </a:cxnLst>
                <a:rect l="l" t="t" r="r" b="b"/>
                <a:pathLst>
                  <a:path w="27595" h="10055">
                    <a:moveTo>
                      <a:pt x="27596" y="10055"/>
                    </a:moveTo>
                    <a:lnTo>
                      <a:pt x="0" y="0"/>
                    </a:lnTo>
                  </a:path>
                </a:pathLst>
              </a:custGeom>
              <a:ln w="8472" cap="flat">
                <a:solidFill>
                  <a:srgbClr val="01355A"/>
                </a:solidFill>
                <a:prstDash val="solid"/>
                <a:miter/>
              </a:ln>
            </p:spPr>
            <p:txBody>
              <a:bodyPr rtlCol="1" anchor="ctr"/>
              <a:lstStyle/>
              <a:p>
                <a:endParaRPr lang="ar-SA"/>
              </a:p>
            </p:txBody>
          </p:sp>
        </p:grpSp>
        <p:grpSp>
          <p:nvGrpSpPr>
            <p:cNvPr id="9265" name="رسم 8014">
              <a:extLst>
                <a:ext uri="{FF2B5EF4-FFF2-40B4-BE49-F238E27FC236}">
                  <a16:creationId xmlns:a16="http://schemas.microsoft.com/office/drawing/2014/main" id="{DA4903DE-5CE4-D90D-D360-754916FBABFA}"/>
                </a:ext>
              </a:extLst>
            </p:cNvPr>
            <p:cNvGrpSpPr/>
            <p:nvPr/>
          </p:nvGrpSpPr>
          <p:grpSpPr>
            <a:xfrm>
              <a:off x="10918546" y="4103106"/>
              <a:ext cx="138458" cy="97898"/>
              <a:chOff x="10918546" y="4103106"/>
              <a:chExt cx="138458" cy="97898"/>
            </a:xfrm>
            <a:noFill/>
          </p:grpSpPr>
          <p:sp>
            <p:nvSpPr>
              <p:cNvPr id="9276" name="شكل حر: شكل 10331">
                <a:extLst>
                  <a:ext uri="{FF2B5EF4-FFF2-40B4-BE49-F238E27FC236}">
                    <a16:creationId xmlns:a16="http://schemas.microsoft.com/office/drawing/2014/main" id="{74D2F58B-A19F-2240-48E2-2F19C5B3EC2B}"/>
                  </a:ext>
                </a:extLst>
              </p:cNvPr>
              <p:cNvSpPr/>
              <p:nvPr/>
            </p:nvSpPr>
            <p:spPr>
              <a:xfrm>
                <a:off x="10987776" y="4103106"/>
                <a:ext cx="2824" cy="72647"/>
              </a:xfrm>
              <a:custGeom>
                <a:avLst/>
                <a:gdLst>
                  <a:gd name="connsiteX0" fmla="*/ 0 w 2824"/>
                  <a:gd name="connsiteY0" fmla="*/ 0 h 72647"/>
                  <a:gd name="connsiteX1" fmla="*/ 0 w 2824"/>
                  <a:gd name="connsiteY1" fmla="*/ 72647 h 72647"/>
                </a:gdLst>
                <a:ahLst/>
                <a:cxnLst>
                  <a:cxn ang="0">
                    <a:pos x="connsiteX0" y="connsiteY0"/>
                  </a:cxn>
                  <a:cxn ang="0">
                    <a:pos x="connsiteX1" y="connsiteY1"/>
                  </a:cxn>
                </a:cxnLst>
                <a:rect l="l" t="t" r="r" b="b"/>
                <a:pathLst>
                  <a:path w="2824" h="72647">
                    <a:moveTo>
                      <a:pt x="0" y="0"/>
                    </a:moveTo>
                    <a:lnTo>
                      <a:pt x="0" y="72647"/>
                    </a:lnTo>
                  </a:path>
                </a:pathLst>
              </a:custGeom>
              <a:ln w="8472" cap="flat">
                <a:solidFill>
                  <a:srgbClr val="01355A"/>
                </a:solidFill>
                <a:prstDash val="solid"/>
                <a:miter/>
              </a:ln>
            </p:spPr>
            <p:txBody>
              <a:bodyPr rtlCol="1" anchor="ctr"/>
              <a:lstStyle/>
              <a:p>
                <a:endParaRPr lang="ar-SA"/>
              </a:p>
            </p:txBody>
          </p:sp>
          <p:sp>
            <p:nvSpPr>
              <p:cNvPr id="9277" name="شكل حر: شكل 10332">
                <a:extLst>
                  <a:ext uri="{FF2B5EF4-FFF2-40B4-BE49-F238E27FC236}">
                    <a16:creationId xmlns:a16="http://schemas.microsoft.com/office/drawing/2014/main" id="{1566421C-8D55-4A56-3CBE-B26F8B2214CE}"/>
                  </a:ext>
                </a:extLst>
              </p:cNvPr>
              <p:cNvSpPr/>
              <p:nvPr/>
            </p:nvSpPr>
            <p:spPr>
              <a:xfrm>
                <a:off x="10931144" y="4139430"/>
                <a:ext cx="113235" cy="36323"/>
              </a:xfrm>
              <a:custGeom>
                <a:avLst/>
                <a:gdLst>
                  <a:gd name="connsiteX0" fmla="*/ 0 w 113235"/>
                  <a:gd name="connsiteY0" fmla="*/ 36324 h 36323"/>
                  <a:gd name="connsiteX1" fmla="*/ 0 w 113235"/>
                  <a:gd name="connsiteY1" fmla="*/ 29997 h 36323"/>
                  <a:gd name="connsiteX2" fmla="*/ 29996 w 113235"/>
                  <a:gd name="connsiteY2" fmla="*/ 0 h 36323"/>
                  <a:gd name="connsiteX3" fmla="*/ 83239 w 113235"/>
                  <a:gd name="connsiteY3" fmla="*/ 0 h 36323"/>
                  <a:gd name="connsiteX4" fmla="*/ 113236 w 113235"/>
                  <a:gd name="connsiteY4" fmla="*/ 29997 h 36323"/>
                  <a:gd name="connsiteX5" fmla="*/ 113236 w 113235"/>
                  <a:gd name="connsiteY5" fmla="*/ 36324 h 36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235" h="36323">
                    <a:moveTo>
                      <a:pt x="0" y="36324"/>
                    </a:moveTo>
                    <a:lnTo>
                      <a:pt x="0" y="29997"/>
                    </a:lnTo>
                    <a:cubicBezTo>
                      <a:pt x="0" y="13417"/>
                      <a:pt x="13445" y="0"/>
                      <a:pt x="29996" y="0"/>
                    </a:cubicBezTo>
                    <a:lnTo>
                      <a:pt x="83239" y="0"/>
                    </a:lnTo>
                    <a:cubicBezTo>
                      <a:pt x="99819" y="0"/>
                      <a:pt x="113236" y="13445"/>
                      <a:pt x="113236" y="29997"/>
                    </a:cubicBezTo>
                    <a:lnTo>
                      <a:pt x="113236" y="36324"/>
                    </a:lnTo>
                  </a:path>
                </a:pathLst>
              </a:custGeom>
              <a:noFill/>
              <a:ln w="8472" cap="flat">
                <a:solidFill>
                  <a:srgbClr val="01355A"/>
                </a:solidFill>
                <a:prstDash val="solid"/>
                <a:miter/>
              </a:ln>
            </p:spPr>
            <p:txBody>
              <a:bodyPr rtlCol="1" anchor="ctr"/>
              <a:lstStyle/>
              <a:p>
                <a:endParaRPr lang="ar-SA"/>
              </a:p>
            </p:txBody>
          </p:sp>
          <p:sp>
            <p:nvSpPr>
              <p:cNvPr id="9278" name="شكل حر: شكل 10333">
                <a:extLst>
                  <a:ext uri="{FF2B5EF4-FFF2-40B4-BE49-F238E27FC236}">
                    <a16:creationId xmlns:a16="http://schemas.microsoft.com/office/drawing/2014/main" id="{D090A7F1-6CAC-8F35-8C23-5B7A9B555CE7}"/>
                  </a:ext>
                </a:extLst>
              </p:cNvPr>
              <p:cNvSpPr/>
              <p:nvPr/>
            </p:nvSpPr>
            <p:spPr>
              <a:xfrm>
                <a:off x="10975150" y="4175753"/>
                <a:ext cx="25251" cy="25251"/>
              </a:xfrm>
              <a:custGeom>
                <a:avLst/>
                <a:gdLst>
                  <a:gd name="connsiteX0" fmla="*/ 25252 w 25251"/>
                  <a:gd name="connsiteY0" fmla="*/ 12626 h 25251"/>
                  <a:gd name="connsiteX1" fmla="*/ 12626 w 25251"/>
                  <a:gd name="connsiteY1" fmla="*/ 0 h 25251"/>
                  <a:gd name="connsiteX2" fmla="*/ 0 w 25251"/>
                  <a:gd name="connsiteY2" fmla="*/ 12626 h 25251"/>
                  <a:gd name="connsiteX3" fmla="*/ 12626 w 25251"/>
                  <a:gd name="connsiteY3" fmla="*/ 25251 h 25251"/>
                  <a:gd name="connsiteX4" fmla="*/ 25252 w 25251"/>
                  <a:gd name="connsiteY4" fmla="*/ 12626 h 25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1" h="25251">
                    <a:moveTo>
                      <a:pt x="25252" y="12626"/>
                    </a:moveTo>
                    <a:cubicBezTo>
                      <a:pt x="25252" y="5649"/>
                      <a:pt x="19603" y="0"/>
                      <a:pt x="12626" y="0"/>
                    </a:cubicBezTo>
                    <a:cubicBezTo>
                      <a:pt x="5649" y="0"/>
                      <a:pt x="0" y="5649"/>
                      <a:pt x="0" y="12626"/>
                    </a:cubicBezTo>
                    <a:cubicBezTo>
                      <a:pt x="0" y="19602"/>
                      <a:pt x="5649" y="25251"/>
                      <a:pt x="12626" y="25251"/>
                    </a:cubicBezTo>
                    <a:cubicBezTo>
                      <a:pt x="19603" y="25251"/>
                      <a:pt x="25252" y="19602"/>
                      <a:pt x="25252" y="12626"/>
                    </a:cubicBezTo>
                    <a:close/>
                  </a:path>
                </a:pathLst>
              </a:custGeom>
              <a:noFill/>
              <a:ln w="8472" cap="flat">
                <a:solidFill>
                  <a:srgbClr val="01355A"/>
                </a:solidFill>
                <a:prstDash val="solid"/>
                <a:miter/>
              </a:ln>
            </p:spPr>
            <p:txBody>
              <a:bodyPr rtlCol="1" anchor="ctr"/>
              <a:lstStyle/>
              <a:p>
                <a:endParaRPr lang="ar-SA"/>
              </a:p>
            </p:txBody>
          </p:sp>
          <p:sp>
            <p:nvSpPr>
              <p:cNvPr id="9279" name="شكل حر: شكل 10334">
                <a:extLst>
                  <a:ext uri="{FF2B5EF4-FFF2-40B4-BE49-F238E27FC236}">
                    <a16:creationId xmlns:a16="http://schemas.microsoft.com/office/drawing/2014/main" id="{1490B140-119B-0578-04D5-5F2E3867F7B6}"/>
                  </a:ext>
                </a:extLst>
              </p:cNvPr>
              <p:cNvSpPr/>
              <p:nvPr/>
            </p:nvSpPr>
            <p:spPr>
              <a:xfrm>
                <a:off x="11031754" y="4175753"/>
                <a:ext cx="25251" cy="25251"/>
              </a:xfrm>
              <a:custGeom>
                <a:avLst/>
                <a:gdLst>
                  <a:gd name="connsiteX0" fmla="*/ 25251 w 25251"/>
                  <a:gd name="connsiteY0" fmla="*/ 12626 h 25251"/>
                  <a:gd name="connsiteX1" fmla="*/ 12626 w 25251"/>
                  <a:gd name="connsiteY1" fmla="*/ 0 h 25251"/>
                  <a:gd name="connsiteX2" fmla="*/ 0 w 25251"/>
                  <a:gd name="connsiteY2" fmla="*/ 12626 h 25251"/>
                  <a:gd name="connsiteX3" fmla="*/ 12626 w 25251"/>
                  <a:gd name="connsiteY3" fmla="*/ 25251 h 25251"/>
                  <a:gd name="connsiteX4" fmla="*/ 25251 w 25251"/>
                  <a:gd name="connsiteY4" fmla="*/ 12626 h 25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1" h="25251">
                    <a:moveTo>
                      <a:pt x="25251" y="12626"/>
                    </a:moveTo>
                    <a:cubicBezTo>
                      <a:pt x="25251" y="5649"/>
                      <a:pt x="19602" y="0"/>
                      <a:pt x="12626" y="0"/>
                    </a:cubicBezTo>
                    <a:cubicBezTo>
                      <a:pt x="5649" y="0"/>
                      <a:pt x="0" y="5649"/>
                      <a:pt x="0" y="12626"/>
                    </a:cubicBezTo>
                    <a:cubicBezTo>
                      <a:pt x="0" y="19602"/>
                      <a:pt x="5649" y="25251"/>
                      <a:pt x="12626" y="25251"/>
                    </a:cubicBezTo>
                    <a:cubicBezTo>
                      <a:pt x="19602" y="25251"/>
                      <a:pt x="25251" y="19602"/>
                      <a:pt x="25251" y="12626"/>
                    </a:cubicBezTo>
                    <a:close/>
                  </a:path>
                </a:pathLst>
              </a:custGeom>
              <a:noFill/>
              <a:ln w="8472" cap="flat">
                <a:solidFill>
                  <a:srgbClr val="01355A"/>
                </a:solidFill>
                <a:prstDash val="solid"/>
                <a:miter/>
              </a:ln>
            </p:spPr>
            <p:txBody>
              <a:bodyPr rtlCol="1" anchor="ctr"/>
              <a:lstStyle/>
              <a:p>
                <a:endParaRPr lang="ar-SA"/>
              </a:p>
            </p:txBody>
          </p:sp>
          <p:sp>
            <p:nvSpPr>
              <p:cNvPr id="9280" name="شكل حر: شكل 10335">
                <a:extLst>
                  <a:ext uri="{FF2B5EF4-FFF2-40B4-BE49-F238E27FC236}">
                    <a16:creationId xmlns:a16="http://schemas.microsoft.com/office/drawing/2014/main" id="{AB7F98D7-89FC-3345-E7F2-84B06115C767}"/>
                  </a:ext>
                </a:extLst>
              </p:cNvPr>
              <p:cNvSpPr/>
              <p:nvPr/>
            </p:nvSpPr>
            <p:spPr>
              <a:xfrm>
                <a:off x="10918546" y="4175753"/>
                <a:ext cx="25251" cy="25251"/>
              </a:xfrm>
              <a:custGeom>
                <a:avLst/>
                <a:gdLst>
                  <a:gd name="connsiteX0" fmla="*/ 25251 w 25251"/>
                  <a:gd name="connsiteY0" fmla="*/ 12626 h 25251"/>
                  <a:gd name="connsiteX1" fmla="*/ 12626 w 25251"/>
                  <a:gd name="connsiteY1" fmla="*/ 0 h 25251"/>
                  <a:gd name="connsiteX2" fmla="*/ 0 w 25251"/>
                  <a:gd name="connsiteY2" fmla="*/ 12626 h 25251"/>
                  <a:gd name="connsiteX3" fmla="*/ 12626 w 25251"/>
                  <a:gd name="connsiteY3" fmla="*/ 25251 h 25251"/>
                  <a:gd name="connsiteX4" fmla="*/ 25251 w 25251"/>
                  <a:gd name="connsiteY4" fmla="*/ 12626 h 25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1" h="25251">
                    <a:moveTo>
                      <a:pt x="25251" y="12626"/>
                    </a:moveTo>
                    <a:cubicBezTo>
                      <a:pt x="25251" y="5649"/>
                      <a:pt x="19602" y="0"/>
                      <a:pt x="12626" y="0"/>
                    </a:cubicBezTo>
                    <a:cubicBezTo>
                      <a:pt x="5649" y="0"/>
                      <a:pt x="0" y="5649"/>
                      <a:pt x="0" y="12626"/>
                    </a:cubicBezTo>
                    <a:cubicBezTo>
                      <a:pt x="0" y="19602"/>
                      <a:pt x="5649" y="25251"/>
                      <a:pt x="12626" y="25251"/>
                    </a:cubicBezTo>
                    <a:cubicBezTo>
                      <a:pt x="19602" y="25251"/>
                      <a:pt x="25251" y="19602"/>
                      <a:pt x="25251" y="12626"/>
                    </a:cubicBezTo>
                    <a:close/>
                  </a:path>
                </a:pathLst>
              </a:custGeom>
              <a:noFill/>
              <a:ln w="8472" cap="flat">
                <a:solidFill>
                  <a:srgbClr val="01355A"/>
                </a:solidFill>
                <a:prstDash val="solid"/>
                <a:miter/>
              </a:ln>
            </p:spPr>
            <p:txBody>
              <a:bodyPr rtlCol="1" anchor="ctr"/>
              <a:lstStyle/>
              <a:p>
                <a:endParaRPr lang="ar-SA"/>
              </a:p>
            </p:txBody>
          </p:sp>
        </p:grpSp>
        <p:sp>
          <p:nvSpPr>
            <p:cNvPr id="9266" name="شكل حر: شكل 10336">
              <a:extLst>
                <a:ext uri="{FF2B5EF4-FFF2-40B4-BE49-F238E27FC236}">
                  <a16:creationId xmlns:a16="http://schemas.microsoft.com/office/drawing/2014/main" id="{D2C8BB58-06A2-E5AE-D974-A64B7A090E96}"/>
                </a:ext>
              </a:extLst>
            </p:cNvPr>
            <p:cNvSpPr/>
            <p:nvPr/>
          </p:nvSpPr>
          <p:spPr>
            <a:xfrm>
              <a:off x="10918518" y="3938294"/>
              <a:ext cx="123629" cy="164812"/>
            </a:xfrm>
            <a:custGeom>
              <a:avLst/>
              <a:gdLst>
                <a:gd name="connsiteX0" fmla="*/ 0 w 123629"/>
                <a:gd name="connsiteY0" fmla="*/ 0 h 164812"/>
                <a:gd name="connsiteX1" fmla="*/ 0 w 123629"/>
                <a:gd name="connsiteY1" fmla="*/ 136284 h 164812"/>
                <a:gd name="connsiteX2" fmla="*/ 28528 w 123629"/>
                <a:gd name="connsiteY2" fmla="*/ 164812 h 164812"/>
                <a:gd name="connsiteX3" fmla="*/ 123630 w 123629"/>
                <a:gd name="connsiteY3" fmla="*/ 164812 h 164812"/>
              </a:gdLst>
              <a:ahLst/>
              <a:cxnLst>
                <a:cxn ang="0">
                  <a:pos x="connsiteX0" y="connsiteY0"/>
                </a:cxn>
                <a:cxn ang="0">
                  <a:pos x="connsiteX1" y="connsiteY1"/>
                </a:cxn>
                <a:cxn ang="0">
                  <a:pos x="connsiteX2" y="connsiteY2"/>
                </a:cxn>
                <a:cxn ang="0">
                  <a:pos x="connsiteX3" y="connsiteY3"/>
                </a:cxn>
              </a:cxnLst>
              <a:rect l="l" t="t" r="r" b="b"/>
              <a:pathLst>
                <a:path w="123629" h="164812">
                  <a:moveTo>
                    <a:pt x="0" y="0"/>
                  </a:moveTo>
                  <a:lnTo>
                    <a:pt x="0" y="136284"/>
                  </a:lnTo>
                  <a:cubicBezTo>
                    <a:pt x="0" y="152045"/>
                    <a:pt x="12766" y="164812"/>
                    <a:pt x="28528" y="164812"/>
                  </a:cubicBezTo>
                  <a:lnTo>
                    <a:pt x="123630" y="164812"/>
                  </a:lnTo>
                </a:path>
              </a:pathLst>
            </a:custGeom>
            <a:noFill/>
            <a:ln w="8472" cap="flat">
              <a:solidFill>
                <a:srgbClr val="01355A"/>
              </a:solidFill>
              <a:prstDash val="solid"/>
              <a:miter/>
            </a:ln>
          </p:spPr>
          <p:txBody>
            <a:bodyPr rtlCol="1" anchor="ctr"/>
            <a:lstStyle/>
            <a:p>
              <a:endParaRPr lang="ar-SA"/>
            </a:p>
          </p:txBody>
        </p:sp>
        <p:sp>
          <p:nvSpPr>
            <p:cNvPr id="9267" name="شكل حر: شكل 10337">
              <a:extLst>
                <a:ext uri="{FF2B5EF4-FFF2-40B4-BE49-F238E27FC236}">
                  <a16:creationId xmlns:a16="http://schemas.microsoft.com/office/drawing/2014/main" id="{543DC863-B956-84B3-6958-5F413739F3A1}"/>
                </a:ext>
              </a:extLst>
            </p:cNvPr>
            <p:cNvSpPr/>
            <p:nvPr/>
          </p:nvSpPr>
          <p:spPr>
            <a:xfrm rot="-4603200">
              <a:off x="10958723" y="3837529"/>
              <a:ext cx="76149" cy="76149"/>
            </a:xfrm>
            <a:custGeom>
              <a:avLst/>
              <a:gdLst>
                <a:gd name="connsiteX0" fmla="*/ 76149 w 76149"/>
                <a:gd name="connsiteY0" fmla="*/ 38075 h 76149"/>
                <a:gd name="connsiteX1" fmla="*/ 38075 w 76149"/>
                <a:gd name="connsiteY1" fmla="*/ 76150 h 76149"/>
                <a:gd name="connsiteX2" fmla="*/ 0 w 76149"/>
                <a:gd name="connsiteY2" fmla="*/ 38075 h 76149"/>
                <a:gd name="connsiteX3" fmla="*/ 38075 w 76149"/>
                <a:gd name="connsiteY3" fmla="*/ 0 h 76149"/>
                <a:gd name="connsiteX4" fmla="*/ 76149 w 76149"/>
                <a:gd name="connsiteY4" fmla="*/ 38075 h 76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49" h="76149">
                  <a:moveTo>
                    <a:pt x="76149" y="38075"/>
                  </a:moveTo>
                  <a:cubicBezTo>
                    <a:pt x="76149" y="59103"/>
                    <a:pt x="59103" y="76150"/>
                    <a:pt x="38075" y="76150"/>
                  </a:cubicBezTo>
                  <a:cubicBezTo>
                    <a:pt x="17046" y="76150"/>
                    <a:pt x="0" y="59103"/>
                    <a:pt x="0" y="38075"/>
                  </a:cubicBezTo>
                  <a:cubicBezTo>
                    <a:pt x="0" y="17046"/>
                    <a:pt x="17046" y="0"/>
                    <a:pt x="38075" y="0"/>
                  </a:cubicBezTo>
                  <a:cubicBezTo>
                    <a:pt x="59103" y="0"/>
                    <a:pt x="76149" y="17046"/>
                    <a:pt x="76149" y="38075"/>
                  </a:cubicBezTo>
                  <a:close/>
                </a:path>
              </a:pathLst>
            </a:custGeom>
            <a:noFill/>
            <a:ln w="8472" cap="flat">
              <a:solidFill>
                <a:srgbClr val="17A3A3"/>
              </a:solidFill>
              <a:prstDash val="solid"/>
              <a:miter/>
            </a:ln>
          </p:spPr>
          <p:txBody>
            <a:bodyPr rtlCol="1" anchor="ctr"/>
            <a:lstStyle/>
            <a:p>
              <a:endParaRPr lang="ar-SA"/>
            </a:p>
          </p:txBody>
        </p:sp>
        <p:sp>
          <p:nvSpPr>
            <p:cNvPr id="9268" name="شكل حر: شكل 10338">
              <a:extLst>
                <a:ext uri="{FF2B5EF4-FFF2-40B4-BE49-F238E27FC236}">
                  <a16:creationId xmlns:a16="http://schemas.microsoft.com/office/drawing/2014/main" id="{76067B0D-A062-58ED-5439-98480FBEDB0C}"/>
                </a:ext>
              </a:extLst>
            </p:cNvPr>
            <p:cNvSpPr/>
            <p:nvPr/>
          </p:nvSpPr>
          <p:spPr>
            <a:xfrm>
              <a:off x="10952243" y="3938265"/>
              <a:ext cx="89904" cy="130098"/>
            </a:xfrm>
            <a:custGeom>
              <a:avLst/>
              <a:gdLst>
                <a:gd name="connsiteX0" fmla="*/ 89905 w 89904"/>
                <a:gd name="connsiteY0" fmla="*/ 85188 h 130098"/>
                <a:gd name="connsiteX1" fmla="*/ 89905 w 89904"/>
                <a:gd name="connsiteY1" fmla="*/ 130098 h 130098"/>
                <a:gd name="connsiteX2" fmla="*/ 43385 w 89904"/>
                <a:gd name="connsiteY2" fmla="*/ 130098 h 130098"/>
                <a:gd name="connsiteX3" fmla="*/ 0 w 89904"/>
                <a:gd name="connsiteY3" fmla="*/ 86713 h 130098"/>
                <a:gd name="connsiteX4" fmla="*/ 0 w 89904"/>
                <a:gd name="connsiteY4" fmla="*/ 21353 h 130098"/>
                <a:gd name="connsiteX5" fmla="*/ 21354 w 89904"/>
                <a:gd name="connsiteY5" fmla="*/ 0 h 130098"/>
                <a:gd name="connsiteX6" fmla="*/ 70105 w 89904"/>
                <a:gd name="connsiteY6" fmla="*/ 0 h 130098"/>
                <a:gd name="connsiteX7" fmla="*/ 89905 w 89904"/>
                <a:gd name="connsiteY7" fmla="*/ 19800 h 130098"/>
                <a:gd name="connsiteX8" fmla="*/ 89905 w 89904"/>
                <a:gd name="connsiteY8" fmla="*/ 47848 h 130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904" h="130098">
                  <a:moveTo>
                    <a:pt x="89905" y="85188"/>
                  </a:moveTo>
                  <a:lnTo>
                    <a:pt x="89905" y="130098"/>
                  </a:lnTo>
                  <a:lnTo>
                    <a:pt x="43385" y="130098"/>
                  </a:lnTo>
                  <a:cubicBezTo>
                    <a:pt x="19433" y="130098"/>
                    <a:pt x="0" y="110666"/>
                    <a:pt x="0" y="86713"/>
                  </a:cubicBezTo>
                  <a:lnTo>
                    <a:pt x="0" y="21353"/>
                  </a:lnTo>
                  <a:cubicBezTo>
                    <a:pt x="0" y="9575"/>
                    <a:pt x="9547" y="0"/>
                    <a:pt x="21354" y="0"/>
                  </a:cubicBezTo>
                  <a:lnTo>
                    <a:pt x="70105" y="0"/>
                  </a:lnTo>
                  <a:cubicBezTo>
                    <a:pt x="81036" y="0"/>
                    <a:pt x="89905" y="8869"/>
                    <a:pt x="89905" y="19800"/>
                  </a:cubicBezTo>
                  <a:lnTo>
                    <a:pt x="89905" y="47848"/>
                  </a:lnTo>
                </a:path>
              </a:pathLst>
            </a:custGeom>
            <a:noFill/>
            <a:ln w="8472" cap="flat">
              <a:solidFill>
                <a:srgbClr val="17A3A3"/>
              </a:solidFill>
              <a:prstDash val="solid"/>
              <a:miter/>
            </a:ln>
          </p:spPr>
          <p:txBody>
            <a:bodyPr rtlCol="1" anchor="ctr"/>
            <a:lstStyle/>
            <a:p>
              <a:endParaRPr lang="ar-SA"/>
            </a:p>
          </p:txBody>
        </p:sp>
        <p:sp>
          <p:nvSpPr>
            <p:cNvPr id="9269" name="شكل حر: شكل 10339">
              <a:extLst>
                <a:ext uri="{FF2B5EF4-FFF2-40B4-BE49-F238E27FC236}">
                  <a16:creationId xmlns:a16="http://schemas.microsoft.com/office/drawing/2014/main" id="{8840DC90-4086-84D9-AD17-C665C72BFDC9}"/>
                </a:ext>
              </a:extLst>
            </p:cNvPr>
            <p:cNvSpPr/>
            <p:nvPr/>
          </p:nvSpPr>
          <p:spPr>
            <a:xfrm>
              <a:off x="10997210" y="3953348"/>
              <a:ext cx="81375" cy="51463"/>
            </a:xfrm>
            <a:custGeom>
              <a:avLst/>
              <a:gdLst>
                <a:gd name="connsiteX0" fmla="*/ 0 w 81375"/>
                <a:gd name="connsiteY0" fmla="*/ 0 h 51463"/>
                <a:gd name="connsiteX1" fmla="*/ 0 w 81375"/>
                <a:gd name="connsiteY1" fmla="*/ 34544 h 51463"/>
                <a:gd name="connsiteX2" fmla="*/ 16919 w 81375"/>
                <a:gd name="connsiteY2" fmla="*/ 51463 h 51463"/>
                <a:gd name="connsiteX3" fmla="*/ 81375 w 81375"/>
                <a:gd name="connsiteY3" fmla="*/ 51463 h 51463"/>
              </a:gdLst>
              <a:ahLst/>
              <a:cxnLst>
                <a:cxn ang="0">
                  <a:pos x="connsiteX0" y="connsiteY0"/>
                </a:cxn>
                <a:cxn ang="0">
                  <a:pos x="connsiteX1" y="connsiteY1"/>
                </a:cxn>
                <a:cxn ang="0">
                  <a:pos x="connsiteX2" y="connsiteY2"/>
                </a:cxn>
                <a:cxn ang="0">
                  <a:pos x="connsiteX3" y="connsiteY3"/>
                </a:cxn>
              </a:cxnLst>
              <a:rect l="l" t="t" r="r" b="b"/>
              <a:pathLst>
                <a:path w="81375" h="51463">
                  <a:moveTo>
                    <a:pt x="0" y="0"/>
                  </a:moveTo>
                  <a:lnTo>
                    <a:pt x="0" y="34544"/>
                  </a:lnTo>
                  <a:cubicBezTo>
                    <a:pt x="0" y="43894"/>
                    <a:pt x="7570" y="51463"/>
                    <a:pt x="16919" y="51463"/>
                  </a:cubicBezTo>
                  <a:lnTo>
                    <a:pt x="81375" y="51463"/>
                  </a:lnTo>
                </a:path>
              </a:pathLst>
            </a:custGeom>
            <a:noFill/>
            <a:ln w="8472" cap="flat">
              <a:solidFill>
                <a:srgbClr val="17A3A3"/>
              </a:solidFill>
              <a:prstDash val="solid"/>
              <a:miter/>
            </a:ln>
          </p:spPr>
          <p:txBody>
            <a:bodyPr rtlCol="1" anchor="ctr"/>
            <a:lstStyle/>
            <a:p>
              <a:endParaRPr lang="ar-SA"/>
            </a:p>
          </p:txBody>
        </p:sp>
        <p:sp>
          <p:nvSpPr>
            <p:cNvPr id="9270" name="شكل حر: شكل 10340">
              <a:extLst>
                <a:ext uri="{FF2B5EF4-FFF2-40B4-BE49-F238E27FC236}">
                  <a16:creationId xmlns:a16="http://schemas.microsoft.com/office/drawing/2014/main" id="{2D979324-08C7-DEE3-1AA2-FCD2E3039816}"/>
                </a:ext>
              </a:extLst>
            </p:cNvPr>
            <p:cNvSpPr/>
            <p:nvPr/>
          </p:nvSpPr>
          <p:spPr>
            <a:xfrm>
              <a:off x="11079235" y="4021702"/>
              <a:ext cx="191419" cy="181081"/>
            </a:xfrm>
            <a:custGeom>
              <a:avLst/>
              <a:gdLst>
                <a:gd name="connsiteX0" fmla="*/ 191420 w 191419"/>
                <a:gd name="connsiteY0" fmla="*/ 181082 h 181081"/>
                <a:gd name="connsiteX1" fmla="*/ 191420 w 191419"/>
                <a:gd name="connsiteY1" fmla="*/ 11326 h 181081"/>
                <a:gd name="connsiteX2" fmla="*/ 180093 w 191419"/>
                <a:gd name="connsiteY2" fmla="*/ 0 h 181081"/>
                <a:gd name="connsiteX3" fmla="*/ 11326 w 191419"/>
                <a:gd name="connsiteY3" fmla="*/ 0 h 181081"/>
                <a:gd name="connsiteX4" fmla="*/ 0 w 191419"/>
                <a:gd name="connsiteY4" fmla="*/ 11326 h 181081"/>
                <a:gd name="connsiteX5" fmla="*/ 0 w 191419"/>
                <a:gd name="connsiteY5" fmla="*/ 181082 h 181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1419" h="181081">
                  <a:moveTo>
                    <a:pt x="191420" y="181082"/>
                  </a:moveTo>
                  <a:lnTo>
                    <a:pt x="191420" y="11326"/>
                  </a:lnTo>
                  <a:cubicBezTo>
                    <a:pt x="191420" y="5084"/>
                    <a:pt x="186364" y="0"/>
                    <a:pt x="180093" y="0"/>
                  </a:cubicBezTo>
                  <a:lnTo>
                    <a:pt x="11326" y="0"/>
                  </a:lnTo>
                  <a:cubicBezTo>
                    <a:pt x="5084" y="0"/>
                    <a:pt x="0" y="5056"/>
                    <a:pt x="0" y="11326"/>
                  </a:cubicBezTo>
                  <a:lnTo>
                    <a:pt x="0" y="181082"/>
                  </a:lnTo>
                </a:path>
              </a:pathLst>
            </a:custGeom>
            <a:noFill/>
            <a:ln w="8472" cap="flat">
              <a:solidFill>
                <a:srgbClr val="01355A"/>
              </a:solidFill>
              <a:prstDash val="solid"/>
              <a:miter/>
            </a:ln>
          </p:spPr>
          <p:txBody>
            <a:bodyPr rtlCol="1" anchor="ctr"/>
            <a:lstStyle/>
            <a:p>
              <a:endParaRPr lang="ar-SA"/>
            </a:p>
          </p:txBody>
        </p:sp>
        <p:sp>
          <p:nvSpPr>
            <p:cNvPr id="9271" name="شكل حر: شكل 10341">
              <a:extLst>
                <a:ext uri="{FF2B5EF4-FFF2-40B4-BE49-F238E27FC236}">
                  <a16:creationId xmlns:a16="http://schemas.microsoft.com/office/drawing/2014/main" id="{8D15D253-C406-0219-12D8-6B736FB9B975}"/>
                </a:ext>
              </a:extLst>
            </p:cNvPr>
            <p:cNvSpPr/>
            <p:nvPr/>
          </p:nvSpPr>
          <p:spPr>
            <a:xfrm>
              <a:off x="11167868" y="4000094"/>
              <a:ext cx="73156" cy="21579"/>
            </a:xfrm>
            <a:custGeom>
              <a:avLst/>
              <a:gdLst>
                <a:gd name="connsiteX0" fmla="*/ 16778 w 73156"/>
                <a:gd name="connsiteY0" fmla="*/ 0 h 21579"/>
                <a:gd name="connsiteX1" fmla="*/ 56407 w 73156"/>
                <a:gd name="connsiteY1" fmla="*/ 0 h 21579"/>
                <a:gd name="connsiteX2" fmla="*/ 73156 w 73156"/>
                <a:gd name="connsiteY2" fmla="*/ 16750 h 21579"/>
                <a:gd name="connsiteX3" fmla="*/ 73156 w 73156"/>
                <a:gd name="connsiteY3" fmla="*/ 21580 h 21579"/>
                <a:gd name="connsiteX4" fmla="*/ 0 w 73156"/>
                <a:gd name="connsiteY4" fmla="*/ 21580 h 21579"/>
                <a:gd name="connsiteX5" fmla="*/ 0 w 73156"/>
                <a:gd name="connsiteY5" fmla="*/ 16750 h 21579"/>
                <a:gd name="connsiteX6" fmla="*/ 16750 w 73156"/>
                <a:gd name="connsiteY6" fmla="*/ 0 h 21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156" h="21579">
                  <a:moveTo>
                    <a:pt x="16778" y="0"/>
                  </a:moveTo>
                  <a:lnTo>
                    <a:pt x="56407" y="0"/>
                  </a:lnTo>
                  <a:cubicBezTo>
                    <a:pt x="65671" y="0"/>
                    <a:pt x="73156" y="7513"/>
                    <a:pt x="73156" y="16750"/>
                  </a:cubicBezTo>
                  <a:lnTo>
                    <a:pt x="73156" y="21580"/>
                  </a:lnTo>
                  <a:lnTo>
                    <a:pt x="0" y="21580"/>
                  </a:lnTo>
                  <a:lnTo>
                    <a:pt x="0" y="16750"/>
                  </a:lnTo>
                  <a:cubicBezTo>
                    <a:pt x="0" y="7485"/>
                    <a:pt x="7514" y="0"/>
                    <a:pt x="16750" y="0"/>
                  </a:cubicBezTo>
                  <a:close/>
                </a:path>
              </a:pathLst>
            </a:custGeom>
            <a:noFill/>
            <a:ln w="8472" cap="flat">
              <a:solidFill>
                <a:srgbClr val="01355A"/>
              </a:solidFill>
              <a:prstDash val="solid"/>
              <a:miter/>
            </a:ln>
          </p:spPr>
          <p:txBody>
            <a:bodyPr rtlCol="1" anchor="ctr"/>
            <a:lstStyle/>
            <a:p>
              <a:endParaRPr lang="ar-SA"/>
            </a:p>
          </p:txBody>
        </p:sp>
        <p:sp>
          <p:nvSpPr>
            <p:cNvPr id="9272" name="شكل حر: شكل 10342">
              <a:extLst>
                <a:ext uri="{FF2B5EF4-FFF2-40B4-BE49-F238E27FC236}">
                  <a16:creationId xmlns:a16="http://schemas.microsoft.com/office/drawing/2014/main" id="{30A9C8C1-8A67-002A-0900-9509ABA3B2E7}"/>
                </a:ext>
              </a:extLst>
            </p:cNvPr>
            <p:cNvSpPr/>
            <p:nvPr/>
          </p:nvSpPr>
          <p:spPr>
            <a:xfrm>
              <a:off x="11204447" y="3971454"/>
              <a:ext cx="2824" cy="28640"/>
            </a:xfrm>
            <a:custGeom>
              <a:avLst/>
              <a:gdLst>
                <a:gd name="connsiteX0" fmla="*/ 0 w 2824"/>
                <a:gd name="connsiteY0" fmla="*/ 28641 h 28640"/>
                <a:gd name="connsiteX1" fmla="*/ 0 w 2824"/>
                <a:gd name="connsiteY1" fmla="*/ 0 h 28640"/>
              </a:gdLst>
              <a:ahLst/>
              <a:cxnLst>
                <a:cxn ang="0">
                  <a:pos x="connsiteX0" y="connsiteY0"/>
                </a:cxn>
                <a:cxn ang="0">
                  <a:pos x="connsiteX1" y="connsiteY1"/>
                </a:cxn>
              </a:cxnLst>
              <a:rect l="l" t="t" r="r" b="b"/>
              <a:pathLst>
                <a:path w="2824" h="28640">
                  <a:moveTo>
                    <a:pt x="0" y="28641"/>
                  </a:moveTo>
                  <a:lnTo>
                    <a:pt x="0" y="0"/>
                  </a:lnTo>
                </a:path>
              </a:pathLst>
            </a:custGeom>
            <a:ln w="8472" cap="flat">
              <a:solidFill>
                <a:srgbClr val="01355A"/>
              </a:solidFill>
              <a:prstDash val="solid"/>
              <a:miter/>
            </a:ln>
          </p:spPr>
          <p:txBody>
            <a:bodyPr rtlCol="1" anchor="ctr"/>
            <a:lstStyle/>
            <a:p>
              <a:endParaRPr lang="ar-SA"/>
            </a:p>
          </p:txBody>
        </p:sp>
        <p:sp>
          <p:nvSpPr>
            <p:cNvPr id="9273" name="شكل حر: شكل 10343">
              <a:extLst>
                <a:ext uri="{FF2B5EF4-FFF2-40B4-BE49-F238E27FC236}">
                  <a16:creationId xmlns:a16="http://schemas.microsoft.com/office/drawing/2014/main" id="{50AC7513-6C45-73BA-B8F8-CD5CCCB2255A}"/>
                </a:ext>
              </a:extLst>
            </p:cNvPr>
            <p:cNvSpPr/>
            <p:nvPr/>
          </p:nvSpPr>
          <p:spPr>
            <a:xfrm>
              <a:off x="11179478" y="3846496"/>
              <a:ext cx="49966" cy="124957"/>
            </a:xfrm>
            <a:custGeom>
              <a:avLst/>
              <a:gdLst>
                <a:gd name="connsiteX0" fmla="*/ 0 w 49966"/>
                <a:gd name="connsiteY0" fmla="*/ 0 h 124957"/>
                <a:gd name="connsiteX1" fmla="*/ 31381 w 49966"/>
                <a:gd name="connsiteY1" fmla="*/ 0 h 124957"/>
                <a:gd name="connsiteX2" fmla="*/ 49966 w 49966"/>
                <a:gd name="connsiteY2" fmla="*/ 18585 h 124957"/>
                <a:gd name="connsiteX3" fmla="*/ 49966 w 49966"/>
                <a:gd name="connsiteY3" fmla="*/ 106372 h 124957"/>
                <a:gd name="connsiteX4" fmla="*/ 31381 w 49966"/>
                <a:gd name="connsiteY4" fmla="*/ 124958 h 124957"/>
                <a:gd name="connsiteX5" fmla="*/ 0 w 49966"/>
                <a:gd name="connsiteY5" fmla="*/ 124958 h 124957"/>
                <a:gd name="connsiteX6" fmla="*/ 0 w 49966"/>
                <a:gd name="connsiteY6" fmla="*/ 0 h 124957"/>
                <a:gd name="connsiteX7" fmla="*/ 0 w 49966"/>
                <a:gd name="connsiteY7" fmla="*/ 0 h 124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966" h="124957">
                  <a:moveTo>
                    <a:pt x="0" y="0"/>
                  </a:moveTo>
                  <a:lnTo>
                    <a:pt x="31381" y="0"/>
                  </a:lnTo>
                  <a:cubicBezTo>
                    <a:pt x="41634" y="0"/>
                    <a:pt x="49966" y="8332"/>
                    <a:pt x="49966" y="18585"/>
                  </a:cubicBezTo>
                  <a:lnTo>
                    <a:pt x="49966" y="106372"/>
                  </a:lnTo>
                  <a:cubicBezTo>
                    <a:pt x="49966" y="116625"/>
                    <a:pt x="41634" y="124958"/>
                    <a:pt x="31381" y="124958"/>
                  </a:cubicBezTo>
                  <a:lnTo>
                    <a:pt x="0" y="124958"/>
                  </a:lnTo>
                  <a:lnTo>
                    <a:pt x="0" y="0"/>
                  </a:lnTo>
                  <a:lnTo>
                    <a:pt x="0" y="0"/>
                  </a:lnTo>
                  <a:close/>
                </a:path>
              </a:pathLst>
            </a:custGeom>
            <a:noFill/>
            <a:ln w="8472" cap="flat">
              <a:solidFill>
                <a:srgbClr val="01355A"/>
              </a:solidFill>
              <a:prstDash val="solid"/>
              <a:miter/>
            </a:ln>
          </p:spPr>
          <p:txBody>
            <a:bodyPr rtlCol="1" anchor="ctr"/>
            <a:lstStyle/>
            <a:p>
              <a:endParaRPr lang="ar-SA"/>
            </a:p>
          </p:txBody>
        </p:sp>
        <p:sp>
          <p:nvSpPr>
            <p:cNvPr id="9274" name="شكل حر: شكل 10344">
              <a:extLst>
                <a:ext uri="{FF2B5EF4-FFF2-40B4-BE49-F238E27FC236}">
                  <a16:creationId xmlns:a16="http://schemas.microsoft.com/office/drawing/2014/main" id="{F8AFCCB5-0229-4BC1-7D88-0330AD89B51C}"/>
                </a:ext>
              </a:extLst>
            </p:cNvPr>
            <p:cNvSpPr/>
            <p:nvPr/>
          </p:nvSpPr>
          <p:spPr>
            <a:xfrm>
              <a:off x="11042148" y="4068364"/>
              <a:ext cx="36436" cy="2824"/>
            </a:xfrm>
            <a:custGeom>
              <a:avLst/>
              <a:gdLst>
                <a:gd name="connsiteX0" fmla="*/ 0 w 36436"/>
                <a:gd name="connsiteY0" fmla="*/ 0 h 2824"/>
                <a:gd name="connsiteX1" fmla="*/ 36437 w 36436"/>
                <a:gd name="connsiteY1" fmla="*/ 0 h 2824"/>
              </a:gdLst>
              <a:ahLst/>
              <a:cxnLst>
                <a:cxn ang="0">
                  <a:pos x="connsiteX0" y="connsiteY0"/>
                </a:cxn>
                <a:cxn ang="0">
                  <a:pos x="connsiteX1" y="connsiteY1"/>
                </a:cxn>
              </a:cxnLst>
              <a:rect l="l" t="t" r="r" b="b"/>
              <a:pathLst>
                <a:path w="36436" h="2824">
                  <a:moveTo>
                    <a:pt x="0" y="0"/>
                  </a:moveTo>
                  <a:lnTo>
                    <a:pt x="36437" y="0"/>
                  </a:lnTo>
                </a:path>
              </a:pathLst>
            </a:custGeom>
            <a:ln w="8472" cap="flat">
              <a:solidFill>
                <a:srgbClr val="17A3A3"/>
              </a:solidFill>
              <a:prstDash val="solid"/>
              <a:miter/>
            </a:ln>
          </p:spPr>
          <p:txBody>
            <a:bodyPr rtlCol="1" anchor="ctr"/>
            <a:lstStyle/>
            <a:p>
              <a:endParaRPr lang="ar-SA"/>
            </a:p>
          </p:txBody>
        </p:sp>
        <p:sp>
          <p:nvSpPr>
            <p:cNvPr id="9275" name="شكل حر: شكل 10345">
              <a:extLst>
                <a:ext uri="{FF2B5EF4-FFF2-40B4-BE49-F238E27FC236}">
                  <a16:creationId xmlns:a16="http://schemas.microsoft.com/office/drawing/2014/main" id="{C5102FAA-B39B-FA77-2E4E-AF39880DE598}"/>
                </a:ext>
              </a:extLst>
            </p:cNvPr>
            <p:cNvSpPr/>
            <p:nvPr/>
          </p:nvSpPr>
          <p:spPr>
            <a:xfrm>
              <a:off x="11079235" y="4086264"/>
              <a:ext cx="191391" cy="16841"/>
            </a:xfrm>
            <a:custGeom>
              <a:avLst/>
              <a:gdLst>
                <a:gd name="connsiteX0" fmla="*/ 0 w 191391"/>
                <a:gd name="connsiteY0" fmla="*/ 16842 h 16841"/>
                <a:gd name="connsiteX1" fmla="*/ 0 w 191391"/>
                <a:gd name="connsiteY1" fmla="*/ 16842 h 16841"/>
                <a:gd name="connsiteX2" fmla="*/ 191391 w 191391"/>
                <a:gd name="connsiteY2" fmla="*/ 16842 h 16841"/>
                <a:gd name="connsiteX3" fmla="*/ 191391 w 191391"/>
                <a:gd name="connsiteY3" fmla="*/ 16842 h 16841"/>
              </a:gdLst>
              <a:ahLst/>
              <a:cxnLst>
                <a:cxn ang="0">
                  <a:pos x="connsiteX0" y="connsiteY0"/>
                </a:cxn>
                <a:cxn ang="0">
                  <a:pos x="connsiteX1" y="connsiteY1"/>
                </a:cxn>
                <a:cxn ang="0">
                  <a:pos x="connsiteX2" y="connsiteY2"/>
                </a:cxn>
                <a:cxn ang="0">
                  <a:pos x="connsiteX3" y="connsiteY3"/>
                </a:cxn>
              </a:cxnLst>
              <a:rect l="l" t="t" r="r" b="b"/>
              <a:pathLst>
                <a:path w="191391" h="16841">
                  <a:moveTo>
                    <a:pt x="0" y="16842"/>
                  </a:moveTo>
                  <a:lnTo>
                    <a:pt x="0" y="16842"/>
                  </a:lnTo>
                  <a:cubicBezTo>
                    <a:pt x="61829" y="-5614"/>
                    <a:pt x="129562" y="-5614"/>
                    <a:pt x="191391" y="16842"/>
                  </a:cubicBezTo>
                  <a:lnTo>
                    <a:pt x="191391" y="16842"/>
                  </a:lnTo>
                </a:path>
              </a:pathLst>
            </a:custGeom>
            <a:noFill/>
            <a:ln w="8472" cap="flat">
              <a:solidFill>
                <a:srgbClr val="01355A"/>
              </a:solidFill>
              <a:prstDash val="solid"/>
              <a:miter/>
            </a:ln>
          </p:spPr>
          <p:txBody>
            <a:bodyPr rtlCol="1" anchor="ctr"/>
            <a:lstStyle/>
            <a:p>
              <a:endParaRPr lang="ar-SA"/>
            </a:p>
          </p:txBody>
        </p:sp>
      </p:grpSp>
      <p:grpSp>
        <p:nvGrpSpPr>
          <p:cNvPr id="9284" name="رسم 8014">
            <a:extLst>
              <a:ext uri="{FF2B5EF4-FFF2-40B4-BE49-F238E27FC236}">
                <a16:creationId xmlns:a16="http://schemas.microsoft.com/office/drawing/2014/main" id="{D4C3BE6D-F3DE-584B-77F8-5938392F7C8C}"/>
              </a:ext>
            </a:extLst>
          </p:cNvPr>
          <p:cNvGrpSpPr/>
          <p:nvPr/>
        </p:nvGrpSpPr>
        <p:grpSpPr>
          <a:xfrm>
            <a:off x="8520468" y="2832134"/>
            <a:ext cx="301861" cy="269647"/>
            <a:chOff x="9265943" y="1777826"/>
            <a:chExt cx="360814" cy="342109"/>
          </a:xfrm>
          <a:noFill/>
        </p:grpSpPr>
        <p:sp>
          <p:nvSpPr>
            <p:cNvPr id="9285" name="شكل حر: شكل 10347">
              <a:extLst>
                <a:ext uri="{FF2B5EF4-FFF2-40B4-BE49-F238E27FC236}">
                  <a16:creationId xmlns:a16="http://schemas.microsoft.com/office/drawing/2014/main" id="{BE17DBFA-F589-5D3D-D1C0-249B876A5214}"/>
                </a:ext>
              </a:extLst>
            </p:cNvPr>
            <p:cNvSpPr/>
            <p:nvPr/>
          </p:nvSpPr>
          <p:spPr>
            <a:xfrm>
              <a:off x="9471926" y="1985345"/>
              <a:ext cx="154830" cy="134589"/>
            </a:xfrm>
            <a:custGeom>
              <a:avLst/>
              <a:gdLst>
                <a:gd name="connsiteX0" fmla="*/ 17004 w 154830"/>
                <a:gd name="connsiteY0" fmla="*/ 72506 h 134589"/>
                <a:gd name="connsiteX1" fmla="*/ 0 w 154830"/>
                <a:gd name="connsiteY1" fmla="*/ 45419 h 134589"/>
                <a:gd name="connsiteX2" fmla="*/ 0 w 154830"/>
                <a:gd name="connsiteY2" fmla="*/ 45419 h 134589"/>
                <a:gd name="connsiteX3" fmla="*/ 18331 w 154830"/>
                <a:gd name="connsiteY3" fmla="*/ 0 h 134589"/>
                <a:gd name="connsiteX4" fmla="*/ 36352 w 154830"/>
                <a:gd name="connsiteY4" fmla="*/ 20082 h 134589"/>
                <a:gd name="connsiteX5" fmla="*/ 43724 w 154830"/>
                <a:gd name="connsiteY5" fmla="*/ 60643 h 134589"/>
                <a:gd name="connsiteX6" fmla="*/ 26635 w 154830"/>
                <a:gd name="connsiteY6" fmla="*/ 95611 h 134589"/>
                <a:gd name="connsiteX7" fmla="*/ 50023 w 154830"/>
                <a:gd name="connsiteY7" fmla="*/ 134590 h 134589"/>
                <a:gd name="connsiteX8" fmla="*/ 50447 w 154830"/>
                <a:gd name="connsiteY8" fmla="*/ 134590 h 134589"/>
                <a:gd name="connsiteX9" fmla="*/ 122783 w 154830"/>
                <a:gd name="connsiteY9" fmla="*/ 134590 h 134589"/>
                <a:gd name="connsiteX10" fmla="*/ 154729 w 154830"/>
                <a:gd name="connsiteY10" fmla="*/ 106005 h 134589"/>
                <a:gd name="connsiteX11" fmla="*/ 131624 w 154830"/>
                <a:gd name="connsiteY11" fmla="*/ 73353 h 134589"/>
                <a:gd name="connsiteX12" fmla="*/ 131794 w 154830"/>
                <a:gd name="connsiteY12" fmla="*/ 70924 h 134589"/>
                <a:gd name="connsiteX13" fmla="*/ 112643 w 154830"/>
                <a:gd name="connsiteY13" fmla="*/ 51774 h 134589"/>
                <a:gd name="connsiteX14" fmla="*/ 107729 w 154830"/>
                <a:gd name="connsiteY14" fmla="*/ 52424 h 134589"/>
                <a:gd name="connsiteX15" fmla="*/ 107729 w 154830"/>
                <a:gd name="connsiteY15" fmla="*/ 52141 h 134589"/>
                <a:gd name="connsiteX16" fmla="*/ 88945 w 154830"/>
                <a:gd name="connsiteY16" fmla="*/ 33358 h 134589"/>
                <a:gd name="connsiteX17" fmla="*/ 74709 w 154830"/>
                <a:gd name="connsiteY17" fmla="*/ 39911 h 134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4830" h="134589">
                  <a:moveTo>
                    <a:pt x="17004" y="72506"/>
                  </a:moveTo>
                  <a:cubicBezTo>
                    <a:pt x="18331" y="60643"/>
                    <a:pt x="11355" y="49232"/>
                    <a:pt x="0" y="45419"/>
                  </a:cubicBezTo>
                  <a:lnTo>
                    <a:pt x="0" y="45419"/>
                  </a:lnTo>
                  <a:cubicBezTo>
                    <a:pt x="0" y="45419"/>
                    <a:pt x="18331" y="0"/>
                    <a:pt x="18331" y="0"/>
                  </a:cubicBezTo>
                  <a:lnTo>
                    <a:pt x="36352" y="20082"/>
                  </a:lnTo>
                  <a:cubicBezTo>
                    <a:pt x="46266" y="31126"/>
                    <a:pt x="49148" y="46831"/>
                    <a:pt x="43724" y="60643"/>
                  </a:cubicBezTo>
                  <a:lnTo>
                    <a:pt x="26635" y="95611"/>
                  </a:lnTo>
                  <a:cubicBezTo>
                    <a:pt x="18021" y="113236"/>
                    <a:pt x="30392" y="134364"/>
                    <a:pt x="50023" y="134590"/>
                  </a:cubicBezTo>
                  <a:cubicBezTo>
                    <a:pt x="50164" y="134590"/>
                    <a:pt x="50305" y="134590"/>
                    <a:pt x="50447" y="134590"/>
                  </a:cubicBezTo>
                  <a:lnTo>
                    <a:pt x="122783" y="134590"/>
                  </a:lnTo>
                  <a:cubicBezTo>
                    <a:pt x="139165" y="134590"/>
                    <a:pt x="153430" y="122331"/>
                    <a:pt x="154729" y="106005"/>
                  </a:cubicBezTo>
                  <a:cubicBezTo>
                    <a:pt x="155971" y="90442"/>
                    <a:pt x="145747" y="77082"/>
                    <a:pt x="131624" y="73353"/>
                  </a:cubicBezTo>
                  <a:cubicBezTo>
                    <a:pt x="131709" y="72563"/>
                    <a:pt x="131794" y="71743"/>
                    <a:pt x="131794" y="70924"/>
                  </a:cubicBezTo>
                  <a:cubicBezTo>
                    <a:pt x="131794" y="60332"/>
                    <a:pt x="123207" y="51774"/>
                    <a:pt x="112643" y="51774"/>
                  </a:cubicBezTo>
                  <a:cubicBezTo>
                    <a:pt x="110948" y="51774"/>
                    <a:pt x="109310" y="52028"/>
                    <a:pt x="107729" y="52424"/>
                  </a:cubicBezTo>
                  <a:cubicBezTo>
                    <a:pt x="107729" y="52339"/>
                    <a:pt x="107729" y="52226"/>
                    <a:pt x="107729" y="52141"/>
                  </a:cubicBezTo>
                  <a:cubicBezTo>
                    <a:pt x="107729" y="41775"/>
                    <a:pt x="99312" y="33358"/>
                    <a:pt x="88945" y="33358"/>
                  </a:cubicBezTo>
                  <a:cubicBezTo>
                    <a:pt x="83239" y="33358"/>
                    <a:pt x="78155" y="35900"/>
                    <a:pt x="74709" y="39911"/>
                  </a:cubicBezTo>
                </a:path>
              </a:pathLst>
            </a:custGeom>
            <a:noFill/>
            <a:ln w="8472" cap="flat">
              <a:solidFill>
                <a:srgbClr val="17A3A3"/>
              </a:solidFill>
              <a:prstDash val="solid"/>
              <a:miter/>
            </a:ln>
          </p:spPr>
          <p:txBody>
            <a:bodyPr rtlCol="1" anchor="ctr"/>
            <a:lstStyle/>
            <a:p>
              <a:endParaRPr lang="ar-SA"/>
            </a:p>
          </p:txBody>
        </p:sp>
        <p:sp>
          <p:nvSpPr>
            <p:cNvPr id="9286" name="شكل حر: شكل 10348">
              <a:extLst>
                <a:ext uri="{FF2B5EF4-FFF2-40B4-BE49-F238E27FC236}">
                  <a16:creationId xmlns:a16="http://schemas.microsoft.com/office/drawing/2014/main" id="{8BBA974E-6251-1A3A-C582-9CB2F594D99C}"/>
                </a:ext>
              </a:extLst>
            </p:cNvPr>
            <p:cNvSpPr/>
            <p:nvPr/>
          </p:nvSpPr>
          <p:spPr>
            <a:xfrm>
              <a:off x="9409729" y="1827255"/>
              <a:ext cx="73212" cy="5762"/>
            </a:xfrm>
            <a:custGeom>
              <a:avLst/>
              <a:gdLst>
                <a:gd name="connsiteX0" fmla="*/ 73213 w 73212"/>
                <a:gd name="connsiteY0" fmla="*/ 0 h 5762"/>
                <a:gd name="connsiteX1" fmla="*/ 36606 w 73212"/>
                <a:gd name="connsiteY1" fmla="*/ 5762 h 5762"/>
                <a:gd name="connsiteX2" fmla="*/ 0 w 73212"/>
                <a:gd name="connsiteY2" fmla="*/ 0 h 5762"/>
              </a:gdLst>
              <a:ahLst/>
              <a:cxnLst>
                <a:cxn ang="0">
                  <a:pos x="connsiteX0" y="connsiteY0"/>
                </a:cxn>
                <a:cxn ang="0">
                  <a:pos x="connsiteX1" y="connsiteY1"/>
                </a:cxn>
                <a:cxn ang="0">
                  <a:pos x="connsiteX2" y="connsiteY2"/>
                </a:cxn>
              </a:cxnLst>
              <a:rect l="l" t="t" r="r" b="b"/>
              <a:pathLst>
                <a:path w="73212" h="5762">
                  <a:moveTo>
                    <a:pt x="73213" y="0"/>
                  </a:moveTo>
                  <a:cubicBezTo>
                    <a:pt x="73213" y="0"/>
                    <a:pt x="59937" y="5762"/>
                    <a:pt x="36606" y="5762"/>
                  </a:cubicBezTo>
                  <a:cubicBezTo>
                    <a:pt x="13275" y="5762"/>
                    <a:pt x="0" y="0"/>
                    <a:pt x="0" y="0"/>
                  </a:cubicBezTo>
                </a:path>
              </a:pathLst>
            </a:custGeom>
            <a:noFill/>
            <a:ln w="8472" cap="flat">
              <a:solidFill>
                <a:srgbClr val="01355A"/>
              </a:solidFill>
              <a:prstDash val="solid"/>
              <a:miter/>
            </a:ln>
          </p:spPr>
          <p:txBody>
            <a:bodyPr rtlCol="1" anchor="ctr"/>
            <a:lstStyle/>
            <a:p>
              <a:endParaRPr lang="ar-SA"/>
            </a:p>
          </p:txBody>
        </p:sp>
        <p:sp>
          <p:nvSpPr>
            <p:cNvPr id="9287" name="شكل حر: شكل 10349">
              <a:extLst>
                <a:ext uri="{FF2B5EF4-FFF2-40B4-BE49-F238E27FC236}">
                  <a16:creationId xmlns:a16="http://schemas.microsoft.com/office/drawing/2014/main" id="{72C76787-B417-7037-CB00-6F2CF9D0A346}"/>
                </a:ext>
              </a:extLst>
            </p:cNvPr>
            <p:cNvSpPr/>
            <p:nvPr/>
          </p:nvSpPr>
          <p:spPr>
            <a:xfrm>
              <a:off x="9422807" y="1876346"/>
              <a:ext cx="47056" cy="47057"/>
            </a:xfrm>
            <a:custGeom>
              <a:avLst/>
              <a:gdLst>
                <a:gd name="connsiteX0" fmla="*/ 47057 w 47056"/>
                <a:gd name="connsiteY0" fmla="*/ 23529 h 47057"/>
                <a:gd name="connsiteX1" fmla="*/ 23528 w 47056"/>
                <a:gd name="connsiteY1" fmla="*/ 0 h 47057"/>
                <a:gd name="connsiteX2" fmla="*/ 0 w 47056"/>
                <a:gd name="connsiteY2" fmla="*/ 23529 h 47057"/>
                <a:gd name="connsiteX3" fmla="*/ 23528 w 47056"/>
                <a:gd name="connsiteY3" fmla="*/ 47057 h 47057"/>
                <a:gd name="connsiteX4" fmla="*/ 47057 w 47056"/>
                <a:gd name="connsiteY4" fmla="*/ 23529 h 47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056" h="47057">
                  <a:moveTo>
                    <a:pt x="47057" y="23529"/>
                  </a:moveTo>
                  <a:cubicBezTo>
                    <a:pt x="47057" y="10536"/>
                    <a:pt x="36521" y="0"/>
                    <a:pt x="23528" y="0"/>
                  </a:cubicBezTo>
                  <a:cubicBezTo>
                    <a:pt x="10536" y="0"/>
                    <a:pt x="0" y="10536"/>
                    <a:pt x="0" y="23529"/>
                  </a:cubicBezTo>
                  <a:cubicBezTo>
                    <a:pt x="0" y="36521"/>
                    <a:pt x="10536" y="47057"/>
                    <a:pt x="23528" y="47057"/>
                  </a:cubicBezTo>
                  <a:cubicBezTo>
                    <a:pt x="36521" y="47057"/>
                    <a:pt x="47057" y="36521"/>
                    <a:pt x="47057" y="23529"/>
                  </a:cubicBezTo>
                  <a:close/>
                </a:path>
              </a:pathLst>
            </a:custGeom>
            <a:noFill/>
            <a:ln w="8472" cap="flat">
              <a:solidFill>
                <a:srgbClr val="01355A"/>
              </a:solidFill>
              <a:prstDash val="solid"/>
              <a:miter/>
            </a:ln>
          </p:spPr>
          <p:txBody>
            <a:bodyPr rtlCol="1" anchor="ctr"/>
            <a:lstStyle/>
            <a:p>
              <a:endParaRPr lang="ar-SA"/>
            </a:p>
          </p:txBody>
        </p:sp>
        <p:sp>
          <p:nvSpPr>
            <p:cNvPr id="9288" name="شكل حر: شكل 10350">
              <a:extLst>
                <a:ext uri="{FF2B5EF4-FFF2-40B4-BE49-F238E27FC236}">
                  <a16:creationId xmlns:a16="http://schemas.microsoft.com/office/drawing/2014/main" id="{9A7AED33-3E6F-FB00-96BF-52AD8204EDA9}"/>
                </a:ext>
              </a:extLst>
            </p:cNvPr>
            <p:cNvSpPr/>
            <p:nvPr/>
          </p:nvSpPr>
          <p:spPr>
            <a:xfrm>
              <a:off x="9430475" y="2046101"/>
              <a:ext cx="31775" cy="73805"/>
            </a:xfrm>
            <a:custGeom>
              <a:avLst/>
              <a:gdLst>
                <a:gd name="connsiteX0" fmla="*/ 15 w 31775"/>
                <a:gd name="connsiteY0" fmla="*/ 0 h 73805"/>
                <a:gd name="connsiteX1" fmla="*/ 15888 w 31775"/>
                <a:gd name="connsiteY1" fmla="*/ 73805 h 73805"/>
                <a:gd name="connsiteX2" fmla="*/ 31763 w 31775"/>
                <a:gd name="connsiteY2" fmla="*/ 0 h 73805"/>
              </a:gdLst>
              <a:ahLst/>
              <a:cxnLst>
                <a:cxn ang="0">
                  <a:pos x="connsiteX0" y="connsiteY0"/>
                </a:cxn>
                <a:cxn ang="0">
                  <a:pos x="connsiteX1" y="connsiteY1"/>
                </a:cxn>
                <a:cxn ang="0">
                  <a:pos x="connsiteX2" y="connsiteY2"/>
                </a:cxn>
              </a:cxnLst>
              <a:rect l="l" t="t" r="r" b="b"/>
              <a:pathLst>
                <a:path w="31775" h="73805">
                  <a:moveTo>
                    <a:pt x="15" y="0"/>
                  </a:moveTo>
                  <a:cubicBezTo>
                    <a:pt x="-296" y="17964"/>
                    <a:pt x="4252" y="42057"/>
                    <a:pt x="15888" y="73805"/>
                  </a:cubicBezTo>
                  <a:cubicBezTo>
                    <a:pt x="27526" y="42057"/>
                    <a:pt x="32045" y="17964"/>
                    <a:pt x="31763" y="0"/>
                  </a:cubicBezTo>
                </a:path>
              </a:pathLst>
            </a:custGeom>
            <a:noFill/>
            <a:ln w="8472" cap="flat">
              <a:solidFill>
                <a:srgbClr val="01355A"/>
              </a:solidFill>
              <a:prstDash val="solid"/>
              <a:miter/>
            </a:ln>
          </p:spPr>
          <p:txBody>
            <a:bodyPr rtlCol="1" anchor="ctr"/>
            <a:lstStyle/>
            <a:p>
              <a:endParaRPr lang="ar-SA"/>
            </a:p>
          </p:txBody>
        </p:sp>
        <p:sp>
          <p:nvSpPr>
            <p:cNvPr id="9289" name="شكل حر: شكل 10351">
              <a:extLst>
                <a:ext uri="{FF2B5EF4-FFF2-40B4-BE49-F238E27FC236}">
                  <a16:creationId xmlns:a16="http://schemas.microsoft.com/office/drawing/2014/main" id="{C34ED01F-8D3D-4ABA-1C5C-5CD94DE1D76A}"/>
                </a:ext>
              </a:extLst>
            </p:cNvPr>
            <p:cNvSpPr/>
            <p:nvPr/>
          </p:nvSpPr>
          <p:spPr>
            <a:xfrm>
              <a:off x="9265943" y="1985345"/>
              <a:ext cx="154831" cy="134589"/>
            </a:xfrm>
            <a:custGeom>
              <a:avLst/>
              <a:gdLst>
                <a:gd name="connsiteX0" fmla="*/ 137827 w 154831"/>
                <a:gd name="connsiteY0" fmla="*/ 72506 h 134589"/>
                <a:gd name="connsiteX1" fmla="*/ 154831 w 154831"/>
                <a:gd name="connsiteY1" fmla="*/ 45419 h 134589"/>
                <a:gd name="connsiteX2" fmla="*/ 154831 w 154831"/>
                <a:gd name="connsiteY2" fmla="*/ 45419 h 134589"/>
                <a:gd name="connsiteX3" fmla="*/ 136500 w 154831"/>
                <a:gd name="connsiteY3" fmla="*/ 0 h 134589"/>
                <a:gd name="connsiteX4" fmla="*/ 118479 w 154831"/>
                <a:gd name="connsiteY4" fmla="*/ 20082 h 134589"/>
                <a:gd name="connsiteX5" fmla="*/ 111107 w 154831"/>
                <a:gd name="connsiteY5" fmla="*/ 60643 h 134589"/>
                <a:gd name="connsiteX6" fmla="*/ 128195 w 154831"/>
                <a:gd name="connsiteY6" fmla="*/ 95611 h 134589"/>
                <a:gd name="connsiteX7" fmla="*/ 104808 w 154831"/>
                <a:gd name="connsiteY7" fmla="*/ 134590 h 134589"/>
                <a:gd name="connsiteX8" fmla="*/ 104384 w 154831"/>
                <a:gd name="connsiteY8" fmla="*/ 134590 h 134589"/>
                <a:gd name="connsiteX9" fmla="*/ 32047 w 154831"/>
                <a:gd name="connsiteY9" fmla="*/ 134590 h 134589"/>
                <a:gd name="connsiteX10" fmla="*/ 102 w 154831"/>
                <a:gd name="connsiteY10" fmla="*/ 106005 h 134589"/>
                <a:gd name="connsiteX11" fmla="*/ 23207 w 154831"/>
                <a:gd name="connsiteY11" fmla="*/ 73353 h 134589"/>
                <a:gd name="connsiteX12" fmla="*/ 23037 w 154831"/>
                <a:gd name="connsiteY12" fmla="*/ 70924 h 134589"/>
                <a:gd name="connsiteX13" fmla="*/ 42188 w 154831"/>
                <a:gd name="connsiteY13" fmla="*/ 51774 h 134589"/>
                <a:gd name="connsiteX14" fmla="*/ 47102 w 154831"/>
                <a:gd name="connsiteY14" fmla="*/ 52424 h 134589"/>
                <a:gd name="connsiteX15" fmla="*/ 47102 w 154831"/>
                <a:gd name="connsiteY15" fmla="*/ 52141 h 134589"/>
                <a:gd name="connsiteX16" fmla="*/ 65886 w 154831"/>
                <a:gd name="connsiteY16" fmla="*/ 33358 h 134589"/>
                <a:gd name="connsiteX17" fmla="*/ 80121 w 154831"/>
                <a:gd name="connsiteY17" fmla="*/ 39911 h 134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54831" h="134589">
                  <a:moveTo>
                    <a:pt x="137827" y="72506"/>
                  </a:moveTo>
                  <a:cubicBezTo>
                    <a:pt x="136500" y="60643"/>
                    <a:pt x="143476" y="49232"/>
                    <a:pt x="154831" y="45419"/>
                  </a:cubicBezTo>
                  <a:lnTo>
                    <a:pt x="154831" y="45419"/>
                  </a:lnTo>
                  <a:cubicBezTo>
                    <a:pt x="154831" y="45419"/>
                    <a:pt x="136500" y="0"/>
                    <a:pt x="136500" y="0"/>
                  </a:cubicBezTo>
                  <a:lnTo>
                    <a:pt x="118479" y="20082"/>
                  </a:lnTo>
                  <a:cubicBezTo>
                    <a:pt x="108565" y="31126"/>
                    <a:pt x="105684" y="46831"/>
                    <a:pt x="111107" y="60643"/>
                  </a:cubicBezTo>
                  <a:lnTo>
                    <a:pt x="128195" y="95611"/>
                  </a:lnTo>
                  <a:cubicBezTo>
                    <a:pt x="136810" y="113236"/>
                    <a:pt x="124439" y="134364"/>
                    <a:pt x="104808" y="134590"/>
                  </a:cubicBezTo>
                  <a:cubicBezTo>
                    <a:pt x="104667" y="134590"/>
                    <a:pt x="104526" y="134590"/>
                    <a:pt x="104384" y="134590"/>
                  </a:cubicBezTo>
                  <a:lnTo>
                    <a:pt x="32047" y="134590"/>
                  </a:lnTo>
                  <a:cubicBezTo>
                    <a:pt x="15666" y="134590"/>
                    <a:pt x="1402" y="122331"/>
                    <a:pt x="102" y="106005"/>
                  </a:cubicBezTo>
                  <a:cubicBezTo>
                    <a:pt x="-1141" y="90442"/>
                    <a:pt x="9084" y="77082"/>
                    <a:pt x="23207" y="73353"/>
                  </a:cubicBezTo>
                  <a:cubicBezTo>
                    <a:pt x="23094" y="72563"/>
                    <a:pt x="23037" y="71743"/>
                    <a:pt x="23037" y="70924"/>
                  </a:cubicBezTo>
                  <a:cubicBezTo>
                    <a:pt x="23037" y="60332"/>
                    <a:pt x="31624" y="51774"/>
                    <a:pt x="42188" y="51774"/>
                  </a:cubicBezTo>
                  <a:cubicBezTo>
                    <a:pt x="43883" y="51774"/>
                    <a:pt x="45521" y="52028"/>
                    <a:pt x="47102" y="52424"/>
                  </a:cubicBezTo>
                  <a:cubicBezTo>
                    <a:pt x="47102" y="52339"/>
                    <a:pt x="47102" y="52226"/>
                    <a:pt x="47102" y="52141"/>
                  </a:cubicBezTo>
                  <a:cubicBezTo>
                    <a:pt x="47102" y="41775"/>
                    <a:pt x="55520" y="33358"/>
                    <a:pt x="65886" y="33358"/>
                  </a:cubicBezTo>
                  <a:cubicBezTo>
                    <a:pt x="71591" y="33358"/>
                    <a:pt x="76675" y="35900"/>
                    <a:pt x="80121" y="39911"/>
                  </a:cubicBezTo>
                </a:path>
              </a:pathLst>
            </a:custGeom>
            <a:noFill/>
            <a:ln w="8472" cap="flat">
              <a:solidFill>
                <a:srgbClr val="17A3A3"/>
              </a:solidFill>
              <a:prstDash val="solid"/>
              <a:miter/>
            </a:ln>
          </p:spPr>
          <p:txBody>
            <a:bodyPr rtlCol="1" anchor="ctr"/>
            <a:lstStyle/>
            <a:p>
              <a:endParaRPr lang="ar-SA"/>
            </a:p>
          </p:txBody>
        </p:sp>
        <p:sp>
          <p:nvSpPr>
            <p:cNvPr id="9290" name="شكل حر: شكل 10352">
              <a:extLst>
                <a:ext uri="{FF2B5EF4-FFF2-40B4-BE49-F238E27FC236}">
                  <a16:creationId xmlns:a16="http://schemas.microsoft.com/office/drawing/2014/main" id="{C0C9ED8F-CD66-5747-AF86-95AFD33F662E}"/>
                </a:ext>
              </a:extLst>
            </p:cNvPr>
            <p:cNvSpPr/>
            <p:nvPr/>
          </p:nvSpPr>
          <p:spPr>
            <a:xfrm>
              <a:off x="9387724" y="1777826"/>
              <a:ext cx="117237" cy="207491"/>
            </a:xfrm>
            <a:custGeom>
              <a:avLst/>
              <a:gdLst>
                <a:gd name="connsiteX0" fmla="*/ 14719 w 117237"/>
                <a:gd name="connsiteY0" fmla="*/ 207491 h 207491"/>
                <a:gd name="connsiteX1" fmla="*/ 58611 w 117237"/>
                <a:gd name="connsiteY1" fmla="*/ 0 h 207491"/>
                <a:gd name="connsiteX2" fmla="*/ 102533 w 117237"/>
                <a:gd name="connsiteY2" fmla="*/ 207491 h 207491"/>
              </a:gdLst>
              <a:ahLst/>
              <a:cxnLst>
                <a:cxn ang="0">
                  <a:pos x="connsiteX0" y="connsiteY0"/>
                </a:cxn>
                <a:cxn ang="0">
                  <a:pos x="connsiteX1" y="connsiteY1"/>
                </a:cxn>
                <a:cxn ang="0">
                  <a:pos x="connsiteX2" y="connsiteY2"/>
                </a:cxn>
              </a:cxnLst>
              <a:rect l="l" t="t" r="r" b="b"/>
              <a:pathLst>
                <a:path w="117237" h="207491">
                  <a:moveTo>
                    <a:pt x="14719" y="207491"/>
                  </a:moveTo>
                  <a:cubicBezTo>
                    <a:pt x="-35417" y="85245"/>
                    <a:pt x="58611" y="0"/>
                    <a:pt x="58611" y="0"/>
                  </a:cubicBezTo>
                  <a:cubicBezTo>
                    <a:pt x="58611" y="0"/>
                    <a:pt x="152641" y="85245"/>
                    <a:pt x="102533" y="207491"/>
                  </a:cubicBezTo>
                </a:path>
              </a:pathLst>
            </a:custGeom>
            <a:noFill/>
            <a:ln w="8472" cap="flat">
              <a:solidFill>
                <a:srgbClr val="01355A"/>
              </a:solidFill>
              <a:prstDash val="solid"/>
              <a:miter/>
            </a:ln>
          </p:spPr>
          <p:txBody>
            <a:bodyPr rtlCol="1" anchor="ctr"/>
            <a:lstStyle/>
            <a:p>
              <a:endParaRPr lang="ar-SA"/>
            </a:p>
          </p:txBody>
        </p:sp>
      </p:grpSp>
      <p:grpSp>
        <p:nvGrpSpPr>
          <p:cNvPr id="9291" name="رسم 8014">
            <a:extLst>
              <a:ext uri="{FF2B5EF4-FFF2-40B4-BE49-F238E27FC236}">
                <a16:creationId xmlns:a16="http://schemas.microsoft.com/office/drawing/2014/main" id="{B0401CA4-9268-7345-4246-3387B28FA1CC}"/>
              </a:ext>
            </a:extLst>
          </p:cNvPr>
          <p:cNvGrpSpPr/>
          <p:nvPr/>
        </p:nvGrpSpPr>
        <p:grpSpPr>
          <a:xfrm>
            <a:off x="8091613" y="4470256"/>
            <a:ext cx="321413" cy="301525"/>
            <a:chOff x="8753333" y="3856156"/>
            <a:chExt cx="384185" cy="382553"/>
          </a:xfrm>
          <a:noFill/>
        </p:grpSpPr>
        <p:sp>
          <p:nvSpPr>
            <p:cNvPr id="9292" name="شكل حر: شكل 10354">
              <a:extLst>
                <a:ext uri="{FF2B5EF4-FFF2-40B4-BE49-F238E27FC236}">
                  <a16:creationId xmlns:a16="http://schemas.microsoft.com/office/drawing/2014/main" id="{5D0489E2-B7A9-28EE-359A-0FCA0DC81E8A}"/>
                </a:ext>
              </a:extLst>
            </p:cNvPr>
            <p:cNvSpPr/>
            <p:nvPr/>
          </p:nvSpPr>
          <p:spPr>
            <a:xfrm>
              <a:off x="8753333" y="3927504"/>
              <a:ext cx="307254" cy="44938"/>
            </a:xfrm>
            <a:custGeom>
              <a:avLst/>
              <a:gdLst>
                <a:gd name="connsiteX0" fmla="*/ 234381 w 307254"/>
                <a:gd name="connsiteY0" fmla="*/ 0 h 44938"/>
                <a:gd name="connsiteX1" fmla="*/ 297990 w 307254"/>
                <a:gd name="connsiteY1" fmla="*/ 0 h 44938"/>
                <a:gd name="connsiteX2" fmla="*/ 307254 w 307254"/>
                <a:gd name="connsiteY2" fmla="*/ 9265 h 44938"/>
                <a:gd name="connsiteX3" fmla="*/ 307254 w 307254"/>
                <a:gd name="connsiteY3" fmla="*/ 35674 h 44938"/>
                <a:gd name="connsiteX4" fmla="*/ 297990 w 307254"/>
                <a:gd name="connsiteY4" fmla="*/ 44939 h 44938"/>
                <a:gd name="connsiteX5" fmla="*/ 9265 w 307254"/>
                <a:gd name="connsiteY5" fmla="*/ 44939 h 44938"/>
                <a:gd name="connsiteX6" fmla="*/ 0 w 307254"/>
                <a:gd name="connsiteY6" fmla="*/ 35674 h 44938"/>
                <a:gd name="connsiteX7" fmla="*/ 0 w 307254"/>
                <a:gd name="connsiteY7" fmla="*/ 9265 h 44938"/>
                <a:gd name="connsiteX8" fmla="*/ 9265 w 307254"/>
                <a:gd name="connsiteY8" fmla="*/ 0 h 44938"/>
                <a:gd name="connsiteX9" fmla="*/ 72873 w 307254"/>
                <a:gd name="connsiteY9" fmla="*/ 0 h 44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7254" h="44938">
                  <a:moveTo>
                    <a:pt x="234381" y="0"/>
                  </a:moveTo>
                  <a:lnTo>
                    <a:pt x="297990" y="0"/>
                  </a:lnTo>
                  <a:cubicBezTo>
                    <a:pt x="303102" y="0"/>
                    <a:pt x="307254" y="4152"/>
                    <a:pt x="307254" y="9265"/>
                  </a:cubicBezTo>
                  <a:lnTo>
                    <a:pt x="307254" y="35674"/>
                  </a:lnTo>
                  <a:cubicBezTo>
                    <a:pt x="307254" y="40787"/>
                    <a:pt x="303102" y="44939"/>
                    <a:pt x="297990" y="44939"/>
                  </a:cubicBezTo>
                  <a:lnTo>
                    <a:pt x="9265" y="44939"/>
                  </a:lnTo>
                  <a:cubicBezTo>
                    <a:pt x="4152" y="44939"/>
                    <a:pt x="0" y="40787"/>
                    <a:pt x="0" y="35674"/>
                  </a:cubicBezTo>
                  <a:lnTo>
                    <a:pt x="0" y="9265"/>
                  </a:lnTo>
                  <a:cubicBezTo>
                    <a:pt x="0" y="4152"/>
                    <a:pt x="4152" y="0"/>
                    <a:pt x="9265" y="0"/>
                  </a:cubicBezTo>
                  <a:lnTo>
                    <a:pt x="72873" y="0"/>
                  </a:lnTo>
                </a:path>
              </a:pathLst>
            </a:custGeom>
            <a:noFill/>
            <a:ln w="8472" cap="flat">
              <a:solidFill>
                <a:srgbClr val="01355A"/>
              </a:solidFill>
              <a:prstDash val="solid"/>
              <a:miter/>
            </a:ln>
          </p:spPr>
          <p:txBody>
            <a:bodyPr rtlCol="1" anchor="ctr"/>
            <a:lstStyle/>
            <a:p>
              <a:endParaRPr lang="ar-SA"/>
            </a:p>
          </p:txBody>
        </p:sp>
        <p:sp>
          <p:nvSpPr>
            <p:cNvPr id="9293" name="شكل حر: شكل 10355">
              <a:extLst>
                <a:ext uri="{FF2B5EF4-FFF2-40B4-BE49-F238E27FC236}">
                  <a16:creationId xmlns:a16="http://schemas.microsoft.com/office/drawing/2014/main" id="{7B7F1E9C-03A3-66F8-7CB8-A8C45BC310D5}"/>
                </a:ext>
              </a:extLst>
            </p:cNvPr>
            <p:cNvSpPr/>
            <p:nvPr/>
          </p:nvSpPr>
          <p:spPr>
            <a:xfrm>
              <a:off x="8851401" y="3927504"/>
              <a:ext cx="111061" cy="2824"/>
            </a:xfrm>
            <a:custGeom>
              <a:avLst/>
              <a:gdLst>
                <a:gd name="connsiteX0" fmla="*/ 0 w 111061"/>
                <a:gd name="connsiteY0" fmla="*/ 0 h 2824"/>
                <a:gd name="connsiteX1" fmla="*/ 111061 w 111061"/>
                <a:gd name="connsiteY1" fmla="*/ 0 h 2824"/>
              </a:gdLst>
              <a:ahLst/>
              <a:cxnLst>
                <a:cxn ang="0">
                  <a:pos x="connsiteX0" y="connsiteY0"/>
                </a:cxn>
                <a:cxn ang="0">
                  <a:pos x="connsiteX1" y="connsiteY1"/>
                </a:cxn>
              </a:cxnLst>
              <a:rect l="l" t="t" r="r" b="b"/>
              <a:pathLst>
                <a:path w="111061" h="2824">
                  <a:moveTo>
                    <a:pt x="0" y="0"/>
                  </a:moveTo>
                  <a:lnTo>
                    <a:pt x="111061" y="0"/>
                  </a:lnTo>
                </a:path>
              </a:pathLst>
            </a:custGeom>
            <a:ln w="8472" cap="flat">
              <a:solidFill>
                <a:srgbClr val="01355A"/>
              </a:solidFill>
              <a:prstDash val="solid"/>
              <a:miter/>
            </a:ln>
          </p:spPr>
          <p:txBody>
            <a:bodyPr rtlCol="1" anchor="ctr"/>
            <a:lstStyle/>
            <a:p>
              <a:endParaRPr lang="ar-SA"/>
            </a:p>
          </p:txBody>
        </p:sp>
        <p:sp>
          <p:nvSpPr>
            <p:cNvPr id="9294" name="شكل حر: شكل 10356">
              <a:extLst>
                <a:ext uri="{FF2B5EF4-FFF2-40B4-BE49-F238E27FC236}">
                  <a16:creationId xmlns:a16="http://schemas.microsoft.com/office/drawing/2014/main" id="{C05C5204-F990-5A42-834A-78B1FE05EF4E}"/>
                </a:ext>
              </a:extLst>
            </p:cNvPr>
            <p:cNvSpPr/>
            <p:nvPr/>
          </p:nvSpPr>
          <p:spPr>
            <a:xfrm>
              <a:off x="8765507" y="3972414"/>
              <a:ext cx="197690" cy="126455"/>
            </a:xfrm>
            <a:custGeom>
              <a:avLst/>
              <a:gdLst>
                <a:gd name="connsiteX0" fmla="*/ 197690 w 197690"/>
                <a:gd name="connsiteY0" fmla="*/ 126455 h 126455"/>
                <a:gd name="connsiteX1" fmla="*/ 141425 w 197690"/>
                <a:gd name="connsiteY1" fmla="*/ 126455 h 126455"/>
                <a:gd name="connsiteX2" fmla="*/ 14970 w 197690"/>
                <a:gd name="connsiteY2" fmla="*/ 126455 h 126455"/>
                <a:gd name="connsiteX3" fmla="*/ 0 w 197690"/>
                <a:gd name="connsiteY3" fmla="*/ 0 h 126455"/>
              </a:gdLst>
              <a:ahLst/>
              <a:cxnLst>
                <a:cxn ang="0">
                  <a:pos x="connsiteX0" y="connsiteY0"/>
                </a:cxn>
                <a:cxn ang="0">
                  <a:pos x="connsiteX1" y="connsiteY1"/>
                </a:cxn>
                <a:cxn ang="0">
                  <a:pos x="connsiteX2" y="connsiteY2"/>
                </a:cxn>
                <a:cxn ang="0">
                  <a:pos x="connsiteX3" y="connsiteY3"/>
                </a:cxn>
              </a:cxnLst>
              <a:rect l="l" t="t" r="r" b="b"/>
              <a:pathLst>
                <a:path w="197690" h="126455">
                  <a:moveTo>
                    <a:pt x="197690" y="126455"/>
                  </a:moveTo>
                  <a:lnTo>
                    <a:pt x="141425" y="126455"/>
                  </a:lnTo>
                  <a:lnTo>
                    <a:pt x="14970" y="126455"/>
                  </a:lnTo>
                  <a:lnTo>
                    <a:pt x="0" y="0"/>
                  </a:lnTo>
                </a:path>
              </a:pathLst>
            </a:custGeom>
            <a:noFill/>
            <a:ln w="8472" cap="flat">
              <a:solidFill>
                <a:srgbClr val="01355A"/>
              </a:solidFill>
              <a:prstDash val="solid"/>
              <a:miter/>
            </a:ln>
          </p:spPr>
          <p:txBody>
            <a:bodyPr rtlCol="1" anchor="ctr"/>
            <a:lstStyle/>
            <a:p>
              <a:endParaRPr lang="ar-SA"/>
            </a:p>
          </p:txBody>
        </p:sp>
        <p:sp>
          <p:nvSpPr>
            <p:cNvPr id="9295" name="شكل حر: شكل 10357">
              <a:extLst>
                <a:ext uri="{FF2B5EF4-FFF2-40B4-BE49-F238E27FC236}">
                  <a16:creationId xmlns:a16="http://schemas.microsoft.com/office/drawing/2014/main" id="{386D4AD2-3C40-1A7E-88E1-3E6CF87DF83B}"/>
                </a:ext>
              </a:extLst>
            </p:cNvPr>
            <p:cNvSpPr/>
            <p:nvPr/>
          </p:nvSpPr>
          <p:spPr>
            <a:xfrm>
              <a:off x="9039121" y="3972414"/>
              <a:ext cx="9236" cy="78098"/>
            </a:xfrm>
            <a:custGeom>
              <a:avLst/>
              <a:gdLst>
                <a:gd name="connsiteX0" fmla="*/ 9236 w 9236"/>
                <a:gd name="connsiteY0" fmla="*/ 0 h 78098"/>
                <a:gd name="connsiteX1" fmla="*/ 0 w 9236"/>
                <a:gd name="connsiteY1" fmla="*/ 78099 h 78098"/>
              </a:gdLst>
              <a:ahLst/>
              <a:cxnLst>
                <a:cxn ang="0">
                  <a:pos x="connsiteX0" y="connsiteY0"/>
                </a:cxn>
                <a:cxn ang="0">
                  <a:pos x="connsiteX1" y="connsiteY1"/>
                </a:cxn>
              </a:cxnLst>
              <a:rect l="l" t="t" r="r" b="b"/>
              <a:pathLst>
                <a:path w="9236" h="78098">
                  <a:moveTo>
                    <a:pt x="9236" y="0"/>
                  </a:moveTo>
                  <a:lnTo>
                    <a:pt x="0" y="78099"/>
                  </a:lnTo>
                </a:path>
              </a:pathLst>
            </a:custGeom>
            <a:ln w="8472" cap="flat">
              <a:solidFill>
                <a:srgbClr val="01355A"/>
              </a:solidFill>
              <a:prstDash val="solid"/>
              <a:miter/>
            </a:ln>
          </p:spPr>
          <p:txBody>
            <a:bodyPr rtlCol="1" anchor="ctr"/>
            <a:lstStyle/>
            <a:p>
              <a:endParaRPr lang="ar-SA"/>
            </a:p>
          </p:txBody>
        </p:sp>
        <p:sp>
          <p:nvSpPr>
            <p:cNvPr id="9296" name="شكل حر: شكل 10358">
              <a:extLst>
                <a:ext uri="{FF2B5EF4-FFF2-40B4-BE49-F238E27FC236}">
                  <a16:creationId xmlns:a16="http://schemas.microsoft.com/office/drawing/2014/main" id="{8F1C688E-53C4-BFF0-272E-BA794C8A01DF}"/>
                </a:ext>
              </a:extLst>
            </p:cNvPr>
            <p:cNvSpPr/>
            <p:nvPr/>
          </p:nvSpPr>
          <p:spPr>
            <a:xfrm>
              <a:off x="8945713" y="3856156"/>
              <a:ext cx="52621" cy="89368"/>
            </a:xfrm>
            <a:custGeom>
              <a:avLst/>
              <a:gdLst>
                <a:gd name="connsiteX0" fmla="*/ 52621 w 52621"/>
                <a:gd name="connsiteY0" fmla="*/ 89369 h 89368"/>
                <a:gd name="connsiteX1" fmla="*/ 0 w 52621"/>
                <a:gd name="connsiteY1" fmla="*/ 0 h 89368"/>
              </a:gdLst>
              <a:ahLst/>
              <a:cxnLst>
                <a:cxn ang="0">
                  <a:pos x="connsiteX0" y="connsiteY0"/>
                </a:cxn>
                <a:cxn ang="0">
                  <a:pos x="connsiteX1" y="connsiteY1"/>
                </a:cxn>
              </a:cxnLst>
              <a:rect l="l" t="t" r="r" b="b"/>
              <a:pathLst>
                <a:path w="52621" h="89368">
                  <a:moveTo>
                    <a:pt x="52621" y="89369"/>
                  </a:moveTo>
                  <a:lnTo>
                    <a:pt x="0" y="0"/>
                  </a:lnTo>
                </a:path>
              </a:pathLst>
            </a:custGeom>
            <a:ln w="8472" cap="flat">
              <a:solidFill>
                <a:srgbClr val="01355A"/>
              </a:solidFill>
              <a:prstDash val="solid"/>
              <a:miter/>
            </a:ln>
          </p:spPr>
          <p:txBody>
            <a:bodyPr rtlCol="1" anchor="ctr"/>
            <a:lstStyle/>
            <a:p>
              <a:endParaRPr lang="ar-SA"/>
            </a:p>
          </p:txBody>
        </p:sp>
        <p:sp>
          <p:nvSpPr>
            <p:cNvPr id="9297" name="شكل حر: شكل 10359">
              <a:extLst>
                <a:ext uri="{FF2B5EF4-FFF2-40B4-BE49-F238E27FC236}">
                  <a16:creationId xmlns:a16="http://schemas.microsoft.com/office/drawing/2014/main" id="{C1CC4507-6970-8594-441D-61A0ADE8B95E}"/>
                </a:ext>
              </a:extLst>
            </p:cNvPr>
            <p:cNvSpPr/>
            <p:nvPr/>
          </p:nvSpPr>
          <p:spPr>
            <a:xfrm>
              <a:off x="8815558" y="3856156"/>
              <a:ext cx="52593" cy="89368"/>
            </a:xfrm>
            <a:custGeom>
              <a:avLst/>
              <a:gdLst>
                <a:gd name="connsiteX0" fmla="*/ 0 w 52593"/>
                <a:gd name="connsiteY0" fmla="*/ 89369 h 89368"/>
                <a:gd name="connsiteX1" fmla="*/ 52593 w 52593"/>
                <a:gd name="connsiteY1" fmla="*/ 0 h 89368"/>
              </a:gdLst>
              <a:ahLst/>
              <a:cxnLst>
                <a:cxn ang="0">
                  <a:pos x="connsiteX0" y="connsiteY0"/>
                </a:cxn>
                <a:cxn ang="0">
                  <a:pos x="connsiteX1" y="connsiteY1"/>
                </a:cxn>
              </a:cxnLst>
              <a:rect l="l" t="t" r="r" b="b"/>
              <a:pathLst>
                <a:path w="52593" h="89368">
                  <a:moveTo>
                    <a:pt x="0" y="89369"/>
                  </a:moveTo>
                  <a:lnTo>
                    <a:pt x="52593" y="0"/>
                  </a:lnTo>
                </a:path>
              </a:pathLst>
            </a:custGeom>
            <a:ln w="8472" cap="flat">
              <a:solidFill>
                <a:srgbClr val="01355A"/>
              </a:solidFill>
              <a:prstDash val="solid"/>
              <a:miter/>
            </a:ln>
          </p:spPr>
          <p:txBody>
            <a:bodyPr rtlCol="1" anchor="ctr"/>
            <a:lstStyle/>
            <a:p>
              <a:endParaRPr lang="ar-SA"/>
            </a:p>
          </p:txBody>
        </p:sp>
        <p:grpSp>
          <p:nvGrpSpPr>
            <p:cNvPr id="9298" name="رسم 8014">
              <a:extLst>
                <a:ext uri="{FF2B5EF4-FFF2-40B4-BE49-F238E27FC236}">
                  <a16:creationId xmlns:a16="http://schemas.microsoft.com/office/drawing/2014/main" id="{E6125AD1-5AB7-AC46-AB20-06D738BCB1C9}"/>
                </a:ext>
              </a:extLst>
            </p:cNvPr>
            <p:cNvGrpSpPr/>
            <p:nvPr/>
          </p:nvGrpSpPr>
          <p:grpSpPr>
            <a:xfrm>
              <a:off x="8940749" y="4041940"/>
              <a:ext cx="196769" cy="196769"/>
              <a:chOff x="8940749" y="4041940"/>
              <a:chExt cx="196769" cy="196769"/>
            </a:xfrm>
            <a:noFill/>
          </p:grpSpPr>
          <p:grpSp>
            <p:nvGrpSpPr>
              <p:cNvPr id="9299" name="رسم 8014">
                <a:extLst>
                  <a:ext uri="{FF2B5EF4-FFF2-40B4-BE49-F238E27FC236}">
                    <a16:creationId xmlns:a16="http://schemas.microsoft.com/office/drawing/2014/main" id="{D1251EF1-6982-290E-A621-BD7F46C19818}"/>
                  </a:ext>
                </a:extLst>
              </p:cNvPr>
              <p:cNvGrpSpPr/>
              <p:nvPr/>
            </p:nvGrpSpPr>
            <p:grpSpPr>
              <a:xfrm>
                <a:off x="9007458" y="4111636"/>
                <a:ext cx="63297" cy="57394"/>
                <a:chOff x="9007458" y="4111636"/>
                <a:chExt cx="63297" cy="57394"/>
              </a:xfrm>
              <a:noFill/>
            </p:grpSpPr>
            <p:sp>
              <p:nvSpPr>
                <p:cNvPr id="9301" name="شكل حر: شكل 10362">
                  <a:extLst>
                    <a:ext uri="{FF2B5EF4-FFF2-40B4-BE49-F238E27FC236}">
                      <a16:creationId xmlns:a16="http://schemas.microsoft.com/office/drawing/2014/main" id="{34087F24-F28F-10F9-0A46-FCA5220809E1}"/>
                    </a:ext>
                  </a:extLst>
                </p:cNvPr>
                <p:cNvSpPr/>
                <p:nvPr/>
              </p:nvSpPr>
              <p:spPr>
                <a:xfrm>
                  <a:off x="9022993" y="4111636"/>
                  <a:ext cx="31521" cy="57394"/>
                </a:xfrm>
                <a:custGeom>
                  <a:avLst/>
                  <a:gdLst>
                    <a:gd name="connsiteX0" fmla="*/ 0 w 31521"/>
                    <a:gd name="connsiteY0" fmla="*/ 57395 h 57394"/>
                    <a:gd name="connsiteX1" fmla="*/ 31522 w 31521"/>
                    <a:gd name="connsiteY1" fmla="*/ 0 h 57394"/>
                  </a:gdLst>
                  <a:ahLst/>
                  <a:cxnLst>
                    <a:cxn ang="0">
                      <a:pos x="connsiteX0" y="connsiteY0"/>
                    </a:cxn>
                    <a:cxn ang="0">
                      <a:pos x="connsiteX1" y="connsiteY1"/>
                    </a:cxn>
                  </a:cxnLst>
                  <a:rect l="l" t="t" r="r" b="b"/>
                  <a:pathLst>
                    <a:path w="31521" h="57394">
                      <a:moveTo>
                        <a:pt x="0" y="57395"/>
                      </a:moveTo>
                      <a:lnTo>
                        <a:pt x="31522" y="0"/>
                      </a:lnTo>
                    </a:path>
                  </a:pathLst>
                </a:custGeom>
                <a:ln w="8472" cap="flat">
                  <a:solidFill>
                    <a:srgbClr val="17A3A3"/>
                  </a:solidFill>
                  <a:prstDash val="solid"/>
                  <a:miter/>
                </a:ln>
              </p:spPr>
              <p:txBody>
                <a:bodyPr rtlCol="1" anchor="ctr"/>
                <a:lstStyle/>
                <a:p>
                  <a:endParaRPr lang="ar-SA"/>
                </a:p>
              </p:txBody>
            </p:sp>
            <p:sp>
              <p:nvSpPr>
                <p:cNvPr id="9302" name="شكل حر: شكل 10363">
                  <a:extLst>
                    <a:ext uri="{FF2B5EF4-FFF2-40B4-BE49-F238E27FC236}">
                      <a16:creationId xmlns:a16="http://schemas.microsoft.com/office/drawing/2014/main" id="{3A9F5406-8623-2A46-8779-EE0E26D87441}"/>
                    </a:ext>
                  </a:extLst>
                </p:cNvPr>
                <p:cNvSpPr/>
                <p:nvPr/>
              </p:nvSpPr>
              <p:spPr>
                <a:xfrm>
                  <a:off x="9050362" y="4141576"/>
                  <a:ext cx="20393" cy="27454"/>
                </a:xfrm>
                <a:custGeom>
                  <a:avLst/>
                  <a:gdLst>
                    <a:gd name="connsiteX0" fmla="*/ 10197 w 20393"/>
                    <a:gd name="connsiteY0" fmla="*/ 27455 h 27454"/>
                    <a:gd name="connsiteX1" fmla="*/ 10197 w 20393"/>
                    <a:gd name="connsiteY1" fmla="*/ 27455 h 27454"/>
                    <a:gd name="connsiteX2" fmla="*/ 0 w 20393"/>
                    <a:gd name="connsiteY2" fmla="*/ 17258 h 27454"/>
                    <a:gd name="connsiteX3" fmla="*/ 0 w 20393"/>
                    <a:gd name="connsiteY3" fmla="*/ 10197 h 27454"/>
                    <a:gd name="connsiteX4" fmla="*/ 10197 w 20393"/>
                    <a:gd name="connsiteY4" fmla="*/ 0 h 27454"/>
                    <a:gd name="connsiteX5" fmla="*/ 10197 w 20393"/>
                    <a:gd name="connsiteY5" fmla="*/ 0 h 27454"/>
                    <a:gd name="connsiteX6" fmla="*/ 20393 w 20393"/>
                    <a:gd name="connsiteY6" fmla="*/ 10197 h 27454"/>
                    <a:gd name="connsiteX7" fmla="*/ 20393 w 20393"/>
                    <a:gd name="connsiteY7" fmla="*/ 17258 h 27454"/>
                    <a:gd name="connsiteX8" fmla="*/ 10197 w 20393"/>
                    <a:gd name="connsiteY8" fmla="*/ 27455 h 27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3" h="27454">
                      <a:moveTo>
                        <a:pt x="10197" y="27455"/>
                      </a:moveTo>
                      <a:lnTo>
                        <a:pt x="10197" y="27455"/>
                      </a:lnTo>
                      <a:cubicBezTo>
                        <a:pt x="4548" y="27455"/>
                        <a:pt x="0" y="22879"/>
                        <a:pt x="0" y="17258"/>
                      </a:cubicBezTo>
                      <a:lnTo>
                        <a:pt x="0" y="10197"/>
                      </a:lnTo>
                      <a:cubicBezTo>
                        <a:pt x="0" y="4547"/>
                        <a:pt x="4576" y="0"/>
                        <a:pt x="10197" y="0"/>
                      </a:cubicBezTo>
                      <a:lnTo>
                        <a:pt x="10197" y="0"/>
                      </a:lnTo>
                      <a:cubicBezTo>
                        <a:pt x="15846" y="0"/>
                        <a:pt x="20393" y="4576"/>
                        <a:pt x="20393" y="10197"/>
                      </a:cubicBezTo>
                      <a:lnTo>
                        <a:pt x="20393" y="17258"/>
                      </a:lnTo>
                      <a:cubicBezTo>
                        <a:pt x="20393" y="22907"/>
                        <a:pt x="15818" y="27455"/>
                        <a:pt x="10197" y="27455"/>
                      </a:cubicBezTo>
                      <a:close/>
                    </a:path>
                  </a:pathLst>
                </a:custGeom>
                <a:noFill/>
                <a:ln w="8472" cap="flat">
                  <a:solidFill>
                    <a:srgbClr val="17A3A3"/>
                  </a:solidFill>
                  <a:prstDash val="solid"/>
                  <a:miter/>
                </a:ln>
              </p:spPr>
              <p:txBody>
                <a:bodyPr rtlCol="1" anchor="ctr"/>
                <a:lstStyle/>
                <a:p>
                  <a:endParaRPr lang="ar-SA"/>
                </a:p>
              </p:txBody>
            </p:sp>
            <p:sp>
              <p:nvSpPr>
                <p:cNvPr id="9303" name="شكل حر: شكل 10364">
                  <a:extLst>
                    <a:ext uri="{FF2B5EF4-FFF2-40B4-BE49-F238E27FC236}">
                      <a16:creationId xmlns:a16="http://schemas.microsoft.com/office/drawing/2014/main" id="{0B68C08A-F659-E9F0-1258-29D4A344F4FA}"/>
                    </a:ext>
                  </a:extLst>
                </p:cNvPr>
                <p:cNvSpPr/>
                <p:nvPr/>
              </p:nvSpPr>
              <p:spPr>
                <a:xfrm>
                  <a:off x="9007458" y="4111664"/>
                  <a:ext cx="20393" cy="27454"/>
                </a:xfrm>
                <a:custGeom>
                  <a:avLst/>
                  <a:gdLst>
                    <a:gd name="connsiteX0" fmla="*/ 10196 w 20393"/>
                    <a:gd name="connsiteY0" fmla="*/ 27455 h 27454"/>
                    <a:gd name="connsiteX1" fmla="*/ 10196 w 20393"/>
                    <a:gd name="connsiteY1" fmla="*/ 27455 h 27454"/>
                    <a:gd name="connsiteX2" fmla="*/ 0 w 20393"/>
                    <a:gd name="connsiteY2" fmla="*/ 17258 h 27454"/>
                    <a:gd name="connsiteX3" fmla="*/ 0 w 20393"/>
                    <a:gd name="connsiteY3" fmla="*/ 10197 h 27454"/>
                    <a:gd name="connsiteX4" fmla="*/ 10196 w 20393"/>
                    <a:gd name="connsiteY4" fmla="*/ 0 h 27454"/>
                    <a:gd name="connsiteX5" fmla="*/ 10196 w 20393"/>
                    <a:gd name="connsiteY5" fmla="*/ 0 h 27454"/>
                    <a:gd name="connsiteX6" fmla="*/ 20393 w 20393"/>
                    <a:gd name="connsiteY6" fmla="*/ 10197 h 27454"/>
                    <a:gd name="connsiteX7" fmla="*/ 20393 w 20393"/>
                    <a:gd name="connsiteY7" fmla="*/ 17258 h 27454"/>
                    <a:gd name="connsiteX8" fmla="*/ 10196 w 20393"/>
                    <a:gd name="connsiteY8" fmla="*/ 27455 h 27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3" h="27454">
                      <a:moveTo>
                        <a:pt x="10196" y="27455"/>
                      </a:moveTo>
                      <a:lnTo>
                        <a:pt x="10196" y="27455"/>
                      </a:lnTo>
                      <a:cubicBezTo>
                        <a:pt x="4547" y="27455"/>
                        <a:pt x="0" y="22879"/>
                        <a:pt x="0" y="17258"/>
                      </a:cubicBezTo>
                      <a:lnTo>
                        <a:pt x="0" y="10197"/>
                      </a:lnTo>
                      <a:cubicBezTo>
                        <a:pt x="0" y="4548"/>
                        <a:pt x="4575" y="0"/>
                        <a:pt x="10196" y="0"/>
                      </a:cubicBezTo>
                      <a:lnTo>
                        <a:pt x="10196" y="0"/>
                      </a:lnTo>
                      <a:cubicBezTo>
                        <a:pt x="15845" y="0"/>
                        <a:pt x="20393" y="4576"/>
                        <a:pt x="20393" y="10197"/>
                      </a:cubicBezTo>
                      <a:lnTo>
                        <a:pt x="20393" y="17258"/>
                      </a:lnTo>
                      <a:cubicBezTo>
                        <a:pt x="20393" y="22907"/>
                        <a:pt x="15818" y="27455"/>
                        <a:pt x="10196" y="27455"/>
                      </a:cubicBezTo>
                      <a:close/>
                    </a:path>
                  </a:pathLst>
                </a:custGeom>
                <a:noFill/>
                <a:ln w="8472" cap="flat">
                  <a:solidFill>
                    <a:srgbClr val="17A3A3"/>
                  </a:solidFill>
                  <a:prstDash val="solid"/>
                  <a:miter/>
                </a:ln>
              </p:spPr>
              <p:txBody>
                <a:bodyPr rtlCol="1" anchor="ctr"/>
                <a:lstStyle/>
                <a:p>
                  <a:endParaRPr lang="ar-SA"/>
                </a:p>
              </p:txBody>
            </p:sp>
          </p:grpSp>
          <p:sp>
            <p:nvSpPr>
              <p:cNvPr id="9300" name="شكل حر: شكل 10365">
                <a:extLst>
                  <a:ext uri="{FF2B5EF4-FFF2-40B4-BE49-F238E27FC236}">
                    <a16:creationId xmlns:a16="http://schemas.microsoft.com/office/drawing/2014/main" id="{BAEFCC0B-4236-DC5B-7B3A-6E9BEEB64EDD}"/>
                  </a:ext>
                </a:extLst>
              </p:cNvPr>
              <p:cNvSpPr/>
              <p:nvPr/>
            </p:nvSpPr>
            <p:spPr>
              <a:xfrm rot="-2700000">
                <a:off x="8969565" y="4070756"/>
                <a:ext cx="139137" cy="139137"/>
              </a:xfrm>
              <a:custGeom>
                <a:avLst/>
                <a:gdLst>
                  <a:gd name="connsiteX0" fmla="*/ 139138 w 139137"/>
                  <a:gd name="connsiteY0" fmla="*/ 69569 h 139137"/>
                  <a:gd name="connsiteX1" fmla="*/ 69569 w 139137"/>
                  <a:gd name="connsiteY1" fmla="*/ 139137 h 139137"/>
                  <a:gd name="connsiteX2" fmla="*/ 1 w 139137"/>
                  <a:gd name="connsiteY2" fmla="*/ 69569 h 139137"/>
                  <a:gd name="connsiteX3" fmla="*/ 69569 w 139137"/>
                  <a:gd name="connsiteY3" fmla="*/ 0 h 139137"/>
                  <a:gd name="connsiteX4" fmla="*/ 139138 w 139137"/>
                  <a:gd name="connsiteY4" fmla="*/ 69569 h 1391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137" h="139137">
                    <a:moveTo>
                      <a:pt x="139138" y="69569"/>
                    </a:moveTo>
                    <a:cubicBezTo>
                      <a:pt x="139138" y="107990"/>
                      <a:pt x="107990" y="139137"/>
                      <a:pt x="69569" y="139137"/>
                    </a:cubicBezTo>
                    <a:cubicBezTo>
                      <a:pt x="31148" y="139137"/>
                      <a:pt x="1" y="107990"/>
                      <a:pt x="1" y="69569"/>
                    </a:cubicBezTo>
                    <a:cubicBezTo>
                      <a:pt x="1" y="31147"/>
                      <a:pt x="31148" y="0"/>
                      <a:pt x="69569" y="0"/>
                    </a:cubicBezTo>
                    <a:cubicBezTo>
                      <a:pt x="107991" y="0"/>
                      <a:pt x="139138" y="31147"/>
                      <a:pt x="139138" y="69569"/>
                    </a:cubicBezTo>
                    <a:close/>
                  </a:path>
                </a:pathLst>
              </a:custGeom>
              <a:noFill/>
              <a:ln w="8472" cap="flat">
                <a:solidFill>
                  <a:srgbClr val="17A3A3"/>
                </a:solidFill>
                <a:prstDash val="solid"/>
                <a:miter/>
              </a:ln>
            </p:spPr>
            <p:txBody>
              <a:bodyPr rtlCol="1" anchor="ctr"/>
              <a:lstStyle/>
              <a:p>
                <a:endParaRPr lang="ar-SA"/>
              </a:p>
            </p:txBody>
          </p:sp>
        </p:grpSp>
      </p:grpSp>
      <p:grpSp>
        <p:nvGrpSpPr>
          <p:cNvPr id="9304" name="رسم 8014">
            <a:extLst>
              <a:ext uri="{FF2B5EF4-FFF2-40B4-BE49-F238E27FC236}">
                <a16:creationId xmlns:a16="http://schemas.microsoft.com/office/drawing/2014/main" id="{9749D2A3-AE32-06FD-BA87-E12305B9223F}"/>
              </a:ext>
            </a:extLst>
          </p:cNvPr>
          <p:cNvGrpSpPr/>
          <p:nvPr/>
        </p:nvGrpSpPr>
        <p:grpSpPr>
          <a:xfrm>
            <a:off x="9413476" y="4047284"/>
            <a:ext cx="304809" cy="292066"/>
            <a:chOff x="10333356" y="3319520"/>
            <a:chExt cx="364338" cy="370552"/>
          </a:xfrm>
          <a:noFill/>
        </p:grpSpPr>
        <p:sp>
          <p:nvSpPr>
            <p:cNvPr id="9305" name="شكل حر: شكل 10367">
              <a:extLst>
                <a:ext uri="{FF2B5EF4-FFF2-40B4-BE49-F238E27FC236}">
                  <a16:creationId xmlns:a16="http://schemas.microsoft.com/office/drawing/2014/main" id="{9DFE05DC-8A15-D5F2-ED01-001CCF66EF1D}"/>
                </a:ext>
              </a:extLst>
            </p:cNvPr>
            <p:cNvSpPr/>
            <p:nvPr/>
          </p:nvSpPr>
          <p:spPr>
            <a:xfrm>
              <a:off x="10333356" y="3319520"/>
              <a:ext cx="302622" cy="296266"/>
            </a:xfrm>
            <a:custGeom>
              <a:avLst/>
              <a:gdLst>
                <a:gd name="connsiteX0" fmla="*/ 107813 w 302622"/>
                <a:gd name="connsiteY0" fmla="*/ 296267 h 296266"/>
                <a:gd name="connsiteX1" fmla="*/ 0 w 302622"/>
                <a:gd name="connsiteY1" fmla="*/ 151311 h 296266"/>
                <a:gd name="connsiteX2" fmla="*/ 151311 w 302622"/>
                <a:gd name="connsiteY2" fmla="*/ 0 h 296266"/>
                <a:gd name="connsiteX3" fmla="*/ 302622 w 302622"/>
                <a:gd name="connsiteY3" fmla="*/ 151311 h 296266"/>
                <a:gd name="connsiteX4" fmla="*/ 301295 w 302622"/>
                <a:gd name="connsiteY4" fmla="*/ 171365 h 2962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2622" h="296266">
                  <a:moveTo>
                    <a:pt x="107813" y="296267"/>
                  </a:moveTo>
                  <a:cubicBezTo>
                    <a:pt x="45447" y="277568"/>
                    <a:pt x="0" y="219750"/>
                    <a:pt x="0" y="151311"/>
                  </a:cubicBezTo>
                  <a:cubicBezTo>
                    <a:pt x="0" y="67733"/>
                    <a:pt x="67733" y="0"/>
                    <a:pt x="151311" y="0"/>
                  </a:cubicBezTo>
                  <a:cubicBezTo>
                    <a:pt x="234890" y="0"/>
                    <a:pt x="302622" y="67733"/>
                    <a:pt x="302622" y="151311"/>
                  </a:cubicBezTo>
                  <a:cubicBezTo>
                    <a:pt x="302622" y="158118"/>
                    <a:pt x="302170" y="164812"/>
                    <a:pt x="301295" y="171365"/>
                  </a:cubicBezTo>
                </a:path>
              </a:pathLst>
            </a:custGeom>
            <a:noFill/>
            <a:ln w="8472" cap="flat">
              <a:solidFill>
                <a:srgbClr val="17A3A3"/>
              </a:solidFill>
              <a:prstDash val="solid"/>
              <a:miter/>
            </a:ln>
          </p:spPr>
          <p:txBody>
            <a:bodyPr rtlCol="1" anchor="ctr"/>
            <a:lstStyle/>
            <a:p>
              <a:endParaRPr lang="ar-SA"/>
            </a:p>
          </p:txBody>
        </p:sp>
        <p:sp>
          <p:nvSpPr>
            <p:cNvPr id="9306" name="شكل حر: شكل 10368">
              <a:extLst>
                <a:ext uri="{FF2B5EF4-FFF2-40B4-BE49-F238E27FC236}">
                  <a16:creationId xmlns:a16="http://schemas.microsoft.com/office/drawing/2014/main" id="{9CB9D7B7-D84C-776A-EB4C-B2110AD376D0}"/>
                </a:ext>
              </a:extLst>
            </p:cNvPr>
            <p:cNvSpPr/>
            <p:nvPr/>
          </p:nvSpPr>
          <p:spPr>
            <a:xfrm>
              <a:off x="10414139" y="3400274"/>
              <a:ext cx="141057" cy="126031"/>
            </a:xfrm>
            <a:custGeom>
              <a:avLst/>
              <a:gdLst>
                <a:gd name="connsiteX0" fmla="*/ 26975 w 141057"/>
                <a:gd name="connsiteY0" fmla="*/ 126031 h 126031"/>
                <a:gd name="connsiteX1" fmla="*/ 0 w 141057"/>
                <a:gd name="connsiteY1" fmla="*/ 70529 h 126031"/>
                <a:gd name="connsiteX2" fmla="*/ 70529 w 141057"/>
                <a:gd name="connsiteY2" fmla="*/ 0 h 126031"/>
                <a:gd name="connsiteX3" fmla="*/ 141058 w 141057"/>
                <a:gd name="connsiteY3" fmla="*/ 70529 h 126031"/>
                <a:gd name="connsiteX4" fmla="*/ 139617 w 141057"/>
                <a:gd name="connsiteY4" fmla="*/ 84736 h 1260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057" h="126031">
                  <a:moveTo>
                    <a:pt x="26975" y="126031"/>
                  </a:moveTo>
                  <a:cubicBezTo>
                    <a:pt x="10536" y="113123"/>
                    <a:pt x="0" y="93069"/>
                    <a:pt x="0" y="70529"/>
                  </a:cubicBezTo>
                  <a:cubicBezTo>
                    <a:pt x="0" y="31579"/>
                    <a:pt x="31578" y="0"/>
                    <a:pt x="70529" y="0"/>
                  </a:cubicBezTo>
                  <a:cubicBezTo>
                    <a:pt x="109479" y="0"/>
                    <a:pt x="141058" y="31579"/>
                    <a:pt x="141058" y="70529"/>
                  </a:cubicBezTo>
                  <a:cubicBezTo>
                    <a:pt x="141058" y="75387"/>
                    <a:pt x="140578" y="80161"/>
                    <a:pt x="139617" y="84736"/>
                  </a:cubicBezTo>
                </a:path>
              </a:pathLst>
            </a:custGeom>
            <a:noFill/>
            <a:ln w="8472" cap="flat">
              <a:solidFill>
                <a:srgbClr val="17A3A3"/>
              </a:solidFill>
              <a:prstDash val="solid"/>
              <a:miter/>
            </a:ln>
          </p:spPr>
          <p:txBody>
            <a:bodyPr rtlCol="1" anchor="ctr"/>
            <a:lstStyle/>
            <a:p>
              <a:endParaRPr lang="ar-SA"/>
            </a:p>
          </p:txBody>
        </p:sp>
        <p:sp>
          <p:nvSpPr>
            <p:cNvPr id="9307" name="شكل حر: شكل 10369">
              <a:extLst>
                <a:ext uri="{FF2B5EF4-FFF2-40B4-BE49-F238E27FC236}">
                  <a16:creationId xmlns:a16="http://schemas.microsoft.com/office/drawing/2014/main" id="{5D621491-5792-DBE9-0652-8A57CFAD0AC7}"/>
                </a:ext>
              </a:extLst>
            </p:cNvPr>
            <p:cNvSpPr/>
            <p:nvPr/>
          </p:nvSpPr>
          <p:spPr>
            <a:xfrm>
              <a:off x="10662218" y="3629514"/>
              <a:ext cx="34402" cy="2824"/>
            </a:xfrm>
            <a:custGeom>
              <a:avLst/>
              <a:gdLst>
                <a:gd name="connsiteX0" fmla="*/ 0 w 34402"/>
                <a:gd name="connsiteY0" fmla="*/ 0 h 2824"/>
                <a:gd name="connsiteX1" fmla="*/ 34403 w 34402"/>
                <a:gd name="connsiteY1" fmla="*/ 0 h 2824"/>
              </a:gdLst>
              <a:ahLst/>
              <a:cxnLst>
                <a:cxn ang="0">
                  <a:pos x="connsiteX0" y="connsiteY0"/>
                </a:cxn>
                <a:cxn ang="0">
                  <a:pos x="connsiteX1" y="connsiteY1"/>
                </a:cxn>
              </a:cxnLst>
              <a:rect l="l" t="t" r="r" b="b"/>
              <a:pathLst>
                <a:path w="34402" h="2824">
                  <a:moveTo>
                    <a:pt x="0" y="0"/>
                  </a:moveTo>
                  <a:lnTo>
                    <a:pt x="34403" y="0"/>
                  </a:lnTo>
                </a:path>
              </a:pathLst>
            </a:custGeom>
            <a:ln w="8472" cap="flat">
              <a:solidFill>
                <a:srgbClr val="01355A"/>
              </a:solidFill>
              <a:prstDash val="solid"/>
              <a:miter/>
            </a:ln>
          </p:spPr>
          <p:txBody>
            <a:bodyPr rtlCol="1" anchor="ctr"/>
            <a:lstStyle/>
            <a:p>
              <a:endParaRPr lang="ar-SA"/>
            </a:p>
          </p:txBody>
        </p:sp>
        <p:sp>
          <p:nvSpPr>
            <p:cNvPr id="9308" name="شكل حر: شكل 10370">
              <a:extLst>
                <a:ext uri="{FF2B5EF4-FFF2-40B4-BE49-F238E27FC236}">
                  <a16:creationId xmlns:a16="http://schemas.microsoft.com/office/drawing/2014/main" id="{66778806-1E8F-07A7-3723-6E922335E123}"/>
                </a:ext>
              </a:extLst>
            </p:cNvPr>
            <p:cNvSpPr/>
            <p:nvPr/>
          </p:nvSpPr>
          <p:spPr>
            <a:xfrm>
              <a:off x="10540791" y="3655811"/>
              <a:ext cx="34233" cy="34233"/>
            </a:xfrm>
            <a:custGeom>
              <a:avLst/>
              <a:gdLst>
                <a:gd name="connsiteX0" fmla="*/ 34234 w 34233"/>
                <a:gd name="connsiteY0" fmla="*/ 17117 h 34233"/>
                <a:gd name="connsiteX1" fmla="*/ 17117 w 34233"/>
                <a:gd name="connsiteY1" fmla="*/ 0 h 34233"/>
                <a:gd name="connsiteX2" fmla="*/ 0 w 34233"/>
                <a:gd name="connsiteY2" fmla="*/ 17117 h 34233"/>
                <a:gd name="connsiteX3" fmla="*/ 17117 w 34233"/>
                <a:gd name="connsiteY3" fmla="*/ 34233 h 34233"/>
                <a:gd name="connsiteX4" fmla="*/ 34234 w 34233"/>
                <a:gd name="connsiteY4" fmla="*/ 17117 h 342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33" h="34233">
                  <a:moveTo>
                    <a:pt x="34234" y="17117"/>
                  </a:moveTo>
                  <a:cubicBezTo>
                    <a:pt x="34234" y="7654"/>
                    <a:pt x="26579" y="0"/>
                    <a:pt x="17117" y="0"/>
                  </a:cubicBezTo>
                  <a:cubicBezTo>
                    <a:pt x="7655" y="0"/>
                    <a:pt x="0" y="7654"/>
                    <a:pt x="0" y="17117"/>
                  </a:cubicBezTo>
                  <a:cubicBezTo>
                    <a:pt x="0" y="26579"/>
                    <a:pt x="7655" y="34233"/>
                    <a:pt x="17117" y="34233"/>
                  </a:cubicBezTo>
                  <a:cubicBezTo>
                    <a:pt x="26579" y="34233"/>
                    <a:pt x="34234" y="26579"/>
                    <a:pt x="34234" y="17117"/>
                  </a:cubicBezTo>
                  <a:close/>
                </a:path>
              </a:pathLst>
            </a:custGeom>
            <a:noFill/>
            <a:ln w="8472" cap="flat">
              <a:solidFill>
                <a:srgbClr val="01355A"/>
              </a:solidFill>
              <a:prstDash val="solid"/>
              <a:miter/>
            </a:ln>
          </p:spPr>
          <p:txBody>
            <a:bodyPr rtlCol="1" anchor="ctr"/>
            <a:lstStyle/>
            <a:p>
              <a:endParaRPr lang="ar-SA"/>
            </a:p>
          </p:txBody>
        </p:sp>
        <p:sp>
          <p:nvSpPr>
            <p:cNvPr id="9309" name="شكل حر: شكل 10371">
              <a:extLst>
                <a:ext uri="{FF2B5EF4-FFF2-40B4-BE49-F238E27FC236}">
                  <a16:creationId xmlns:a16="http://schemas.microsoft.com/office/drawing/2014/main" id="{6CD31ABF-1CEF-C19D-1F20-3484F424B418}"/>
                </a:ext>
              </a:extLst>
            </p:cNvPr>
            <p:cNvSpPr/>
            <p:nvPr/>
          </p:nvSpPr>
          <p:spPr>
            <a:xfrm>
              <a:off x="10504891" y="3655839"/>
              <a:ext cx="29008" cy="34233"/>
            </a:xfrm>
            <a:custGeom>
              <a:avLst/>
              <a:gdLst>
                <a:gd name="connsiteX0" fmla="*/ 29008 w 29008"/>
                <a:gd name="connsiteY0" fmla="*/ 4802 h 34233"/>
                <a:gd name="connsiteX1" fmla="*/ 17117 w 29008"/>
                <a:gd name="connsiteY1" fmla="*/ 0 h 34233"/>
                <a:gd name="connsiteX2" fmla="*/ 0 w 29008"/>
                <a:gd name="connsiteY2" fmla="*/ 17117 h 34233"/>
                <a:gd name="connsiteX3" fmla="*/ 17117 w 29008"/>
                <a:gd name="connsiteY3" fmla="*/ 34233 h 34233"/>
                <a:gd name="connsiteX4" fmla="*/ 29008 w 29008"/>
                <a:gd name="connsiteY4" fmla="*/ 29432 h 342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08" h="34233">
                  <a:moveTo>
                    <a:pt x="29008" y="4802"/>
                  </a:moveTo>
                  <a:cubicBezTo>
                    <a:pt x="25930" y="1836"/>
                    <a:pt x="21750" y="0"/>
                    <a:pt x="17117" y="0"/>
                  </a:cubicBezTo>
                  <a:cubicBezTo>
                    <a:pt x="7654" y="0"/>
                    <a:pt x="0" y="7654"/>
                    <a:pt x="0" y="17117"/>
                  </a:cubicBezTo>
                  <a:cubicBezTo>
                    <a:pt x="0" y="26579"/>
                    <a:pt x="7654" y="34233"/>
                    <a:pt x="17117" y="34233"/>
                  </a:cubicBezTo>
                  <a:cubicBezTo>
                    <a:pt x="21721" y="34233"/>
                    <a:pt x="25930" y="32397"/>
                    <a:pt x="29008" y="29432"/>
                  </a:cubicBezTo>
                </a:path>
              </a:pathLst>
            </a:custGeom>
            <a:noFill/>
            <a:ln w="8472" cap="flat">
              <a:solidFill>
                <a:srgbClr val="01355A"/>
              </a:solidFill>
              <a:prstDash val="solid"/>
              <a:miter/>
            </a:ln>
          </p:spPr>
          <p:txBody>
            <a:bodyPr rtlCol="1" anchor="ctr"/>
            <a:lstStyle/>
            <a:p>
              <a:endParaRPr lang="ar-SA"/>
            </a:p>
          </p:txBody>
        </p:sp>
        <p:sp>
          <p:nvSpPr>
            <p:cNvPr id="9310" name="شكل حر: شكل 10372">
              <a:extLst>
                <a:ext uri="{FF2B5EF4-FFF2-40B4-BE49-F238E27FC236}">
                  <a16:creationId xmlns:a16="http://schemas.microsoft.com/office/drawing/2014/main" id="{4EC7B920-D7D1-298B-38BA-7A3254441C18}"/>
                </a:ext>
              </a:extLst>
            </p:cNvPr>
            <p:cNvSpPr/>
            <p:nvPr/>
          </p:nvSpPr>
          <p:spPr>
            <a:xfrm>
              <a:off x="10458089" y="3566527"/>
              <a:ext cx="239605" cy="98181"/>
            </a:xfrm>
            <a:custGeom>
              <a:avLst/>
              <a:gdLst>
                <a:gd name="connsiteX0" fmla="*/ 32566 w 239605"/>
                <a:gd name="connsiteY0" fmla="*/ 98181 h 98181"/>
                <a:gd name="connsiteX1" fmla="*/ 12117 w 239605"/>
                <a:gd name="connsiteY1" fmla="*/ 98181 h 98181"/>
                <a:gd name="connsiteX2" fmla="*/ 0 w 239605"/>
                <a:gd name="connsiteY2" fmla="*/ 86064 h 98181"/>
                <a:gd name="connsiteX3" fmla="*/ 0 w 239605"/>
                <a:gd name="connsiteY3" fmla="*/ 67930 h 98181"/>
                <a:gd name="connsiteX4" fmla="*/ 170602 w 239605"/>
                <a:gd name="connsiteY4" fmla="*/ 67930 h 98181"/>
                <a:gd name="connsiteX5" fmla="*/ 183511 w 239605"/>
                <a:gd name="connsiteY5" fmla="*/ 55022 h 98181"/>
                <a:gd name="connsiteX6" fmla="*/ 183511 w 239605"/>
                <a:gd name="connsiteY6" fmla="*/ 0 h 98181"/>
                <a:gd name="connsiteX7" fmla="*/ 204130 w 239605"/>
                <a:gd name="connsiteY7" fmla="*/ 0 h 98181"/>
                <a:gd name="connsiteX8" fmla="*/ 228251 w 239605"/>
                <a:gd name="connsiteY8" fmla="*/ 16354 h 98181"/>
                <a:gd name="connsiteX9" fmla="*/ 239606 w 239605"/>
                <a:gd name="connsiteY9" fmla="*/ 85895 h 98181"/>
                <a:gd name="connsiteX10" fmla="*/ 239606 w 239605"/>
                <a:gd name="connsiteY10" fmla="*/ 98181 h 98181"/>
                <a:gd name="connsiteX11" fmla="*/ 219241 w 239605"/>
                <a:gd name="connsiteY11" fmla="*/ 98181 h 98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9605" h="98181">
                  <a:moveTo>
                    <a:pt x="32566" y="98181"/>
                  </a:moveTo>
                  <a:lnTo>
                    <a:pt x="12117" y="98181"/>
                  </a:lnTo>
                  <a:cubicBezTo>
                    <a:pt x="5423" y="98181"/>
                    <a:pt x="0" y="92758"/>
                    <a:pt x="0" y="86064"/>
                  </a:cubicBezTo>
                  <a:lnTo>
                    <a:pt x="0" y="67930"/>
                  </a:lnTo>
                  <a:lnTo>
                    <a:pt x="170602" y="67930"/>
                  </a:lnTo>
                  <a:cubicBezTo>
                    <a:pt x="177720" y="67930"/>
                    <a:pt x="183511" y="62140"/>
                    <a:pt x="183511" y="55022"/>
                  </a:cubicBezTo>
                  <a:lnTo>
                    <a:pt x="183511" y="0"/>
                  </a:lnTo>
                  <a:lnTo>
                    <a:pt x="204130" y="0"/>
                  </a:lnTo>
                  <a:cubicBezTo>
                    <a:pt x="213903" y="0"/>
                    <a:pt x="224382" y="5819"/>
                    <a:pt x="228251" y="16354"/>
                  </a:cubicBezTo>
                  <a:cubicBezTo>
                    <a:pt x="235765" y="38131"/>
                    <a:pt x="239606" y="62846"/>
                    <a:pt x="239606" y="85895"/>
                  </a:cubicBezTo>
                  <a:lnTo>
                    <a:pt x="239606" y="98181"/>
                  </a:lnTo>
                  <a:lnTo>
                    <a:pt x="219241" y="98181"/>
                  </a:lnTo>
                </a:path>
              </a:pathLst>
            </a:custGeom>
            <a:noFill/>
            <a:ln w="8472" cap="flat">
              <a:solidFill>
                <a:srgbClr val="01355A"/>
              </a:solidFill>
              <a:prstDash val="solid"/>
              <a:miter/>
            </a:ln>
          </p:spPr>
          <p:txBody>
            <a:bodyPr rtlCol="1" anchor="ctr"/>
            <a:lstStyle/>
            <a:p>
              <a:endParaRPr lang="ar-SA"/>
            </a:p>
          </p:txBody>
        </p:sp>
        <p:sp>
          <p:nvSpPr>
            <p:cNvPr id="9311" name="شكل حر: شكل 10373">
              <a:extLst>
                <a:ext uri="{FF2B5EF4-FFF2-40B4-BE49-F238E27FC236}">
                  <a16:creationId xmlns:a16="http://schemas.microsoft.com/office/drawing/2014/main" id="{9BD4D8DD-DE9D-52E6-C30B-062E60C22E2E}"/>
                </a:ext>
              </a:extLst>
            </p:cNvPr>
            <p:cNvSpPr/>
            <p:nvPr/>
          </p:nvSpPr>
          <p:spPr>
            <a:xfrm>
              <a:off x="10645187" y="3655811"/>
              <a:ext cx="34233" cy="34233"/>
            </a:xfrm>
            <a:custGeom>
              <a:avLst/>
              <a:gdLst>
                <a:gd name="connsiteX0" fmla="*/ 34233 w 34233"/>
                <a:gd name="connsiteY0" fmla="*/ 17117 h 34233"/>
                <a:gd name="connsiteX1" fmla="*/ 17116 w 34233"/>
                <a:gd name="connsiteY1" fmla="*/ 0 h 34233"/>
                <a:gd name="connsiteX2" fmla="*/ 0 w 34233"/>
                <a:gd name="connsiteY2" fmla="*/ 17117 h 34233"/>
                <a:gd name="connsiteX3" fmla="*/ 17116 w 34233"/>
                <a:gd name="connsiteY3" fmla="*/ 34233 h 34233"/>
                <a:gd name="connsiteX4" fmla="*/ 34233 w 34233"/>
                <a:gd name="connsiteY4" fmla="*/ 17117 h 342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33" h="34233">
                  <a:moveTo>
                    <a:pt x="34233" y="17117"/>
                  </a:moveTo>
                  <a:cubicBezTo>
                    <a:pt x="34233" y="7654"/>
                    <a:pt x="26579" y="0"/>
                    <a:pt x="17116" y="0"/>
                  </a:cubicBezTo>
                  <a:cubicBezTo>
                    <a:pt x="7654" y="0"/>
                    <a:pt x="0" y="7654"/>
                    <a:pt x="0" y="17117"/>
                  </a:cubicBezTo>
                  <a:cubicBezTo>
                    <a:pt x="0" y="26579"/>
                    <a:pt x="7654" y="34233"/>
                    <a:pt x="17116" y="34233"/>
                  </a:cubicBezTo>
                  <a:cubicBezTo>
                    <a:pt x="26579" y="34233"/>
                    <a:pt x="34233" y="26579"/>
                    <a:pt x="34233" y="17117"/>
                  </a:cubicBezTo>
                  <a:close/>
                </a:path>
              </a:pathLst>
            </a:custGeom>
            <a:noFill/>
            <a:ln w="8472" cap="flat">
              <a:solidFill>
                <a:srgbClr val="01355A"/>
              </a:solidFill>
              <a:prstDash val="solid"/>
              <a:miter/>
            </a:ln>
          </p:spPr>
          <p:txBody>
            <a:bodyPr rtlCol="1" anchor="ctr"/>
            <a:lstStyle/>
            <a:p>
              <a:endParaRPr lang="ar-SA"/>
            </a:p>
          </p:txBody>
        </p:sp>
        <p:sp>
          <p:nvSpPr>
            <p:cNvPr id="9312" name="شكل حر: شكل 10374">
              <a:extLst>
                <a:ext uri="{FF2B5EF4-FFF2-40B4-BE49-F238E27FC236}">
                  <a16:creationId xmlns:a16="http://schemas.microsoft.com/office/drawing/2014/main" id="{61DBA7F2-B380-399A-790E-A3DE63C53BD1}"/>
                </a:ext>
              </a:extLst>
            </p:cNvPr>
            <p:cNvSpPr/>
            <p:nvPr/>
          </p:nvSpPr>
          <p:spPr>
            <a:xfrm>
              <a:off x="10587481" y="3664708"/>
              <a:ext cx="45023" cy="2824"/>
            </a:xfrm>
            <a:custGeom>
              <a:avLst/>
              <a:gdLst>
                <a:gd name="connsiteX0" fmla="*/ 0 w 45023"/>
                <a:gd name="connsiteY0" fmla="*/ 0 h 2824"/>
                <a:gd name="connsiteX1" fmla="*/ 45024 w 45023"/>
                <a:gd name="connsiteY1" fmla="*/ 0 h 2824"/>
              </a:gdLst>
              <a:ahLst/>
              <a:cxnLst>
                <a:cxn ang="0">
                  <a:pos x="connsiteX0" y="connsiteY0"/>
                </a:cxn>
                <a:cxn ang="0">
                  <a:pos x="connsiteX1" y="connsiteY1"/>
                </a:cxn>
              </a:cxnLst>
              <a:rect l="l" t="t" r="r" b="b"/>
              <a:pathLst>
                <a:path w="45023" h="2824">
                  <a:moveTo>
                    <a:pt x="0" y="0"/>
                  </a:moveTo>
                  <a:lnTo>
                    <a:pt x="45024" y="0"/>
                  </a:lnTo>
                </a:path>
              </a:pathLst>
            </a:custGeom>
            <a:ln w="8472" cap="flat">
              <a:solidFill>
                <a:srgbClr val="01355A"/>
              </a:solidFill>
              <a:prstDash val="solid"/>
              <a:miter/>
            </a:ln>
          </p:spPr>
          <p:txBody>
            <a:bodyPr rtlCol="1" anchor="ctr"/>
            <a:lstStyle/>
            <a:p>
              <a:endParaRPr lang="ar-SA"/>
            </a:p>
          </p:txBody>
        </p:sp>
        <p:sp>
          <p:nvSpPr>
            <p:cNvPr id="9313" name="شكل حر: شكل 10375">
              <a:extLst>
                <a:ext uri="{FF2B5EF4-FFF2-40B4-BE49-F238E27FC236}">
                  <a16:creationId xmlns:a16="http://schemas.microsoft.com/office/drawing/2014/main" id="{2548ECE3-26CC-9550-EC1C-D5A5E35FABE3}"/>
                </a:ext>
              </a:extLst>
            </p:cNvPr>
            <p:cNvSpPr/>
            <p:nvPr/>
          </p:nvSpPr>
          <p:spPr>
            <a:xfrm>
              <a:off x="10641599" y="3548760"/>
              <a:ext cx="2824" cy="17794"/>
            </a:xfrm>
            <a:custGeom>
              <a:avLst/>
              <a:gdLst>
                <a:gd name="connsiteX0" fmla="*/ 0 w 2824"/>
                <a:gd name="connsiteY0" fmla="*/ 17795 h 17794"/>
                <a:gd name="connsiteX1" fmla="*/ 0 w 2824"/>
                <a:gd name="connsiteY1" fmla="*/ 0 h 17794"/>
              </a:gdLst>
              <a:ahLst/>
              <a:cxnLst>
                <a:cxn ang="0">
                  <a:pos x="connsiteX0" y="connsiteY0"/>
                </a:cxn>
                <a:cxn ang="0">
                  <a:pos x="connsiteX1" y="connsiteY1"/>
                </a:cxn>
              </a:cxnLst>
              <a:rect l="l" t="t" r="r" b="b"/>
              <a:pathLst>
                <a:path w="2824" h="17794">
                  <a:moveTo>
                    <a:pt x="0" y="17795"/>
                  </a:moveTo>
                  <a:lnTo>
                    <a:pt x="0" y="0"/>
                  </a:lnTo>
                </a:path>
              </a:pathLst>
            </a:custGeom>
            <a:ln w="8472" cap="flat">
              <a:solidFill>
                <a:srgbClr val="01355A"/>
              </a:solidFill>
              <a:prstDash val="solid"/>
              <a:miter/>
            </a:ln>
          </p:spPr>
          <p:txBody>
            <a:bodyPr rtlCol="1" anchor="ctr"/>
            <a:lstStyle/>
            <a:p>
              <a:endParaRPr lang="ar-SA"/>
            </a:p>
          </p:txBody>
        </p:sp>
        <p:sp>
          <p:nvSpPr>
            <p:cNvPr id="9314" name="شكل حر: شكل 10376">
              <a:extLst>
                <a:ext uri="{FF2B5EF4-FFF2-40B4-BE49-F238E27FC236}">
                  <a16:creationId xmlns:a16="http://schemas.microsoft.com/office/drawing/2014/main" id="{95F87415-C893-61BF-C136-66B28E618F8B}"/>
                </a:ext>
              </a:extLst>
            </p:cNvPr>
            <p:cNvSpPr/>
            <p:nvPr/>
          </p:nvSpPr>
          <p:spPr>
            <a:xfrm>
              <a:off x="10458088" y="3503116"/>
              <a:ext cx="167721" cy="115298"/>
            </a:xfrm>
            <a:custGeom>
              <a:avLst/>
              <a:gdLst>
                <a:gd name="connsiteX0" fmla="*/ 163202 w 167721"/>
                <a:gd name="connsiteY0" fmla="*/ 0 h 115298"/>
                <a:gd name="connsiteX1" fmla="*/ 167722 w 167721"/>
                <a:gd name="connsiteY1" fmla="*/ 4519 h 115298"/>
                <a:gd name="connsiteX2" fmla="*/ 167722 w 167721"/>
                <a:gd name="connsiteY2" fmla="*/ 110779 h 115298"/>
                <a:gd name="connsiteX3" fmla="*/ 163202 w 167721"/>
                <a:gd name="connsiteY3" fmla="*/ 115298 h 115298"/>
                <a:gd name="connsiteX4" fmla="*/ 4519 w 167721"/>
                <a:gd name="connsiteY4" fmla="*/ 115298 h 115298"/>
                <a:gd name="connsiteX5" fmla="*/ 0 w 167721"/>
                <a:gd name="connsiteY5" fmla="*/ 110779 h 115298"/>
                <a:gd name="connsiteX6" fmla="*/ 0 w 167721"/>
                <a:gd name="connsiteY6" fmla="*/ 4519 h 115298"/>
                <a:gd name="connsiteX7" fmla="*/ 4519 w 167721"/>
                <a:gd name="connsiteY7" fmla="*/ 0 h 115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7721" h="115298">
                  <a:moveTo>
                    <a:pt x="163202" y="0"/>
                  </a:moveTo>
                  <a:cubicBezTo>
                    <a:pt x="165698" y="0"/>
                    <a:pt x="167722" y="2023"/>
                    <a:pt x="167722" y="4519"/>
                  </a:cubicBezTo>
                  <a:lnTo>
                    <a:pt x="167722" y="110779"/>
                  </a:lnTo>
                  <a:cubicBezTo>
                    <a:pt x="167722" y="113275"/>
                    <a:pt x="165698" y="115298"/>
                    <a:pt x="163202" y="115298"/>
                  </a:cubicBezTo>
                  <a:lnTo>
                    <a:pt x="4519" y="115298"/>
                  </a:lnTo>
                  <a:cubicBezTo>
                    <a:pt x="2024" y="115298"/>
                    <a:pt x="0" y="113275"/>
                    <a:pt x="0" y="110779"/>
                  </a:cubicBezTo>
                  <a:lnTo>
                    <a:pt x="0" y="4519"/>
                  </a:lnTo>
                  <a:cubicBezTo>
                    <a:pt x="0" y="2023"/>
                    <a:pt x="2023" y="0"/>
                    <a:pt x="4519" y="0"/>
                  </a:cubicBezTo>
                  <a:close/>
                </a:path>
              </a:pathLst>
            </a:custGeom>
            <a:noFill/>
            <a:ln w="8472" cap="flat">
              <a:solidFill>
                <a:srgbClr val="01355A"/>
              </a:solidFill>
              <a:prstDash val="solid"/>
              <a:miter/>
            </a:ln>
          </p:spPr>
          <p:txBody>
            <a:bodyPr rtlCol="1" anchor="ctr"/>
            <a:lstStyle/>
            <a:p>
              <a:endParaRPr lang="ar-SA"/>
            </a:p>
          </p:txBody>
        </p:sp>
        <p:sp>
          <p:nvSpPr>
            <p:cNvPr id="9315" name="شكل حر: شكل 10377">
              <a:extLst>
                <a:ext uri="{FF2B5EF4-FFF2-40B4-BE49-F238E27FC236}">
                  <a16:creationId xmlns:a16="http://schemas.microsoft.com/office/drawing/2014/main" id="{3658D1C5-13CF-0B05-7A5C-116FB0456BF0}"/>
                </a:ext>
              </a:extLst>
            </p:cNvPr>
            <p:cNvSpPr/>
            <p:nvPr/>
          </p:nvSpPr>
          <p:spPr>
            <a:xfrm>
              <a:off x="10484667" y="3319520"/>
              <a:ext cx="2824" cy="31804"/>
            </a:xfrm>
            <a:custGeom>
              <a:avLst/>
              <a:gdLst>
                <a:gd name="connsiteX0" fmla="*/ 0 w 2824"/>
                <a:gd name="connsiteY0" fmla="*/ 0 h 31804"/>
                <a:gd name="connsiteX1" fmla="*/ 0 w 2824"/>
                <a:gd name="connsiteY1" fmla="*/ 31804 h 31804"/>
              </a:gdLst>
              <a:ahLst/>
              <a:cxnLst>
                <a:cxn ang="0">
                  <a:pos x="connsiteX0" y="connsiteY0"/>
                </a:cxn>
                <a:cxn ang="0">
                  <a:pos x="connsiteX1" y="connsiteY1"/>
                </a:cxn>
              </a:cxnLst>
              <a:rect l="l" t="t" r="r" b="b"/>
              <a:pathLst>
                <a:path w="2824" h="31804">
                  <a:moveTo>
                    <a:pt x="0" y="0"/>
                  </a:moveTo>
                  <a:lnTo>
                    <a:pt x="0" y="31804"/>
                  </a:lnTo>
                </a:path>
              </a:pathLst>
            </a:custGeom>
            <a:ln w="8472" cap="flat">
              <a:solidFill>
                <a:srgbClr val="17A3A3"/>
              </a:solidFill>
              <a:prstDash val="solid"/>
              <a:miter/>
            </a:ln>
          </p:spPr>
          <p:txBody>
            <a:bodyPr rtlCol="1" anchor="ctr"/>
            <a:lstStyle/>
            <a:p>
              <a:endParaRPr lang="ar-SA"/>
            </a:p>
          </p:txBody>
        </p:sp>
        <p:sp>
          <p:nvSpPr>
            <p:cNvPr id="9316" name="شكل حر: شكل 10378">
              <a:extLst>
                <a:ext uri="{FF2B5EF4-FFF2-40B4-BE49-F238E27FC236}">
                  <a16:creationId xmlns:a16="http://schemas.microsoft.com/office/drawing/2014/main" id="{CD2157A4-AEB0-4355-32C2-7014DC9FC10D}"/>
                </a:ext>
              </a:extLst>
            </p:cNvPr>
            <p:cNvSpPr/>
            <p:nvPr/>
          </p:nvSpPr>
          <p:spPr>
            <a:xfrm>
              <a:off x="10333356" y="3470831"/>
              <a:ext cx="31832" cy="2824"/>
            </a:xfrm>
            <a:custGeom>
              <a:avLst/>
              <a:gdLst>
                <a:gd name="connsiteX0" fmla="*/ 0 w 31832"/>
                <a:gd name="connsiteY0" fmla="*/ 0 h 2824"/>
                <a:gd name="connsiteX1" fmla="*/ 31833 w 31832"/>
                <a:gd name="connsiteY1" fmla="*/ 0 h 2824"/>
              </a:gdLst>
              <a:ahLst/>
              <a:cxnLst>
                <a:cxn ang="0">
                  <a:pos x="connsiteX0" y="connsiteY0"/>
                </a:cxn>
                <a:cxn ang="0">
                  <a:pos x="connsiteX1" y="connsiteY1"/>
                </a:cxn>
              </a:cxnLst>
              <a:rect l="l" t="t" r="r" b="b"/>
              <a:pathLst>
                <a:path w="31832" h="2824">
                  <a:moveTo>
                    <a:pt x="0" y="0"/>
                  </a:moveTo>
                  <a:lnTo>
                    <a:pt x="31833" y="0"/>
                  </a:lnTo>
                </a:path>
              </a:pathLst>
            </a:custGeom>
            <a:ln w="8472" cap="flat">
              <a:solidFill>
                <a:srgbClr val="17A3A3"/>
              </a:solidFill>
              <a:prstDash val="solid"/>
              <a:miter/>
            </a:ln>
          </p:spPr>
          <p:txBody>
            <a:bodyPr rtlCol="1" anchor="ctr"/>
            <a:lstStyle/>
            <a:p>
              <a:endParaRPr lang="ar-SA"/>
            </a:p>
          </p:txBody>
        </p:sp>
        <p:sp>
          <p:nvSpPr>
            <p:cNvPr id="9317" name="شكل حر: شكل 10379">
              <a:extLst>
                <a:ext uri="{FF2B5EF4-FFF2-40B4-BE49-F238E27FC236}">
                  <a16:creationId xmlns:a16="http://schemas.microsoft.com/office/drawing/2014/main" id="{38621547-2CA9-F8D4-98F5-8B9CB43385DD}"/>
                </a:ext>
              </a:extLst>
            </p:cNvPr>
            <p:cNvSpPr/>
            <p:nvPr/>
          </p:nvSpPr>
          <p:spPr>
            <a:xfrm>
              <a:off x="10604146" y="3470831"/>
              <a:ext cx="31832" cy="2824"/>
            </a:xfrm>
            <a:custGeom>
              <a:avLst/>
              <a:gdLst>
                <a:gd name="connsiteX0" fmla="*/ 31833 w 31832"/>
                <a:gd name="connsiteY0" fmla="*/ 0 h 2824"/>
                <a:gd name="connsiteX1" fmla="*/ 0 w 31832"/>
                <a:gd name="connsiteY1" fmla="*/ 0 h 2824"/>
              </a:gdLst>
              <a:ahLst/>
              <a:cxnLst>
                <a:cxn ang="0">
                  <a:pos x="connsiteX0" y="connsiteY0"/>
                </a:cxn>
                <a:cxn ang="0">
                  <a:pos x="connsiteX1" y="connsiteY1"/>
                </a:cxn>
              </a:cxnLst>
              <a:rect l="l" t="t" r="r" b="b"/>
              <a:pathLst>
                <a:path w="31832" h="2824">
                  <a:moveTo>
                    <a:pt x="31833" y="0"/>
                  </a:moveTo>
                  <a:lnTo>
                    <a:pt x="0" y="0"/>
                  </a:lnTo>
                </a:path>
              </a:pathLst>
            </a:custGeom>
            <a:ln w="8472" cap="flat">
              <a:solidFill>
                <a:srgbClr val="17A3A3"/>
              </a:solidFill>
              <a:prstDash val="solid"/>
              <a:miter/>
            </a:ln>
          </p:spPr>
          <p:txBody>
            <a:bodyPr rtlCol="1" anchor="ctr"/>
            <a:lstStyle/>
            <a:p>
              <a:endParaRPr lang="ar-SA"/>
            </a:p>
          </p:txBody>
        </p:sp>
        <p:sp>
          <p:nvSpPr>
            <p:cNvPr id="9318" name="شكل حر: شكل 10380">
              <a:extLst>
                <a:ext uri="{FF2B5EF4-FFF2-40B4-BE49-F238E27FC236}">
                  <a16:creationId xmlns:a16="http://schemas.microsoft.com/office/drawing/2014/main" id="{13AC8EE2-C0E1-AA93-D1B4-9E4B24FD5944}"/>
                </a:ext>
              </a:extLst>
            </p:cNvPr>
            <p:cNvSpPr/>
            <p:nvPr/>
          </p:nvSpPr>
          <p:spPr>
            <a:xfrm>
              <a:off x="10484667" y="3319520"/>
              <a:ext cx="2824" cy="31804"/>
            </a:xfrm>
            <a:custGeom>
              <a:avLst/>
              <a:gdLst>
                <a:gd name="connsiteX0" fmla="*/ 0 w 2824"/>
                <a:gd name="connsiteY0" fmla="*/ 0 h 31804"/>
                <a:gd name="connsiteX1" fmla="*/ 0 w 2824"/>
                <a:gd name="connsiteY1" fmla="*/ 31804 h 31804"/>
              </a:gdLst>
              <a:ahLst/>
              <a:cxnLst>
                <a:cxn ang="0">
                  <a:pos x="connsiteX0" y="connsiteY0"/>
                </a:cxn>
                <a:cxn ang="0">
                  <a:pos x="connsiteX1" y="connsiteY1"/>
                </a:cxn>
              </a:cxnLst>
              <a:rect l="l" t="t" r="r" b="b"/>
              <a:pathLst>
                <a:path w="2824" h="31804">
                  <a:moveTo>
                    <a:pt x="0" y="0"/>
                  </a:moveTo>
                  <a:lnTo>
                    <a:pt x="0" y="31804"/>
                  </a:lnTo>
                </a:path>
              </a:pathLst>
            </a:custGeom>
            <a:ln w="8472" cap="flat">
              <a:solidFill>
                <a:srgbClr val="17A3A3"/>
              </a:solidFill>
              <a:prstDash val="solid"/>
              <a:miter/>
            </a:ln>
          </p:spPr>
          <p:txBody>
            <a:bodyPr rtlCol="1" anchor="ctr"/>
            <a:lstStyle/>
            <a:p>
              <a:endParaRPr lang="ar-SA"/>
            </a:p>
          </p:txBody>
        </p:sp>
        <p:sp>
          <p:nvSpPr>
            <p:cNvPr id="9319" name="شكل حر: شكل 10381">
              <a:extLst>
                <a:ext uri="{FF2B5EF4-FFF2-40B4-BE49-F238E27FC236}">
                  <a16:creationId xmlns:a16="http://schemas.microsoft.com/office/drawing/2014/main" id="{D983EEA6-7455-D865-E652-8E01328A5DBB}"/>
                </a:ext>
              </a:extLst>
            </p:cNvPr>
            <p:cNvSpPr/>
            <p:nvPr/>
          </p:nvSpPr>
          <p:spPr>
            <a:xfrm>
              <a:off x="10498197" y="3470831"/>
              <a:ext cx="28358" cy="2824"/>
            </a:xfrm>
            <a:custGeom>
              <a:avLst/>
              <a:gdLst>
                <a:gd name="connsiteX0" fmla="*/ 0 w 28358"/>
                <a:gd name="connsiteY0" fmla="*/ 0 h 2824"/>
                <a:gd name="connsiteX1" fmla="*/ 28359 w 28358"/>
                <a:gd name="connsiteY1" fmla="*/ 0 h 2824"/>
              </a:gdLst>
              <a:ahLst/>
              <a:cxnLst>
                <a:cxn ang="0">
                  <a:pos x="connsiteX0" y="connsiteY0"/>
                </a:cxn>
                <a:cxn ang="0">
                  <a:pos x="connsiteX1" y="connsiteY1"/>
                </a:cxn>
              </a:cxnLst>
              <a:rect l="l" t="t" r="r" b="b"/>
              <a:pathLst>
                <a:path w="28358" h="2824">
                  <a:moveTo>
                    <a:pt x="0" y="0"/>
                  </a:moveTo>
                  <a:lnTo>
                    <a:pt x="28359" y="0"/>
                  </a:lnTo>
                </a:path>
              </a:pathLst>
            </a:custGeom>
            <a:ln w="8472" cap="flat">
              <a:solidFill>
                <a:srgbClr val="17A3A3"/>
              </a:solidFill>
              <a:prstDash val="solid"/>
              <a:miter/>
            </a:ln>
          </p:spPr>
          <p:txBody>
            <a:bodyPr rtlCol="1" anchor="ctr"/>
            <a:lstStyle/>
            <a:p>
              <a:endParaRPr lang="ar-SA"/>
            </a:p>
          </p:txBody>
        </p:sp>
        <p:sp>
          <p:nvSpPr>
            <p:cNvPr id="9320" name="شكل حر: شكل 10382">
              <a:extLst>
                <a:ext uri="{FF2B5EF4-FFF2-40B4-BE49-F238E27FC236}">
                  <a16:creationId xmlns:a16="http://schemas.microsoft.com/office/drawing/2014/main" id="{1DA69348-A9EE-9B6F-3DA8-EB35B8D06BBF}"/>
                </a:ext>
              </a:extLst>
            </p:cNvPr>
            <p:cNvSpPr/>
            <p:nvPr/>
          </p:nvSpPr>
          <p:spPr>
            <a:xfrm>
              <a:off x="10484667" y="3421232"/>
              <a:ext cx="2824" cy="37509"/>
            </a:xfrm>
            <a:custGeom>
              <a:avLst/>
              <a:gdLst>
                <a:gd name="connsiteX0" fmla="*/ 0 w 2824"/>
                <a:gd name="connsiteY0" fmla="*/ 0 h 37509"/>
                <a:gd name="connsiteX1" fmla="*/ 0 w 2824"/>
                <a:gd name="connsiteY1" fmla="*/ 37510 h 37509"/>
              </a:gdLst>
              <a:ahLst/>
              <a:cxnLst>
                <a:cxn ang="0">
                  <a:pos x="connsiteX0" y="connsiteY0"/>
                </a:cxn>
                <a:cxn ang="0">
                  <a:pos x="connsiteX1" y="connsiteY1"/>
                </a:cxn>
              </a:cxnLst>
              <a:rect l="l" t="t" r="r" b="b"/>
              <a:pathLst>
                <a:path w="2824" h="37509">
                  <a:moveTo>
                    <a:pt x="0" y="0"/>
                  </a:moveTo>
                  <a:lnTo>
                    <a:pt x="0" y="37510"/>
                  </a:lnTo>
                </a:path>
              </a:pathLst>
            </a:custGeom>
            <a:ln w="8472" cap="flat">
              <a:solidFill>
                <a:srgbClr val="17A3A3"/>
              </a:solidFill>
              <a:prstDash val="solid"/>
              <a:miter/>
            </a:ln>
          </p:spPr>
          <p:txBody>
            <a:bodyPr rtlCol="1" anchor="ctr"/>
            <a:lstStyle/>
            <a:p>
              <a:endParaRPr lang="ar-SA"/>
            </a:p>
          </p:txBody>
        </p:sp>
        <p:sp>
          <p:nvSpPr>
            <p:cNvPr id="9321" name="شكل حر: شكل 10383">
              <a:extLst>
                <a:ext uri="{FF2B5EF4-FFF2-40B4-BE49-F238E27FC236}">
                  <a16:creationId xmlns:a16="http://schemas.microsoft.com/office/drawing/2014/main" id="{E2D96CA7-3F5F-808E-1C47-3B3873E928B5}"/>
                </a:ext>
              </a:extLst>
            </p:cNvPr>
            <p:cNvSpPr/>
            <p:nvPr/>
          </p:nvSpPr>
          <p:spPr>
            <a:xfrm>
              <a:off x="10472578" y="3458742"/>
              <a:ext cx="24178" cy="24177"/>
            </a:xfrm>
            <a:custGeom>
              <a:avLst/>
              <a:gdLst>
                <a:gd name="connsiteX0" fmla="*/ 24178 w 24178"/>
                <a:gd name="connsiteY0" fmla="*/ 12089 h 24177"/>
                <a:gd name="connsiteX1" fmla="*/ 12089 w 24178"/>
                <a:gd name="connsiteY1" fmla="*/ 24178 h 24177"/>
                <a:gd name="connsiteX2" fmla="*/ 0 w 24178"/>
                <a:gd name="connsiteY2" fmla="*/ 12089 h 24177"/>
                <a:gd name="connsiteX3" fmla="*/ 12089 w 24178"/>
                <a:gd name="connsiteY3" fmla="*/ 0 h 24177"/>
                <a:gd name="connsiteX4" fmla="*/ 24178 w 24178"/>
                <a:gd name="connsiteY4" fmla="*/ 12089 h 241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78" h="24177">
                  <a:moveTo>
                    <a:pt x="24178" y="12089"/>
                  </a:moveTo>
                  <a:cubicBezTo>
                    <a:pt x="24178" y="18755"/>
                    <a:pt x="18755" y="24178"/>
                    <a:pt x="12089" y="24178"/>
                  </a:cubicBezTo>
                  <a:cubicBezTo>
                    <a:pt x="5423" y="24178"/>
                    <a:pt x="0" y="18755"/>
                    <a:pt x="0" y="12089"/>
                  </a:cubicBezTo>
                  <a:cubicBezTo>
                    <a:pt x="0" y="5423"/>
                    <a:pt x="5423" y="0"/>
                    <a:pt x="12089" y="0"/>
                  </a:cubicBezTo>
                  <a:cubicBezTo>
                    <a:pt x="18755" y="0"/>
                    <a:pt x="24178" y="5423"/>
                    <a:pt x="24178" y="12089"/>
                  </a:cubicBezTo>
                  <a:close/>
                </a:path>
              </a:pathLst>
            </a:custGeom>
            <a:noFill/>
            <a:ln w="8472" cap="flat">
              <a:solidFill>
                <a:srgbClr val="17A3A3"/>
              </a:solidFill>
              <a:prstDash val="solid"/>
              <a:miter/>
            </a:ln>
          </p:spPr>
          <p:txBody>
            <a:bodyPr rtlCol="1" anchor="ctr"/>
            <a:lstStyle/>
            <a:p>
              <a:endParaRPr lang="ar-SA"/>
            </a:p>
          </p:txBody>
        </p:sp>
      </p:grpSp>
      <p:grpSp>
        <p:nvGrpSpPr>
          <p:cNvPr id="9322" name="رسم 8014">
            <a:extLst>
              <a:ext uri="{FF2B5EF4-FFF2-40B4-BE49-F238E27FC236}">
                <a16:creationId xmlns:a16="http://schemas.microsoft.com/office/drawing/2014/main" id="{4D78BF3E-653D-7694-8F35-10E447ED0114}"/>
              </a:ext>
            </a:extLst>
          </p:cNvPr>
          <p:cNvGrpSpPr/>
          <p:nvPr/>
        </p:nvGrpSpPr>
        <p:grpSpPr>
          <a:xfrm>
            <a:off x="6369852" y="5291310"/>
            <a:ext cx="231460" cy="284163"/>
            <a:chOff x="6695312" y="4897849"/>
            <a:chExt cx="276664" cy="360525"/>
          </a:xfrm>
          <a:noFill/>
        </p:grpSpPr>
        <p:sp>
          <p:nvSpPr>
            <p:cNvPr id="9323" name="شكل حر: شكل 10385">
              <a:extLst>
                <a:ext uri="{FF2B5EF4-FFF2-40B4-BE49-F238E27FC236}">
                  <a16:creationId xmlns:a16="http://schemas.microsoft.com/office/drawing/2014/main" id="{0035D63F-172F-6F0E-A4D9-AFD790E5BAD5}"/>
                </a:ext>
              </a:extLst>
            </p:cNvPr>
            <p:cNvSpPr/>
            <p:nvPr/>
          </p:nvSpPr>
          <p:spPr>
            <a:xfrm>
              <a:off x="6709519" y="4908921"/>
              <a:ext cx="248221" cy="128460"/>
            </a:xfrm>
            <a:custGeom>
              <a:avLst/>
              <a:gdLst>
                <a:gd name="connsiteX0" fmla="*/ 0 w 248221"/>
                <a:gd name="connsiteY0" fmla="*/ 0 h 128460"/>
                <a:gd name="connsiteX1" fmla="*/ 0 w 248221"/>
                <a:gd name="connsiteY1" fmla="*/ 128461 h 128460"/>
                <a:gd name="connsiteX2" fmla="*/ 248222 w 248221"/>
                <a:gd name="connsiteY2" fmla="*/ 128461 h 128460"/>
                <a:gd name="connsiteX3" fmla="*/ 248222 w 248221"/>
                <a:gd name="connsiteY3" fmla="*/ 0 h 128460"/>
              </a:gdLst>
              <a:ahLst/>
              <a:cxnLst>
                <a:cxn ang="0">
                  <a:pos x="connsiteX0" y="connsiteY0"/>
                </a:cxn>
                <a:cxn ang="0">
                  <a:pos x="connsiteX1" y="connsiteY1"/>
                </a:cxn>
                <a:cxn ang="0">
                  <a:pos x="connsiteX2" y="connsiteY2"/>
                </a:cxn>
                <a:cxn ang="0">
                  <a:pos x="connsiteX3" y="connsiteY3"/>
                </a:cxn>
              </a:cxnLst>
              <a:rect l="l" t="t" r="r" b="b"/>
              <a:pathLst>
                <a:path w="248221" h="128460">
                  <a:moveTo>
                    <a:pt x="0" y="0"/>
                  </a:moveTo>
                  <a:lnTo>
                    <a:pt x="0" y="128461"/>
                  </a:lnTo>
                  <a:lnTo>
                    <a:pt x="248222" y="128461"/>
                  </a:lnTo>
                  <a:lnTo>
                    <a:pt x="248222" y="0"/>
                  </a:lnTo>
                </a:path>
              </a:pathLst>
            </a:custGeom>
            <a:noFill/>
            <a:ln w="8472" cap="flat">
              <a:solidFill>
                <a:srgbClr val="01355A"/>
              </a:solidFill>
              <a:prstDash val="solid"/>
              <a:miter/>
            </a:ln>
          </p:spPr>
          <p:txBody>
            <a:bodyPr rtlCol="1" anchor="ctr"/>
            <a:lstStyle/>
            <a:p>
              <a:endParaRPr lang="ar-SA"/>
            </a:p>
          </p:txBody>
        </p:sp>
        <p:sp>
          <p:nvSpPr>
            <p:cNvPr id="9324" name="شكل حر: شكل 10386">
              <a:extLst>
                <a:ext uri="{FF2B5EF4-FFF2-40B4-BE49-F238E27FC236}">
                  <a16:creationId xmlns:a16="http://schemas.microsoft.com/office/drawing/2014/main" id="{9F6CA885-EF5F-27CD-8E44-9775AA04E910}"/>
                </a:ext>
              </a:extLst>
            </p:cNvPr>
            <p:cNvSpPr/>
            <p:nvPr/>
          </p:nvSpPr>
          <p:spPr>
            <a:xfrm>
              <a:off x="6697374" y="4897849"/>
              <a:ext cx="272512" cy="11072"/>
            </a:xfrm>
            <a:custGeom>
              <a:avLst/>
              <a:gdLst>
                <a:gd name="connsiteX0" fmla="*/ 272512 w 272512"/>
                <a:gd name="connsiteY0" fmla="*/ 0 h 11072"/>
                <a:gd name="connsiteX1" fmla="*/ 272512 w 272512"/>
                <a:gd name="connsiteY1" fmla="*/ 0 h 11072"/>
                <a:gd name="connsiteX2" fmla="*/ 263389 w 272512"/>
                <a:gd name="connsiteY2" fmla="*/ 11072 h 11072"/>
                <a:gd name="connsiteX3" fmla="*/ 9123 w 272512"/>
                <a:gd name="connsiteY3" fmla="*/ 11072 h 11072"/>
                <a:gd name="connsiteX4" fmla="*/ 0 w 272512"/>
                <a:gd name="connsiteY4" fmla="*/ 0 h 11072"/>
                <a:gd name="connsiteX5" fmla="*/ 0 w 272512"/>
                <a:gd name="connsiteY5" fmla="*/ 0 h 11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512" h="11072">
                  <a:moveTo>
                    <a:pt x="272512" y="0"/>
                  </a:moveTo>
                  <a:lnTo>
                    <a:pt x="272512" y="0"/>
                  </a:lnTo>
                  <a:cubicBezTo>
                    <a:pt x="272512" y="6101"/>
                    <a:pt x="268417" y="11072"/>
                    <a:pt x="263389" y="11072"/>
                  </a:cubicBezTo>
                  <a:lnTo>
                    <a:pt x="9123" y="11072"/>
                  </a:lnTo>
                  <a:cubicBezTo>
                    <a:pt x="4068" y="11072"/>
                    <a:pt x="0" y="6129"/>
                    <a:pt x="0" y="0"/>
                  </a:cubicBezTo>
                  <a:lnTo>
                    <a:pt x="0" y="0"/>
                  </a:lnTo>
                </a:path>
              </a:pathLst>
            </a:custGeom>
            <a:noFill/>
            <a:ln w="8472" cap="flat">
              <a:solidFill>
                <a:srgbClr val="01355A"/>
              </a:solidFill>
              <a:prstDash val="solid"/>
              <a:miter/>
            </a:ln>
          </p:spPr>
          <p:txBody>
            <a:bodyPr rtlCol="1" anchor="ctr"/>
            <a:lstStyle/>
            <a:p>
              <a:endParaRPr lang="ar-SA"/>
            </a:p>
          </p:txBody>
        </p:sp>
        <p:grpSp>
          <p:nvGrpSpPr>
            <p:cNvPr id="9325" name="رسم 8014">
              <a:extLst>
                <a:ext uri="{FF2B5EF4-FFF2-40B4-BE49-F238E27FC236}">
                  <a16:creationId xmlns:a16="http://schemas.microsoft.com/office/drawing/2014/main" id="{7C451AFB-18E3-9CD0-5341-C48B2656E8E6}"/>
                </a:ext>
              </a:extLst>
            </p:cNvPr>
            <p:cNvGrpSpPr/>
            <p:nvPr/>
          </p:nvGrpSpPr>
          <p:grpSpPr>
            <a:xfrm>
              <a:off x="6766208" y="4925388"/>
              <a:ext cx="142498" cy="91119"/>
              <a:chOff x="6766208" y="4925388"/>
              <a:chExt cx="142498" cy="91119"/>
            </a:xfrm>
            <a:noFill/>
          </p:grpSpPr>
          <p:sp>
            <p:nvSpPr>
              <p:cNvPr id="9338" name="شكل حر: شكل 10388">
                <a:extLst>
                  <a:ext uri="{FF2B5EF4-FFF2-40B4-BE49-F238E27FC236}">
                    <a16:creationId xmlns:a16="http://schemas.microsoft.com/office/drawing/2014/main" id="{5F50963A-9155-BCBB-40B6-4D11F390AFAF}"/>
                  </a:ext>
                </a:extLst>
              </p:cNvPr>
              <p:cNvSpPr/>
              <p:nvPr/>
            </p:nvSpPr>
            <p:spPr>
              <a:xfrm>
                <a:off x="6766208" y="4925388"/>
                <a:ext cx="142498" cy="91119"/>
              </a:xfrm>
              <a:custGeom>
                <a:avLst/>
                <a:gdLst>
                  <a:gd name="connsiteX0" fmla="*/ 142498 w 142498"/>
                  <a:gd name="connsiteY0" fmla="*/ 0 h 91119"/>
                  <a:gd name="connsiteX1" fmla="*/ 84115 w 142498"/>
                  <a:gd name="connsiteY1" fmla="*/ 58411 h 91119"/>
                  <a:gd name="connsiteX2" fmla="*/ 58411 w 142498"/>
                  <a:gd name="connsiteY2" fmla="*/ 32708 h 91119"/>
                  <a:gd name="connsiteX3" fmla="*/ 0 w 142498"/>
                  <a:gd name="connsiteY3" fmla="*/ 91120 h 91119"/>
                </a:gdLst>
                <a:ahLst/>
                <a:cxnLst>
                  <a:cxn ang="0">
                    <a:pos x="connsiteX0" y="connsiteY0"/>
                  </a:cxn>
                  <a:cxn ang="0">
                    <a:pos x="connsiteX1" y="connsiteY1"/>
                  </a:cxn>
                  <a:cxn ang="0">
                    <a:pos x="connsiteX2" y="connsiteY2"/>
                  </a:cxn>
                  <a:cxn ang="0">
                    <a:pos x="connsiteX3" y="connsiteY3"/>
                  </a:cxn>
                </a:cxnLst>
                <a:rect l="l" t="t" r="r" b="b"/>
                <a:pathLst>
                  <a:path w="142498" h="91119">
                    <a:moveTo>
                      <a:pt x="142498" y="0"/>
                    </a:moveTo>
                    <a:lnTo>
                      <a:pt x="84115" y="58411"/>
                    </a:lnTo>
                    <a:lnTo>
                      <a:pt x="58411" y="32708"/>
                    </a:lnTo>
                    <a:lnTo>
                      <a:pt x="0" y="91120"/>
                    </a:lnTo>
                  </a:path>
                </a:pathLst>
              </a:custGeom>
              <a:noFill/>
              <a:ln w="8472" cap="flat">
                <a:solidFill>
                  <a:srgbClr val="17A3A3"/>
                </a:solidFill>
                <a:prstDash val="solid"/>
                <a:miter/>
              </a:ln>
            </p:spPr>
            <p:txBody>
              <a:bodyPr rtlCol="1" anchor="ctr"/>
              <a:lstStyle/>
              <a:p>
                <a:endParaRPr lang="ar-SA"/>
              </a:p>
            </p:txBody>
          </p:sp>
          <p:sp>
            <p:nvSpPr>
              <p:cNvPr id="9339" name="شكل حر: شكل 10389">
                <a:extLst>
                  <a:ext uri="{FF2B5EF4-FFF2-40B4-BE49-F238E27FC236}">
                    <a16:creationId xmlns:a16="http://schemas.microsoft.com/office/drawing/2014/main" id="{54E1787C-B6E5-3C52-51C8-B8963C492FC8}"/>
                  </a:ext>
                </a:extLst>
              </p:cNvPr>
              <p:cNvSpPr/>
              <p:nvPr/>
            </p:nvSpPr>
            <p:spPr>
              <a:xfrm>
                <a:off x="6766208" y="4990946"/>
                <a:ext cx="25590" cy="25562"/>
              </a:xfrm>
              <a:custGeom>
                <a:avLst/>
                <a:gdLst>
                  <a:gd name="connsiteX0" fmla="*/ 25591 w 25590"/>
                  <a:gd name="connsiteY0" fmla="*/ 25562 h 25562"/>
                  <a:gd name="connsiteX1" fmla="*/ 0 w 25590"/>
                  <a:gd name="connsiteY1" fmla="*/ 25562 h 25562"/>
                  <a:gd name="connsiteX2" fmla="*/ 0 w 25590"/>
                  <a:gd name="connsiteY2" fmla="*/ 0 h 25562"/>
                </a:gdLst>
                <a:ahLst/>
                <a:cxnLst>
                  <a:cxn ang="0">
                    <a:pos x="connsiteX0" y="connsiteY0"/>
                  </a:cxn>
                  <a:cxn ang="0">
                    <a:pos x="connsiteX1" y="connsiteY1"/>
                  </a:cxn>
                  <a:cxn ang="0">
                    <a:pos x="connsiteX2" y="connsiteY2"/>
                  </a:cxn>
                </a:cxnLst>
                <a:rect l="l" t="t" r="r" b="b"/>
                <a:pathLst>
                  <a:path w="25590" h="25562">
                    <a:moveTo>
                      <a:pt x="25591" y="25562"/>
                    </a:moveTo>
                    <a:lnTo>
                      <a:pt x="0" y="25562"/>
                    </a:lnTo>
                    <a:lnTo>
                      <a:pt x="0" y="0"/>
                    </a:lnTo>
                  </a:path>
                </a:pathLst>
              </a:custGeom>
              <a:noFill/>
              <a:ln w="8472" cap="flat">
                <a:solidFill>
                  <a:srgbClr val="17A3A3"/>
                </a:solidFill>
                <a:prstDash val="solid"/>
                <a:miter/>
              </a:ln>
            </p:spPr>
            <p:txBody>
              <a:bodyPr rtlCol="1" anchor="ctr"/>
              <a:lstStyle/>
              <a:p>
                <a:endParaRPr lang="ar-SA"/>
              </a:p>
            </p:txBody>
          </p:sp>
        </p:grpSp>
        <p:sp>
          <p:nvSpPr>
            <p:cNvPr id="9326" name="شكل حر: شكل 10390">
              <a:extLst>
                <a:ext uri="{FF2B5EF4-FFF2-40B4-BE49-F238E27FC236}">
                  <a16:creationId xmlns:a16="http://schemas.microsoft.com/office/drawing/2014/main" id="{B3B45D50-E4CB-5426-92B6-4C55761137BF}"/>
                </a:ext>
              </a:extLst>
            </p:cNvPr>
            <p:cNvSpPr/>
            <p:nvPr/>
          </p:nvSpPr>
          <p:spPr>
            <a:xfrm rot="-1349998">
              <a:off x="6800779" y="5068133"/>
              <a:ext cx="65642" cy="65642"/>
            </a:xfrm>
            <a:custGeom>
              <a:avLst/>
              <a:gdLst>
                <a:gd name="connsiteX0" fmla="*/ 65643 w 65642"/>
                <a:gd name="connsiteY0" fmla="*/ 32821 h 65642"/>
                <a:gd name="connsiteX1" fmla="*/ 32821 w 65642"/>
                <a:gd name="connsiteY1" fmla="*/ 65642 h 65642"/>
                <a:gd name="connsiteX2" fmla="*/ -1 w 65642"/>
                <a:gd name="connsiteY2" fmla="*/ 32821 h 65642"/>
                <a:gd name="connsiteX3" fmla="*/ 32821 w 65642"/>
                <a:gd name="connsiteY3" fmla="*/ 0 h 65642"/>
                <a:gd name="connsiteX4" fmla="*/ 65643 w 65642"/>
                <a:gd name="connsiteY4" fmla="*/ 32821 h 656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642" h="65642">
                  <a:moveTo>
                    <a:pt x="65643" y="32821"/>
                  </a:moveTo>
                  <a:cubicBezTo>
                    <a:pt x="65643" y="50948"/>
                    <a:pt x="50948" y="65642"/>
                    <a:pt x="32821" y="65642"/>
                  </a:cubicBezTo>
                  <a:cubicBezTo>
                    <a:pt x="14694" y="65642"/>
                    <a:pt x="-1" y="50948"/>
                    <a:pt x="-1" y="32821"/>
                  </a:cubicBezTo>
                  <a:cubicBezTo>
                    <a:pt x="-1" y="14694"/>
                    <a:pt x="14694" y="0"/>
                    <a:pt x="32821" y="0"/>
                  </a:cubicBezTo>
                  <a:cubicBezTo>
                    <a:pt x="50947" y="0"/>
                    <a:pt x="65643" y="14694"/>
                    <a:pt x="65643" y="32821"/>
                  </a:cubicBezTo>
                  <a:close/>
                </a:path>
              </a:pathLst>
            </a:custGeom>
            <a:noFill/>
            <a:ln w="8472" cap="flat">
              <a:solidFill>
                <a:srgbClr val="01355A"/>
              </a:solidFill>
              <a:prstDash val="solid"/>
              <a:miter/>
            </a:ln>
          </p:spPr>
          <p:txBody>
            <a:bodyPr rtlCol="1" anchor="ctr"/>
            <a:lstStyle/>
            <a:p>
              <a:endParaRPr lang="ar-SA"/>
            </a:p>
          </p:txBody>
        </p:sp>
        <p:sp>
          <p:nvSpPr>
            <p:cNvPr id="9327" name="شكل حر: شكل 10391">
              <a:extLst>
                <a:ext uri="{FF2B5EF4-FFF2-40B4-BE49-F238E27FC236}">
                  <a16:creationId xmlns:a16="http://schemas.microsoft.com/office/drawing/2014/main" id="{58BA4D02-B224-89B0-3D42-938913B7823E}"/>
                </a:ext>
              </a:extLst>
            </p:cNvPr>
            <p:cNvSpPr/>
            <p:nvPr/>
          </p:nvSpPr>
          <p:spPr>
            <a:xfrm>
              <a:off x="6771151" y="5154120"/>
              <a:ext cx="124957" cy="104254"/>
            </a:xfrm>
            <a:custGeom>
              <a:avLst/>
              <a:gdLst>
                <a:gd name="connsiteX0" fmla="*/ 0 w 124957"/>
                <a:gd name="connsiteY0" fmla="*/ 104254 h 104254"/>
                <a:gd name="connsiteX1" fmla="*/ 0 w 124957"/>
                <a:gd name="connsiteY1" fmla="*/ 21353 h 104254"/>
                <a:gd name="connsiteX2" fmla="*/ 21354 w 124957"/>
                <a:gd name="connsiteY2" fmla="*/ 0 h 104254"/>
                <a:gd name="connsiteX3" fmla="*/ 103604 w 124957"/>
                <a:gd name="connsiteY3" fmla="*/ 0 h 104254"/>
                <a:gd name="connsiteX4" fmla="*/ 124958 w 124957"/>
                <a:gd name="connsiteY4" fmla="*/ 21353 h 104254"/>
                <a:gd name="connsiteX5" fmla="*/ 124958 w 124957"/>
                <a:gd name="connsiteY5" fmla="*/ 104254 h 104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4957" h="104254">
                  <a:moveTo>
                    <a:pt x="0" y="104254"/>
                  </a:moveTo>
                  <a:lnTo>
                    <a:pt x="0" y="21353"/>
                  </a:lnTo>
                  <a:cubicBezTo>
                    <a:pt x="0" y="9575"/>
                    <a:pt x="9547" y="0"/>
                    <a:pt x="21354" y="0"/>
                  </a:cubicBezTo>
                  <a:lnTo>
                    <a:pt x="103604" y="0"/>
                  </a:lnTo>
                  <a:cubicBezTo>
                    <a:pt x="115382" y="0"/>
                    <a:pt x="124958" y="9547"/>
                    <a:pt x="124958" y="21353"/>
                  </a:cubicBezTo>
                  <a:lnTo>
                    <a:pt x="124958" y="104254"/>
                  </a:lnTo>
                </a:path>
              </a:pathLst>
            </a:custGeom>
            <a:noFill/>
            <a:ln w="8472" cap="flat">
              <a:solidFill>
                <a:srgbClr val="01355A"/>
              </a:solidFill>
              <a:prstDash val="solid"/>
              <a:miter/>
            </a:ln>
          </p:spPr>
          <p:txBody>
            <a:bodyPr rtlCol="1" anchor="ctr"/>
            <a:lstStyle/>
            <a:p>
              <a:endParaRPr lang="ar-SA"/>
            </a:p>
          </p:txBody>
        </p:sp>
        <p:grpSp>
          <p:nvGrpSpPr>
            <p:cNvPr id="9328" name="رسم 8014">
              <a:extLst>
                <a:ext uri="{FF2B5EF4-FFF2-40B4-BE49-F238E27FC236}">
                  <a16:creationId xmlns:a16="http://schemas.microsoft.com/office/drawing/2014/main" id="{AABC23AC-16B0-9D95-436D-426C23FC1BA2}"/>
                </a:ext>
              </a:extLst>
            </p:cNvPr>
            <p:cNvGrpSpPr/>
            <p:nvPr/>
          </p:nvGrpSpPr>
          <p:grpSpPr>
            <a:xfrm>
              <a:off x="6898312" y="5078394"/>
              <a:ext cx="73663" cy="146989"/>
              <a:chOff x="6898312" y="5078394"/>
              <a:chExt cx="73663" cy="146989"/>
            </a:xfrm>
            <a:noFill/>
          </p:grpSpPr>
          <p:sp>
            <p:nvSpPr>
              <p:cNvPr id="9334" name="شكل حر: شكل 10393">
                <a:extLst>
                  <a:ext uri="{FF2B5EF4-FFF2-40B4-BE49-F238E27FC236}">
                    <a16:creationId xmlns:a16="http://schemas.microsoft.com/office/drawing/2014/main" id="{797C77A0-FC69-9F53-956A-71FE5E975639}"/>
                  </a:ext>
                </a:extLst>
              </p:cNvPr>
              <p:cNvSpPr/>
              <p:nvPr/>
            </p:nvSpPr>
            <p:spPr>
              <a:xfrm>
                <a:off x="6950623" y="5180784"/>
                <a:ext cx="2824" cy="44599"/>
              </a:xfrm>
              <a:custGeom>
                <a:avLst/>
                <a:gdLst>
                  <a:gd name="connsiteX0" fmla="*/ 0 w 2824"/>
                  <a:gd name="connsiteY0" fmla="*/ 0 h 44599"/>
                  <a:gd name="connsiteX1" fmla="*/ 0 w 2824"/>
                  <a:gd name="connsiteY1" fmla="*/ 44600 h 44599"/>
                </a:gdLst>
                <a:ahLst/>
                <a:cxnLst>
                  <a:cxn ang="0">
                    <a:pos x="connsiteX0" y="connsiteY0"/>
                  </a:cxn>
                  <a:cxn ang="0">
                    <a:pos x="connsiteX1" y="connsiteY1"/>
                  </a:cxn>
                </a:cxnLst>
                <a:rect l="l" t="t" r="r" b="b"/>
                <a:pathLst>
                  <a:path w="2824" h="44599">
                    <a:moveTo>
                      <a:pt x="0" y="0"/>
                    </a:moveTo>
                    <a:lnTo>
                      <a:pt x="0" y="44600"/>
                    </a:lnTo>
                  </a:path>
                </a:pathLst>
              </a:custGeom>
              <a:ln w="8472" cap="flat">
                <a:solidFill>
                  <a:srgbClr val="01355A"/>
                </a:solidFill>
                <a:prstDash val="solid"/>
                <a:miter/>
              </a:ln>
            </p:spPr>
            <p:txBody>
              <a:bodyPr rtlCol="1" anchor="ctr"/>
              <a:lstStyle/>
              <a:p>
                <a:endParaRPr lang="ar-SA"/>
              </a:p>
            </p:txBody>
          </p:sp>
          <p:sp>
            <p:nvSpPr>
              <p:cNvPr id="9335" name="شكل حر: شكل 10394">
                <a:extLst>
                  <a:ext uri="{FF2B5EF4-FFF2-40B4-BE49-F238E27FC236}">
                    <a16:creationId xmlns:a16="http://schemas.microsoft.com/office/drawing/2014/main" id="{2861ABE9-27C5-44E8-A226-23D6F24BC353}"/>
                  </a:ext>
                </a:extLst>
              </p:cNvPr>
              <p:cNvSpPr/>
              <p:nvPr/>
            </p:nvSpPr>
            <p:spPr>
              <a:xfrm>
                <a:off x="6898312" y="5078394"/>
                <a:ext cx="50728" cy="50729"/>
              </a:xfrm>
              <a:custGeom>
                <a:avLst/>
                <a:gdLst>
                  <a:gd name="connsiteX0" fmla="*/ 50729 w 50728"/>
                  <a:gd name="connsiteY0" fmla="*/ 25365 h 50729"/>
                  <a:gd name="connsiteX1" fmla="*/ 25364 w 50728"/>
                  <a:gd name="connsiteY1" fmla="*/ 50729 h 50729"/>
                  <a:gd name="connsiteX2" fmla="*/ 0 w 50728"/>
                  <a:gd name="connsiteY2" fmla="*/ 25365 h 50729"/>
                  <a:gd name="connsiteX3" fmla="*/ 25364 w 50728"/>
                  <a:gd name="connsiteY3" fmla="*/ 0 h 50729"/>
                  <a:gd name="connsiteX4" fmla="*/ 50729 w 50728"/>
                  <a:gd name="connsiteY4" fmla="*/ 25365 h 507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728" h="50729">
                    <a:moveTo>
                      <a:pt x="50729" y="25365"/>
                    </a:moveTo>
                    <a:cubicBezTo>
                      <a:pt x="50729" y="39374"/>
                      <a:pt x="39374" y="50729"/>
                      <a:pt x="25364" y="50729"/>
                    </a:cubicBezTo>
                    <a:cubicBezTo>
                      <a:pt x="11355" y="50729"/>
                      <a:pt x="0" y="39374"/>
                      <a:pt x="0" y="25365"/>
                    </a:cubicBezTo>
                    <a:cubicBezTo>
                      <a:pt x="0" y="11355"/>
                      <a:pt x="11355" y="0"/>
                      <a:pt x="25364" y="0"/>
                    </a:cubicBezTo>
                    <a:cubicBezTo>
                      <a:pt x="39374" y="0"/>
                      <a:pt x="50729" y="11355"/>
                      <a:pt x="50729" y="25365"/>
                    </a:cubicBezTo>
                    <a:close/>
                  </a:path>
                </a:pathLst>
              </a:custGeom>
              <a:noFill/>
              <a:ln w="8472" cap="flat">
                <a:solidFill>
                  <a:srgbClr val="01355A"/>
                </a:solidFill>
                <a:prstDash val="solid"/>
                <a:miter/>
              </a:ln>
            </p:spPr>
            <p:txBody>
              <a:bodyPr rtlCol="1" anchor="ctr"/>
              <a:lstStyle/>
              <a:p>
                <a:endParaRPr lang="ar-SA"/>
              </a:p>
            </p:txBody>
          </p:sp>
          <p:sp>
            <p:nvSpPr>
              <p:cNvPr id="9336" name="شكل حر: شكل 10395">
                <a:extLst>
                  <a:ext uri="{FF2B5EF4-FFF2-40B4-BE49-F238E27FC236}">
                    <a16:creationId xmlns:a16="http://schemas.microsoft.com/office/drawing/2014/main" id="{AC86FADF-3DA3-1D1B-0797-6E5D6BEEB7A5}"/>
                  </a:ext>
                </a:extLst>
              </p:cNvPr>
              <p:cNvSpPr/>
              <p:nvPr/>
            </p:nvSpPr>
            <p:spPr>
              <a:xfrm>
                <a:off x="6901673" y="5144827"/>
                <a:ext cx="70302" cy="80556"/>
              </a:xfrm>
              <a:custGeom>
                <a:avLst/>
                <a:gdLst>
                  <a:gd name="connsiteX0" fmla="*/ 0 w 70302"/>
                  <a:gd name="connsiteY0" fmla="*/ 0 h 80556"/>
                  <a:gd name="connsiteX1" fmla="*/ 53808 w 70302"/>
                  <a:gd name="connsiteY1" fmla="*/ 0 h 80556"/>
                  <a:gd name="connsiteX2" fmla="*/ 70303 w 70302"/>
                  <a:gd name="connsiteY2" fmla="*/ 16496 h 80556"/>
                  <a:gd name="connsiteX3" fmla="*/ 70303 w 70302"/>
                  <a:gd name="connsiteY3" fmla="*/ 80556 h 80556"/>
                </a:gdLst>
                <a:ahLst/>
                <a:cxnLst>
                  <a:cxn ang="0">
                    <a:pos x="connsiteX0" y="connsiteY0"/>
                  </a:cxn>
                  <a:cxn ang="0">
                    <a:pos x="connsiteX1" y="connsiteY1"/>
                  </a:cxn>
                  <a:cxn ang="0">
                    <a:pos x="connsiteX2" y="connsiteY2"/>
                  </a:cxn>
                  <a:cxn ang="0">
                    <a:pos x="connsiteX3" y="connsiteY3"/>
                  </a:cxn>
                </a:cxnLst>
                <a:rect l="l" t="t" r="r" b="b"/>
                <a:pathLst>
                  <a:path w="70302" h="80556">
                    <a:moveTo>
                      <a:pt x="0" y="0"/>
                    </a:moveTo>
                    <a:lnTo>
                      <a:pt x="53808" y="0"/>
                    </a:lnTo>
                    <a:cubicBezTo>
                      <a:pt x="62903" y="0"/>
                      <a:pt x="70303" y="7372"/>
                      <a:pt x="70303" y="16496"/>
                    </a:cubicBezTo>
                    <a:lnTo>
                      <a:pt x="70303" y="80556"/>
                    </a:lnTo>
                  </a:path>
                </a:pathLst>
              </a:custGeom>
              <a:noFill/>
              <a:ln w="8472" cap="flat">
                <a:solidFill>
                  <a:srgbClr val="01355A"/>
                </a:solidFill>
                <a:prstDash val="solid"/>
                <a:miter/>
              </a:ln>
            </p:spPr>
            <p:txBody>
              <a:bodyPr rtlCol="1" anchor="ctr"/>
              <a:lstStyle/>
              <a:p>
                <a:endParaRPr lang="ar-SA"/>
              </a:p>
            </p:txBody>
          </p:sp>
          <p:sp>
            <p:nvSpPr>
              <p:cNvPr id="9337" name="شكل حر: شكل 10396">
                <a:extLst>
                  <a:ext uri="{FF2B5EF4-FFF2-40B4-BE49-F238E27FC236}">
                    <a16:creationId xmlns:a16="http://schemas.microsoft.com/office/drawing/2014/main" id="{3C4844E5-D0DD-878C-90F8-DE270C9616DC}"/>
                  </a:ext>
                </a:extLst>
              </p:cNvPr>
              <p:cNvSpPr/>
              <p:nvPr/>
            </p:nvSpPr>
            <p:spPr>
              <a:xfrm>
                <a:off x="6923705" y="5144827"/>
                <a:ext cx="2824" cy="29375"/>
              </a:xfrm>
              <a:custGeom>
                <a:avLst/>
                <a:gdLst>
                  <a:gd name="connsiteX0" fmla="*/ 0 w 2824"/>
                  <a:gd name="connsiteY0" fmla="*/ 0 h 29375"/>
                  <a:gd name="connsiteX1" fmla="*/ 0 w 2824"/>
                  <a:gd name="connsiteY1" fmla="*/ 29375 h 29375"/>
                </a:gdLst>
                <a:ahLst/>
                <a:cxnLst>
                  <a:cxn ang="0">
                    <a:pos x="connsiteX0" y="connsiteY0"/>
                  </a:cxn>
                  <a:cxn ang="0">
                    <a:pos x="connsiteX1" y="connsiteY1"/>
                  </a:cxn>
                </a:cxnLst>
                <a:rect l="l" t="t" r="r" b="b"/>
                <a:pathLst>
                  <a:path w="2824" h="29375">
                    <a:moveTo>
                      <a:pt x="0" y="0"/>
                    </a:moveTo>
                    <a:lnTo>
                      <a:pt x="0" y="29375"/>
                    </a:lnTo>
                  </a:path>
                </a:pathLst>
              </a:custGeom>
              <a:ln w="8472" cap="flat">
                <a:solidFill>
                  <a:srgbClr val="01355A"/>
                </a:solidFill>
                <a:prstDash val="solid"/>
                <a:miter/>
              </a:ln>
            </p:spPr>
            <p:txBody>
              <a:bodyPr rtlCol="1" anchor="ctr"/>
              <a:lstStyle/>
              <a:p>
                <a:endParaRPr lang="ar-SA"/>
              </a:p>
            </p:txBody>
          </p:sp>
        </p:grpSp>
        <p:grpSp>
          <p:nvGrpSpPr>
            <p:cNvPr id="9329" name="رسم 8014">
              <a:extLst>
                <a:ext uri="{FF2B5EF4-FFF2-40B4-BE49-F238E27FC236}">
                  <a16:creationId xmlns:a16="http://schemas.microsoft.com/office/drawing/2014/main" id="{4334D3F3-CFCD-CBF2-DAC6-D8045868A724}"/>
                </a:ext>
              </a:extLst>
            </p:cNvPr>
            <p:cNvGrpSpPr/>
            <p:nvPr/>
          </p:nvGrpSpPr>
          <p:grpSpPr>
            <a:xfrm>
              <a:off x="6695312" y="5078394"/>
              <a:ext cx="73607" cy="146989"/>
              <a:chOff x="6695312" y="5078394"/>
              <a:chExt cx="73607" cy="146989"/>
            </a:xfrm>
            <a:noFill/>
          </p:grpSpPr>
          <p:sp>
            <p:nvSpPr>
              <p:cNvPr id="9330" name="شكل حر: شكل 10398">
                <a:extLst>
                  <a:ext uri="{FF2B5EF4-FFF2-40B4-BE49-F238E27FC236}">
                    <a16:creationId xmlns:a16="http://schemas.microsoft.com/office/drawing/2014/main" id="{E4A93A95-993F-6F85-1A09-B508396F0028}"/>
                  </a:ext>
                </a:extLst>
              </p:cNvPr>
              <p:cNvSpPr/>
              <p:nvPr/>
            </p:nvSpPr>
            <p:spPr>
              <a:xfrm>
                <a:off x="6715903" y="5180784"/>
                <a:ext cx="2824" cy="44599"/>
              </a:xfrm>
              <a:custGeom>
                <a:avLst/>
                <a:gdLst>
                  <a:gd name="connsiteX0" fmla="*/ 0 w 2824"/>
                  <a:gd name="connsiteY0" fmla="*/ 0 h 44599"/>
                  <a:gd name="connsiteX1" fmla="*/ 0 w 2824"/>
                  <a:gd name="connsiteY1" fmla="*/ 44600 h 44599"/>
                </a:gdLst>
                <a:ahLst/>
                <a:cxnLst>
                  <a:cxn ang="0">
                    <a:pos x="connsiteX0" y="connsiteY0"/>
                  </a:cxn>
                  <a:cxn ang="0">
                    <a:pos x="connsiteX1" y="connsiteY1"/>
                  </a:cxn>
                </a:cxnLst>
                <a:rect l="l" t="t" r="r" b="b"/>
                <a:pathLst>
                  <a:path w="2824" h="44599">
                    <a:moveTo>
                      <a:pt x="0" y="0"/>
                    </a:moveTo>
                    <a:lnTo>
                      <a:pt x="0" y="44600"/>
                    </a:lnTo>
                  </a:path>
                </a:pathLst>
              </a:custGeom>
              <a:ln w="8472" cap="flat">
                <a:solidFill>
                  <a:srgbClr val="01355A"/>
                </a:solidFill>
                <a:prstDash val="solid"/>
                <a:miter/>
              </a:ln>
            </p:spPr>
            <p:txBody>
              <a:bodyPr rtlCol="1" anchor="ctr"/>
              <a:lstStyle/>
              <a:p>
                <a:endParaRPr lang="ar-SA"/>
              </a:p>
            </p:txBody>
          </p:sp>
          <p:sp>
            <p:nvSpPr>
              <p:cNvPr id="9331" name="شكل حر: شكل 10399">
                <a:extLst>
                  <a:ext uri="{FF2B5EF4-FFF2-40B4-BE49-F238E27FC236}">
                    <a16:creationId xmlns:a16="http://schemas.microsoft.com/office/drawing/2014/main" id="{79C888FA-C90C-86BB-FF8D-C79518F2F69B}"/>
                  </a:ext>
                </a:extLst>
              </p:cNvPr>
              <p:cNvSpPr/>
              <p:nvPr/>
            </p:nvSpPr>
            <p:spPr>
              <a:xfrm>
                <a:off x="6718191" y="5078394"/>
                <a:ext cx="50728" cy="50729"/>
              </a:xfrm>
              <a:custGeom>
                <a:avLst/>
                <a:gdLst>
                  <a:gd name="connsiteX0" fmla="*/ 50729 w 50728"/>
                  <a:gd name="connsiteY0" fmla="*/ 25365 h 50729"/>
                  <a:gd name="connsiteX1" fmla="*/ 25364 w 50728"/>
                  <a:gd name="connsiteY1" fmla="*/ 50729 h 50729"/>
                  <a:gd name="connsiteX2" fmla="*/ 0 w 50728"/>
                  <a:gd name="connsiteY2" fmla="*/ 25365 h 50729"/>
                  <a:gd name="connsiteX3" fmla="*/ 25364 w 50728"/>
                  <a:gd name="connsiteY3" fmla="*/ 0 h 50729"/>
                  <a:gd name="connsiteX4" fmla="*/ 50729 w 50728"/>
                  <a:gd name="connsiteY4" fmla="*/ 25365 h 507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728" h="50729">
                    <a:moveTo>
                      <a:pt x="50729" y="25365"/>
                    </a:moveTo>
                    <a:cubicBezTo>
                      <a:pt x="50729" y="39374"/>
                      <a:pt x="39374" y="50729"/>
                      <a:pt x="25364" y="50729"/>
                    </a:cubicBezTo>
                    <a:cubicBezTo>
                      <a:pt x="11355" y="50729"/>
                      <a:pt x="0" y="39374"/>
                      <a:pt x="0" y="25365"/>
                    </a:cubicBezTo>
                    <a:cubicBezTo>
                      <a:pt x="0" y="11355"/>
                      <a:pt x="11355" y="0"/>
                      <a:pt x="25364" y="0"/>
                    </a:cubicBezTo>
                    <a:cubicBezTo>
                      <a:pt x="39374" y="0"/>
                      <a:pt x="50729" y="11355"/>
                      <a:pt x="50729" y="25365"/>
                    </a:cubicBezTo>
                    <a:close/>
                  </a:path>
                </a:pathLst>
              </a:custGeom>
              <a:noFill/>
              <a:ln w="8472" cap="flat">
                <a:solidFill>
                  <a:srgbClr val="01355A"/>
                </a:solidFill>
                <a:prstDash val="solid"/>
                <a:miter/>
              </a:ln>
            </p:spPr>
            <p:txBody>
              <a:bodyPr rtlCol="1" anchor="ctr"/>
              <a:lstStyle/>
              <a:p>
                <a:endParaRPr lang="ar-SA"/>
              </a:p>
            </p:txBody>
          </p:sp>
          <p:sp>
            <p:nvSpPr>
              <p:cNvPr id="9332" name="شكل حر: شكل 10400">
                <a:extLst>
                  <a:ext uri="{FF2B5EF4-FFF2-40B4-BE49-F238E27FC236}">
                    <a16:creationId xmlns:a16="http://schemas.microsoft.com/office/drawing/2014/main" id="{B1DD5962-E61C-7656-3F83-F81258151379}"/>
                  </a:ext>
                </a:extLst>
              </p:cNvPr>
              <p:cNvSpPr/>
              <p:nvPr/>
            </p:nvSpPr>
            <p:spPr>
              <a:xfrm>
                <a:off x="6695312" y="5144827"/>
                <a:ext cx="72647" cy="80556"/>
              </a:xfrm>
              <a:custGeom>
                <a:avLst/>
                <a:gdLst>
                  <a:gd name="connsiteX0" fmla="*/ 0 w 72647"/>
                  <a:gd name="connsiteY0" fmla="*/ 80556 h 80556"/>
                  <a:gd name="connsiteX1" fmla="*/ 0 w 72647"/>
                  <a:gd name="connsiteY1" fmla="*/ 16496 h 80556"/>
                  <a:gd name="connsiteX2" fmla="*/ 16496 w 72647"/>
                  <a:gd name="connsiteY2" fmla="*/ 0 h 80556"/>
                  <a:gd name="connsiteX3" fmla="*/ 72647 w 72647"/>
                  <a:gd name="connsiteY3" fmla="*/ 0 h 80556"/>
                </a:gdLst>
                <a:ahLst/>
                <a:cxnLst>
                  <a:cxn ang="0">
                    <a:pos x="connsiteX0" y="connsiteY0"/>
                  </a:cxn>
                  <a:cxn ang="0">
                    <a:pos x="connsiteX1" y="connsiteY1"/>
                  </a:cxn>
                  <a:cxn ang="0">
                    <a:pos x="connsiteX2" y="connsiteY2"/>
                  </a:cxn>
                  <a:cxn ang="0">
                    <a:pos x="connsiteX3" y="connsiteY3"/>
                  </a:cxn>
                </a:cxnLst>
                <a:rect l="l" t="t" r="r" b="b"/>
                <a:pathLst>
                  <a:path w="72647" h="80556">
                    <a:moveTo>
                      <a:pt x="0" y="80556"/>
                    </a:moveTo>
                    <a:lnTo>
                      <a:pt x="0" y="16496"/>
                    </a:lnTo>
                    <a:cubicBezTo>
                      <a:pt x="0" y="7400"/>
                      <a:pt x="7372" y="0"/>
                      <a:pt x="16496" y="0"/>
                    </a:cubicBezTo>
                    <a:lnTo>
                      <a:pt x="72647" y="0"/>
                    </a:lnTo>
                  </a:path>
                </a:pathLst>
              </a:custGeom>
              <a:noFill/>
              <a:ln w="8472" cap="flat">
                <a:solidFill>
                  <a:srgbClr val="01355A"/>
                </a:solidFill>
                <a:prstDash val="solid"/>
                <a:miter/>
              </a:ln>
            </p:spPr>
            <p:txBody>
              <a:bodyPr rtlCol="1" anchor="ctr"/>
              <a:lstStyle/>
              <a:p>
                <a:endParaRPr lang="ar-SA"/>
              </a:p>
            </p:txBody>
          </p:sp>
          <p:sp>
            <p:nvSpPr>
              <p:cNvPr id="9333" name="شكل حر: شكل 10401">
                <a:extLst>
                  <a:ext uri="{FF2B5EF4-FFF2-40B4-BE49-F238E27FC236}">
                    <a16:creationId xmlns:a16="http://schemas.microsoft.com/office/drawing/2014/main" id="{A6F5EFA7-39C2-0309-BBC3-8A73BB4CA554}"/>
                  </a:ext>
                </a:extLst>
              </p:cNvPr>
              <p:cNvSpPr/>
              <p:nvPr/>
            </p:nvSpPr>
            <p:spPr>
              <a:xfrm>
                <a:off x="6743583" y="5144827"/>
                <a:ext cx="2824" cy="29375"/>
              </a:xfrm>
              <a:custGeom>
                <a:avLst/>
                <a:gdLst>
                  <a:gd name="connsiteX0" fmla="*/ 0 w 2824"/>
                  <a:gd name="connsiteY0" fmla="*/ 0 h 29375"/>
                  <a:gd name="connsiteX1" fmla="*/ 0 w 2824"/>
                  <a:gd name="connsiteY1" fmla="*/ 29375 h 29375"/>
                </a:gdLst>
                <a:ahLst/>
                <a:cxnLst>
                  <a:cxn ang="0">
                    <a:pos x="connsiteX0" y="connsiteY0"/>
                  </a:cxn>
                  <a:cxn ang="0">
                    <a:pos x="connsiteX1" y="connsiteY1"/>
                  </a:cxn>
                </a:cxnLst>
                <a:rect l="l" t="t" r="r" b="b"/>
                <a:pathLst>
                  <a:path w="2824" h="29375">
                    <a:moveTo>
                      <a:pt x="0" y="0"/>
                    </a:moveTo>
                    <a:lnTo>
                      <a:pt x="0" y="29375"/>
                    </a:lnTo>
                  </a:path>
                </a:pathLst>
              </a:custGeom>
              <a:ln w="8472" cap="flat">
                <a:solidFill>
                  <a:srgbClr val="01355A"/>
                </a:solidFill>
                <a:prstDash val="solid"/>
                <a:miter/>
              </a:ln>
            </p:spPr>
            <p:txBody>
              <a:bodyPr rtlCol="1" anchor="ctr"/>
              <a:lstStyle/>
              <a:p>
                <a:endParaRPr lang="ar-SA"/>
              </a:p>
            </p:txBody>
          </p:sp>
        </p:grpSp>
      </p:grpSp>
      <p:grpSp>
        <p:nvGrpSpPr>
          <p:cNvPr id="9340" name="رسم 8014">
            <a:extLst>
              <a:ext uri="{FF2B5EF4-FFF2-40B4-BE49-F238E27FC236}">
                <a16:creationId xmlns:a16="http://schemas.microsoft.com/office/drawing/2014/main" id="{9C84526E-DDB7-FAC0-CE4E-04C635012468}"/>
              </a:ext>
            </a:extLst>
          </p:cNvPr>
          <p:cNvGrpSpPr/>
          <p:nvPr/>
        </p:nvGrpSpPr>
        <p:grpSpPr>
          <a:xfrm>
            <a:off x="8084572" y="2819088"/>
            <a:ext cx="294954" cy="280556"/>
            <a:chOff x="8744916" y="1761274"/>
            <a:chExt cx="352559" cy="355949"/>
          </a:xfrm>
          <a:noFill/>
        </p:grpSpPr>
        <p:sp>
          <p:nvSpPr>
            <p:cNvPr id="9341" name="شكل حر: شكل 10403">
              <a:extLst>
                <a:ext uri="{FF2B5EF4-FFF2-40B4-BE49-F238E27FC236}">
                  <a16:creationId xmlns:a16="http://schemas.microsoft.com/office/drawing/2014/main" id="{0CD89366-F591-0A24-32CE-C45BC75CF502}"/>
                </a:ext>
              </a:extLst>
            </p:cNvPr>
            <p:cNvSpPr/>
            <p:nvPr/>
          </p:nvSpPr>
          <p:spPr>
            <a:xfrm>
              <a:off x="8744916" y="1761274"/>
              <a:ext cx="123347" cy="123347"/>
            </a:xfrm>
            <a:custGeom>
              <a:avLst/>
              <a:gdLst>
                <a:gd name="connsiteX0" fmla="*/ 119534 w 123347"/>
                <a:gd name="connsiteY0" fmla="*/ 80076 h 123347"/>
                <a:gd name="connsiteX1" fmla="*/ 123348 w 123347"/>
                <a:gd name="connsiteY1" fmla="*/ 73834 h 123347"/>
                <a:gd name="connsiteX2" fmla="*/ 49514 w 123347"/>
                <a:gd name="connsiteY2" fmla="*/ 0 h 123347"/>
                <a:gd name="connsiteX3" fmla="*/ 0 w 123347"/>
                <a:gd name="connsiteY3" fmla="*/ 49514 h 123347"/>
                <a:gd name="connsiteX4" fmla="*/ 73833 w 123347"/>
                <a:gd name="connsiteY4" fmla="*/ 123348 h 123347"/>
                <a:gd name="connsiteX5" fmla="*/ 95808 w 123347"/>
                <a:gd name="connsiteY5" fmla="*/ 123348 h 123347"/>
                <a:gd name="connsiteX6" fmla="*/ 109140 w 123347"/>
                <a:gd name="connsiteY6" fmla="*/ 110016 h 123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3347" h="123347">
                  <a:moveTo>
                    <a:pt x="119534" y="80076"/>
                  </a:moveTo>
                  <a:cubicBezTo>
                    <a:pt x="120269" y="77788"/>
                    <a:pt x="121540" y="75641"/>
                    <a:pt x="123348" y="73834"/>
                  </a:cubicBezTo>
                  <a:lnTo>
                    <a:pt x="49514" y="0"/>
                  </a:lnTo>
                  <a:lnTo>
                    <a:pt x="0" y="49514"/>
                  </a:lnTo>
                  <a:lnTo>
                    <a:pt x="73833" y="123348"/>
                  </a:lnTo>
                  <a:cubicBezTo>
                    <a:pt x="79907" y="117275"/>
                    <a:pt x="89736" y="117275"/>
                    <a:pt x="95808" y="123348"/>
                  </a:cubicBezTo>
                  <a:lnTo>
                    <a:pt x="109140" y="110016"/>
                  </a:lnTo>
                </a:path>
              </a:pathLst>
            </a:custGeom>
            <a:noFill/>
            <a:ln w="8472" cap="flat">
              <a:solidFill>
                <a:srgbClr val="17A3A3"/>
              </a:solidFill>
              <a:prstDash val="solid"/>
              <a:miter/>
            </a:ln>
          </p:spPr>
          <p:txBody>
            <a:bodyPr rtlCol="1" anchor="ctr"/>
            <a:lstStyle/>
            <a:p>
              <a:endParaRPr lang="ar-SA"/>
            </a:p>
          </p:txBody>
        </p:sp>
        <p:sp>
          <p:nvSpPr>
            <p:cNvPr id="9342" name="شكل حر: شكل 10404">
              <a:extLst>
                <a:ext uri="{FF2B5EF4-FFF2-40B4-BE49-F238E27FC236}">
                  <a16:creationId xmlns:a16="http://schemas.microsoft.com/office/drawing/2014/main" id="{F196117C-3BDC-1FA0-8D18-C3DB7B0CD72C}"/>
                </a:ext>
              </a:extLst>
            </p:cNvPr>
            <p:cNvSpPr/>
            <p:nvPr/>
          </p:nvSpPr>
          <p:spPr>
            <a:xfrm>
              <a:off x="8771693" y="1807116"/>
              <a:ext cx="27200" cy="27200"/>
            </a:xfrm>
            <a:custGeom>
              <a:avLst/>
              <a:gdLst>
                <a:gd name="connsiteX0" fmla="*/ 27200 w 27200"/>
                <a:gd name="connsiteY0" fmla="*/ 27200 h 27200"/>
                <a:gd name="connsiteX1" fmla="*/ 0 w 27200"/>
                <a:gd name="connsiteY1" fmla="*/ 0 h 27200"/>
              </a:gdLst>
              <a:ahLst/>
              <a:cxnLst>
                <a:cxn ang="0">
                  <a:pos x="connsiteX0" y="connsiteY0"/>
                </a:cxn>
                <a:cxn ang="0">
                  <a:pos x="connsiteX1" y="connsiteY1"/>
                </a:cxn>
              </a:cxnLst>
              <a:rect l="l" t="t" r="r" b="b"/>
              <a:pathLst>
                <a:path w="27200" h="27200">
                  <a:moveTo>
                    <a:pt x="27200" y="27200"/>
                  </a:moveTo>
                  <a:lnTo>
                    <a:pt x="0" y="0"/>
                  </a:lnTo>
                </a:path>
              </a:pathLst>
            </a:custGeom>
            <a:ln w="8472" cap="flat">
              <a:solidFill>
                <a:srgbClr val="17A3A3"/>
              </a:solidFill>
              <a:prstDash val="solid"/>
              <a:miter/>
            </a:ln>
          </p:spPr>
          <p:txBody>
            <a:bodyPr rtlCol="1" anchor="ctr"/>
            <a:lstStyle/>
            <a:p>
              <a:endParaRPr lang="ar-SA"/>
            </a:p>
          </p:txBody>
        </p:sp>
        <p:sp>
          <p:nvSpPr>
            <p:cNvPr id="9343" name="شكل حر: شكل 10405">
              <a:extLst>
                <a:ext uri="{FF2B5EF4-FFF2-40B4-BE49-F238E27FC236}">
                  <a16:creationId xmlns:a16="http://schemas.microsoft.com/office/drawing/2014/main" id="{5B207000-57D2-3241-7B1E-ED15C528ED47}"/>
                </a:ext>
              </a:extLst>
            </p:cNvPr>
            <p:cNvSpPr/>
            <p:nvPr/>
          </p:nvSpPr>
          <p:spPr>
            <a:xfrm>
              <a:off x="8781240" y="1797598"/>
              <a:ext cx="27200" cy="27200"/>
            </a:xfrm>
            <a:custGeom>
              <a:avLst/>
              <a:gdLst>
                <a:gd name="connsiteX0" fmla="*/ 27201 w 27200"/>
                <a:gd name="connsiteY0" fmla="*/ 27200 h 27200"/>
                <a:gd name="connsiteX1" fmla="*/ 0 w 27200"/>
                <a:gd name="connsiteY1" fmla="*/ 0 h 27200"/>
              </a:gdLst>
              <a:ahLst/>
              <a:cxnLst>
                <a:cxn ang="0">
                  <a:pos x="connsiteX0" y="connsiteY0"/>
                </a:cxn>
                <a:cxn ang="0">
                  <a:pos x="connsiteX1" y="connsiteY1"/>
                </a:cxn>
              </a:cxnLst>
              <a:rect l="l" t="t" r="r" b="b"/>
              <a:pathLst>
                <a:path w="27200" h="27200">
                  <a:moveTo>
                    <a:pt x="27201" y="27200"/>
                  </a:moveTo>
                  <a:lnTo>
                    <a:pt x="0" y="0"/>
                  </a:lnTo>
                </a:path>
              </a:pathLst>
            </a:custGeom>
            <a:ln w="8472" cap="flat">
              <a:solidFill>
                <a:srgbClr val="17A3A3"/>
              </a:solidFill>
              <a:prstDash val="solid"/>
              <a:miter/>
            </a:ln>
          </p:spPr>
          <p:txBody>
            <a:bodyPr rtlCol="1" anchor="ctr"/>
            <a:lstStyle/>
            <a:p>
              <a:endParaRPr lang="ar-SA"/>
            </a:p>
          </p:txBody>
        </p:sp>
        <p:sp>
          <p:nvSpPr>
            <p:cNvPr id="9344" name="شكل حر: شكل 10406">
              <a:extLst>
                <a:ext uri="{FF2B5EF4-FFF2-40B4-BE49-F238E27FC236}">
                  <a16:creationId xmlns:a16="http://schemas.microsoft.com/office/drawing/2014/main" id="{3AF1B259-42EB-7F95-EAEA-AB29C85E1CD7}"/>
                </a:ext>
              </a:extLst>
            </p:cNvPr>
            <p:cNvSpPr/>
            <p:nvPr/>
          </p:nvSpPr>
          <p:spPr>
            <a:xfrm>
              <a:off x="8790758" y="1788051"/>
              <a:ext cx="27200" cy="27200"/>
            </a:xfrm>
            <a:custGeom>
              <a:avLst/>
              <a:gdLst>
                <a:gd name="connsiteX0" fmla="*/ 27200 w 27200"/>
                <a:gd name="connsiteY0" fmla="*/ 27200 h 27200"/>
                <a:gd name="connsiteX1" fmla="*/ 0 w 27200"/>
                <a:gd name="connsiteY1" fmla="*/ 0 h 27200"/>
              </a:gdLst>
              <a:ahLst/>
              <a:cxnLst>
                <a:cxn ang="0">
                  <a:pos x="connsiteX0" y="connsiteY0"/>
                </a:cxn>
                <a:cxn ang="0">
                  <a:pos x="connsiteX1" y="connsiteY1"/>
                </a:cxn>
              </a:cxnLst>
              <a:rect l="l" t="t" r="r" b="b"/>
              <a:pathLst>
                <a:path w="27200" h="27200">
                  <a:moveTo>
                    <a:pt x="27200" y="27200"/>
                  </a:moveTo>
                  <a:lnTo>
                    <a:pt x="0" y="0"/>
                  </a:lnTo>
                </a:path>
              </a:pathLst>
            </a:custGeom>
            <a:ln w="8472" cap="flat">
              <a:solidFill>
                <a:srgbClr val="17A3A3"/>
              </a:solidFill>
              <a:prstDash val="solid"/>
              <a:miter/>
            </a:ln>
          </p:spPr>
          <p:txBody>
            <a:bodyPr rtlCol="1" anchor="ctr"/>
            <a:lstStyle/>
            <a:p>
              <a:endParaRPr lang="ar-SA"/>
            </a:p>
          </p:txBody>
        </p:sp>
        <p:sp>
          <p:nvSpPr>
            <p:cNvPr id="9345" name="شكل حر: شكل 10407">
              <a:extLst>
                <a:ext uri="{FF2B5EF4-FFF2-40B4-BE49-F238E27FC236}">
                  <a16:creationId xmlns:a16="http://schemas.microsoft.com/office/drawing/2014/main" id="{198DEAF3-B5D2-F953-BA2F-DAA50E3F08F5}"/>
                </a:ext>
              </a:extLst>
            </p:cNvPr>
            <p:cNvSpPr/>
            <p:nvPr/>
          </p:nvSpPr>
          <p:spPr>
            <a:xfrm>
              <a:off x="8830133" y="1996841"/>
              <a:ext cx="115213" cy="120382"/>
            </a:xfrm>
            <a:custGeom>
              <a:avLst/>
              <a:gdLst>
                <a:gd name="connsiteX0" fmla="*/ 115213 w 115213"/>
                <a:gd name="connsiteY0" fmla="*/ 120382 h 120382"/>
                <a:gd name="connsiteX1" fmla="*/ 0 w 115213"/>
                <a:gd name="connsiteY1" fmla="*/ 79906 h 120382"/>
                <a:gd name="connsiteX2" fmla="*/ 0 w 115213"/>
                <a:gd name="connsiteY2" fmla="*/ 0 h 120382"/>
              </a:gdLst>
              <a:ahLst/>
              <a:cxnLst>
                <a:cxn ang="0">
                  <a:pos x="connsiteX0" y="connsiteY0"/>
                </a:cxn>
                <a:cxn ang="0">
                  <a:pos x="connsiteX1" y="connsiteY1"/>
                </a:cxn>
                <a:cxn ang="0">
                  <a:pos x="connsiteX2" y="connsiteY2"/>
                </a:cxn>
              </a:cxnLst>
              <a:rect l="l" t="t" r="r" b="b"/>
              <a:pathLst>
                <a:path w="115213" h="120382">
                  <a:moveTo>
                    <a:pt x="115213" y="120382"/>
                  </a:moveTo>
                  <a:lnTo>
                    <a:pt x="0" y="79906"/>
                  </a:lnTo>
                  <a:lnTo>
                    <a:pt x="0" y="0"/>
                  </a:lnTo>
                </a:path>
              </a:pathLst>
            </a:custGeom>
            <a:noFill/>
            <a:ln w="8472" cap="flat">
              <a:solidFill>
                <a:srgbClr val="01355A"/>
              </a:solidFill>
              <a:prstDash val="solid"/>
              <a:miter/>
            </a:ln>
          </p:spPr>
          <p:txBody>
            <a:bodyPr rtlCol="1" anchor="ctr"/>
            <a:lstStyle/>
            <a:p>
              <a:endParaRPr lang="ar-SA"/>
            </a:p>
          </p:txBody>
        </p:sp>
        <p:sp>
          <p:nvSpPr>
            <p:cNvPr id="9346" name="شكل حر: شكل 10408">
              <a:extLst>
                <a:ext uri="{FF2B5EF4-FFF2-40B4-BE49-F238E27FC236}">
                  <a16:creationId xmlns:a16="http://schemas.microsoft.com/office/drawing/2014/main" id="{8D5A651E-9EC9-462C-1EAE-4A945AE5BCD7}"/>
                </a:ext>
              </a:extLst>
            </p:cNvPr>
            <p:cNvSpPr/>
            <p:nvPr/>
          </p:nvSpPr>
          <p:spPr>
            <a:xfrm>
              <a:off x="8830133" y="1928628"/>
              <a:ext cx="115213" cy="40475"/>
            </a:xfrm>
            <a:custGeom>
              <a:avLst/>
              <a:gdLst>
                <a:gd name="connsiteX0" fmla="*/ 0 w 115213"/>
                <a:gd name="connsiteY0" fmla="*/ 0 h 40475"/>
                <a:gd name="connsiteX1" fmla="*/ 115213 w 115213"/>
                <a:gd name="connsiteY1" fmla="*/ 40476 h 40475"/>
              </a:gdLst>
              <a:ahLst/>
              <a:cxnLst>
                <a:cxn ang="0">
                  <a:pos x="connsiteX0" y="connsiteY0"/>
                </a:cxn>
                <a:cxn ang="0">
                  <a:pos x="connsiteX1" y="connsiteY1"/>
                </a:cxn>
              </a:cxnLst>
              <a:rect l="l" t="t" r="r" b="b"/>
              <a:pathLst>
                <a:path w="115213" h="40475">
                  <a:moveTo>
                    <a:pt x="0" y="0"/>
                  </a:moveTo>
                  <a:lnTo>
                    <a:pt x="115213" y="40476"/>
                  </a:lnTo>
                </a:path>
              </a:pathLst>
            </a:custGeom>
            <a:ln w="8472" cap="flat">
              <a:solidFill>
                <a:srgbClr val="01355A"/>
              </a:solidFill>
              <a:prstDash val="solid"/>
              <a:miter/>
            </a:ln>
          </p:spPr>
          <p:txBody>
            <a:bodyPr rtlCol="1" anchor="ctr"/>
            <a:lstStyle/>
            <a:p>
              <a:endParaRPr lang="ar-SA"/>
            </a:p>
          </p:txBody>
        </p:sp>
        <p:sp>
          <p:nvSpPr>
            <p:cNvPr id="9347" name="شكل حر: شكل 10409">
              <a:extLst>
                <a:ext uri="{FF2B5EF4-FFF2-40B4-BE49-F238E27FC236}">
                  <a16:creationId xmlns:a16="http://schemas.microsoft.com/office/drawing/2014/main" id="{40465531-5203-ACB5-83DA-03A1ABDF9B0A}"/>
                </a:ext>
              </a:extLst>
            </p:cNvPr>
            <p:cNvSpPr/>
            <p:nvPr/>
          </p:nvSpPr>
          <p:spPr>
            <a:xfrm>
              <a:off x="8945346" y="1996841"/>
              <a:ext cx="115213" cy="120382"/>
            </a:xfrm>
            <a:custGeom>
              <a:avLst/>
              <a:gdLst>
                <a:gd name="connsiteX0" fmla="*/ 0 w 115213"/>
                <a:gd name="connsiteY0" fmla="*/ 3107 h 120382"/>
                <a:gd name="connsiteX1" fmla="*/ 0 w 115213"/>
                <a:gd name="connsiteY1" fmla="*/ 120382 h 120382"/>
                <a:gd name="connsiteX2" fmla="*/ 115213 w 115213"/>
                <a:gd name="connsiteY2" fmla="*/ 79906 h 120382"/>
                <a:gd name="connsiteX3" fmla="*/ 115213 w 115213"/>
                <a:gd name="connsiteY3" fmla="*/ 0 h 120382"/>
              </a:gdLst>
              <a:ahLst/>
              <a:cxnLst>
                <a:cxn ang="0">
                  <a:pos x="connsiteX0" y="connsiteY0"/>
                </a:cxn>
                <a:cxn ang="0">
                  <a:pos x="connsiteX1" y="connsiteY1"/>
                </a:cxn>
                <a:cxn ang="0">
                  <a:pos x="connsiteX2" y="connsiteY2"/>
                </a:cxn>
                <a:cxn ang="0">
                  <a:pos x="connsiteX3" y="connsiteY3"/>
                </a:cxn>
              </a:cxnLst>
              <a:rect l="l" t="t" r="r" b="b"/>
              <a:pathLst>
                <a:path w="115213" h="120382">
                  <a:moveTo>
                    <a:pt x="0" y="3107"/>
                  </a:moveTo>
                  <a:lnTo>
                    <a:pt x="0" y="120382"/>
                  </a:lnTo>
                  <a:lnTo>
                    <a:pt x="115213" y="79906"/>
                  </a:lnTo>
                  <a:lnTo>
                    <a:pt x="115213" y="0"/>
                  </a:lnTo>
                </a:path>
              </a:pathLst>
            </a:custGeom>
            <a:noFill/>
            <a:ln w="8472" cap="flat">
              <a:solidFill>
                <a:srgbClr val="01355A"/>
              </a:solidFill>
              <a:prstDash val="solid"/>
              <a:miter/>
            </a:ln>
          </p:spPr>
          <p:txBody>
            <a:bodyPr rtlCol="1" anchor="ctr"/>
            <a:lstStyle/>
            <a:p>
              <a:endParaRPr lang="ar-SA"/>
            </a:p>
          </p:txBody>
        </p:sp>
        <p:sp>
          <p:nvSpPr>
            <p:cNvPr id="9348" name="شكل حر: شكل 10410">
              <a:extLst>
                <a:ext uri="{FF2B5EF4-FFF2-40B4-BE49-F238E27FC236}">
                  <a16:creationId xmlns:a16="http://schemas.microsoft.com/office/drawing/2014/main" id="{C69F3275-48FD-A709-BE91-5315E4BF5089}"/>
                </a:ext>
              </a:extLst>
            </p:cNvPr>
            <p:cNvSpPr/>
            <p:nvPr/>
          </p:nvSpPr>
          <p:spPr>
            <a:xfrm>
              <a:off x="8945346" y="1928628"/>
              <a:ext cx="115213" cy="40475"/>
            </a:xfrm>
            <a:custGeom>
              <a:avLst/>
              <a:gdLst>
                <a:gd name="connsiteX0" fmla="*/ 115213 w 115213"/>
                <a:gd name="connsiteY0" fmla="*/ 0 h 40475"/>
                <a:gd name="connsiteX1" fmla="*/ 0 w 115213"/>
                <a:gd name="connsiteY1" fmla="*/ 40476 h 40475"/>
              </a:gdLst>
              <a:ahLst/>
              <a:cxnLst>
                <a:cxn ang="0">
                  <a:pos x="connsiteX0" y="connsiteY0"/>
                </a:cxn>
                <a:cxn ang="0">
                  <a:pos x="connsiteX1" y="connsiteY1"/>
                </a:cxn>
              </a:cxnLst>
              <a:rect l="l" t="t" r="r" b="b"/>
              <a:pathLst>
                <a:path w="115213" h="40475">
                  <a:moveTo>
                    <a:pt x="115213" y="0"/>
                  </a:moveTo>
                  <a:lnTo>
                    <a:pt x="0" y="40476"/>
                  </a:lnTo>
                </a:path>
              </a:pathLst>
            </a:custGeom>
            <a:ln w="8472" cap="flat">
              <a:solidFill>
                <a:srgbClr val="01355A"/>
              </a:solidFill>
              <a:prstDash val="solid"/>
              <a:miter/>
            </a:ln>
          </p:spPr>
          <p:txBody>
            <a:bodyPr rtlCol="1" anchor="ctr"/>
            <a:lstStyle/>
            <a:p>
              <a:endParaRPr lang="ar-SA"/>
            </a:p>
          </p:txBody>
        </p:sp>
        <p:sp>
          <p:nvSpPr>
            <p:cNvPr id="9349" name="شكل حر: شكل 10411">
              <a:extLst>
                <a:ext uri="{FF2B5EF4-FFF2-40B4-BE49-F238E27FC236}">
                  <a16:creationId xmlns:a16="http://schemas.microsoft.com/office/drawing/2014/main" id="{CE1873C6-B4BB-E741-9E36-A960223CC4FE}"/>
                </a:ext>
              </a:extLst>
            </p:cNvPr>
            <p:cNvSpPr/>
            <p:nvPr/>
          </p:nvSpPr>
          <p:spPr>
            <a:xfrm>
              <a:off x="8920575" y="1899140"/>
              <a:ext cx="176901" cy="108349"/>
            </a:xfrm>
            <a:custGeom>
              <a:avLst/>
              <a:gdLst>
                <a:gd name="connsiteX0" fmla="*/ 0 w 176901"/>
                <a:gd name="connsiteY0" fmla="*/ 6355 h 108349"/>
                <a:gd name="connsiteX1" fmla="*/ 24771 w 176901"/>
                <a:gd name="connsiteY1" fmla="*/ 0 h 108349"/>
                <a:gd name="connsiteX2" fmla="*/ 139985 w 176901"/>
                <a:gd name="connsiteY2" fmla="*/ 29488 h 108349"/>
                <a:gd name="connsiteX3" fmla="*/ 176901 w 176901"/>
                <a:gd name="connsiteY3" fmla="*/ 66405 h 108349"/>
                <a:gd name="connsiteX4" fmla="*/ 64089 w 176901"/>
                <a:gd name="connsiteY4" fmla="*/ 108350 h 108349"/>
                <a:gd name="connsiteX5" fmla="*/ 24771 w 176901"/>
                <a:gd name="connsiteY5" fmla="*/ 69964 h 108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901" h="108349">
                  <a:moveTo>
                    <a:pt x="0" y="6355"/>
                  </a:moveTo>
                  <a:lnTo>
                    <a:pt x="24771" y="0"/>
                  </a:lnTo>
                  <a:lnTo>
                    <a:pt x="139985" y="29488"/>
                  </a:lnTo>
                  <a:lnTo>
                    <a:pt x="176901" y="66405"/>
                  </a:lnTo>
                  <a:lnTo>
                    <a:pt x="64089" y="108350"/>
                  </a:lnTo>
                  <a:lnTo>
                    <a:pt x="24771" y="69964"/>
                  </a:lnTo>
                </a:path>
              </a:pathLst>
            </a:custGeom>
            <a:noFill/>
            <a:ln w="8472" cap="flat">
              <a:solidFill>
                <a:srgbClr val="01355A"/>
              </a:solidFill>
              <a:prstDash val="solid"/>
              <a:miter/>
            </a:ln>
          </p:spPr>
          <p:txBody>
            <a:bodyPr rtlCol="1" anchor="ctr"/>
            <a:lstStyle/>
            <a:p>
              <a:endParaRPr lang="ar-SA"/>
            </a:p>
          </p:txBody>
        </p:sp>
        <p:sp>
          <p:nvSpPr>
            <p:cNvPr id="9350" name="شكل حر: شكل 10412">
              <a:extLst>
                <a:ext uri="{FF2B5EF4-FFF2-40B4-BE49-F238E27FC236}">
                  <a16:creationId xmlns:a16="http://schemas.microsoft.com/office/drawing/2014/main" id="{4C62A9AA-B48E-127E-93B4-E435EB0DD401}"/>
                </a:ext>
              </a:extLst>
            </p:cNvPr>
            <p:cNvSpPr/>
            <p:nvPr/>
          </p:nvSpPr>
          <p:spPr>
            <a:xfrm>
              <a:off x="8793216" y="1913574"/>
              <a:ext cx="152130" cy="93916"/>
            </a:xfrm>
            <a:custGeom>
              <a:avLst/>
              <a:gdLst>
                <a:gd name="connsiteX0" fmla="*/ 152130 w 152130"/>
                <a:gd name="connsiteY0" fmla="*/ 55531 h 93916"/>
                <a:gd name="connsiteX1" fmla="*/ 112813 w 152130"/>
                <a:gd name="connsiteY1" fmla="*/ 93916 h 93916"/>
                <a:gd name="connsiteX2" fmla="*/ 0 w 152130"/>
                <a:gd name="connsiteY2" fmla="*/ 51972 h 93916"/>
                <a:gd name="connsiteX3" fmla="*/ 36917 w 152130"/>
                <a:gd name="connsiteY3" fmla="*/ 15055 h 93916"/>
                <a:gd name="connsiteX4" fmla="*/ 95753 w 152130"/>
                <a:gd name="connsiteY4" fmla="*/ 0 h 9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130" h="93916">
                  <a:moveTo>
                    <a:pt x="152130" y="55531"/>
                  </a:moveTo>
                  <a:lnTo>
                    <a:pt x="112813" y="93916"/>
                  </a:lnTo>
                  <a:lnTo>
                    <a:pt x="0" y="51972"/>
                  </a:lnTo>
                  <a:lnTo>
                    <a:pt x="36917" y="15055"/>
                  </a:lnTo>
                  <a:lnTo>
                    <a:pt x="95753" y="0"/>
                  </a:lnTo>
                </a:path>
              </a:pathLst>
            </a:custGeom>
            <a:noFill/>
            <a:ln w="8472" cap="flat">
              <a:solidFill>
                <a:srgbClr val="01355A"/>
              </a:solidFill>
              <a:prstDash val="solid"/>
              <a:miter/>
            </a:ln>
          </p:spPr>
          <p:txBody>
            <a:bodyPr rtlCol="1" anchor="ctr"/>
            <a:lstStyle/>
            <a:p>
              <a:endParaRPr lang="ar-SA"/>
            </a:p>
          </p:txBody>
        </p:sp>
        <p:sp>
          <p:nvSpPr>
            <p:cNvPr id="9351" name="شكل حر: شكل 10413">
              <a:extLst>
                <a:ext uri="{FF2B5EF4-FFF2-40B4-BE49-F238E27FC236}">
                  <a16:creationId xmlns:a16="http://schemas.microsoft.com/office/drawing/2014/main" id="{E7014C0E-0FBB-E7E3-F5BE-7753A3F9199E}"/>
                </a:ext>
              </a:extLst>
            </p:cNvPr>
            <p:cNvSpPr/>
            <p:nvPr/>
          </p:nvSpPr>
          <p:spPr>
            <a:xfrm>
              <a:off x="8846345" y="1858397"/>
              <a:ext cx="60741" cy="60741"/>
            </a:xfrm>
            <a:custGeom>
              <a:avLst/>
              <a:gdLst>
                <a:gd name="connsiteX0" fmla="*/ 0 w 60741"/>
                <a:gd name="connsiteY0" fmla="*/ 3657 h 60741"/>
                <a:gd name="connsiteX1" fmla="*/ 43442 w 60741"/>
                <a:gd name="connsiteY1" fmla="*/ 17300 h 60741"/>
                <a:gd name="connsiteX2" fmla="*/ 57084 w 60741"/>
                <a:gd name="connsiteY2" fmla="*/ 60741 h 60741"/>
              </a:gdLst>
              <a:ahLst/>
              <a:cxnLst>
                <a:cxn ang="0">
                  <a:pos x="connsiteX0" y="connsiteY0"/>
                </a:cxn>
                <a:cxn ang="0">
                  <a:pos x="connsiteX1" y="connsiteY1"/>
                </a:cxn>
                <a:cxn ang="0">
                  <a:pos x="connsiteX2" y="connsiteY2"/>
                </a:cxn>
              </a:cxnLst>
              <a:rect l="l" t="t" r="r" b="b"/>
              <a:pathLst>
                <a:path w="60741" h="60741">
                  <a:moveTo>
                    <a:pt x="0" y="3657"/>
                  </a:moveTo>
                  <a:cubicBezTo>
                    <a:pt x="8219" y="-4562"/>
                    <a:pt x="27681" y="1538"/>
                    <a:pt x="43442" y="17300"/>
                  </a:cubicBezTo>
                  <a:cubicBezTo>
                    <a:pt x="59202" y="33061"/>
                    <a:pt x="65304" y="52522"/>
                    <a:pt x="57084" y="60741"/>
                  </a:cubicBezTo>
                </a:path>
              </a:pathLst>
            </a:custGeom>
            <a:noFill/>
            <a:ln w="8472" cap="flat">
              <a:solidFill>
                <a:srgbClr val="17A3A3"/>
              </a:solidFill>
              <a:prstDash val="solid"/>
              <a:miter/>
            </a:ln>
          </p:spPr>
          <p:txBody>
            <a:bodyPr rtlCol="1" anchor="ctr"/>
            <a:lstStyle/>
            <a:p>
              <a:endParaRPr lang="ar-SA"/>
            </a:p>
          </p:txBody>
        </p:sp>
        <p:sp>
          <p:nvSpPr>
            <p:cNvPr id="9352" name="شكل حر: شكل 10414">
              <a:extLst>
                <a:ext uri="{FF2B5EF4-FFF2-40B4-BE49-F238E27FC236}">
                  <a16:creationId xmlns:a16="http://schemas.microsoft.com/office/drawing/2014/main" id="{115068EA-2BCF-F760-93B7-4D726E90C4D2}"/>
                </a:ext>
              </a:extLst>
            </p:cNvPr>
            <p:cNvSpPr/>
            <p:nvPr/>
          </p:nvSpPr>
          <p:spPr>
            <a:xfrm>
              <a:off x="8841148" y="1884622"/>
              <a:ext cx="15761" cy="24375"/>
            </a:xfrm>
            <a:custGeom>
              <a:avLst/>
              <a:gdLst>
                <a:gd name="connsiteX0" fmla="*/ 15761 w 15761"/>
                <a:gd name="connsiteY0" fmla="*/ 24376 h 24375"/>
                <a:gd name="connsiteX1" fmla="*/ 0 w 15761"/>
                <a:gd name="connsiteY1" fmla="*/ 0 h 24375"/>
              </a:gdLst>
              <a:ahLst/>
              <a:cxnLst>
                <a:cxn ang="0">
                  <a:pos x="connsiteX0" y="connsiteY0"/>
                </a:cxn>
                <a:cxn ang="0">
                  <a:pos x="connsiteX1" y="connsiteY1"/>
                </a:cxn>
              </a:cxnLst>
              <a:rect l="l" t="t" r="r" b="b"/>
              <a:pathLst>
                <a:path w="15761" h="24375">
                  <a:moveTo>
                    <a:pt x="15761" y="24376"/>
                  </a:moveTo>
                  <a:cubicBezTo>
                    <a:pt x="7937" y="16552"/>
                    <a:pt x="2486" y="7824"/>
                    <a:pt x="0" y="0"/>
                  </a:cubicBezTo>
                </a:path>
              </a:pathLst>
            </a:custGeom>
            <a:noFill/>
            <a:ln w="8472" cap="flat">
              <a:solidFill>
                <a:srgbClr val="01355A"/>
              </a:solidFill>
              <a:prstDash val="solid"/>
              <a:miter/>
            </a:ln>
          </p:spPr>
          <p:txBody>
            <a:bodyPr rtlCol="1" anchor="ctr"/>
            <a:lstStyle/>
            <a:p>
              <a:endParaRPr lang="ar-SA"/>
            </a:p>
          </p:txBody>
        </p:sp>
      </p:grpSp>
      <p:grpSp>
        <p:nvGrpSpPr>
          <p:cNvPr id="9353" name="رسم 8014">
            <a:extLst>
              <a:ext uri="{FF2B5EF4-FFF2-40B4-BE49-F238E27FC236}">
                <a16:creationId xmlns:a16="http://schemas.microsoft.com/office/drawing/2014/main" id="{C83073C6-C433-B93E-3107-3BC4CC33FEB3}"/>
              </a:ext>
            </a:extLst>
          </p:cNvPr>
          <p:cNvGrpSpPr/>
          <p:nvPr/>
        </p:nvGrpSpPr>
        <p:grpSpPr>
          <a:xfrm>
            <a:off x="8959370" y="4855492"/>
            <a:ext cx="322721" cy="300058"/>
            <a:chOff x="9790563" y="4344915"/>
            <a:chExt cx="385748" cy="380692"/>
          </a:xfrm>
          <a:noFill/>
        </p:grpSpPr>
        <p:sp>
          <p:nvSpPr>
            <p:cNvPr id="9354" name="شكل حر: شكل 10434">
              <a:extLst>
                <a:ext uri="{FF2B5EF4-FFF2-40B4-BE49-F238E27FC236}">
                  <a16:creationId xmlns:a16="http://schemas.microsoft.com/office/drawing/2014/main" id="{0609794C-E121-606A-38AB-51C7AE726834}"/>
                </a:ext>
              </a:extLst>
            </p:cNvPr>
            <p:cNvSpPr/>
            <p:nvPr/>
          </p:nvSpPr>
          <p:spPr>
            <a:xfrm>
              <a:off x="10014518" y="4530488"/>
              <a:ext cx="81407" cy="195119"/>
            </a:xfrm>
            <a:custGeom>
              <a:avLst/>
              <a:gdLst>
                <a:gd name="connsiteX0" fmla="*/ 11217 w 81407"/>
                <a:gd name="connsiteY0" fmla="*/ 0 h 195119"/>
                <a:gd name="connsiteX1" fmla="*/ 14607 w 81407"/>
                <a:gd name="connsiteY1" fmla="*/ 32002 h 195119"/>
                <a:gd name="connsiteX2" fmla="*/ 5370 w 81407"/>
                <a:gd name="connsiteY2" fmla="*/ 57706 h 195119"/>
                <a:gd name="connsiteX3" fmla="*/ 174 w 81407"/>
                <a:gd name="connsiteY3" fmla="*/ 76206 h 195119"/>
                <a:gd name="connsiteX4" fmla="*/ 541 w 81407"/>
                <a:gd name="connsiteY4" fmla="*/ 79257 h 195119"/>
                <a:gd name="connsiteX5" fmla="*/ 4071 w 81407"/>
                <a:gd name="connsiteY5" fmla="*/ 85047 h 195119"/>
                <a:gd name="connsiteX6" fmla="*/ 6331 w 81407"/>
                <a:gd name="connsiteY6" fmla="*/ 86120 h 195119"/>
                <a:gd name="connsiteX7" fmla="*/ 43558 w 81407"/>
                <a:gd name="connsiteY7" fmla="*/ 96939 h 195119"/>
                <a:gd name="connsiteX8" fmla="*/ 57992 w 81407"/>
                <a:gd name="connsiteY8" fmla="*/ 104508 h 195119"/>
                <a:gd name="connsiteX9" fmla="*/ 72708 w 81407"/>
                <a:gd name="connsiteY9" fmla="*/ 129110 h 195119"/>
                <a:gd name="connsiteX10" fmla="*/ 81407 w 81407"/>
                <a:gd name="connsiteY10" fmla="*/ 195120 h 19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1407" h="195119">
                  <a:moveTo>
                    <a:pt x="11217" y="0"/>
                  </a:moveTo>
                  <a:cubicBezTo>
                    <a:pt x="13025" y="10818"/>
                    <a:pt x="14692" y="23190"/>
                    <a:pt x="14607" y="32002"/>
                  </a:cubicBezTo>
                  <a:cubicBezTo>
                    <a:pt x="14127" y="42142"/>
                    <a:pt x="11697" y="49910"/>
                    <a:pt x="5370" y="57706"/>
                  </a:cubicBezTo>
                  <a:cubicBezTo>
                    <a:pt x="1162" y="62874"/>
                    <a:pt x="-589" y="69597"/>
                    <a:pt x="174" y="76206"/>
                  </a:cubicBezTo>
                  <a:lnTo>
                    <a:pt x="541" y="79257"/>
                  </a:lnTo>
                  <a:cubicBezTo>
                    <a:pt x="823" y="81601"/>
                    <a:pt x="2094" y="83720"/>
                    <a:pt x="4071" y="85047"/>
                  </a:cubicBezTo>
                  <a:cubicBezTo>
                    <a:pt x="4777" y="85527"/>
                    <a:pt x="5540" y="85866"/>
                    <a:pt x="6331" y="86120"/>
                  </a:cubicBezTo>
                  <a:lnTo>
                    <a:pt x="43558" y="96939"/>
                  </a:lnTo>
                  <a:cubicBezTo>
                    <a:pt x="48247" y="97955"/>
                    <a:pt x="53134" y="100526"/>
                    <a:pt x="57992" y="104508"/>
                  </a:cubicBezTo>
                  <a:cubicBezTo>
                    <a:pt x="65562" y="110779"/>
                    <a:pt x="70787" y="119507"/>
                    <a:pt x="72708" y="129110"/>
                  </a:cubicBezTo>
                  <a:lnTo>
                    <a:pt x="81407" y="195120"/>
                  </a:lnTo>
                </a:path>
              </a:pathLst>
            </a:custGeom>
            <a:noFill/>
            <a:ln w="8472" cap="flat">
              <a:solidFill>
                <a:srgbClr val="01355A"/>
              </a:solidFill>
              <a:prstDash val="solid"/>
              <a:miter/>
            </a:ln>
          </p:spPr>
          <p:txBody>
            <a:bodyPr rtlCol="1" anchor="ctr"/>
            <a:lstStyle/>
            <a:p>
              <a:endParaRPr lang="ar-SA"/>
            </a:p>
          </p:txBody>
        </p:sp>
        <p:sp>
          <p:nvSpPr>
            <p:cNvPr id="9355" name="شكل حر: شكل 10435">
              <a:extLst>
                <a:ext uri="{FF2B5EF4-FFF2-40B4-BE49-F238E27FC236}">
                  <a16:creationId xmlns:a16="http://schemas.microsoft.com/office/drawing/2014/main" id="{4ADDA402-6F43-8D6F-149C-AD4FE8672B43}"/>
                </a:ext>
              </a:extLst>
            </p:cNvPr>
            <p:cNvSpPr/>
            <p:nvPr/>
          </p:nvSpPr>
          <p:spPr>
            <a:xfrm>
              <a:off x="9891286" y="4457106"/>
              <a:ext cx="186138" cy="136730"/>
            </a:xfrm>
            <a:custGeom>
              <a:avLst/>
              <a:gdLst>
                <a:gd name="connsiteX0" fmla="*/ 45164 w 186138"/>
                <a:gd name="connsiteY0" fmla="*/ 135974 h 136730"/>
                <a:gd name="connsiteX1" fmla="*/ 0 w 186138"/>
                <a:gd name="connsiteY1" fmla="*/ 116908 h 136730"/>
                <a:gd name="connsiteX2" fmla="*/ 23811 w 186138"/>
                <a:gd name="connsiteY2" fmla="*/ 100102 h 136730"/>
                <a:gd name="connsiteX3" fmla="*/ 32680 w 186138"/>
                <a:gd name="connsiteY3" fmla="*/ 60926 h 136730"/>
                <a:gd name="connsiteX4" fmla="*/ 39459 w 186138"/>
                <a:gd name="connsiteY4" fmla="*/ 32426 h 136730"/>
                <a:gd name="connsiteX5" fmla="*/ 93069 w 186138"/>
                <a:gd name="connsiteY5" fmla="*/ 0 h 136730"/>
                <a:gd name="connsiteX6" fmla="*/ 146679 w 186138"/>
                <a:gd name="connsiteY6" fmla="*/ 32426 h 136730"/>
                <a:gd name="connsiteX7" fmla="*/ 153458 w 186138"/>
                <a:gd name="connsiteY7" fmla="*/ 60926 h 136730"/>
                <a:gd name="connsiteX8" fmla="*/ 162327 w 186138"/>
                <a:gd name="connsiteY8" fmla="*/ 100102 h 136730"/>
                <a:gd name="connsiteX9" fmla="*/ 186138 w 186138"/>
                <a:gd name="connsiteY9" fmla="*/ 116908 h 136730"/>
                <a:gd name="connsiteX10" fmla="*/ 140974 w 186138"/>
                <a:gd name="connsiteY10" fmla="*/ 135974 h 136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6138" h="136730">
                  <a:moveTo>
                    <a:pt x="45164" y="135974"/>
                  </a:moveTo>
                  <a:cubicBezTo>
                    <a:pt x="14208" y="141284"/>
                    <a:pt x="0" y="116908"/>
                    <a:pt x="0" y="116908"/>
                  </a:cubicBezTo>
                  <a:cubicBezTo>
                    <a:pt x="11637" y="115496"/>
                    <a:pt x="19009" y="109141"/>
                    <a:pt x="23811" y="100102"/>
                  </a:cubicBezTo>
                  <a:cubicBezTo>
                    <a:pt x="30392" y="87702"/>
                    <a:pt x="31098" y="74653"/>
                    <a:pt x="32680" y="60926"/>
                  </a:cubicBezTo>
                  <a:cubicBezTo>
                    <a:pt x="33810" y="51181"/>
                    <a:pt x="35448" y="41380"/>
                    <a:pt x="39459" y="32426"/>
                  </a:cubicBezTo>
                  <a:cubicBezTo>
                    <a:pt x="48554" y="12089"/>
                    <a:pt x="71320" y="0"/>
                    <a:pt x="93069" y="0"/>
                  </a:cubicBezTo>
                  <a:cubicBezTo>
                    <a:pt x="114818" y="0"/>
                    <a:pt x="137555" y="12089"/>
                    <a:pt x="146679" y="32426"/>
                  </a:cubicBezTo>
                  <a:cubicBezTo>
                    <a:pt x="150690" y="41380"/>
                    <a:pt x="152300" y="51181"/>
                    <a:pt x="153458" y="60926"/>
                  </a:cubicBezTo>
                  <a:cubicBezTo>
                    <a:pt x="155068" y="74653"/>
                    <a:pt x="155746" y="87731"/>
                    <a:pt x="162327" y="100102"/>
                  </a:cubicBezTo>
                  <a:cubicBezTo>
                    <a:pt x="167129" y="109141"/>
                    <a:pt x="174472" y="115496"/>
                    <a:pt x="186138" y="116908"/>
                  </a:cubicBezTo>
                  <a:cubicBezTo>
                    <a:pt x="186138" y="116908"/>
                    <a:pt x="171902" y="141284"/>
                    <a:pt x="140974" y="135974"/>
                  </a:cubicBezTo>
                </a:path>
              </a:pathLst>
            </a:custGeom>
            <a:noFill/>
            <a:ln w="8472" cap="flat">
              <a:solidFill>
                <a:srgbClr val="01355A"/>
              </a:solidFill>
              <a:prstDash val="solid"/>
              <a:miter/>
            </a:ln>
          </p:spPr>
          <p:txBody>
            <a:bodyPr rtlCol="1" anchor="ctr"/>
            <a:lstStyle/>
            <a:p>
              <a:endParaRPr lang="ar-SA"/>
            </a:p>
          </p:txBody>
        </p:sp>
        <p:sp>
          <p:nvSpPr>
            <p:cNvPr id="9356" name="شكل حر: شكل 10436">
              <a:extLst>
                <a:ext uri="{FF2B5EF4-FFF2-40B4-BE49-F238E27FC236}">
                  <a16:creationId xmlns:a16="http://schemas.microsoft.com/office/drawing/2014/main" id="{F25CF0D7-B184-EE74-2C99-C26DD046B0A9}"/>
                </a:ext>
              </a:extLst>
            </p:cNvPr>
            <p:cNvSpPr/>
            <p:nvPr/>
          </p:nvSpPr>
          <p:spPr>
            <a:xfrm>
              <a:off x="9950037" y="4615535"/>
              <a:ext cx="68551" cy="25590"/>
            </a:xfrm>
            <a:custGeom>
              <a:avLst/>
              <a:gdLst>
                <a:gd name="connsiteX0" fmla="*/ 0 w 68551"/>
                <a:gd name="connsiteY0" fmla="*/ 0 h 25590"/>
                <a:gd name="connsiteX1" fmla="*/ 34262 w 68551"/>
                <a:gd name="connsiteY1" fmla="*/ 25591 h 25590"/>
                <a:gd name="connsiteX2" fmla="*/ 68552 w 68551"/>
                <a:gd name="connsiteY2" fmla="*/ 0 h 25590"/>
              </a:gdLst>
              <a:ahLst/>
              <a:cxnLst>
                <a:cxn ang="0">
                  <a:pos x="connsiteX0" y="connsiteY0"/>
                </a:cxn>
                <a:cxn ang="0">
                  <a:pos x="connsiteX1" y="connsiteY1"/>
                </a:cxn>
                <a:cxn ang="0">
                  <a:pos x="connsiteX2" y="connsiteY2"/>
                </a:cxn>
              </a:cxnLst>
              <a:rect l="l" t="t" r="r" b="b"/>
              <a:pathLst>
                <a:path w="68551" h="25590">
                  <a:moveTo>
                    <a:pt x="0" y="0"/>
                  </a:moveTo>
                  <a:lnTo>
                    <a:pt x="34262" y="25591"/>
                  </a:lnTo>
                  <a:lnTo>
                    <a:pt x="68552" y="0"/>
                  </a:lnTo>
                </a:path>
              </a:pathLst>
            </a:custGeom>
            <a:noFill/>
            <a:ln w="8472" cap="flat">
              <a:solidFill>
                <a:srgbClr val="01355A"/>
              </a:solidFill>
              <a:prstDash val="solid"/>
              <a:miter/>
            </a:ln>
          </p:spPr>
          <p:txBody>
            <a:bodyPr rtlCol="1" anchor="ctr"/>
            <a:lstStyle/>
            <a:p>
              <a:endParaRPr lang="ar-SA"/>
            </a:p>
          </p:txBody>
        </p:sp>
        <p:sp>
          <p:nvSpPr>
            <p:cNvPr id="9357" name="شكل حر: شكل 10437">
              <a:extLst>
                <a:ext uri="{FF2B5EF4-FFF2-40B4-BE49-F238E27FC236}">
                  <a16:creationId xmlns:a16="http://schemas.microsoft.com/office/drawing/2014/main" id="{CA5A7F01-6512-36E8-1865-5C95A2771C2A}"/>
                </a:ext>
              </a:extLst>
            </p:cNvPr>
            <p:cNvSpPr/>
            <p:nvPr/>
          </p:nvSpPr>
          <p:spPr>
            <a:xfrm>
              <a:off x="10021696" y="4700243"/>
              <a:ext cx="31776" cy="2824"/>
            </a:xfrm>
            <a:custGeom>
              <a:avLst/>
              <a:gdLst>
                <a:gd name="connsiteX0" fmla="*/ 0 w 31776"/>
                <a:gd name="connsiteY0" fmla="*/ 0 h 2824"/>
                <a:gd name="connsiteX1" fmla="*/ 31776 w 31776"/>
                <a:gd name="connsiteY1" fmla="*/ 0 h 2824"/>
              </a:gdLst>
              <a:ahLst/>
              <a:cxnLst>
                <a:cxn ang="0">
                  <a:pos x="connsiteX0" y="connsiteY0"/>
                </a:cxn>
                <a:cxn ang="0">
                  <a:pos x="connsiteX1" y="connsiteY1"/>
                </a:cxn>
              </a:cxnLst>
              <a:rect l="l" t="t" r="r" b="b"/>
              <a:pathLst>
                <a:path w="31776" h="2824">
                  <a:moveTo>
                    <a:pt x="0" y="0"/>
                  </a:moveTo>
                  <a:lnTo>
                    <a:pt x="31776" y="0"/>
                  </a:lnTo>
                </a:path>
              </a:pathLst>
            </a:custGeom>
            <a:ln w="8472" cap="flat">
              <a:solidFill>
                <a:srgbClr val="01355A"/>
              </a:solidFill>
              <a:prstDash val="solid"/>
              <a:miter/>
            </a:ln>
          </p:spPr>
          <p:txBody>
            <a:bodyPr rtlCol="1" anchor="ctr"/>
            <a:lstStyle/>
            <a:p>
              <a:endParaRPr lang="ar-SA"/>
            </a:p>
          </p:txBody>
        </p:sp>
        <p:sp>
          <p:nvSpPr>
            <p:cNvPr id="9358" name="شكل حر: شكل 10438">
              <a:extLst>
                <a:ext uri="{FF2B5EF4-FFF2-40B4-BE49-F238E27FC236}">
                  <a16:creationId xmlns:a16="http://schemas.microsoft.com/office/drawing/2014/main" id="{9EA34497-B55F-E246-8F68-31F61B8B186D}"/>
                </a:ext>
              </a:extLst>
            </p:cNvPr>
            <p:cNvSpPr/>
            <p:nvPr/>
          </p:nvSpPr>
          <p:spPr>
            <a:xfrm>
              <a:off x="9872701" y="4498592"/>
              <a:ext cx="153005" cy="227015"/>
            </a:xfrm>
            <a:custGeom>
              <a:avLst/>
              <a:gdLst>
                <a:gd name="connsiteX0" fmla="*/ 0 w 153005"/>
                <a:gd name="connsiteY0" fmla="*/ 227015 h 227015"/>
                <a:gd name="connsiteX1" fmla="*/ 8699 w 153005"/>
                <a:gd name="connsiteY1" fmla="*/ 161006 h 227015"/>
                <a:gd name="connsiteX2" fmla="*/ 23415 w 153005"/>
                <a:gd name="connsiteY2" fmla="*/ 136404 h 227015"/>
                <a:gd name="connsiteX3" fmla="*/ 37849 w 153005"/>
                <a:gd name="connsiteY3" fmla="*/ 128834 h 227015"/>
                <a:gd name="connsiteX4" fmla="*/ 75076 w 153005"/>
                <a:gd name="connsiteY4" fmla="*/ 118016 h 227015"/>
                <a:gd name="connsiteX5" fmla="*/ 77336 w 153005"/>
                <a:gd name="connsiteY5" fmla="*/ 116943 h 227015"/>
                <a:gd name="connsiteX6" fmla="*/ 80866 w 153005"/>
                <a:gd name="connsiteY6" fmla="*/ 111153 h 227015"/>
                <a:gd name="connsiteX7" fmla="*/ 81234 w 153005"/>
                <a:gd name="connsiteY7" fmla="*/ 108102 h 227015"/>
                <a:gd name="connsiteX8" fmla="*/ 76037 w 153005"/>
                <a:gd name="connsiteY8" fmla="*/ 89601 h 227015"/>
                <a:gd name="connsiteX9" fmla="*/ 66800 w 153005"/>
                <a:gd name="connsiteY9" fmla="*/ 63898 h 227015"/>
                <a:gd name="connsiteX10" fmla="*/ 71207 w 153005"/>
                <a:gd name="connsiteY10" fmla="*/ 26105 h 227015"/>
                <a:gd name="connsiteX11" fmla="*/ 90414 w 153005"/>
                <a:gd name="connsiteY11" fmla="*/ 1730 h 227015"/>
                <a:gd name="connsiteX12" fmla="*/ 90414 w 153005"/>
                <a:gd name="connsiteY12" fmla="*/ 1730 h 227015"/>
                <a:gd name="connsiteX13" fmla="*/ 113772 w 153005"/>
                <a:gd name="connsiteY13" fmla="*/ 7096 h 227015"/>
                <a:gd name="connsiteX14" fmla="*/ 113885 w 153005"/>
                <a:gd name="connsiteY14" fmla="*/ 7237 h 227015"/>
                <a:gd name="connsiteX15" fmla="*/ 125099 w 153005"/>
                <a:gd name="connsiteY15" fmla="*/ 22292 h 227015"/>
                <a:gd name="connsiteX16" fmla="*/ 153005 w 153005"/>
                <a:gd name="connsiteY16" fmla="*/ 31472 h 22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3005" h="227015">
                  <a:moveTo>
                    <a:pt x="0" y="227015"/>
                  </a:moveTo>
                  <a:lnTo>
                    <a:pt x="8699" y="161006"/>
                  </a:lnTo>
                  <a:cubicBezTo>
                    <a:pt x="10620" y="151402"/>
                    <a:pt x="15845" y="142646"/>
                    <a:pt x="23415" y="136404"/>
                  </a:cubicBezTo>
                  <a:cubicBezTo>
                    <a:pt x="28245" y="132421"/>
                    <a:pt x="33160" y="129851"/>
                    <a:pt x="37849" y="128834"/>
                  </a:cubicBezTo>
                  <a:lnTo>
                    <a:pt x="75076" y="118016"/>
                  </a:lnTo>
                  <a:cubicBezTo>
                    <a:pt x="75895" y="117790"/>
                    <a:pt x="76658" y="117423"/>
                    <a:pt x="77336" y="116943"/>
                  </a:cubicBezTo>
                  <a:cubicBezTo>
                    <a:pt x="79285" y="115615"/>
                    <a:pt x="80584" y="113497"/>
                    <a:pt x="80866" y="111153"/>
                  </a:cubicBezTo>
                  <a:lnTo>
                    <a:pt x="81234" y="108102"/>
                  </a:lnTo>
                  <a:cubicBezTo>
                    <a:pt x="81996" y="101492"/>
                    <a:pt x="80245" y="94742"/>
                    <a:pt x="76037" y="89601"/>
                  </a:cubicBezTo>
                  <a:cubicBezTo>
                    <a:pt x="69710" y="81805"/>
                    <a:pt x="67280" y="74010"/>
                    <a:pt x="66800" y="63898"/>
                  </a:cubicBezTo>
                  <a:cubicBezTo>
                    <a:pt x="66715" y="53447"/>
                    <a:pt x="69060" y="37997"/>
                    <a:pt x="71207" y="26105"/>
                  </a:cubicBezTo>
                  <a:cubicBezTo>
                    <a:pt x="73155" y="15287"/>
                    <a:pt x="80358" y="6164"/>
                    <a:pt x="90414" y="1730"/>
                  </a:cubicBezTo>
                  <a:lnTo>
                    <a:pt x="90414" y="1730"/>
                  </a:lnTo>
                  <a:cubicBezTo>
                    <a:pt x="98520" y="-1858"/>
                    <a:pt x="108151" y="232"/>
                    <a:pt x="113772" y="7096"/>
                  </a:cubicBezTo>
                  <a:cubicBezTo>
                    <a:pt x="113800" y="7152"/>
                    <a:pt x="113857" y="7181"/>
                    <a:pt x="113885" y="7237"/>
                  </a:cubicBezTo>
                  <a:cubicBezTo>
                    <a:pt x="117840" y="12095"/>
                    <a:pt x="120749" y="17801"/>
                    <a:pt x="125099" y="22292"/>
                  </a:cubicBezTo>
                  <a:cubicBezTo>
                    <a:pt x="132188" y="29608"/>
                    <a:pt x="142978" y="33139"/>
                    <a:pt x="153005" y="31472"/>
                  </a:cubicBezTo>
                </a:path>
              </a:pathLst>
            </a:custGeom>
            <a:noFill/>
            <a:ln w="8472" cap="flat">
              <a:solidFill>
                <a:srgbClr val="01355A"/>
              </a:solidFill>
              <a:prstDash val="solid"/>
              <a:miter/>
            </a:ln>
          </p:spPr>
          <p:txBody>
            <a:bodyPr rtlCol="1" anchor="ctr"/>
            <a:lstStyle/>
            <a:p>
              <a:endParaRPr lang="ar-SA"/>
            </a:p>
          </p:txBody>
        </p:sp>
        <p:sp>
          <p:nvSpPr>
            <p:cNvPr id="9359" name="شكل حر: شكل 10439">
              <a:extLst>
                <a:ext uri="{FF2B5EF4-FFF2-40B4-BE49-F238E27FC236}">
                  <a16:creationId xmlns:a16="http://schemas.microsoft.com/office/drawing/2014/main" id="{4059CD4F-9EA2-FF06-C909-A069983D599D}"/>
                </a:ext>
              </a:extLst>
            </p:cNvPr>
            <p:cNvSpPr/>
            <p:nvPr/>
          </p:nvSpPr>
          <p:spPr>
            <a:xfrm>
              <a:off x="10092055" y="4372455"/>
              <a:ext cx="46774" cy="35391"/>
            </a:xfrm>
            <a:custGeom>
              <a:avLst/>
              <a:gdLst>
                <a:gd name="connsiteX0" fmla="*/ 0 w 46774"/>
                <a:gd name="connsiteY0" fmla="*/ 19461 h 35391"/>
                <a:gd name="connsiteX1" fmla="*/ 17851 w 46774"/>
                <a:gd name="connsiteY1" fmla="*/ 35392 h 35391"/>
                <a:gd name="connsiteX2" fmla="*/ 46775 w 46774"/>
                <a:gd name="connsiteY2" fmla="*/ 0 h 35391"/>
              </a:gdLst>
              <a:ahLst/>
              <a:cxnLst>
                <a:cxn ang="0">
                  <a:pos x="connsiteX0" y="connsiteY0"/>
                </a:cxn>
                <a:cxn ang="0">
                  <a:pos x="connsiteX1" y="connsiteY1"/>
                </a:cxn>
                <a:cxn ang="0">
                  <a:pos x="connsiteX2" y="connsiteY2"/>
                </a:cxn>
              </a:cxnLst>
              <a:rect l="l" t="t" r="r" b="b"/>
              <a:pathLst>
                <a:path w="46774" h="35391">
                  <a:moveTo>
                    <a:pt x="0" y="19461"/>
                  </a:moveTo>
                  <a:lnTo>
                    <a:pt x="17851" y="35392"/>
                  </a:lnTo>
                  <a:lnTo>
                    <a:pt x="46775" y="0"/>
                  </a:lnTo>
                </a:path>
              </a:pathLst>
            </a:custGeom>
            <a:noFill/>
            <a:ln w="8472" cap="flat">
              <a:solidFill>
                <a:srgbClr val="17A3A3"/>
              </a:solidFill>
              <a:prstDash val="solid"/>
              <a:miter/>
            </a:ln>
          </p:spPr>
          <p:txBody>
            <a:bodyPr rtlCol="1" anchor="ctr"/>
            <a:lstStyle/>
            <a:p>
              <a:endParaRPr lang="ar-SA"/>
            </a:p>
          </p:txBody>
        </p:sp>
        <p:sp>
          <p:nvSpPr>
            <p:cNvPr id="9360" name="شكل حر: شكل 10440">
              <a:extLst>
                <a:ext uri="{FF2B5EF4-FFF2-40B4-BE49-F238E27FC236}">
                  <a16:creationId xmlns:a16="http://schemas.microsoft.com/office/drawing/2014/main" id="{37AD38FD-4440-66C3-5C9A-C856D18E73D6}"/>
                </a:ext>
              </a:extLst>
            </p:cNvPr>
            <p:cNvSpPr/>
            <p:nvPr/>
          </p:nvSpPr>
          <p:spPr>
            <a:xfrm>
              <a:off x="10054574" y="4344915"/>
              <a:ext cx="121738" cy="112190"/>
            </a:xfrm>
            <a:custGeom>
              <a:avLst/>
              <a:gdLst>
                <a:gd name="connsiteX0" fmla="*/ 121738 w 121738"/>
                <a:gd name="connsiteY0" fmla="*/ 5677 h 112190"/>
                <a:gd name="connsiteX1" fmla="*/ 121738 w 121738"/>
                <a:gd name="connsiteY1" fmla="*/ 87137 h 112190"/>
                <a:gd name="connsiteX2" fmla="*/ 116061 w 121738"/>
                <a:gd name="connsiteY2" fmla="*/ 92815 h 112190"/>
                <a:gd name="connsiteX3" fmla="*/ 21692 w 121738"/>
                <a:gd name="connsiteY3" fmla="*/ 92815 h 112190"/>
                <a:gd name="connsiteX4" fmla="*/ 17682 w 121738"/>
                <a:gd name="connsiteY4" fmla="*/ 94481 h 112190"/>
                <a:gd name="connsiteX5" fmla="*/ 0 w 121738"/>
                <a:gd name="connsiteY5" fmla="*/ 112191 h 112190"/>
                <a:gd name="connsiteX6" fmla="*/ 0 w 121738"/>
                <a:gd name="connsiteY6" fmla="*/ 5677 h 112190"/>
                <a:gd name="connsiteX7" fmla="*/ 5677 w 121738"/>
                <a:gd name="connsiteY7" fmla="*/ 0 h 112190"/>
                <a:gd name="connsiteX8" fmla="*/ 116061 w 121738"/>
                <a:gd name="connsiteY8" fmla="*/ 0 h 112190"/>
                <a:gd name="connsiteX9" fmla="*/ 121738 w 121738"/>
                <a:gd name="connsiteY9" fmla="*/ 5677 h 112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738" h="112190">
                  <a:moveTo>
                    <a:pt x="121738" y="5677"/>
                  </a:moveTo>
                  <a:lnTo>
                    <a:pt x="121738" y="87137"/>
                  </a:lnTo>
                  <a:cubicBezTo>
                    <a:pt x="121738" y="90272"/>
                    <a:pt x="119196" y="92815"/>
                    <a:pt x="116061" y="92815"/>
                  </a:cubicBezTo>
                  <a:lnTo>
                    <a:pt x="21692" y="92815"/>
                  </a:lnTo>
                  <a:cubicBezTo>
                    <a:pt x="20195" y="92815"/>
                    <a:pt x="18755" y="93408"/>
                    <a:pt x="17682" y="94481"/>
                  </a:cubicBezTo>
                  <a:lnTo>
                    <a:pt x="0" y="112191"/>
                  </a:lnTo>
                  <a:lnTo>
                    <a:pt x="0" y="5677"/>
                  </a:lnTo>
                  <a:cubicBezTo>
                    <a:pt x="0" y="2542"/>
                    <a:pt x="2542" y="0"/>
                    <a:pt x="5677" y="0"/>
                  </a:cubicBezTo>
                  <a:lnTo>
                    <a:pt x="116061" y="0"/>
                  </a:lnTo>
                  <a:cubicBezTo>
                    <a:pt x="119196" y="0"/>
                    <a:pt x="121738" y="2542"/>
                    <a:pt x="121738" y="5677"/>
                  </a:cubicBezTo>
                  <a:close/>
                </a:path>
              </a:pathLst>
            </a:custGeom>
            <a:noFill/>
            <a:ln w="8472" cap="flat">
              <a:solidFill>
                <a:srgbClr val="17A3A3"/>
              </a:solidFill>
              <a:prstDash val="solid"/>
              <a:miter/>
            </a:ln>
          </p:spPr>
          <p:txBody>
            <a:bodyPr rtlCol="1" anchor="ctr"/>
            <a:lstStyle/>
            <a:p>
              <a:endParaRPr lang="ar-SA"/>
            </a:p>
          </p:txBody>
        </p:sp>
        <p:grpSp>
          <p:nvGrpSpPr>
            <p:cNvPr id="9361" name="رسم 8014">
              <a:extLst>
                <a:ext uri="{FF2B5EF4-FFF2-40B4-BE49-F238E27FC236}">
                  <a16:creationId xmlns:a16="http://schemas.microsoft.com/office/drawing/2014/main" id="{82A8A19E-8315-7BF2-F675-244E4469542D}"/>
                </a:ext>
              </a:extLst>
            </p:cNvPr>
            <p:cNvGrpSpPr/>
            <p:nvPr/>
          </p:nvGrpSpPr>
          <p:grpSpPr>
            <a:xfrm>
              <a:off x="9831830" y="4370562"/>
              <a:ext cx="39204" cy="39204"/>
              <a:chOff x="9831830" y="4370562"/>
              <a:chExt cx="39204" cy="39204"/>
            </a:xfrm>
          </p:grpSpPr>
          <p:sp>
            <p:nvSpPr>
              <p:cNvPr id="9364" name="شكل حر: شكل 10442">
                <a:extLst>
                  <a:ext uri="{FF2B5EF4-FFF2-40B4-BE49-F238E27FC236}">
                    <a16:creationId xmlns:a16="http://schemas.microsoft.com/office/drawing/2014/main" id="{6C615005-CC33-E66F-49CD-9447AE15BC38}"/>
                  </a:ext>
                </a:extLst>
              </p:cNvPr>
              <p:cNvSpPr/>
              <p:nvPr/>
            </p:nvSpPr>
            <p:spPr>
              <a:xfrm>
                <a:off x="9831830" y="4370562"/>
                <a:ext cx="39204" cy="39204"/>
              </a:xfrm>
              <a:custGeom>
                <a:avLst/>
                <a:gdLst>
                  <a:gd name="connsiteX0" fmla="*/ 0 w 39204"/>
                  <a:gd name="connsiteY0" fmla="*/ 0 h 39204"/>
                  <a:gd name="connsiteX1" fmla="*/ 39205 w 39204"/>
                  <a:gd name="connsiteY1" fmla="*/ 39205 h 39204"/>
                </a:gdLst>
                <a:ahLst/>
                <a:cxnLst>
                  <a:cxn ang="0">
                    <a:pos x="connsiteX0" y="connsiteY0"/>
                  </a:cxn>
                  <a:cxn ang="0">
                    <a:pos x="connsiteX1" y="connsiteY1"/>
                  </a:cxn>
                </a:cxnLst>
                <a:rect l="l" t="t" r="r" b="b"/>
                <a:pathLst>
                  <a:path w="39204" h="39204">
                    <a:moveTo>
                      <a:pt x="0" y="0"/>
                    </a:moveTo>
                    <a:lnTo>
                      <a:pt x="39205" y="39205"/>
                    </a:lnTo>
                  </a:path>
                </a:pathLst>
              </a:custGeom>
              <a:ln w="8472" cap="flat">
                <a:solidFill>
                  <a:srgbClr val="17A3A3"/>
                </a:solidFill>
                <a:prstDash val="solid"/>
                <a:miter/>
              </a:ln>
            </p:spPr>
            <p:txBody>
              <a:bodyPr rtlCol="1" anchor="ctr"/>
              <a:lstStyle/>
              <a:p>
                <a:endParaRPr lang="ar-SA"/>
              </a:p>
            </p:txBody>
          </p:sp>
          <p:sp>
            <p:nvSpPr>
              <p:cNvPr id="9365" name="شكل حر: شكل 10443">
                <a:extLst>
                  <a:ext uri="{FF2B5EF4-FFF2-40B4-BE49-F238E27FC236}">
                    <a16:creationId xmlns:a16="http://schemas.microsoft.com/office/drawing/2014/main" id="{AC6076F6-77F4-53F5-C06B-2E03E9BB3BA7}"/>
                  </a:ext>
                </a:extLst>
              </p:cNvPr>
              <p:cNvSpPr/>
              <p:nvPr/>
            </p:nvSpPr>
            <p:spPr>
              <a:xfrm>
                <a:off x="9831830" y="4370562"/>
                <a:ext cx="39204" cy="39204"/>
              </a:xfrm>
              <a:custGeom>
                <a:avLst/>
                <a:gdLst>
                  <a:gd name="connsiteX0" fmla="*/ 0 w 39204"/>
                  <a:gd name="connsiteY0" fmla="*/ 39205 h 39204"/>
                  <a:gd name="connsiteX1" fmla="*/ 39205 w 39204"/>
                  <a:gd name="connsiteY1" fmla="*/ 0 h 39204"/>
                </a:gdLst>
                <a:ahLst/>
                <a:cxnLst>
                  <a:cxn ang="0">
                    <a:pos x="connsiteX0" y="connsiteY0"/>
                  </a:cxn>
                  <a:cxn ang="0">
                    <a:pos x="connsiteX1" y="connsiteY1"/>
                  </a:cxn>
                </a:cxnLst>
                <a:rect l="l" t="t" r="r" b="b"/>
                <a:pathLst>
                  <a:path w="39204" h="39204">
                    <a:moveTo>
                      <a:pt x="0" y="39205"/>
                    </a:moveTo>
                    <a:lnTo>
                      <a:pt x="39205" y="0"/>
                    </a:lnTo>
                  </a:path>
                </a:pathLst>
              </a:custGeom>
              <a:ln w="8472" cap="flat">
                <a:solidFill>
                  <a:srgbClr val="17A3A3"/>
                </a:solidFill>
                <a:prstDash val="solid"/>
                <a:miter/>
              </a:ln>
            </p:spPr>
            <p:txBody>
              <a:bodyPr rtlCol="1" anchor="ctr"/>
              <a:lstStyle/>
              <a:p>
                <a:endParaRPr lang="ar-SA"/>
              </a:p>
            </p:txBody>
          </p:sp>
        </p:grpSp>
        <p:sp>
          <p:nvSpPr>
            <p:cNvPr id="9362" name="شكل حر: شكل 10444">
              <a:extLst>
                <a:ext uri="{FF2B5EF4-FFF2-40B4-BE49-F238E27FC236}">
                  <a16:creationId xmlns:a16="http://schemas.microsoft.com/office/drawing/2014/main" id="{B7D4330D-A23F-F2DB-4FD1-90F6C35D6118}"/>
                </a:ext>
              </a:extLst>
            </p:cNvPr>
            <p:cNvSpPr/>
            <p:nvPr/>
          </p:nvSpPr>
          <p:spPr>
            <a:xfrm>
              <a:off x="9790563" y="4344915"/>
              <a:ext cx="121738" cy="112190"/>
            </a:xfrm>
            <a:custGeom>
              <a:avLst/>
              <a:gdLst>
                <a:gd name="connsiteX0" fmla="*/ 0 w 121738"/>
                <a:gd name="connsiteY0" fmla="*/ 5677 h 112190"/>
                <a:gd name="connsiteX1" fmla="*/ 0 w 121738"/>
                <a:gd name="connsiteY1" fmla="*/ 87137 h 112190"/>
                <a:gd name="connsiteX2" fmla="*/ 5677 w 121738"/>
                <a:gd name="connsiteY2" fmla="*/ 92815 h 112190"/>
                <a:gd name="connsiteX3" fmla="*/ 100045 w 121738"/>
                <a:gd name="connsiteY3" fmla="*/ 92815 h 112190"/>
                <a:gd name="connsiteX4" fmla="*/ 104057 w 121738"/>
                <a:gd name="connsiteY4" fmla="*/ 94481 h 112190"/>
                <a:gd name="connsiteX5" fmla="*/ 121738 w 121738"/>
                <a:gd name="connsiteY5" fmla="*/ 112191 h 112190"/>
                <a:gd name="connsiteX6" fmla="*/ 121738 w 121738"/>
                <a:gd name="connsiteY6" fmla="*/ 5677 h 112190"/>
                <a:gd name="connsiteX7" fmla="*/ 116061 w 121738"/>
                <a:gd name="connsiteY7" fmla="*/ 0 h 112190"/>
                <a:gd name="connsiteX8" fmla="*/ 5677 w 121738"/>
                <a:gd name="connsiteY8" fmla="*/ 0 h 112190"/>
                <a:gd name="connsiteX9" fmla="*/ 0 w 121738"/>
                <a:gd name="connsiteY9" fmla="*/ 5677 h 112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738" h="112190">
                  <a:moveTo>
                    <a:pt x="0" y="5677"/>
                  </a:moveTo>
                  <a:lnTo>
                    <a:pt x="0" y="87137"/>
                  </a:lnTo>
                  <a:cubicBezTo>
                    <a:pt x="0" y="90272"/>
                    <a:pt x="2542" y="92815"/>
                    <a:pt x="5677" y="92815"/>
                  </a:cubicBezTo>
                  <a:lnTo>
                    <a:pt x="100045" y="92815"/>
                  </a:lnTo>
                  <a:cubicBezTo>
                    <a:pt x="101542" y="92815"/>
                    <a:pt x="102983" y="93408"/>
                    <a:pt x="104057" y="94481"/>
                  </a:cubicBezTo>
                  <a:lnTo>
                    <a:pt x="121738" y="112191"/>
                  </a:lnTo>
                  <a:lnTo>
                    <a:pt x="121738" y="5677"/>
                  </a:lnTo>
                  <a:cubicBezTo>
                    <a:pt x="121738" y="2542"/>
                    <a:pt x="119196" y="0"/>
                    <a:pt x="116061" y="0"/>
                  </a:cubicBezTo>
                  <a:lnTo>
                    <a:pt x="5677" y="0"/>
                  </a:lnTo>
                  <a:cubicBezTo>
                    <a:pt x="2542" y="0"/>
                    <a:pt x="0" y="2542"/>
                    <a:pt x="0" y="5677"/>
                  </a:cubicBezTo>
                  <a:close/>
                </a:path>
              </a:pathLst>
            </a:custGeom>
            <a:noFill/>
            <a:ln w="8472" cap="flat">
              <a:solidFill>
                <a:srgbClr val="17A3A3"/>
              </a:solidFill>
              <a:prstDash val="solid"/>
              <a:miter/>
            </a:ln>
          </p:spPr>
          <p:txBody>
            <a:bodyPr rtlCol="1" anchor="ctr"/>
            <a:lstStyle/>
            <a:p>
              <a:endParaRPr lang="ar-SA"/>
            </a:p>
          </p:txBody>
        </p:sp>
        <p:sp>
          <p:nvSpPr>
            <p:cNvPr id="9363" name="شكل حر: شكل 10445">
              <a:extLst>
                <a:ext uri="{FF2B5EF4-FFF2-40B4-BE49-F238E27FC236}">
                  <a16:creationId xmlns:a16="http://schemas.microsoft.com/office/drawing/2014/main" id="{B73EF556-048B-1BE2-E575-2106258FD736}"/>
                </a:ext>
              </a:extLst>
            </p:cNvPr>
            <p:cNvSpPr/>
            <p:nvPr/>
          </p:nvSpPr>
          <p:spPr>
            <a:xfrm>
              <a:off x="9984299" y="4641126"/>
              <a:ext cx="2824" cy="84482"/>
            </a:xfrm>
            <a:custGeom>
              <a:avLst/>
              <a:gdLst>
                <a:gd name="connsiteX0" fmla="*/ 0 w 2824"/>
                <a:gd name="connsiteY0" fmla="*/ 0 h 84482"/>
                <a:gd name="connsiteX1" fmla="*/ 0 w 2824"/>
                <a:gd name="connsiteY1" fmla="*/ 84482 h 84482"/>
              </a:gdLst>
              <a:ahLst/>
              <a:cxnLst>
                <a:cxn ang="0">
                  <a:pos x="connsiteX0" y="connsiteY0"/>
                </a:cxn>
                <a:cxn ang="0">
                  <a:pos x="connsiteX1" y="connsiteY1"/>
                </a:cxn>
              </a:cxnLst>
              <a:rect l="l" t="t" r="r" b="b"/>
              <a:pathLst>
                <a:path w="2824" h="84482">
                  <a:moveTo>
                    <a:pt x="0" y="0"/>
                  </a:moveTo>
                  <a:lnTo>
                    <a:pt x="0" y="84482"/>
                  </a:lnTo>
                </a:path>
              </a:pathLst>
            </a:custGeom>
            <a:ln w="8472" cap="flat">
              <a:solidFill>
                <a:srgbClr val="01355A"/>
              </a:solidFill>
              <a:prstDash val="solid"/>
              <a:miter/>
            </a:ln>
          </p:spPr>
          <p:txBody>
            <a:bodyPr rtlCol="1" anchor="ctr"/>
            <a:lstStyle/>
            <a:p>
              <a:endParaRPr lang="ar-SA"/>
            </a:p>
          </p:txBody>
        </p:sp>
      </p:grpSp>
      <p:grpSp>
        <p:nvGrpSpPr>
          <p:cNvPr id="9366" name="رسم 8014">
            <a:extLst>
              <a:ext uri="{FF2B5EF4-FFF2-40B4-BE49-F238E27FC236}">
                <a16:creationId xmlns:a16="http://schemas.microsoft.com/office/drawing/2014/main" id="{399BC8E3-E192-7182-B5F0-C22DC4024905}"/>
              </a:ext>
            </a:extLst>
          </p:cNvPr>
          <p:cNvGrpSpPr/>
          <p:nvPr/>
        </p:nvGrpSpPr>
        <p:grpSpPr>
          <a:xfrm>
            <a:off x="10359273" y="1792815"/>
            <a:ext cx="215086" cy="305386"/>
            <a:chOff x="10950785" y="5911748"/>
            <a:chExt cx="287574" cy="398430"/>
          </a:xfrm>
          <a:noFill/>
        </p:grpSpPr>
        <p:grpSp>
          <p:nvGrpSpPr>
            <p:cNvPr id="9367" name="رسم 8014">
              <a:extLst>
                <a:ext uri="{FF2B5EF4-FFF2-40B4-BE49-F238E27FC236}">
                  <a16:creationId xmlns:a16="http://schemas.microsoft.com/office/drawing/2014/main" id="{F0B5B677-062C-44CB-8452-3ECD78D38DB4}"/>
                </a:ext>
              </a:extLst>
            </p:cNvPr>
            <p:cNvGrpSpPr/>
            <p:nvPr/>
          </p:nvGrpSpPr>
          <p:grpSpPr>
            <a:xfrm>
              <a:off x="11046893" y="6123052"/>
              <a:ext cx="95384" cy="36238"/>
              <a:chOff x="11046893" y="6123052"/>
              <a:chExt cx="95384" cy="36238"/>
            </a:xfrm>
          </p:grpSpPr>
          <p:sp>
            <p:nvSpPr>
              <p:cNvPr id="9378" name="شكل حر: شكل 10464">
                <a:extLst>
                  <a:ext uri="{FF2B5EF4-FFF2-40B4-BE49-F238E27FC236}">
                    <a16:creationId xmlns:a16="http://schemas.microsoft.com/office/drawing/2014/main" id="{59F55C22-96BD-BAEE-A622-0C1940ED7127}"/>
                  </a:ext>
                </a:extLst>
              </p:cNvPr>
              <p:cNvSpPr/>
              <p:nvPr/>
            </p:nvSpPr>
            <p:spPr>
              <a:xfrm>
                <a:off x="11094628" y="6123052"/>
                <a:ext cx="2824" cy="27482"/>
              </a:xfrm>
              <a:custGeom>
                <a:avLst/>
                <a:gdLst>
                  <a:gd name="connsiteX0" fmla="*/ 0 w 2824"/>
                  <a:gd name="connsiteY0" fmla="*/ 27483 h 27482"/>
                  <a:gd name="connsiteX1" fmla="*/ 0 w 2824"/>
                  <a:gd name="connsiteY1" fmla="*/ 0 h 27482"/>
                </a:gdLst>
                <a:ahLst/>
                <a:cxnLst>
                  <a:cxn ang="0">
                    <a:pos x="connsiteX0" y="connsiteY0"/>
                  </a:cxn>
                  <a:cxn ang="0">
                    <a:pos x="connsiteX1" y="connsiteY1"/>
                  </a:cxn>
                </a:cxnLst>
                <a:rect l="l" t="t" r="r" b="b"/>
                <a:pathLst>
                  <a:path w="2824" h="27482">
                    <a:moveTo>
                      <a:pt x="0" y="27483"/>
                    </a:moveTo>
                    <a:lnTo>
                      <a:pt x="0" y="0"/>
                    </a:lnTo>
                  </a:path>
                </a:pathLst>
              </a:custGeom>
              <a:ln w="8472" cap="flat">
                <a:solidFill>
                  <a:srgbClr val="17A3A3"/>
                </a:solidFill>
                <a:prstDash val="solid"/>
                <a:miter/>
              </a:ln>
            </p:spPr>
            <p:txBody>
              <a:bodyPr rtlCol="1" anchor="ctr"/>
              <a:lstStyle/>
              <a:p>
                <a:endParaRPr lang="ar-SA"/>
              </a:p>
            </p:txBody>
          </p:sp>
          <p:sp>
            <p:nvSpPr>
              <p:cNvPr id="9379" name="شكل حر: شكل 10465">
                <a:extLst>
                  <a:ext uri="{FF2B5EF4-FFF2-40B4-BE49-F238E27FC236}">
                    <a16:creationId xmlns:a16="http://schemas.microsoft.com/office/drawing/2014/main" id="{3953877F-63EC-51DD-2F55-906415081564}"/>
                  </a:ext>
                </a:extLst>
              </p:cNvPr>
              <p:cNvSpPr/>
              <p:nvPr/>
            </p:nvSpPr>
            <p:spPr>
              <a:xfrm>
                <a:off x="11046893" y="6129379"/>
                <a:ext cx="12597" cy="29911"/>
              </a:xfrm>
              <a:custGeom>
                <a:avLst/>
                <a:gdLst>
                  <a:gd name="connsiteX0" fmla="*/ 12598 w 12597"/>
                  <a:gd name="connsiteY0" fmla="*/ 29912 h 29911"/>
                  <a:gd name="connsiteX1" fmla="*/ 0 w 12597"/>
                  <a:gd name="connsiteY1" fmla="*/ 0 h 29911"/>
                </a:gdLst>
                <a:ahLst/>
                <a:cxnLst>
                  <a:cxn ang="0">
                    <a:pos x="connsiteX0" y="connsiteY0"/>
                  </a:cxn>
                  <a:cxn ang="0">
                    <a:pos x="connsiteX1" y="connsiteY1"/>
                  </a:cxn>
                </a:cxnLst>
                <a:rect l="l" t="t" r="r" b="b"/>
                <a:pathLst>
                  <a:path w="12597" h="29911">
                    <a:moveTo>
                      <a:pt x="12598" y="29912"/>
                    </a:moveTo>
                    <a:lnTo>
                      <a:pt x="0" y="0"/>
                    </a:lnTo>
                  </a:path>
                </a:pathLst>
              </a:custGeom>
              <a:ln w="8472" cap="flat">
                <a:solidFill>
                  <a:srgbClr val="17A3A3"/>
                </a:solidFill>
                <a:prstDash val="solid"/>
                <a:miter/>
              </a:ln>
            </p:spPr>
            <p:txBody>
              <a:bodyPr rtlCol="1" anchor="ctr"/>
              <a:lstStyle/>
              <a:p>
                <a:endParaRPr lang="ar-SA"/>
              </a:p>
            </p:txBody>
          </p:sp>
          <p:sp>
            <p:nvSpPr>
              <p:cNvPr id="9380" name="شكل حر: شكل 10466">
                <a:extLst>
                  <a:ext uri="{FF2B5EF4-FFF2-40B4-BE49-F238E27FC236}">
                    <a16:creationId xmlns:a16="http://schemas.microsoft.com/office/drawing/2014/main" id="{E3D8ECE5-1C53-BF7C-AC96-79725668C292}"/>
                  </a:ext>
                </a:extLst>
              </p:cNvPr>
              <p:cNvSpPr/>
              <p:nvPr/>
            </p:nvSpPr>
            <p:spPr>
              <a:xfrm>
                <a:off x="11132251" y="6131695"/>
                <a:ext cx="10027" cy="27595"/>
              </a:xfrm>
              <a:custGeom>
                <a:avLst/>
                <a:gdLst>
                  <a:gd name="connsiteX0" fmla="*/ 0 w 10027"/>
                  <a:gd name="connsiteY0" fmla="*/ 27595 h 27595"/>
                  <a:gd name="connsiteX1" fmla="*/ 10027 w 10027"/>
                  <a:gd name="connsiteY1" fmla="*/ 0 h 27595"/>
                </a:gdLst>
                <a:ahLst/>
                <a:cxnLst>
                  <a:cxn ang="0">
                    <a:pos x="connsiteX0" y="connsiteY0"/>
                  </a:cxn>
                  <a:cxn ang="0">
                    <a:pos x="connsiteX1" y="connsiteY1"/>
                  </a:cxn>
                </a:cxnLst>
                <a:rect l="l" t="t" r="r" b="b"/>
                <a:pathLst>
                  <a:path w="10027" h="27595">
                    <a:moveTo>
                      <a:pt x="0" y="27595"/>
                    </a:moveTo>
                    <a:lnTo>
                      <a:pt x="10027" y="0"/>
                    </a:lnTo>
                  </a:path>
                </a:pathLst>
              </a:custGeom>
              <a:ln w="8472" cap="flat">
                <a:solidFill>
                  <a:srgbClr val="17A3A3"/>
                </a:solidFill>
                <a:prstDash val="solid"/>
                <a:miter/>
              </a:ln>
            </p:spPr>
            <p:txBody>
              <a:bodyPr rtlCol="1" anchor="ctr"/>
              <a:lstStyle/>
              <a:p>
                <a:endParaRPr lang="ar-SA"/>
              </a:p>
            </p:txBody>
          </p:sp>
        </p:grpSp>
        <p:grpSp>
          <p:nvGrpSpPr>
            <p:cNvPr id="9368" name="رسم 8014">
              <a:extLst>
                <a:ext uri="{FF2B5EF4-FFF2-40B4-BE49-F238E27FC236}">
                  <a16:creationId xmlns:a16="http://schemas.microsoft.com/office/drawing/2014/main" id="{4D19EA6B-94E0-7B9A-E2BC-83AE09FC4EA8}"/>
                </a:ext>
              </a:extLst>
            </p:cNvPr>
            <p:cNvGrpSpPr/>
            <p:nvPr/>
          </p:nvGrpSpPr>
          <p:grpSpPr>
            <a:xfrm>
              <a:off x="10976788" y="5911748"/>
              <a:ext cx="235595" cy="245227"/>
              <a:chOff x="10976788" y="5911748"/>
              <a:chExt cx="235595" cy="245227"/>
            </a:xfrm>
            <a:noFill/>
          </p:grpSpPr>
          <p:grpSp>
            <p:nvGrpSpPr>
              <p:cNvPr id="9372" name="رسم 8014">
                <a:extLst>
                  <a:ext uri="{FF2B5EF4-FFF2-40B4-BE49-F238E27FC236}">
                    <a16:creationId xmlns:a16="http://schemas.microsoft.com/office/drawing/2014/main" id="{5C626E39-C16B-A2BE-50D8-149446E4E33D}"/>
                  </a:ext>
                </a:extLst>
              </p:cNvPr>
              <p:cNvGrpSpPr/>
              <p:nvPr/>
            </p:nvGrpSpPr>
            <p:grpSpPr>
              <a:xfrm>
                <a:off x="10976788" y="6000072"/>
                <a:ext cx="235595" cy="156903"/>
                <a:chOff x="10976788" y="6000072"/>
                <a:chExt cx="235595" cy="156903"/>
              </a:xfrm>
              <a:noFill/>
            </p:grpSpPr>
            <p:sp>
              <p:nvSpPr>
                <p:cNvPr id="9376" name="شكل حر: شكل 10469">
                  <a:extLst>
                    <a:ext uri="{FF2B5EF4-FFF2-40B4-BE49-F238E27FC236}">
                      <a16:creationId xmlns:a16="http://schemas.microsoft.com/office/drawing/2014/main" id="{33C3C72D-F13F-79D9-B74F-50BCB7F87A24}"/>
                    </a:ext>
                  </a:extLst>
                </p:cNvPr>
                <p:cNvSpPr/>
                <p:nvPr/>
              </p:nvSpPr>
              <p:spPr>
                <a:xfrm>
                  <a:off x="11127619" y="6000072"/>
                  <a:ext cx="84764" cy="156903"/>
                </a:xfrm>
                <a:custGeom>
                  <a:avLst/>
                  <a:gdLst>
                    <a:gd name="connsiteX0" fmla="*/ 84765 w 84764"/>
                    <a:gd name="connsiteY0" fmla="*/ 156904 h 156903"/>
                    <a:gd name="connsiteX1" fmla="*/ 84087 w 84764"/>
                    <a:gd name="connsiteY1" fmla="*/ 151621 h 156903"/>
                    <a:gd name="connsiteX2" fmla="*/ 67337 w 84764"/>
                    <a:gd name="connsiteY2" fmla="*/ 123602 h 156903"/>
                    <a:gd name="connsiteX3" fmla="*/ 50927 w 84764"/>
                    <a:gd name="connsiteY3" fmla="*/ 114987 h 156903"/>
                    <a:gd name="connsiteX4" fmla="*/ 8558 w 84764"/>
                    <a:gd name="connsiteY4" fmla="*/ 102701 h 156903"/>
                    <a:gd name="connsiteX5" fmla="*/ 5960 w 84764"/>
                    <a:gd name="connsiteY5" fmla="*/ 101486 h 156903"/>
                    <a:gd name="connsiteX6" fmla="*/ 1949 w 84764"/>
                    <a:gd name="connsiteY6" fmla="*/ 94905 h 156903"/>
                    <a:gd name="connsiteX7" fmla="*/ 0 w 84764"/>
                    <a:gd name="connsiteY7" fmla="*/ 78155 h 156903"/>
                    <a:gd name="connsiteX8" fmla="*/ 24856 w 84764"/>
                    <a:gd name="connsiteY8" fmla="*/ 39120 h 156903"/>
                    <a:gd name="connsiteX9" fmla="*/ 38216 w 84764"/>
                    <a:gd name="connsiteY9" fmla="*/ 19433 h 156903"/>
                    <a:gd name="connsiteX10" fmla="*/ 26551 w 84764"/>
                    <a:gd name="connsiteY10" fmla="*/ 0 h 156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764" h="156903">
                      <a:moveTo>
                        <a:pt x="84765" y="156904"/>
                      </a:moveTo>
                      <a:lnTo>
                        <a:pt x="84087" y="151621"/>
                      </a:lnTo>
                      <a:cubicBezTo>
                        <a:pt x="81884" y="140691"/>
                        <a:pt x="75952" y="130720"/>
                        <a:pt x="67337" y="123602"/>
                      </a:cubicBezTo>
                      <a:cubicBezTo>
                        <a:pt x="61830" y="119083"/>
                        <a:pt x="56265" y="116145"/>
                        <a:pt x="50927" y="114987"/>
                      </a:cubicBezTo>
                      <a:lnTo>
                        <a:pt x="8558" y="102701"/>
                      </a:lnTo>
                      <a:cubicBezTo>
                        <a:pt x="7627" y="102446"/>
                        <a:pt x="6779" y="102022"/>
                        <a:pt x="5960" y="101486"/>
                      </a:cubicBezTo>
                      <a:cubicBezTo>
                        <a:pt x="3729" y="99989"/>
                        <a:pt x="2260" y="97588"/>
                        <a:pt x="1949" y="94905"/>
                      </a:cubicBezTo>
                      <a:lnTo>
                        <a:pt x="0" y="78155"/>
                      </a:lnTo>
                      <a:cubicBezTo>
                        <a:pt x="11864" y="68947"/>
                        <a:pt x="20619" y="55192"/>
                        <a:pt x="24856" y="39120"/>
                      </a:cubicBezTo>
                      <a:cubicBezTo>
                        <a:pt x="32426" y="38442"/>
                        <a:pt x="38216" y="30053"/>
                        <a:pt x="38216" y="19433"/>
                      </a:cubicBezTo>
                      <a:cubicBezTo>
                        <a:pt x="38216" y="9631"/>
                        <a:pt x="33302" y="1695"/>
                        <a:pt x="26551" y="0"/>
                      </a:cubicBezTo>
                    </a:path>
                  </a:pathLst>
                </a:custGeom>
                <a:noFill/>
                <a:ln w="8472" cap="flat">
                  <a:solidFill>
                    <a:srgbClr val="17A3A3"/>
                  </a:solidFill>
                  <a:prstDash val="solid"/>
                  <a:miter/>
                </a:ln>
              </p:spPr>
              <p:txBody>
                <a:bodyPr rtlCol="1" anchor="ctr"/>
                <a:lstStyle/>
                <a:p>
                  <a:endParaRPr lang="ar-SA"/>
                </a:p>
              </p:txBody>
            </p:sp>
            <p:sp>
              <p:nvSpPr>
                <p:cNvPr id="9377" name="شكل حر: شكل 10470">
                  <a:extLst>
                    <a:ext uri="{FF2B5EF4-FFF2-40B4-BE49-F238E27FC236}">
                      <a16:creationId xmlns:a16="http://schemas.microsoft.com/office/drawing/2014/main" id="{0E788FB4-6779-7AF6-B428-AF3D9800794E}"/>
                    </a:ext>
                  </a:extLst>
                </p:cNvPr>
                <p:cNvSpPr/>
                <p:nvPr/>
              </p:nvSpPr>
              <p:spPr>
                <a:xfrm>
                  <a:off x="10976788" y="6000156"/>
                  <a:ext cx="84736" cy="156818"/>
                </a:xfrm>
                <a:custGeom>
                  <a:avLst/>
                  <a:gdLst>
                    <a:gd name="connsiteX0" fmla="*/ 57847 w 84736"/>
                    <a:gd name="connsiteY0" fmla="*/ 0 h 156818"/>
                    <a:gd name="connsiteX1" fmla="*/ 46548 w 84736"/>
                    <a:gd name="connsiteY1" fmla="*/ 19319 h 156818"/>
                    <a:gd name="connsiteX2" fmla="*/ 59880 w 84736"/>
                    <a:gd name="connsiteY2" fmla="*/ 39007 h 156818"/>
                    <a:gd name="connsiteX3" fmla="*/ 84736 w 84736"/>
                    <a:gd name="connsiteY3" fmla="*/ 78042 h 156818"/>
                    <a:gd name="connsiteX4" fmla="*/ 82788 w 84736"/>
                    <a:gd name="connsiteY4" fmla="*/ 94792 h 156818"/>
                    <a:gd name="connsiteX5" fmla="*/ 78776 w 84736"/>
                    <a:gd name="connsiteY5" fmla="*/ 101373 h 156818"/>
                    <a:gd name="connsiteX6" fmla="*/ 76206 w 84736"/>
                    <a:gd name="connsiteY6" fmla="*/ 102588 h 156818"/>
                    <a:gd name="connsiteX7" fmla="*/ 34008 w 84736"/>
                    <a:gd name="connsiteY7" fmla="*/ 114846 h 156818"/>
                    <a:gd name="connsiteX8" fmla="*/ 17456 w 84736"/>
                    <a:gd name="connsiteY8" fmla="*/ 123517 h 156818"/>
                    <a:gd name="connsiteX9" fmla="*/ 678 w 84736"/>
                    <a:gd name="connsiteY9" fmla="*/ 151537 h 156818"/>
                    <a:gd name="connsiteX10" fmla="*/ 0 w 84736"/>
                    <a:gd name="connsiteY10" fmla="*/ 156819 h 156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736" h="156818">
                      <a:moveTo>
                        <a:pt x="57847" y="0"/>
                      </a:moveTo>
                      <a:cubicBezTo>
                        <a:pt x="51294" y="1864"/>
                        <a:pt x="46548" y="9688"/>
                        <a:pt x="46548" y="19319"/>
                      </a:cubicBezTo>
                      <a:cubicBezTo>
                        <a:pt x="46548" y="29912"/>
                        <a:pt x="52311" y="38329"/>
                        <a:pt x="59880" y="39007"/>
                      </a:cubicBezTo>
                      <a:cubicBezTo>
                        <a:pt x="64117" y="55079"/>
                        <a:pt x="72873" y="68834"/>
                        <a:pt x="84736" y="78042"/>
                      </a:cubicBezTo>
                      <a:lnTo>
                        <a:pt x="82788" y="94792"/>
                      </a:lnTo>
                      <a:cubicBezTo>
                        <a:pt x="82477" y="97475"/>
                        <a:pt x="81008" y="99876"/>
                        <a:pt x="78776" y="101373"/>
                      </a:cubicBezTo>
                      <a:cubicBezTo>
                        <a:pt x="77986" y="101910"/>
                        <a:pt x="77110" y="102305"/>
                        <a:pt x="76206" y="102588"/>
                      </a:cubicBezTo>
                      <a:lnTo>
                        <a:pt x="34008" y="114846"/>
                      </a:lnTo>
                      <a:cubicBezTo>
                        <a:pt x="28528" y="116060"/>
                        <a:pt x="22936" y="118970"/>
                        <a:pt x="17456" y="123517"/>
                      </a:cubicBezTo>
                      <a:cubicBezTo>
                        <a:pt x="8813" y="130664"/>
                        <a:pt x="2853" y="140606"/>
                        <a:pt x="678" y="151537"/>
                      </a:cubicBezTo>
                      <a:lnTo>
                        <a:pt x="0" y="156819"/>
                      </a:lnTo>
                    </a:path>
                  </a:pathLst>
                </a:custGeom>
                <a:noFill/>
                <a:ln w="8472" cap="flat">
                  <a:solidFill>
                    <a:srgbClr val="17A3A3"/>
                  </a:solidFill>
                  <a:prstDash val="solid"/>
                  <a:miter/>
                </a:ln>
              </p:spPr>
              <p:txBody>
                <a:bodyPr rtlCol="1" anchor="ctr"/>
                <a:lstStyle/>
                <a:p>
                  <a:endParaRPr lang="ar-SA"/>
                </a:p>
              </p:txBody>
            </p:sp>
          </p:grpSp>
          <p:sp>
            <p:nvSpPr>
              <p:cNvPr id="9373" name="شكل حر: شكل 10471">
                <a:extLst>
                  <a:ext uri="{FF2B5EF4-FFF2-40B4-BE49-F238E27FC236}">
                    <a16:creationId xmlns:a16="http://schemas.microsoft.com/office/drawing/2014/main" id="{7507E3E0-EE96-09C8-440F-DD1FE9D6235D}"/>
                  </a:ext>
                </a:extLst>
              </p:cNvPr>
              <p:cNvSpPr/>
              <p:nvPr/>
            </p:nvSpPr>
            <p:spPr>
              <a:xfrm>
                <a:off x="11034517" y="5963691"/>
                <a:ext cx="7405" cy="36465"/>
              </a:xfrm>
              <a:custGeom>
                <a:avLst/>
                <a:gdLst>
                  <a:gd name="connsiteX0" fmla="*/ 7406 w 7405"/>
                  <a:gd name="connsiteY0" fmla="*/ 0 h 36465"/>
                  <a:gd name="connsiteX1" fmla="*/ 118 w 7405"/>
                  <a:gd name="connsiteY1" fmla="*/ 36465 h 36465"/>
                </a:gdLst>
                <a:ahLst/>
                <a:cxnLst>
                  <a:cxn ang="0">
                    <a:pos x="connsiteX0" y="connsiteY0"/>
                  </a:cxn>
                  <a:cxn ang="0">
                    <a:pos x="connsiteX1" y="connsiteY1"/>
                  </a:cxn>
                </a:cxnLst>
                <a:rect l="l" t="t" r="r" b="b"/>
                <a:pathLst>
                  <a:path w="7405" h="36465">
                    <a:moveTo>
                      <a:pt x="7406" y="0"/>
                    </a:moveTo>
                    <a:cubicBezTo>
                      <a:pt x="-1520" y="13078"/>
                      <a:pt x="118" y="36465"/>
                      <a:pt x="118" y="36465"/>
                    </a:cubicBezTo>
                  </a:path>
                </a:pathLst>
              </a:custGeom>
              <a:noFill/>
              <a:ln w="8472" cap="flat">
                <a:solidFill>
                  <a:srgbClr val="17A3A3"/>
                </a:solidFill>
                <a:prstDash val="solid"/>
                <a:miter/>
              </a:ln>
            </p:spPr>
            <p:txBody>
              <a:bodyPr rtlCol="1" anchor="ctr"/>
              <a:lstStyle/>
              <a:p>
                <a:endParaRPr lang="ar-SA"/>
              </a:p>
            </p:txBody>
          </p:sp>
          <p:sp>
            <p:nvSpPr>
              <p:cNvPr id="9374" name="شكل حر: شكل 10472">
                <a:extLst>
                  <a:ext uri="{FF2B5EF4-FFF2-40B4-BE49-F238E27FC236}">
                    <a16:creationId xmlns:a16="http://schemas.microsoft.com/office/drawing/2014/main" id="{DDB374A0-A2B8-EB63-AE2F-01E7ABBCD51A}"/>
                  </a:ext>
                </a:extLst>
              </p:cNvPr>
              <p:cNvSpPr/>
              <p:nvPr/>
            </p:nvSpPr>
            <p:spPr>
              <a:xfrm>
                <a:off x="11150356" y="5971600"/>
                <a:ext cx="3849" cy="28443"/>
              </a:xfrm>
              <a:custGeom>
                <a:avLst/>
                <a:gdLst>
                  <a:gd name="connsiteX0" fmla="*/ 3813 w 3849"/>
                  <a:gd name="connsiteY0" fmla="*/ 28443 h 28443"/>
                  <a:gd name="connsiteX1" fmla="*/ 0 w 3849"/>
                  <a:gd name="connsiteY1" fmla="*/ 0 h 28443"/>
                </a:gdLst>
                <a:ahLst/>
                <a:cxnLst>
                  <a:cxn ang="0">
                    <a:pos x="connsiteX0" y="connsiteY0"/>
                  </a:cxn>
                  <a:cxn ang="0">
                    <a:pos x="connsiteX1" y="connsiteY1"/>
                  </a:cxn>
                </a:cxnLst>
                <a:rect l="l" t="t" r="r" b="b"/>
                <a:pathLst>
                  <a:path w="3849" h="28443">
                    <a:moveTo>
                      <a:pt x="3813" y="28443"/>
                    </a:moveTo>
                    <a:cubicBezTo>
                      <a:pt x="3813" y="28443"/>
                      <a:pt x="4491" y="15083"/>
                      <a:pt x="0" y="0"/>
                    </a:cubicBezTo>
                  </a:path>
                </a:pathLst>
              </a:custGeom>
              <a:noFill/>
              <a:ln w="8472" cap="flat">
                <a:solidFill>
                  <a:srgbClr val="17A3A3"/>
                </a:solidFill>
                <a:prstDash val="solid"/>
                <a:miter/>
              </a:ln>
            </p:spPr>
            <p:txBody>
              <a:bodyPr rtlCol="1" anchor="ctr"/>
              <a:lstStyle/>
              <a:p>
                <a:endParaRPr lang="ar-SA"/>
              </a:p>
            </p:txBody>
          </p:sp>
          <p:sp>
            <p:nvSpPr>
              <p:cNvPr id="9375" name="شكل حر: شكل 10473">
                <a:extLst>
                  <a:ext uri="{FF2B5EF4-FFF2-40B4-BE49-F238E27FC236}">
                    <a16:creationId xmlns:a16="http://schemas.microsoft.com/office/drawing/2014/main" id="{EF4CB1EA-3A06-E167-1D21-C210CDE1F82F}"/>
                  </a:ext>
                </a:extLst>
              </p:cNvPr>
              <p:cNvSpPr/>
              <p:nvPr/>
            </p:nvSpPr>
            <p:spPr>
              <a:xfrm>
                <a:off x="11041922" y="5911748"/>
                <a:ext cx="112341" cy="52506"/>
              </a:xfrm>
              <a:custGeom>
                <a:avLst/>
                <a:gdLst>
                  <a:gd name="connsiteX0" fmla="*/ 0 w 112341"/>
                  <a:gd name="connsiteY0" fmla="*/ 51943 h 52506"/>
                  <a:gd name="connsiteX1" fmla="*/ 43526 w 112341"/>
                  <a:gd name="connsiteY1" fmla="*/ 7485 h 52506"/>
                  <a:gd name="connsiteX2" fmla="*/ 77618 w 112341"/>
                  <a:gd name="connsiteY2" fmla="*/ 0 h 52506"/>
                  <a:gd name="connsiteX3" fmla="*/ 77732 w 112341"/>
                  <a:gd name="connsiteY3" fmla="*/ 170 h 52506"/>
                  <a:gd name="connsiteX4" fmla="*/ 78438 w 112341"/>
                  <a:gd name="connsiteY4" fmla="*/ 8361 h 52506"/>
                  <a:gd name="connsiteX5" fmla="*/ 78438 w 112341"/>
                  <a:gd name="connsiteY5" fmla="*/ 8361 h 52506"/>
                  <a:gd name="connsiteX6" fmla="*/ 112276 w 112341"/>
                  <a:gd name="connsiteY6" fmla="*/ 5677 h 52506"/>
                  <a:gd name="connsiteX7" fmla="*/ 109508 w 112341"/>
                  <a:gd name="connsiteY7" fmla="*/ 35956 h 52506"/>
                  <a:gd name="connsiteX8" fmla="*/ 93295 w 112341"/>
                  <a:gd name="connsiteY8" fmla="*/ 51435 h 52506"/>
                  <a:gd name="connsiteX9" fmla="*/ 78551 w 112341"/>
                  <a:gd name="connsiteY9" fmla="*/ 52000 h 52506"/>
                  <a:gd name="connsiteX10" fmla="*/ 49260 w 112341"/>
                  <a:gd name="connsiteY10" fmla="*/ 45871 h 52506"/>
                  <a:gd name="connsiteX11" fmla="*/ 19630 w 112341"/>
                  <a:gd name="connsiteY11" fmla="*/ 46097 h 5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2341" h="52506">
                    <a:moveTo>
                      <a:pt x="0" y="51943"/>
                    </a:moveTo>
                    <a:cubicBezTo>
                      <a:pt x="225" y="25393"/>
                      <a:pt x="22625" y="10253"/>
                      <a:pt x="43526" y="7485"/>
                    </a:cubicBezTo>
                    <a:cubicBezTo>
                      <a:pt x="48667" y="6807"/>
                      <a:pt x="65840" y="4802"/>
                      <a:pt x="77618" y="0"/>
                    </a:cubicBezTo>
                    <a:lnTo>
                      <a:pt x="77732" y="170"/>
                    </a:lnTo>
                    <a:cubicBezTo>
                      <a:pt x="79285" y="2627"/>
                      <a:pt x="79539" y="5677"/>
                      <a:pt x="78438" y="8361"/>
                    </a:cubicBezTo>
                    <a:lnTo>
                      <a:pt x="78438" y="8361"/>
                    </a:lnTo>
                    <a:cubicBezTo>
                      <a:pt x="91092" y="11750"/>
                      <a:pt x="101486" y="10197"/>
                      <a:pt x="112276" y="5677"/>
                    </a:cubicBezTo>
                    <a:cubicBezTo>
                      <a:pt x="112417" y="13388"/>
                      <a:pt x="112614" y="28895"/>
                      <a:pt x="109508" y="35956"/>
                    </a:cubicBezTo>
                    <a:cubicBezTo>
                      <a:pt x="106400" y="43018"/>
                      <a:pt x="100667" y="49175"/>
                      <a:pt x="93295" y="51435"/>
                    </a:cubicBezTo>
                    <a:cubicBezTo>
                      <a:pt x="88549" y="52875"/>
                      <a:pt x="83466" y="52649"/>
                      <a:pt x="78551" y="52000"/>
                    </a:cubicBezTo>
                    <a:cubicBezTo>
                      <a:pt x="68665" y="50700"/>
                      <a:pt x="59061" y="47735"/>
                      <a:pt x="49260" y="45871"/>
                    </a:cubicBezTo>
                    <a:cubicBezTo>
                      <a:pt x="39459" y="43978"/>
                      <a:pt x="29177" y="43187"/>
                      <a:pt x="19630" y="46097"/>
                    </a:cubicBezTo>
                  </a:path>
                </a:pathLst>
              </a:custGeom>
              <a:noFill/>
              <a:ln w="8472" cap="flat">
                <a:solidFill>
                  <a:srgbClr val="17A3A3"/>
                </a:solidFill>
                <a:prstDash val="solid"/>
                <a:miter/>
              </a:ln>
            </p:spPr>
            <p:txBody>
              <a:bodyPr rtlCol="1" anchor="ctr"/>
              <a:lstStyle/>
              <a:p>
                <a:endParaRPr lang="ar-SA"/>
              </a:p>
            </p:txBody>
          </p:sp>
        </p:grpSp>
        <p:sp>
          <p:nvSpPr>
            <p:cNvPr id="9369" name="شكل حر: شكل 10474">
              <a:extLst>
                <a:ext uri="{FF2B5EF4-FFF2-40B4-BE49-F238E27FC236}">
                  <a16:creationId xmlns:a16="http://schemas.microsoft.com/office/drawing/2014/main" id="{C7D46CBF-7F7E-332A-040B-D568DACC53D2}"/>
                </a:ext>
              </a:extLst>
            </p:cNvPr>
            <p:cNvSpPr/>
            <p:nvPr/>
          </p:nvSpPr>
          <p:spPr>
            <a:xfrm>
              <a:off x="10964078" y="6287046"/>
              <a:ext cx="261016" cy="23132"/>
            </a:xfrm>
            <a:custGeom>
              <a:avLst/>
              <a:gdLst>
                <a:gd name="connsiteX0" fmla="*/ 261016 w 261016"/>
                <a:gd name="connsiteY0" fmla="*/ 23133 h 23132"/>
                <a:gd name="connsiteX1" fmla="*/ 0 w 261016"/>
                <a:gd name="connsiteY1" fmla="*/ 23133 h 23132"/>
                <a:gd name="connsiteX2" fmla="*/ 23133 w 261016"/>
                <a:gd name="connsiteY2" fmla="*/ 0 h 23132"/>
                <a:gd name="connsiteX3" fmla="*/ 237883 w 261016"/>
                <a:gd name="connsiteY3" fmla="*/ 0 h 23132"/>
                <a:gd name="connsiteX4" fmla="*/ 261016 w 261016"/>
                <a:gd name="connsiteY4" fmla="*/ 23133 h 23132"/>
                <a:gd name="connsiteX5" fmla="*/ 261016 w 261016"/>
                <a:gd name="connsiteY5" fmla="*/ 23133 h 23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016" h="23132">
                  <a:moveTo>
                    <a:pt x="261016" y="23133"/>
                  </a:moveTo>
                  <a:lnTo>
                    <a:pt x="0" y="23133"/>
                  </a:lnTo>
                  <a:cubicBezTo>
                    <a:pt x="0" y="10366"/>
                    <a:pt x="10366" y="0"/>
                    <a:pt x="23133" y="0"/>
                  </a:cubicBezTo>
                  <a:lnTo>
                    <a:pt x="237883" y="0"/>
                  </a:lnTo>
                  <a:cubicBezTo>
                    <a:pt x="250650" y="0"/>
                    <a:pt x="261016" y="10366"/>
                    <a:pt x="261016" y="23133"/>
                  </a:cubicBezTo>
                  <a:lnTo>
                    <a:pt x="261016" y="23133"/>
                  </a:lnTo>
                  <a:close/>
                </a:path>
              </a:pathLst>
            </a:custGeom>
            <a:noFill/>
            <a:ln w="8472" cap="flat">
              <a:solidFill>
                <a:srgbClr val="01355A"/>
              </a:solidFill>
              <a:prstDash val="solid"/>
              <a:miter/>
            </a:ln>
          </p:spPr>
          <p:txBody>
            <a:bodyPr rtlCol="1" anchor="ctr"/>
            <a:lstStyle/>
            <a:p>
              <a:endParaRPr lang="ar-SA"/>
            </a:p>
          </p:txBody>
        </p:sp>
        <p:sp>
          <p:nvSpPr>
            <p:cNvPr id="9370" name="شكل حر: شكل 10475">
              <a:extLst>
                <a:ext uri="{FF2B5EF4-FFF2-40B4-BE49-F238E27FC236}">
                  <a16:creationId xmlns:a16="http://schemas.microsoft.com/office/drawing/2014/main" id="{EBC0E7C4-0A32-1EAE-FBB8-19A373C6FCE8}"/>
                </a:ext>
              </a:extLst>
            </p:cNvPr>
            <p:cNvSpPr/>
            <p:nvPr/>
          </p:nvSpPr>
          <p:spPr>
            <a:xfrm>
              <a:off x="10950785" y="6173923"/>
              <a:ext cx="287574" cy="113123"/>
            </a:xfrm>
            <a:custGeom>
              <a:avLst/>
              <a:gdLst>
                <a:gd name="connsiteX0" fmla="*/ 259339 w 287574"/>
                <a:gd name="connsiteY0" fmla="*/ 113123 h 113123"/>
                <a:gd name="connsiteX1" fmla="*/ 286907 w 287574"/>
                <a:gd name="connsiteY1" fmla="*/ 20365 h 113123"/>
                <a:gd name="connsiteX2" fmla="*/ 271711 w 287574"/>
                <a:gd name="connsiteY2" fmla="*/ 0 h 113123"/>
                <a:gd name="connsiteX3" fmla="*/ 15863 w 287574"/>
                <a:gd name="connsiteY3" fmla="*/ 0 h 113123"/>
                <a:gd name="connsiteX4" fmla="*/ 667 w 287574"/>
                <a:gd name="connsiteY4" fmla="*/ 20365 h 113123"/>
                <a:gd name="connsiteX5" fmla="*/ 28235 w 287574"/>
                <a:gd name="connsiteY5" fmla="*/ 113123 h 113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7574" h="113123">
                  <a:moveTo>
                    <a:pt x="259339" y="113123"/>
                  </a:moveTo>
                  <a:lnTo>
                    <a:pt x="286907" y="20365"/>
                  </a:lnTo>
                  <a:cubicBezTo>
                    <a:pt x="289929" y="10196"/>
                    <a:pt x="282303" y="0"/>
                    <a:pt x="271711" y="0"/>
                  </a:cubicBezTo>
                  <a:lnTo>
                    <a:pt x="15863" y="0"/>
                  </a:lnTo>
                  <a:cubicBezTo>
                    <a:pt x="5271" y="0"/>
                    <a:pt x="-2355" y="10196"/>
                    <a:pt x="667" y="20365"/>
                  </a:cubicBezTo>
                  <a:lnTo>
                    <a:pt x="28235" y="113123"/>
                  </a:lnTo>
                </a:path>
              </a:pathLst>
            </a:custGeom>
            <a:noFill/>
            <a:ln w="8472" cap="flat">
              <a:solidFill>
                <a:srgbClr val="01355A"/>
              </a:solidFill>
              <a:prstDash val="solid"/>
              <a:miter/>
            </a:ln>
          </p:spPr>
          <p:txBody>
            <a:bodyPr rtlCol="1" anchor="ctr"/>
            <a:lstStyle/>
            <a:p>
              <a:endParaRPr lang="ar-SA"/>
            </a:p>
          </p:txBody>
        </p:sp>
        <p:sp>
          <p:nvSpPr>
            <p:cNvPr id="9371" name="شكل حر: شكل 10476">
              <a:extLst>
                <a:ext uri="{FF2B5EF4-FFF2-40B4-BE49-F238E27FC236}">
                  <a16:creationId xmlns:a16="http://schemas.microsoft.com/office/drawing/2014/main" id="{15DD7384-556F-6288-3684-9006C139B0F9}"/>
                </a:ext>
              </a:extLst>
            </p:cNvPr>
            <p:cNvSpPr/>
            <p:nvPr/>
          </p:nvSpPr>
          <p:spPr>
            <a:xfrm>
              <a:off x="11061525" y="6078227"/>
              <a:ext cx="66094" cy="14271"/>
            </a:xfrm>
            <a:custGeom>
              <a:avLst/>
              <a:gdLst>
                <a:gd name="connsiteX0" fmla="*/ 0 w 66094"/>
                <a:gd name="connsiteY0" fmla="*/ 0 h 14271"/>
                <a:gd name="connsiteX1" fmla="*/ 20167 w 66094"/>
                <a:gd name="connsiteY1" fmla="*/ 10988 h 14271"/>
                <a:gd name="connsiteX2" fmla="*/ 45984 w 66094"/>
                <a:gd name="connsiteY2" fmla="*/ 10988 h 14271"/>
                <a:gd name="connsiteX3" fmla="*/ 66094 w 66094"/>
                <a:gd name="connsiteY3" fmla="*/ 0 h 14271"/>
              </a:gdLst>
              <a:ahLst/>
              <a:cxnLst>
                <a:cxn ang="0">
                  <a:pos x="connsiteX0" y="connsiteY0"/>
                </a:cxn>
                <a:cxn ang="0">
                  <a:pos x="connsiteX1" y="connsiteY1"/>
                </a:cxn>
                <a:cxn ang="0">
                  <a:pos x="connsiteX2" y="connsiteY2"/>
                </a:cxn>
                <a:cxn ang="0">
                  <a:pos x="connsiteX3" y="connsiteY3"/>
                </a:cxn>
              </a:cxnLst>
              <a:rect l="l" t="t" r="r" b="b"/>
              <a:pathLst>
                <a:path w="66094" h="14271">
                  <a:moveTo>
                    <a:pt x="0" y="0"/>
                  </a:moveTo>
                  <a:lnTo>
                    <a:pt x="20167" y="10988"/>
                  </a:lnTo>
                  <a:cubicBezTo>
                    <a:pt x="28217" y="15366"/>
                    <a:pt x="37933" y="15366"/>
                    <a:pt x="45984" y="10988"/>
                  </a:cubicBezTo>
                  <a:lnTo>
                    <a:pt x="66094" y="0"/>
                  </a:lnTo>
                </a:path>
              </a:pathLst>
            </a:custGeom>
            <a:noFill/>
            <a:ln w="8472" cap="flat">
              <a:solidFill>
                <a:srgbClr val="17A3A3"/>
              </a:solidFill>
              <a:prstDash val="solid"/>
              <a:miter/>
            </a:ln>
          </p:spPr>
          <p:txBody>
            <a:bodyPr rtlCol="1" anchor="ctr"/>
            <a:lstStyle/>
            <a:p>
              <a:endParaRPr lang="ar-SA"/>
            </a:p>
          </p:txBody>
        </p:sp>
      </p:grpSp>
      <p:grpSp>
        <p:nvGrpSpPr>
          <p:cNvPr id="9381" name="رسم 8014">
            <a:extLst>
              <a:ext uri="{FF2B5EF4-FFF2-40B4-BE49-F238E27FC236}">
                <a16:creationId xmlns:a16="http://schemas.microsoft.com/office/drawing/2014/main" id="{8CA3E095-CC24-6CF3-4641-7E2A38848249}"/>
              </a:ext>
            </a:extLst>
          </p:cNvPr>
          <p:cNvGrpSpPr/>
          <p:nvPr/>
        </p:nvGrpSpPr>
        <p:grpSpPr>
          <a:xfrm>
            <a:off x="5892479" y="2817425"/>
            <a:ext cx="305036" cy="287384"/>
            <a:chOff x="6124708" y="1759164"/>
            <a:chExt cx="364609" cy="364612"/>
          </a:xfrm>
          <a:noFill/>
        </p:grpSpPr>
        <p:sp>
          <p:nvSpPr>
            <p:cNvPr id="9382" name="شكل حر: شكل 10478">
              <a:extLst>
                <a:ext uri="{FF2B5EF4-FFF2-40B4-BE49-F238E27FC236}">
                  <a16:creationId xmlns:a16="http://schemas.microsoft.com/office/drawing/2014/main" id="{0101F4F9-A28F-FEC6-0DF7-BC6E01AEEE98}"/>
                </a:ext>
              </a:extLst>
            </p:cNvPr>
            <p:cNvSpPr/>
            <p:nvPr/>
          </p:nvSpPr>
          <p:spPr>
            <a:xfrm rot="-190200">
              <a:off x="6132926" y="1767382"/>
              <a:ext cx="305672" cy="305672"/>
            </a:xfrm>
            <a:custGeom>
              <a:avLst/>
              <a:gdLst>
                <a:gd name="connsiteX0" fmla="*/ 305673 w 305672"/>
                <a:gd name="connsiteY0" fmla="*/ 152836 h 305672"/>
                <a:gd name="connsiteX1" fmla="*/ 152836 w 305672"/>
                <a:gd name="connsiteY1" fmla="*/ 305673 h 305672"/>
                <a:gd name="connsiteX2" fmla="*/ 0 w 305672"/>
                <a:gd name="connsiteY2" fmla="*/ 152836 h 305672"/>
                <a:gd name="connsiteX3" fmla="*/ 152836 w 305672"/>
                <a:gd name="connsiteY3" fmla="*/ 0 h 305672"/>
                <a:gd name="connsiteX4" fmla="*/ 305673 w 305672"/>
                <a:gd name="connsiteY4" fmla="*/ 152836 h 3056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672" h="305672">
                  <a:moveTo>
                    <a:pt x="305673" y="152836"/>
                  </a:moveTo>
                  <a:cubicBezTo>
                    <a:pt x="305673" y="237246"/>
                    <a:pt x="237246" y="305673"/>
                    <a:pt x="152836" y="305673"/>
                  </a:cubicBezTo>
                  <a:cubicBezTo>
                    <a:pt x="68427" y="305673"/>
                    <a:pt x="0" y="237245"/>
                    <a:pt x="0" y="152836"/>
                  </a:cubicBezTo>
                  <a:cubicBezTo>
                    <a:pt x="0" y="68427"/>
                    <a:pt x="68427" y="0"/>
                    <a:pt x="152836" y="0"/>
                  </a:cubicBezTo>
                  <a:cubicBezTo>
                    <a:pt x="237246" y="0"/>
                    <a:pt x="305673" y="68427"/>
                    <a:pt x="305673" y="152836"/>
                  </a:cubicBezTo>
                  <a:close/>
                </a:path>
              </a:pathLst>
            </a:custGeom>
            <a:noFill/>
            <a:ln w="8472" cap="flat">
              <a:solidFill>
                <a:srgbClr val="01355A"/>
              </a:solidFill>
              <a:prstDash val="solid"/>
              <a:miter/>
            </a:ln>
          </p:spPr>
          <p:txBody>
            <a:bodyPr rtlCol="1" anchor="ctr"/>
            <a:lstStyle/>
            <a:p>
              <a:endParaRPr lang="ar-SA"/>
            </a:p>
          </p:txBody>
        </p:sp>
        <p:sp>
          <p:nvSpPr>
            <p:cNvPr id="9383" name="شكل حر: شكل 10479">
              <a:extLst>
                <a:ext uri="{FF2B5EF4-FFF2-40B4-BE49-F238E27FC236}">
                  <a16:creationId xmlns:a16="http://schemas.microsoft.com/office/drawing/2014/main" id="{D30202B8-2E13-5CBA-4928-41ED92397A76}"/>
                </a:ext>
              </a:extLst>
            </p:cNvPr>
            <p:cNvSpPr/>
            <p:nvPr/>
          </p:nvSpPr>
          <p:spPr>
            <a:xfrm>
              <a:off x="6399017" y="2033476"/>
              <a:ext cx="90300" cy="90300"/>
            </a:xfrm>
            <a:custGeom>
              <a:avLst/>
              <a:gdLst>
                <a:gd name="connsiteX0" fmla="*/ 28584 w 90300"/>
                <a:gd name="connsiteY0" fmla="*/ 0 h 90300"/>
                <a:gd name="connsiteX1" fmla="*/ 84369 w 90300"/>
                <a:gd name="connsiteY1" fmla="*/ 55785 h 90300"/>
                <a:gd name="connsiteX2" fmla="*/ 84369 w 90300"/>
                <a:gd name="connsiteY2" fmla="*/ 84369 h 90300"/>
                <a:gd name="connsiteX3" fmla="*/ 84369 w 90300"/>
                <a:gd name="connsiteY3" fmla="*/ 84369 h 90300"/>
                <a:gd name="connsiteX4" fmla="*/ 55785 w 90300"/>
                <a:gd name="connsiteY4" fmla="*/ 84369 h 90300"/>
                <a:gd name="connsiteX5" fmla="*/ 0 w 90300"/>
                <a:gd name="connsiteY5" fmla="*/ 28584 h 9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300" h="90300">
                  <a:moveTo>
                    <a:pt x="28584" y="0"/>
                  </a:moveTo>
                  <a:lnTo>
                    <a:pt x="84369" y="55785"/>
                  </a:lnTo>
                  <a:cubicBezTo>
                    <a:pt x="92278" y="63694"/>
                    <a:pt x="92278" y="76489"/>
                    <a:pt x="84369" y="84369"/>
                  </a:cubicBezTo>
                  <a:lnTo>
                    <a:pt x="84369" y="84369"/>
                  </a:lnTo>
                  <a:cubicBezTo>
                    <a:pt x="76460" y="92278"/>
                    <a:pt x="63665" y="92278"/>
                    <a:pt x="55785" y="84369"/>
                  </a:cubicBezTo>
                  <a:lnTo>
                    <a:pt x="0" y="28584"/>
                  </a:lnTo>
                </a:path>
              </a:pathLst>
            </a:custGeom>
            <a:noFill/>
            <a:ln w="8472" cap="flat">
              <a:solidFill>
                <a:srgbClr val="01355A"/>
              </a:solidFill>
              <a:prstDash val="solid"/>
              <a:miter/>
            </a:ln>
          </p:spPr>
          <p:txBody>
            <a:bodyPr rtlCol="1" anchor="ctr"/>
            <a:lstStyle/>
            <a:p>
              <a:endParaRPr lang="ar-SA"/>
            </a:p>
          </p:txBody>
        </p:sp>
        <p:sp>
          <p:nvSpPr>
            <p:cNvPr id="9384" name="شكل حر: شكل 10480">
              <a:extLst>
                <a:ext uri="{FF2B5EF4-FFF2-40B4-BE49-F238E27FC236}">
                  <a16:creationId xmlns:a16="http://schemas.microsoft.com/office/drawing/2014/main" id="{C61C928B-8AC4-D16B-FDE5-DC5D47709CCD}"/>
                </a:ext>
              </a:extLst>
            </p:cNvPr>
            <p:cNvSpPr/>
            <p:nvPr/>
          </p:nvSpPr>
          <p:spPr>
            <a:xfrm>
              <a:off x="6349164" y="1983622"/>
              <a:ext cx="105327" cy="105327"/>
            </a:xfrm>
            <a:custGeom>
              <a:avLst/>
              <a:gdLst>
                <a:gd name="connsiteX0" fmla="*/ 0 w 105327"/>
                <a:gd name="connsiteY0" fmla="*/ 105327 h 105327"/>
                <a:gd name="connsiteX1" fmla="*/ 105327 w 105327"/>
                <a:gd name="connsiteY1" fmla="*/ 0 h 105327"/>
              </a:gdLst>
              <a:ahLst/>
              <a:cxnLst>
                <a:cxn ang="0">
                  <a:pos x="connsiteX0" y="connsiteY0"/>
                </a:cxn>
                <a:cxn ang="0">
                  <a:pos x="connsiteX1" y="connsiteY1"/>
                </a:cxn>
              </a:cxnLst>
              <a:rect l="l" t="t" r="r" b="b"/>
              <a:pathLst>
                <a:path w="105327" h="105327">
                  <a:moveTo>
                    <a:pt x="0" y="105327"/>
                  </a:moveTo>
                  <a:cubicBezTo>
                    <a:pt x="48893" y="87702"/>
                    <a:pt x="87702" y="48921"/>
                    <a:pt x="105327" y="0"/>
                  </a:cubicBezTo>
                </a:path>
              </a:pathLst>
            </a:custGeom>
            <a:noFill/>
            <a:ln w="8472" cap="flat">
              <a:solidFill>
                <a:srgbClr val="01355A"/>
              </a:solidFill>
              <a:prstDash val="solid"/>
              <a:miter/>
            </a:ln>
          </p:spPr>
          <p:txBody>
            <a:bodyPr rtlCol="1" anchor="ctr"/>
            <a:lstStyle/>
            <a:p>
              <a:endParaRPr lang="ar-SA"/>
            </a:p>
          </p:txBody>
        </p:sp>
        <p:sp>
          <p:nvSpPr>
            <p:cNvPr id="9385" name="شكل حر: شكل 10481">
              <a:extLst>
                <a:ext uri="{FF2B5EF4-FFF2-40B4-BE49-F238E27FC236}">
                  <a16:creationId xmlns:a16="http://schemas.microsoft.com/office/drawing/2014/main" id="{94C08AD6-70D1-0F57-90E5-FC2443669216}"/>
                </a:ext>
              </a:extLst>
            </p:cNvPr>
            <p:cNvSpPr/>
            <p:nvPr/>
          </p:nvSpPr>
          <p:spPr>
            <a:xfrm>
              <a:off x="6326002" y="1959331"/>
              <a:ext cx="2824" cy="66659"/>
            </a:xfrm>
            <a:custGeom>
              <a:avLst/>
              <a:gdLst>
                <a:gd name="connsiteX0" fmla="*/ 0 w 2824"/>
                <a:gd name="connsiteY0" fmla="*/ 0 h 66659"/>
                <a:gd name="connsiteX1" fmla="*/ 0 w 2824"/>
                <a:gd name="connsiteY1" fmla="*/ 66659 h 66659"/>
              </a:gdLst>
              <a:ahLst/>
              <a:cxnLst>
                <a:cxn ang="0">
                  <a:pos x="connsiteX0" y="connsiteY0"/>
                </a:cxn>
                <a:cxn ang="0">
                  <a:pos x="connsiteX1" y="connsiteY1"/>
                </a:cxn>
              </a:cxnLst>
              <a:rect l="l" t="t" r="r" b="b"/>
              <a:pathLst>
                <a:path w="2824" h="66659">
                  <a:moveTo>
                    <a:pt x="0" y="0"/>
                  </a:moveTo>
                  <a:lnTo>
                    <a:pt x="0" y="66659"/>
                  </a:lnTo>
                </a:path>
              </a:pathLst>
            </a:custGeom>
            <a:ln w="8472" cap="flat">
              <a:solidFill>
                <a:srgbClr val="17A3A3"/>
              </a:solidFill>
              <a:prstDash val="solid"/>
              <a:miter/>
            </a:ln>
          </p:spPr>
          <p:txBody>
            <a:bodyPr rtlCol="1" anchor="ctr"/>
            <a:lstStyle/>
            <a:p>
              <a:endParaRPr lang="ar-SA"/>
            </a:p>
          </p:txBody>
        </p:sp>
        <p:sp>
          <p:nvSpPr>
            <p:cNvPr id="9386" name="شكل حر: شكل 10482">
              <a:extLst>
                <a:ext uri="{FF2B5EF4-FFF2-40B4-BE49-F238E27FC236}">
                  <a16:creationId xmlns:a16="http://schemas.microsoft.com/office/drawing/2014/main" id="{2555A460-891D-A27A-C3E7-D1C35C6A6350}"/>
                </a:ext>
              </a:extLst>
            </p:cNvPr>
            <p:cNvSpPr/>
            <p:nvPr/>
          </p:nvSpPr>
          <p:spPr>
            <a:xfrm>
              <a:off x="6244373" y="1959331"/>
              <a:ext cx="2824" cy="66659"/>
            </a:xfrm>
            <a:custGeom>
              <a:avLst/>
              <a:gdLst>
                <a:gd name="connsiteX0" fmla="*/ 0 w 2824"/>
                <a:gd name="connsiteY0" fmla="*/ 0 h 66659"/>
                <a:gd name="connsiteX1" fmla="*/ 0 w 2824"/>
                <a:gd name="connsiteY1" fmla="*/ 66659 h 66659"/>
              </a:gdLst>
              <a:ahLst/>
              <a:cxnLst>
                <a:cxn ang="0">
                  <a:pos x="connsiteX0" y="connsiteY0"/>
                </a:cxn>
                <a:cxn ang="0">
                  <a:pos x="connsiteX1" y="connsiteY1"/>
                </a:cxn>
              </a:cxnLst>
              <a:rect l="l" t="t" r="r" b="b"/>
              <a:pathLst>
                <a:path w="2824" h="66659">
                  <a:moveTo>
                    <a:pt x="0" y="0"/>
                  </a:moveTo>
                  <a:lnTo>
                    <a:pt x="0" y="66659"/>
                  </a:lnTo>
                </a:path>
              </a:pathLst>
            </a:custGeom>
            <a:ln w="8472" cap="flat">
              <a:solidFill>
                <a:srgbClr val="17A3A3"/>
              </a:solidFill>
              <a:prstDash val="solid"/>
              <a:miter/>
            </a:ln>
          </p:spPr>
          <p:txBody>
            <a:bodyPr rtlCol="1" anchor="ctr"/>
            <a:lstStyle/>
            <a:p>
              <a:endParaRPr lang="ar-SA"/>
            </a:p>
          </p:txBody>
        </p:sp>
        <p:sp>
          <p:nvSpPr>
            <p:cNvPr id="9387" name="شكل حر: شكل 10483">
              <a:extLst>
                <a:ext uri="{FF2B5EF4-FFF2-40B4-BE49-F238E27FC236}">
                  <a16:creationId xmlns:a16="http://schemas.microsoft.com/office/drawing/2014/main" id="{6047EB92-25E3-3F90-28EC-63F35A5B78FB}"/>
                </a:ext>
              </a:extLst>
            </p:cNvPr>
            <p:cNvSpPr/>
            <p:nvPr/>
          </p:nvSpPr>
          <p:spPr>
            <a:xfrm rot="-1349998">
              <a:off x="6247855" y="1806298"/>
              <a:ext cx="75810" cy="75810"/>
            </a:xfrm>
            <a:custGeom>
              <a:avLst/>
              <a:gdLst>
                <a:gd name="connsiteX0" fmla="*/ 75811 w 75810"/>
                <a:gd name="connsiteY0" fmla="*/ 37905 h 75810"/>
                <a:gd name="connsiteX1" fmla="*/ 37905 w 75810"/>
                <a:gd name="connsiteY1" fmla="*/ 75811 h 75810"/>
                <a:gd name="connsiteX2" fmla="*/ 0 w 75810"/>
                <a:gd name="connsiteY2" fmla="*/ 37905 h 75810"/>
                <a:gd name="connsiteX3" fmla="*/ 37905 w 75810"/>
                <a:gd name="connsiteY3" fmla="*/ 0 h 75810"/>
                <a:gd name="connsiteX4" fmla="*/ 75811 w 75810"/>
                <a:gd name="connsiteY4" fmla="*/ 37905 h 75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810" h="75810">
                  <a:moveTo>
                    <a:pt x="75811" y="37905"/>
                  </a:moveTo>
                  <a:cubicBezTo>
                    <a:pt x="75811" y="58840"/>
                    <a:pt x="58840" y="75811"/>
                    <a:pt x="37905" y="75811"/>
                  </a:cubicBezTo>
                  <a:cubicBezTo>
                    <a:pt x="16971" y="75811"/>
                    <a:pt x="0" y="58840"/>
                    <a:pt x="0" y="37905"/>
                  </a:cubicBezTo>
                  <a:cubicBezTo>
                    <a:pt x="0" y="16971"/>
                    <a:pt x="16970" y="0"/>
                    <a:pt x="37905" y="0"/>
                  </a:cubicBezTo>
                  <a:cubicBezTo>
                    <a:pt x="58840" y="0"/>
                    <a:pt x="75811" y="16971"/>
                    <a:pt x="75811" y="37905"/>
                  </a:cubicBezTo>
                  <a:close/>
                </a:path>
              </a:pathLst>
            </a:custGeom>
            <a:noFill/>
            <a:ln w="8472" cap="flat">
              <a:solidFill>
                <a:srgbClr val="17A3A3"/>
              </a:solidFill>
              <a:prstDash val="solid"/>
              <a:miter/>
            </a:ln>
          </p:spPr>
          <p:txBody>
            <a:bodyPr rtlCol="1" anchor="ctr"/>
            <a:lstStyle/>
            <a:p>
              <a:endParaRPr lang="ar-SA"/>
            </a:p>
          </p:txBody>
        </p:sp>
        <p:sp>
          <p:nvSpPr>
            <p:cNvPr id="9388" name="شكل حر: شكل 10484">
              <a:extLst>
                <a:ext uri="{FF2B5EF4-FFF2-40B4-BE49-F238E27FC236}">
                  <a16:creationId xmlns:a16="http://schemas.microsoft.com/office/drawing/2014/main" id="{657451CA-5D81-A897-DCFD-AFE86F5ACBF3}"/>
                </a:ext>
              </a:extLst>
            </p:cNvPr>
            <p:cNvSpPr/>
            <p:nvPr/>
          </p:nvSpPr>
          <p:spPr>
            <a:xfrm>
              <a:off x="6213614" y="1905608"/>
              <a:ext cx="144277" cy="120382"/>
            </a:xfrm>
            <a:custGeom>
              <a:avLst/>
              <a:gdLst>
                <a:gd name="connsiteX0" fmla="*/ 0 w 144277"/>
                <a:gd name="connsiteY0" fmla="*/ 120382 h 120382"/>
                <a:gd name="connsiteX1" fmla="*/ 0 w 144277"/>
                <a:gd name="connsiteY1" fmla="*/ 24658 h 120382"/>
                <a:gd name="connsiteX2" fmla="*/ 24658 w 144277"/>
                <a:gd name="connsiteY2" fmla="*/ 0 h 120382"/>
                <a:gd name="connsiteX3" fmla="*/ 119619 w 144277"/>
                <a:gd name="connsiteY3" fmla="*/ 0 h 120382"/>
                <a:gd name="connsiteX4" fmla="*/ 144278 w 144277"/>
                <a:gd name="connsiteY4" fmla="*/ 24658 h 120382"/>
                <a:gd name="connsiteX5" fmla="*/ 144278 w 144277"/>
                <a:gd name="connsiteY5" fmla="*/ 111146 h 120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4277" h="120382">
                  <a:moveTo>
                    <a:pt x="0" y="120382"/>
                  </a:moveTo>
                  <a:lnTo>
                    <a:pt x="0" y="24658"/>
                  </a:lnTo>
                  <a:cubicBezTo>
                    <a:pt x="0" y="11044"/>
                    <a:pt x="11044" y="0"/>
                    <a:pt x="24658" y="0"/>
                  </a:cubicBezTo>
                  <a:lnTo>
                    <a:pt x="119619" y="0"/>
                  </a:lnTo>
                  <a:cubicBezTo>
                    <a:pt x="133234" y="0"/>
                    <a:pt x="144278" y="11044"/>
                    <a:pt x="144278" y="24658"/>
                  </a:cubicBezTo>
                  <a:lnTo>
                    <a:pt x="144278" y="111146"/>
                  </a:lnTo>
                </a:path>
              </a:pathLst>
            </a:custGeom>
            <a:noFill/>
            <a:ln w="8472" cap="flat">
              <a:solidFill>
                <a:srgbClr val="17A3A3"/>
              </a:solidFill>
              <a:prstDash val="solid"/>
              <a:miter/>
            </a:ln>
          </p:spPr>
          <p:txBody>
            <a:bodyPr rtlCol="1" anchor="ctr"/>
            <a:lstStyle/>
            <a:p>
              <a:endParaRPr lang="ar-SA"/>
            </a:p>
          </p:txBody>
        </p:sp>
      </p:grpSp>
      <p:grpSp>
        <p:nvGrpSpPr>
          <p:cNvPr id="9389" name="رسم 8014">
            <a:extLst>
              <a:ext uri="{FF2B5EF4-FFF2-40B4-BE49-F238E27FC236}">
                <a16:creationId xmlns:a16="http://schemas.microsoft.com/office/drawing/2014/main" id="{22BFFA30-2CD7-B498-E5CC-798600A5C017}"/>
              </a:ext>
            </a:extLst>
          </p:cNvPr>
          <p:cNvGrpSpPr/>
          <p:nvPr/>
        </p:nvGrpSpPr>
        <p:grpSpPr>
          <a:xfrm>
            <a:off x="6763039" y="3227105"/>
            <a:ext cx="307219" cy="271400"/>
            <a:chOff x="7165288" y="2278936"/>
            <a:chExt cx="367219" cy="344332"/>
          </a:xfrm>
          <a:noFill/>
        </p:grpSpPr>
        <p:sp>
          <p:nvSpPr>
            <p:cNvPr id="9390" name="شكل حر: شكل 10486">
              <a:extLst>
                <a:ext uri="{FF2B5EF4-FFF2-40B4-BE49-F238E27FC236}">
                  <a16:creationId xmlns:a16="http://schemas.microsoft.com/office/drawing/2014/main" id="{B833DF3C-5FB1-57E8-83A3-E62E36ECFADD}"/>
                </a:ext>
              </a:extLst>
            </p:cNvPr>
            <p:cNvSpPr/>
            <p:nvPr/>
          </p:nvSpPr>
          <p:spPr>
            <a:xfrm>
              <a:off x="7165288" y="2509371"/>
              <a:ext cx="226189" cy="113898"/>
            </a:xfrm>
            <a:custGeom>
              <a:avLst/>
              <a:gdLst>
                <a:gd name="connsiteX0" fmla="*/ 0 w 226189"/>
                <a:gd name="connsiteY0" fmla="*/ 79637 h 113898"/>
                <a:gd name="connsiteX1" fmla="*/ 76545 w 226189"/>
                <a:gd name="connsiteY1" fmla="*/ 9447 h 113898"/>
                <a:gd name="connsiteX2" fmla="*/ 126624 w 226189"/>
                <a:gd name="connsiteY2" fmla="*/ 10944 h 113898"/>
                <a:gd name="connsiteX3" fmla="*/ 226189 w 226189"/>
                <a:gd name="connsiteY3" fmla="*/ 113899 h 113898"/>
              </a:gdLst>
              <a:ahLst/>
              <a:cxnLst>
                <a:cxn ang="0">
                  <a:pos x="connsiteX0" y="connsiteY0"/>
                </a:cxn>
                <a:cxn ang="0">
                  <a:pos x="connsiteX1" y="connsiteY1"/>
                </a:cxn>
                <a:cxn ang="0">
                  <a:pos x="connsiteX2" y="connsiteY2"/>
                </a:cxn>
                <a:cxn ang="0">
                  <a:pos x="connsiteX3" y="connsiteY3"/>
                </a:cxn>
              </a:cxnLst>
              <a:rect l="l" t="t" r="r" b="b"/>
              <a:pathLst>
                <a:path w="226189" h="113898">
                  <a:moveTo>
                    <a:pt x="0" y="79637"/>
                  </a:moveTo>
                  <a:lnTo>
                    <a:pt x="76545" y="9447"/>
                  </a:lnTo>
                  <a:cubicBezTo>
                    <a:pt x="90894" y="-3716"/>
                    <a:pt x="113095" y="-3038"/>
                    <a:pt x="126624" y="10944"/>
                  </a:cubicBezTo>
                  <a:lnTo>
                    <a:pt x="226189" y="113899"/>
                  </a:lnTo>
                </a:path>
              </a:pathLst>
            </a:custGeom>
            <a:noFill/>
            <a:ln w="8472" cap="flat">
              <a:solidFill>
                <a:srgbClr val="01355A"/>
              </a:solidFill>
              <a:prstDash val="solid"/>
              <a:miter/>
            </a:ln>
          </p:spPr>
          <p:txBody>
            <a:bodyPr rtlCol="1" anchor="ctr"/>
            <a:lstStyle/>
            <a:p>
              <a:endParaRPr lang="ar-SA"/>
            </a:p>
          </p:txBody>
        </p:sp>
        <p:sp>
          <p:nvSpPr>
            <p:cNvPr id="9391" name="شكل حر: شكل 10487">
              <a:extLst>
                <a:ext uri="{FF2B5EF4-FFF2-40B4-BE49-F238E27FC236}">
                  <a16:creationId xmlns:a16="http://schemas.microsoft.com/office/drawing/2014/main" id="{81B1EAFA-9D1F-7E99-AEAE-75DA6514B684}"/>
                </a:ext>
              </a:extLst>
            </p:cNvPr>
            <p:cNvSpPr/>
            <p:nvPr/>
          </p:nvSpPr>
          <p:spPr>
            <a:xfrm>
              <a:off x="7434778" y="2450972"/>
              <a:ext cx="97729" cy="102022"/>
            </a:xfrm>
            <a:custGeom>
              <a:avLst/>
              <a:gdLst>
                <a:gd name="connsiteX0" fmla="*/ 0 w 97729"/>
                <a:gd name="connsiteY0" fmla="*/ 0 h 102022"/>
                <a:gd name="connsiteX1" fmla="*/ 7937 w 97729"/>
                <a:gd name="connsiteY1" fmla="*/ 6355 h 102022"/>
                <a:gd name="connsiteX2" fmla="*/ 97730 w 97729"/>
                <a:gd name="connsiteY2" fmla="*/ 102023 h 102022"/>
              </a:gdLst>
              <a:ahLst/>
              <a:cxnLst>
                <a:cxn ang="0">
                  <a:pos x="connsiteX0" y="connsiteY0"/>
                </a:cxn>
                <a:cxn ang="0">
                  <a:pos x="connsiteX1" y="connsiteY1"/>
                </a:cxn>
                <a:cxn ang="0">
                  <a:pos x="connsiteX2" y="connsiteY2"/>
                </a:cxn>
              </a:cxnLst>
              <a:rect l="l" t="t" r="r" b="b"/>
              <a:pathLst>
                <a:path w="97729" h="102022">
                  <a:moveTo>
                    <a:pt x="0" y="0"/>
                  </a:moveTo>
                  <a:cubicBezTo>
                    <a:pt x="2881" y="1695"/>
                    <a:pt x="5536" y="3813"/>
                    <a:pt x="7937" y="6355"/>
                  </a:cubicBezTo>
                  <a:lnTo>
                    <a:pt x="97730" y="102023"/>
                  </a:lnTo>
                </a:path>
              </a:pathLst>
            </a:custGeom>
            <a:noFill/>
            <a:ln w="8472" cap="flat">
              <a:solidFill>
                <a:srgbClr val="01355A"/>
              </a:solidFill>
              <a:prstDash val="solid"/>
              <a:miter/>
            </a:ln>
          </p:spPr>
          <p:txBody>
            <a:bodyPr rtlCol="1" anchor="ctr"/>
            <a:lstStyle/>
            <a:p>
              <a:endParaRPr lang="ar-SA"/>
            </a:p>
          </p:txBody>
        </p:sp>
        <p:sp>
          <p:nvSpPr>
            <p:cNvPr id="9392" name="شكل حر: شكل 10488">
              <a:extLst>
                <a:ext uri="{FF2B5EF4-FFF2-40B4-BE49-F238E27FC236}">
                  <a16:creationId xmlns:a16="http://schemas.microsoft.com/office/drawing/2014/main" id="{3F2EC2C3-5833-E432-5F7C-68C5C02763DB}"/>
                </a:ext>
              </a:extLst>
            </p:cNvPr>
            <p:cNvSpPr/>
            <p:nvPr/>
          </p:nvSpPr>
          <p:spPr>
            <a:xfrm>
              <a:off x="7307476" y="2449701"/>
              <a:ext cx="93153" cy="86713"/>
            </a:xfrm>
            <a:custGeom>
              <a:avLst/>
              <a:gdLst>
                <a:gd name="connsiteX0" fmla="*/ 0 w 93153"/>
                <a:gd name="connsiteY0" fmla="*/ 86714 h 86713"/>
                <a:gd name="connsiteX1" fmla="*/ 84256 w 93153"/>
                <a:gd name="connsiteY1" fmla="*/ 6242 h 86713"/>
                <a:gd name="connsiteX2" fmla="*/ 93154 w 93153"/>
                <a:gd name="connsiteY2" fmla="*/ 0 h 86713"/>
              </a:gdLst>
              <a:ahLst/>
              <a:cxnLst>
                <a:cxn ang="0">
                  <a:pos x="connsiteX0" y="connsiteY0"/>
                </a:cxn>
                <a:cxn ang="0">
                  <a:pos x="connsiteX1" y="connsiteY1"/>
                </a:cxn>
                <a:cxn ang="0">
                  <a:pos x="connsiteX2" y="connsiteY2"/>
                </a:cxn>
              </a:cxnLst>
              <a:rect l="l" t="t" r="r" b="b"/>
              <a:pathLst>
                <a:path w="93153" h="86713">
                  <a:moveTo>
                    <a:pt x="0" y="86714"/>
                  </a:moveTo>
                  <a:lnTo>
                    <a:pt x="84256" y="6242"/>
                  </a:lnTo>
                  <a:cubicBezTo>
                    <a:pt x="86968" y="3672"/>
                    <a:pt x="89962" y="1582"/>
                    <a:pt x="93154" y="0"/>
                  </a:cubicBezTo>
                </a:path>
              </a:pathLst>
            </a:custGeom>
            <a:noFill/>
            <a:ln w="8472" cap="flat">
              <a:solidFill>
                <a:srgbClr val="01355A"/>
              </a:solidFill>
              <a:prstDash val="solid"/>
              <a:miter/>
            </a:ln>
          </p:spPr>
          <p:txBody>
            <a:bodyPr rtlCol="1" anchor="ctr"/>
            <a:lstStyle/>
            <a:p>
              <a:endParaRPr lang="ar-SA"/>
            </a:p>
          </p:txBody>
        </p:sp>
        <p:sp>
          <p:nvSpPr>
            <p:cNvPr id="9393" name="شكل حر: شكل 10489">
              <a:extLst>
                <a:ext uri="{FF2B5EF4-FFF2-40B4-BE49-F238E27FC236}">
                  <a16:creationId xmlns:a16="http://schemas.microsoft.com/office/drawing/2014/main" id="{293599D7-7551-D8A3-FBC2-3E0469A61A21}"/>
                </a:ext>
              </a:extLst>
            </p:cNvPr>
            <p:cNvSpPr/>
            <p:nvPr/>
          </p:nvSpPr>
          <p:spPr>
            <a:xfrm>
              <a:off x="7281773" y="2386742"/>
              <a:ext cx="2824" cy="124364"/>
            </a:xfrm>
            <a:custGeom>
              <a:avLst/>
              <a:gdLst>
                <a:gd name="connsiteX0" fmla="*/ 0 w 2824"/>
                <a:gd name="connsiteY0" fmla="*/ 0 h 124364"/>
                <a:gd name="connsiteX1" fmla="*/ 0 w 2824"/>
                <a:gd name="connsiteY1" fmla="*/ 124365 h 124364"/>
              </a:gdLst>
              <a:ahLst/>
              <a:cxnLst>
                <a:cxn ang="0">
                  <a:pos x="connsiteX0" y="connsiteY0"/>
                </a:cxn>
                <a:cxn ang="0">
                  <a:pos x="connsiteX1" y="connsiteY1"/>
                </a:cxn>
              </a:cxnLst>
              <a:rect l="l" t="t" r="r" b="b"/>
              <a:pathLst>
                <a:path w="2824" h="124364">
                  <a:moveTo>
                    <a:pt x="0" y="0"/>
                  </a:moveTo>
                  <a:lnTo>
                    <a:pt x="0" y="124365"/>
                  </a:lnTo>
                </a:path>
              </a:pathLst>
            </a:custGeom>
            <a:ln w="8472" cap="flat">
              <a:solidFill>
                <a:srgbClr val="17A3A3"/>
              </a:solidFill>
              <a:prstDash val="solid"/>
              <a:miter/>
            </a:ln>
          </p:spPr>
          <p:txBody>
            <a:bodyPr rtlCol="1" anchor="ctr"/>
            <a:lstStyle/>
            <a:p>
              <a:endParaRPr lang="ar-SA"/>
            </a:p>
          </p:txBody>
        </p:sp>
        <p:sp>
          <p:nvSpPr>
            <p:cNvPr id="9394" name="شكل حر: شكل 10490">
              <a:extLst>
                <a:ext uri="{FF2B5EF4-FFF2-40B4-BE49-F238E27FC236}">
                  <a16:creationId xmlns:a16="http://schemas.microsoft.com/office/drawing/2014/main" id="{01D05166-890F-0D35-376C-103176337CB0}"/>
                </a:ext>
              </a:extLst>
            </p:cNvPr>
            <p:cNvSpPr/>
            <p:nvPr/>
          </p:nvSpPr>
          <p:spPr>
            <a:xfrm>
              <a:off x="7307476" y="2429308"/>
              <a:ext cx="2824" cy="107106"/>
            </a:xfrm>
            <a:custGeom>
              <a:avLst/>
              <a:gdLst>
                <a:gd name="connsiteX0" fmla="*/ 0 w 2824"/>
                <a:gd name="connsiteY0" fmla="*/ 107107 h 107106"/>
                <a:gd name="connsiteX1" fmla="*/ 0 w 2824"/>
                <a:gd name="connsiteY1" fmla="*/ 0 h 107106"/>
              </a:gdLst>
              <a:ahLst/>
              <a:cxnLst>
                <a:cxn ang="0">
                  <a:pos x="connsiteX0" y="connsiteY0"/>
                </a:cxn>
                <a:cxn ang="0">
                  <a:pos x="connsiteX1" y="connsiteY1"/>
                </a:cxn>
              </a:cxnLst>
              <a:rect l="l" t="t" r="r" b="b"/>
              <a:pathLst>
                <a:path w="2824" h="107106">
                  <a:moveTo>
                    <a:pt x="0" y="107107"/>
                  </a:moveTo>
                  <a:lnTo>
                    <a:pt x="0" y="0"/>
                  </a:lnTo>
                </a:path>
              </a:pathLst>
            </a:custGeom>
            <a:ln w="8472" cap="flat">
              <a:solidFill>
                <a:srgbClr val="17A3A3"/>
              </a:solidFill>
              <a:prstDash val="solid"/>
              <a:miter/>
            </a:ln>
          </p:spPr>
          <p:txBody>
            <a:bodyPr rtlCol="1" anchor="ctr"/>
            <a:lstStyle/>
            <a:p>
              <a:endParaRPr lang="ar-SA"/>
            </a:p>
          </p:txBody>
        </p:sp>
        <p:sp>
          <p:nvSpPr>
            <p:cNvPr id="9395" name="شكل حر: شكل 10491">
              <a:extLst>
                <a:ext uri="{FF2B5EF4-FFF2-40B4-BE49-F238E27FC236}">
                  <a16:creationId xmlns:a16="http://schemas.microsoft.com/office/drawing/2014/main" id="{D5885095-99AF-7464-6678-B48B1F828CA7}"/>
                </a:ext>
              </a:extLst>
            </p:cNvPr>
            <p:cNvSpPr/>
            <p:nvPr/>
          </p:nvSpPr>
          <p:spPr>
            <a:xfrm>
              <a:off x="7333208" y="2429308"/>
              <a:ext cx="2824" cy="81798"/>
            </a:xfrm>
            <a:custGeom>
              <a:avLst/>
              <a:gdLst>
                <a:gd name="connsiteX0" fmla="*/ 0 w 2824"/>
                <a:gd name="connsiteY0" fmla="*/ 0 h 81798"/>
                <a:gd name="connsiteX1" fmla="*/ 0 w 2824"/>
                <a:gd name="connsiteY1" fmla="*/ 81799 h 81798"/>
              </a:gdLst>
              <a:ahLst/>
              <a:cxnLst>
                <a:cxn ang="0">
                  <a:pos x="connsiteX0" y="connsiteY0"/>
                </a:cxn>
                <a:cxn ang="0">
                  <a:pos x="connsiteX1" y="connsiteY1"/>
                </a:cxn>
              </a:cxnLst>
              <a:rect l="l" t="t" r="r" b="b"/>
              <a:pathLst>
                <a:path w="2824" h="81798">
                  <a:moveTo>
                    <a:pt x="0" y="0"/>
                  </a:moveTo>
                  <a:lnTo>
                    <a:pt x="0" y="81799"/>
                  </a:lnTo>
                </a:path>
              </a:pathLst>
            </a:custGeom>
            <a:ln w="8472" cap="flat">
              <a:solidFill>
                <a:srgbClr val="17A3A3"/>
              </a:solidFill>
              <a:prstDash val="solid"/>
              <a:miter/>
            </a:ln>
          </p:spPr>
          <p:txBody>
            <a:bodyPr rtlCol="1" anchor="ctr"/>
            <a:lstStyle/>
            <a:p>
              <a:endParaRPr lang="ar-SA"/>
            </a:p>
          </p:txBody>
        </p:sp>
        <p:sp>
          <p:nvSpPr>
            <p:cNvPr id="9396" name="شكل حر: شكل 10492">
              <a:extLst>
                <a:ext uri="{FF2B5EF4-FFF2-40B4-BE49-F238E27FC236}">
                  <a16:creationId xmlns:a16="http://schemas.microsoft.com/office/drawing/2014/main" id="{0FEA76F4-A1D5-F5BF-D615-EC516FA37234}"/>
                </a:ext>
              </a:extLst>
            </p:cNvPr>
            <p:cNvSpPr/>
            <p:nvPr/>
          </p:nvSpPr>
          <p:spPr>
            <a:xfrm>
              <a:off x="7333208" y="2386742"/>
              <a:ext cx="2824" cy="42565"/>
            </a:xfrm>
            <a:custGeom>
              <a:avLst/>
              <a:gdLst>
                <a:gd name="connsiteX0" fmla="*/ 0 w 2824"/>
                <a:gd name="connsiteY0" fmla="*/ 0 h 42565"/>
                <a:gd name="connsiteX1" fmla="*/ 0 w 2824"/>
                <a:gd name="connsiteY1" fmla="*/ 42566 h 42565"/>
              </a:gdLst>
              <a:ahLst/>
              <a:cxnLst>
                <a:cxn ang="0">
                  <a:pos x="connsiteX0" y="connsiteY0"/>
                </a:cxn>
                <a:cxn ang="0">
                  <a:pos x="connsiteX1" y="connsiteY1"/>
                </a:cxn>
              </a:cxnLst>
              <a:rect l="l" t="t" r="r" b="b"/>
              <a:pathLst>
                <a:path w="2824" h="42565">
                  <a:moveTo>
                    <a:pt x="0" y="0"/>
                  </a:moveTo>
                  <a:lnTo>
                    <a:pt x="0" y="42566"/>
                  </a:lnTo>
                </a:path>
              </a:pathLst>
            </a:custGeom>
            <a:ln w="8472" cap="flat">
              <a:solidFill>
                <a:srgbClr val="17A3A3"/>
              </a:solidFill>
              <a:prstDash val="solid"/>
              <a:miter/>
            </a:ln>
          </p:spPr>
          <p:txBody>
            <a:bodyPr rtlCol="1" anchor="ctr"/>
            <a:lstStyle/>
            <a:p>
              <a:endParaRPr lang="ar-SA"/>
            </a:p>
          </p:txBody>
        </p:sp>
        <p:sp>
          <p:nvSpPr>
            <p:cNvPr id="9397" name="شكل حر: شكل 10493">
              <a:extLst>
                <a:ext uri="{FF2B5EF4-FFF2-40B4-BE49-F238E27FC236}">
                  <a16:creationId xmlns:a16="http://schemas.microsoft.com/office/drawing/2014/main" id="{7F28D5FB-D7BF-CD64-02EB-F1DAD9BB9830}"/>
                </a:ext>
              </a:extLst>
            </p:cNvPr>
            <p:cNvSpPr/>
            <p:nvPr/>
          </p:nvSpPr>
          <p:spPr>
            <a:xfrm rot="-2700000">
              <a:off x="7283264" y="2288963"/>
              <a:ext cx="48412" cy="48412"/>
            </a:xfrm>
            <a:custGeom>
              <a:avLst/>
              <a:gdLst>
                <a:gd name="connsiteX0" fmla="*/ 48413 w 48412"/>
                <a:gd name="connsiteY0" fmla="*/ 24206 h 48412"/>
                <a:gd name="connsiteX1" fmla="*/ 24206 w 48412"/>
                <a:gd name="connsiteY1" fmla="*/ 48413 h 48412"/>
                <a:gd name="connsiteX2" fmla="*/ 0 w 48412"/>
                <a:gd name="connsiteY2" fmla="*/ 24206 h 48412"/>
                <a:gd name="connsiteX3" fmla="*/ 24206 w 48412"/>
                <a:gd name="connsiteY3" fmla="*/ 0 h 48412"/>
                <a:gd name="connsiteX4" fmla="*/ 48413 w 48412"/>
                <a:gd name="connsiteY4" fmla="*/ 24206 h 48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12" h="48412">
                  <a:moveTo>
                    <a:pt x="48413" y="24206"/>
                  </a:moveTo>
                  <a:cubicBezTo>
                    <a:pt x="48413" y="37575"/>
                    <a:pt x="37575" y="48413"/>
                    <a:pt x="24206" y="48413"/>
                  </a:cubicBezTo>
                  <a:cubicBezTo>
                    <a:pt x="10837" y="48413"/>
                    <a:pt x="0" y="37575"/>
                    <a:pt x="0" y="24206"/>
                  </a:cubicBezTo>
                  <a:cubicBezTo>
                    <a:pt x="0" y="10838"/>
                    <a:pt x="10837" y="0"/>
                    <a:pt x="24206" y="0"/>
                  </a:cubicBezTo>
                  <a:cubicBezTo>
                    <a:pt x="37575" y="0"/>
                    <a:pt x="48413" y="10838"/>
                    <a:pt x="48413" y="24206"/>
                  </a:cubicBezTo>
                  <a:close/>
                </a:path>
              </a:pathLst>
            </a:custGeom>
            <a:noFill/>
            <a:ln w="8472" cap="flat">
              <a:solidFill>
                <a:srgbClr val="17A3A3"/>
              </a:solidFill>
              <a:prstDash val="solid"/>
              <a:miter/>
            </a:ln>
          </p:spPr>
          <p:txBody>
            <a:bodyPr rtlCol="1" anchor="ctr"/>
            <a:lstStyle/>
            <a:p>
              <a:endParaRPr lang="ar-SA"/>
            </a:p>
          </p:txBody>
        </p:sp>
        <p:sp>
          <p:nvSpPr>
            <p:cNvPr id="9398" name="شكل حر: شكل 10494">
              <a:extLst>
                <a:ext uri="{FF2B5EF4-FFF2-40B4-BE49-F238E27FC236}">
                  <a16:creationId xmlns:a16="http://schemas.microsoft.com/office/drawing/2014/main" id="{402CD75A-0A06-B81F-0659-ADED1B09230E}"/>
                </a:ext>
              </a:extLst>
            </p:cNvPr>
            <p:cNvSpPr/>
            <p:nvPr/>
          </p:nvSpPr>
          <p:spPr>
            <a:xfrm>
              <a:off x="7261408" y="2352367"/>
              <a:ext cx="92192" cy="76940"/>
            </a:xfrm>
            <a:custGeom>
              <a:avLst/>
              <a:gdLst>
                <a:gd name="connsiteX0" fmla="*/ 0 w 92192"/>
                <a:gd name="connsiteY0" fmla="*/ 76941 h 76940"/>
                <a:gd name="connsiteX1" fmla="*/ 0 w 92192"/>
                <a:gd name="connsiteY1" fmla="*/ 15761 h 76940"/>
                <a:gd name="connsiteX2" fmla="*/ 15761 w 92192"/>
                <a:gd name="connsiteY2" fmla="*/ 0 h 76940"/>
                <a:gd name="connsiteX3" fmla="*/ 76432 w 92192"/>
                <a:gd name="connsiteY3" fmla="*/ 0 h 76940"/>
                <a:gd name="connsiteX4" fmla="*/ 92193 w 92192"/>
                <a:gd name="connsiteY4" fmla="*/ 15761 h 76940"/>
                <a:gd name="connsiteX5" fmla="*/ 92193 w 92192"/>
                <a:gd name="connsiteY5" fmla="*/ 71009 h 76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192" h="76940">
                  <a:moveTo>
                    <a:pt x="0" y="76941"/>
                  </a:moveTo>
                  <a:lnTo>
                    <a:pt x="0" y="15761"/>
                  </a:lnTo>
                  <a:cubicBezTo>
                    <a:pt x="0" y="7061"/>
                    <a:pt x="7061" y="0"/>
                    <a:pt x="15761" y="0"/>
                  </a:cubicBezTo>
                  <a:lnTo>
                    <a:pt x="76432" y="0"/>
                  </a:lnTo>
                  <a:cubicBezTo>
                    <a:pt x="85132" y="0"/>
                    <a:pt x="92193" y="7061"/>
                    <a:pt x="92193" y="15761"/>
                  </a:cubicBezTo>
                  <a:lnTo>
                    <a:pt x="92193" y="71009"/>
                  </a:lnTo>
                </a:path>
              </a:pathLst>
            </a:custGeom>
            <a:noFill/>
            <a:ln w="8472" cap="flat">
              <a:solidFill>
                <a:srgbClr val="17A3A3"/>
              </a:solidFill>
              <a:prstDash val="solid"/>
              <a:miter/>
            </a:ln>
          </p:spPr>
          <p:txBody>
            <a:bodyPr rtlCol="1" anchor="ctr"/>
            <a:lstStyle/>
            <a:p>
              <a:endParaRPr lang="ar-SA"/>
            </a:p>
          </p:txBody>
        </p:sp>
        <p:sp>
          <p:nvSpPr>
            <p:cNvPr id="9399" name="شكل حر: شكل 10495">
              <a:extLst>
                <a:ext uri="{FF2B5EF4-FFF2-40B4-BE49-F238E27FC236}">
                  <a16:creationId xmlns:a16="http://schemas.microsoft.com/office/drawing/2014/main" id="{81F9F446-8F29-D51F-B340-23D0488CC374}"/>
                </a:ext>
              </a:extLst>
            </p:cNvPr>
            <p:cNvSpPr/>
            <p:nvPr/>
          </p:nvSpPr>
          <p:spPr>
            <a:xfrm>
              <a:off x="7281773" y="2429308"/>
              <a:ext cx="51434" cy="2824"/>
            </a:xfrm>
            <a:custGeom>
              <a:avLst/>
              <a:gdLst>
                <a:gd name="connsiteX0" fmla="*/ 0 w 51434"/>
                <a:gd name="connsiteY0" fmla="*/ 0 h 2824"/>
                <a:gd name="connsiteX1" fmla="*/ 51435 w 51434"/>
                <a:gd name="connsiteY1" fmla="*/ 0 h 2824"/>
              </a:gdLst>
              <a:ahLst/>
              <a:cxnLst>
                <a:cxn ang="0">
                  <a:pos x="connsiteX0" y="connsiteY0"/>
                </a:cxn>
                <a:cxn ang="0">
                  <a:pos x="connsiteX1" y="connsiteY1"/>
                </a:cxn>
              </a:cxnLst>
              <a:rect l="l" t="t" r="r" b="b"/>
              <a:pathLst>
                <a:path w="51434" h="2824">
                  <a:moveTo>
                    <a:pt x="0" y="0"/>
                  </a:moveTo>
                  <a:lnTo>
                    <a:pt x="51435" y="0"/>
                  </a:lnTo>
                </a:path>
              </a:pathLst>
            </a:custGeom>
            <a:ln w="8472" cap="flat">
              <a:solidFill>
                <a:srgbClr val="17A3A3"/>
              </a:solidFill>
              <a:prstDash val="solid"/>
              <a:miter/>
            </a:ln>
          </p:spPr>
          <p:txBody>
            <a:bodyPr rtlCol="1" anchor="ctr"/>
            <a:lstStyle/>
            <a:p>
              <a:endParaRPr lang="ar-SA"/>
            </a:p>
          </p:txBody>
        </p:sp>
        <p:sp>
          <p:nvSpPr>
            <p:cNvPr id="9400" name="شكل حر: شكل 10496">
              <a:extLst>
                <a:ext uri="{FF2B5EF4-FFF2-40B4-BE49-F238E27FC236}">
                  <a16:creationId xmlns:a16="http://schemas.microsoft.com/office/drawing/2014/main" id="{22559848-5A3C-676C-DABA-315A253B04AE}"/>
                </a:ext>
              </a:extLst>
            </p:cNvPr>
            <p:cNvSpPr/>
            <p:nvPr/>
          </p:nvSpPr>
          <p:spPr>
            <a:xfrm>
              <a:off x="7307476" y="2352395"/>
              <a:ext cx="2824" cy="28075"/>
            </a:xfrm>
            <a:custGeom>
              <a:avLst/>
              <a:gdLst>
                <a:gd name="connsiteX0" fmla="*/ 0 w 2824"/>
                <a:gd name="connsiteY0" fmla="*/ 0 h 28075"/>
                <a:gd name="connsiteX1" fmla="*/ 0 w 2824"/>
                <a:gd name="connsiteY1" fmla="*/ 28076 h 28075"/>
              </a:gdLst>
              <a:ahLst/>
              <a:cxnLst>
                <a:cxn ang="0">
                  <a:pos x="connsiteX0" y="connsiteY0"/>
                </a:cxn>
                <a:cxn ang="0">
                  <a:pos x="connsiteX1" y="connsiteY1"/>
                </a:cxn>
              </a:cxnLst>
              <a:rect l="l" t="t" r="r" b="b"/>
              <a:pathLst>
                <a:path w="2824" h="28075">
                  <a:moveTo>
                    <a:pt x="0" y="0"/>
                  </a:moveTo>
                  <a:lnTo>
                    <a:pt x="0" y="28076"/>
                  </a:lnTo>
                </a:path>
              </a:pathLst>
            </a:custGeom>
            <a:ln w="8472" cap="flat">
              <a:solidFill>
                <a:srgbClr val="17A3A3"/>
              </a:solidFill>
              <a:prstDash val="solid"/>
              <a:miter/>
            </a:ln>
          </p:spPr>
          <p:txBody>
            <a:bodyPr rtlCol="1" anchor="ctr"/>
            <a:lstStyle/>
            <a:p>
              <a:endParaRPr lang="ar-SA"/>
            </a:p>
          </p:txBody>
        </p:sp>
        <p:sp>
          <p:nvSpPr>
            <p:cNvPr id="9401" name="شكل حر: شكل 10497">
              <a:extLst>
                <a:ext uri="{FF2B5EF4-FFF2-40B4-BE49-F238E27FC236}">
                  <a16:creationId xmlns:a16="http://schemas.microsoft.com/office/drawing/2014/main" id="{4FAC28B5-27DC-1FD6-A440-D03C4DE7DB97}"/>
                </a:ext>
              </a:extLst>
            </p:cNvPr>
            <p:cNvSpPr/>
            <p:nvPr/>
          </p:nvSpPr>
          <p:spPr>
            <a:xfrm>
              <a:off x="7417859" y="2347085"/>
              <a:ext cx="87617" cy="58411"/>
            </a:xfrm>
            <a:custGeom>
              <a:avLst/>
              <a:gdLst>
                <a:gd name="connsiteX0" fmla="*/ 50390 w 87617"/>
                <a:gd name="connsiteY0" fmla="*/ 58412 h 58411"/>
                <a:gd name="connsiteX1" fmla="*/ 87618 w 87617"/>
                <a:gd name="connsiteY1" fmla="*/ 58412 h 58411"/>
                <a:gd name="connsiteX2" fmla="*/ 87618 w 87617"/>
                <a:gd name="connsiteY2" fmla="*/ 14603 h 58411"/>
                <a:gd name="connsiteX3" fmla="*/ 58411 w 87617"/>
                <a:gd name="connsiteY3" fmla="*/ 14603 h 58411"/>
                <a:gd name="connsiteX4" fmla="*/ 43809 w 87617"/>
                <a:gd name="connsiteY4" fmla="*/ 0 h 58411"/>
                <a:gd name="connsiteX5" fmla="*/ 0 w 87617"/>
                <a:gd name="connsiteY5" fmla="*/ 0 h 58411"/>
                <a:gd name="connsiteX6" fmla="*/ 0 w 87617"/>
                <a:gd name="connsiteY6" fmla="*/ 43809 h 58411"/>
                <a:gd name="connsiteX7" fmla="*/ 43809 w 87617"/>
                <a:gd name="connsiteY7" fmla="*/ 43809 h 58411"/>
                <a:gd name="connsiteX8" fmla="*/ 43809 w 87617"/>
                <a:gd name="connsiteY8" fmla="*/ 25477 h 58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7617" h="58411">
                  <a:moveTo>
                    <a:pt x="50390" y="58412"/>
                  </a:moveTo>
                  <a:lnTo>
                    <a:pt x="87618" y="58412"/>
                  </a:lnTo>
                  <a:lnTo>
                    <a:pt x="87618" y="14603"/>
                  </a:lnTo>
                  <a:lnTo>
                    <a:pt x="58411" y="14603"/>
                  </a:lnTo>
                  <a:cubicBezTo>
                    <a:pt x="50334" y="14603"/>
                    <a:pt x="43809" y="8050"/>
                    <a:pt x="43809" y="0"/>
                  </a:cubicBezTo>
                  <a:lnTo>
                    <a:pt x="0" y="0"/>
                  </a:lnTo>
                  <a:lnTo>
                    <a:pt x="0" y="43809"/>
                  </a:lnTo>
                  <a:lnTo>
                    <a:pt x="43809" y="43809"/>
                  </a:lnTo>
                  <a:lnTo>
                    <a:pt x="43809" y="25477"/>
                  </a:lnTo>
                </a:path>
              </a:pathLst>
            </a:custGeom>
            <a:noFill/>
            <a:ln w="8472" cap="flat">
              <a:solidFill>
                <a:srgbClr val="17A3A3"/>
              </a:solidFill>
              <a:prstDash val="solid"/>
              <a:miter/>
            </a:ln>
          </p:spPr>
          <p:txBody>
            <a:bodyPr rtlCol="1" anchor="ctr"/>
            <a:lstStyle/>
            <a:p>
              <a:endParaRPr lang="ar-SA"/>
            </a:p>
          </p:txBody>
        </p:sp>
        <p:sp>
          <p:nvSpPr>
            <p:cNvPr id="9402" name="شكل حر: شكل 10498">
              <a:extLst>
                <a:ext uri="{FF2B5EF4-FFF2-40B4-BE49-F238E27FC236}">
                  <a16:creationId xmlns:a16="http://schemas.microsoft.com/office/drawing/2014/main" id="{BA2CA143-336C-7C40-DE23-596E4688A254}"/>
                </a:ext>
              </a:extLst>
            </p:cNvPr>
            <p:cNvSpPr/>
            <p:nvPr/>
          </p:nvSpPr>
          <p:spPr>
            <a:xfrm>
              <a:off x="7417831" y="2390866"/>
              <a:ext cx="2824" cy="79341"/>
            </a:xfrm>
            <a:custGeom>
              <a:avLst/>
              <a:gdLst>
                <a:gd name="connsiteX0" fmla="*/ 0 w 2824"/>
                <a:gd name="connsiteY0" fmla="*/ 0 h 79341"/>
                <a:gd name="connsiteX1" fmla="*/ 0 w 2824"/>
                <a:gd name="connsiteY1" fmla="*/ 79341 h 79341"/>
              </a:gdLst>
              <a:ahLst/>
              <a:cxnLst>
                <a:cxn ang="0">
                  <a:pos x="connsiteX0" y="connsiteY0"/>
                </a:cxn>
                <a:cxn ang="0">
                  <a:pos x="connsiteX1" y="connsiteY1"/>
                </a:cxn>
              </a:cxnLst>
              <a:rect l="l" t="t" r="r" b="b"/>
              <a:pathLst>
                <a:path w="2824" h="79341">
                  <a:moveTo>
                    <a:pt x="0" y="0"/>
                  </a:moveTo>
                  <a:lnTo>
                    <a:pt x="0" y="79341"/>
                  </a:lnTo>
                </a:path>
              </a:pathLst>
            </a:custGeom>
            <a:ln w="8472" cap="flat">
              <a:solidFill>
                <a:srgbClr val="01355A"/>
              </a:solidFill>
              <a:prstDash val="solid"/>
              <a:miter/>
            </a:ln>
          </p:spPr>
          <p:txBody>
            <a:bodyPr rtlCol="1" anchor="ctr"/>
            <a:lstStyle/>
            <a:p>
              <a:endParaRPr lang="ar-SA"/>
            </a:p>
          </p:txBody>
        </p:sp>
      </p:grpSp>
      <p:grpSp>
        <p:nvGrpSpPr>
          <p:cNvPr id="9403" name="رسم 8014">
            <a:extLst>
              <a:ext uri="{FF2B5EF4-FFF2-40B4-BE49-F238E27FC236}">
                <a16:creationId xmlns:a16="http://schemas.microsoft.com/office/drawing/2014/main" id="{6B77C57E-F48B-47C3-B073-C412DC53A764}"/>
              </a:ext>
            </a:extLst>
          </p:cNvPr>
          <p:cNvGrpSpPr/>
          <p:nvPr/>
        </p:nvGrpSpPr>
        <p:grpSpPr>
          <a:xfrm>
            <a:off x="10349772" y="2499600"/>
            <a:ext cx="302209" cy="286478"/>
            <a:chOff x="10334910" y="5411464"/>
            <a:chExt cx="361230" cy="363462"/>
          </a:xfrm>
          <a:noFill/>
        </p:grpSpPr>
        <p:grpSp>
          <p:nvGrpSpPr>
            <p:cNvPr id="9404" name="رسم 8014">
              <a:extLst>
                <a:ext uri="{FF2B5EF4-FFF2-40B4-BE49-F238E27FC236}">
                  <a16:creationId xmlns:a16="http://schemas.microsoft.com/office/drawing/2014/main" id="{B24CCA18-21D1-E426-B7AA-B9C85F8FB8AD}"/>
                </a:ext>
              </a:extLst>
            </p:cNvPr>
            <p:cNvGrpSpPr/>
            <p:nvPr/>
          </p:nvGrpSpPr>
          <p:grpSpPr>
            <a:xfrm>
              <a:off x="10461972" y="5582928"/>
              <a:ext cx="194258" cy="149404"/>
              <a:chOff x="10461972" y="5582928"/>
              <a:chExt cx="194258" cy="149404"/>
            </a:xfrm>
            <a:noFill/>
          </p:grpSpPr>
          <p:sp>
            <p:nvSpPr>
              <p:cNvPr id="9412" name="شكل حر: شكل 10501">
                <a:extLst>
                  <a:ext uri="{FF2B5EF4-FFF2-40B4-BE49-F238E27FC236}">
                    <a16:creationId xmlns:a16="http://schemas.microsoft.com/office/drawing/2014/main" id="{E60C4705-CDE1-2303-367B-4E99B966AC85}"/>
                  </a:ext>
                </a:extLst>
              </p:cNvPr>
              <p:cNvSpPr/>
              <p:nvPr/>
            </p:nvSpPr>
            <p:spPr>
              <a:xfrm>
                <a:off x="10509241" y="5601334"/>
                <a:ext cx="27991" cy="37026"/>
              </a:xfrm>
              <a:custGeom>
                <a:avLst/>
                <a:gdLst>
                  <a:gd name="connsiteX0" fmla="*/ 23839 w 27991"/>
                  <a:gd name="connsiteY0" fmla="*/ 37026 h 37026"/>
                  <a:gd name="connsiteX1" fmla="*/ 0 w 27991"/>
                  <a:gd name="connsiteY1" fmla="*/ 13187 h 37026"/>
                  <a:gd name="connsiteX2" fmla="*/ 9321 w 27991"/>
                  <a:gd name="connsiteY2" fmla="*/ 3866 h 37026"/>
                  <a:gd name="connsiteX3" fmla="*/ 27992 w 27991"/>
                  <a:gd name="connsiteY3" fmla="*/ 3866 h 37026"/>
                </a:gdLst>
                <a:ahLst/>
                <a:cxnLst>
                  <a:cxn ang="0">
                    <a:pos x="connsiteX0" y="connsiteY0"/>
                  </a:cxn>
                  <a:cxn ang="0">
                    <a:pos x="connsiteX1" y="connsiteY1"/>
                  </a:cxn>
                  <a:cxn ang="0">
                    <a:pos x="connsiteX2" y="connsiteY2"/>
                  </a:cxn>
                  <a:cxn ang="0">
                    <a:pos x="connsiteX3" y="connsiteY3"/>
                  </a:cxn>
                </a:cxnLst>
                <a:rect l="l" t="t" r="r" b="b"/>
                <a:pathLst>
                  <a:path w="27991" h="37026">
                    <a:moveTo>
                      <a:pt x="23839" y="37026"/>
                    </a:moveTo>
                    <a:lnTo>
                      <a:pt x="0" y="13187"/>
                    </a:lnTo>
                    <a:lnTo>
                      <a:pt x="9321" y="3866"/>
                    </a:lnTo>
                    <a:cubicBezTo>
                      <a:pt x="14462" y="-1275"/>
                      <a:pt x="22823" y="-1303"/>
                      <a:pt x="27992" y="3866"/>
                    </a:cubicBezTo>
                  </a:path>
                </a:pathLst>
              </a:custGeom>
              <a:noFill/>
              <a:ln w="8472" cap="flat">
                <a:solidFill>
                  <a:srgbClr val="01355A"/>
                </a:solidFill>
                <a:prstDash val="solid"/>
                <a:miter/>
              </a:ln>
            </p:spPr>
            <p:txBody>
              <a:bodyPr rtlCol="1" anchor="ctr"/>
              <a:lstStyle/>
              <a:p>
                <a:endParaRPr lang="ar-SA"/>
              </a:p>
            </p:txBody>
          </p:sp>
          <p:sp>
            <p:nvSpPr>
              <p:cNvPr id="9413" name="شكل حر: شكل 10502">
                <a:extLst>
                  <a:ext uri="{FF2B5EF4-FFF2-40B4-BE49-F238E27FC236}">
                    <a16:creationId xmlns:a16="http://schemas.microsoft.com/office/drawing/2014/main" id="{AE14F992-56DD-73FC-9181-610C011BA316}"/>
                  </a:ext>
                </a:extLst>
              </p:cNvPr>
              <p:cNvSpPr/>
              <p:nvPr/>
            </p:nvSpPr>
            <p:spPr>
              <a:xfrm>
                <a:off x="10607874" y="5601330"/>
                <a:ext cx="48356" cy="71150"/>
              </a:xfrm>
              <a:custGeom>
                <a:avLst/>
                <a:gdLst>
                  <a:gd name="connsiteX0" fmla="*/ 0 w 48356"/>
                  <a:gd name="connsiteY0" fmla="*/ 0 h 71150"/>
                  <a:gd name="connsiteX1" fmla="*/ 43216 w 48356"/>
                  <a:gd name="connsiteY1" fmla="*/ 60841 h 71150"/>
                  <a:gd name="connsiteX2" fmla="*/ 48357 w 48356"/>
                  <a:gd name="connsiteY2" fmla="*/ 71151 h 71150"/>
                </a:gdLst>
                <a:ahLst/>
                <a:cxnLst>
                  <a:cxn ang="0">
                    <a:pos x="connsiteX0" y="connsiteY0"/>
                  </a:cxn>
                  <a:cxn ang="0">
                    <a:pos x="connsiteX1" y="connsiteY1"/>
                  </a:cxn>
                  <a:cxn ang="0">
                    <a:pos x="connsiteX2" y="connsiteY2"/>
                  </a:cxn>
                </a:cxnLst>
                <a:rect l="l" t="t" r="r" b="b"/>
                <a:pathLst>
                  <a:path w="48356" h="71150">
                    <a:moveTo>
                      <a:pt x="0" y="0"/>
                    </a:moveTo>
                    <a:cubicBezTo>
                      <a:pt x="17202" y="18134"/>
                      <a:pt x="31804" y="38583"/>
                      <a:pt x="43216" y="60841"/>
                    </a:cubicBezTo>
                    <a:cubicBezTo>
                      <a:pt x="46916" y="68044"/>
                      <a:pt x="48357" y="71151"/>
                      <a:pt x="48357" y="71151"/>
                    </a:cubicBezTo>
                  </a:path>
                </a:pathLst>
              </a:custGeom>
              <a:noFill/>
              <a:ln w="8472" cap="flat">
                <a:solidFill>
                  <a:srgbClr val="01355A"/>
                </a:solidFill>
                <a:prstDash val="solid"/>
                <a:miter/>
              </a:ln>
            </p:spPr>
            <p:txBody>
              <a:bodyPr rtlCol="1" anchor="ctr"/>
              <a:lstStyle/>
              <a:p>
                <a:endParaRPr lang="ar-SA"/>
              </a:p>
            </p:txBody>
          </p:sp>
          <p:sp>
            <p:nvSpPr>
              <p:cNvPr id="9414" name="شكل حر: شكل 10503">
                <a:extLst>
                  <a:ext uri="{FF2B5EF4-FFF2-40B4-BE49-F238E27FC236}">
                    <a16:creationId xmlns:a16="http://schemas.microsoft.com/office/drawing/2014/main" id="{A6CD47E4-5E1D-4697-C43A-186333D700F6}"/>
                  </a:ext>
                </a:extLst>
              </p:cNvPr>
              <p:cNvSpPr/>
              <p:nvPr/>
            </p:nvSpPr>
            <p:spPr>
              <a:xfrm>
                <a:off x="10489695" y="5665819"/>
                <a:ext cx="106683" cy="66513"/>
              </a:xfrm>
              <a:custGeom>
                <a:avLst/>
                <a:gdLst>
                  <a:gd name="connsiteX0" fmla="*/ 45165 w 106683"/>
                  <a:gd name="connsiteY0" fmla="*/ 11661 h 66513"/>
                  <a:gd name="connsiteX1" fmla="*/ 22004 w 106683"/>
                  <a:gd name="connsiteY1" fmla="*/ 1351 h 66513"/>
                  <a:gd name="connsiteX2" fmla="*/ 4576 w 106683"/>
                  <a:gd name="connsiteY2" fmla="*/ 4571 h 66513"/>
                  <a:gd name="connsiteX3" fmla="*/ 4576 w 106683"/>
                  <a:gd name="connsiteY3" fmla="*/ 4571 h 66513"/>
                  <a:gd name="connsiteX4" fmla="*/ 4576 w 106683"/>
                  <a:gd name="connsiteY4" fmla="*/ 26687 h 66513"/>
                  <a:gd name="connsiteX5" fmla="*/ 4576 w 106683"/>
                  <a:gd name="connsiteY5" fmla="*/ 26687 h 66513"/>
                  <a:gd name="connsiteX6" fmla="*/ 45108 w 106683"/>
                  <a:gd name="connsiteY6" fmla="*/ 49849 h 66513"/>
                  <a:gd name="connsiteX7" fmla="*/ 64004 w 106683"/>
                  <a:gd name="connsiteY7" fmla="*/ 52843 h 66513"/>
                  <a:gd name="connsiteX8" fmla="*/ 106683 w 106683"/>
                  <a:gd name="connsiteY8" fmla="*/ 66514 h 66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683" h="66513">
                    <a:moveTo>
                      <a:pt x="45165" y="11661"/>
                    </a:moveTo>
                    <a:lnTo>
                      <a:pt x="22004" y="1351"/>
                    </a:lnTo>
                    <a:cubicBezTo>
                      <a:pt x="16100" y="-1276"/>
                      <a:pt x="9152" y="-4"/>
                      <a:pt x="4576" y="4571"/>
                    </a:cubicBezTo>
                    <a:lnTo>
                      <a:pt x="4576" y="4571"/>
                    </a:lnTo>
                    <a:cubicBezTo>
                      <a:pt x="-1525" y="10672"/>
                      <a:pt x="-1525" y="20586"/>
                      <a:pt x="4576" y="26687"/>
                    </a:cubicBezTo>
                    <a:lnTo>
                      <a:pt x="4576" y="26687"/>
                    </a:lnTo>
                    <a:cubicBezTo>
                      <a:pt x="15789" y="37901"/>
                      <a:pt x="29743" y="45979"/>
                      <a:pt x="45108" y="49849"/>
                    </a:cubicBezTo>
                    <a:cubicBezTo>
                      <a:pt x="50983" y="51317"/>
                      <a:pt x="57423" y="52476"/>
                      <a:pt x="64004" y="52843"/>
                    </a:cubicBezTo>
                    <a:cubicBezTo>
                      <a:pt x="88267" y="54199"/>
                      <a:pt x="106683" y="66514"/>
                      <a:pt x="106683" y="66514"/>
                    </a:cubicBezTo>
                  </a:path>
                </a:pathLst>
              </a:custGeom>
              <a:noFill/>
              <a:ln w="8472" cap="flat">
                <a:solidFill>
                  <a:srgbClr val="01355A"/>
                </a:solidFill>
                <a:prstDash val="solid"/>
                <a:miter/>
              </a:ln>
            </p:spPr>
            <p:txBody>
              <a:bodyPr rtlCol="1" anchor="ctr"/>
              <a:lstStyle/>
              <a:p>
                <a:endParaRPr lang="ar-SA"/>
              </a:p>
            </p:txBody>
          </p:sp>
          <p:sp>
            <p:nvSpPr>
              <p:cNvPr id="9415" name="شكل حر: شكل 10504">
                <a:extLst>
                  <a:ext uri="{FF2B5EF4-FFF2-40B4-BE49-F238E27FC236}">
                    <a16:creationId xmlns:a16="http://schemas.microsoft.com/office/drawing/2014/main" id="{576EB70F-9CA4-A9D7-D593-4E7B7A39E06F}"/>
                  </a:ext>
                </a:extLst>
              </p:cNvPr>
              <p:cNvSpPr/>
              <p:nvPr/>
            </p:nvSpPr>
            <p:spPr>
              <a:xfrm>
                <a:off x="10461972" y="5585912"/>
                <a:ext cx="47268" cy="61825"/>
              </a:xfrm>
              <a:custGeom>
                <a:avLst/>
                <a:gdLst>
                  <a:gd name="connsiteX0" fmla="*/ 47269 w 47268"/>
                  <a:gd name="connsiteY0" fmla="*/ 28637 h 61825"/>
                  <a:gd name="connsiteX1" fmla="*/ 22497 w 47268"/>
                  <a:gd name="connsiteY1" fmla="*/ 3866 h 61825"/>
                  <a:gd name="connsiteX2" fmla="*/ 3856 w 47268"/>
                  <a:gd name="connsiteY2" fmla="*/ 3866 h 61825"/>
                  <a:gd name="connsiteX3" fmla="*/ 3856 w 47268"/>
                  <a:gd name="connsiteY3" fmla="*/ 3866 h 61825"/>
                  <a:gd name="connsiteX4" fmla="*/ 3856 w 47268"/>
                  <a:gd name="connsiteY4" fmla="*/ 22536 h 61825"/>
                  <a:gd name="connsiteX5" fmla="*/ 43117 w 47268"/>
                  <a:gd name="connsiteY5" fmla="*/ 61826 h 61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268" h="61825">
                    <a:moveTo>
                      <a:pt x="47269" y="28637"/>
                    </a:moveTo>
                    <a:lnTo>
                      <a:pt x="22497" y="3866"/>
                    </a:lnTo>
                    <a:cubicBezTo>
                      <a:pt x="17357" y="-1275"/>
                      <a:pt x="8996" y="-1303"/>
                      <a:pt x="3856" y="3866"/>
                    </a:cubicBezTo>
                    <a:lnTo>
                      <a:pt x="3856" y="3866"/>
                    </a:lnTo>
                    <a:cubicBezTo>
                      <a:pt x="-1285" y="9007"/>
                      <a:pt x="-1285" y="17367"/>
                      <a:pt x="3856" y="22536"/>
                    </a:cubicBezTo>
                    <a:lnTo>
                      <a:pt x="43117" y="61826"/>
                    </a:lnTo>
                  </a:path>
                </a:pathLst>
              </a:custGeom>
              <a:noFill/>
              <a:ln w="8472" cap="flat">
                <a:solidFill>
                  <a:srgbClr val="01355A"/>
                </a:solidFill>
                <a:prstDash val="solid"/>
                <a:miter/>
              </a:ln>
            </p:spPr>
            <p:txBody>
              <a:bodyPr rtlCol="1" anchor="ctr"/>
              <a:lstStyle/>
              <a:p>
                <a:endParaRPr lang="ar-SA"/>
              </a:p>
            </p:txBody>
          </p:sp>
          <p:sp>
            <p:nvSpPr>
              <p:cNvPr id="9416" name="شكل حر: شكل 10505">
                <a:extLst>
                  <a:ext uri="{FF2B5EF4-FFF2-40B4-BE49-F238E27FC236}">
                    <a16:creationId xmlns:a16="http://schemas.microsoft.com/office/drawing/2014/main" id="{273516BB-9ACC-1C9D-86A7-B74C68BF07B4}"/>
                  </a:ext>
                </a:extLst>
              </p:cNvPr>
              <p:cNvSpPr/>
              <p:nvPr/>
            </p:nvSpPr>
            <p:spPr>
              <a:xfrm>
                <a:off x="10534860" y="5589640"/>
                <a:ext cx="50587" cy="37026"/>
              </a:xfrm>
              <a:custGeom>
                <a:avLst/>
                <a:gdLst>
                  <a:gd name="connsiteX0" fmla="*/ 23839 w 50587"/>
                  <a:gd name="connsiteY0" fmla="*/ 37027 h 37026"/>
                  <a:gd name="connsiteX1" fmla="*/ 0 w 50587"/>
                  <a:gd name="connsiteY1" fmla="*/ 13187 h 37026"/>
                  <a:gd name="connsiteX2" fmla="*/ 9321 w 50587"/>
                  <a:gd name="connsiteY2" fmla="*/ 3866 h 37026"/>
                  <a:gd name="connsiteX3" fmla="*/ 27991 w 50587"/>
                  <a:gd name="connsiteY3" fmla="*/ 3866 h 37026"/>
                  <a:gd name="connsiteX4" fmla="*/ 50587 w 50587"/>
                  <a:gd name="connsiteY4" fmla="*/ 26462 h 370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587" h="37026">
                    <a:moveTo>
                      <a:pt x="23839" y="37027"/>
                    </a:moveTo>
                    <a:lnTo>
                      <a:pt x="0" y="13187"/>
                    </a:lnTo>
                    <a:lnTo>
                      <a:pt x="9321" y="3866"/>
                    </a:lnTo>
                    <a:cubicBezTo>
                      <a:pt x="14461" y="-1275"/>
                      <a:pt x="22823" y="-1303"/>
                      <a:pt x="27991" y="3866"/>
                    </a:cubicBezTo>
                    <a:lnTo>
                      <a:pt x="50587" y="26462"/>
                    </a:lnTo>
                  </a:path>
                </a:pathLst>
              </a:custGeom>
              <a:noFill/>
              <a:ln w="8472" cap="flat">
                <a:solidFill>
                  <a:srgbClr val="01355A"/>
                </a:solidFill>
                <a:prstDash val="solid"/>
                <a:miter/>
              </a:ln>
            </p:spPr>
            <p:txBody>
              <a:bodyPr rtlCol="1" anchor="ctr"/>
              <a:lstStyle/>
              <a:p>
                <a:endParaRPr lang="ar-SA"/>
              </a:p>
            </p:txBody>
          </p:sp>
          <p:sp>
            <p:nvSpPr>
              <p:cNvPr id="9417" name="شكل حر: شكل 10506">
                <a:extLst>
                  <a:ext uri="{FF2B5EF4-FFF2-40B4-BE49-F238E27FC236}">
                    <a16:creationId xmlns:a16="http://schemas.microsoft.com/office/drawing/2014/main" id="{A06D95E8-7C02-9D1C-139A-90E7595225CF}"/>
                  </a:ext>
                </a:extLst>
              </p:cNvPr>
              <p:cNvSpPr/>
              <p:nvPr/>
            </p:nvSpPr>
            <p:spPr>
              <a:xfrm>
                <a:off x="10565450" y="5582928"/>
                <a:ext cx="42480" cy="18345"/>
              </a:xfrm>
              <a:custGeom>
                <a:avLst/>
                <a:gdLst>
                  <a:gd name="connsiteX0" fmla="*/ 0 w 42480"/>
                  <a:gd name="connsiteY0" fmla="*/ 13177 h 18345"/>
                  <a:gd name="connsiteX1" fmla="*/ 9320 w 42480"/>
                  <a:gd name="connsiteY1" fmla="*/ 3855 h 18345"/>
                  <a:gd name="connsiteX2" fmla="*/ 27991 w 42480"/>
                  <a:gd name="connsiteY2" fmla="*/ 3855 h 18345"/>
                  <a:gd name="connsiteX3" fmla="*/ 42481 w 42480"/>
                  <a:gd name="connsiteY3" fmla="*/ 18345 h 18345"/>
                </a:gdLst>
                <a:ahLst/>
                <a:cxnLst>
                  <a:cxn ang="0">
                    <a:pos x="connsiteX0" y="connsiteY0"/>
                  </a:cxn>
                  <a:cxn ang="0">
                    <a:pos x="connsiteX1" y="connsiteY1"/>
                  </a:cxn>
                  <a:cxn ang="0">
                    <a:pos x="connsiteX2" y="connsiteY2"/>
                  </a:cxn>
                  <a:cxn ang="0">
                    <a:pos x="connsiteX3" y="connsiteY3"/>
                  </a:cxn>
                </a:cxnLst>
                <a:rect l="l" t="t" r="r" b="b"/>
                <a:pathLst>
                  <a:path w="42480" h="18345">
                    <a:moveTo>
                      <a:pt x="0" y="13177"/>
                    </a:moveTo>
                    <a:lnTo>
                      <a:pt x="9320" y="3855"/>
                    </a:lnTo>
                    <a:cubicBezTo>
                      <a:pt x="14461" y="-1285"/>
                      <a:pt x="22822" y="-1285"/>
                      <a:pt x="27991" y="3855"/>
                    </a:cubicBezTo>
                    <a:lnTo>
                      <a:pt x="42481" y="18345"/>
                    </a:lnTo>
                  </a:path>
                </a:pathLst>
              </a:custGeom>
              <a:noFill/>
              <a:ln w="8472" cap="flat">
                <a:solidFill>
                  <a:srgbClr val="01355A"/>
                </a:solidFill>
                <a:prstDash val="solid"/>
                <a:miter/>
              </a:ln>
            </p:spPr>
            <p:txBody>
              <a:bodyPr rtlCol="1" anchor="ctr"/>
              <a:lstStyle/>
              <a:p>
                <a:endParaRPr lang="ar-SA"/>
              </a:p>
            </p:txBody>
          </p:sp>
        </p:grpSp>
        <p:sp>
          <p:nvSpPr>
            <p:cNvPr id="9405" name="شكل حر: شكل 10507">
              <a:extLst>
                <a:ext uri="{FF2B5EF4-FFF2-40B4-BE49-F238E27FC236}">
                  <a16:creationId xmlns:a16="http://schemas.microsoft.com/office/drawing/2014/main" id="{A6C41226-9641-18FE-9EA6-C2EACC316AE9}"/>
                </a:ext>
              </a:extLst>
            </p:cNvPr>
            <p:cNvSpPr/>
            <p:nvPr/>
          </p:nvSpPr>
          <p:spPr>
            <a:xfrm>
              <a:off x="10603581" y="5681886"/>
              <a:ext cx="92559" cy="93040"/>
            </a:xfrm>
            <a:custGeom>
              <a:avLst/>
              <a:gdLst>
                <a:gd name="connsiteX0" fmla="*/ 20224 w 92559"/>
                <a:gd name="connsiteY0" fmla="*/ 93041 h 93040"/>
                <a:gd name="connsiteX1" fmla="*/ 0 w 92559"/>
                <a:gd name="connsiteY1" fmla="*/ 72337 h 93040"/>
                <a:gd name="connsiteX2" fmla="*/ 72336 w 92559"/>
                <a:gd name="connsiteY2" fmla="*/ 0 h 93040"/>
                <a:gd name="connsiteX3" fmla="*/ 92560 w 92559"/>
                <a:gd name="connsiteY3" fmla="*/ 20704 h 93040"/>
              </a:gdLst>
              <a:ahLst/>
              <a:cxnLst>
                <a:cxn ang="0">
                  <a:pos x="connsiteX0" y="connsiteY0"/>
                </a:cxn>
                <a:cxn ang="0">
                  <a:pos x="connsiteX1" y="connsiteY1"/>
                </a:cxn>
                <a:cxn ang="0">
                  <a:pos x="connsiteX2" y="connsiteY2"/>
                </a:cxn>
                <a:cxn ang="0">
                  <a:pos x="connsiteX3" y="connsiteY3"/>
                </a:cxn>
              </a:cxnLst>
              <a:rect l="l" t="t" r="r" b="b"/>
              <a:pathLst>
                <a:path w="92559" h="93040">
                  <a:moveTo>
                    <a:pt x="20224" y="93041"/>
                  </a:moveTo>
                  <a:lnTo>
                    <a:pt x="0" y="72337"/>
                  </a:lnTo>
                  <a:lnTo>
                    <a:pt x="72336" y="0"/>
                  </a:lnTo>
                  <a:lnTo>
                    <a:pt x="92560" y="20704"/>
                  </a:lnTo>
                </a:path>
              </a:pathLst>
            </a:custGeom>
            <a:noFill/>
            <a:ln w="8472" cap="flat">
              <a:solidFill>
                <a:srgbClr val="01355A"/>
              </a:solidFill>
              <a:prstDash val="solid"/>
              <a:miter/>
            </a:ln>
          </p:spPr>
          <p:txBody>
            <a:bodyPr rtlCol="1" anchor="ctr"/>
            <a:lstStyle/>
            <a:p>
              <a:endParaRPr lang="ar-SA"/>
            </a:p>
          </p:txBody>
        </p:sp>
        <p:sp>
          <p:nvSpPr>
            <p:cNvPr id="9406" name="شكل حر: شكل 10508">
              <a:extLst>
                <a:ext uri="{FF2B5EF4-FFF2-40B4-BE49-F238E27FC236}">
                  <a16:creationId xmlns:a16="http://schemas.microsoft.com/office/drawing/2014/main" id="{6ADAE440-BD73-7A97-7F85-06ECFD1F6BB7}"/>
                </a:ext>
              </a:extLst>
            </p:cNvPr>
            <p:cNvSpPr/>
            <p:nvPr/>
          </p:nvSpPr>
          <p:spPr>
            <a:xfrm>
              <a:off x="10671646" y="5709786"/>
              <a:ext cx="5070" cy="5070"/>
            </a:xfrm>
            <a:custGeom>
              <a:avLst/>
              <a:gdLst>
                <a:gd name="connsiteX0" fmla="*/ 4328 w 5070"/>
                <a:gd name="connsiteY0" fmla="*/ 741 h 5070"/>
                <a:gd name="connsiteX1" fmla="*/ 741 w 5070"/>
                <a:gd name="connsiteY1" fmla="*/ 741 h 5070"/>
                <a:gd name="connsiteX2" fmla="*/ 741 w 5070"/>
                <a:gd name="connsiteY2" fmla="*/ 4329 h 5070"/>
                <a:gd name="connsiteX3" fmla="*/ 4328 w 5070"/>
                <a:gd name="connsiteY3" fmla="*/ 4329 h 5070"/>
                <a:gd name="connsiteX4" fmla="*/ 4328 w 5070"/>
                <a:gd name="connsiteY4" fmla="*/ 741 h 50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70" h="5070">
                  <a:moveTo>
                    <a:pt x="4328" y="741"/>
                  </a:moveTo>
                  <a:cubicBezTo>
                    <a:pt x="3339" y="-247"/>
                    <a:pt x="1730" y="-247"/>
                    <a:pt x="741" y="741"/>
                  </a:cubicBezTo>
                  <a:cubicBezTo>
                    <a:pt x="-247" y="1730"/>
                    <a:pt x="-247" y="3340"/>
                    <a:pt x="741" y="4329"/>
                  </a:cubicBezTo>
                  <a:cubicBezTo>
                    <a:pt x="1730" y="5317"/>
                    <a:pt x="3339" y="5317"/>
                    <a:pt x="4328" y="4329"/>
                  </a:cubicBezTo>
                  <a:cubicBezTo>
                    <a:pt x="5317" y="3340"/>
                    <a:pt x="5317" y="1730"/>
                    <a:pt x="4328" y="741"/>
                  </a:cubicBezTo>
                  <a:close/>
                </a:path>
              </a:pathLst>
            </a:custGeom>
            <a:noFill/>
            <a:ln w="8472" cap="flat">
              <a:solidFill>
                <a:srgbClr val="01355A"/>
              </a:solidFill>
              <a:prstDash val="solid"/>
              <a:miter/>
            </a:ln>
          </p:spPr>
          <p:txBody>
            <a:bodyPr rtlCol="1" anchor="ctr"/>
            <a:lstStyle/>
            <a:p>
              <a:endParaRPr lang="ar-SA"/>
            </a:p>
          </p:txBody>
        </p:sp>
        <p:grpSp>
          <p:nvGrpSpPr>
            <p:cNvPr id="9407" name="رسم 8014">
              <a:extLst>
                <a:ext uri="{FF2B5EF4-FFF2-40B4-BE49-F238E27FC236}">
                  <a16:creationId xmlns:a16="http://schemas.microsoft.com/office/drawing/2014/main" id="{99E202D7-EC0A-450D-5666-840BE75DF70E}"/>
                </a:ext>
              </a:extLst>
            </p:cNvPr>
            <p:cNvGrpSpPr/>
            <p:nvPr/>
          </p:nvGrpSpPr>
          <p:grpSpPr>
            <a:xfrm>
              <a:off x="10418940" y="5456445"/>
              <a:ext cx="114252" cy="183186"/>
              <a:chOff x="10418940" y="5456445"/>
              <a:chExt cx="114252" cy="183186"/>
            </a:xfrm>
            <a:noFill/>
          </p:grpSpPr>
          <p:sp>
            <p:nvSpPr>
              <p:cNvPr id="9409" name="شكل حر: شكل 10510">
                <a:extLst>
                  <a:ext uri="{FF2B5EF4-FFF2-40B4-BE49-F238E27FC236}">
                    <a16:creationId xmlns:a16="http://schemas.microsoft.com/office/drawing/2014/main" id="{E0018800-1D7A-768D-9699-A8414A88033B}"/>
                  </a:ext>
                </a:extLst>
              </p:cNvPr>
              <p:cNvSpPr/>
              <p:nvPr/>
            </p:nvSpPr>
            <p:spPr>
              <a:xfrm rot="-1349998">
                <a:off x="10446038" y="5465650"/>
                <a:ext cx="60049" cy="60049"/>
              </a:xfrm>
              <a:custGeom>
                <a:avLst/>
                <a:gdLst>
                  <a:gd name="connsiteX0" fmla="*/ 60050 w 60049"/>
                  <a:gd name="connsiteY0" fmla="*/ 30025 h 60049"/>
                  <a:gd name="connsiteX1" fmla="*/ 30026 w 60049"/>
                  <a:gd name="connsiteY1" fmla="*/ 60050 h 60049"/>
                  <a:gd name="connsiteX2" fmla="*/ 1 w 60049"/>
                  <a:gd name="connsiteY2" fmla="*/ 30025 h 60049"/>
                  <a:gd name="connsiteX3" fmla="*/ 30026 w 60049"/>
                  <a:gd name="connsiteY3" fmla="*/ 0 h 60049"/>
                  <a:gd name="connsiteX4" fmla="*/ 60050 w 60049"/>
                  <a:gd name="connsiteY4" fmla="*/ 30025 h 60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49" h="60049">
                    <a:moveTo>
                      <a:pt x="60050" y="30025"/>
                    </a:moveTo>
                    <a:cubicBezTo>
                      <a:pt x="60050" y="46607"/>
                      <a:pt x="46607" y="60050"/>
                      <a:pt x="30026" y="60050"/>
                    </a:cubicBezTo>
                    <a:cubicBezTo>
                      <a:pt x="13443" y="60050"/>
                      <a:pt x="1" y="46608"/>
                      <a:pt x="1" y="30025"/>
                    </a:cubicBezTo>
                    <a:cubicBezTo>
                      <a:pt x="1" y="13443"/>
                      <a:pt x="13444" y="0"/>
                      <a:pt x="30026" y="0"/>
                    </a:cubicBezTo>
                    <a:cubicBezTo>
                      <a:pt x="46608" y="0"/>
                      <a:pt x="60050" y="13443"/>
                      <a:pt x="60050" y="30025"/>
                    </a:cubicBezTo>
                    <a:close/>
                  </a:path>
                </a:pathLst>
              </a:custGeom>
              <a:noFill/>
              <a:ln w="8472" cap="flat">
                <a:solidFill>
                  <a:srgbClr val="17A3A3"/>
                </a:solidFill>
                <a:prstDash val="solid"/>
                <a:miter/>
              </a:ln>
            </p:spPr>
            <p:txBody>
              <a:bodyPr rtlCol="1" anchor="ctr"/>
              <a:lstStyle/>
              <a:p>
                <a:endParaRPr lang="ar-SA"/>
              </a:p>
            </p:txBody>
          </p:sp>
          <p:sp>
            <p:nvSpPr>
              <p:cNvPr id="9410" name="شكل حر: شكل 10511">
                <a:extLst>
                  <a:ext uri="{FF2B5EF4-FFF2-40B4-BE49-F238E27FC236}">
                    <a16:creationId xmlns:a16="http://schemas.microsoft.com/office/drawing/2014/main" id="{77748654-D7A9-4695-6007-8D5D15236175}"/>
                  </a:ext>
                </a:extLst>
              </p:cNvPr>
              <p:cNvSpPr/>
              <p:nvPr/>
            </p:nvSpPr>
            <p:spPr>
              <a:xfrm>
                <a:off x="10418940" y="5544303"/>
                <a:ext cx="114252" cy="95328"/>
              </a:xfrm>
              <a:custGeom>
                <a:avLst/>
                <a:gdLst>
                  <a:gd name="connsiteX0" fmla="*/ 0 w 114252"/>
                  <a:gd name="connsiteY0" fmla="*/ 95328 h 95328"/>
                  <a:gd name="connsiteX1" fmla="*/ 0 w 114252"/>
                  <a:gd name="connsiteY1" fmla="*/ 19518 h 95328"/>
                  <a:gd name="connsiteX2" fmla="*/ 19517 w 114252"/>
                  <a:gd name="connsiteY2" fmla="*/ 0 h 95328"/>
                  <a:gd name="connsiteX3" fmla="*/ 94735 w 114252"/>
                  <a:gd name="connsiteY3" fmla="*/ 0 h 95328"/>
                  <a:gd name="connsiteX4" fmla="*/ 114253 w 114252"/>
                  <a:gd name="connsiteY4" fmla="*/ 19518 h 953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252" h="95328">
                    <a:moveTo>
                      <a:pt x="0" y="95328"/>
                    </a:moveTo>
                    <a:lnTo>
                      <a:pt x="0" y="19518"/>
                    </a:lnTo>
                    <a:cubicBezTo>
                      <a:pt x="0" y="8728"/>
                      <a:pt x="8728" y="0"/>
                      <a:pt x="19517" y="0"/>
                    </a:cubicBezTo>
                    <a:lnTo>
                      <a:pt x="94735" y="0"/>
                    </a:lnTo>
                    <a:cubicBezTo>
                      <a:pt x="105525" y="0"/>
                      <a:pt x="114253" y="8728"/>
                      <a:pt x="114253" y="19518"/>
                    </a:cubicBezTo>
                  </a:path>
                </a:pathLst>
              </a:custGeom>
              <a:noFill/>
              <a:ln w="8472" cap="flat">
                <a:solidFill>
                  <a:srgbClr val="17A3A3"/>
                </a:solidFill>
                <a:prstDash val="solid"/>
                <a:miter/>
              </a:ln>
            </p:spPr>
            <p:txBody>
              <a:bodyPr rtlCol="1" anchor="ctr"/>
              <a:lstStyle/>
              <a:p>
                <a:endParaRPr lang="ar-SA"/>
              </a:p>
            </p:txBody>
          </p:sp>
          <p:sp>
            <p:nvSpPr>
              <p:cNvPr id="9411" name="شكل حر: شكل 10512">
                <a:extLst>
                  <a:ext uri="{FF2B5EF4-FFF2-40B4-BE49-F238E27FC236}">
                    <a16:creationId xmlns:a16="http://schemas.microsoft.com/office/drawing/2014/main" id="{2234FB54-0084-559B-8A65-ED1761A4A8EC}"/>
                  </a:ext>
                </a:extLst>
              </p:cNvPr>
              <p:cNvSpPr/>
              <p:nvPr/>
            </p:nvSpPr>
            <p:spPr>
              <a:xfrm>
                <a:off x="10476053" y="5544274"/>
                <a:ext cx="2824" cy="21212"/>
              </a:xfrm>
              <a:custGeom>
                <a:avLst/>
                <a:gdLst>
                  <a:gd name="connsiteX0" fmla="*/ 0 w 2824"/>
                  <a:gd name="connsiteY0" fmla="*/ 0 h 21212"/>
                  <a:gd name="connsiteX1" fmla="*/ 0 w 2824"/>
                  <a:gd name="connsiteY1" fmla="*/ 21212 h 21212"/>
                </a:gdLst>
                <a:ahLst/>
                <a:cxnLst>
                  <a:cxn ang="0">
                    <a:pos x="connsiteX0" y="connsiteY0"/>
                  </a:cxn>
                  <a:cxn ang="0">
                    <a:pos x="connsiteX1" y="connsiteY1"/>
                  </a:cxn>
                </a:cxnLst>
                <a:rect l="l" t="t" r="r" b="b"/>
                <a:pathLst>
                  <a:path w="2824" h="21212">
                    <a:moveTo>
                      <a:pt x="0" y="0"/>
                    </a:moveTo>
                    <a:lnTo>
                      <a:pt x="0" y="21212"/>
                    </a:lnTo>
                  </a:path>
                </a:pathLst>
              </a:custGeom>
              <a:ln w="8472" cap="flat">
                <a:solidFill>
                  <a:srgbClr val="17A3A3"/>
                </a:solidFill>
                <a:prstDash val="solid"/>
                <a:miter/>
              </a:ln>
            </p:spPr>
            <p:txBody>
              <a:bodyPr rtlCol="1" anchor="ctr"/>
              <a:lstStyle/>
              <a:p>
                <a:endParaRPr lang="ar-SA"/>
              </a:p>
            </p:txBody>
          </p:sp>
        </p:grpSp>
        <p:sp>
          <p:nvSpPr>
            <p:cNvPr id="9408" name="شكل حر: شكل 10513">
              <a:extLst>
                <a:ext uri="{FF2B5EF4-FFF2-40B4-BE49-F238E27FC236}">
                  <a16:creationId xmlns:a16="http://schemas.microsoft.com/office/drawing/2014/main" id="{AC15425B-693C-628D-2245-EDEB50C6648F}"/>
                </a:ext>
              </a:extLst>
            </p:cNvPr>
            <p:cNvSpPr/>
            <p:nvPr/>
          </p:nvSpPr>
          <p:spPr>
            <a:xfrm>
              <a:off x="10334910" y="5411464"/>
              <a:ext cx="282341" cy="281212"/>
            </a:xfrm>
            <a:custGeom>
              <a:avLst/>
              <a:gdLst>
                <a:gd name="connsiteX0" fmla="*/ 123376 w 282341"/>
                <a:gd name="connsiteY0" fmla="*/ 281212 h 281212"/>
                <a:gd name="connsiteX1" fmla="*/ 0 w 282341"/>
                <a:gd name="connsiteY1" fmla="*/ 141171 h 281212"/>
                <a:gd name="connsiteX2" fmla="*/ 141171 w 282341"/>
                <a:gd name="connsiteY2" fmla="*/ 0 h 281212"/>
                <a:gd name="connsiteX3" fmla="*/ 282342 w 282341"/>
                <a:gd name="connsiteY3" fmla="*/ 141171 h 281212"/>
                <a:gd name="connsiteX4" fmla="*/ 280449 w 282341"/>
                <a:gd name="connsiteY4" fmla="*/ 164389 h 281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341" h="281212">
                  <a:moveTo>
                    <a:pt x="123376" y="281212"/>
                  </a:moveTo>
                  <a:cubicBezTo>
                    <a:pt x="53808" y="272484"/>
                    <a:pt x="0" y="213112"/>
                    <a:pt x="0" y="141171"/>
                  </a:cubicBezTo>
                  <a:cubicBezTo>
                    <a:pt x="0" y="63213"/>
                    <a:pt x="63185" y="0"/>
                    <a:pt x="141171" y="0"/>
                  </a:cubicBezTo>
                  <a:cubicBezTo>
                    <a:pt x="219157" y="0"/>
                    <a:pt x="282342" y="63185"/>
                    <a:pt x="282342" y="141171"/>
                  </a:cubicBezTo>
                  <a:cubicBezTo>
                    <a:pt x="282342" y="149080"/>
                    <a:pt x="281692" y="156819"/>
                    <a:pt x="280449" y="164389"/>
                  </a:cubicBezTo>
                </a:path>
              </a:pathLst>
            </a:custGeom>
            <a:noFill/>
            <a:ln w="8472" cap="flat">
              <a:solidFill>
                <a:srgbClr val="01355A"/>
              </a:solidFill>
              <a:prstDash val="solid"/>
              <a:miter/>
            </a:ln>
          </p:spPr>
          <p:txBody>
            <a:bodyPr rtlCol="1" anchor="ctr"/>
            <a:lstStyle/>
            <a:p>
              <a:endParaRPr lang="ar-SA"/>
            </a:p>
          </p:txBody>
        </p:sp>
      </p:grpSp>
      <p:grpSp>
        <p:nvGrpSpPr>
          <p:cNvPr id="9418" name="رسم 8014">
            <a:extLst>
              <a:ext uri="{FF2B5EF4-FFF2-40B4-BE49-F238E27FC236}">
                <a16:creationId xmlns:a16="http://schemas.microsoft.com/office/drawing/2014/main" id="{75BDAF7A-72DF-5910-5E1B-4C2CCFAE1CA4}"/>
              </a:ext>
            </a:extLst>
          </p:cNvPr>
          <p:cNvGrpSpPr/>
          <p:nvPr/>
        </p:nvGrpSpPr>
        <p:grpSpPr>
          <a:xfrm>
            <a:off x="7645494" y="4476467"/>
            <a:ext cx="298003" cy="271428"/>
            <a:chOff x="8220087" y="3864036"/>
            <a:chExt cx="356203" cy="344368"/>
          </a:xfrm>
          <a:noFill/>
        </p:grpSpPr>
        <p:sp>
          <p:nvSpPr>
            <p:cNvPr id="9419" name="شكل حر: شكل 10515">
              <a:extLst>
                <a:ext uri="{FF2B5EF4-FFF2-40B4-BE49-F238E27FC236}">
                  <a16:creationId xmlns:a16="http://schemas.microsoft.com/office/drawing/2014/main" id="{B9C00F6D-70F0-8CE4-2A12-0A945E47299D}"/>
                </a:ext>
              </a:extLst>
            </p:cNvPr>
            <p:cNvSpPr/>
            <p:nvPr/>
          </p:nvSpPr>
          <p:spPr>
            <a:xfrm>
              <a:off x="8463563" y="4144231"/>
              <a:ext cx="2824" cy="64173"/>
            </a:xfrm>
            <a:custGeom>
              <a:avLst/>
              <a:gdLst>
                <a:gd name="connsiteX0" fmla="*/ 0 w 2824"/>
                <a:gd name="connsiteY0" fmla="*/ 0 h 64173"/>
                <a:gd name="connsiteX1" fmla="*/ 0 w 2824"/>
                <a:gd name="connsiteY1" fmla="*/ 64174 h 64173"/>
              </a:gdLst>
              <a:ahLst/>
              <a:cxnLst>
                <a:cxn ang="0">
                  <a:pos x="connsiteX0" y="connsiteY0"/>
                </a:cxn>
                <a:cxn ang="0">
                  <a:pos x="connsiteX1" y="connsiteY1"/>
                </a:cxn>
              </a:cxnLst>
              <a:rect l="l" t="t" r="r" b="b"/>
              <a:pathLst>
                <a:path w="2824" h="64173">
                  <a:moveTo>
                    <a:pt x="0" y="0"/>
                  </a:moveTo>
                  <a:lnTo>
                    <a:pt x="0" y="64174"/>
                  </a:lnTo>
                </a:path>
              </a:pathLst>
            </a:custGeom>
            <a:ln w="8472" cap="flat">
              <a:solidFill>
                <a:srgbClr val="01355A"/>
              </a:solidFill>
              <a:prstDash val="solid"/>
              <a:miter/>
            </a:ln>
          </p:spPr>
          <p:txBody>
            <a:bodyPr rtlCol="1" anchor="ctr"/>
            <a:lstStyle/>
            <a:p>
              <a:endParaRPr lang="ar-SA"/>
            </a:p>
          </p:txBody>
        </p:sp>
        <p:sp>
          <p:nvSpPr>
            <p:cNvPr id="9420" name="شكل حر: شكل 10516">
              <a:extLst>
                <a:ext uri="{FF2B5EF4-FFF2-40B4-BE49-F238E27FC236}">
                  <a16:creationId xmlns:a16="http://schemas.microsoft.com/office/drawing/2014/main" id="{D6A97769-1FE3-782F-1CAD-7C74B72E6BA9}"/>
                </a:ext>
              </a:extLst>
            </p:cNvPr>
            <p:cNvSpPr/>
            <p:nvPr/>
          </p:nvSpPr>
          <p:spPr>
            <a:xfrm>
              <a:off x="8503954" y="4080029"/>
              <a:ext cx="2824" cy="128375"/>
            </a:xfrm>
            <a:custGeom>
              <a:avLst/>
              <a:gdLst>
                <a:gd name="connsiteX0" fmla="*/ 0 w 2824"/>
                <a:gd name="connsiteY0" fmla="*/ 128375 h 128375"/>
                <a:gd name="connsiteX1" fmla="*/ 0 w 2824"/>
                <a:gd name="connsiteY1" fmla="*/ 0 h 128375"/>
              </a:gdLst>
              <a:ahLst/>
              <a:cxnLst>
                <a:cxn ang="0">
                  <a:pos x="connsiteX0" y="connsiteY0"/>
                </a:cxn>
                <a:cxn ang="0">
                  <a:pos x="connsiteX1" y="connsiteY1"/>
                </a:cxn>
              </a:cxnLst>
              <a:rect l="l" t="t" r="r" b="b"/>
              <a:pathLst>
                <a:path w="2824" h="128375">
                  <a:moveTo>
                    <a:pt x="0" y="128375"/>
                  </a:moveTo>
                  <a:lnTo>
                    <a:pt x="0" y="0"/>
                  </a:lnTo>
                </a:path>
              </a:pathLst>
            </a:custGeom>
            <a:ln w="8472" cap="flat">
              <a:solidFill>
                <a:srgbClr val="01355A"/>
              </a:solidFill>
              <a:prstDash val="solid"/>
              <a:miter/>
            </a:ln>
          </p:spPr>
          <p:txBody>
            <a:bodyPr rtlCol="1" anchor="ctr"/>
            <a:lstStyle/>
            <a:p>
              <a:endParaRPr lang="ar-SA"/>
            </a:p>
          </p:txBody>
        </p:sp>
        <p:sp>
          <p:nvSpPr>
            <p:cNvPr id="9421" name="شكل حر: شكل 10517">
              <a:extLst>
                <a:ext uri="{FF2B5EF4-FFF2-40B4-BE49-F238E27FC236}">
                  <a16:creationId xmlns:a16="http://schemas.microsoft.com/office/drawing/2014/main" id="{7757D9C2-9779-FB5E-EF91-2DB059922C46}"/>
                </a:ext>
              </a:extLst>
            </p:cNvPr>
            <p:cNvSpPr/>
            <p:nvPr/>
          </p:nvSpPr>
          <p:spPr>
            <a:xfrm>
              <a:off x="8544345" y="4080029"/>
              <a:ext cx="2824" cy="128375"/>
            </a:xfrm>
            <a:custGeom>
              <a:avLst/>
              <a:gdLst>
                <a:gd name="connsiteX0" fmla="*/ 0 w 2824"/>
                <a:gd name="connsiteY0" fmla="*/ 0 h 128375"/>
                <a:gd name="connsiteX1" fmla="*/ 0 w 2824"/>
                <a:gd name="connsiteY1" fmla="*/ 128375 h 128375"/>
              </a:gdLst>
              <a:ahLst/>
              <a:cxnLst>
                <a:cxn ang="0">
                  <a:pos x="connsiteX0" y="connsiteY0"/>
                </a:cxn>
                <a:cxn ang="0">
                  <a:pos x="connsiteX1" y="connsiteY1"/>
                </a:cxn>
              </a:cxnLst>
              <a:rect l="l" t="t" r="r" b="b"/>
              <a:pathLst>
                <a:path w="2824" h="128375">
                  <a:moveTo>
                    <a:pt x="0" y="0"/>
                  </a:moveTo>
                  <a:lnTo>
                    <a:pt x="0" y="128375"/>
                  </a:lnTo>
                </a:path>
              </a:pathLst>
            </a:custGeom>
            <a:ln w="8472" cap="flat">
              <a:solidFill>
                <a:srgbClr val="01355A"/>
              </a:solidFill>
              <a:prstDash val="solid"/>
              <a:miter/>
            </a:ln>
          </p:spPr>
          <p:txBody>
            <a:bodyPr rtlCol="1" anchor="ctr"/>
            <a:lstStyle/>
            <a:p>
              <a:endParaRPr lang="ar-SA"/>
            </a:p>
          </p:txBody>
        </p:sp>
        <p:sp>
          <p:nvSpPr>
            <p:cNvPr id="9422" name="شكل حر: شكل 10518">
              <a:extLst>
                <a:ext uri="{FF2B5EF4-FFF2-40B4-BE49-F238E27FC236}">
                  <a16:creationId xmlns:a16="http://schemas.microsoft.com/office/drawing/2014/main" id="{D3AA3FFB-BD27-CF62-8E42-7CE7CE05884F}"/>
                </a:ext>
              </a:extLst>
            </p:cNvPr>
            <p:cNvSpPr/>
            <p:nvPr/>
          </p:nvSpPr>
          <p:spPr>
            <a:xfrm>
              <a:off x="8544345" y="4013201"/>
              <a:ext cx="2824" cy="66828"/>
            </a:xfrm>
            <a:custGeom>
              <a:avLst/>
              <a:gdLst>
                <a:gd name="connsiteX0" fmla="*/ 0 w 2824"/>
                <a:gd name="connsiteY0" fmla="*/ 0 h 66828"/>
                <a:gd name="connsiteX1" fmla="*/ 0 w 2824"/>
                <a:gd name="connsiteY1" fmla="*/ 66829 h 66828"/>
              </a:gdLst>
              <a:ahLst/>
              <a:cxnLst>
                <a:cxn ang="0">
                  <a:pos x="connsiteX0" y="connsiteY0"/>
                </a:cxn>
                <a:cxn ang="0">
                  <a:pos x="connsiteX1" y="connsiteY1"/>
                </a:cxn>
              </a:cxnLst>
              <a:rect l="l" t="t" r="r" b="b"/>
              <a:pathLst>
                <a:path w="2824" h="66828">
                  <a:moveTo>
                    <a:pt x="0" y="0"/>
                  </a:moveTo>
                  <a:lnTo>
                    <a:pt x="0" y="66829"/>
                  </a:lnTo>
                </a:path>
              </a:pathLst>
            </a:custGeom>
            <a:ln w="8472" cap="flat">
              <a:solidFill>
                <a:srgbClr val="01355A"/>
              </a:solidFill>
              <a:prstDash val="solid"/>
              <a:miter/>
            </a:ln>
          </p:spPr>
          <p:txBody>
            <a:bodyPr rtlCol="1" anchor="ctr"/>
            <a:lstStyle/>
            <a:p>
              <a:endParaRPr lang="ar-SA"/>
            </a:p>
          </p:txBody>
        </p:sp>
        <p:sp>
          <p:nvSpPr>
            <p:cNvPr id="9423" name="شكل حر: شكل 10519">
              <a:extLst>
                <a:ext uri="{FF2B5EF4-FFF2-40B4-BE49-F238E27FC236}">
                  <a16:creationId xmlns:a16="http://schemas.microsoft.com/office/drawing/2014/main" id="{B007E498-960A-8C04-0724-810C931FC630}"/>
                </a:ext>
              </a:extLst>
            </p:cNvPr>
            <p:cNvSpPr/>
            <p:nvPr/>
          </p:nvSpPr>
          <p:spPr>
            <a:xfrm>
              <a:off x="8465964" y="3864036"/>
              <a:ext cx="75980" cy="75980"/>
            </a:xfrm>
            <a:custGeom>
              <a:avLst/>
              <a:gdLst>
                <a:gd name="connsiteX0" fmla="*/ 75980 w 75980"/>
                <a:gd name="connsiteY0" fmla="*/ 37990 h 75980"/>
                <a:gd name="connsiteX1" fmla="*/ 37990 w 75980"/>
                <a:gd name="connsiteY1" fmla="*/ 75980 h 75980"/>
                <a:gd name="connsiteX2" fmla="*/ 0 w 75980"/>
                <a:gd name="connsiteY2" fmla="*/ 37990 h 75980"/>
                <a:gd name="connsiteX3" fmla="*/ 37990 w 75980"/>
                <a:gd name="connsiteY3" fmla="*/ 0 h 75980"/>
                <a:gd name="connsiteX4" fmla="*/ 75980 w 75980"/>
                <a:gd name="connsiteY4" fmla="*/ 37990 h 75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80" h="75980">
                  <a:moveTo>
                    <a:pt x="75980" y="37990"/>
                  </a:moveTo>
                  <a:cubicBezTo>
                    <a:pt x="75980" y="58971"/>
                    <a:pt x="58972" y="75980"/>
                    <a:pt x="37990" y="75980"/>
                  </a:cubicBezTo>
                  <a:cubicBezTo>
                    <a:pt x="17009" y="75980"/>
                    <a:pt x="0" y="58971"/>
                    <a:pt x="0" y="37990"/>
                  </a:cubicBezTo>
                  <a:cubicBezTo>
                    <a:pt x="0" y="17009"/>
                    <a:pt x="17009" y="0"/>
                    <a:pt x="37990" y="0"/>
                  </a:cubicBezTo>
                  <a:cubicBezTo>
                    <a:pt x="58972" y="0"/>
                    <a:pt x="75980" y="17009"/>
                    <a:pt x="75980" y="37990"/>
                  </a:cubicBezTo>
                  <a:close/>
                </a:path>
              </a:pathLst>
            </a:custGeom>
            <a:noFill/>
            <a:ln w="8472" cap="flat">
              <a:solidFill>
                <a:srgbClr val="01355A"/>
              </a:solidFill>
              <a:prstDash val="solid"/>
              <a:miter/>
            </a:ln>
          </p:spPr>
          <p:txBody>
            <a:bodyPr rtlCol="1" anchor="ctr"/>
            <a:lstStyle/>
            <a:p>
              <a:endParaRPr lang="ar-SA"/>
            </a:p>
          </p:txBody>
        </p:sp>
        <p:sp>
          <p:nvSpPr>
            <p:cNvPr id="9424" name="شكل حر: شكل 10520">
              <a:extLst>
                <a:ext uri="{FF2B5EF4-FFF2-40B4-BE49-F238E27FC236}">
                  <a16:creationId xmlns:a16="http://schemas.microsoft.com/office/drawing/2014/main" id="{7C658A5D-E340-DD12-3730-D8FB78FB64C3}"/>
                </a:ext>
              </a:extLst>
            </p:cNvPr>
            <p:cNvSpPr/>
            <p:nvPr/>
          </p:nvSpPr>
          <p:spPr>
            <a:xfrm>
              <a:off x="8432436" y="3959308"/>
              <a:ext cx="143854" cy="120721"/>
            </a:xfrm>
            <a:custGeom>
              <a:avLst/>
              <a:gdLst>
                <a:gd name="connsiteX0" fmla="*/ 0 w 143854"/>
                <a:gd name="connsiteY0" fmla="*/ 18331 h 120721"/>
                <a:gd name="connsiteX1" fmla="*/ 23896 w 143854"/>
                <a:gd name="connsiteY1" fmla="*/ 0 h 120721"/>
                <a:gd name="connsiteX2" fmla="*/ 119140 w 143854"/>
                <a:gd name="connsiteY2" fmla="*/ 0 h 120721"/>
                <a:gd name="connsiteX3" fmla="*/ 143855 w 143854"/>
                <a:gd name="connsiteY3" fmla="*/ 24715 h 120721"/>
                <a:gd name="connsiteX4" fmla="*/ 143855 w 143854"/>
                <a:gd name="connsiteY4" fmla="*/ 120721 h 1207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854" h="120721">
                  <a:moveTo>
                    <a:pt x="0" y="18331"/>
                  </a:moveTo>
                  <a:cubicBezTo>
                    <a:pt x="2825" y="7768"/>
                    <a:pt x="12457" y="0"/>
                    <a:pt x="23896" y="0"/>
                  </a:cubicBezTo>
                  <a:lnTo>
                    <a:pt x="119140" y="0"/>
                  </a:lnTo>
                  <a:cubicBezTo>
                    <a:pt x="132782" y="0"/>
                    <a:pt x="143855" y="11072"/>
                    <a:pt x="143855" y="24715"/>
                  </a:cubicBezTo>
                  <a:lnTo>
                    <a:pt x="143855" y="120721"/>
                  </a:lnTo>
                </a:path>
              </a:pathLst>
            </a:custGeom>
            <a:noFill/>
            <a:ln w="8472" cap="flat">
              <a:solidFill>
                <a:srgbClr val="01355A"/>
              </a:solidFill>
              <a:prstDash val="solid"/>
              <a:miter/>
            </a:ln>
          </p:spPr>
          <p:txBody>
            <a:bodyPr rtlCol="1" anchor="ctr"/>
            <a:lstStyle/>
            <a:p>
              <a:endParaRPr lang="ar-SA"/>
            </a:p>
          </p:txBody>
        </p:sp>
        <p:sp>
          <p:nvSpPr>
            <p:cNvPr id="9425" name="شكل حر: شكل 10521">
              <a:extLst>
                <a:ext uri="{FF2B5EF4-FFF2-40B4-BE49-F238E27FC236}">
                  <a16:creationId xmlns:a16="http://schemas.microsoft.com/office/drawing/2014/main" id="{36315385-F9E1-50E2-E9EA-9973522DF3A1}"/>
                </a:ext>
              </a:extLst>
            </p:cNvPr>
            <p:cNvSpPr/>
            <p:nvPr/>
          </p:nvSpPr>
          <p:spPr>
            <a:xfrm>
              <a:off x="8495791" y="4080029"/>
              <a:ext cx="48553" cy="2824"/>
            </a:xfrm>
            <a:custGeom>
              <a:avLst/>
              <a:gdLst>
                <a:gd name="connsiteX0" fmla="*/ 0 w 48553"/>
                <a:gd name="connsiteY0" fmla="*/ 0 h 2824"/>
                <a:gd name="connsiteX1" fmla="*/ 48554 w 48553"/>
                <a:gd name="connsiteY1" fmla="*/ 0 h 2824"/>
              </a:gdLst>
              <a:ahLst/>
              <a:cxnLst>
                <a:cxn ang="0">
                  <a:pos x="connsiteX0" y="connsiteY0"/>
                </a:cxn>
                <a:cxn ang="0">
                  <a:pos x="connsiteX1" y="connsiteY1"/>
                </a:cxn>
              </a:cxnLst>
              <a:rect l="l" t="t" r="r" b="b"/>
              <a:pathLst>
                <a:path w="48553" h="2824">
                  <a:moveTo>
                    <a:pt x="0" y="0"/>
                  </a:moveTo>
                  <a:lnTo>
                    <a:pt x="48554" y="0"/>
                  </a:lnTo>
                </a:path>
              </a:pathLst>
            </a:custGeom>
            <a:ln w="8472" cap="flat">
              <a:solidFill>
                <a:srgbClr val="01355A"/>
              </a:solidFill>
              <a:prstDash val="solid"/>
              <a:miter/>
            </a:ln>
          </p:spPr>
          <p:txBody>
            <a:bodyPr rtlCol="1" anchor="ctr"/>
            <a:lstStyle/>
            <a:p>
              <a:endParaRPr lang="ar-SA"/>
            </a:p>
          </p:txBody>
        </p:sp>
        <p:sp>
          <p:nvSpPr>
            <p:cNvPr id="9426" name="شكل حر: شكل 10522">
              <a:extLst>
                <a:ext uri="{FF2B5EF4-FFF2-40B4-BE49-F238E27FC236}">
                  <a16:creationId xmlns:a16="http://schemas.microsoft.com/office/drawing/2014/main" id="{17F2885C-014E-561B-12CE-BF45C91036BB}"/>
                </a:ext>
              </a:extLst>
            </p:cNvPr>
            <p:cNvSpPr/>
            <p:nvPr/>
          </p:nvSpPr>
          <p:spPr>
            <a:xfrm>
              <a:off x="8252033" y="3999586"/>
              <a:ext cx="2824" cy="208818"/>
            </a:xfrm>
            <a:custGeom>
              <a:avLst/>
              <a:gdLst>
                <a:gd name="connsiteX0" fmla="*/ 0 w 2824"/>
                <a:gd name="connsiteY0" fmla="*/ 0 h 208818"/>
                <a:gd name="connsiteX1" fmla="*/ 0 w 2824"/>
                <a:gd name="connsiteY1" fmla="*/ 208819 h 208818"/>
              </a:gdLst>
              <a:ahLst/>
              <a:cxnLst>
                <a:cxn ang="0">
                  <a:pos x="connsiteX0" y="connsiteY0"/>
                </a:cxn>
                <a:cxn ang="0">
                  <a:pos x="connsiteX1" y="connsiteY1"/>
                </a:cxn>
              </a:cxnLst>
              <a:rect l="l" t="t" r="r" b="b"/>
              <a:pathLst>
                <a:path w="2824" h="208818">
                  <a:moveTo>
                    <a:pt x="0" y="0"/>
                  </a:moveTo>
                  <a:lnTo>
                    <a:pt x="0" y="208819"/>
                  </a:lnTo>
                </a:path>
              </a:pathLst>
            </a:custGeom>
            <a:ln w="8472" cap="flat">
              <a:solidFill>
                <a:srgbClr val="01355A"/>
              </a:solidFill>
              <a:prstDash val="solid"/>
              <a:miter/>
            </a:ln>
          </p:spPr>
          <p:txBody>
            <a:bodyPr rtlCol="1" anchor="ctr"/>
            <a:lstStyle/>
            <a:p>
              <a:endParaRPr lang="ar-SA"/>
            </a:p>
          </p:txBody>
        </p:sp>
        <p:sp>
          <p:nvSpPr>
            <p:cNvPr id="9427" name="شكل حر: شكل 10523">
              <a:extLst>
                <a:ext uri="{FF2B5EF4-FFF2-40B4-BE49-F238E27FC236}">
                  <a16:creationId xmlns:a16="http://schemas.microsoft.com/office/drawing/2014/main" id="{B7D61EB6-BA32-E57B-AA4E-06BB688C0075}"/>
                </a:ext>
              </a:extLst>
            </p:cNvPr>
            <p:cNvSpPr/>
            <p:nvPr/>
          </p:nvSpPr>
          <p:spPr>
            <a:xfrm>
              <a:off x="8292424" y="4080029"/>
              <a:ext cx="2824" cy="128375"/>
            </a:xfrm>
            <a:custGeom>
              <a:avLst/>
              <a:gdLst>
                <a:gd name="connsiteX0" fmla="*/ 0 w 2824"/>
                <a:gd name="connsiteY0" fmla="*/ 128375 h 128375"/>
                <a:gd name="connsiteX1" fmla="*/ 0 w 2824"/>
                <a:gd name="connsiteY1" fmla="*/ 0 h 128375"/>
              </a:gdLst>
              <a:ahLst/>
              <a:cxnLst>
                <a:cxn ang="0">
                  <a:pos x="connsiteX0" y="connsiteY0"/>
                </a:cxn>
                <a:cxn ang="0">
                  <a:pos x="connsiteX1" y="connsiteY1"/>
                </a:cxn>
              </a:cxnLst>
              <a:rect l="l" t="t" r="r" b="b"/>
              <a:pathLst>
                <a:path w="2824" h="128375">
                  <a:moveTo>
                    <a:pt x="0" y="128375"/>
                  </a:moveTo>
                  <a:lnTo>
                    <a:pt x="0" y="0"/>
                  </a:lnTo>
                </a:path>
              </a:pathLst>
            </a:custGeom>
            <a:ln w="8472" cap="flat">
              <a:solidFill>
                <a:srgbClr val="01355A"/>
              </a:solidFill>
              <a:prstDash val="solid"/>
              <a:miter/>
            </a:ln>
          </p:spPr>
          <p:txBody>
            <a:bodyPr rtlCol="1" anchor="ctr"/>
            <a:lstStyle/>
            <a:p>
              <a:endParaRPr lang="ar-SA"/>
            </a:p>
          </p:txBody>
        </p:sp>
        <p:sp>
          <p:nvSpPr>
            <p:cNvPr id="9428" name="شكل حر: شكل 10524">
              <a:extLst>
                <a:ext uri="{FF2B5EF4-FFF2-40B4-BE49-F238E27FC236}">
                  <a16:creationId xmlns:a16="http://schemas.microsoft.com/office/drawing/2014/main" id="{EEC3D141-AC87-71B0-B911-5F53A93EA31C}"/>
                </a:ext>
              </a:extLst>
            </p:cNvPr>
            <p:cNvSpPr/>
            <p:nvPr/>
          </p:nvSpPr>
          <p:spPr>
            <a:xfrm>
              <a:off x="8332815" y="4147225"/>
              <a:ext cx="2824" cy="61179"/>
            </a:xfrm>
            <a:custGeom>
              <a:avLst/>
              <a:gdLst>
                <a:gd name="connsiteX0" fmla="*/ 0 w 2824"/>
                <a:gd name="connsiteY0" fmla="*/ 0 h 61179"/>
                <a:gd name="connsiteX1" fmla="*/ 0 w 2824"/>
                <a:gd name="connsiteY1" fmla="*/ 61180 h 61179"/>
              </a:gdLst>
              <a:ahLst/>
              <a:cxnLst>
                <a:cxn ang="0">
                  <a:pos x="connsiteX0" y="connsiteY0"/>
                </a:cxn>
                <a:cxn ang="0">
                  <a:pos x="connsiteX1" y="connsiteY1"/>
                </a:cxn>
              </a:cxnLst>
              <a:rect l="l" t="t" r="r" b="b"/>
              <a:pathLst>
                <a:path w="2824" h="61179">
                  <a:moveTo>
                    <a:pt x="0" y="0"/>
                  </a:moveTo>
                  <a:lnTo>
                    <a:pt x="0" y="61180"/>
                  </a:lnTo>
                </a:path>
              </a:pathLst>
            </a:custGeom>
            <a:ln w="8472" cap="flat">
              <a:solidFill>
                <a:srgbClr val="01355A"/>
              </a:solidFill>
              <a:prstDash val="solid"/>
              <a:miter/>
            </a:ln>
          </p:spPr>
          <p:txBody>
            <a:bodyPr rtlCol="1" anchor="ctr"/>
            <a:lstStyle/>
            <a:p>
              <a:endParaRPr lang="ar-SA"/>
            </a:p>
          </p:txBody>
        </p:sp>
        <p:sp>
          <p:nvSpPr>
            <p:cNvPr id="9429" name="شكل حر: شكل 10525">
              <a:extLst>
                <a:ext uri="{FF2B5EF4-FFF2-40B4-BE49-F238E27FC236}">
                  <a16:creationId xmlns:a16="http://schemas.microsoft.com/office/drawing/2014/main" id="{9C60744B-3B6B-C279-2BEE-67DCC98F0485}"/>
                </a:ext>
              </a:extLst>
            </p:cNvPr>
            <p:cNvSpPr/>
            <p:nvPr/>
          </p:nvSpPr>
          <p:spPr>
            <a:xfrm>
              <a:off x="8254433" y="3864036"/>
              <a:ext cx="75980" cy="75980"/>
            </a:xfrm>
            <a:custGeom>
              <a:avLst/>
              <a:gdLst>
                <a:gd name="connsiteX0" fmla="*/ 75981 w 75980"/>
                <a:gd name="connsiteY0" fmla="*/ 37990 h 75980"/>
                <a:gd name="connsiteX1" fmla="*/ 37990 w 75980"/>
                <a:gd name="connsiteY1" fmla="*/ 75980 h 75980"/>
                <a:gd name="connsiteX2" fmla="*/ 0 w 75980"/>
                <a:gd name="connsiteY2" fmla="*/ 37990 h 75980"/>
                <a:gd name="connsiteX3" fmla="*/ 37990 w 75980"/>
                <a:gd name="connsiteY3" fmla="*/ 0 h 75980"/>
                <a:gd name="connsiteX4" fmla="*/ 75981 w 75980"/>
                <a:gd name="connsiteY4" fmla="*/ 37990 h 75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980" h="75980">
                  <a:moveTo>
                    <a:pt x="75981" y="37990"/>
                  </a:moveTo>
                  <a:cubicBezTo>
                    <a:pt x="75981" y="58971"/>
                    <a:pt x="58972" y="75980"/>
                    <a:pt x="37990" y="75980"/>
                  </a:cubicBezTo>
                  <a:cubicBezTo>
                    <a:pt x="17009" y="75980"/>
                    <a:pt x="0" y="58971"/>
                    <a:pt x="0" y="37990"/>
                  </a:cubicBezTo>
                  <a:cubicBezTo>
                    <a:pt x="0" y="17009"/>
                    <a:pt x="17009" y="0"/>
                    <a:pt x="37990" y="0"/>
                  </a:cubicBezTo>
                  <a:cubicBezTo>
                    <a:pt x="58972" y="0"/>
                    <a:pt x="75981" y="17009"/>
                    <a:pt x="75981" y="37990"/>
                  </a:cubicBezTo>
                  <a:close/>
                </a:path>
              </a:pathLst>
            </a:custGeom>
            <a:noFill/>
            <a:ln w="8472" cap="flat">
              <a:solidFill>
                <a:srgbClr val="01355A"/>
              </a:solidFill>
              <a:prstDash val="solid"/>
              <a:miter/>
            </a:ln>
          </p:spPr>
          <p:txBody>
            <a:bodyPr rtlCol="1" anchor="ctr"/>
            <a:lstStyle/>
            <a:p>
              <a:endParaRPr lang="ar-SA"/>
            </a:p>
          </p:txBody>
        </p:sp>
        <p:sp>
          <p:nvSpPr>
            <p:cNvPr id="9430" name="شكل حر: شكل 10526">
              <a:extLst>
                <a:ext uri="{FF2B5EF4-FFF2-40B4-BE49-F238E27FC236}">
                  <a16:creationId xmlns:a16="http://schemas.microsoft.com/office/drawing/2014/main" id="{02B23AD9-5F2E-9C3D-7361-CA0D417045E2}"/>
                </a:ext>
              </a:extLst>
            </p:cNvPr>
            <p:cNvSpPr/>
            <p:nvPr/>
          </p:nvSpPr>
          <p:spPr>
            <a:xfrm>
              <a:off x="8220087" y="3959308"/>
              <a:ext cx="119958" cy="120721"/>
            </a:xfrm>
            <a:custGeom>
              <a:avLst/>
              <a:gdLst>
                <a:gd name="connsiteX0" fmla="*/ 0 w 119958"/>
                <a:gd name="connsiteY0" fmla="*/ 120721 h 120721"/>
                <a:gd name="connsiteX1" fmla="*/ 0 w 119958"/>
                <a:gd name="connsiteY1" fmla="*/ 24715 h 120721"/>
                <a:gd name="connsiteX2" fmla="*/ 24715 w 119958"/>
                <a:gd name="connsiteY2" fmla="*/ 0 h 120721"/>
                <a:gd name="connsiteX3" fmla="*/ 119958 w 119958"/>
                <a:gd name="connsiteY3" fmla="*/ 0 h 120721"/>
              </a:gdLst>
              <a:ahLst/>
              <a:cxnLst>
                <a:cxn ang="0">
                  <a:pos x="connsiteX0" y="connsiteY0"/>
                </a:cxn>
                <a:cxn ang="0">
                  <a:pos x="connsiteX1" y="connsiteY1"/>
                </a:cxn>
                <a:cxn ang="0">
                  <a:pos x="connsiteX2" y="connsiteY2"/>
                </a:cxn>
                <a:cxn ang="0">
                  <a:pos x="connsiteX3" y="connsiteY3"/>
                </a:cxn>
              </a:cxnLst>
              <a:rect l="l" t="t" r="r" b="b"/>
              <a:pathLst>
                <a:path w="119958" h="120721">
                  <a:moveTo>
                    <a:pt x="0" y="120721"/>
                  </a:moveTo>
                  <a:lnTo>
                    <a:pt x="0" y="24715"/>
                  </a:lnTo>
                  <a:cubicBezTo>
                    <a:pt x="0" y="11072"/>
                    <a:pt x="11072" y="0"/>
                    <a:pt x="24715" y="0"/>
                  </a:cubicBezTo>
                  <a:lnTo>
                    <a:pt x="119958" y="0"/>
                  </a:lnTo>
                </a:path>
              </a:pathLst>
            </a:custGeom>
            <a:noFill/>
            <a:ln w="8472" cap="flat">
              <a:solidFill>
                <a:srgbClr val="01355A"/>
              </a:solidFill>
              <a:prstDash val="solid"/>
              <a:miter/>
            </a:ln>
          </p:spPr>
          <p:txBody>
            <a:bodyPr rtlCol="1" anchor="ctr"/>
            <a:lstStyle/>
            <a:p>
              <a:endParaRPr lang="ar-SA"/>
            </a:p>
          </p:txBody>
        </p:sp>
        <p:sp>
          <p:nvSpPr>
            <p:cNvPr id="9431" name="شكل حر: شكل 10527">
              <a:extLst>
                <a:ext uri="{FF2B5EF4-FFF2-40B4-BE49-F238E27FC236}">
                  <a16:creationId xmlns:a16="http://schemas.microsoft.com/office/drawing/2014/main" id="{CDF93DCD-4A14-4E47-5C9B-5FDE54DCA4A7}"/>
                </a:ext>
              </a:extLst>
            </p:cNvPr>
            <p:cNvSpPr/>
            <p:nvPr/>
          </p:nvSpPr>
          <p:spPr>
            <a:xfrm>
              <a:off x="8252033" y="4080029"/>
              <a:ext cx="48977" cy="2824"/>
            </a:xfrm>
            <a:custGeom>
              <a:avLst/>
              <a:gdLst>
                <a:gd name="connsiteX0" fmla="*/ 0 w 48977"/>
                <a:gd name="connsiteY0" fmla="*/ 0 h 2824"/>
                <a:gd name="connsiteX1" fmla="*/ 48977 w 48977"/>
                <a:gd name="connsiteY1" fmla="*/ 0 h 2824"/>
              </a:gdLst>
              <a:ahLst/>
              <a:cxnLst>
                <a:cxn ang="0">
                  <a:pos x="connsiteX0" y="connsiteY0"/>
                </a:cxn>
                <a:cxn ang="0">
                  <a:pos x="connsiteX1" y="connsiteY1"/>
                </a:cxn>
              </a:cxnLst>
              <a:rect l="l" t="t" r="r" b="b"/>
              <a:pathLst>
                <a:path w="48977" h="2824">
                  <a:moveTo>
                    <a:pt x="0" y="0"/>
                  </a:moveTo>
                  <a:lnTo>
                    <a:pt x="48977" y="0"/>
                  </a:lnTo>
                </a:path>
              </a:pathLst>
            </a:custGeom>
            <a:ln w="8472" cap="flat">
              <a:solidFill>
                <a:srgbClr val="01355A"/>
              </a:solidFill>
              <a:prstDash val="solid"/>
              <a:miter/>
            </a:ln>
          </p:spPr>
          <p:txBody>
            <a:bodyPr rtlCol="1" anchor="ctr"/>
            <a:lstStyle/>
            <a:p>
              <a:endParaRPr lang="ar-SA"/>
            </a:p>
          </p:txBody>
        </p:sp>
        <p:sp>
          <p:nvSpPr>
            <p:cNvPr id="9432" name="شكل حر: شكل 10528">
              <a:extLst>
                <a:ext uri="{FF2B5EF4-FFF2-40B4-BE49-F238E27FC236}">
                  <a16:creationId xmlns:a16="http://schemas.microsoft.com/office/drawing/2014/main" id="{98A79FEE-AD24-45CA-3381-D26B7C929FDB}"/>
                </a:ext>
              </a:extLst>
            </p:cNvPr>
            <p:cNvSpPr/>
            <p:nvPr/>
          </p:nvSpPr>
          <p:spPr>
            <a:xfrm>
              <a:off x="8378262" y="4027521"/>
              <a:ext cx="42198" cy="84397"/>
            </a:xfrm>
            <a:custGeom>
              <a:avLst/>
              <a:gdLst>
                <a:gd name="connsiteX0" fmla="*/ 0 w 42198"/>
                <a:gd name="connsiteY0" fmla="*/ 63298 h 84397"/>
                <a:gd name="connsiteX1" fmla="*/ 21099 w 42198"/>
                <a:gd name="connsiteY1" fmla="*/ 84397 h 84397"/>
                <a:gd name="connsiteX2" fmla="*/ 42199 w 42198"/>
                <a:gd name="connsiteY2" fmla="*/ 63298 h 84397"/>
                <a:gd name="connsiteX3" fmla="*/ 21099 w 42198"/>
                <a:gd name="connsiteY3" fmla="*/ 42199 h 84397"/>
                <a:gd name="connsiteX4" fmla="*/ 0 w 42198"/>
                <a:gd name="connsiteY4" fmla="*/ 21099 h 84397"/>
                <a:gd name="connsiteX5" fmla="*/ 21099 w 42198"/>
                <a:gd name="connsiteY5" fmla="*/ 0 h 84397"/>
                <a:gd name="connsiteX6" fmla="*/ 42199 w 42198"/>
                <a:gd name="connsiteY6" fmla="*/ 21099 h 8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98" h="84397">
                  <a:moveTo>
                    <a:pt x="0" y="63298"/>
                  </a:moveTo>
                  <a:cubicBezTo>
                    <a:pt x="0" y="74963"/>
                    <a:pt x="9434" y="84397"/>
                    <a:pt x="21099" y="84397"/>
                  </a:cubicBezTo>
                  <a:cubicBezTo>
                    <a:pt x="32765" y="84397"/>
                    <a:pt x="42199" y="74963"/>
                    <a:pt x="42199" y="63298"/>
                  </a:cubicBezTo>
                  <a:cubicBezTo>
                    <a:pt x="42199" y="51633"/>
                    <a:pt x="33555" y="46266"/>
                    <a:pt x="21099" y="42199"/>
                  </a:cubicBezTo>
                  <a:cubicBezTo>
                    <a:pt x="10027" y="38583"/>
                    <a:pt x="0" y="32765"/>
                    <a:pt x="0" y="21099"/>
                  </a:cubicBezTo>
                  <a:cubicBezTo>
                    <a:pt x="0" y="9434"/>
                    <a:pt x="9434" y="0"/>
                    <a:pt x="21099" y="0"/>
                  </a:cubicBezTo>
                  <a:cubicBezTo>
                    <a:pt x="32765" y="0"/>
                    <a:pt x="42199" y="9434"/>
                    <a:pt x="42199" y="21099"/>
                  </a:cubicBezTo>
                </a:path>
              </a:pathLst>
            </a:custGeom>
            <a:noFill/>
            <a:ln w="8472" cap="flat">
              <a:solidFill>
                <a:srgbClr val="01355A"/>
              </a:solidFill>
              <a:prstDash val="solid"/>
              <a:miter/>
            </a:ln>
          </p:spPr>
          <p:txBody>
            <a:bodyPr rtlCol="1" anchor="ctr"/>
            <a:lstStyle/>
            <a:p>
              <a:endParaRPr lang="ar-SA"/>
            </a:p>
          </p:txBody>
        </p:sp>
        <p:sp>
          <p:nvSpPr>
            <p:cNvPr id="9433" name="شكل حر: شكل 10529">
              <a:extLst>
                <a:ext uri="{FF2B5EF4-FFF2-40B4-BE49-F238E27FC236}">
                  <a16:creationId xmlns:a16="http://schemas.microsoft.com/office/drawing/2014/main" id="{44283C24-3EBB-9E4C-E8B3-06239734EB2D}"/>
                </a:ext>
              </a:extLst>
            </p:cNvPr>
            <p:cNvSpPr/>
            <p:nvPr/>
          </p:nvSpPr>
          <p:spPr>
            <a:xfrm>
              <a:off x="8399361" y="4015771"/>
              <a:ext cx="2824" cy="11891"/>
            </a:xfrm>
            <a:custGeom>
              <a:avLst/>
              <a:gdLst>
                <a:gd name="connsiteX0" fmla="*/ 0 w 2824"/>
                <a:gd name="connsiteY0" fmla="*/ 0 h 11891"/>
                <a:gd name="connsiteX1" fmla="*/ 0 w 2824"/>
                <a:gd name="connsiteY1" fmla="*/ 11891 h 11891"/>
              </a:gdLst>
              <a:ahLst/>
              <a:cxnLst>
                <a:cxn ang="0">
                  <a:pos x="connsiteX0" y="connsiteY0"/>
                </a:cxn>
                <a:cxn ang="0">
                  <a:pos x="connsiteX1" y="connsiteY1"/>
                </a:cxn>
              </a:cxnLst>
              <a:rect l="l" t="t" r="r" b="b"/>
              <a:pathLst>
                <a:path w="2824" h="11891">
                  <a:moveTo>
                    <a:pt x="0" y="0"/>
                  </a:moveTo>
                  <a:lnTo>
                    <a:pt x="0" y="11891"/>
                  </a:lnTo>
                </a:path>
              </a:pathLst>
            </a:custGeom>
            <a:ln w="8472" cap="flat">
              <a:solidFill>
                <a:srgbClr val="01355A"/>
              </a:solidFill>
              <a:prstDash val="solid"/>
              <a:miter/>
            </a:ln>
          </p:spPr>
          <p:txBody>
            <a:bodyPr rtlCol="1" anchor="ctr"/>
            <a:lstStyle/>
            <a:p>
              <a:endParaRPr lang="ar-SA"/>
            </a:p>
          </p:txBody>
        </p:sp>
        <p:sp>
          <p:nvSpPr>
            <p:cNvPr id="9434" name="شكل حر: شكل 10530">
              <a:extLst>
                <a:ext uri="{FF2B5EF4-FFF2-40B4-BE49-F238E27FC236}">
                  <a16:creationId xmlns:a16="http://schemas.microsoft.com/office/drawing/2014/main" id="{32D0D2E7-410B-5448-7FA2-501BEEBE5D7A}"/>
                </a:ext>
              </a:extLst>
            </p:cNvPr>
            <p:cNvSpPr/>
            <p:nvPr/>
          </p:nvSpPr>
          <p:spPr>
            <a:xfrm>
              <a:off x="8399361" y="4111918"/>
              <a:ext cx="2824" cy="11891"/>
            </a:xfrm>
            <a:custGeom>
              <a:avLst/>
              <a:gdLst>
                <a:gd name="connsiteX0" fmla="*/ 0 w 2824"/>
                <a:gd name="connsiteY0" fmla="*/ 0 h 11891"/>
                <a:gd name="connsiteX1" fmla="*/ 0 w 2824"/>
                <a:gd name="connsiteY1" fmla="*/ 11891 h 11891"/>
              </a:gdLst>
              <a:ahLst/>
              <a:cxnLst>
                <a:cxn ang="0">
                  <a:pos x="connsiteX0" y="connsiteY0"/>
                </a:cxn>
                <a:cxn ang="0">
                  <a:pos x="connsiteX1" y="connsiteY1"/>
                </a:cxn>
              </a:cxnLst>
              <a:rect l="l" t="t" r="r" b="b"/>
              <a:pathLst>
                <a:path w="2824" h="11891">
                  <a:moveTo>
                    <a:pt x="0" y="0"/>
                  </a:moveTo>
                  <a:lnTo>
                    <a:pt x="0" y="11891"/>
                  </a:lnTo>
                </a:path>
              </a:pathLst>
            </a:custGeom>
            <a:ln w="8472" cap="flat">
              <a:solidFill>
                <a:srgbClr val="01355A"/>
              </a:solidFill>
              <a:prstDash val="solid"/>
              <a:miter/>
            </a:ln>
          </p:spPr>
          <p:txBody>
            <a:bodyPr rtlCol="1" anchor="ctr"/>
            <a:lstStyle/>
            <a:p>
              <a:endParaRPr lang="ar-SA"/>
            </a:p>
          </p:txBody>
        </p:sp>
        <p:sp>
          <p:nvSpPr>
            <p:cNvPr id="9435" name="شكل حر: شكل 10531">
              <a:extLst>
                <a:ext uri="{FF2B5EF4-FFF2-40B4-BE49-F238E27FC236}">
                  <a16:creationId xmlns:a16="http://schemas.microsoft.com/office/drawing/2014/main" id="{E07A40C2-B0F6-1305-5953-5953CC7CFC31}"/>
                </a:ext>
              </a:extLst>
            </p:cNvPr>
            <p:cNvSpPr/>
            <p:nvPr/>
          </p:nvSpPr>
          <p:spPr>
            <a:xfrm>
              <a:off x="8317404" y="3991988"/>
              <a:ext cx="57891" cy="108660"/>
            </a:xfrm>
            <a:custGeom>
              <a:avLst/>
              <a:gdLst>
                <a:gd name="connsiteX0" fmla="*/ 57892 w 57891"/>
                <a:gd name="connsiteY0" fmla="*/ 0 h 108660"/>
                <a:gd name="connsiteX1" fmla="*/ 34674 w 57891"/>
                <a:gd name="connsiteY1" fmla="*/ 11750 h 108660"/>
                <a:gd name="connsiteX2" fmla="*/ 7784 w 57891"/>
                <a:gd name="connsiteY2" fmla="*/ 43357 h 108660"/>
                <a:gd name="connsiteX3" fmla="*/ 5807 w 57891"/>
                <a:gd name="connsiteY3" fmla="*/ 108661 h 108660"/>
              </a:gdLst>
              <a:ahLst/>
              <a:cxnLst>
                <a:cxn ang="0">
                  <a:pos x="connsiteX0" y="connsiteY0"/>
                </a:cxn>
                <a:cxn ang="0">
                  <a:pos x="connsiteX1" y="connsiteY1"/>
                </a:cxn>
                <a:cxn ang="0">
                  <a:pos x="connsiteX2" y="connsiteY2"/>
                </a:cxn>
                <a:cxn ang="0">
                  <a:pos x="connsiteX3" y="connsiteY3"/>
                </a:cxn>
              </a:cxnLst>
              <a:rect l="l" t="t" r="r" b="b"/>
              <a:pathLst>
                <a:path w="57891" h="108660">
                  <a:moveTo>
                    <a:pt x="57892" y="0"/>
                  </a:moveTo>
                  <a:cubicBezTo>
                    <a:pt x="51537" y="3587"/>
                    <a:pt x="43430" y="6129"/>
                    <a:pt x="34674" y="11750"/>
                  </a:cubicBezTo>
                  <a:cubicBezTo>
                    <a:pt x="22924" y="19320"/>
                    <a:pt x="13801" y="30731"/>
                    <a:pt x="7784" y="43357"/>
                  </a:cubicBezTo>
                  <a:cubicBezTo>
                    <a:pt x="-1847" y="63581"/>
                    <a:pt x="-2582" y="87872"/>
                    <a:pt x="5807" y="108661"/>
                  </a:cubicBezTo>
                </a:path>
              </a:pathLst>
            </a:custGeom>
            <a:noFill/>
            <a:ln w="8472" cap="flat">
              <a:solidFill>
                <a:srgbClr val="01355A"/>
              </a:solidFill>
              <a:prstDash val="solid"/>
              <a:miter/>
            </a:ln>
          </p:spPr>
          <p:txBody>
            <a:bodyPr rtlCol="1" anchor="ctr"/>
            <a:lstStyle/>
            <a:p>
              <a:endParaRPr lang="ar-SA"/>
            </a:p>
          </p:txBody>
        </p:sp>
        <p:sp>
          <p:nvSpPr>
            <p:cNvPr id="9436" name="شكل حر: شكل 10532">
              <a:extLst>
                <a:ext uri="{FF2B5EF4-FFF2-40B4-BE49-F238E27FC236}">
                  <a16:creationId xmlns:a16="http://schemas.microsoft.com/office/drawing/2014/main" id="{B7CB9852-3C0A-A38A-F269-2BA9E663CD28}"/>
                </a:ext>
              </a:extLst>
            </p:cNvPr>
            <p:cNvSpPr/>
            <p:nvPr/>
          </p:nvSpPr>
          <p:spPr>
            <a:xfrm>
              <a:off x="8375437" y="3976255"/>
              <a:ext cx="16749" cy="13614"/>
            </a:xfrm>
            <a:custGeom>
              <a:avLst/>
              <a:gdLst>
                <a:gd name="connsiteX0" fmla="*/ 0 w 16749"/>
                <a:gd name="connsiteY0" fmla="*/ 3107 h 13614"/>
                <a:gd name="connsiteX1" fmla="*/ 13643 w 16749"/>
                <a:gd name="connsiteY1" fmla="*/ 0 h 13614"/>
                <a:gd name="connsiteX2" fmla="*/ 16749 w 16749"/>
                <a:gd name="connsiteY2" fmla="*/ 13614 h 13614"/>
              </a:gdLst>
              <a:ahLst/>
              <a:cxnLst>
                <a:cxn ang="0">
                  <a:pos x="connsiteX0" y="connsiteY0"/>
                </a:cxn>
                <a:cxn ang="0">
                  <a:pos x="connsiteX1" y="connsiteY1"/>
                </a:cxn>
                <a:cxn ang="0">
                  <a:pos x="connsiteX2" y="connsiteY2"/>
                </a:cxn>
              </a:cxnLst>
              <a:rect l="l" t="t" r="r" b="b"/>
              <a:pathLst>
                <a:path w="16749" h="13614">
                  <a:moveTo>
                    <a:pt x="0" y="3107"/>
                  </a:moveTo>
                  <a:lnTo>
                    <a:pt x="13643" y="0"/>
                  </a:lnTo>
                  <a:lnTo>
                    <a:pt x="16749" y="13614"/>
                  </a:lnTo>
                </a:path>
              </a:pathLst>
            </a:custGeom>
            <a:noFill/>
            <a:ln w="8472" cap="flat">
              <a:solidFill>
                <a:srgbClr val="01355A"/>
              </a:solidFill>
              <a:prstDash val="solid"/>
              <a:miter/>
            </a:ln>
          </p:spPr>
          <p:txBody>
            <a:bodyPr rtlCol="1" anchor="ctr"/>
            <a:lstStyle/>
            <a:p>
              <a:endParaRPr lang="ar-SA"/>
            </a:p>
          </p:txBody>
        </p:sp>
        <p:sp>
          <p:nvSpPr>
            <p:cNvPr id="9437" name="شكل حر: شكل 10533">
              <a:extLst>
                <a:ext uri="{FF2B5EF4-FFF2-40B4-BE49-F238E27FC236}">
                  <a16:creationId xmlns:a16="http://schemas.microsoft.com/office/drawing/2014/main" id="{868CE5A3-7FB4-452F-F00B-6133E966E68B}"/>
                </a:ext>
              </a:extLst>
            </p:cNvPr>
            <p:cNvSpPr/>
            <p:nvPr/>
          </p:nvSpPr>
          <p:spPr>
            <a:xfrm>
              <a:off x="8342447" y="4120731"/>
              <a:ext cx="119393" cy="31242"/>
            </a:xfrm>
            <a:custGeom>
              <a:avLst/>
              <a:gdLst>
                <a:gd name="connsiteX0" fmla="*/ 0 w 119393"/>
                <a:gd name="connsiteY0" fmla="*/ 9716 h 31242"/>
                <a:gd name="connsiteX1" fmla="*/ 21043 w 119393"/>
                <a:gd name="connsiteY1" fmla="*/ 23500 h 31242"/>
                <a:gd name="connsiteX2" fmla="*/ 61857 w 119393"/>
                <a:gd name="connsiteY2" fmla="*/ 30957 h 31242"/>
                <a:gd name="connsiteX3" fmla="*/ 119394 w 119393"/>
                <a:gd name="connsiteY3" fmla="*/ 0 h 31242"/>
              </a:gdLst>
              <a:ahLst/>
              <a:cxnLst>
                <a:cxn ang="0">
                  <a:pos x="connsiteX0" y="connsiteY0"/>
                </a:cxn>
                <a:cxn ang="0">
                  <a:pos x="connsiteX1" y="connsiteY1"/>
                </a:cxn>
                <a:cxn ang="0">
                  <a:pos x="connsiteX2" y="connsiteY2"/>
                </a:cxn>
                <a:cxn ang="0">
                  <a:pos x="connsiteX3" y="connsiteY3"/>
                </a:cxn>
              </a:cxnLst>
              <a:rect l="l" t="t" r="r" b="b"/>
              <a:pathLst>
                <a:path w="119393" h="31242">
                  <a:moveTo>
                    <a:pt x="0" y="9716"/>
                  </a:moveTo>
                  <a:cubicBezTo>
                    <a:pt x="6044" y="13417"/>
                    <a:pt x="12145" y="18924"/>
                    <a:pt x="21043" y="23500"/>
                  </a:cubicBezTo>
                  <a:cubicBezTo>
                    <a:pt x="33470" y="29912"/>
                    <a:pt x="47904" y="32087"/>
                    <a:pt x="61857" y="30957"/>
                  </a:cubicBezTo>
                  <a:cubicBezTo>
                    <a:pt x="84199" y="29177"/>
                    <a:pt x="105581" y="17682"/>
                    <a:pt x="119394" y="0"/>
                  </a:cubicBezTo>
                </a:path>
              </a:pathLst>
            </a:custGeom>
            <a:noFill/>
            <a:ln w="8472" cap="flat">
              <a:solidFill>
                <a:srgbClr val="01355A"/>
              </a:solidFill>
              <a:prstDash val="solid"/>
              <a:miter/>
            </a:ln>
          </p:spPr>
          <p:txBody>
            <a:bodyPr rtlCol="1" anchor="ctr"/>
            <a:lstStyle/>
            <a:p>
              <a:endParaRPr lang="ar-SA"/>
            </a:p>
          </p:txBody>
        </p:sp>
        <p:sp>
          <p:nvSpPr>
            <p:cNvPr id="9438" name="شكل حر: شكل 10534">
              <a:extLst>
                <a:ext uri="{FF2B5EF4-FFF2-40B4-BE49-F238E27FC236}">
                  <a16:creationId xmlns:a16="http://schemas.microsoft.com/office/drawing/2014/main" id="{650FF862-D0D4-7317-54EE-3B167ACB38BD}"/>
                </a:ext>
              </a:extLst>
            </p:cNvPr>
            <p:cNvSpPr/>
            <p:nvPr/>
          </p:nvSpPr>
          <p:spPr>
            <a:xfrm>
              <a:off x="8321178" y="4116438"/>
              <a:ext cx="10252" cy="19743"/>
            </a:xfrm>
            <a:custGeom>
              <a:avLst/>
              <a:gdLst>
                <a:gd name="connsiteX0" fmla="*/ 9518 w 10252"/>
                <a:gd name="connsiteY0" fmla="*/ 19744 h 19743"/>
                <a:gd name="connsiteX1" fmla="*/ 0 w 10252"/>
                <a:gd name="connsiteY1" fmla="*/ 9490 h 19743"/>
                <a:gd name="connsiteX2" fmla="*/ 10253 w 10252"/>
                <a:gd name="connsiteY2" fmla="*/ 0 h 19743"/>
              </a:gdLst>
              <a:ahLst/>
              <a:cxnLst>
                <a:cxn ang="0">
                  <a:pos x="connsiteX0" y="connsiteY0"/>
                </a:cxn>
                <a:cxn ang="0">
                  <a:pos x="connsiteX1" y="connsiteY1"/>
                </a:cxn>
                <a:cxn ang="0">
                  <a:pos x="connsiteX2" y="connsiteY2"/>
                </a:cxn>
              </a:cxnLst>
              <a:rect l="l" t="t" r="r" b="b"/>
              <a:pathLst>
                <a:path w="10252" h="19743">
                  <a:moveTo>
                    <a:pt x="9518" y="19744"/>
                  </a:moveTo>
                  <a:lnTo>
                    <a:pt x="0" y="9490"/>
                  </a:lnTo>
                  <a:lnTo>
                    <a:pt x="10253" y="0"/>
                  </a:lnTo>
                </a:path>
              </a:pathLst>
            </a:custGeom>
            <a:noFill/>
            <a:ln w="8472" cap="flat">
              <a:solidFill>
                <a:srgbClr val="01355A"/>
              </a:solidFill>
              <a:prstDash val="solid"/>
              <a:miter/>
            </a:ln>
          </p:spPr>
          <p:txBody>
            <a:bodyPr rtlCol="1" anchor="ctr"/>
            <a:lstStyle/>
            <a:p>
              <a:endParaRPr lang="ar-SA"/>
            </a:p>
          </p:txBody>
        </p:sp>
        <p:sp>
          <p:nvSpPr>
            <p:cNvPr id="9439" name="شكل حر: شكل 10535">
              <a:extLst>
                <a:ext uri="{FF2B5EF4-FFF2-40B4-BE49-F238E27FC236}">
                  <a16:creationId xmlns:a16="http://schemas.microsoft.com/office/drawing/2014/main" id="{C8833580-0F96-0031-24AC-FDE52D42FF7A}"/>
                </a:ext>
              </a:extLst>
            </p:cNvPr>
            <p:cNvSpPr/>
            <p:nvPr/>
          </p:nvSpPr>
          <p:spPr>
            <a:xfrm>
              <a:off x="8409925" y="3990689"/>
              <a:ext cx="69597" cy="97333"/>
            </a:xfrm>
            <a:custGeom>
              <a:avLst/>
              <a:gdLst>
                <a:gd name="connsiteX0" fmla="*/ 68157 w 69597"/>
                <a:gd name="connsiteY0" fmla="*/ 97334 h 97333"/>
                <a:gd name="connsiteX1" fmla="*/ 69512 w 69597"/>
                <a:gd name="connsiteY1" fmla="*/ 73438 h 97333"/>
                <a:gd name="connsiteX2" fmla="*/ 55559 w 69597"/>
                <a:gd name="connsiteY2" fmla="*/ 34347 h 97333"/>
                <a:gd name="connsiteX3" fmla="*/ 0 w 69597"/>
                <a:gd name="connsiteY3" fmla="*/ 0 h 97333"/>
              </a:gdLst>
              <a:ahLst/>
              <a:cxnLst>
                <a:cxn ang="0">
                  <a:pos x="connsiteX0" y="connsiteY0"/>
                </a:cxn>
                <a:cxn ang="0">
                  <a:pos x="connsiteX1" y="connsiteY1"/>
                </a:cxn>
                <a:cxn ang="0">
                  <a:pos x="connsiteX2" y="connsiteY2"/>
                </a:cxn>
                <a:cxn ang="0">
                  <a:pos x="connsiteX3" y="connsiteY3"/>
                </a:cxn>
              </a:cxnLst>
              <a:rect l="l" t="t" r="r" b="b"/>
              <a:pathLst>
                <a:path w="69597" h="97333">
                  <a:moveTo>
                    <a:pt x="68157" y="97334"/>
                  </a:moveTo>
                  <a:cubicBezTo>
                    <a:pt x="68495" y="90527"/>
                    <a:pt x="69964" y="82844"/>
                    <a:pt x="69512" y="73438"/>
                  </a:cubicBezTo>
                  <a:cubicBezTo>
                    <a:pt x="68835" y="59485"/>
                    <a:pt x="63496" y="45871"/>
                    <a:pt x="55559" y="34347"/>
                  </a:cubicBezTo>
                  <a:cubicBezTo>
                    <a:pt x="42848" y="15902"/>
                    <a:pt x="22173" y="3107"/>
                    <a:pt x="0" y="0"/>
                  </a:cubicBezTo>
                </a:path>
              </a:pathLst>
            </a:custGeom>
            <a:noFill/>
            <a:ln w="8472" cap="flat">
              <a:solidFill>
                <a:srgbClr val="01355A"/>
              </a:solidFill>
              <a:prstDash val="solid"/>
              <a:miter/>
            </a:ln>
          </p:spPr>
          <p:txBody>
            <a:bodyPr rtlCol="1" anchor="ctr"/>
            <a:lstStyle/>
            <a:p>
              <a:endParaRPr lang="ar-SA"/>
            </a:p>
          </p:txBody>
        </p:sp>
        <p:sp>
          <p:nvSpPr>
            <p:cNvPr id="9440" name="شكل حر: شكل 10536">
              <a:extLst>
                <a:ext uri="{FF2B5EF4-FFF2-40B4-BE49-F238E27FC236}">
                  <a16:creationId xmlns:a16="http://schemas.microsoft.com/office/drawing/2014/main" id="{9E03DEBA-4363-D28C-AA3C-1B82F439CE4A}"/>
                </a:ext>
              </a:extLst>
            </p:cNvPr>
            <p:cNvSpPr/>
            <p:nvPr/>
          </p:nvSpPr>
          <p:spPr>
            <a:xfrm>
              <a:off x="8471415" y="4096525"/>
              <a:ext cx="17483" cy="13388"/>
            </a:xfrm>
            <a:custGeom>
              <a:avLst/>
              <a:gdLst>
                <a:gd name="connsiteX0" fmla="*/ 17484 w 17483"/>
                <a:gd name="connsiteY0" fmla="*/ 0 h 13388"/>
                <a:gd name="connsiteX1" fmla="*/ 13360 w 17483"/>
                <a:gd name="connsiteY1" fmla="*/ 13388 h 13388"/>
                <a:gd name="connsiteX2" fmla="*/ 0 w 17483"/>
                <a:gd name="connsiteY2" fmla="*/ 9265 h 13388"/>
              </a:gdLst>
              <a:ahLst/>
              <a:cxnLst>
                <a:cxn ang="0">
                  <a:pos x="connsiteX0" y="connsiteY0"/>
                </a:cxn>
                <a:cxn ang="0">
                  <a:pos x="connsiteX1" y="connsiteY1"/>
                </a:cxn>
                <a:cxn ang="0">
                  <a:pos x="connsiteX2" y="connsiteY2"/>
                </a:cxn>
              </a:cxnLst>
              <a:rect l="l" t="t" r="r" b="b"/>
              <a:pathLst>
                <a:path w="17483" h="13388">
                  <a:moveTo>
                    <a:pt x="17484" y="0"/>
                  </a:moveTo>
                  <a:lnTo>
                    <a:pt x="13360" y="13388"/>
                  </a:lnTo>
                  <a:lnTo>
                    <a:pt x="0" y="9265"/>
                  </a:lnTo>
                </a:path>
              </a:pathLst>
            </a:custGeom>
            <a:noFill/>
            <a:ln w="8472" cap="flat">
              <a:solidFill>
                <a:srgbClr val="01355A"/>
              </a:solidFill>
              <a:prstDash val="solid"/>
              <a:miter/>
            </a:ln>
          </p:spPr>
          <p:txBody>
            <a:bodyPr rtlCol="1" anchor="ctr"/>
            <a:lstStyle/>
            <a:p>
              <a:endParaRPr lang="ar-SA"/>
            </a:p>
          </p:txBody>
        </p:sp>
      </p:grpSp>
      <p:grpSp>
        <p:nvGrpSpPr>
          <p:cNvPr id="9441" name="رسم 8014">
            <a:extLst>
              <a:ext uri="{FF2B5EF4-FFF2-40B4-BE49-F238E27FC236}">
                <a16:creationId xmlns:a16="http://schemas.microsoft.com/office/drawing/2014/main" id="{F6AA5845-5B63-42E0-ADA6-A82216E4B792}"/>
              </a:ext>
            </a:extLst>
          </p:cNvPr>
          <p:cNvGrpSpPr/>
          <p:nvPr/>
        </p:nvGrpSpPr>
        <p:grpSpPr>
          <a:xfrm>
            <a:off x="8508165" y="3243284"/>
            <a:ext cx="311411" cy="271473"/>
            <a:chOff x="9251237" y="2299463"/>
            <a:chExt cx="372230" cy="344425"/>
          </a:xfrm>
          <a:noFill/>
        </p:grpSpPr>
        <p:grpSp>
          <p:nvGrpSpPr>
            <p:cNvPr id="9442" name="رسم 8014">
              <a:extLst>
                <a:ext uri="{FF2B5EF4-FFF2-40B4-BE49-F238E27FC236}">
                  <a16:creationId xmlns:a16="http://schemas.microsoft.com/office/drawing/2014/main" id="{A6C8A090-4D35-9E5D-125F-B8F1161139FE}"/>
                </a:ext>
              </a:extLst>
            </p:cNvPr>
            <p:cNvGrpSpPr/>
            <p:nvPr/>
          </p:nvGrpSpPr>
          <p:grpSpPr>
            <a:xfrm>
              <a:off x="9465684" y="2460604"/>
              <a:ext cx="95384" cy="36238"/>
              <a:chOff x="9465684" y="2460604"/>
              <a:chExt cx="95384" cy="36238"/>
            </a:xfrm>
          </p:grpSpPr>
          <p:sp>
            <p:nvSpPr>
              <p:cNvPr id="9456" name="شكل حر: شكل 10539">
                <a:extLst>
                  <a:ext uri="{FF2B5EF4-FFF2-40B4-BE49-F238E27FC236}">
                    <a16:creationId xmlns:a16="http://schemas.microsoft.com/office/drawing/2014/main" id="{4EA117EA-E6E4-221E-28BF-4EFCC09D25C8}"/>
                  </a:ext>
                </a:extLst>
              </p:cNvPr>
              <p:cNvSpPr/>
              <p:nvPr/>
            </p:nvSpPr>
            <p:spPr>
              <a:xfrm>
                <a:off x="9513419" y="2460604"/>
                <a:ext cx="2824" cy="27454"/>
              </a:xfrm>
              <a:custGeom>
                <a:avLst/>
                <a:gdLst>
                  <a:gd name="connsiteX0" fmla="*/ 0 w 2824"/>
                  <a:gd name="connsiteY0" fmla="*/ 27455 h 27454"/>
                  <a:gd name="connsiteX1" fmla="*/ 0 w 2824"/>
                  <a:gd name="connsiteY1" fmla="*/ 0 h 27454"/>
                </a:gdLst>
                <a:ahLst/>
                <a:cxnLst>
                  <a:cxn ang="0">
                    <a:pos x="connsiteX0" y="connsiteY0"/>
                  </a:cxn>
                  <a:cxn ang="0">
                    <a:pos x="connsiteX1" y="connsiteY1"/>
                  </a:cxn>
                </a:cxnLst>
                <a:rect l="l" t="t" r="r" b="b"/>
                <a:pathLst>
                  <a:path w="2824" h="27454">
                    <a:moveTo>
                      <a:pt x="0" y="27455"/>
                    </a:moveTo>
                    <a:lnTo>
                      <a:pt x="0" y="0"/>
                    </a:lnTo>
                  </a:path>
                </a:pathLst>
              </a:custGeom>
              <a:ln w="8472" cap="flat">
                <a:solidFill>
                  <a:srgbClr val="01355A"/>
                </a:solidFill>
                <a:prstDash val="solid"/>
                <a:miter/>
              </a:ln>
            </p:spPr>
            <p:txBody>
              <a:bodyPr rtlCol="1" anchor="ctr"/>
              <a:lstStyle/>
              <a:p>
                <a:endParaRPr lang="ar-SA"/>
              </a:p>
            </p:txBody>
          </p:sp>
          <p:sp>
            <p:nvSpPr>
              <p:cNvPr id="9457" name="شكل حر: شكل 10540">
                <a:extLst>
                  <a:ext uri="{FF2B5EF4-FFF2-40B4-BE49-F238E27FC236}">
                    <a16:creationId xmlns:a16="http://schemas.microsoft.com/office/drawing/2014/main" id="{7C8D8708-9EEA-CB9A-874F-2D468B242D6F}"/>
                  </a:ext>
                </a:extLst>
              </p:cNvPr>
              <p:cNvSpPr/>
              <p:nvPr/>
            </p:nvSpPr>
            <p:spPr>
              <a:xfrm>
                <a:off x="9465684" y="2466931"/>
                <a:ext cx="12032" cy="29911"/>
              </a:xfrm>
              <a:custGeom>
                <a:avLst/>
                <a:gdLst>
                  <a:gd name="connsiteX0" fmla="*/ 12033 w 12032"/>
                  <a:gd name="connsiteY0" fmla="*/ 29912 h 29911"/>
                  <a:gd name="connsiteX1" fmla="*/ 0 w 12032"/>
                  <a:gd name="connsiteY1" fmla="*/ 0 h 29911"/>
                </a:gdLst>
                <a:ahLst/>
                <a:cxnLst>
                  <a:cxn ang="0">
                    <a:pos x="connsiteX0" y="connsiteY0"/>
                  </a:cxn>
                  <a:cxn ang="0">
                    <a:pos x="connsiteX1" y="connsiteY1"/>
                  </a:cxn>
                </a:cxnLst>
                <a:rect l="l" t="t" r="r" b="b"/>
                <a:pathLst>
                  <a:path w="12032" h="29911">
                    <a:moveTo>
                      <a:pt x="12033" y="29912"/>
                    </a:moveTo>
                    <a:lnTo>
                      <a:pt x="0" y="0"/>
                    </a:lnTo>
                  </a:path>
                </a:pathLst>
              </a:custGeom>
              <a:ln w="8472" cap="flat">
                <a:solidFill>
                  <a:srgbClr val="01355A"/>
                </a:solidFill>
                <a:prstDash val="solid"/>
                <a:miter/>
              </a:ln>
            </p:spPr>
            <p:txBody>
              <a:bodyPr rtlCol="1" anchor="ctr"/>
              <a:lstStyle/>
              <a:p>
                <a:endParaRPr lang="ar-SA"/>
              </a:p>
            </p:txBody>
          </p:sp>
          <p:sp>
            <p:nvSpPr>
              <p:cNvPr id="9458" name="شكل حر: شكل 10541">
                <a:extLst>
                  <a:ext uri="{FF2B5EF4-FFF2-40B4-BE49-F238E27FC236}">
                    <a16:creationId xmlns:a16="http://schemas.microsoft.com/office/drawing/2014/main" id="{0E68C2BB-8AB0-5262-7CF4-C9BC588365E8}"/>
                  </a:ext>
                </a:extLst>
              </p:cNvPr>
              <p:cNvSpPr/>
              <p:nvPr/>
            </p:nvSpPr>
            <p:spPr>
              <a:xfrm>
                <a:off x="9551042" y="2469247"/>
                <a:ext cx="10027" cy="27595"/>
              </a:xfrm>
              <a:custGeom>
                <a:avLst/>
                <a:gdLst>
                  <a:gd name="connsiteX0" fmla="*/ 0 w 10027"/>
                  <a:gd name="connsiteY0" fmla="*/ 27596 h 27595"/>
                  <a:gd name="connsiteX1" fmla="*/ 10027 w 10027"/>
                  <a:gd name="connsiteY1" fmla="*/ 0 h 27595"/>
                </a:gdLst>
                <a:ahLst/>
                <a:cxnLst>
                  <a:cxn ang="0">
                    <a:pos x="connsiteX0" y="connsiteY0"/>
                  </a:cxn>
                  <a:cxn ang="0">
                    <a:pos x="connsiteX1" y="connsiteY1"/>
                  </a:cxn>
                </a:cxnLst>
                <a:rect l="l" t="t" r="r" b="b"/>
                <a:pathLst>
                  <a:path w="10027" h="27595">
                    <a:moveTo>
                      <a:pt x="0" y="27596"/>
                    </a:moveTo>
                    <a:lnTo>
                      <a:pt x="10027" y="0"/>
                    </a:lnTo>
                  </a:path>
                </a:pathLst>
              </a:custGeom>
              <a:ln w="8472" cap="flat">
                <a:solidFill>
                  <a:srgbClr val="01355A"/>
                </a:solidFill>
                <a:prstDash val="solid"/>
                <a:miter/>
              </a:ln>
            </p:spPr>
            <p:txBody>
              <a:bodyPr rtlCol="1" anchor="ctr"/>
              <a:lstStyle/>
              <a:p>
                <a:endParaRPr lang="ar-SA"/>
              </a:p>
            </p:txBody>
          </p:sp>
        </p:grpSp>
        <p:grpSp>
          <p:nvGrpSpPr>
            <p:cNvPr id="9443" name="رسم 8014">
              <a:extLst>
                <a:ext uri="{FF2B5EF4-FFF2-40B4-BE49-F238E27FC236}">
                  <a16:creationId xmlns:a16="http://schemas.microsoft.com/office/drawing/2014/main" id="{6C5B4B29-FF83-B738-5805-5FE63C45F4B2}"/>
                </a:ext>
              </a:extLst>
            </p:cNvPr>
            <p:cNvGrpSpPr/>
            <p:nvPr/>
          </p:nvGrpSpPr>
          <p:grpSpPr>
            <a:xfrm>
              <a:off x="9457380" y="2517320"/>
              <a:ext cx="159840" cy="126567"/>
              <a:chOff x="9457380" y="2517320"/>
              <a:chExt cx="159840" cy="126567"/>
            </a:xfrm>
            <a:noFill/>
          </p:grpSpPr>
          <p:sp>
            <p:nvSpPr>
              <p:cNvPr id="9450" name="شكل حر: شكل 10543">
                <a:extLst>
                  <a:ext uri="{FF2B5EF4-FFF2-40B4-BE49-F238E27FC236}">
                    <a16:creationId xmlns:a16="http://schemas.microsoft.com/office/drawing/2014/main" id="{D8535B87-394F-FC81-E7BC-E3EF628EA601}"/>
                  </a:ext>
                </a:extLst>
              </p:cNvPr>
              <p:cNvSpPr/>
              <p:nvPr/>
            </p:nvSpPr>
            <p:spPr>
              <a:xfrm>
                <a:off x="9559289" y="2566129"/>
                <a:ext cx="57931" cy="28923"/>
              </a:xfrm>
              <a:custGeom>
                <a:avLst/>
                <a:gdLst>
                  <a:gd name="connsiteX0" fmla="*/ 52988 w 57931"/>
                  <a:gd name="connsiteY0" fmla="*/ 0 h 28923"/>
                  <a:gd name="connsiteX1" fmla="*/ 57931 w 57931"/>
                  <a:gd name="connsiteY1" fmla="*/ 4943 h 28923"/>
                  <a:gd name="connsiteX2" fmla="*/ 57931 w 57931"/>
                  <a:gd name="connsiteY2" fmla="*/ 23980 h 28923"/>
                  <a:gd name="connsiteX3" fmla="*/ 52988 w 57931"/>
                  <a:gd name="connsiteY3" fmla="*/ 28923 h 28923"/>
                  <a:gd name="connsiteX4" fmla="*/ 4943 w 57931"/>
                  <a:gd name="connsiteY4" fmla="*/ 28923 h 28923"/>
                  <a:gd name="connsiteX5" fmla="*/ 0 w 57931"/>
                  <a:gd name="connsiteY5" fmla="*/ 23980 h 28923"/>
                  <a:gd name="connsiteX6" fmla="*/ 0 w 57931"/>
                  <a:gd name="connsiteY6" fmla="*/ 4943 h 28923"/>
                  <a:gd name="connsiteX7" fmla="*/ 4943 w 57931"/>
                  <a:gd name="connsiteY7" fmla="*/ 0 h 289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931" h="28923">
                    <a:moveTo>
                      <a:pt x="52988" y="0"/>
                    </a:moveTo>
                    <a:cubicBezTo>
                      <a:pt x="55718" y="0"/>
                      <a:pt x="57931" y="2213"/>
                      <a:pt x="57931" y="4943"/>
                    </a:cubicBezTo>
                    <a:lnTo>
                      <a:pt x="57931" y="23980"/>
                    </a:lnTo>
                    <a:cubicBezTo>
                      <a:pt x="57931" y="26710"/>
                      <a:pt x="55718" y="28923"/>
                      <a:pt x="52988" y="28923"/>
                    </a:cubicBezTo>
                    <a:lnTo>
                      <a:pt x="4943" y="28923"/>
                    </a:lnTo>
                    <a:cubicBezTo>
                      <a:pt x="2213" y="28923"/>
                      <a:pt x="0" y="26710"/>
                      <a:pt x="0" y="23980"/>
                    </a:cubicBezTo>
                    <a:lnTo>
                      <a:pt x="0" y="4943"/>
                    </a:lnTo>
                    <a:cubicBezTo>
                      <a:pt x="0" y="2213"/>
                      <a:pt x="2213" y="0"/>
                      <a:pt x="4943" y="0"/>
                    </a:cubicBezTo>
                    <a:close/>
                  </a:path>
                </a:pathLst>
              </a:custGeom>
              <a:noFill/>
              <a:ln w="8472" cap="flat">
                <a:solidFill>
                  <a:srgbClr val="17A3A3"/>
                </a:solidFill>
                <a:prstDash val="solid"/>
                <a:miter/>
              </a:ln>
            </p:spPr>
            <p:txBody>
              <a:bodyPr rtlCol="1" anchor="ctr"/>
              <a:lstStyle/>
              <a:p>
                <a:endParaRPr lang="ar-SA"/>
              </a:p>
            </p:txBody>
          </p:sp>
          <p:sp>
            <p:nvSpPr>
              <p:cNvPr id="9451" name="شكل حر: شكل 10544">
                <a:extLst>
                  <a:ext uri="{FF2B5EF4-FFF2-40B4-BE49-F238E27FC236}">
                    <a16:creationId xmlns:a16="http://schemas.microsoft.com/office/drawing/2014/main" id="{06668D99-CC0C-BE85-A9BC-1075515941AF}"/>
                  </a:ext>
                </a:extLst>
              </p:cNvPr>
              <p:cNvSpPr/>
              <p:nvPr/>
            </p:nvSpPr>
            <p:spPr>
              <a:xfrm>
                <a:off x="9457380" y="2517320"/>
                <a:ext cx="152412" cy="126567"/>
              </a:xfrm>
              <a:custGeom>
                <a:avLst/>
                <a:gdLst>
                  <a:gd name="connsiteX0" fmla="*/ 152412 w 152412"/>
                  <a:gd name="connsiteY0" fmla="*/ 48808 h 126567"/>
                  <a:gd name="connsiteX1" fmla="*/ 152412 w 152412"/>
                  <a:gd name="connsiteY1" fmla="*/ 14857 h 126567"/>
                  <a:gd name="connsiteX2" fmla="*/ 137555 w 152412"/>
                  <a:gd name="connsiteY2" fmla="*/ 0 h 126567"/>
                  <a:gd name="connsiteX3" fmla="*/ 14857 w 152412"/>
                  <a:gd name="connsiteY3" fmla="*/ 0 h 126567"/>
                  <a:gd name="connsiteX4" fmla="*/ 0 w 152412"/>
                  <a:gd name="connsiteY4" fmla="*/ 14857 h 126567"/>
                  <a:gd name="connsiteX5" fmla="*/ 0 w 152412"/>
                  <a:gd name="connsiteY5" fmla="*/ 111711 h 126567"/>
                  <a:gd name="connsiteX6" fmla="*/ 14857 w 152412"/>
                  <a:gd name="connsiteY6" fmla="*/ 126568 h 126567"/>
                  <a:gd name="connsiteX7" fmla="*/ 137555 w 152412"/>
                  <a:gd name="connsiteY7" fmla="*/ 126568 h 126567"/>
                  <a:gd name="connsiteX8" fmla="*/ 152412 w 152412"/>
                  <a:gd name="connsiteY8" fmla="*/ 111711 h 126567"/>
                  <a:gd name="connsiteX9" fmla="*/ 152412 w 152412"/>
                  <a:gd name="connsiteY9" fmla="*/ 77760 h 126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2412" h="126567">
                    <a:moveTo>
                      <a:pt x="152412" y="48808"/>
                    </a:moveTo>
                    <a:lnTo>
                      <a:pt x="152412" y="14857"/>
                    </a:lnTo>
                    <a:cubicBezTo>
                      <a:pt x="152412" y="6666"/>
                      <a:pt x="145774" y="0"/>
                      <a:pt x="137555" y="0"/>
                    </a:cubicBezTo>
                    <a:lnTo>
                      <a:pt x="14857" y="0"/>
                    </a:lnTo>
                    <a:cubicBezTo>
                      <a:pt x="6666" y="0"/>
                      <a:pt x="0" y="6638"/>
                      <a:pt x="0" y="14857"/>
                    </a:cubicBezTo>
                    <a:lnTo>
                      <a:pt x="0" y="111711"/>
                    </a:lnTo>
                    <a:cubicBezTo>
                      <a:pt x="0" y="119902"/>
                      <a:pt x="6637" y="126568"/>
                      <a:pt x="14857" y="126568"/>
                    </a:cubicBezTo>
                    <a:lnTo>
                      <a:pt x="137555" y="126568"/>
                    </a:lnTo>
                    <a:cubicBezTo>
                      <a:pt x="145746" y="126568"/>
                      <a:pt x="152412" y="119930"/>
                      <a:pt x="152412" y="111711"/>
                    </a:cubicBezTo>
                    <a:lnTo>
                      <a:pt x="152412" y="77760"/>
                    </a:lnTo>
                  </a:path>
                </a:pathLst>
              </a:custGeom>
              <a:noFill/>
              <a:ln w="8472" cap="flat">
                <a:solidFill>
                  <a:srgbClr val="17A3A3"/>
                </a:solidFill>
                <a:prstDash val="solid"/>
                <a:miter/>
              </a:ln>
            </p:spPr>
            <p:txBody>
              <a:bodyPr rtlCol="1" anchor="ctr"/>
              <a:lstStyle/>
              <a:p>
                <a:endParaRPr lang="ar-SA"/>
              </a:p>
            </p:txBody>
          </p:sp>
          <p:grpSp>
            <p:nvGrpSpPr>
              <p:cNvPr id="9452" name="رسم 8014">
                <a:extLst>
                  <a:ext uri="{FF2B5EF4-FFF2-40B4-BE49-F238E27FC236}">
                    <a16:creationId xmlns:a16="http://schemas.microsoft.com/office/drawing/2014/main" id="{3BD09436-6B49-1485-3D7B-D0652A83BAAD}"/>
                  </a:ext>
                </a:extLst>
              </p:cNvPr>
              <p:cNvGrpSpPr/>
              <p:nvPr/>
            </p:nvGrpSpPr>
            <p:grpSpPr>
              <a:xfrm>
                <a:off x="9497037" y="2538759"/>
                <a:ext cx="32651" cy="83663"/>
                <a:chOff x="9497037" y="2538759"/>
                <a:chExt cx="32651" cy="83663"/>
              </a:xfrm>
              <a:noFill/>
            </p:grpSpPr>
            <p:sp>
              <p:nvSpPr>
                <p:cNvPr id="9453" name="شكل حر: شكل 10546">
                  <a:extLst>
                    <a:ext uri="{FF2B5EF4-FFF2-40B4-BE49-F238E27FC236}">
                      <a16:creationId xmlns:a16="http://schemas.microsoft.com/office/drawing/2014/main" id="{13F80FE9-81BD-A23C-89B6-FC06AF1B1636}"/>
                    </a:ext>
                  </a:extLst>
                </p:cNvPr>
                <p:cNvSpPr/>
                <p:nvPr/>
              </p:nvSpPr>
              <p:spPr>
                <a:xfrm>
                  <a:off x="9497037" y="2547882"/>
                  <a:ext cx="32651" cy="65303"/>
                </a:xfrm>
                <a:custGeom>
                  <a:avLst/>
                  <a:gdLst>
                    <a:gd name="connsiteX0" fmla="*/ 0 w 32651"/>
                    <a:gd name="connsiteY0" fmla="*/ 48978 h 65303"/>
                    <a:gd name="connsiteX1" fmla="*/ 16325 w 32651"/>
                    <a:gd name="connsiteY1" fmla="*/ 65304 h 65303"/>
                    <a:gd name="connsiteX2" fmla="*/ 32651 w 32651"/>
                    <a:gd name="connsiteY2" fmla="*/ 48978 h 65303"/>
                    <a:gd name="connsiteX3" fmla="*/ 16325 w 32651"/>
                    <a:gd name="connsiteY3" fmla="*/ 32652 h 65303"/>
                    <a:gd name="connsiteX4" fmla="*/ 0 w 32651"/>
                    <a:gd name="connsiteY4" fmla="*/ 16326 h 65303"/>
                    <a:gd name="connsiteX5" fmla="*/ 16325 w 32651"/>
                    <a:gd name="connsiteY5" fmla="*/ 0 h 65303"/>
                    <a:gd name="connsiteX6" fmla="*/ 32651 w 32651"/>
                    <a:gd name="connsiteY6" fmla="*/ 16326 h 65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51" h="65303">
                      <a:moveTo>
                        <a:pt x="0" y="48978"/>
                      </a:moveTo>
                      <a:cubicBezTo>
                        <a:pt x="0" y="57988"/>
                        <a:pt x="7315" y="65304"/>
                        <a:pt x="16325" y="65304"/>
                      </a:cubicBezTo>
                      <a:cubicBezTo>
                        <a:pt x="25336" y="65304"/>
                        <a:pt x="32651" y="57988"/>
                        <a:pt x="32651" y="48978"/>
                      </a:cubicBezTo>
                      <a:cubicBezTo>
                        <a:pt x="32651" y="39967"/>
                        <a:pt x="25957" y="35787"/>
                        <a:pt x="16325" y="32652"/>
                      </a:cubicBezTo>
                      <a:cubicBezTo>
                        <a:pt x="7739" y="29855"/>
                        <a:pt x="0" y="25336"/>
                        <a:pt x="0" y="16326"/>
                      </a:cubicBezTo>
                      <a:cubicBezTo>
                        <a:pt x="0" y="7316"/>
                        <a:pt x="7315" y="0"/>
                        <a:pt x="16325" y="0"/>
                      </a:cubicBezTo>
                      <a:cubicBezTo>
                        <a:pt x="25336" y="0"/>
                        <a:pt x="32651" y="7316"/>
                        <a:pt x="32651" y="16326"/>
                      </a:cubicBezTo>
                    </a:path>
                  </a:pathLst>
                </a:custGeom>
                <a:noFill/>
                <a:ln w="8472" cap="flat">
                  <a:solidFill>
                    <a:srgbClr val="17A3A3"/>
                  </a:solidFill>
                  <a:prstDash val="solid"/>
                  <a:miter/>
                </a:ln>
              </p:spPr>
              <p:txBody>
                <a:bodyPr rtlCol="1" anchor="ctr"/>
                <a:lstStyle/>
                <a:p>
                  <a:endParaRPr lang="ar-SA"/>
                </a:p>
              </p:txBody>
            </p:sp>
            <p:sp>
              <p:nvSpPr>
                <p:cNvPr id="9454" name="شكل حر: شكل 10547">
                  <a:extLst>
                    <a:ext uri="{FF2B5EF4-FFF2-40B4-BE49-F238E27FC236}">
                      <a16:creationId xmlns:a16="http://schemas.microsoft.com/office/drawing/2014/main" id="{018E9805-B42C-9F45-DE8E-F7DFF34B9376}"/>
                    </a:ext>
                  </a:extLst>
                </p:cNvPr>
                <p:cNvSpPr/>
                <p:nvPr/>
              </p:nvSpPr>
              <p:spPr>
                <a:xfrm>
                  <a:off x="9513390" y="2538759"/>
                  <a:ext cx="2824" cy="9236"/>
                </a:xfrm>
                <a:custGeom>
                  <a:avLst/>
                  <a:gdLst>
                    <a:gd name="connsiteX0" fmla="*/ 0 w 2824"/>
                    <a:gd name="connsiteY0" fmla="*/ 0 h 9236"/>
                    <a:gd name="connsiteX1" fmla="*/ 0 w 2824"/>
                    <a:gd name="connsiteY1" fmla="*/ 9236 h 9236"/>
                  </a:gdLst>
                  <a:ahLst/>
                  <a:cxnLst>
                    <a:cxn ang="0">
                      <a:pos x="connsiteX0" y="connsiteY0"/>
                    </a:cxn>
                    <a:cxn ang="0">
                      <a:pos x="connsiteX1" y="connsiteY1"/>
                    </a:cxn>
                  </a:cxnLst>
                  <a:rect l="l" t="t" r="r" b="b"/>
                  <a:pathLst>
                    <a:path w="2824" h="9236">
                      <a:moveTo>
                        <a:pt x="0" y="0"/>
                      </a:moveTo>
                      <a:lnTo>
                        <a:pt x="0" y="9236"/>
                      </a:lnTo>
                    </a:path>
                  </a:pathLst>
                </a:custGeom>
                <a:ln w="8472" cap="flat">
                  <a:solidFill>
                    <a:srgbClr val="17A3A3"/>
                  </a:solidFill>
                  <a:prstDash val="solid"/>
                  <a:miter/>
                </a:ln>
              </p:spPr>
              <p:txBody>
                <a:bodyPr rtlCol="1" anchor="ctr"/>
                <a:lstStyle/>
                <a:p>
                  <a:endParaRPr lang="ar-SA"/>
                </a:p>
              </p:txBody>
            </p:sp>
            <p:sp>
              <p:nvSpPr>
                <p:cNvPr id="9455" name="شكل حر: شكل 10548">
                  <a:extLst>
                    <a:ext uri="{FF2B5EF4-FFF2-40B4-BE49-F238E27FC236}">
                      <a16:creationId xmlns:a16="http://schemas.microsoft.com/office/drawing/2014/main" id="{BBEDA87F-9D15-0250-F63C-61CDAD320F13}"/>
                    </a:ext>
                  </a:extLst>
                </p:cNvPr>
                <p:cNvSpPr/>
                <p:nvPr/>
              </p:nvSpPr>
              <p:spPr>
                <a:xfrm>
                  <a:off x="9513390" y="2613214"/>
                  <a:ext cx="2824" cy="9208"/>
                </a:xfrm>
                <a:custGeom>
                  <a:avLst/>
                  <a:gdLst>
                    <a:gd name="connsiteX0" fmla="*/ 0 w 2824"/>
                    <a:gd name="connsiteY0" fmla="*/ 0 h 9208"/>
                    <a:gd name="connsiteX1" fmla="*/ 0 w 2824"/>
                    <a:gd name="connsiteY1" fmla="*/ 9208 h 9208"/>
                  </a:gdLst>
                  <a:ahLst/>
                  <a:cxnLst>
                    <a:cxn ang="0">
                      <a:pos x="connsiteX0" y="connsiteY0"/>
                    </a:cxn>
                    <a:cxn ang="0">
                      <a:pos x="connsiteX1" y="connsiteY1"/>
                    </a:cxn>
                  </a:cxnLst>
                  <a:rect l="l" t="t" r="r" b="b"/>
                  <a:pathLst>
                    <a:path w="2824" h="9208">
                      <a:moveTo>
                        <a:pt x="0" y="0"/>
                      </a:moveTo>
                      <a:lnTo>
                        <a:pt x="0" y="9208"/>
                      </a:lnTo>
                    </a:path>
                  </a:pathLst>
                </a:custGeom>
                <a:ln w="8472" cap="flat">
                  <a:solidFill>
                    <a:srgbClr val="17A3A3"/>
                  </a:solidFill>
                  <a:prstDash val="solid"/>
                  <a:miter/>
                </a:ln>
              </p:spPr>
              <p:txBody>
                <a:bodyPr rtlCol="1" anchor="ctr"/>
                <a:lstStyle/>
                <a:p>
                  <a:endParaRPr lang="ar-SA"/>
                </a:p>
              </p:txBody>
            </p:sp>
          </p:grpSp>
        </p:grpSp>
        <p:sp>
          <p:nvSpPr>
            <p:cNvPr id="9444" name="شكل حر: شكل 10549">
              <a:extLst>
                <a:ext uri="{FF2B5EF4-FFF2-40B4-BE49-F238E27FC236}">
                  <a16:creationId xmlns:a16="http://schemas.microsoft.com/office/drawing/2014/main" id="{5D9065A5-25A6-9EE8-7BB2-68EF9CB5D25C}"/>
                </a:ext>
              </a:extLst>
            </p:cNvPr>
            <p:cNvSpPr/>
            <p:nvPr/>
          </p:nvSpPr>
          <p:spPr>
            <a:xfrm>
              <a:off x="9288444" y="2413801"/>
              <a:ext cx="24488" cy="209270"/>
            </a:xfrm>
            <a:custGeom>
              <a:avLst/>
              <a:gdLst>
                <a:gd name="connsiteX0" fmla="*/ 0 w 24488"/>
                <a:gd name="connsiteY0" fmla="*/ 0 h 209270"/>
                <a:gd name="connsiteX1" fmla="*/ 0 w 24488"/>
                <a:gd name="connsiteY1" fmla="*/ 209271 h 209270"/>
                <a:gd name="connsiteX2" fmla="*/ 24489 w 24488"/>
                <a:gd name="connsiteY2" fmla="*/ 209271 h 209270"/>
              </a:gdLst>
              <a:ahLst/>
              <a:cxnLst>
                <a:cxn ang="0">
                  <a:pos x="connsiteX0" y="connsiteY0"/>
                </a:cxn>
                <a:cxn ang="0">
                  <a:pos x="connsiteX1" y="connsiteY1"/>
                </a:cxn>
                <a:cxn ang="0">
                  <a:pos x="connsiteX2" y="connsiteY2"/>
                </a:cxn>
              </a:cxnLst>
              <a:rect l="l" t="t" r="r" b="b"/>
              <a:pathLst>
                <a:path w="24488" h="209270">
                  <a:moveTo>
                    <a:pt x="0" y="0"/>
                  </a:moveTo>
                  <a:lnTo>
                    <a:pt x="0" y="209271"/>
                  </a:lnTo>
                  <a:lnTo>
                    <a:pt x="24489" y="209271"/>
                  </a:lnTo>
                </a:path>
              </a:pathLst>
            </a:custGeom>
            <a:noFill/>
            <a:ln w="8472" cap="flat">
              <a:solidFill>
                <a:srgbClr val="01355A"/>
              </a:solidFill>
              <a:prstDash val="solid"/>
              <a:miter/>
            </a:ln>
          </p:spPr>
          <p:txBody>
            <a:bodyPr rtlCol="1" anchor="ctr"/>
            <a:lstStyle/>
            <a:p>
              <a:endParaRPr lang="ar-SA"/>
            </a:p>
          </p:txBody>
        </p:sp>
        <p:sp>
          <p:nvSpPr>
            <p:cNvPr id="9445" name="شكل حر: شكل 10550">
              <a:extLst>
                <a:ext uri="{FF2B5EF4-FFF2-40B4-BE49-F238E27FC236}">
                  <a16:creationId xmlns:a16="http://schemas.microsoft.com/office/drawing/2014/main" id="{71E5566A-B439-128E-5602-D16D2F643680}"/>
                </a:ext>
              </a:extLst>
            </p:cNvPr>
            <p:cNvSpPr/>
            <p:nvPr/>
          </p:nvSpPr>
          <p:spPr>
            <a:xfrm>
              <a:off x="9586349" y="2413801"/>
              <a:ext cx="2824" cy="86572"/>
            </a:xfrm>
            <a:custGeom>
              <a:avLst/>
              <a:gdLst>
                <a:gd name="connsiteX0" fmla="*/ 0 w 2824"/>
                <a:gd name="connsiteY0" fmla="*/ 0 h 86572"/>
                <a:gd name="connsiteX1" fmla="*/ 0 w 2824"/>
                <a:gd name="connsiteY1" fmla="*/ 86572 h 86572"/>
              </a:gdLst>
              <a:ahLst/>
              <a:cxnLst>
                <a:cxn ang="0">
                  <a:pos x="connsiteX0" y="connsiteY0"/>
                </a:cxn>
                <a:cxn ang="0">
                  <a:pos x="connsiteX1" y="connsiteY1"/>
                </a:cxn>
              </a:cxnLst>
              <a:rect l="l" t="t" r="r" b="b"/>
              <a:pathLst>
                <a:path w="2824" h="86572">
                  <a:moveTo>
                    <a:pt x="0" y="0"/>
                  </a:moveTo>
                  <a:lnTo>
                    <a:pt x="0" y="86572"/>
                  </a:lnTo>
                </a:path>
              </a:pathLst>
            </a:custGeom>
            <a:ln w="8472" cap="flat">
              <a:solidFill>
                <a:srgbClr val="01355A"/>
              </a:solidFill>
              <a:prstDash val="solid"/>
              <a:miter/>
            </a:ln>
          </p:spPr>
          <p:txBody>
            <a:bodyPr rtlCol="1" anchor="ctr"/>
            <a:lstStyle/>
            <a:p>
              <a:endParaRPr lang="ar-SA"/>
            </a:p>
          </p:txBody>
        </p:sp>
        <p:sp>
          <p:nvSpPr>
            <p:cNvPr id="9446" name="شكل حر: شكل 10551">
              <a:extLst>
                <a:ext uri="{FF2B5EF4-FFF2-40B4-BE49-F238E27FC236}">
                  <a16:creationId xmlns:a16="http://schemas.microsoft.com/office/drawing/2014/main" id="{B97B5FBA-F26F-2DA5-D0B7-631683119E3C}"/>
                </a:ext>
              </a:extLst>
            </p:cNvPr>
            <p:cNvSpPr/>
            <p:nvPr/>
          </p:nvSpPr>
          <p:spPr>
            <a:xfrm>
              <a:off x="9251237" y="2299463"/>
              <a:ext cx="372230" cy="97164"/>
            </a:xfrm>
            <a:custGeom>
              <a:avLst/>
              <a:gdLst>
                <a:gd name="connsiteX0" fmla="*/ 6221 w 372230"/>
                <a:gd name="connsiteY0" fmla="*/ 61264 h 97164"/>
                <a:gd name="connsiteX1" fmla="*/ 18282 w 372230"/>
                <a:gd name="connsiteY1" fmla="*/ 97052 h 97164"/>
                <a:gd name="connsiteX2" fmla="*/ 20654 w 372230"/>
                <a:gd name="connsiteY2" fmla="*/ 97164 h 97164"/>
                <a:gd name="connsiteX3" fmla="*/ 44296 w 372230"/>
                <a:gd name="connsiteY3" fmla="*/ 80584 h 97164"/>
                <a:gd name="connsiteX4" fmla="*/ 67937 w 372230"/>
                <a:gd name="connsiteY4" fmla="*/ 97164 h 97164"/>
                <a:gd name="connsiteX5" fmla="*/ 91579 w 372230"/>
                <a:gd name="connsiteY5" fmla="*/ 80584 h 97164"/>
                <a:gd name="connsiteX6" fmla="*/ 115221 w 372230"/>
                <a:gd name="connsiteY6" fmla="*/ 97164 h 97164"/>
                <a:gd name="connsiteX7" fmla="*/ 138862 w 372230"/>
                <a:gd name="connsiteY7" fmla="*/ 80584 h 97164"/>
                <a:gd name="connsiteX8" fmla="*/ 162504 w 372230"/>
                <a:gd name="connsiteY8" fmla="*/ 97164 h 97164"/>
                <a:gd name="connsiteX9" fmla="*/ 186145 w 372230"/>
                <a:gd name="connsiteY9" fmla="*/ 80584 h 97164"/>
                <a:gd name="connsiteX10" fmla="*/ 209787 w 372230"/>
                <a:gd name="connsiteY10" fmla="*/ 97164 h 97164"/>
                <a:gd name="connsiteX11" fmla="*/ 233428 w 372230"/>
                <a:gd name="connsiteY11" fmla="*/ 80584 h 97164"/>
                <a:gd name="connsiteX12" fmla="*/ 257069 w 372230"/>
                <a:gd name="connsiteY12" fmla="*/ 97164 h 97164"/>
                <a:gd name="connsiteX13" fmla="*/ 280711 w 372230"/>
                <a:gd name="connsiteY13" fmla="*/ 80584 h 97164"/>
                <a:gd name="connsiteX14" fmla="*/ 304352 w 372230"/>
                <a:gd name="connsiteY14" fmla="*/ 97164 h 97164"/>
                <a:gd name="connsiteX15" fmla="*/ 327993 w 372230"/>
                <a:gd name="connsiteY15" fmla="*/ 80584 h 97164"/>
                <a:gd name="connsiteX16" fmla="*/ 351635 w 372230"/>
                <a:gd name="connsiteY16" fmla="*/ 97164 h 97164"/>
                <a:gd name="connsiteX17" fmla="*/ 352059 w 372230"/>
                <a:gd name="connsiteY17" fmla="*/ 97164 h 97164"/>
                <a:gd name="connsiteX18" fmla="*/ 366012 w 372230"/>
                <a:gd name="connsiteY18" fmla="*/ 61180 h 97164"/>
                <a:gd name="connsiteX19" fmla="*/ 304832 w 372230"/>
                <a:gd name="connsiteY19" fmla="*/ 0 h 97164"/>
                <a:gd name="connsiteX20" fmla="*/ 189111 w 372230"/>
                <a:gd name="connsiteY20" fmla="*/ 0 h 97164"/>
                <a:gd name="connsiteX21" fmla="*/ 67486 w 372230"/>
                <a:gd name="connsiteY21" fmla="*/ 0 h 97164"/>
                <a:gd name="connsiteX22" fmla="*/ 6250 w 372230"/>
                <a:gd name="connsiteY22" fmla="*/ 61236 h 97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72230" h="97164">
                  <a:moveTo>
                    <a:pt x="6221" y="61264"/>
                  </a:moveTo>
                  <a:cubicBezTo>
                    <a:pt x="-6122" y="73608"/>
                    <a:pt x="939" y="95442"/>
                    <a:pt x="18282" y="97052"/>
                  </a:cubicBezTo>
                  <a:cubicBezTo>
                    <a:pt x="19073" y="97136"/>
                    <a:pt x="19864" y="97164"/>
                    <a:pt x="20654" y="97164"/>
                  </a:cubicBezTo>
                  <a:cubicBezTo>
                    <a:pt x="31529" y="97164"/>
                    <a:pt x="40765" y="90244"/>
                    <a:pt x="44296" y="80584"/>
                  </a:cubicBezTo>
                  <a:cubicBezTo>
                    <a:pt x="47799" y="90244"/>
                    <a:pt x="57063" y="97164"/>
                    <a:pt x="67937" y="97164"/>
                  </a:cubicBezTo>
                  <a:cubicBezTo>
                    <a:pt x="78812" y="97164"/>
                    <a:pt x="88048" y="90244"/>
                    <a:pt x="91579" y="80584"/>
                  </a:cubicBezTo>
                  <a:cubicBezTo>
                    <a:pt x="95081" y="90244"/>
                    <a:pt x="104346" y="97164"/>
                    <a:pt x="115221" y="97164"/>
                  </a:cubicBezTo>
                  <a:cubicBezTo>
                    <a:pt x="126095" y="97164"/>
                    <a:pt x="135331" y="90244"/>
                    <a:pt x="138862" y="80584"/>
                  </a:cubicBezTo>
                  <a:cubicBezTo>
                    <a:pt x="142364" y="90244"/>
                    <a:pt x="151629" y="97164"/>
                    <a:pt x="162504" y="97164"/>
                  </a:cubicBezTo>
                  <a:cubicBezTo>
                    <a:pt x="173378" y="97164"/>
                    <a:pt x="182614" y="90244"/>
                    <a:pt x="186145" y="80584"/>
                  </a:cubicBezTo>
                  <a:cubicBezTo>
                    <a:pt x="189647" y="90244"/>
                    <a:pt x="198912" y="97164"/>
                    <a:pt x="209787" y="97164"/>
                  </a:cubicBezTo>
                  <a:cubicBezTo>
                    <a:pt x="220661" y="97164"/>
                    <a:pt x="229897" y="90244"/>
                    <a:pt x="233428" y="80584"/>
                  </a:cubicBezTo>
                  <a:cubicBezTo>
                    <a:pt x="236930" y="90244"/>
                    <a:pt x="246195" y="97164"/>
                    <a:pt x="257069" y="97164"/>
                  </a:cubicBezTo>
                  <a:cubicBezTo>
                    <a:pt x="267944" y="97164"/>
                    <a:pt x="277180" y="90244"/>
                    <a:pt x="280711" y="80584"/>
                  </a:cubicBezTo>
                  <a:cubicBezTo>
                    <a:pt x="284213" y="90244"/>
                    <a:pt x="293478" y="97164"/>
                    <a:pt x="304352" y="97164"/>
                  </a:cubicBezTo>
                  <a:cubicBezTo>
                    <a:pt x="315226" y="97164"/>
                    <a:pt x="324463" y="90244"/>
                    <a:pt x="327993" y="80584"/>
                  </a:cubicBezTo>
                  <a:cubicBezTo>
                    <a:pt x="331496" y="90244"/>
                    <a:pt x="340760" y="97164"/>
                    <a:pt x="351635" y="97164"/>
                  </a:cubicBezTo>
                  <a:cubicBezTo>
                    <a:pt x="351777" y="97164"/>
                    <a:pt x="351917" y="97164"/>
                    <a:pt x="352059" y="97164"/>
                  </a:cubicBezTo>
                  <a:cubicBezTo>
                    <a:pt x="370390" y="96854"/>
                    <a:pt x="378977" y="74144"/>
                    <a:pt x="366012" y="61180"/>
                  </a:cubicBezTo>
                  <a:lnTo>
                    <a:pt x="304832" y="0"/>
                  </a:lnTo>
                  <a:lnTo>
                    <a:pt x="189111" y="0"/>
                  </a:lnTo>
                  <a:cubicBezTo>
                    <a:pt x="160554" y="0"/>
                    <a:pt x="248708" y="0"/>
                    <a:pt x="67486" y="0"/>
                  </a:cubicBezTo>
                  <a:lnTo>
                    <a:pt x="6250" y="61236"/>
                  </a:lnTo>
                  <a:close/>
                </a:path>
              </a:pathLst>
            </a:custGeom>
            <a:noFill/>
            <a:ln w="8472" cap="flat">
              <a:solidFill>
                <a:srgbClr val="01355A"/>
              </a:solidFill>
              <a:prstDash val="solid"/>
              <a:miter/>
            </a:ln>
          </p:spPr>
          <p:txBody>
            <a:bodyPr rtlCol="1" anchor="ctr"/>
            <a:lstStyle/>
            <a:p>
              <a:endParaRPr lang="ar-SA"/>
            </a:p>
          </p:txBody>
        </p:sp>
        <p:sp>
          <p:nvSpPr>
            <p:cNvPr id="9447" name="شكل حر: شكل 10552">
              <a:extLst>
                <a:ext uri="{FF2B5EF4-FFF2-40B4-BE49-F238E27FC236}">
                  <a16:creationId xmlns:a16="http://schemas.microsoft.com/office/drawing/2014/main" id="{ADA880B2-FC26-4A7C-4922-FD02949B69E9}"/>
                </a:ext>
              </a:extLst>
            </p:cNvPr>
            <p:cNvSpPr/>
            <p:nvPr/>
          </p:nvSpPr>
          <p:spPr>
            <a:xfrm>
              <a:off x="9333665" y="2466337"/>
              <a:ext cx="67789" cy="156734"/>
            </a:xfrm>
            <a:custGeom>
              <a:avLst/>
              <a:gdLst>
                <a:gd name="connsiteX0" fmla="*/ 0 w 67789"/>
                <a:gd name="connsiteY0" fmla="*/ 0 h 156734"/>
                <a:gd name="connsiteX1" fmla="*/ 67789 w 67789"/>
                <a:gd name="connsiteY1" fmla="*/ 0 h 156734"/>
                <a:gd name="connsiteX2" fmla="*/ 67789 w 67789"/>
                <a:gd name="connsiteY2" fmla="*/ 156734 h 156734"/>
                <a:gd name="connsiteX3" fmla="*/ 0 w 67789"/>
                <a:gd name="connsiteY3" fmla="*/ 156734 h 156734"/>
              </a:gdLst>
              <a:ahLst/>
              <a:cxnLst>
                <a:cxn ang="0">
                  <a:pos x="connsiteX0" y="connsiteY0"/>
                </a:cxn>
                <a:cxn ang="0">
                  <a:pos x="connsiteX1" y="connsiteY1"/>
                </a:cxn>
                <a:cxn ang="0">
                  <a:pos x="connsiteX2" y="connsiteY2"/>
                </a:cxn>
                <a:cxn ang="0">
                  <a:pos x="connsiteX3" y="connsiteY3"/>
                </a:cxn>
              </a:cxnLst>
              <a:rect l="l" t="t" r="r" b="b"/>
              <a:pathLst>
                <a:path w="67789" h="156734">
                  <a:moveTo>
                    <a:pt x="0" y="0"/>
                  </a:moveTo>
                  <a:lnTo>
                    <a:pt x="67789" y="0"/>
                  </a:lnTo>
                  <a:lnTo>
                    <a:pt x="67789" y="156734"/>
                  </a:lnTo>
                  <a:lnTo>
                    <a:pt x="0" y="156734"/>
                  </a:lnTo>
                  <a:close/>
                </a:path>
              </a:pathLst>
            </a:custGeom>
            <a:noFill/>
            <a:ln w="8472" cap="flat">
              <a:solidFill>
                <a:srgbClr val="01355A"/>
              </a:solidFill>
              <a:prstDash val="solid"/>
              <a:miter/>
            </a:ln>
          </p:spPr>
          <p:txBody>
            <a:bodyPr rtlCol="1" anchor="ctr"/>
            <a:lstStyle/>
            <a:p>
              <a:endParaRPr lang="ar-SA"/>
            </a:p>
          </p:txBody>
        </p:sp>
        <p:sp>
          <p:nvSpPr>
            <p:cNvPr id="9448" name="شكل حر: شكل 10553">
              <a:extLst>
                <a:ext uri="{FF2B5EF4-FFF2-40B4-BE49-F238E27FC236}">
                  <a16:creationId xmlns:a16="http://schemas.microsoft.com/office/drawing/2014/main" id="{26ADEFD2-962B-C3CD-EEE2-38DEC8A4F68A}"/>
                </a:ext>
              </a:extLst>
            </p:cNvPr>
            <p:cNvSpPr/>
            <p:nvPr/>
          </p:nvSpPr>
          <p:spPr>
            <a:xfrm>
              <a:off x="9349398" y="2520936"/>
              <a:ext cx="2372" cy="2372"/>
            </a:xfrm>
            <a:custGeom>
              <a:avLst/>
              <a:gdLst>
                <a:gd name="connsiteX0" fmla="*/ 2372 w 2372"/>
                <a:gd name="connsiteY0" fmla="*/ 1186 h 2372"/>
                <a:gd name="connsiteX1" fmla="*/ 1186 w 2372"/>
                <a:gd name="connsiteY1" fmla="*/ 2373 h 2372"/>
                <a:gd name="connsiteX2" fmla="*/ 0 w 2372"/>
                <a:gd name="connsiteY2" fmla="*/ 1186 h 2372"/>
                <a:gd name="connsiteX3" fmla="*/ 1186 w 2372"/>
                <a:gd name="connsiteY3" fmla="*/ 0 h 2372"/>
                <a:gd name="connsiteX4" fmla="*/ 2372 w 2372"/>
                <a:gd name="connsiteY4" fmla="*/ 1186 h 2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2" h="2372">
                  <a:moveTo>
                    <a:pt x="2372" y="1186"/>
                  </a:moveTo>
                  <a:cubicBezTo>
                    <a:pt x="2372" y="1836"/>
                    <a:pt x="1836" y="2373"/>
                    <a:pt x="1186" y="2373"/>
                  </a:cubicBezTo>
                  <a:cubicBezTo>
                    <a:pt x="536" y="2373"/>
                    <a:pt x="0" y="1836"/>
                    <a:pt x="0" y="1186"/>
                  </a:cubicBezTo>
                  <a:cubicBezTo>
                    <a:pt x="0" y="537"/>
                    <a:pt x="536" y="0"/>
                    <a:pt x="1186" y="0"/>
                  </a:cubicBezTo>
                  <a:cubicBezTo>
                    <a:pt x="1836" y="0"/>
                    <a:pt x="2372" y="537"/>
                    <a:pt x="2372" y="1186"/>
                  </a:cubicBezTo>
                  <a:close/>
                </a:path>
              </a:pathLst>
            </a:custGeom>
            <a:noFill/>
            <a:ln w="8472" cap="flat">
              <a:solidFill>
                <a:srgbClr val="01355A"/>
              </a:solidFill>
              <a:prstDash val="solid"/>
              <a:miter/>
            </a:ln>
          </p:spPr>
          <p:txBody>
            <a:bodyPr rtlCol="1" anchor="ctr"/>
            <a:lstStyle/>
            <a:p>
              <a:endParaRPr lang="ar-SA"/>
            </a:p>
          </p:txBody>
        </p:sp>
        <p:sp>
          <p:nvSpPr>
            <p:cNvPr id="9449" name="شكل حر: شكل 10554">
              <a:extLst>
                <a:ext uri="{FF2B5EF4-FFF2-40B4-BE49-F238E27FC236}">
                  <a16:creationId xmlns:a16="http://schemas.microsoft.com/office/drawing/2014/main" id="{110FEA25-38AE-4511-25E9-73A49DF52AFD}"/>
                </a:ext>
              </a:extLst>
            </p:cNvPr>
            <p:cNvSpPr/>
            <p:nvPr/>
          </p:nvSpPr>
          <p:spPr>
            <a:xfrm>
              <a:off x="9573271" y="2579235"/>
              <a:ext cx="1751" cy="1751"/>
            </a:xfrm>
            <a:custGeom>
              <a:avLst/>
              <a:gdLst>
                <a:gd name="connsiteX0" fmla="*/ 1751 w 1751"/>
                <a:gd name="connsiteY0" fmla="*/ 876 h 1751"/>
                <a:gd name="connsiteX1" fmla="*/ 875 w 1751"/>
                <a:gd name="connsiteY1" fmla="*/ 1751 h 1751"/>
                <a:gd name="connsiteX2" fmla="*/ 0 w 1751"/>
                <a:gd name="connsiteY2" fmla="*/ 876 h 1751"/>
                <a:gd name="connsiteX3" fmla="*/ 875 w 1751"/>
                <a:gd name="connsiteY3" fmla="*/ 0 h 1751"/>
                <a:gd name="connsiteX4" fmla="*/ 1751 w 1751"/>
                <a:gd name="connsiteY4" fmla="*/ 876 h 17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1" h="1751">
                  <a:moveTo>
                    <a:pt x="1751" y="876"/>
                  </a:moveTo>
                  <a:cubicBezTo>
                    <a:pt x="1751" y="1359"/>
                    <a:pt x="1359" y="1751"/>
                    <a:pt x="875" y="1751"/>
                  </a:cubicBezTo>
                  <a:cubicBezTo>
                    <a:pt x="392" y="1751"/>
                    <a:pt x="0" y="1359"/>
                    <a:pt x="0" y="876"/>
                  </a:cubicBezTo>
                  <a:cubicBezTo>
                    <a:pt x="0" y="392"/>
                    <a:pt x="391" y="0"/>
                    <a:pt x="875" y="0"/>
                  </a:cubicBezTo>
                  <a:cubicBezTo>
                    <a:pt x="1359" y="0"/>
                    <a:pt x="1751" y="392"/>
                    <a:pt x="1751" y="876"/>
                  </a:cubicBezTo>
                  <a:close/>
                </a:path>
              </a:pathLst>
            </a:custGeom>
            <a:noFill/>
            <a:ln w="8472" cap="flat">
              <a:solidFill>
                <a:srgbClr val="17A3A3"/>
              </a:solidFill>
              <a:prstDash val="solid"/>
              <a:miter/>
            </a:ln>
          </p:spPr>
          <p:txBody>
            <a:bodyPr rtlCol="1" anchor="ctr"/>
            <a:lstStyle/>
            <a:p>
              <a:endParaRPr lang="ar-SA"/>
            </a:p>
          </p:txBody>
        </p:sp>
      </p:grpSp>
      <p:grpSp>
        <p:nvGrpSpPr>
          <p:cNvPr id="9459" name="رسم 8014">
            <a:extLst>
              <a:ext uri="{FF2B5EF4-FFF2-40B4-BE49-F238E27FC236}">
                <a16:creationId xmlns:a16="http://schemas.microsoft.com/office/drawing/2014/main" id="{F078B16B-8364-C47D-A448-89A5A29A8665}"/>
              </a:ext>
            </a:extLst>
          </p:cNvPr>
          <p:cNvGrpSpPr/>
          <p:nvPr/>
        </p:nvGrpSpPr>
        <p:grpSpPr>
          <a:xfrm>
            <a:off x="6791679" y="4468789"/>
            <a:ext cx="261211" cy="279419"/>
            <a:chOff x="7199522" y="3854294"/>
            <a:chExt cx="312225" cy="354506"/>
          </a:xfrm>
          <a:noFill/>
        </p:grpSpPr>
        <p:sp>
          <p:nvSpPr>
            <p:cNvPr id="9460" name="شكل حر: شكل 10556">
              <a:extLst>
                <a:ext uri="{FF2B5EF4-FFF2-40B4-BE49-F238E27FC236}">
                  <a16:creationId xmlns:a16="http://schemas.microsoft.com/office/drawing/2014/main" id="{62B513DA-A09A-420B-E285-F9AAFB89AFC3}"/>
                </a:ext>
              </a:extLst>
            </p:cNvPr>
            <p:cNvSpPr/>
            <p:nvPr/>
          </p:nvSpPr>
          <p:spPr>
            <a:xfrm>
              <a:off x="7314791" y="4077374"/>
              <a:ext cx="40052" cy="40052"/>
            </a:xfrm>
            <a:custGeom>
              <a:avLst/>
              <a:gdLst>
                <a:gd name="connsiteX0" fmla="*/ 40052 w 40052"/>
                <a:gd name="connsiteY0" fmla="*/ 0 h 40052"/>
                <a:gd name="connsiteX1" fmla="*/ 0 w 40052"/>
                <a:gd name="connsiteY1" fmla="*/ 40052 h 40052"/>
              </a:gdLst>
              <a:ahLst/>
              <a:cxnLst>
                <a:cxn ang="0">
                  <a:pos x="connsiteX0" y="connsiteY0"/>
                </a:cxn>
                <a:cxn ang="0">
                  <a:pos x="connsiteX1" y="connsiteY1"/>
                </a:cxn>
              </a:cxnLst>
              <a:rect l="l" t="t" r="r" b="b"/>
              <a:pathLst>
                <a:path w="40052" h="40052">
                  <a:moveTo>
                    <a:pt x="40052" y="0"/>
                  </a:moveTo>
                  <a:lnTo>
                    <a:pt x="0" y="40052"/>
                  </a:lnTo>
                </a:path>
              </a:pathLst>
            </a:custGeom>
            <a:ln w="8472" cap="flat">
              <a:solidFill>
                <a:srgbClr val="17A3A3"/>
              </a:solidFill>
              <a:prstDash val="solid"/>
              <a:miter/>
            </a:ln>
          </p:spPr>
          <p:txBody>
            <a:bodyPr rtlCol="1" anchor="ctr"/>
            <a:lstStyle/>
            <a:p>
              <a:endParaRPr lang="ar-SA"/>
            </a:p>
          </p:txBody>
        </p:sp>
        <p:sp>
          <p:nvSpPr>
            <p:cNvPr id="9461" name="شكل حر: شكل 10557">
              <a:extLst>
                <a:ext uri="{FF2B5EF4-FFF2-40B4-BE49-F238E27FC236}">
                  <a16:creationId xmlns:a16="http://schemas.microsoft.com/office/drawing/2014/main" id="{B34F68B1-A975-5465-72EB-371525D7BDB5}"/>
                </a:ext>
              </a:extLst>
            </p:cNvPr>
            <p:cNvSpPr/>
            <p:nvPr/>
          </p:nvSpPr>
          <p:spPr>
            <a:xfrm>
              <a:off x="7354843" y="4033170"/>
              <a:ext cx="39487" cy="83691"/>
            </a:xfrm>
            <a:custGeom>
              <a:avLst/>
              <a:gdLst>
                <a:gd name="connsiteX0" fmla="*/ 0 w 39487"/>
                <a:gd name="connsiteY0" fmla="*/ 0 h 83691"/>
                <a:gd name="connsiteX1" fmla="*/ 0 w 39487"/>
                <a:gd name="connsiteY1" fmla="*/ 44204 h 83691"/>
                <a:gd name="connsiteX2" fmla="*/ 39487 w 39487"/>
                <a:gd name="connsiteY2" fmla="*/ 83691 h 83691"/>
              </a:gdLst>
              <a:ahLst/>
              <a:cxnLst>
                <a:cxn ang="0">
                  <a:pos x="connsiteX0" y="connsiteY0"/>
                </a:cxn>
                <a:cxn ang="0">
                  <a:pos x="connsiteX1" y="connsiteY1"/>
                </a:cxn>
                <a:cxn ang="0">
                  <a:pos x="connsiteX2" y="connsiteY2"/>
                </a:cxn>
              </a:cxnLst>
              <a:rect l="l" t="t" r="r" b="b"/>
              <a:pathLst>
                <a:path w="39487" h="83691">
                  <a:moveTo>
                    <a:pt x="0" y="0"/>
                  </a:moveTo>
                  <a:lnTo>
                    <a:pt x="0" y="44204"/>
                  </a:lnTo>
                  <a:lnTo>
                    <a:pt x="39487" y="83691"/>
                  </a:lnTo>
                </a:path>
              </a:pathLst>
            </a:custGeom>
            <a:noFill/>
            <a:ln w="8472" cap="flat">
              <a:solidFill>
                <a:srgbClr val="17A3A3"/>
              </a:solidFill>
              <a:prstDash val="solid"/>
              <a:miter/>
            </a:ln>
          </p:spPr>
          <p:txBody>
            <a:bodyPr rtlCol="1" anchor="ctr"/>
            <a:lstStyle/>
            <a:p>
              <a:endParaRPr lang="ar-SA"/>
            </a:p>
          </p:txBody>
        </p:sp>
        <p:sp>
          <p:nvSpPr>
            <p:cNvPr id="9462" name="شكل حر: شكل 10558">
              <a:extLst>
                <a:ext uri="{FF2B5EF4-FFF2-40B4-BE49-F238E27FC236}">
                  <a16:creationId xmlns:a16="http://schemas.microsoft.com/office/drawing/2014/main" id="{279CEDC7-53D9-A940-876B-15C470F6C4C0}"/>
                </a:ext>
              </a:extLst>
            </p:cNvPr>
            <p:cNvSpPr/>
            <p:nvPr/>
          </p:nvSpPr>
          <p:spPr>
            <a:xfrm>
              <a:off x="7381084" y="3961681"/>
              <a:ext cx="2824" cy="43441"/>
            </a:xfrm>
            <a:custGeom>
              <a:avLst/>
              <a:gdLst>
                <a:gd name="connsiteX0" fmla="*/ 0 w 2824"/>
                <a:gd name="connsiteY0" fmla="*/ 0 h 43441"/>
                <a:gd name="connsiteX1" fmla="*/ 0 w 2824"/>
                <a:gd name="connsiteY1" fmla="*/ 43441 h 43441"/>
              </a:gdLst>
              <a:ahLst/>
              <a:cxnLst>
                <a:cxn ang="0">
                  <a:pos x="connsiteX0" y="connsiteY0"/>
                </a:cxn>
                <a:cxn ang="0">
                  <a:pos x="connsiteX1" y="connsiteY1"/>
                </a:cxn>
              </a:cxnLst>
              <a:rect l="l" t="t" r="r" b="b"/>
              <a:pathLst>
                <a:path w="2824" h="43441">
                  <a:moveTo>
                    <a:pt x="0" y="0"/>
                  </a:moveTo>
                  <a:lnTo>
                    <a:pt x="0" y="43441"/>
                  </a:lnTo>
                </a:path>
              </a:pathLst>
            </a:custGeom>
            <a:ln w="8472" cap="flat">
              <a:solidFill>
                <a:srgbClr val="01355A"/>
              </a:solidFill>
              <a:prstDash val="solid"/>
              <a:miter/>
            </a:ln>
          </p:spPr>
          <p:txBody>
            <a:bodyPr rtlCol="1" anchor="ctr"/>
            <a:lstStyle/>
            <a:p>
              <a:endParaRPr lang="ar-SA"/>
            </a:p>
          </p:txBody>
        </p:sp>
        <p:sp>
          <p:nvSpPr>
            <p:cNvPr id="9463" name="شكل حر: شكل 10559">
              <a:extLst>
                <a:ext uri="{FF2B5EF4-FFF2-40B4-BE49-F238E27FC236}">
                  <a16:creationId xmlns:a16="http://schemas.microsoft.com/office/drawing/2014/main" id="{0043538D-AE88-1B52-930D-112D2D9BEC24}"/>
                </a:ext>
              </a:extLst>
            </p:cNvPr>
            <p:cNvSpPr/>
            <p:nvPr/>
          </p:nvSpPr>
          <p:spPr>
            <a:xfrm>
              <a:off x="7327869" y="3961681"/>
              <a:ext cx="53214" cy="43441"/>
            </a:xfrm>
            <a:custGeom>
              <a:avLst/>
              <a:gdLst>
                <a:gd name="connsiteX0" fmla="*/ 0 w 53214"/>
                <a:gd name="connsiteY0" fmla="*/ 0 h 43441"/>
                <a:gd name="connsiteX1" fmla="*/ 0 w 53214"/>
                <a:gd name="connsiteY1" fmla="*/ 43442 h 43441"/>
                <a:gd name="connsiteX2" fmla="*/ 53215 w 53214"/>
                <a:gd name="connsiteY2" fmla="*/ 43442 h 43441"/>
              </a:gdLst>
              <a:ahLst/>
              <a:cxnLst>
                <a:cxn ang="0">
                  <a:pos x="connsiteX0" y="connsiteY0"/>
                </a:cxn>
                <a:cxn ang="0">
                  <a:pos x="connsiteX1" y="connsiteY1"/>
                </a:cxn>
                <a:cxn ang="0">
                  <a:pos x="connsiteX2" y="connsiteY2"/>
                </a:cxn>
              </a:cxnLst>
              <a:rect l="l" t="t" r="r" b="b"/>
              <a:pathLst>
                <a:path w="53214" h="43441">
                  <a:moveTo>
                    <a:pt x="0" y="0"/>
                  </a:moveTo>
                  <a:lnTo>
                    <a:pt x="0" y="43442"/>
                  </a:lnTo>
                  <a:lnTo>
                    <a:pt x="53215" y="43442"/>
                  </a:lnTo>
                </a:path>
              </a:pathLst>
            </a:custGeom>
            <a:noFill/>
            <a:ln w="8472" cap="flat">
              <a:solidFill>
                <a:srgbClr val="01355A"/>
              </a:solidFill>
              <a:prstDash val="solid"/>
              <a:miter/>
            </a:ln>
          </p:spPr>
          <p:txBody>
            <a:bodyPr rtlCol="1" anchor="ctr"/>
            <a:lstStyle/>
            <a:p>
              <a:endParaRPr lang="ar-SA"/>
            </a:p>
          </p:txBody>
        </p:sp>
        <p:sp>
          <p:nvSpPr>
            <p:cNvPr id="9464" name="شكل حر: شكل 10560">
              <a:extLst>
                <a:ext uri="{FF2B5EF4-FFF2-40B4-BE49-F238E27FC236}">
                  <a16:creationId xmlns:a16="http://schemas.microsoft.com/office/drawing/2014/main" id="{2239FB8F-0CCF-F65B-2252-4165BF7204F2}"/>
                </a:ext>
              </a:extLst>
            </p:cNvPr>
            <p:cNvSpPr/>
            <p:nvPr/>
          </p:nvSpPr>
          <p:spPr>
            <a:xfrm rot="-1349998">
              <a:off x="7330116" y="3861870"/>
              <a:ext cx="49429" cy="49429"/>
            </a:xfrm>
            <a:custGeom>
              <a:avLst/>
              <a:gdLst>
                <a:gd name="connsiteX0" fmla="*/ 49429 w 49429"/>
                <a:gd name="connsiteY0" fmla="*/ 24715 h 49429"/>
                <a:gd name="connsiteX1" fmla="*/ 24715 w 49429"/>
                <a:gd name="connsiteY1" fmla="*/ 49430 h 49429"/>
                <a:gd name="connsiteX2" fmla="*/ 0 w 49429"/>
                <a:gd name="connsiteY2" fmla="*/ 24715 h 49429"/>
                <a:gd name="connsiteX3" fmla="*/ 24715 w 49429"/>
                <a:gd name="connsiteY3" fmla="*/ 0 h 49429"/>
                <a:gd name="connsiteX4" fmla="*/ 49429 w 49429"/>
                <a:gd name="connsiteY4" fmla="*/ 24715 h 49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429" h="49429">
                  <a:moveTo>
                    <a:pt x="49429" y="24715"/>
                  </a:moveTo>
                  <a:cubicBezTo>
                    <a:pt x="49429" y="38364"/>
                    <a:pt x="38364" y="49430"/>
                    <a:pt x="24715" y="49430"/>
                  </a:cubicBezTo>
                  <a:cubicBezTo>
                    <a:pt x="11065" y="49430"/>
                    <a:pt x="0" y="38364"/>
                    <a:pt x="0" y="24715"/>
                  </a:cubicBezTo>
                  <a:cubicBezTo>
                    <a:pt x="0" y="11065"/>
                    <a:pt x="11065" y="0"/>
                    <a:pt x="24715" y="0"/>
                  </a:cubicBezTo>
                  <a:cubicBezTo>
                    <a:pt x="38364" y="0"/>
                    <a:pt x="49429" y="11065"/>
                    <a:pt x="49429" y="24715"/>
                  </a:cubicBezTo>
                  <a:close/>
                </a:path>
              </a:pathLst>
            </a:custGeom>
            <a:noFill/>
            <a:ln w="8472" cap="flat">
              <a:solidFill>
                <a:srgbClr val="01355A"/>
              </a:solidFill>
              <a:prstDash val="solid"/>
              <a:miter/>
            </a:ln>
          </p:spPr>
          <p:txBody>
            <a:bodyPr rtlCol="1" anchor="ctr"/>
            <a:lstStyle/>
            <a:p>
              <a:endParaRPr lang="ar-SA"/>
            </a:p>
          </p:txBody>
        </p:sp>
        <p:sp>
          <p:nvSpPr>
            <p:cNvPr id="9465" name="شكل حر: شكل 10561">
              <a:extLst>
                <a:ext uri="{FF2B5EF4-FFF2-40B4-BE49-F238E27FC236}">
                  <a16:creationId xmlns:a16="http://schemas.microsoft.com/office/drawing/2014/main" id="{DE1E0D87-9029-4265-323E-B10E0EFE6C95}"/>
                </a:ext>
              </a:extLst>
            </p:cNvPr>
            <p:cNvSpPr/>
            <p:nvPr/>
          </p:nvSpPr>
          <p:spPr>
            <a:xfrm>
              <a:off x="7307787" y="3926628"/>
              <a:ext cx="94057" cy="78493"/>
            </a:xfrm>
            <a:custGeom>
              <a:avLst/>
              <a:gdLst>
                <a:gd name="connsiteX0" fmla="*/ 0 w 94057"/>
                <a:gd name="connsiteY0" fmla="*/ 78494 h 78493"/>
                <a:gd name="connsiteX1" fmla="*/ 0 w 94057"/>
                <a:gd name="connsiteY1" fmla="*/ 16072 h 78493"/>
                <a:gd name="connsiteX2" fmla="*/ 16072 w 94057"/>
                <a:gd name="connsiteY2" fmla="*/ 0 h 78493"/>
                <a:gd name="connsiteX3" fmla="*/ 77985 w 94057"/>
                <a:gd name="connsiteY3" fmla="*/ 0 h 78493"/>
                <a:gd name="connsiteX4" fmla="*/ 94058 w 94057"/>
                <a:gd name="connsiteY4" fmla="*/ 16072 h 78493"/>
                <a:gd name="connsiteX5" fmla="*/ 94058 w 94057"/>
                <a:gd name="connsiteY5" fmla="*/ 72449 h 7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057" h="78493">
                  <a:moveTo>
                    <a:pt x="0" y="78494"/>
                  </a:moveTo>
                  <a:lnTo>
                    <a:pt x="0" y="16072"/>
                  </a:lnTo>
                  <a:cubicBezTo>
                    <a:pt x="0" y="7202"/>
                    <a:pt x="7203" y="0"/>
                    <a:pt x="16072" y="0"/>
                  </a:cubicBezTo>
                  <a:lnTo>
                    <a:pt x="77985" y="0"/>
                  </a:lnTo>
                  <a:cubicBezTo>
                    <a:pt x="86855" y="0"/>
                    <a:pt x="94058" y="7202"/>
                    <a:pt x="94058" y="16072"/>
                  </a:cubicBezTo>
                  <a:lnTo>
                    <a:pt x="94058" y="72449"/>
                  </a:lnTo>
                </a:path>
              </a:pathLst>
            </a:custGeom>
            <a:noFill/>
            <a:ln w="8472" cap="flat">
              <a:solidFill>
                <a:srgbClr val="01355A"/>
              </a:solidFill>
              <a:prstDash val="solid"/>
              <a:miter/>
            </a:ln>
          </p:spPr>
          <p:txBody>
            <a:bodyPr rtlCol="1" anchor="ctr"/>
            <a:lstStyle/>
            <a:p>
              <a:endParaRPr lang="ar-SA"/>
            </a:p>
          </p:txBody>
        </p:sp>
        <p:sp>
          <p:nvSpPr>
            <p:cNvPr id="9466" name="شكل حر: شكل 10562">
              <a:extLst>
                <a:ext uri="{FF2B5EF4-FFF2-40B4-BE49-F238E27FC236}">
                  <a16:creationId xmlns:a16="http://schemas.microsoft.com/office/drawing/2014/main" id="{86A80A1A-1A9F-6EB5-1A52-812123687C9D}"/>
                </a:ext>
              </a:extLst>
            </p:cNvPr>
            <p:cNvSpPr/>
            <p:nvPr/>
          </p:nvSpPr>
          <p:spPr>
            <a:xfrm>
              <a:off x="7272819" y="4165359"/>
              <a:ext cx="2824" cy="43441"/>
            </a:xfrm>
            <a:custGeom>
              <a:avLst/>
              <a:gdLst>
                <a:gd name="connsiteX0" fmla="*/ 0 w 2824"/>
                <a:gd name="connsiteY0" fmla="*/ 0 h 43441"/>
                <a:gd name="connsiteX1" fmla="*/ 0 w 2824"/>
                <a:gd name="connsiteY1" fmla="*/ 43441 h 43441"/>
              </a:gdLst>
              <a:ahLst/>
              <a:cxnLst>
                <a:cxn ang="0">
                  <a:pos x="connsiteX0" y="connsiteY0"/>
                </a:cxn>
                <a:cxn ang="0">
                  <a:pos x="connsiteX1" y="connsiteY1"/>
                </a:cxn>
              </a:cxnLst>
              <a:rect l="l" t="t" r="r" b="b"/>
              <a:pathLst>
                <a:path w="2824" h="43441">
                  <a:moveTo>
                    <a:pt x="0" y="0"/>
                  </a:moveTo>
                  <a:lnTo>
                    <a:pt x="0" y="43441"/>
                  </a:lnTo>
                </a:path>
              </a:pathLst>
            </a:custGeom>
            <a:ln w="8472" cap="flat">
              <a:solidFill>
                <a:srgbClr val="01355A"/>
              </a:solidFill>
              <a:prstDash val="solid"/>
              <a:miter/>
            </a:ln>
          </p:spPr>
          <p:txBody>
            <a:bodyPr rtlCol="1" anchor="ctr"/>
            <a:lstStyle/>
            <a:p>
              <a:endParaRPr lang="ar-SA"/>
            </a:p>
          </p:txBody>
        </p:sp>
        <p:sp>
          <p:nvSpPr>
            <p:cNvPr id="9467" name="شكل حر: شكل 10563">
              <a:extLst>
                <a:ext uri="{FF2B5EF4-FFF2-40B4-BE49-F238E27FC236}">
                  <a16:creationId xmlns:a16="http://schemas.microsoft.com/office/drawing/2014/main" id="{BAD6A873-2BA3-1BC6-8F7E-29825AF060F6}"/>
                </a:ext>
              </a:extLst>
            </p:cNvPr>
            <p:cNvSpPr/>
            <p:nvPr/>
          </p:nvSpPr>
          <p:spPr>
            <a:xfrm>
              <a:off x="7219576" y="4165359"/>
              <a:ext cx="53242" cy="43441"/>
            </a:xfrm>
            <a:custGeom>
              <a:avLst/>
              <a:gdLst>
                <a:gd name="connsiteX0" fmla="*/ 0 w 53242"/>
                <a:gd name="connsiteY0" fmla="*/ 0 h 43441"/>
                <a:gd name="connsiteX1" fmla="*/ 0 w 53242"/>
                <a:gd name="connsiteY1" fmla="*/ 43442 h 43441"/>
                <a:gd name="connsiteX2" fmla="*/ 53242 w 53242"/>
                <a:gd name="connsiteY2" fmla="*/ 43442 h 43441"/>
              </a:gdLst>
              <a:ahLst/>
              <a:cxnLst>
                <a:cxn ang="0">
                  <a:pos x="connsiteX0" y="connsiteY0"/>
                </a:cxn>
                <a:cxn ang="0">
                  <a:pos x="connsiteX1" y="connsiteY1"/>
                </a:cxn>
                <a:cxn ang="0">
                  <a:pos x="connsiteX2" y="connsiteY2"/>
                </a:cxn>
              </a:cxnLst>
              <a:rect l="l" t="t" r="r" b="b"/>
              <a:pathLst>
                <a:path w="53242" h="43441">
                  <a:moveTo>
                    <a:pt x="0" y="0"/>
                  </a:moveTo>
                  <a:lnTo>
                    <a:pt x="0" y="43442"/>
                  </a:lnTo>
                  <a:lnTo>
                    <a:pt x="53242" y="43442"/>
                  </a:lnTo>
                </a:path>
              </a:pathLst>
            </a:custGeom>
            <a:noFill/>
            <a:ln w="8472" cap="flat">
              <a:solidFill>
                <a:srgbClr val="01355A"/>
              </a:solidFill>
              <a:prstDash val="solid"/>
              <a:miter/>
            </a:ln>
          </p:spPr>
          <p:txBody>
            <a:bodyPr rtlCol="1" anchor="ctr"/>
            <a:lstStyle/>
            <a:p>
              <a:endParaRPr lang="ar-SA"/>
            </a:p>
          </p:txBody>
        </p:sp>
        <p:sp>
          <p:nvSpPr>
            <p:cNvPr id="9468" name="شكل حر: شكل 10564">
              <a:extLst>
                <a:ext uri="{FF2B5EF4-FFF2-40B4-BE49-F238E27FC236}">
                  <a16:creationId xmlns:a16="http://schemas.microsoft.com/office/drawing/2014/main" id="{2CCA7C0B-4FDB-58DF-08BE-5449315DA82B}"/>
                </a:ext>
              </a:extLst>
            </p:cNvPr>
            <p:cNvSpPr/>
            <p:nvPr/>
          </p:nvSpPr>
          <p:spPr>
            <a:xfrm>
              <a:off x="7221836" y="4065568"/>
              <a:ext cx="49429" cy="49429"/>
            </a:xfrm>
            <a:custGeom>
              <a:avLst/>
              <a:gdLst>
                <a:gd name="connsiteX0" fmla="*/ 49430 w 49429"/>
                <a:gd name="connsiteY0" fmla="*/ 24715 h 49429"/>
                <a:gd name="connsiteX1" fmla="*/ 24715 w 49429"/>
                <a:gd name="connsiteY1" fmla="*/ 49430 h 49429"/>
                <a:gd name="connsiteX2" fmla="*/ 0 w 49429"/>
                <a:gd name="connsiteY2" fmla="*/ 24715 h 49429"/>
                <a:gd name="connsiteX3" fmla="*/ 24715 w 49429"/>
                <a:gd name="connsiteY3" fmla="*/ 0 h 49429"/>
                <a:gd name="connsiteX4" fmla="*/ 49430 w 49429"/>
                <a:gd name="connsiteY4" fmla="*/ 24715 h 49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429" h="49429">
                  <a:moveTo>
                    <a:pt x="49430" y="24715"/>
                  </a:moveTo>
                  <a:cubicBezTo>
                    <a:pt x="49430" y="38357"/>
                    <a:pt x="38357" y="49430"/>
                    <a:pt x="24715" y="49430"/>
                  </a:cubicBezTo>
                  <a:cubicBezTo>
                    <a:pt x="11072" y="49430"/>
                    <a:pt x="0" y="38357"/>
                    <a:pt x="0" y="24715"/>
                  </a:cubicBezTo>
                  <a:cubicBezTo>
                    <a:pt x="0" y="11072"/>
                    <a:pt x="11072" y="0"/>
                    <a:pt x="24715" y="0"/>
                  </a:cubicBezTo>
                  <a:cubicBezTo>
                    <a:pt x="38357" y="0"/>
                    <a:pt x="49430" y="11072"/>
                    <a:pt x="49430" y="24715"/>
                  </a:cubicBezTo>
                  <a:close/>
                </a:path>
              </a:pathLst>
            </a:custGeom>
            <a:noFill/>
            <a:ln w="8472" cap="flat">
              <a:solidFill>
                <a:srgbClr val="01355A"/>
              </a:solidFill>
              <a:prstDash val="solid"/>
              <a:miter/>
            </a:ln>
          </p:spPr>
          <p:txBody>
            <a:bodyPr rtlCol="1" anchor="ctr"/>
            <a:lstStyle/>
            <a:p>
              <a:endParaRPr lang="ar-SA"/>
            </a:p>
          </p:txBody>
        </p:sp>
        <p:sp>
          <p:nvSpPr>
            <p:cNvPr id="9469" name="شكل حر: شكل 10565">
              <a:extLst>
                <a:ext uri="{FF2B5EF4-FFF2-40B4-BE49-F238E27FC236}">
                  <a16:creationId xmlns:a16="http://schemas.microsoft.com/office/drawing/2014/main" id="{00E869A7-51D6-850C-3EA2-5930C4762048}"/>
                </a:ext>
              </a:extLst>
            </p:cNvPr>
            <p:cNvSpPr/>
            <p:nvPr/>
          </p:nvSpPr>
          <p:spPr>
            <a:xfrm>
              <a:off x="7199522" y="4130306"/>
              <a:ext cx="94057" cy="78493"/>
            </a:xfrm>
            <a:custGeom>
              <a:avLst/>
              <a:gdLst>
                <a:gd name="connsiteX0" fmla="*/ 0 w 94057"/>
                <a:gd name="connsiteY0" fmla="*/ 78494 h 78493"/>
                <a:gd name="connsiteX1" fmla="*/ 0 w 94057"/>
                <a:gd name="connsiteY1" fmla="*/ 16072 h 78493"/>
                <a:gd name="connsiteX2" fmla="*/ 16072 w 94057"/>
                <a:gd name="connsiteY2" fmla="*/ 0 h 78493"/>
                <a:gd name="connsiteX3" fmla="*/ 77986 w 94057"/>
                <a:gd name="connsiteY3" fmla="*/ 0 h 78493"/>
                <a:gd name="connsiteX4" fmla="*/ 94058 w 94057"/>
                <a:gd name="connsiteY4" fmla="*/ 16072 h 78493"/>
                <a:gd name="connsiteX5" fmla="*/ 94058 w 94057"/>
                <a:gd name="connsiteY5" fmla="*/ 72449 h 7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057" h="78493">
                  <a:moveTo>
                    <a:pt x="0" y="78494"/>
                  </a:moveTo>
                  <a:lnTo>
                    <a:pt x="0" y="16072"/>
                  </a:lnTo>
                  <a:cubicBezTo>
                    <a:pt x="0" y="7202"/>
                    <a:pt x="7203" y="0"/>
                    <a:pt x="16072" y="0"/>
                  </a:cubicBezTo>
                  <a:lnTo>
                    <a:pt x="77986" y="0"/>
                  </a:lnTo>
                  <a:cubicBezTo>
                    <a:pt x="86855" y="0"/>
                    <a:pt x="94058" y="7202"/>
                    <a:pt x="94058" y="16072"/>
                  </a:cubicBezTo>
                  <a:lnTo>
                    <a:pt x="94058" y="72449"/>
                  </a:lnTo>
                </a:path>
              </a:pathLst>
            </a:custGeom>
            <a:noFill/>
            <a:ln w="8472" cap="flat">
              <a:solidFill>
                <a:srgbClr val="01355A"/>
              </a:solidFill>
              <a:prstDash val="solid"/>
              <a:miter/>
            </a:ln>
          </p:spPr>
          <p:txBody>
            <a:bodyPr rtlCol="1" anchor="ctr"/>
            <a:lstStyle/>
            <a:p>
              <a:endParaRPr lang="ar-SA"/>
            </a:p>
          </p:txBody>
        </p:sp>
        <p:sp>
          <p:nvSpPr>
            <p:cNvPr id="9470" name="شكل حر: شكل 10566">
              <a:extLst>
                <a:ext uri="{FF2B5EF4-FFF2-40B4-BE49-F238E27FC236}">
                  <a16:creationId xmlns:a16="http://schemas.microsoft.com/office/drawing/2014/main" id="{61A8E8D5-8209-4762-546C-126C29DB5DF1}"/>
                </a:ext>
              </a:extLst>
            </p:cNvPr>
            <p:cNvSpPr/>
            <p:nvPr/>
          </p:nvSpPr>
          <p:spPr>
            <a:xfrm>
              <a:off x="7490987" y="4165359"/>
              <a:ext cx="2824" cy="43441"/>
            </a:xfrm>
            <a:custGeom>
              <a:avLst/>
              <a:gdLst>
                <a:gd name="connsiteX0" fmla="*/ 0 w 2824"/>
                <a:gd name="connsiteY0" fmla="*/ 0 h 43441"/>
                <a:gd name="connsiteX1" fmla="*/ 0 w 2824"/>
                <a:gd name="connsiteY1" fmla="*/ 43441 h 43441"/>
              </a:gdLst>
              <a:ahLst/>
              <a:cxnLst>
                <a:cxn ang="0">
                  <a:pos x="connsiteX0" y="connsiteY0"/>
                </a:cxn>
                <a:cxn ang="0">
                  <a:pos x="connsiteX1" y="connsiteY1"/>
                </a:cxn>
              </a:cxnLst>
              <a:rect l="l" t="t" r="r" b="b"/>
              <a:pathLst>
                <a:path w="2824" h="43441">
                  <a:moveTo>
                    <a:pt x="0" y="0"/>
                  </a:moveTo>
                  <a:lnTo>
                    <a:pt x="0" y="43441"/>
                  </a:lnTo>
                </a:path>
              </a:pathLst>
            </a:custGeom>
            <a:ln w="8472" cap="flat">
              <a:solidFill>
                <a:srgbClr val="01355A"/>
              </a:solidFill>
              <a:prstDash val="solid"/>
              <a:miter/>
            </a:ln>
          </p:spPr>
          <p:txBody>
            <a:bodyPr rtlCol="1" anchor="ctr"/>
            <a:lstStyle/>
            <a:p>
              <a:endParaRPr lang="ar-SA"/>
            </a:p>
          </p:txBody>
        </p:sp>
        <p:sp>
          <p:nvSpPr>
            <p:cNvPr id="9471" name="شكل حر: شكل 10567">
              <a:extLst>
                <a:ext uri="{FF2B5EF4-FFF2-40B4-BE49-F238E27FC236}">
                  <a16:creationId xmlns:a16="http://schemas.microsoft.com/office/drawing/2014/main" id="{524138C7-025B-4A2A-65C7-0C76B2733FBA}"/>
                </a:ext>
              </a:extLst>
            </p:cNvPr>
            <p:cNvSpPr/>
            <p:nvPr/>
          </p:nvSpPr>
          <p:spPr>
            <a:xfrm>
              <a:off x="7437744" y="4165359"/>
              <a:ext cx="53242" cy="43441"/>
            </a:xfrm>
            <a:custGeom>
              <a:avLst/>
              <a:gdLst>
                <a:gd name="connsiteX0" fmla="*/ 0 w 53242"/>
                <a:gd name="connsiteY0" fmla="*/ 0 h 43441"/>
                <a:gd name="connsiteX1" fmla="*/ 0 w 53242"/>
                <a:gd name="connsiteY1" fmla="*/ 43442 h 43441"/>
                <a:gd name="connsiteX2" fmla="*/ 53242 w 53242"/>
                <a:gd name="connsiteY2" fmla="*/ 43442 h 43441"/>
              </a:gdLst>
              <a:ahLst/>
              <a:cxnLst>
                <a:cxn ang="0">
                  <a:pos x="connsiteX0" y="connsiteY0"/>
                </a:cxn>
                <a:cxn ang="0">
                  <a:pos x="connsiteX1" y="connsiteY1"/>
                </a:cxn>
                <a:cxn ang="0">
                  <a:pos x="connsiteX2" y="connsiteY2"/>
                </a:cxn>
              </a:cxnLst>
              <a:rect l="l" t="t" r="r" b="b"/>
              <a:pathLst>
                <a:path w="53242" h="43441">
                  <a:moveTo>
                    <a:pt x="0" y="0"/>
                  </a:moveTo>
                  <a:lnTo>
                    <a:pt x="0" y="43442"/>
                  </a:lnTo>
                  <a:lnTo>
                    <a:pt x="53242" y="43442"/>
                  </a:lnTo>
                </a:path>
              </a:pathLst>
            </a:custGeom>
            <a:noFill/>
            <a:ln w="8472" cap="flat">
              <a:solidFill>
                <a:srgbClr val="01355A"/>
              </a:solidFill>
              <a:prstDash val="solid"/>
              <a:miter/>
            </a:ln>
          </p:spPr>
          <p:txBody>
            <a:bodyPr rtlCol="1" anchor="ctr"/>
            <a:lstStyle/>
            <a:p>
              <a:endParaRPr lang="ar-SA"/>
            </a:p>
          </p:txBody>
        </p:sp>
        <p:sp>
          <p:nvSpPr>
            <p:cNvPr id="9472" name="شكل حر: شكل 10568">
              <a:extLst>
                <a:ext uri="{FF2B5EF4-FFF2-40B4-BE49-F238E27FC236}">
                  <a16:creationId xmlns:a16="http://schemas.microsoft.com/office/drawing/2014/main" id="{853F8BB2-1F88-04D8-81C0-6340C805EF7D}"/>
                </a:ext>
              </a:extLst>
            </p:cNvPr>
            <p:cNvSpPr/>
            <p:nvPr/>
          </p:nvSpPr>
          <p:spPr>
            <a:xfrm>
              <a:off x="7440004" y="4065568"/>
              <a:ext cx="49429" cy="49429"/>
            </a:xfrm>
            <a:custGeom>
              <a:avLst/>
              <a:gdLst>
                <a:gd name="connsiteX0" fmla="*/ 49430 w 49429"/>
                <a:gd name="connsiteY0" fmla="*/ 24715 h 49429"/>
                <a:gd name="connsiteX1" fmla="*/ 24715 w 49429"/>
                <a:gd name="connsiteY1" fmla="*/ 49430 h 49429"/>
                <a:gd name="connsiteX2" fmla="*/ 0 w 49429"/>
                <a:gd name="connsiteY2" fmla="*/ 24715 h 49429"/>
                <a:gd name="connsiteX3" fmla="*/ 24715 w 49429"/>
                <a:gd name="connsiteY3" fmla="*/ 0 h 49429"/>
                <a:gd name="connsiteX4" fmla="*/ 49430 w 49429"/>
                <a:gd name="connsiteY4" fmla="*/ 24715 h 49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429" h="49429">
                  <a:moveTo>
                    <a:pt x="49430" y="24715"/>
                  </a:moveTo>
                  <a:cubicBezTo>
                    <a:pt x="49430" y="38357"/>
                    <a:pt x="38357" y="49430"/>
                    <a:pt x="24715" y="49430"/>
                  </a:cubicBezTo>
                  <a:cubicBezTo>
                    <a:pt x="11072" y="49430"/>
                    <a:pt x="0" y="38357"/>
                    <a:pt x="0" y="24715"/>
                  </a:cubicBezTo>
                  <a:cubicBezTo>
                    <a:pt x="0" y="11072"/>
                    <a:pt x="11072" y="0"/>
                    <a:pt x="24715" y="0"/>
                  </a:cubicBezTo>
                  <a:cubicBezTo>
                    <a:pt x="38357" y="0"/>
                    <a:pt x="49430" y="11072"/>
                    <a:pt x="49430" y="24715"/>
                  </a:cubicBezTo>
                  <a:close/>
                </a:path>
              </a:pathLst>
            </a:custGeom>
            <a:noFill/>
            <a:ln w="8472" cap="flat">
              <a:solidFill>
                <a:srgbClr val="01355A"/>
              </a:solidFill>
              <a:prstDash val="solid"/>
              <a:miter/>
            </a:ln>
          </p:spPr>
          <p:txBody>
            <a:bodyPr rtlCol="1" anchor="ctr"/>
            <a:lstStyle/>
            <a:p>
              <a:endParaRPr lang="ar-SA"/>
            </a:p>
          </p:txBody>
        </p:sp>
        <p:sp>
          <p:nvSpPr>
            <p:cNvPr id="9473" name="شكل حر: شكل 10569">
              <a:extLst>
                <a:ext uri="{FF2B5EF4-FFF2-40B4-BE49-F238E27FC236}">
                  <a16:creationId xmlns:a16="http://schemas.microsoft.com/office/drawing/2014/main" id="{C0885C95-34B3-7B9C-97FE-2F6140EEA14D}"/>
                </a:ext>
              </a:extLst>
            </p:cNvPr>
            <p:cNvSpPr/>
            <p:nvPr/>
          </p:nvSpPr>
          <p:spPr>
            <a:xfrm>
              <a:off x="7417690" y="4130306"/>
              <a:ext cx="94057" cy="78493"/>
            </a:xfrm>
            <a:custGeom>
              <a:avLst/>
              <a:gdLst>
                <a:gd name="connsiteX0" fmla="*/ 0 w 94057"/>
                <a:gd name="connsiteY0" fmla="*/ 78494 h 78493"/>
                <a:gd name="connsiteX1" fmla="*/ 0 w 94057"/>
                <a:gd name="connsiteY1" fmla="*/ 16072 h 78493"/>
                <a:gd name="connsiteX2" fmla="*/ 16072 w 94057"/>
                <a:gd name="connsiteY2" fmla="*/ 0 h 78493"/>
                <a:gd name="connsiteX3" fmla="*/ 77986 w 94057"/>
                <a:gd name="connsiteY3" fmla="*/ 0 h 78493"/>
                <a:gd name="connsiteX4" fmla="*/ 94058 w 94057"/>
                <a:gd name="connsiteY4" fmla="*/ 16072 h 78493"/>
                <a:gd name="connsiteX5" fmla="*/ 94058 w 94057"/>
                <a:gd name="connsiteY5" fmla="*/ 72449 h 7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057" h="78493">
                  <a:moveTo>
                    <a:pt x="0" y="78494"/>
                  </a:moveTo>
                  <a:lnTo>
                    <a:pt x="0" y="16072"/>
                  </a:lnTo>
                  <a:cubicBezTo>
                    <a:pt x="0" y="7202"/>
                    <a:pt x="7203" y="0"/>
                    <a:pt x="16072" y="0"/>
                  </a:cubicBezTo>
                  <a:lnTo>
                    <a:pt x="77986" y="0"/>
                  </a:lnTo>
                  <a:cubicBezTo>
                    <a:pt x="86855" y="0"/>
                    <a:pt x="94058" y="7202"/>
                    <a:pt x="94058" y="16072"/>
                  </a:cubicBezTo>
                  <a:lnTo>
                    <a:pt x="94058" y="72449"/>
                  </a:lnTo>
                </a:path>
              </a:pathLst>
            </a:custGeom>
            <a:noFill/>
            <a:ln w="8472" cap="flat">
              <a:solidFill>
                <a:srgbClr val="01355A"/>
              </a:solidFill>
              <a:prstDash val="solid"/>
              <a:miter/>
            </a:ln>
          </p:spPr>
          <p:txBody>
            <a:bodyPr rtlCol="1" anchor="ctr"/>
            <a:lstStyle/>
            <a:p>
              <a:endParaRPr lang="ar-SA"/>
            </a:p>
          </p:txBody>
        </p:sp>
      </p:grpSp>
      <p:grpSp>
        <p:nvGrpSpPr>
          <p:cNvPr id="9474" name="رسم 8014">
            <a:extLst>
              <a:ext uri="{FF2B5EF4-FFF2-40B4-BE49-F238E27FC236}">
                <a16:creationId xmlns:a16="http://schemas.microsoft.com/office/drawing/2014/main" id="{8C860DE8-A236-E0D0-2264-D17483A300FC}"/>
              </a:ext>
            </a:extLst>
          </p:cNvPr>
          <p:cNvGrpSpPr/>
          <p:nvPr/>
        </p:nvGrpSpPr>
        <p:grpSpPr>
          <a:xfrm>
            <a:off x="8102979" y="3242416"/>
            <a:ext cx="265983" cy="269424"/>
            <a:chOff x="8766919" y="2298362"/>
            <a:chExt cx="317930" cy="341826"/>
          </a:xfrm>
          <a:noFill/>
        </p:grpSpPr>
        <p:sp>
          <p:nvSpPr>
            <p:cNvPr id="9475" name="شكل حر: شكل 10571">
              <a:extLst>
                <a:ext uri="{FF2B5EF4-FFF2-40B4-BE49-F238E27FC236}">
                  <a16:creationId xmlns:a16="http://schemas.microsoft.com/office/drawing/2014/main" id="{081CE51A-8265-C2B0-8EBD-2CA65433A9FD}"/>
                </a:ext>
              </a:extLst>
            </p:cNvPr>
            <p:cNvSpPr/>
            <p:nvPr/>
          </p:nvSpPr>
          <p:spPr>
            <a:xfrm>
              <a:off x="8782087" y="2344910"/>
              <a:ext cx="302763" cy="295278"/>
            </a:xfrm>
            <a:custGeom>
              <a:avLst/>
              <a:gdLst>
                <a:gd name="connsiteX0" fmla="*/ 302763 w 302763"/>
                <a:gd name="connsiteY0" fmla="*/ 295278 h 295278"/>
                <a:gd name="connsiteX1" fmla="*/ 0 w 302763"/>
                <a:gd name="connsiteY1" fmla="*/ 295278 h 295278"/>
                <a:gd name="connsiteX2" fmla="*/ 0 w 302763"/>
                <a:gd name="connsiteY2" fmla="*/ 0 h 295278"/>
              </a:gdLst>
              <a:ahLst/>
              <a:cxnLst>
                <a:cxn ang="0">
                  <a:pos x="connsiteX0" y="connsiteY0"/>
                </a:cxn>
                <a:cxn ang="0">
                  <a:pos x="connsiteX1" y="connsiteY1"/>
                </a:cxn>
                <a:cxn ang="0">
                  <a:pos x="connsiteX2" y="connsiteY2"/>
                </a:cxn>
              </a:cxnLst>
              <a:rect l="l" t="t" r="r" b="b"/>
              <a:pathLst>
                <a:path w="302763" h="295278">
                  <a:moveTo>
                    <a:pt x="302763" y="295278"/>
                  </a:moveTo>
                  <a:lnTo>
                    <a:pt x="0" y="295278"/>
                  </a:lnTo>
                  <a:lnTo>
                    <a:pt x="0" y="0"/>
                  </a:lnTo>
                </a:path>
              </a:pathLst>
            </a:custGeom>
            <a:noFill/>
            <a:ln w="8472" cap="flat">
              <a:solidFill>
                <a:srgbClr val="01355A"/>
              </a:solidFill>
              <a:prstDash val="solid"/>
              <a:miter/>
            </a:ln>
          </p:spPr>
          <p:txBody>
            <a:bodyPr rtlCol="1" anchor="ctr"/>
            <a:lstStyle/>
            <a:p>
              <a:endParaRPr lang="ar-SA"/>
            </a:p>
          </p:txBody>
        </p:sp>
        <p:sp>
          <p:nvSpPr>
            <p:cNvPr id="9476" name="شكل حر: شكل 10572">
              <a:extLst>
                <a:ext uri="{FF2B5EF4-FFF2-40B4-BE49-F238E27FC236}">
                  <a16:creationId xmlns:a16="http://schemas.microsoft.com/office/drawing/2014/main" id="{D52B723C-4805-B1C6-1716-73E6D338D671}"/>
                </a:ext>
              </a:extLst>
            </p:cNvPr>
            <p:cNvSpPr/>
            <p:nvPr/>
          </p:nvSpPr>
          <p:spPr>
            <a:xfrm>
              <a:off x="8987290" y="2547628"/>
              <a:ext cx="75189" cy="2824"/>
            </a:xfrm>
            <a:custGeom>
              <a:avLst/>
              <a:gdLst>
                <a:gd name="connsiteX0" fmla="*/ 0 w 75189"/>
                <a:gd name="connsiteY0" fmla="*/ 0 h 2824"/>
                <a:gd name="connsiteX1" fmla="*/ 75189 w 75189"/>
                <a:gd name="connsiteY1" fmla="*/ 0 h 2824"/>
              </a:gdLst>
              <a:ahLst/>
              <a:cxnLst>
                <a:cxn ang="0">
                  <a:pos x="connsiteX0" y="connsiteY0"/>
                </a:cxn>
                <a:cxn ang="0">
                  <a:pos x="connsiteX1" y="connsiteY1"/>
                </a:cxn>
              </a:cxnLst>
              <a:rect l="l" t="t" r="r" b="b"/>
              <a:pathLst>
                <a:path w="75189" h="2824">
                  <a:moveTo>
                    <a:pt x="0" y="0"/>
                  </a:moveTo>
                  <a:lnTo>
                    <a:pt x="75189" y="0"/>
                  </a:lnTo>
                </a:path>
              </a:pathLst>
            </a:custGeom>
            <a:ln w="8472" cap="flat">
              <a:solidFill>
                <a:srgbClr val="01355A"/>
              </a:solidFill>
              <a:prstDash val="solid"/>
              <a:miter/>
            </a:ln>
          </p:spPr>
          <p:txBody>
            <a:bodyPr rtlCol="1" anchor="ctr"/>
            <a:lstStyle/>
            <a:p>
              <a:endParaRPr lang="ar-SA"/>
            </a:p>
          </p:txBody>
        </p:sp>
        <p:sp>
          <p:nvSpPr>
            <p:cNvPr id="9477" name="شكل حر: شكل 10573">
              <a:extLst>
                <a:ext uri="{FF2B5EF4-FFF2-40B4-BE49-F238E27FC236}">
                  <a16:creationId xmlns:a16="http://schemas.microsoft.com/office/drawing/2014/main" id="{CB290590-25EB-3664-723A-CA303F5C3A89}"/>
                </a:ext>
              </a:extLst>
            </p:cNvPr>
            <p:cNvSpPr/>
            <p:nvPr/>
          </p:nvSpPr>
          <p:spPr>
            <a:xfrm>
              <a:off x="8987290" y="2578246"/>
              <a:ext cx="75189" cy="2824"/>
            </a:xfrm>
            <a:custGeom>
              <a:avLst/>
              <a:gdLst>
                <a:gd name="connsiteX0" fmla="*/ 0 w 75189"/>
                <a:gd name="connsiteY0" fmla="*/ 0 h 2824"/>
                <a:gd name="connsiteX1" fmla="*/ 75189 w 75189"/>
                <a:gd name="connsiteY1" fmla="*/ 0 h 2824"/>
              </a:gdLst>
              <a:ahLst/>
              <a:cxnLst>
                <a:cxn ang="0">
                  <a:pos x="connsiteX0" y="connsiteY0"/>
                </a:cxn>
                <a:cxn ang="0">
                  <a:pos x="connsiteX1" y="connsiteY1"/>
                </a:cxn>
              </a:cxnLst>
              <a:rect l="l" t="t" r="r" b="b"/>
              <a:pathLst>
                <a:path w="75189" h="2824">
                  <a:moveTo>
                    <a:pt x="0" y="0"/>
                  </a:moveTo>
                  <a:lnTo>
                    <a:pt x="75189" y="0"/>
                  </a:lnTo>
                </a:path>
              </a:pathLst>
            </a:custGeom>
            <a:ln w="8472" cap="flat">
              <a:solidFill>
                <a:srgbClr val="01355A"/>
              </a:solidFill>
              <a:prstDash val="solid"/>
              <a:miter/>
            </a:ln>
          </p:spPr>
          <p:txBody>
            <a:bodyPr rtlCol="1" anchor="ctr"/>
            <a:lstStyle/>
            <a:p>
              <a:endParaRPr lang="ar-SA"/>
            </a:p>
          </p:txBody>
        </p:sp>
        <p:sp>
          <p:nvSpPr>
            <p:cNvPr id="9478" name="شكل حر: شكل 10574">
              <a:extLst>
                <a:ext uri="{FF2B5EF4-FFF2-40B4-BE49-F238E27FC236}">
                  <a16:creationId xmlns:a16="http://schemas.microsoft.com/office/drawing/2014/main" id="{2E605D51-7FE4-18FA-FBA4-820726D44B22}"/>
                </a:ext>
              </a:extLst>
            </p:cNvPr>
            <p:cNvSpPr/>
            <p:nvPr/>
          </p:nvSpPr>
          <p:spPr>
            <a:xfrm>
              <a:off x="8987290" y="2608864"/>
              <a:ext cx="75189" cy="2824"/>
            </a:xfrm>
            <a:custGeom>
              <a:avLst/>
              <a:gdLst>
                <a:gd name="connsiteX0" fmla="*/ 0 w 75189"/>
                <a:gd name="connsiteY0" fmla="*/ 0 h 2824"/>
                <a:gd name="connsiteX1" fmla="*/ 75189 w 75189"/>
                <a:gd name="connsiteY1" fmla="*/ 0 h 2824"/>
              </a:gdLst>
              <a:ahLst/>
              <a:cxnLst>
                <a:cxn ang="0">
                  <a:pos x="connsiteX0" y="connsiteY0"/>
                </a:cxn>
                <a:cxn ang="0">
                  <a:pos x="connsiteX1" y="connsiteY1"/>
                </a:cxn>
              </a:cxnLst>
              <a:rect l="l" t="t" r="r" b="b"/>
              <a:pathLst>
                <a:path w="75189" h="2824">
                  <a:moveTo>
                    <a:pt x="0" y="0"/>
                  </a:moveTo>
                  <a:lnTo>
                    <a:pt x="75189" y="0"/>
                  </a:lnTo>
                </a:path>
              </a:pathLst>
            </a:custGeom>
            <a:ln w="8472" cap="flat">
              <a:solidFill>
                <a:srgbClr val="01355A"/>
              </a:solidFill>
              <a:prstDash val="solid"/>
              <a:miter/>
            </a:ln>
          </p:spPr>
          <p:txBody>
            <a:bodyPr rtlCol="1" anchor="ctr"/>
            <a:lstStyle/>
            <a:p>
              <a:endParaRPr lang="ar-SA"/>
            </a:p>
          </p:txBody>
        </p:sp>
        <p:grpSp>
          <p:nvGrpSpPr>
            <p:cNvPr id="9479" name="رسم 8014">
              <a:extLst>
                <a:ext uri="{FF2B5EF4-FFF2-40B4-BE49-F238E27FC236}">
                  <a16:creationId xmlns:a16="http://schemas.microsoft.com/office/drawing/2014/main" id="{173AA574-0A47-3E5B-C09A-8E8BD450DC59}"/>
                </a:ext>
              </a:extLst>
            </p:cNvPr>
            <p:cNvGrpSpPr/>
            <p:nvPr/>
          </p:nvGrpSpPr>
          <p:grpSpPr>
            <a:xfrm>
              <a:off x="8979269" y="2298362"/>
              <a:ext cx="76488" cy="218648"/>
              <a:chOff x="8979269" y="2298362"/>
              <a:chExt cx="76488" cy="218648"/>
            </a:xfrm>
            <a:noFill/>
          </p:grpSpPr>
          <p:sp>
            <p:nvSpPr>
              <p:cNvPr id="9492" name="شكل حر: شكل 10576">
                <a:extLst>
                  <a:ext uri="{FF2B5EF4-FFF2-40B4-BE49-F238E27FC236}">
                    <a16:creationId xmlns:a16="http://schemas.microsoft.com/office/drawing/2014/main" id="{E56ED46D-DF44-2221-493B-D406FA1BC09B}"/>
                  </a:ext>
                </a:extLst>
              </p:cNvPr>
              <p:cNvSpPr/>
              <p:nvPr/>
            </p:nvSpPr>
            <p:spPr>
              <a:xfrm>
                <a:off x="9012598" y="2298362"/>
                <a:ext cx="39995" cy="39995"/>
              </a:xfrm>
              <a:custGeom>
                <a:avLst/>
                <a:gdLst>
                  <a:gd name="connsiteX0" fmla="*/ 39996 w 39995"/>
                  <a:gd name="connsiteY0" fmla="*/ 19998 h 39995"/>
                  <a:gd name="connsiteX1" fmla="*/ 19998 w 39995"/>
                  <a:gd name="connsiteY1" fmla="*/ 39996 h 39995"/>
                  <a:gd name="connsiteX2" fmla="*/ 0 w 39995"/>
                  <a:gd name="connsiteY2" fmla="*/ 19998 h 39995"/>
                  <a:gd name="connsiteX3" fmla="*/ 19998 w 39995"/>
                  <a:gd name="connsiteY3" fmla="*/ 0 h 39995"/>
                  <a:gd name="connsiteX4" fmla="*/ 39996 w 39995"/>
                  <a:gd name="connsiteY4" fmla="*/ 19998 h 39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995" h="39995">
                    <a:moveTo>
                      <a:pt x="39996" y="19998"/>
                    </a:moveTo>
                    <a:cubicBezTo>
                      <a:pt x="39996" y="31042"/>
                      <a:pt x="31042" y="39996"/>
                      <a:pt x="19998" y="39996"/>
                    </a:cubicBezTo>
                    <a:cubicBezTo>
                      <a:pt x="8953" y="39996"/>
                      <a:pt x="0" y="31042"/>
                      <a:pt x="0" y="19998"/>
                    </a:cubicBezTo>
                    <a:cubicBezTo>
                      <a:pt x="0" y="8953"/>
                      <a:pt x="8953" y="0"/>
                      <a:pt x="19998" y="0"/>
                    </a:cubicBezTo>
                    <a:cubicBezTo>
                      <a:pt x="31042" y="0"/>
                      <a:pt x="39996" y="8953"/>
                      <a:pt x="39996" y="19998"/>
                    </a:cubicBezTo>
                    <a:close/>
                  </a:path>
                </a:pathLst>
              </a:custGeom>
              <a:noFill/>
              <a:ln w="8472" cap="flat">
                <a:solidFill>
                  <a:srgbClr val="17A3A3"/>
                </a:solidFill>
                <a:prstDash val="solid"/>
                <a:miter/>
              </a:ln>
            </p:spPr>
            <p:txBody>
              <a:bodyPr rtlCol="1" anchor="ctr"/>
              <a:lstStyle/>
              <a:p>
                <a:endParaRPr lang="ar-SA"/>
              </a:p>
            </p:txBody>
          </p:sp>
          <p:sp>
            <p:nvSpPr>
              <p:cNvPr id="9493" name="شكل حر: شكل 10577">
                <a:extLst>
                  <a:ext uri="{FF2B5EF4-FFF2-40B4-BE49-F238E27FC236}">
                    <a16:creationId xmlns:a16="http://schemas.microsoft.com/office/drawing/2014/main" id="{F373953E-2E00-C1E6-B2B8-45E9F0E56D31}"/>
                  </a:ext>
                </a:extLst>
              </p:cNvPr>
              <p:cNvSpPr/>
              <p:nvPr/>
            </p:nvSpPr>
            <p:spPr>
              <a:xfrm>
                <a:off x="9018304" y="2429703"/>
                <a:ext cx="2824" cy="69483"/>
              </a:xfrm>
              <a:custGeom>
                <a:avLst/>
                <a:gdLst>
                  <a:gd name="connsiteX0" fmla="*/ 0 w 2824"/>
                  <a:gd name="connsiteY0" fmla="*/ 0 h 69483"/>
                  <a:gd name="connsiteX1" fmla="*/ 0 w 2824"/>
                  <a:gd name="connsiteY1" fmla="*/ 69484 h 69483"/>
                </a:gdLst>
                <a:ahLst/>
                <a:cxnLst>
                  <a:cxn ang="0">
                    <a:pos x="connsiteX0" y="connsiteY0"/>
                  </a:cxn>
                  <a:cxn ang="0">
                    <a:pos x="connsiteX1" y="connsiteY1"/>
                  </a:cxn>
                </a:cxnLst>
                <a:rect l="l" t="t" r="r" b="b"/>
                <a:pathLst>
                  <a:path w="2824" h="69483">
                    <a:moveTo>
                      <a:pt x="0" y="0"/>
                    </a:moveTo>
                    <a:lnTo>
                      <a:pt x="0" y="69484"/>
                    </a:lnTo>
                  </a:path>
                </a:pathLst>
              </a:custGeom>
              <a:ln w="8472" cap="flat">
                <a:solidFill>
                  <a:srgbClr val="17A3A3"/>
                </a:solidFill>
                <a:prstDash val="solid"/>
                <a:miter/>
              </a:ln>
            </p:spPr>
            <p:txBody>
              <a:bodyPr rtlCol="1" anchor="ctr"/>
              <a:lstStyle/>
              <a:p>
                <a:endParaRPr lang="ar-SA"/>
              </a:p>
            </p:txBody>
          </p:sp>
          <p:sp>
            <p:nvSpPr>
              <p:cNvPr id="9494" name="شكل حر: شكل 10578">
                <a:extLst>
                  <a:ext uri="{FF2B5EF4-FFF2-40B4-BE49-F238E27FC236}">
                    <a16:creationId xmlns:a16="http://schemas.microsoft.com/office/drawing/2014/main" id="{09685A40-F48C-CCF9-2F96-ACF81FF46A34}"/>
                  </a:ext>
                </a:extLst>
              </p:cNvPr>
              <p:cNvSpPr/>
              <p:nvPr/>
            </p:nvSpPr>
            <p:spPr>
              <a:xfrm>
                <a:off x="9046917" y="2429703"/>
                <a:ext cx="2824" cy="68297"/>
              </a:xfrm>
              <a:custGeom>
                <a:avLst/>
                <a:gdLst>
                  <a:gd name="connsiteX0" fmla="*/ 0 w 2824"/>
                  <a:gd name="connsiteY0" fmla="*/ 68298 h 68297"/>
                  <a:gd name="connsiteX1" fmla="*/ 0 w 2824"/>
                  <a:gd name="connsiteY1" fmla="*/ 0 h 68297"/>
                </a:gdLst>
                <a:ahLst/>
                <a:cxnLst>
                  <a:cxn ang="0">
                    <a:pos x="connsiteX0" y="connsiteY0"/>
                  </a:cxn>
                  <a:cxn ang="0">
                    <a:pos x="connsiteX1" y="connsiteY1"/>
                  </a:cxn>
                </a:cxnLst>
                <a:rect l="l" t="t" r="r" b="b"/>
                <a:pathLst>
                  <a:path w="2824" h="68297">
                    <a:moveTo>
                      <a:pt x="0" y="68298"/>
                    </a:moveTo>
                    <a:lnTo>
                      <a:pt x="0" y="0"/>
                    </a:lnTo>
                  </a:path>
                </a:pathLst>
              </a:custGeom>
              <a:ln w="8472" cap="flat">
                <a:solidFill>
                  <a:srgbClr val="17A3A3"/>
                </a:solidFill>
                <a:prstDash val="solid"/>
                <a:miter/>
              </a:ln>
            </p:spPr>
            <p:txBody>
              <a:bodyPr rtlCol="1" anchor="ctr"/>
              <a:lstStyle/>
              <a:p>
                <a:endParaRPr lang="ar-SA"/>
              </a:p>
            </p:txBody>
          </p:sp>
          <p:sp>
            <p:nvSpPr>
              <p:cNvPr id="9495" name="شكل حر: شكل 10579">
                <a:extLst>
                  <a:ext uri="{FF2B5EF4-FFF2-40B4-BE49-F238E27FC236}">
                    <a16:creationId xmlns:a16="http://schemas.microsoft.com/office/drawing/2014/main" id="{1CD4C381-771E-84EA-3FA4-A33A26293F30}"/>
                  </a:ext>
                </a:extLst>
              </p:cNvPr>
              <p:cNvSpPr/>
              <p:nvPr/>
            </p:nvSpPr>
            <p:spPr>
              <a:xfrm>
                <a:off x="8979269" y="2370839"/>
                <a:ext cx="53327" cy="23104"/>
              </a:xfrm>
              <a:custGeom>
                <a:avLst/>
                <a:gdLst>
                  <a:gd name="connsiteX0" fmla="*/ 53327 w 53327"/>
                  <a:gd name="connsiteY0" fmla="*/ 0 h 23104"/>
                  <a:gd name="connsiteX1" fmla="*/ 53327 w 53327"/>
                  <a:gd name="connsiteY1" fmla="*/ 8332 h 23104"/>
                  <a:gd name="connsiteX2" fmla="*/ 38555 w 53327"/>
                  <a:gd name="connsiteY2" fmla="*/ 23105 h 23104"/>
                  <a:gd name="connsiteX3" fmla="*/ 0 w 53327"/>
                  <a:gd name="connsiteY3" fmla="*/ 23105 h 23104"/>
                </a:gdLst>
                <a:ahLst/>
                <a:cxnLst>
                  <a:cxn ang="0">
                    <a:pos x="connsiteX0" y="connsiteY0"/>
                  </a:cxn>
                  <a:cxn ang="0">
                    <a:pos x="connsiteX1" y="connsiteY1"/>
                  </a:cxn>
                  <a:cxn ang="0">
                    <a:pos x="connsiteX2" y="connsiteY2"/>
                  </a:cxn>
                  <a:cxn ang="0">
                    <a:pos x="connsiteX3" y="connsiteY3"/>
                  </a:cxn>
                </a:cxnLst>
                <a:rect l="l" t="t" r="r" b="b"/>
                <a:pathLst>
                  <a:path w="53327" h="23104">
                    <a:moveTo>
                      <a:pt x="53327" y="0"/>
                    </a:moveTo>
                    <a:lnTo>
                      <a:pt x="53327" y="8332"/>
                    </a:lnTo>
                    <a:cubicBezTo>
                      <a:pt x="53327" y="16495"/>
                      <a:pt x="46718" y="23105"/>
                      <a:pt x="38555" y="23105"/>
                    </a:cubicBezTo>
                    <a:lnTo>
                      <a:pt x="0" y="23105"/>
                    </a:lnTo>
                  </a:path>
                </a:pathLst>
              </a:custGeom>
              <a:noFill/>
              <a:ln w="8472" cap="flat">
                <a:solidFill>
                  <a:srgbClr val="17A3A3"/>
                </a:solidFill>
                <a:prstDash val="solid"/>
                <a:miter/>
              </a:ln>
            </p:spPr>
            <p:txBody>
              <a:bodyPr rtlCol="1" anchor="ctr"/>
              <a:lstStyle/>
              <a:p>
                <a:endParaRPr lang="ar-SA"/>
              </a:p>
            </p:txBody>
          </p:sp>
          <p:sp>
            <p:nvSpPr>
              <p:cNvPr id="9496" name="شكل حر: شكل 10580">
                <a:extLst>
                  <a:ext uri="{FF2B5EF4-FFF2-40B4-BE49-F238E27FC236}">
                    <a16:creationId xmlns:a16="http://schemas.microsoft.com/office/drawing/2014/main" id="{91FE2A98-959B-7461-3A47-DCC7BD223705}"/>
                  </a:ext>
                </a:extLst>
              </p:cNvPr>
              <p:cNvSpPr/>
              <p:nvPr/>
            </p:nvSpPr>
            <p:spPr>
              <a:xfrm>
                <a:off x="9005848" y="2498001"/>
                <a:ext cx="41069" cy="19009"/>
              </a:xfrm>
              <a:custGeom>
                <a:avLst/>
                <a:gdLst>
                  <a:gd name="connsiteX0" fmla="*/ 41069 w 41069"/>
                  <a:gd name="connsiteY0" fmla="*/ 19009 h 19009"/>
                  <a:gd name="connsiteX1" fmla="*/ 41069 w 41069"/>
                  <a:gd name="connsiteY1" fmla="*/ 0 h 19009"/>
                  <a:gd name="connsiteX2" fmla="*/ 19009 w 41069"/>
                  <a:gd name="connsiteY2" fmla="*/ 0 h 19009"/>
                  <a:gd name="connsiteX3" fmla="*/ 0 w 41069"/>
                  <a:gd name="connsiteY3" fmla="*/ 19009 h 19009"/>
                  <a:gd name="connsiteX4" fmla="*/ 0 w 41069"/>
                  <a:gd name="connsiteY4" fmla="*/ 19009 h 19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69" h="19009">
                    <a:moveTo>
                      <a:pt x="41069" y="19009"/>
                    </a:moveTo>
                    <a:lnTo>
                      <a:pt x="41069" y="0"/>
                    </a:lnTo>
                    <a:lnTo>
                      <a:pt x="19009" y="0"/>
                    </a:lnTo>
                    <a:cubicBezTo>
                      <a:pt x="8502" y="0"/>
                      <a:pt x="0" y="8502"/>
                      <a:pt x="0" y="19009"/>
                    </a:cubicBezTo>
                    <a:lnTo>
                      <a:pt x="0" y="19009"/>
                    </a:lnTo>
                  </a:path>
                </a:pathLst>
              </a:custGeom>
              <a:noFill/>
              <a:ln w="8472" cap="flat">
                <a:solidFill>
                  <a:srgbClr val="17A3A3"/>
                </a:solidFill>
                <a:prstDash val="solid"/>
                <a:miter/>
              </a:ln>
            </p:spPr>
            <p:txBody>
              <a:bodyPr rtlCol="1" anchor="ctr"/>
              <a:lstStyle/>
              <a:p>
                <a:endParaRPr lang="ar-SA"/>
              </a:p>
            </p:txBody>
          </p:sp>
          <p:sp>
            <p:nvSpPr>
              <p:cNvPr id="9497" name="شكل حر: شكل 10581">
                <a:extLst>
                  <a:ext uri="{FF2B5EF4-FFF2-40B4-BE49-F238E27FC236}">
                    <a16:creationId xmlns:a16="http://schemas.microsoft.com/office/drawing/2014/main" id="{44FC4AAB-1A07-F5A5-C482-49F032F22F14}"/>
                  </a:ext>
                </a:extLst>
              </p:cNvPr>
              <p:cNvSpPr/>
              <p:nvPr/>
            </p:nvSpPr>
            <p:spPr>
              <a:xfrm>
                <a:off x="9009435" y="2350305"/>
                <a:ext cx="46322" cy="79398"/>
              </a:xfrm>
              <a:custGeom>
                <a:avLst/>
                <a:gdLst>
                  <a:gd name="connsiteX0" fmla="*/ 0 w 46322"/>
                  <a:gd name="connsiteY0" fmla="*/ 32765 h 79398"/>
                  <a:gd name="connsiteX1" fmla="*/ 0 w 46322"/>
                  <a:gd name="connsiteY1" fmla="*/ 23161 h 79398"/>
                  <a:gd name="connsiteX2" fmla="*/ 23161 w 46322"/>
                  <a:gd name="connsiteY2" fmla="*/ 0 h 79398"/>
                  <a:gd name="connsiteX3" fmla="*/ 23161 w 46322"/>
                  <a:gd name="connsiteY3" fmla="*/ 0 h 79398"/>
                  <a:gd name="connsiteX4" fmla="*/ 46323 w 46322"/>
                  <a:gd name="connsiteY4" fmla="*/ 23161 h 79398"/>
                  <a:gd name="connsiteX5" fmla="*/ 46323 w 46322"/>
                  <a:gd name="connsiteY5" fmla="*/ 43922 h 79398"/>
                  <a:gd name="connsiteX6" fmla="*/ 37454 w 46322"/>
                  <a:gd name="connsiteY6" fmla="*/ 79398 h 79398"/>
                  <a:gd name="connsiteX7" fmla="*/ 8841 w 46322"/>
                  <a:gd name="connsiteY7" fmla="*/ 79398 h 79398"/>
                  <a:gd name="connsiteX8" fmla="*/ 848 w 46322"/>
                  <a:gd name="connsiteY8" fmla="*/ 55333 h 79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322" h="79398">
                    <a:moveTo>
                      <a:pt x="0" y="32765"/>
                    </a:moveTo>
                    <a:lnTo>
                      <a:pt x="0" y="23161"/>
                    </a:lnTo>
                    <a:cubicBezTo>
                      <a:pt x="0" y="10366"/>
                      <a:pt x="10366" y="0"/>
                      <a:pt x="23161" y="0"/>
                    </a:cubicBezTo>
                    <a:lnTo>
                      <a:pt x="23161" y="0"/>
                    </a:lnTo>
                    <a:cubicBezTo>
                      <a:pt x="35956" y="0"/>
                      <a:pt x="46323" y="10366"/>
                      <a:pt x="46323" y="23161"/>
                    </a:cubicBezTo>
                    <a:lnTo>
                      <a:pt x="46323" y="43922"/>
                    </a:lnTo>
                    <a:cubicBezTo>
                      <a:pt x="46323" y="56293"/>
                      <a:pt x="43272" y="68495"/>
                      <a:pt x="37454" y="79398"/>
                    </a:cubicBezTo>
                    <a:lnTo>
                      <a:pt x="8841" y="79398"/>
                    </a:lnTo>
                    <a:cubicBezTo>
                      <a:pt x="4830" y="71856"/>
                      <a:pt x="2118" y="63722"/>
                      <a:pt x="848" y="55333"/>
                    </a:cubicBezTo>
                  </a:path>
                </a:pathLst>
              </a:custGeom>
              <a:noFill/>
              <a:ln w="8472" cap="flat">
                <a:solidFill>
                  <a:srgbClr val="17A3A3"/>
                </a:solidFill>
                <a:prstDash val="solid"/>
                <a:miter/>
              </a:ln>
            </p:spPr>
            <p:txBody>
              <a:bodyPr rtlCol="1" anchor="ctr"/>
              <a:lstStyle/>
              <a:p>
                <a:endParaRPr lang="ar-SA"/>
              </a:p>
            </p:txBody>
          </p:sp>
        </p:grpSp>
        <p:sp>
          <p:nvSpPr>
            <p:cNvPr id="9480" name="شكل حر: شكل 10582">
              <a:extLst>
                <a:ext uri="{FF2B5EF4-FFF2-40B4-BE49-F238E27FC236}">
                  <a16:creationId xmlns:a16="http://schemas.microsoft.com/office/drawing/2014/main" id="{B140297D-AAD0-1601-D0F2-878D112D177F}"/>
                </a:ext>
              </a:extLst>
            </p:cNvPr>
            <p:cNvSpPr/>
            <p:nvPr/>
          </p:nvSpPr>
          <p:spPr>
            <a:xfrm>
              <a:off x="8987290" y="2517010"/>
              <a:ext cx="75189" cy="123178"/>
            </a:xfrm>
            <a:custGeom>
              <a:avLst/>
              <a:gdLst>
                <a:gd name="connsiteX0" fmla="*/ 0 w 75189"/>
                <a:gd name="connsiteY0" fmla="*/ 123178 h 123178"/>
                <a:gd name="connsiteX1" fmla="*/ 0 w 75189"/>
                <a:gd name="connsiteY1" fmla="*/ 0 h 123178"/>
                <a:gd name="connsiteX2" fmla="*/ 75190 w 75189"/>
                <a:gd name="connsiteY2" fmla="*/ 0 h 123178"/>
                <a:gd name="connsiteX3" fmla="*/ 75190 w 75189"/>
                <a:gd name="connsiteY3" fmla="*/ 123178 h 123178"/>
              </a:gdLst>
              <a:ahLst/>
              <a:cxnLst>
                <a:cxn ang="0">
                  <a:pos x="connsiteX0" y="connsiteY0"/>
                </a:cxn>
                <a:cxn ang="0">
                  <a:pos x="connsiteX1" y="connsiteY1"/>
                </a:cxn>
                <a:cxn ang="0">
                  <a:pos x="connsiteX2" y="connsiteY2"/>
                </a:cxn>
                <a:cxn ang="0">
                  <a:pos x="connsiteX3" y="connsiteY3"/>
                </a:cxn>
              </a:cxnLst>
              <a:rect l="l" t="t" r="r" b="b"/>
              <a:pathLst>
                <a:path w="75189" h="123178">
                  <a:moveTo>
                    <a:pt x="0" y="123178"/>
                  </a:moveTo>
                  <a:lnTo>
                    <a:pt x="0" y="0"/>
                  </a:lnTo>
                  <a:lnTo>
                    <a:pt x="75190" y="0"/>
                  </a:lnTo>
                  <a:lnTo>
                    <a:pt x="75190" y="123178"/>
                  </a:lnTo>
                </a:path>
              </a:pathLst>
            </a:custGeom>
            <a:noFill/>
            <a:ln w="8472" cap="flat">
              <a:solidFill>
                <a:srgbClr val="01355A"/>
              </a:solidFill>
              <a:prstDash val="solid"/>
              <a:miter/>
            </a:ln>
          </p:spPr>
          <p:txBody>
            <a:bodyPr rtlCol="1" anchor="ctr"/>
            <a:lstStyle/>
            <a:p>
              <a:endParaRPr lang="ar-SA"/>
            </a:p>
          </p:txBody>
        </p:sp>
        <p:sp>
          <p:nvSpPr>
            <p:cNvPr id="9481" name="شكل حر: شكل 10583">
              <a:extLst>
                <a:ext uri="{FF2B5EF4-FFF2-40B4-BE49-F238E27FC236}">
                  <a16:creationId xmlns:a16="http://schemas.microsoft.com/office/drawing/2014/main" id="{15244F30-A0B3-2AFA-81EB-558313FA5A15}"/>
                </a:ext>
              </a:extLst>
            </p:cNvPr>
            <p:cNvSpPr/>
            <p:nvPr/>
          </p:nvSpPr>
          <p:spPr>
            <a:xfrm>
              <a:off x="8766920" y="2323161"/>
              <a:ext cx="30363" cy="15393"/>
            </a:xfrm>
            <a:custGeom>
              <a:avLst/>
              <a:gdLst>
                <a:gd name="connsiteX0" fmla="*/ 0 w 30363"/>
                <a:gd name="connsiteY0" fmla="*/ 15394 h 15393"/>
                <a:gd name="connsiteX1" fmla="*/ 15422 w 30363"/>
                <a:gd name="connsiteY1" fmla="*/ 0 h 15393"/>
                <a:gd name="connsiteX2" fmla="*/ 30364 w 30363"/>
                <a:gd name="connsiteY2" fmla="*/ 14998 h 15393"/>
              </a:gdLst>
              <a:ahLst/>
              <a:cxnLst>
                <a:cxn ang="0">
                  <a:pos x="connsiteX0" y="connsiteY0"/>
                </a:cxn>
                <a:cxn ang="0">
                  <a:pos x="connsiteX1" y="connsiteY1"/>
                </a:cxn>
                <a:cxn ang="0">
                  <a:pos x="connsiteX2" y="connsiteY2"/>
                </a:cxn>
              </a:cxnLst>
              <a:rect l="l" t="t" r="r" b="b"/>
              <a:pathLst>
                <a:path w="30363" h="15393">
                  <a:moveTo>
                    <a:pt x="0" y="15394"/>
                  </a:moveTo>
                  <a:lnTo>
                    <a:pt x="15422" y="0"/>
                  </a:lnTo>
                  <a:lnTo>
                    <a:pt x="30364" y="14998"/>
                  </a:lnTo>
                </a:path>
              </a:pathLst>
            </a:custGeom>
            <a:noFill/>
            <a:ln w="8472" cap="flat">
              <a:solidFill>
                <a:srgbClr val="01355A"/>
              </a:solidFill>
              <a:prstDash val="solid"/>
              <a:miter/>
            </a:ln>
          </p:spPr>
          <p:txBody>
            <a:bodyPr rtlCol="1" anchor="ctr"/>
            <a:lstStyle/>
            <a:p>
              <a:endParaRPr lang="ar-SA"/>
            </a:p>
          </p:txBody>
        </p:sp>
        <p:sp>
          <p:nvSpPr>
            <p:cNvPr id="9482" name="شكل حر: شكل 10584">
              <a:extLst>
                <a:ext uri="{FF2B5EF4-FFF2-40B4-BE49-F238E27FC236}">
                  <a16:creationId xmlns:a16="http://schemas.microsoft.com/office/drawing/2014/main" id="{AAE3F8EA-0EE9-0B6F-E6F2-9E5F4492CC50}"/>
                </a:ext>
              </a:extLst>
            </p:cNvPr>
            <p:cNvSpPr/>
            <p:nvPr/>
          </p:nvSpPr>
          <p:spPr>
            <a:xfrm>
              <a:off x="8925207" y="2377053"/>
              <a:ext cx="30138" cy="16890"/>
            </a:xfrm>
            <a:custGeom>
              <a:avLst/>
              <a:gdLst>
                <a:gd name="connsiteX0" fmla="*/ 0 w 30138"/>
                <a:gd name="connsiteY0" fmla="*/ 13219 h 16890"/>
                <a:gd name="connsiteX1" fmla="*/ 17343 w 30138"/>
                <a:gd name="connsiteY1" fmla="*/ 0 h 16890"/>
                <a:gd name="connsiteX2" fmla="*/ 30138 w 30138"/>
                <a:gd name="connsiteY2" fmla="*/ 16891 h 16890"/>
              </a:gdLst>
              <a:ahLst/>
              <a:cxnLst>
                <a:cxn ang="0">
                  <a:pos x="connsiteX0" y="connsiteY0"/>
                </a:cxn>
                <a:cxn ang="0">
                  <a:pos x="connsiteX1" y="connsiteY1"/>
                </a:cxn>
                <a:cxn ang="0">
                  <a:pos x="connsiteX2" y="connsiteY2"/>
                </a:cxn>
              </a:cxnLst>
              <a:rect l="l" t="t" r="r" b="b"/>
              <a:pathLst>
                <a:path w="30138" h="16890">
                  <a:moveTo>
                    <a:pt x="0" y="13219"/>
                  </a:moveTo>
                  <a:lnTo>
                    <a:pt x="17343" y="0"/>
                  </a:lnTo>
                  <a:lnTo>
                    <a:pt x="30138" y="16891"/>
                  </a:lnTo>
                </a:path>
              </a:pathLst>
            </a:custGeom>
            <a:noFill/>
            <a:ln w="8472" cap="flat">
              <a:solidFill>
                <a:srgbClr val="17A3A3"/>
              </a:solidFill>
              <a:prstDash val="solid"/>
              <a:miter/>
            </a:ln>
          </p:spPr>
          <p:txBody>
            <a:bodyPr rtlCol="1" anchor="ctr"/>
            <a:lstStyle/>
            <a:p>
              <a:endParaRPr lang="ar-SA"/>
            </a:p>
          </p:txBody>
        </p:sp>
        <p:sp>
          <p:nvSpPr>
            <p:cNvPr id="9483" name="شكل حر: شكل 10585">
              <a:extLst>
                <a:ext uri="{FF2B5EF4-FFF2-40B4-BE49-F238E27FC236}">
                  <a16:creationId xmlns:a16="http://schemas.microsoft.com/office/drawing/2014/main" id="{E6BC4586-1191-0389-A73D-66093FE21A81}"/>
                </a:ext>
              </a:extLst>
            </p:cNvPr>
            <p:cNvSpPr/>
            <p:nvPr/>
          </p:nvSpPr>
          <p:spPr>
            <a:xfrm>
              <a:off x="8766919" y="2370698"/>
              <a:ext cx="30363" cy="2824"/>
            </a:xfrm>
            <a:custGeom>
              <a:avLst/>
              <a:gdLst>
                <a:gd name="connsiteX0" fmla="*/ 0 w 30363"/>
                <a:gd name="connsiteY0" fmla="*/ 0 h 2824"/>
                <a:gd name="connsiteX1" fmla="*/ 30364 w 30363"/>
                <a:gd name="connsiteY1" fmla="*/ 0 h 2824"/>
              </a:gdLst>
              <a:ahLst/>
              <a:cxnLst>
                <a:cxn ang="0">
                  <a:pos x="connsiteX0" y="connsiteY0"/>
                </a:cxn>
                <a:cxn ang="0">
                  <a:pos x="connsiteX1" y="connsiteY1"/>
                </a:cxn>
              </a:cxnLst>
              <a:rect l="l" t="t" r="r" b="b"/>
              <a:pathLst>
                <a:path w="30363" h="2824">
                  <a:moveTo>
                    <a:pt x="0" y="0"/>
                  </a:moveTo>
                  <a:lnTo>
                    <a:pt x="30364" y="0"/>
                  </a:lnTo>
                </a:path>
              </a:pathLst>
            </a:custGeom>
            <a:ln w="8472" cap="flat">
              <a:solidFill>
                <a:srgbClr val="01355A"/>
              </a:solidFill>
              <a:prstDash val="solid"/>
              <a:miter/>
            </a:ln>
          </p:spPr>
          <p:txBody>
            <a:bodyPr rtlCol="1" anchor="ctr"/>
            <a:lstStyle/>
            <a:p>
              <a:endParaRPr lang="ar-SA"/>
            </a:p>
          </p:txBody>
        </p:sp>
        <p:sp>
          <p:nvSpPr>
            <p:cNvPr id="9484" name="شكل حر: شكل 10586">
              <a:extLst>
                <a:ext uri="{FF2B5EF4-FFF2-40B4-BE49-F238E27FC236}">
                  <a16:creationId xmlns:a16="http://schemas.microsoft.com/office/drawing/2014/main" id="{C7EF3167-B3D2-7466-1F12-0B2A201F8F11}"/>
                </a:ext>
              </a:extLst>
            </p:cNvPr>
            <p:cNvSpPr/>
            <p:nvPr/>
          </p:nvSpPr>
          <p:spPr>
            <a:xfrm>
              <a:off x="8766919" y="2416230"/>
              <a:ext cx="30363" cy="2824"/>
            </a:xfrm>
            <a:custGeom>
              <a:avLst/>
              <a:gdLst>
                <a:gd name="connsiteX0" fmla="*/ 0 w 30363"/>
                <a:gd name="connsiteY0" fmla="*/ 0 h 2824"/>
                <a:gd name="connsiteX1" fmla="*/ 30364 w 30363"/>
                <a:gd name="connsiteY1" fmla="*/ 0 h 2824"/>
              </a:gdLst>
              <a:ahLst/>
              <a:cxnLst>
                <a:cxn ang="0">
                  <a:pos x="connsiteX0" y="connsiteY0"/>
                </a:cxn>
                <a:cxn ang="0">
                  <a:pos x="connsiteX1" y="connsiteY1"/>
                </a:cxn>
              </a:cxnLst>
              <a:rect l="l" t="t" r="r" b="b"/>
              <a:pathLst>
                <a:path w="30363" h="2824">
                  <a:moveTo>
                    <a:pt x="0" y="0"/>
                  </a:moveTo>
                  <a:lnTo>
                    <a:pt x="30364" y="0"/>
                  </a:lnTo>
                </a:path>
              </a:pathLst>
            </a:custGeom>
            <a:ln w="8472" cap="flat">
              <a:solidFill>
                <a:srgbClr val="01355A"/>
              </a:solidFill>
              <a:prstDash val="solid"/>
              <a:miter/>
            </a:ln>
          </p:spPr>
          <p:txBody>
            <a:bodyPr rtlCol="1" anchor="ctr"/>
            <a:lstStyle/>
            <a:p>
              <a:endParaRPr lang="ar-SA"/>
            </a:p>
          </p:txBody>
        </p:sp>
        <p:sp>
          <p:nvSpPr>
            <p:cNvPr id="9485" name="شكل حر: شكل 10587">
              <a:extLst>
                <a:ext uri="{FF2B5EF4-FFF2-40B4-BE49-F238E27FC236}">
                  <a16:creationId xmlns:a16="http://schemas.microsoft.com/office/drawing/2014/main" id="{BCDDDBF8-852F-43D1-9642-BB7D1DD0E221}"/>
                </a:ext>
              </a:extLst>
            </p:cNvPr>
            <p:cNvSpPr/>
            <p:nvPr/>
          </p:nvSpPr>
          <p:spPr>
            <a:xfrm>
              <a:off x="8766919" y="2461790"/>
              <a:ext cx="30363" cy="2824"/>
            </a:xfrm>
            <a:custGeom>
              <a:avLst/>
              <a:gdLst>
                <a:gd name="connsiteX0" fmla="*/ 0 w 30363"/>
                <a:gd name="connsiteY0" fmla="*/ 0 h 2824"/>
                <a:gd name="connsiteX1" fmla="*/ 30364 w 30363"/>
                <a:gd name="connsiteY1" fmla="*/ 0 h 2824"/>
              </a:gdLst>
              <a:ahLst/>
              <a:cxnLst>
                <a:cxn ang="0">
                  <a:pos x="connsiteX0" y="connsiteY0"/>
                </a:cxn>
                <a:cxn ang="0">
                  <a:pos x="connsiteX1" y="connsiteY1"/>
                </a:cxn>
              </a:cxnLst>
              <a:rect l="l" t="t" r="r" b="b"/>
              <a:pathLst>
                <a:path w="30363" h="2824">
                  <a:moveTo>
                    <a:pt x="0" y="0"/>
                  </a:moveTo>
                  <a:lnTo>
                    <a:pt x="30364" y="0"/>
                  </a:lnTo>
                </a:path>
              </a:pathLst>
            </a:custGeom>
            <a:ln w="8472" cap="flat">
              <a:solidFill>
                <a:srgbClr val="01355A"/>
              </a:solidFill>
              <a:prstDash val="solid"/>
              <a:miter/>
            </a:ln>
          </p:spPr>
          <p:txBody>
            <a:bodyPr rtlCol="1" anchor="ctr"/>
            <a:lstStyle/>
            <a:p>
              <a:endParaRPr lang="ar-SA"/>
            </a:p>
          </p:txBody>
        </p:sp>
        <p:sp>
          <p:nvSpPr>
            <p:cNvPr id="9486" name="شكل حر: شكل 10588">
              <a:extLst>
                <a:ext uri="{FF2B5EF4-FFF2-40B4-BE49-F238E27FC236}">
                  <a16:creationId xmlns:a16="http://schemas.microsoft.com/office/drawing/2014/main" id="{0289AFF9-646A-0209-E626-EA84E27752C1}"/>
                </a:ext>
              </a:extLst>
            </p:cNvPr>
            <p:cNvSpPr/>
            <p:nvPr/>
          </p:nvSpPr>
          <p:spPr>
            <a:xfrm>
              <a:off x="8766919" y="2507322"/>
              <a:ext cx="30363" cy="2824"/>
            </a:xfrm>
            <a:custGeom>
              <a:avLst/>
              <a:gdLst>
                <a:gd name="connsiteX0" fmla="*/ 0 w 30363"/>
                <a:gd name="connsiteY0" fmla="*/ 0 h 2824"/>
                <a:gd name="connsiteX1" fmla="*/ 30364 w 30363"/>
                <a:gd name="connsiteY1" fmla="*/ 0 h 2824"/>
              </a:gdLst>
              <a:ahLst/>
              <a:cxnLst>
                <a:cxn ang="0">
                  <a:pos x="connsiteX0" y="connsiteY0"/>
                </a:cxn>
                <a:cxn ang="0">
                  <a:pos x="connsiteX1" y="connsiteY1"/>
                </a:cxn>
              </a:cxnLst>
              <a:rect l="l" t="t" r="r" b="b"/>
              <a:pathLst>
                <a:path w="30363" h="2824">
                  <a:moveTo>
                    <a:pt x="0" y="0"/>
                  </a:moveTo>
                  <a:lnTo>
                    <a:pt x="30364" y="0"/>
                  </a:lnTo>
                </a:path>
              </a:pathLst>
            </a:custGeom>
            <a:ln w="8472" cap="flat">
              <a:solidFill>
                <a:srgbClr val="01355A"/>
              </a:solidFill>
              <a:prstDash val="solid"/>
              <a:miter/>
            </a:ln>
          </p:spPr>
          <p:txBody>
            <a:bodyPr rtlCol="1" anchor="ctr"/>
            <a:lstStyle/>
            <a:p>
              <a:endParaRPr lang="ar-SA"/>
            </a:p>
          </p:txBody>
        </p:sp>
        <p:sp>
          <p:nvSpPr>
            <p:cNvPr id="9487" name="شكل حر: شكل 10589">
              <a:extLst>
                <a:ext uri="{FF2B5EF4-FFF2-40B4-BE49-F238E27FC236}">
                  <a16:creationId xmlns:a16="http://schemas.microsoft.com/office/drawing/2014/main" id="{6726AAAF-8C57-3468-E627-D24639EB623A}"/>
                </a:ext>
              </a:extLst>
            </p:cNvPr>
            <p:cNvSpPr/>
            <p:nvPr/>
          </p:nvSpPr>
          <p:spPr>
            <a:xfrm>
              <a:off x="8766919" y="2552882"/>
              <a:ext cx="30363" cy="2824"/>
            </a:xfrm>
            <a:custGeom>
              <a:avLst/>
              <a:gdLst>
                <a:gd name="connsiteX0" fmla="*/ 0 w 30363"/>
                <a:gd name="connsiteY0" fmla="*/ 0 h 2824"/>
                <a:gd name="connsiteX1" fmla="*/ 30364 w 30363"/>
                <a:gd name="connsiteY1" fmla="*/ 0 h 2824"/>
              </a:gdLst>
              <a:ahLst/>
              <a:cxnLst>
                <a:cxn ang="0">
                  <a:pos x="connsiteX0" y="connsiteY0"/>
                </a:cxn>
                <a:cxn ang="0">
                  <a:pos x="connsiteX1" y="connsiteY1"/>
                </a:cxn>
              </a:cxnLst>
              <a:rect l="l" t="t" r="r" b="b"/>
              <a:pathLst>
                <a:path w="30363" h="2824">
                  <a:moveTo>
                    <a:pt x="0" y="0"/>
                  </a:moveTo>
                  <a:lnTo>
                    <a:pt x="30364" y="0"/>
                  </a:lnTo>
                </a:path>
              </a:pathLst>
            </a:custGeom>
            <a:ln w="8472" cap="flat">
              <a:solidFill>
                <a:srgbClr val="01355A"/>
              </a:solidFill>
              <a:prstDash val="solid"/>
              <a:miter/>
            </a:ln>
          </p:spPr>
          <p:txBody>
            <a:bodyPr rtlCol="1" anchor="ctr"/>
            <a:lstStyle/>
            <a:p>
              <a:endParaRPr lang="ar-SA"/>
            </a:p>
          </p:txBody>
        </p:sp>
        <p:sp>
          <p:nvSpPr>
            <p:cNvPr id="9488" name="شكل حر: شكل 10590">
              <a:extLst>
                <a:ext uri="{FF2B5EF4-FFF2-40B4-BE49-F238E27FC236}">
                  <a16:creationId xmlns:a16="http://schemas.microsoft.com/office/drawing/2014/main" id="{D37D5F95-7ED8-9F59-91A6-B975AAF7320A}"/>
                </a:ext>
              </a:extLst>
            </p:cNvPr>
            <p:cNvSpPr/>
            <p:nvPr/>
          </p:nvSpPr>
          <p:spPr>
            <a:xfrm>
              <a:off x="8766919" y="2598413"/>
              <a:ext cx="30363" cy="2824"/>
            </a:xfrm>
            <a:custGeom>
              <a:avLst/>
              <a:gdLst>
                <a:gd name="connsiteX0" fmla="*/ 0 w 30363"/>
                <a:gd name="connsiteY0" fmla="*/ 0 h 2824"/>
                <a:gd name="connsiteX1" fmla="*/ 30364 w 30363"/>
                <a:gd name="connsiteY1" fmla="*/ 0 h 2824"/>
              </a:gdLst>
              <a:ahLst/>
              <a:cxnLst>
                <a:cxn ang="0">
                  <a:pos x="connsiteX0" y="connsiteY0"/>
                </a:cxn>
                <a:cxn ang="0">
                  <a:pos x="connsiteX1" y="connsiteY1"/>
                </a:cxn>
              </a:cxnLst>
              <a:rect l="l" t="t" r="r" b="b"/>
              <a:pathLst>
                <a:path w="30363" h="2824">
                  <a:moveTo>
                    <a:pt x="0" y="0"/>
                  </a:moveTo>
                  <a:lnTo>
                    <a:pt x="30364" y="0"/>
                  </a:lnTo>
                </a:path>
              </a:pathLst>
            </a:custGeom>
            <a:ln w="8472" cap="flat">
              <a:solidFill>
                <a:srgbClr val="01355A"/>
              </a:solidFill>
              <a:prstDash val="solid"/>
              <a:miter/>
            </a:ln>
          </p:spPr>
          <p:txBody>
            <a:bodyPr rtlCol="1" anchor="ctr"/>
            <a:lstStyle/>
            <a:p>
              <a:endParaRPr lang="ar-SA"/>
            </a:p>
          </p:txBody>
        </p:sp>
        <p:sp>
          <p:nvSpPr>
            <p:cNvPr id="9489" name="شكل حر: شكل 10591">
              <a:extLst>
                <a:ext uri="{FF2B5EF4-FFF2-40B4-BE49-F238E27FC236}">
                  <a16:creationId xmlns:a16="http://schemas.microsoft.com/office/drawing/2014/main" id="{FE410678-BD91-C31F-85D9-8BE545DE66D6}"/>
                </a:ext>
              </a:extLst>
            </p:cNvPr>
            <p:cNvSpPr/>
            <p:nvPr/>
          </p:nvSpPr>
          <p:spPr>
            <a:xfrm>
              <a:off x="8820218" y="2397673"/>
              <a:ext cx="119280" cy="200740"/>
            </a:xfrm>
            <a:custGeom>
              <a:avLst/>
              <a:gdLst>
                <a:gd name="connsiteX0" fmla="*/ 0 w 119280"/>
                <a:gd name="connsiteY0" fmla="*/ 200741 h 200740"/>
                <a:gd name="connsiteX1" fmla="*/ 14829 w 119280"/>
                <a:gd name="connsiteY1" fmla="*/ 155830 h 200740"/>
                <a:gd name="connsiteX2" fmla="*/ 46605 w 119280"/>
                <a:gd name="connsiteY2" fmla="*/ 155830 h 200740"/>
                <a:gd name="connsiteX3" fmla="*/ 68495 w 119280"/>
                <a:gd name="connsiteY3" fmla="*/ 64117 h 200740"/>
                <a:gd name="connsiteX4" fmla="*/ 105921 w 119280"/>
                <a:gd name="connsiteY4" fmla="*/ 64117 h 200740"/>
                <a:gd name="connsiteX5" fmla="*/ 119281 w 119280"/>
                <a:gd name="connsiteY5" fmla="*/ 0 h 200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280" h="200740">
                  <a:moveTo>
                    <a:pt x="0" y="200741"/>
                  </a:moveTo>
                  <a:lnTo>
                    <a:pt x="14829" y="155830"/>
                  </a:lnTo>
                  <a:lnTo>
                    <a:pt x="46605" y="155830"/>
                  </a:lnTo>
                  <a:lnTo>
                    <a:pt x="68495" y="64117"/>
                  </a:lnTo>
                  <a:lnTo>
                    <a:pt x="105921" y="64117"/>
                  </a:lnTo>
                  <a:lnTo>
                    <a:pt x="119281" y="0"/>
                  </a:lnTo>
                </a:path>
              </a:pathLst>
            </a:custGeom>
            <a:noFill/>
            <a:ln w="8472" cap="flat">
              <a:solidFill>
                <a:srgbClr val="17A3A3"/>
              </a:solidFill>
              <a:prstDash val="solid"/>
              <a:miter/>
            </a:ln>
          </p:spPr>
          <p:txBody>
            <a:bodyPr rtlCol="1" anchor="ctr"/>
            <a:lstStyle/>
            <a:p>
              <a:endParaRPr lang="ar-SA"/>
            </a:p>
          </p:txBody>
        </p:sp>
        <p:sp>
          <p:nvSpPr>
            <p:cNvPr id="9490" name="شكل حر: شكل 10592">
              <a:extLst>
                <a:ext uri="{FF2B5EF4-FFF2-40B4-BE49-F238E27FC236}">
                  <a16:creationId xmlns:a16="http://schemas.microsoft.com/office/drawing/2014/main" id="{EA1B9E79-CB71-29BA-DB9A-847DE5D1AFD4}"/>
                </a:ext>
              </a:extLst>
            </p:cNvPr>
            <p:cNvSpPr/>
            <p:nvPr/>
          </p:nvSpPr>
          <p:spPr>
            <a:xfrm>
              <a:off x="8822280" y="2461790"/>
              <a:ext cx="28725" cy="2824"/>
            </a:xfrm>
            <a:custGeom>
              <a:avLst/>
              <a:gdLst>
                <a:gd name="connsiteX0" fmla="*/ 28725 w 28725"/>
                <a:gd name="connsiteY0" fmla="*/ 0 h 2824"/>
                <a:gd name="connsiteX1" fmla="*/ 0 w 28725"/>
                <a:gd name="connsiteY1" fmla="*/ 0 h 2824"/>
              </a:gdLst>
              <a:ahLst/>
              <a:cxnLst>
                <a:cxn ang="0">
                  <a:pos x="connsiteX0" y="connsiteY0"/>
                </a:cxn>
                <a:cxn ang="0">
                  <a:pos x="connsiteX1" y="connsiteY1"/>
                </a:cxn>
              </a:cxnLst>
              <a:rect l="l" t="t" r="r" b="b"/>
              <a:pathLst>
                <a:path w="28725" h="2824">
                  <a:moveTo>
                    <a:pt x="28725" y="0"/>
                  </a:moveTo>
                  <a:lnTo>
                    <a:pt x="0" y="0"/>
                  </a:lnTo>
                </a:path>
              </a:pathLst>
            </a:custGeom>
            <a:ln w="8472" cap="flat">
              <a:solidFill>
                <a:srgbClr val="01355A"/>
              </a:solidFill>
              <a:prstDash val="solid"/>
              <a:miter/>
            </a:ln>
          </p:spPr>
          <p:txBody>
            <a:bodyPr rtlCol="1" anchor="ctr"/>
            <a:lstStyle/>
            <a:p>
              <a:endParaRPr lang="ar-SA"/>
            </a:p>
          </p:txBody>
        </p:sp>
        <p:sp>
          <p:nvSpPr>
            <p:cNvPr id="9491" name="شكل حر: شكل 10593">
              <a:extLst>
                <a:ext uri="{FF2B5EF4-FFF2-40B4-BE49-F238E27FC236}">
                  <a16:creationId xmlns:a16="http://schemas.microsoft.com/office/drawing/2014/main" id="{7F5A08D1-797A-2E61-A9E6-340BBA9109BA}"/>
                </a:ext>
              </a:extLst>
            </p:cNvPr>
            <p:cNvSpPr/>
            <p:nvPr/>
          </p:nvSpPr>
          <p:spPr>
            <a:xfrm>
              <a:off x="8821066" y="2370698"/>
              <a:ext cx="75330" cy="2824"/>
            </a:xfrm>
            <a:custGeom>
              <a:avLst/>
              <a:gdLst>
                <a:gd name="connsiteX0" fmla="*/ 75331 w 75330"/>
                <a:gd name="connsiteY0" fmla="*/ 0 h 2824"/>
                <a:gd name="connsiteX1" fmla="*/ 0 w 75330"/>
                <a:gd name="connsiteY1" fmla="*/ 0 h 2824"/>
              </a:gdLst>
              <a:ahLst/>
              <a:cxnLst>
                <a:cxn ang="0">
                  <a:pos x="connsiteX0" y="connsiteY0"/>
                </a:cxn>
                <a:cxn ang="0">
                  <a:pos x="connsiteX1" y="connsiteY1"/>
                </a:cxn>
              </a:cxnLst>
              <a:rect l="l" t="t" r="r" b="b"/>
              <a:pathLst>
                <a:path w="75330" h="2824">
                  <a:moveTo>
                    <a:pt x="75331" y="0"/>
                  </a:moveTo>
                  <a:lnTo>
                    <a:pt x="0" y="0"/>
                  </a:lnTo>
                </a:path>
              </a:pathLst>
            </a:custGeom>
            <a:ln w="8472" cap="flat">
              <a:solidFill>
                <a:srgbClr val="01355A"/>
              </a:solidFill>
              <a:prstDash val="solid"/>
              <a:miter/>
            </a:ln>
          </p:spPr>
          <p:txBody>
            <a:bodyPr rtlCol="1" anchor="ctr"/>
            <a:lstStyle/>
            <a:p>
              <a:endParaRPr lang="ar-SA"/>
            </a:p>
          </p:txBody>
        </p:sp>
      </p:grpSp>
      <p:grpSp>
        <p:nvGrpSpPr>
          <p:cNvPr id="9498" name="رسم 8014">
            <a:extLst>
              <a:ext uri="{FF2B5EF4-FFF2-40B4-BE49-F238E27FC236}">
                <a16:creationId xmlns:a16="http://schemas.microsoft.com/office/drawing/2014/main" id="{1A006525-9484-DE38-F6FD-701D0A9BC99B}"/>
              </a:ext>
            </a:extLst>
          </p:cNvPr>
          <p:cNvGrpSpPr/>
          <p:nvPr/>
        </p:nvGrpSpPr>
        <p:grpSpPr>
          <a:xfrm>
            <a:off x="7215821" y="3236004"/>
            <a:ext cx="301005" cy="284897"/>
            <a:chOff x="7706499" y="2290227"/>
            <a:chExt cx="359791" cy="361457"/>
          </a:xfrm>
          <a:noFill/>
        </p:grpSpPr>
        <p:sp>
          <p:nvSpPr>
            <p:cNvPr id="9499" name="شكل حر: شكل 10595">
              <a:extLst>
                <a:ext uri="{FF2B5EF4-FFF2-40B4-BE49-F238E27FC236}">
                  <a16:creationId xmlns:a16="http://schemas.microsoft.com/office/drawing/2014/main" id="{2E99DBAD-80AA-1BD8-0A69-BCC7ED9F7A1E}"/>
                </a:ext>
              </a:extLst>
            </p:cNvPr>
            <p:cNvSpPr/>
            <p:nvPr/>
          </p:nvSpPr>
          <p:spPr>
            <a:xfrm>
              <a:off x="7926984" y="2495713"/>
              <a:ext cx="139306" cy="155971"/>
            </a:xfrm>
            <a:custGeom>
              <a:avLst/>
              <a:gdLst>
                <a:gd name="connsiteX0" fmla="*/ 69653 w 139306"/>
                <a:gd name="connsiteY0" fmla="*/ 0 h 155971"/>
                <a:gd name="connsiteX1" fmla="*/ 0 w 139306"/>
                <a:gd name="connsiteY1" fmla="*/ 16128 h 155971"/>
                <a:gd name="connsiteX2" fmla="*/ 69653 w 139306"/>
                <a:gd name="connsiteY2" fmla="*/ 155971 h 155971"/>
                <a:gd name="connsiteX3" fmla="*/ 139307 w 139306"/>
                <a:gd name="connsiteY3" fmla="*/ 16128 h 155971"/>
                <a:gd name="connsiteX4" fmla="*/ 69653 w 139306"/>
                <a:gd name="connsiteY4" fmla="*/ 0 h 155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306" h="155971">
                  <a:moveTo>
                    <a:pt x="69653" y="0"/>
                  </a:moveTo>
                  <a:lnTo>
                    <a:pt x="0" y="16128"/>
                  </a:lnTo>
                  <a:cubicBezTo>
                    <a:pt x="0" y="153797"/>
                    <a:pt x="69653" y="155971"/>
                    <a:pt x="69653" y="155971"/>
                  </a:cubicBezTo>
                  <a:cubicBezTo>
                    <a:pt x="69653" y="155971"/>
                    <a:pt x="139307" y="153797"/>
                    <a:pt x="139307" y="16128"/>
                  </a:cubicBezTo>
                  <a:lnTo>
                    <a:pt x="69653" y="0"/>
                  </a:lnTo>
                  <a:close/>
                </a:path>
              </a:pathLst>
            </a:custGeom>
            <a:noFill/>
            <a:ln w="8472" cap="flat">
              <a:solidFill>
                <a:srgbClr val="17A3A3"/>
              </a:solidFill>
              <a:prstDash val="solid"/>
              <a:miter/>
            </a:ln>
          </p:spPr>
          <p:txBody>
            <a:bodyPr rtlCol="1" anchor="ctr"/>
            <a:lstStyle/>
            <a:p>
              <a:endParaRPr lang="ar-SA"/>
            </a:p>
          </p:txBody>
        </p:sp>
        <p:sp>
          <p:nvSpPr>
            <p:cNvPr id="9500" name="شكل حر: شكل 10596">
              <a:extLst>
                <a:ext uri="{FF2B5EF4-FFF2-40B4-BE49-F238E27FC236}">
                  <a16:creationId xmlns:a16="http://schemas.microsoft.com/office/drawing/2014/main" id="{A7043885-2A92-4533-E2C2-585761AB1864}"/>
                </a:ext>
              </a:extLst>
            </p:cNvPr>
            <p:cNvSpPr/>
            <p:nvPr/>
          </p:nvSpPr>
          <p:spPr>
            <a:xfrm>
              <a:off x="7949975" y="2472580"/>
              <a:ext cx="93294" cy="10789"/>
            </a:xfrm>
            <a:custGeom>
              <a:avLst/>
              <a:gdLst>
                <a:gd name="connsiteX0" fmla="*/ 93295 w 93294"/>
                <a:gd name="connsiteY0" fmla="*/ 10790 h 10789"/>
                <a:gd name="connsiteX1" fmla="*/ 46662 w 93294"/>
                <a:gd name="connsiteY1" fmla="*/ 0 h 10789"/>
                <a:gd name="connsiteX2" fmla="*/ 0 w 93294"/>
                <a:gd name="connsiteY2" fmla="*/ 10790 h 10789"/>
              </a:gdLst>
              <a:ahLst/>
              <a:cxnLst>
                <a:cxn ang="0">
                  <a:pos x="connsiteX0" y="connsiteY0"/>
                </a:cxn>
                <a:cxn ang="0">
                  <a:pos x="connsiteX1" y="connsiteY1"/>
                </a:cxn>
                <a:cxn ang="0">
                  <a:pos x="connsiteX2" y="connsiteY2"/>
                </a:cxn>
              </a:cxnLst>
              <a:rect l="l" t="t" r="r" b="b"/>
              <a:pathLst>
                <a:path w="93294" h="10789">
                  <a:moveTo>
                    <a:pt x="93295" y="10790"/>
                  </a:moveTo>
                  <a:lnTo>
                    <a:pt x="46662" y="0"/>
                  </a:lnTo>
                  <a:lnTo>
                    <a:pt x="0" y="10790"/>
                  </a:lnTo>
                </a:path>
              </a:pathLst>
            </a:custGeom>
            <a:noFill/>
            <a:ln w="8472" cap="flat">
              <a:solidFill>
                <a:srgbClr val="17A3A3"/>
              </a:solidFill>
              <a:prstDash val="solid"/>
              <a:miter/>
            </a:ln>
          </p:spPr>
          <p:txBody>
            <a:bodyPr rtlCol="1" anchor="ctr"/>
            <a:lstStyle/>
            <a:p>
              <a:endParaRPr lang="ar-SA"/>
            </a:p>
          </p:txBody>
        </p:sp>
        <p:sp>
          <p:nvSpPr>
            <p:cNvPr id="9501" name="شكل حر: شكل 10597">
              <a:extLst>
                <a:ext uri="{FF2B5EF4-FFF2-40B4-BE49-F238E27FC236}">
                  <a16:creationId xmlns:a16="http://schemas.microsoft.com/office/drawing/2014/main" id="{8B79D0CC-74EC-BA06-55B4-0690BFCF41A1}"/>
                </a:ext>
              </a:extLst>
            </p:cNvPr>
            <p:cNvSpPr/>
            <p:nvPr/>
          </p:nvSpPr>
          <p:spPr>
            <a:xfrm>
              <a:off x="7715905" y="2415750"/>
              <a:ext cx="196164" cy="135097"/>
            </a:xfrm>
            <a:custGeom>
              <a:avLst/>
              <a:gdLst>
                <a:gd name="connsiteX0" fmla="*/ 196165 w 196164"/>
                <a:gd name="connsiteY0" fmla="*/ 135098 h 135097"/>
                <a:gd name="connsiteX1" fmla="*/ 11835 w 196164"/>
                <a:gd name="connsiteY1" fmla="*/ 135098 h 135097"/>
                <a:gd name="connsiteX2" fmla="*/ 0 w 196164"/>
                <a:gd name="connsiteY2" fmla="*/ 123235 h 135097"/>
                <a:gd name="connsiteX3" fmla="*/ 0 w 196164"/>
                <a:gd name="connsiteY3" fmla="*/ 0 h 135097"/>
              </a:gdLst>
              <a:ahLst/>
              <a:cxnLst>
                <a:cxn ang="0">
                  <a:pos x="connsiteX0" y="connsiteY0"/>
                </a:cxn>
                <a:cxn ang="0">
                  <a:pos x="connsiteX1" y="connsiteY1"/>
                </a:cxn>
                <a:cxn ang="0">
                  <a:pos x="connsiteX2" y="connsiteY2"/>
                </a:cxn>
                <a:cxn ang="0">
                  <a:pos x="connsiteX3" y="connsiteY3"/>
                </a:cxn>
              </a:cxnLst>
              <a:rect l="l" t="t" r="r" b="b"/>
              <a:pathLst>
                <a:path w="196164" h="135097">
                  <a:moveTo>
                    <a:pt x="196165" y="135098"/>
                  </a:moveTo>
                  <a:lnTo>
                    <a:pt x="11835" y="135098"/>
                  </a:lnTo>
                  <a:cubicBezTo>
                    <a:pt x="5282" y="135098"/>
                    <a:pt x="0" y="129788"/>
                    <a:pt x="0" y="123235"/>
                  </a:cubicBezTo>
                  <a:lnTo>
                    <a:pt x="0" y="0"/>
                  </a:lnTo>
                </a:path>
              </a:pathLst>
            </a:custGeom>
            <a:noFill/>
            <a:ln w="8472" cap="flat">
              <a:solidFill>
                <a:srgbClr val="01355A"/>
              </a:solidFill>
              <a:prstDash val="solid"/>
              <a:miter/>
            </a:ln>
          </p:spPr>
          <p:txBody>
            <a:bodyPr rtlCol="1" anchor="ctr"/>
            <a:lstStyle/>
            <a:p>
              <a:endParaRPr lang="ar-SA"/>
            </a:p>
          </p:txBody>
        </p:sp>
        <p:sp>
          <p:nvSpPr>
            <p:cNvPr id="9502" name="شكل حر: شكل 10598">
              <a:extLst>
                <a:ext uri="{FF2B5EF4-FFF2-40B4-BE49-F238E27FC236}">
                  <a16:creationId xmlns:a16="http://schemas.microsoft.com/office/drawing/2014/main" id="{FECB97B5-3F5D-B56B-1F89-C06F02E5C7BA}"/>
                </a:ext>
              </a:extLst>
            </p:cNvPr>
            <p:cNvSpPr/>
            <p:nvPr/>
          </p:nvSpPr>
          <p:spPr>
            <a:xfrm>
              <a:off x="7996637" y="2415750"/>
              <a:ext cx="2824" cy="39430"/>
            </a:xfrm>
            <a:custGeom>
              <a:avLst/>
              <a:gdLst>
                <a:gd name="connsiteX0" fmla="*/ 0 w 2824"/>
                <a:gd name="connsiteY0" fmla="*/ 0 h 39430"/>
                <a:gd name="connsiteX1" fmla="*/ 0 w 2824"/>
                <a:gd name="connsiteY1" fmla="*/ 39431 h 39430"/>
              </a:gdLst>
              <a:ahLst/>
              <a:cxnLst>
                <a:cxn ang="0">
                  <a:pos x="connsiteX0" y="connsiteY0"/>
                </a:cxn>
                <a:cxn ang="0">
                  <a:pos x="connsiteX1" y="connsiteY1"/>
                </a:cxn>
              </a:cxnLst>
              <a:rect l="l" t="t" r="r" b="b"/>
              <a:pathLst>
                <a:path w="2824" h="39430">
                  <a:moveTo>
                    <a:pt x="0" y="0"/>
                  </a:moveTo>
                  <a:lnTo>
                    <a:pt x="0" y="39431"/>
                  </a:lnTo>
                </a:path>
              </a:pathLst>
            </a:custGeom>
            <a:ln w="8472" cap="flat">
              <a:solidFill>
                <a:srgbClr val="01355A"/>
              </a:solidFill>
              <a:prstDash val="solid"/>
              <a:miter/>
            </a:ln>
          </p:spPr>
          <p:txBody>
            <a:bodyPr rtlCol="1" anchor="ctr"/>
            <a:lstStyle/>
            <a:p>
              <a:endParaRPr lang="ar-SA"/>
            </a:p>
          </p:txBody>
        </p:sp>
        <p:sp>
          <p:nvSpPr>
            <p:cNvPr id="9503" name="شكل حر: شكل 10599">
              <a:extLst>
                <a:ext uri="{FF2B5EF4-FFF2-40B4-BE49-F238E27FC236}">
                  <a16:creationId xmlns:a16="http://schemas.microsoft.com/office/drawing/2014/main" id="{F800E80B-FBFD-2C23-C5CE-99DF45B4D16A}"/>
                </a:ext>
              </a:extLst>
            </p:cNvPr>
            <p:cNvSpPr/>
            <p:nvPr/>
          </p:nvSpPr>
          <p:spPr>
            <a:xfrm>
              <a:off x="7706499" y="2328726"/>
              <a:ext cx="299515" cy="98237"/>
            </a:xfrm>
            <a:custGeom>
              <a:avLst/>
              <a:gdLst>
                <a:gd name="connsiteX0" fmla="*/ 132359 w 299515"/>
                <a:gd name="connsiteY0" fmla="*/ 98238 h 98237"/>
                <a:gd name="connsiteX1" fmla="*/ 4406 w 299515"/>
                <a:gd name="connsiteY1" fmla="*/ 86177 h 98237"/>
                <a:gd name="connsiteX2" fmla="*/ 0 w 299515"/>
                <a:gd name="connsiteY2" fmla="*/ 80951 h 98237"/>
                <a:gd name="connsiteX3" fmla="*/ 0 w 299515"/>
                <a:gd name="connsiteY3" fmla="*/ 11863 h 98237"/>
                <a:gd name="connsiteX4" fmla="*/ 11835 w 299515"/>
                <a:gd name="connsiteY4" fmla="*/ 0 h 98237"/>
                <a:gd name="connsiteX5" fmla="*/ 287680 w 299515"/>
                <a:gd name="connsiteY5" fmla="*/ 0 h 98237"/>
                <a:gd name="connsiteX6" fmla="*/ 299515 w 299515"/>
                <a:gd name="connsiteY6" fmla="*/ 11863 h 98237"/>
                <a:gd name="connsiteX7" fmla="*/ 299515 w 299515"/>
                <a:gd name="connsiteY7" fmla="*/ 80951 h 98237"/>
                <a:gd name="connsiteX8" fmla="*/ 295109 w 299515"/>
                <a:gd name="connsiteY8" fmla="*/ 86177 h 98237"/>
                <a:gd name="connsiteX9" fmla="*/ 167157 w 299515"/>
                <a:gd name="connsiteY9" fmla="*/ 98238 h 98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9515" h="98237">
                  <a:moveTo>
                    <a:pt x="132359" y="98238"/>
                  </a:moveTo>
                  <a:cubicBezTo>
                    <a:pt x="89538" y="97390"/>
                    <a:pt x="46775" y="93351"/>
                    <a:pt x="4406" y="86177"/>
                  </a:cubicBezTo>
                  <a:cubicBezTo>
                    <a:pt x="1865" y="85753"/>
                    <a:pt x="0" y="83522"/>
                    <a:pt x="0" y="80951"/>
                  </a:cubicBezTo>
                  <a:lnTo>
                    <a:pt x="0" y="11863"/>
                  </a:lnTo>
                  <a:cubicBezTo>
                    <a:pt x="0" y="5310"/>
                    <a:pt x="5311" y="0"/>
                    <a:pt x="11835" y="0"/>
                  </a:cubicBezTo>
                  <a:lnTo>
                    <a:pt x="287680" y="0"/>
                  </a:lnTo>
                  <a:cubicBezTo>
                    <a:pt x="294234" y="0"/>
                    <a:pt x="299515" y="5310"/>
                    <a:pt x="299515" y="11863"/>
                  </a:cubicBezTo>
                  <a:lnTo>
                    <a:pt x="299515" y="80951"/>
                  </a:lnTo>
                  <a:cubicBezTo>
                    <a:pt x="299515" y="83522"/>
                    <a:pt x="297651" y="85753"/>
                    <a:pt x="295109" y="86177"/>
                  </a:cubicBezTo>
                  <a:cubicBezTo>
                    <a:pt x="252740" y="93351"/>
                    <a:pt x="209977" y="97362"/>
                    <a:pt x="167157" y="98238"/>
                  </a:cubicBezTo>
                </a:path>
              </a:pathLst>
            </a:custGeom>
            <a:noFill/>
            <a:ln w="8472" cap="flat">
              <a:solidFill>
                <a:srgbClr val="01355A"/>
              </a:solidFill>
              <a:prstDash val="solid"/>
              <a:miter/>
            </a:ln>
          </p:spPr>
          <p:txBody>
            <a:bodyPr rtlCol="1" anchor="ctr"/>
            <a:lstStyle/>
            <a:p>
              <a:endParaRPr lang="ar-SA"/>
            </a:p>
          </p:txBody>
        </p:sp>
        <p:sp>
          <p:nvSpPr>
            <p:cNvPr id="9504" name="شكل حر: شكل 10600">
              <a:extLst>
                <a:ext uri="{FF2B5EF4-FFF2-40B4-BE49-F238E27FC236}">
                  <a16:creationId xmlns:a16="http://schemas.microsoft.com/office/drawing/2014/main" id="{40CE1006-CB5D-1CC2-DB19-A0B6C5131020}"/>
                </a:ext>
              </a:extLst>
            </p:cNvPr>
            <p:cNvSpPr/>
            <p:nvPr/>
          </p:nvSpPr>
          <p:spPr>
            <a:xfrm>
              <a:off x="7838858" y="2409705"/>
              <a:ext cx="34826" cy="34854"/>
            </a:xfrm>
            <a:custGeom>
              <a:avLst/>
              <a:gdLst>
                <a:gd name="connsiteX0" fmla="*/ 31098 w 34826"/>
                <a:gd name="connsiteY0" fmla="*/ 0 h 34854"/>
                <a:gd name="connsiteX1" fmla="*/ 34827 w 34826"/>
                <a:gd name="connsiteY1" fmla="*/ 3728 h 34854"/>
                <a:gd name="connsiteX2" fmla="*/ 34827 w 34826"/>
                <a:gd name="connsiteY2" fmla="*/ 31127 h 34854"/>
                <a:gd name="connsiteX3" fmla="*/ 31098 w 34826"/>
                <a:gd name="connsiteY3" fmla="*/ 34855 h 34854"/>
                <a:gd name="connsiteX4" fmla="*/ 3729 w 34826"/>
                <a:gd name="connsiteY4" fmla="*/ 34855 h 34854"/>
                <a:gd name="connsiteX5" fmla="*/ 0 w 34826"/>
                <a:gd name="connsiteY5" fmla="*/ 31127 h 34854"/>
                <a:gd name="connsiteX6" fmla="*/ 0 w 34826"/>
                <a:gd name="connsiteY6" fmla="*/ 3728 h 34854"/>
                <a:gd name="connsiteX7" fmla="*/ 3729 w 34826"/>
                <a:gd name="connsiteY7" fmla="*/ 0 h 34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826" h="34854">
                  <a:moveTo>
                    <a:pt x="31098" y="0"/>
                  </a:moveTo>
                  <a:cubicBezTo>
                    <a:pt x="33158" y="0"/>
                    <a:pt x="34827" y="1669"/>
                    <a:pt x="34827" y="3728"/>
                  </a:cubicBezTo>
                  <a:lnTo>
                    <a:pt x="34827" y="31127"/>
                  </a:lnTo>
                  <a:cubicBezTo>
                    <a:pt x="34827" y="33186"/>
                    <a:pt x="33158" y="34855"/>
                    <a:pt x="31098" y="34855"/>
                  </a:cubicBezTo>
                  <a:lnTo>
                    <a:pt x="3729" y="34855"/>
                  </a:lnTo>
                  <a:cubicBezTo>
                    <a:pt x="1670" y="34855"/>
                    <a:pt x="0" y="33186"/>
                    <a:pt x="0" y="31127"/>
                  </a:cubicBezTo>
                  <a:lnTo>
                    <a:pt x="0" y="3728"/>
                  </a:lnTo>
                  <a:cubicBezTo>
                    <a:pt x="0" y="1669"/>
                    <a:pt x="1670" y="0"/>
                    <a:pt x="3729" y="0"/>
                  </a:cubicBezTo>
                  <a:close/>
                </a:path>
              </a:pathLst>
            </a:custGeom>
            <a:noFill/>
            <a:ln w="8472" cap="flat">
              <a:solidFill>
                <a:srgbClr val="01355A"/>
              </a:solidFill>
              <a:prstDash val="solid"/>
              <a:miter/>
            </a:ln>
          </p:spPr>
          <p:txBody>
            <a:bodyPr rtlCol="1" anchor="ctr"/>
            <a:lstStyle/>
            <a:p>
              <a:endParaRPr lang="ar-SA"/>
            </a:p>
          </p:txBody>
        </p:sp>
        <p:sp>
          <p:nvSpPr>
            <p:cNvPr id="9505" name="شكل حر: شكل 10601">
              <a:extLst>
                <a:ext uri="{FF2B5EF4-FFF2-40B4-BE49-F238E27FC236}">
                  <a16:creationId xmlns:a16="http://schemas.microsoft.com/office/drawing/2014/main" id="{0A0FE9F5-0638-7864-527E-E498DE2DA781}"/>
                </a:ext>
              </a:extLst>
            </p:cNvPr>
            <p:cNvSpPr/>
            <p:nvPr/>
          </p:nvSpPr>
          <p:spPr>
            <a:xfrm>
              <a:off x="7850693" y="2427161"/>
              <a:ext cx="11156" cy="2824"/>
            </a:xfrm>
            <a:custGeom>
              <a:avLst/>
              <a:gdLst>
                <a:gd name="connsiteX0" fmla="*/ 0 w 11156"/>
                <a:gd name="connsiteY0" fmla="*/ 0 h 2824"/>
                <a:gd name="connsiteX1" fmla="*/ 11157 w 11156"/>
                <a:gd name="connsiteY1" fmla="*/ 0 h 2824"/>
              </a:gdLst>
              <a:ahLst/>
              <a:cxnLst>
                <a:cxn ang="0">
                  <a:pos x="connsiteX0" y="connsiteY0"/>
                </a:cxn>
                <a:cxn ang="0">
                  <a:pos x="connsiteX1" y="connsiteY1"/>
                </a:cxn>
              </a:cxnLst>
              <a:rect l="l" t="t" r="r" b="b"/>
              <a:pathLst>
                <a:path w="11156" h="2824">
                  <a:moveTo>
                    <a:pt x="0" y="0"/>
                  </a:moveTo>
                  <a:lnTo>
                    <a:pt x="11157" y="0"/>
                  </a:lnTo>
                </a:path>
              </a:pathLst>
            </a:custGeom>
            <a:ln w="8472" cap="flat">
              <a:solidFill>
                <a:srgbClr val="01355A"/>
              </a:solidFill>
              <a:prstDash val="solid"/>
              <a:miter/>
            </a:ln>
          </p:spPr>
          <p:txBody>
            <a:bodyPr rtlCol="1" anchor="ctr"/>
            <a:lstStyle/>
            <a:p>
              <a:endParaRPr lang="ar-SA"/>
            </a:p>
          </p:txBody>
        </p:sp>
        <p:sp>
          <p:nvSpPr>
            <p:cNvPr id="9506" name="شكل حر: شكل 10602">
              <a:extLst>
                <a:ext uri="{FF2B5EF4-FFF2-40B4-BE49-F238E27FC236}">
                  <a16:creationId xmlns:a16="http://schemas.microsoft.com/office/drawing/2014/main" id="{4E4C97BE-DB6D-9241-4E0C-23B1653F9E57}"/>
                </a:ext>
              </a:extLst>
            </p:cNvPr>
            <p:cNvSpPr/>
            <p:nvPr/>
          </p:nvSpPr>
          <p:spPr>
            <a:xfrm>
              <a:off x="7838858" y="2459361"/>
              <a:ext cx="34826" cy="2824"/>
            </a:xfrm>
            <a:custGeom>
              <a:avLst/>
              <a:gdLst>
                <a:gd name="connsiteX0" fmla="*/ 0 w 34826"/>
                <a:gd name="connsiteY0" fmla="*/ 0 h 2824"/>
                <a:gd name="connsiteX1" fmla="*/ 34827 w 34826"/>
                <a:gd name="connsiteY1" fmla="*/ 0 h 2824"/>
              </a:gdLst>
              <a:ahLst/>
              <a:cxnLst>
                <a:cxn ang="0">
                  <a:pos x="connsiteX0" y="connsiteY0"/>
                </a:cxn>
                <a:cxn ang="0">
                  <a:pos x="connsiteX1" y="connsiteY1"/>
                </a:cxn>
              </a:cxnLst>
              <a:rect l="l" t="t" r="r" b="b"/>
              <a:pathLst>
                <a:path w="34826" h="2824">
                  <a:moveTo>
                    <a:pt x="0" y="0"/>
                  </a:moveTo>
                  <a:lnTo>
                    <a:pt x="34827" y="0"/>
                  </a:lnTo>
                </a:path>
              </a:pathLst>
            </a:custGeom>
            <a:ln w="8472" cap="flat">
              <a:solidFill>
                <a:srgbClr val="01355A"/>
              </a:solidFill>
              <a:prstDash val="solid"/>
              <a:miter/>
            </a:ln>
          </p:spPr>
          <p:txBody>
            <a:bodyPr rtlCol="1" anchor="ctr"/>
            <a:lstStyle/>
            <a:p>
              <a:endParaRPr lang="ar-SA"/>
            </a:p>
          </p:txBody>
        </p:sp>
        <p:sp>
          <p:nvSpPr>
            <p:cNvPr id="9507" name="شكل حر: شكل 10603">
              <a:extLst>
                <a:ext uri="{FF2B5EF4-FFF2-40B4-BE49-F238E27FC236}">
                  <a16:creationId xmlns:a16="http://schemas.microsoft.com/office/drawing/2014/main" id="{FC50F52B-39EB-D7F4-8035-A0CE43E1D98B}"/>
                </a:ext>
              </a:extLst>
            </p:cNvPr>
            <p:cNvSpPr/>
            <p:nvPr/>
          </p:nvSpPr>
          <p:spPr>
            <a:xfrm>
              <a:off x="7790982" y="2290227"/>
              <a:ext cx="130578" cy="38526"/>
            </a:xfrm>
            <a:custGeom>
              <a:avLst/>
              <a:gdLst>
                <a:gd name="connsiteX0" fmla="*/ 130579 w 130578"/>
                <a:gd name="connsiteY0" fmla="*/ 38527 h 38526"/>
                <a:gd name="connsiteX1" fmla="*/ 130579 w 130578"/>
                <a:gd name="connsiteY1" fmla="*/ 13868 h 38526"/>
                <a:gd name="connsiteX2" fmla="*/ 116710 w 130578"/>
                <a:gd name="connsiteY2" fmla="*/ 0 h 38526"/>
                <a:gd name="connsiteX3" fmla="*/ 13868 w 130578"/>
                <a:gd name="connsiteY3" fmla="*/ 0 h 38526"/>
                <a:gd name="connsiteX4" fmla="*/ 0 w 130578"/>
                <a:gd name="connsiteY4" fmla="*/ 13868 h 38526"/>
                <a:gd name="connsiteX5" fmla="*/ 0 w 130578"/>
                <a:gd name="connsiteY5" fmla="*/ 38527 h 38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578" h="38526">
                  <a:moveTo>
                    <a:pt x="130579" y="38527"/>
                  </a:moveTo>
                  <a:lnTo>
                    <a:pt x="130579" y="13868"/>
                  </a:lnTo>
                  <a:cubicBezTo>
                    <a:pt x="130579" y="6214"/>
                    <a:pt x="124365" y="0"/>
                    <a:pt x="116710" y="0"/>
                  </a:cubicBezTo>
                  <a:lnTo>
                    <a:pt x="13868" y="0"/>
                  </a:lnTo>
                  <a:cubicBezTo>
                    <a:pt x="6214" y="0"/>
                    <a:pt x="0" y="6214"/>
                    <a:pt x="0" y="13868"/>
                  </a:cubicBezTo>
                  <a:lnTo>
                    <a:pt x="0" y="38527"/>
                  </a:lnTo>
                </a:path>
              </a:pathLst>
            </a:custGeom>
            <a:noFill/>
            <a:ln w="8472" cap="flat">
              <a:solidFill>
                <a:srgbClr val="01355A"/>
              </a:solidFill>
              <a:prstDash val="solid"/>
              <a:miter/>
            </a:ln>
          </p:spPr>
          <p:txBody>
            <a:bodyPr rtlCol="1" anchor="ctr"/>
            <a:lstStyle/>
            <a:p>
              <a:endParaRPr lang="ar-SA"/>
            </a:p>
          </p:txBody>
        </p:sp>
        <p:sp>
          <p:nvSpPr>
            <p:cNvPr id="9508" name="شكل حر: شكل 10604">
              <a:extLst>
                <a:ext uri="{FF2B5EF4-FFF2-40B4-BE49-F238E27FC236}">
                  <a16:creationId xmlns:a16="http://schemas.microsoft.com/office/drawing/2014/main" id="{5FE530BF-08A5-6B54-AE44-1133DADFCFC2}"/>
                </a:ext>
              </a:extLst>
            </p:cNvPr>
            <p:cNvSpPr/>
            <p:nvPr/>
          </p:nvSpPr>
          <p:spPr>
            <a:xfrm>
              <a:off x="7825780" y="2308558"/>
              <a:ext cx="60981" cy="2824"/>
            </a:xfrm>
            <a:custGeom>
              <a:avLst/>
              <a:gdLst>
                <a:gd name="connsiteX0" fmla="*/ 0 w 60981"/>
                <a:gd name="connsiteY0" fmla="*/ 0 h 2824"/>
                <a:gd name="connsiteX1" fmla="*/ 60982 w 60981"/>
                <a:gd name="connsiteY1" fmla="*/ 0 h 2824"/>
              </a:gdLst>
              <a:ahLst/>
              <a:cxnLst>
                <a:cxn ang="0">
                  <a:pos x="connsiteX0" y="connsiteY0"/>
                </a:cxn>
                <a:cxn ang="0">
                  <a:pos x="connsiteX1" y="connsiteY1"/>
                </a:cxn>
              </a:cxnLst>
              <a:rect l="l" t="t" r="r" b="b"/>
              <a:pathLst>
                <a:path w="60981" h="2824">
                  <a:moveTo>
                    <a:pt x="0" y="0"/>
                  </a:moveTo>
                  <a:lnTo>
                    <a:pt x="60982" y="0"/>
                  </a:lnTo>
                </a:path>
              </a:pathLst>
            </a:custGeom>
            <a:ln w="8472" cap="flat">
              <a:solidFill>
                <a:srgbClr val="01355A"/>
              </a:solidFill>
              <a:prstDash val="solid"/>
              <a:miter/>
            </a:ln>
          </p:spPr>
          <p:txBody>
            <a:bodyPr rtlCol="1" anchor="ctr"/>
            <a:lstStyle/>
            <a:p>
              <a:endParaRPr lang="ar-SA"/>
            </a:p>
          </p:txBody>
        </p:sp>
        <p:sp>
          <p:nvSpPr>
            <p:cNvPr id="9509" name="شكل حر: شكل 10605">
              <a:extLst>
                <a:ext uri="{FF2B5EF4-FFF2-40B4-BE49-F238E27FC236}">
                  <a16:creationId xmlns:a16="http://schemas.microsoft.com/office/drawing/2014/main" id="{855B383E-0D76-8221-F1DC-FA644C4CFE3B}"/>
                </a:ext>
              </a:extLst>
            </p:cNvPr>
            <p:cNvSpPr/>
            <p:nvPr/>
          </p:nvSpPr>
          <p:spPr>
            <a:xfrm>
              <a:off x="7974888" y="2550848"/>
              <a:ext cx="52931" cy="38216"/>
            </a:xfrm>
            <a:custGeom>
              <a:avLst/>
              <a:gdLst>
                <a:gd name="connsiteX0" fmla="*/ 0 w 52931"/>
                <a:gd name="connsiteY0" fmla="*/ 18868 h 38216"/>
                <a:gd name="connsiteX1" fmla="*/ 21665 w 52931"/>
                <a:gd name="connsiteY1" fmla="*/ 38216 h 38216"/>
                <a:gd name="connsiteX2" fmla="*/ 52932 w 52931"/>
                <a:gd name="connsiteY2" fmla="*/ 0 h 38216"/>
              </a:gdLst>
              <a:ahLst/>
              <a:cxnLst>
                <a:cxn ang="0">
                  <a:pos x="connsiteX0" y="connsiteY0"/>
                </a:cxn>
                <a:cxn ang="0">
                  <a:pos x="connsiteX1" y="connsiteY1"/>
                </a:cxn>
                <a:cxn ang="0">
                  <a:pos x="connsiteX2" y="connsiteY2"/>
                </a:cxn>
              </a:cxnLst>
              <a:rect l="l" t="t" r="r" b="b"/>
              <a:pathLst>
                <a:path w="52931" h="38216">
                  <a:moveTo>
                    <a:pt x="0" y="18868"/>
                  </a:moveTo>
                  <a:lnTo>
                    <a:pt x="21665" y="38216"/>
                  </a:lnTo>
                  <a:lnTo>
                    <a:pt x="52932" y="0"/>
                  </a:lnTo>
                </a:path>
              </a:pathLst>
            </a:custGeom>
            <a:noFill/>
            <a:ln w="8472" cap="flat">
              <a:solidFill>
                <a:srgbClr val="17A3A3"/>
              </a:solidFill>
              <a:prstDash val="solid"/>
              <a:miter/>
            </a:ln>
          </p:spPr>
          <p:txBody>
            <a:bodyPr rtlCol="1" anchor="ctr"/>
            <a:lstStyle/>
            <a:p>
              <a:endParaRPr lang="ar-SA"/>
            </a:p>
          </p:txBody>
        </p:sp>
      </p:grpSp>
      <p:grpSp>
        <p:nvGrpSpPr>
          <p:cNvPr id="9510" name="رسم 8014">
            <a:extLst>
              <a:ext uri="{FF2B5EF4-FFF2-40B4-BE49-F238E27FC236}">
                <a16:creationId xmlns:a16="http://schemas.microsoft.com/office/drawing/2014/main" id="{2E7E9B96-07A0-583C-4FE6-2DD860FCFA06}"/>
              </a:ext>
            </a:extLst>
          </p:cNvPr>
          <p:cNvGrpSpPr/>
          <p:nvPr/>
        </p:nvGrpSpPr>
        <p:grpSpPr>
          <a:xfrm>
            <a:off x="5927100" y="4477609"/>
            <a:ext cx="270946" cy="291019"/>
            <a:chOff x="6149157" y="3840084"/>
            <a:chExt cx="323862" cy="369224"/>
          </a:xfrm>
          <a:noFill/>
        </p:grpSpPr>
        <p:sp>
          <p:nvSpPr>
            <p:cNvPr id="9511" name="شكل حر: شكل 10607">
              <a:extLst>
                <a:ext uri="{FF2B5EF4-FFF2-40B4-BE49-F238E27FC236}">
                  <a16:creationId xmlns:a16="http://schemas.microsoft.com/office/drawing/2014/main" id="{BB1CEC18-FFFC-5957-6587-0939BACFEDC6}"/>
                </a:ext>
              </a:extLst>
            </p:cNvPr>
            <p:cNvSpPr/>
            <p:nvPr/>
          </p:nvSpPr>
          <p:spPr>
            <a:xfrm>
              <a:off x="6284594" y="3955467"/>
              <a:ext cx="2824" cy="113377"/>
            </a:xfrm>
            <a:custGeom>
              <a:avLst/>
              <a:gdLst>
                <a:gd name="connsiteX0" fmla="*/ 0 w 2824"/>
                <a:gd name="connsiteY0" fmla="*/ 0 h 113377"/>
                <a:gd name="connsiteX1" fmla="*/ 0 w 2824"/>
                <a:gd name="connsiteY1" fmla="*/ 113377 h 113377"/>
              </a:gdLst>
              <a:ahLst/>
              <a:cxnLst>
                <a:cxn ang="0">
                  <a:pos x="connsiteX0" y="connsiteY0"/>
                </a:cxn>
                <a:cxn ang="0">
                  <a:pos x="connsiteX1" y="connsiteY1"/>
                </a:cxn>
              </a:cxnLst>
              <a:rect l="l" t="t" r="r" b="b"/>
              <a:pathLst>
                <a:path w="2824" h="113377">
                  <a:moveTo>
                    <a:pt x="0" y="0"/>
                  </a:moveTo>
                  <a:lnTo>
                    <a:pt x="0" y="113377"/>
                  </a:lnTo>
                </a:path>
              </a:pathLst>
            </a:custGeom>
            <a:ln w="8472" cap="flat">
              <a:solidFill>
                <a:srgbClr val="17A3A3"/>
              </a:solidFill>
              <a:prstDash val="solid"/>
              <a:miter/>
            </a:ln>
          </p:spPr>
          <p:txBody>
            <a:bodyPr rtlCol="1" anchor="ctr"/>
            <a:lstStyle/>
            <a:p>
              <a:endParaRPr lang="ar-SA"/>
            </a:p>
          </p:txBody>
        </p:sp>
        <p:sp>
          <p:nvSpPr>
            <p:cNvPr id="9512" name="شكل حر: شكل 10608">
              <a:extLst>
                <a:ext uri="{FF2B5EF4-FFF2-40B4-BE49-F238E27FC236}">
                  <a16:creationId xmlns:a16="http://schemas.microsoft.com/office/drawing/2014/main" id="{FDEE8B24-CE88-8CE5-A19B-72CDEBA1DF7C}"/>
                </a:ext>
              </a:extLst>
            </p:cNvPr>
            <p:cNvSpPr/>
            <p:nvPr/>
          </p:nvSpPr>
          <p:spPr>
            <a:xfrm>
              <a:off x="6311089" y="3984616"/>
              <a:ext cx="2824" cy="84227"/>
            </a:xfrm>
            <a:custGeom>
              <a:avLst/>
              <a:gdLst>
                <a:gd name="connsiteX0" fmla="*/ 0 w 2824"/>
                <a:gd name="connsiteY0" fmla="*/ 84228 h 84227"/>
                <a:gd name="connsiteX1" fmla="*/ 0 w 2824"/>
                <a:gd name="connsiteY1" fmla="*/ 0 h 84227"/>
              </a:gdLst>
              <a:ahLst/>
              <a:cxnLst>
                <a:cxn ang="0">
                  <a:pos x="connsiteX0" y="connsiteY0"/>
                </a:cxn>
                <a:cxn ang="0">
                  <a:pos x="connsiteX1" y="connsiteY1"/>
                </a:cxn>
              </a:cxnLst>
              <a:rect l="l" t="t" r="r" b="b"/>
              <a:pathLst>
                <a:path w="2824" h="84227">
                  <a:moveTo>
                    <a:pt x="0" y="84228"/>
                  </a:moveTo>
                  <a:lnTo>
                    <a:pt x="0" y="0"/>
                  </a:lnTo>
                </a:path>
              </a:pathLst>
            </a:custGeom>
            <a:ln w="8472" cap="flat">
              <a:solidFill>
                <a:srgbClr val="17A3A3"/>
              </a:solidFill>
              <a:prstDash val="solid"/>
              <a:miter/>
            </a:ln>
          </p:spPr>
          <p:txBody>
            <a:bodyPr rtlCol="1" anchor="ctr"/>
            <a:lstStyle/>
            <a:p>
              <a:endParaRPr lang="ar-SA"/>
            </a:p>
          </p:txBody>
        </p:sp>
        <p:sp>
          <p:nvSpPr>
            <p:cNvPr id="9513" name="شكل حر: شكل 10609">
              <a:extLst>
                <a:ext uri="{FF2B5EF4-FFF2-40B4-BE49-F238E27FC236}">
                  <a16:creationId xmlns:a16="http://schemas.microsoft.com/office/drawing/2014/main" id="{2F66E5BE-7EBD-348B-6930-0148B691F9D6}"/>
                </a:ext>
              </a:extLst>
            </p:cNvPr>
            <p:cNvSpPr/>
            <p:nvPr/>
          </p:nvSpPr>
          <p:spPr>
            <a:xfrm>
              <a:off x="6337583" y="3984616"/>
              <a:ext cx="2824" cy="84227"/>
            </a:xfrm>
            <a:custGeom>
              <a:avLst/>
              <a:gdLst>
                <a:gd name="connsiteX0" fmla="*/ 0 w 2824"/>
                <a:gd name="connsiteY0" fmla="*/ 0 h 84227"/>
                <a:gd name="connsiteX1" fmla="*/ 0 w 2824"/>
                <a:gd name="connsiteY1" fmla="*/ 84228 h 84227"/>
              </a:gdLst>
              <a:ahLst/>
              <a:cxnLst>
                <a:cxn ang="0">
                  <a:pos x="connsiteX0" y="connsiteY0"/>
                </a:cxn>
                <a:cxn ang="0">
                  <a:pos x="connsiteX1" y="connsiteY1"/>
                </a:cxn>
              </a:cxnLst>
              <a:rect l="l" t="t" r="r" b="b"/>
              <a:pathLst>
                <a:path w="2824" h="84227">
                  <a:moveTo>
                    <a:pt x="0" y="0"/>
                  </a:moveTo>
                  <a:lnTo>
                    <a:pt x="0" y="84228"/>
                  </a:lnTo>
                </a:path>
              </a:pathLst>
            </a:custGeom>
            <a:ln w="8472" cap="flat">
              <a:solidFill>
                <a:srgbClr val="17A3A3"/>
              </a:solidFill>
              <a:prstDash val="solid"/>
              <a:miter/>
            </a:ln>
          </p:spPr>
          <p:txBody>
            <a:bodyPr rtlCol="1" anchor="ctr"/>
            <a:lstStyle/>
            <a:p>
              <a:endParaRPr lang="ar-SA"/>
            </a:p>
          </p:txBody>
        </p:sp>
        <p:sp>
          <p:nvSpPr>
            <p:cNvPr id="9514" name="شكل حر: شكل 10610">
              <a:extLst>
                <a:ext uri="{FF2B5EF4-FFF2-40B4-BE49-F238E27FC236}">
                  <a16:creationId xmlns:a16="http://schemas.microsoft.com/office/drawing/2014/main" id="{0448AED2-4974-D763-A1A9-DF617E735F1A}"/>
                </a:ext>
              </a:extLst>
            </p:cNvPr>
            <p:cNvSpPr/>
            <p:nvPr/>
          </p:nvSpPr>
          <p:spPr>
            <a:xfrm>
              <a:off x="6337583" y="3955467"/>
              <a:ext cx="2824" cy="29149"/>
            </a:xfrm>
            <a:custGeom>
              <a:avLst/>
              <a:gdLst>
                <a:gd name="connsiteX0" fmla="*/ 0 w 2824"/>
                <a:gd name="connsiteY0" fmla="*/ 0 h 29149"/>
                <a:gd name="connsiteX1" fmla="*/ 0 w 2824"/>
                <a:gd name="connsiteY1" fmla="*/ 29149 h 29149"/>
              </a:gdLst>
              <a:ahLst/>
              <a:cxnLst>
                <a:cxn ang="0">
                  <a:pos x="connsiteX0" y="connsiteY0"/>
                </a:cxn>
                <a:cxn ang="0">
                  <a:pos x="connsiteX1" y="connsiteY1"/>
                </a:cxn>
              </a:cxnLst>
              <a:rect l="l" t="t" r="r" b="b"/>
              <a:pathLst>
                <a:path w="2824" h="29149">
                  <a:moveTo>
                    <a:pt x="0" y="0"/>
                  </a:moveTo>
                  <a:lnTo>
                    <a:pt x="0" y="29149"/>
                  </a:lnTo>
                </a:path>
              </a:pathLst>
            </a:custGeom>
            <a:ln w="8472" cap="flat">
              <a:solidFill>
                <a:srgbClr val="17A3A3"/>
              </a:solidFill>
              <a:prstDash val="solid"/>
              <a:miter/>
            </a:ln>
          </p:spPr>
          <p:txBody>
            <a:bodyPr rtlCol="1" anchor="ctr"/>
            <a:lstStyle/>
            <a:p>
              <a:endParaRPr lang="ar-SA"/>
            </a:p>
          </p:txBody>
        </p:sp>
        <p:sp>
          <p:nvSpPr>
            <p:cNvPr id="9515" name="شكل حر: شكل 10611">
              <a:extLst>
                <a:ext uri="{FF2B5EF4-FFF2-40B4-BE49-F238E27FC236}">
                  <a16:creationId xmlns:a16="http://schemas.microsoft.com/office/drawing/2014/main" id="{4B57A6BD-CB8C-D07F-D931-47AEC03B3526}"/>
                </a:ext>
              </a:extLst>
            </p:cNvPr>
            <p:cNvSpPr/>
            <p:nvPr/>
          </p:nvSpPr>
          <p:spPr>
            <a:xfrm>
              <a:off x="6286148" y="3840084"/>
              <a:ext cx="49881" cy="49881"/>
            </a:xfrm>
            <a:custGeom>
              <a:avLst/>
              <a:gdLst>
                <a:gd name="connsiteX0" fmla="*/ 49881 w 49881"/>
                <a:gd name="connsiteY0" fmla="*/ 24941 h 49881"/>
                <a:gd name="connsiteX1" fmla="*/ 24941 w 49881"/>
                <a:gd name="connsiteY1" fmla="*/ 49881 h 49881"/>
                <a:gd name="connsiteX2" fmla="*/ 0 w 49881"/>
                <a:gd name="connsiteY2" fmla="*/ 24941 h 49881"/>
                <a:gd name="connsiteX3" fmla="*/ 24941 w 49881"/>
                <a:gd name="connsiteY3" fmla="*/ 0 h 49881"/>
                <a:gd name="connsiteX4" fmla="*/ 49881 w 49881"/>
                <a:gd name="connsiteY4" fmla="*/ 24941 h 49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881" h="49881">
                  <a:moveTo>
                    <a:pt x="49881" y="24941"/>
                  </a:moveTo>
                  <a:cubicBezTo>
                    <a:pt x="49881" y="38715"/>
                    <a:pt x="38715" y="49881"/>
                    <a:pt x="24941" y="49881"/>
                  </a:cubicBezTo>
                  <a:cubicBezTo>
                    <a:pt x="11166" y="49881"/>
                    <a:pt x="0" y="38715"/>
                    <a:pt x="0" y="24941"/>
                  </a:cubicBezTo>
                  <a:cubicBezTo>
                    <a:pt x="0" y="11166"/>
                    <a:pt x="11167" y="0"/>
                    <a:pt x="24941" y="0"/>
                  </a:cubicBezTo>
                  <a:cubicBezTo>
                    <a:pt x="38715" y="0"/>
                    <a:pt x="49881" y="11167"/>
                    <a:pt x="49881" y="24941"/>
                  </a:cubicBezTo>
                  <a:close/>
                </a:path>
              </a:pathLst>
            </a:custGeom>
            <a:noFill/>
            <a:ln w="8472" cap="flat">
              <a:solidFill>
                <a:srgbClr val="17A3A3"/>
              </a:solidFill>
              <a:prstDash val="solid"/>
              <a:miter/>
            </a:ln>
          </p:spPr>
          <p:txBody>
            <a:bodyPr rtlCol="1" anchor="ctr"/>
            <a:lstStyle/>
            <a:p>
              <a:endParaRPr lang="ar-SA"/>
            </a:p>
          </p:txBody>
        </p:sp>
        <p:sp>
          <p:nvSpPr>
            <p:cNvPr id="9516" name="شكل حر: شكل 10612">
              <a:extLst>
                <a:ext uri="{FF2B5EF4-FFF2-40B4-BE49-F238E27FC236}">
                  <a16:creationId xmlns:a16="http://schemas.microsoft.com/office/drawing/2014/main" id="{A1C8BEE3-692E-F3E2-4588-CAB58A380243}"/>
                </a:ext>
              </a:extLst>
            </p:cNvPr>
            <p:cNvSpPr/>
            <p:nvPr/>
          </p:nvSpPr>
          <p:spPr>
            <a:xfrm>
              <a:off x="6263636" y="3905416"/>
              <a:ext cx="94904" cy="79200"/>
            </a:xfrm>
            <a:custGeom>
              <a:avLst/>
              <a:gdLst>
                <a:gd name="connsiteX0" fmla="*/ 0 w 94904"/>
                <a:gd name="connsiteY0" fmla="*/ 79200 h 79200"/>
                <a:gd name="connsiteX1" fmla="*/ 0 w 94904"/>
                <a:gd name="connsiteY1" fmla="*/ 16213 h 79200"/>
                <a:gd name="connsiteX2" fmla="*/ 16213 w 94904"/>
                <a:gd name="connsiteY2" fmla="*/ 0 h 79200"/>
                <a:gd name="connsiteX3" fmla="*/ 78692 w 94904"/>
                <a:gd name="connsiteY3" fmla="*/ 0 h 79200"/>
                <a:gd name="connsiteX4" fmla="*/ 94905 w 94904"/>
                <a:gd name="connsiteY4" fmla="*/ 16213 h 79200"/>
                <a:gd name="connsiteX5" fmla="*/ 94905 w 94904"/>
                <a:gd name="connsiteY5" fmla="*/ 73128 h 7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4904" h="79200">
                  <a:moveTo>
                    <a:pt x="0" y="79200"/>
                  </a:moveTo>
                  <a:lnTo>
                    <a:pt x="0" y="16213"/>
                  </a:lnTo>
                  <a:cubicBezTo>
                    <a:pt x="0" y="7259"/>
                    <a:pt x="7259" y="0"/>
                    <a:pt x="16213" y="0"/>
                  </a:cubicBezTo>
                  <a:lnTo>
                    <a:pt x="78692" y="0"/>
                  </a:lnTo>
                  <a:cubicBezTo>
                    <a:pt x="87646" y="0"/>
                    <a:pt x="94905" y="7259"/>
                    <a:pt x="94905" y="16213"/>
                  </a:cubicBezTo>
                  <a:lnTo>
                    <a:pt x="94905" y="73128"/>
                  </a:lnTo>
                </a:path>
              </a:pathLst>
            </a:custGeom>
            <a:noFill/>
            <a:ln w="8472" cap="flat">
              <a:solidFill>
                <a:srgbClr val="17A3A3"/>
              </a:solidFill>
              <a:prstDash val="solid"/>
              <a:miter/>
            </a:ln>
          </p:spPr>
          <p:txBody>
            <a:bodyPr rtlCol="1" anchor="ctr"/>
            <a:lstStyle/>
            <a:p>
              <a:endParaRPr lang="ar-SA"/>
            </a:p>
          </p:txBody>
        </p:sp>
        <p:sp>
          <p:nvSpPr>
            <p:cNvPr id="9517" name="شكل حر: شكل 10613">
              <a:extLst>
                <a:ext uri="{FF2B5EF4-FFF2-40B4-BE49-F238E27FC236}">
                  <a16:creationId xmlns:a16="http://schemas.microsoft.com/office/drawing/2014/main" id="{36ADDBD6-81DB-68CB-67D1-5073AEE73FD2}"/>
                </a:ext>
              </a:extLst>
            </p:cNvPr>
            <p:cNvSpPr/>
            <p:nvPr/>
          </p:nvSpPr>
          <p:spPr>
            <a:xfrm>
              <a:off x="6284594" y="3984616"/>
              <a:ext cx="52988" cy="2824"/>
            </a:xfrm>
            <a:custGeom>
              <a:avLst/>
              <a:gdLst>
                <a:gd name="connsiteX0" fmla="*/ 0 w 52988"/>
                <a:gd name="connsiteY0" fmla="*/ 0 h 2824"/>
                <a:gd name="connsiteX1" fmla="*/ 52989 w 52988"/>
                <a:gd name="connsiteY1" fmla="*/ 0 h 2824"/>
              </a:gdLst>
              <a:ahLst/>
              <a:cxnLst>
                <a:cxn ang="0">
                  <a:pos x="connsiteX0" y="connsiteY0"/>
                </a:cxn>
                <a:cxn ang="0">
                  <a:pos x="connsiteX1" y="connsiteY1"/>
                </a:cxn>
              </a:cxnLst>
              <a:rect l="l" t="t" r="r" b="b"/>
              <a:pathLst>
                <a:path w="52988" h="2824">
                  <a:moveTo>
                    <a:pt x="0" y="0"/>
                  </a:moveTo>
                  <a:lnTo>
                    <a:pt x="52989" y="0"/>
                  </a:lnTo>
                </a:path>
              </a:pathLst>
            </a:custGeom>
            <a:ln w="8472" cap="flat">
              <a:solidFill>
                <a:srgbClr val="17A3A3"/>
              </a:solidFill>
              <a:prstDash val="solid"/>
              <a:miter/>
            </a:ln>
          </p:spPr>
          <p:txBody>
            <a:bodyPr rtlCol="1" anchor="ctr"/>
            <a:lstStyle/>
            <a:p>
              <a:endParaRPr lang="ar-SA"/>
            </a:p>
          </p:txBody>
        </p:sp>
        <p:sp>
          <p:nvSpPr>
            <p:cNvPr id="9518" name="شكل حر: شكل 10614">
              <a:extLst>
                <a:ext uri="{FF2B5EF4-FFF2-40B4-BE49-F238E27FC236}">
                  <a16:creationId xmlns:a16="http://schemas.microsoft.com/office/drawing/2014/main" id="{E60B472F-2C23-B962-ADC7-2D48A354626D}"/>
                </a:ext>
              </a:extLst>
            </p:cNvPr>
            <p:cNvSpPr/>
            <p:nvPr/>
          </p:nvSpPr>
          <p:spPr>
            <a:xfrm>
              <a:off x="6149157" y="4046135"/>
              <a:ext cx="323862" cy="163174"/>
            </a:xfrm>
            <a:custGeom>
              <a:avLst/>
              <a:gdLst>
                <a:gd name="connsiteX0" fmla="*/ 237488 w 323862"/>
                <a:gd name="connsiteY0" fmla="*/ 23726 h 163174"/>
                <a:gd name="connsiteX1" fmla="*/ 267767 w 323862"/>
                <a:gd name="connsiteY1" fmla="*/ 23726 h 163174"/>
                <a:gd name="connsiteX2" fmla="*/ 278642 w 323862"/>
                <a:gd name="connsiteY2" fmla="*/ 9886 h 163174"/>
                <a:gd name="connsiteX3" fmla="*/ 278642 w 323862"/>
                <a:gd name="connsiteY3" fmla="*/ 0 h 163174"/>
                <a:gd name="connsiteX4" fmla="*/ 323863 w 323862"/>
                <a:gd name="connsiteY4" fmla="*/ 37086 h 163174"/>
                <a:gd name="connsiteX5" fmla="*/ 323863 w 323862"/>
                <a:gd name="connsiteY5" fmla="*/ 37086 h 163174"/>
                <a:gd name="connsiteX6" fmla="*/ 278642 w 323862"/>
                <a:gd name="connsiteY6" fmla="*/ 74173 h 163174"/>
                <a:gd name="connsiteX7" fmla="*/ 278642 w 323862"/>
                <a:gd name="connsiteY7" fmla="*/ 64287 h 163174"/>
                <a:gd name="connsiteX8" fmla="*/ 267767 w 323862"/>
                <a:gd name="connsiteY8" fmla="*/ 50446 h 163174"/>
                <a:gd name="connsiteX9" fmla="*/ 206926 w 323862"/>
                <a:gd name="connsiteY9" fmla="*/ 50446 h 163174"/>
                <a:gd name="connsiteX10" fmla="*/ 175800 w 323862"/>
                <a:gd name="connsiteY10" fmla="*/ 81573 h 163174"/>
                <a:gd name="connsiteX11" fmla="*/ 175800 w 323862"/>
                <a:gd name="connsiteY11" fmla="*/ 107079 h 163174"/>
                <a:gd name="connsiteX12" fmla="*/ 189640 w 323862"/>
                <a:gd name="connsiteY12" fmla="*/ 117953 h 163174"/>
                <a:gd name="connsiteX13" fmla="*/ 199526 w 323862"/>
                <a:gd name="connsiteY13" fmla="*/ 117953 h 163174"/>
                <a:gd name="connsiteX14" fmla="*/ 162440 w 323862"/>
                <a:gd name="connsiteY14" fmla="*/ 163174 h 163174"/>
                <a:gd name="connsiteX15" fmla="*/ 162440 w 323862"/>
                <a:gd name="connsiteY15" fmla="*/ 163174 h 163174"/>
                <a:gd name="connsiteX16" fmla="*/ 125353 w 323862"/>
                <a:gd name="connsiteY16" fmla="*/ 117953 h 163174"/>
                <a:gd name="connsiteX17" fmla="*/ 135239 w 323862"/>
                <a:gd name="connsiteY17" fmla="*/ 117953 h 163174"/>
                <a:gd name="connsiteX18" fmla="*/ 149080 w 323862"/>
                <a:gd name="connsiteY18" fmla="*/ 107079 h 163174"/>
                <a:gd name="connsiteX19" fmla="*/ 149080 w 323862"/>
                <a:gd name="connsiteY19" fmla="*/ 81573 h 163174"/>
                <a:gd name="connsiteX20" fmla="*/ 117953 w 323862"/>
                <a:gd name="connsiteY20" fmla="*/ 50446 h 163174"/>
                <a:gd name="connsiteX21" fmla="*/ 56096 w 323862"/>
                <a:gd name="connsiteY21" fmla="*/ 50446 h 163174"/>
                <a:gd name="connsiteX22" fmla="*/ 45221 w 323862"/>
                <a:gd name="connsiteY22" fmla="*/ 64287 h 163174"/>
                <a:gd name="connsiteX23" fmla="*/ 45221 w 323862"/>
                <a:gd name="connsiteY23" fmla="*/ 74173 h 163174"/>
                <a:gd name="connsiteX24" fmla="*/ 0 w 323862"/>
                <a:gd name="connsiteY24" fmla="*/ 37086 h 163174"/>
                <a:gd name="connsiteX25" fmla="*/ 0 w 323862"/>
                <a:gd name="connsiteY25" fmla="*/ 37086 h 163174"/>
                <a:gd name="connsiteX26" fmla="*/ 45221 w 323862"/>
                <a:gd name="connsiteY26" fmla="*/ 0 h 163174"/>
                <a:gd name="connsiteX27" fmla="*/ 45221 w 323862"/>
                <a:gd name="connsiteY27" fmla="*/ 9886 h 163174"/>
                <a:gd name="connsiteX28" fmla="*/ 56096 w 323862"/>
                <a:gd name="connsiteY28" fmla="*/ 23726 h 163174"/>
                <a:gd name="connsiteX29" fmla="*/ 86375 w 323862"/>
                <a:gd name="connsiteY29" fmla="*/ 23726 h 163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23862" h="163174">
                  <a:moveTo>
                    <a:pt x="237488" y="23726"/>
                  </a:moveTo>
                  <a:lnTo>
                    <a:pt x="267767" y="23726"/>
                  </a:lnTo>
                  <a:cubicBezTo>
                    <a:pt x="273953" y="22964"/>
                    <a:pt x="278642" y="17004"/>
                    <a:pt x="278642" y="9886"/>
                  </a:cubicBezTo>
                  <a:lnTo>
                    <a:pt x="278642" y="0"/>
                  </a:lnTo>
                  <a:cubicBezTo>
                    <a:pt x="278642" y="0"/>
                    <a:pt x="305192" y="22427"/>
                    <a:pt x="323863" y="37086"/>
                  </a:cubicBezTo>
                  <a:lnTo>
                    <a:pt x="323863" y="37086"/>
                  </a:lnTo>
                  <a:cubicBezTo>
                    <a:pt x="305192" y="51718"/>
                    <a:pt x="278642" y="74173"/>
                    <a:pt x="278642" y="74173"/>
                  </a:cubicBezTo>
                  <a:lnTo>
                    <a:pt x="278642" y="64287"/>
                  </a:lnTo>
                  <a:cubicBezTo>
                    <a:pt x="278642" y="57169"/>
                    <a:pt x="273953" y="51209"/>
                    <a:pt x="267767" y="50446"/>
                  </a:cubicBezTo>
                  <a:lnTo>
                    <a:pt x="206926" y="50446"/>
                  </a:lnTo>
                  <a:cubicBezTo>
                    <a:pt x="189725" y="50446"/>
                    <a:pt x="175800" y="64372"/>
                    <a:pt x="175800" y="81573"/>
                  </a:cubicBezTo>
                  <a:lnTo>
                    <a:pt x="175800" y="107079"/>
                  </a:lnTo>
                  <a:cubicBezTo>
                    <a:pt x="176562" y="113264"/>
                    <a:pt x="182522" y="117953"/>
                    <a:pt x="189640" y="117953"/>
                  </a:cubicBezTo>
                  <a:lnTo>
                    <a:pt x="199526" y="117953"/>
                  </a:lnTo>
                  <a:cubicBezTo>
                    <a:pt x="199526" y="117953"/>
                    <a:pt x="177099" y="144504"/>
                    <a:pt x="162440" y="163174"/>
                  </a:cubicBezTo>
                  <a:lnTo>
                    <a:pt x="162440" y="163174"/>
                  </a:lnTo>
                  <a:cubicBezTo>
                    <a:pt x="147809" y="144504"/>
                    <a:pt x="125353" y="117953"/>
                    <a:pt x="125353" y="117953"/>
                  </a:cubicBezTo>
                  <a:lnTo>
                    <a:pt x="135239" y="117953"/>
                  </a:lnTo>
                  <a:cubicBezTo>
                    <a:pt x="142357" y="117953"/>
                    <a:pt x="148317" y="113264"/>
                    <a:pt x="149080" y="107079"/>
                  </a:cubicBezTo>
                  <a:lnTo>
                    <a:pt x="149080" y="81573"/>
                  </a:lnTo>
                  <a:cubicBezTo>
                    <a:pt x="149080" y="64372"/>
                    <a:pt x="135155" y="50446"/>
                    <a:pt x="117953" y="50446"/>
                  </a:cubicBezTo>
                  <a:cubicBezTo>
                    <a:pt x="90668" y="50446"/>
                    <a:pt x="55418" y="50446"/>
                    <a:pt x="56096" y="50446"/>
                  </a:cubicBezTo>
                  <a:cubicBezTo>
                    <a:pt x="49910" y="51209"/>
                    <a:pt x="45221" y="57169"/>
                    <a:pt x="45221" y="64287"/>
                  </a:cubicBezTo>
                  <a:lnTo>
                    <a:pt x="45221" y="74173"/>
                  </a:lnTo>
                  <a:cubicBezTo>
                    <a:pt x="45221" y="74173"/>
                    <a:pt x="18671" y="51746"/>
                    <a:pt x="0" y="37086"/>
                  </a:cubicBezTo>
                  <a:lnTo>
                    <a:pt x="0" y="37086"/>
                  </a:lnTo>
                  <a:cubicBezTo>
                    <a:pt x="18671" y="22455"/>
                    <a:pt x="45221" y="0"/>
                    <a:pt x="45221" y="0"/>
                  </a:cubicBezTo>
                  <a:lnTo>
                    <a:pt x="45221" y="9886"/>
                  </a:lnTo>
                  <a:cubicBezTo>
                    <a:pt x="45221" y="17004"/>
                    <a:pt x="49910" y="22964"/>
                    <a:pt x="56096" y="23726"/>
                  </a:cubicBezTo>
                  <a:lnTo>
                    <a:pt x="86375" y="23726"/>
                  </a:lnTo>
                </a:path>
              </a:pathLst>
            </a:custGeom>
            <a:noFill/>
            <a:ln w="8472" cap="flat">
              <a:solidFill>
                <a:srgbClr val="01355A"/>
              </a:solidFill>
              <a:prstDash val="solid"/>
              <a:miter/>
            </a:ln>
          </p:spPr>
          <p:txBody>
            <a:bodyPr rtlCol="1" anchor="ctr"/>
            <a:lstStyle/>
            <a:p>
              <a:endParaRPr lang="ar-SA"/>
            </a:p>
          </p:txBody>
        </p:sp>
      </p:grpSp>
      <p:grpSp>
        <p:nvGrpSpPr>
          <p:cNvPr id="9519" name="رسم 8014">
            <a:extLst>
              <a:ext uri="{FF2B5EF4-FFF2-40B4-BE49-F238E27FC236}">
                <a16:creationId xmlns:a16="http://schemas.microsoft.com/office/drawing/2014/main" id="{CDD3928F-6059-A2A5-9539-F91C6C6AE7FB}"/>
              </a:ext>
            </a:extLst>
          </p:cNvPr>
          <p:cNvGrpSpPr/>
          <p:nvPr/>
        </p:nvGrpSpPr>
        <p:grpSpPr>
          <a:xfrm>
            <a:off x="10374025" y="5293701"/>
            <a:ext cx="234130" cy="282916"/>
            <a:chOff x="9314034" y="5942282"/>
            <a:chExt cx="279855" cy="358943"/>
          </a:xfrm>
          <a:noFill/>
        </p:grpSpPr>
        <p:sp>
          <p:nvSpPr>
            <p:cNvPr id="9520" name="شكل حر: شكل 10616">
              <a:extLst>
                <a:ext uri="{FF2B5EF4-FFF2-40B4-BE49-F238E27FC236}">
                  <a16:creationId xmlns:a16="http://schemas.microsoft.com/office/drawing/2014/main" id="{846C4A25-E062-283B-E3CD-041072500711}"/>
                </a:ext>
              </a:extLst>
            </p:cNvPr>
            <p:cNvSpPr/>
            <p:nvPr/>
          </p:nvSpPr>
          <p:spPr>
            <a:xfrm>
              <a:off x="9314034" y="5942282"/>
              <a:ext cx="279855" cy="268585"/>
            </a:xfrm>
            <a:custGeom>
              <a:avLst/>
              <a:gdLst>
                <a:gd name="connsiteX0" fmla="*/ 194865 w 279855"/>
                <a:gd name="connsiteY0" fmla="*/ 268586 h 268585"/>
                <a:gd name="connsiteX1" fmla="*/ 279856 w 279855"/>
                <a:gd name="connsiteY1" fmla="*/ 139928 h 268585"/>
                <a:gd name="connsiteX2" fmla="*/ 139928 w 279855"/>
                <a:gd name="connsiteY2" fmla="*/ 0 h 268585"/>
                <a:gd name="connsiteX3" fmla="*/ 0 w 279855"/>
                <a:gd name="connsiteY3" fmla="*/ 139928 h 268585"/>
                <a:gd name="connsiteX4" fmla="*/ 84454 w 279855"/>
                <a:gd name="connsiteY4" fmla="*/ 268360 h 2685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855" h="268585">
                  <a:moveTo>
                    <a:pt x="194865" y="268586"/>
                  </a:moveTo>
                  <a:cubicBezTo>
                    <a:pt x="244832" y="247233"/>
                    <a:pt x="279856" y="197690"/>
                    <a:pt x="279856" y="139928"/>
                  </a:cubicBezTo>
                  <a:cubicBezTo>
                    <a:pt x="279856" y="62648"/>
                    <a:pt x="217207" y="0"/>
                    <a:pt x="139928" y="0"/>
                  </a:cubicBezTo>
                  <a:cubicBezTo>
                    <a:pt x="62648" y="0"/>
                    <a:pt x="0" y="62648"/>
                    <a:pt x="0" y="139928"/>
                  </a:cubicBezTo>
                  <a:cubicBezTo>
                    <a:pt x="0" y="197492"/>
                    <a:pt x="34798" y="246893"/>
                    <a:pt x="84454" y="268360"/>
                  </a:cubicBezTo>
                </a:path>
              </a:pathLst>
            </a:custGeom>
            <a:noFill/>
            <a:ln w="8472" cap="flat">
              <a:solidFill>
                <a:srgbClr val="01355A"/>
              </a:solidFill>
              <a:prstDash val="solid"/>
              <a:miter/>
            </a:ln>
          </p:spPr>
          <p:txBody>
            <a:bodyPr rtlCol="1" anchor="ctr"/>
            <a:lstStyle/>
            <a:p>
              <a:endParaRPr lang="ar-SA"/>
            </a:p>
          </p:txBody>
        </p:sp>
        <p:sp>
          <p:nvSpPr>
            <p:cNvPr id="9521" name="شكل حر: شكل 10617">
              <a:extLst>
                <a:ext uri="{FF2B5EF4-FFF2-40B4-BE49-F238E27FC236}">
                  <a16:creationId xmlns:a16="http://schemas.microsoft.com/office/drawing/2014/main" id="{63F262F6-747E-D53A-8FE1-E40C41BC3E86}"/>
                </a:ext>
              </a:extLst>
            </p:cNvPr>
            <p:cNvSpPr/>
            <p:nvPr/>
          </p:nvSpPr>
          <p:spPr>
            <a:xfrm>
              <a:off x="9395434" y="6030612"/>
              <a:ext cx="116988" cy="247536"/>
            </a:xfrm>
            <a:custGeom>
              <a:avLst/>
              <a:gdLst>
                <a:gd name="connsiteX0" fmla="*/ 115188 w 116988"/>
                <a:gd name="connsiteY0" fmla="*/ 247536 h 247536"/>
                <a:gd name="connsiteX1" fmla="*/ 109314 w 116988"/>
                <a:gd name="connsiteY1" fmla="*/ 218698 h 247536"/>
                <a:gd name="connsiteX2" fmla="*/ 80249 w 116988"/>
                <a:gd name="connsiteY2" fmla="*/ 131730 h 247536"/>
                <a:gd name="connsiteX3" fmla="*/ 90558 w 116988"/>
                <a:gd name="connsiteY3" fmla="*/ 121336 h 247536"/>
                <a:gd name="connsiteX4" fmla="*/ 100501 w 116988"/>
                <a:gd name="connsiteY4" fmla="*/ 112636 h 247536"/>
                <a:gd name="connsiteX5" fmla="*/ 100501 w 116988"/>
                <a:gd name="connsiteY5" fmla="*/ 109133 h 247536"/>
                <a:gd name="connsiteX6" fmla="*/ 91801 w 116988"/>
                <a:gd name="connsiteY6" fmla="*/ 100434 h 247536"/>
                <a:gd name="connsiteX7" fmla="*/ 80503 w 116988"/>
                <a:gd name="connsiteY7" fmla="*/ 97892 h 247536"/>
                <a:gd name="connsiteX8" fmla="*/ 81661 w 116988"/>
                <a:gd name="connsiteY8" fmla="*/ 87272 h 247536"/>
                <a:gd name="connsiteX9" fmla="*/ 91491 w 116988"/>
                <a:gd name="connsiteY9" fmla="*/ 57359 h 247536"/>
                <a:gd name="connsiteX10" fmla="*/ 86830 w 116988"/>
                <a:gd name="connsiteY10" fmla="*/ 30809 h 247536"/>
                <a:gd name="connsiteX11" fmla="*/ 65194 w 116988"/>
                <a:gd name="connsiteY11" fmla="*/ 3241 h 247536"/>
                <a:gd name="connsiteX12" fmla="*/ 51834 w 116988"/>
                <a:gd name="connsiteY12" fmla="*/ 3241 h 247536"/>
                <a:gd name="connsiteX13" fmla="*/ 30198 w 116988"/>
                <a:gd name="connsiteY13" fmla="*/ 30809 h 247536"/>
                <a:gd name="connsiteX14" fmla="*/ 25537 w 116988"/>
                <a:gd name="connsiteY14" fmla="*/ 57359 h 247536"/>
                <a:gd name="connsiteX15" fmla="*/ 36553 w 116988"/>
                <a:gd name="connsiteY15" fmla="*/ 97892 h 247536"/>
                <a:gd name="connsiteX16" fmla="*/ 32938 w 116988"/>
                <a:gd name="connsiteY16" fmla="*/ 100434 h 247536"/>
                <a:gd name="connsiteX17" fmla="*/ 26526 w 116988"/>
                <a:gd name="connsiteY17" fmla="*/ 100434 h 247536"/>
                <a:gd name="connsiteX18" fmla="*/ 17826 w 116988"/>
                <a:gd name="connsiteY18" fmla="*/ 109133 h 247536"/>
                <a:gd name="connsiteX19" fmla="*/ 17826 w 116988"/>
                <a:gd name="connsiteY19" fmla="*/ 112636 h 247536"/>
                <a:gd name="connsiteX20" fmla="*/ 26526 w 116988"/>
                <a:gd name="connsiteY20" fmla="*/ 121336 h 247536"/>
                <a:gd name="connsiteX21" fmla="*/ 37203 w 116988"/>
                <a:gd name="connsiteY21" fmla="*/ 133679 h 247536"/>
                <a:gd name="connsiteX22" fmla="*/ 11895 w 116988"/>
                <a:gd name="connsiteY22" fmla="*/ 214433 h 247536"/>
                <a:gd name="connsiteX23" fmla="*/ 1896 w 116988"/>
                <a:gd name="connsiteY23" fmla="*/ 247508 h 247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6988" h="247536">
                  <a:moveTo>
                    <a:pt x="115188" y="247536"/>
                  </a:moveTo>
                  <a:cubicBezTo>
                    <a:pt x="118973" y="237594"/>
                    <a:pt x="116685" y="226352"/>
                    <a:pt x="109314" y="218698"/>
                  </a:cubicBezTo>
                  <a:cubicBezTo>
                    <a:pt x="83073" y="191469"/>
                    <a:pt x="74430" y="162376"/>
                    <a:pt x="80249" y="131730"/>
                  </a:cubicBezTo>
                  <a:cubicBezTo>
                    <a:pt x="81265" y="126392"/>
                    <a:pt x="85418" y="122380"/>
                    <a:pt x="90558" y="121336"/>
                  </a:cubicBezTo>
                  <a:cubicBezTo>
                    <a:pt x="97253" y="121336"/>
                    <a:pt x="100501" y="117212"/>
                    <a:pt x="100501" y="112636"/>
                  </a:cubicBezTo>
                  <a:lnTo>
                    <a:pt x="100501" y="109133"/>
                  </a:lnTo>
                  <a:cubicBezTo>
                    <a:pt x="100501" y="104332"/>
                    <a:pt x="96603" y="100434"/>
                    <a:pt x="91801" y="100434"/>
                  </a:cubicBezTo>
                  <a:cubicBezTo>
                    <a:pt x="84486" y="100434"/>
                    <a:pt x="81492" y="101140"/>
                    <a:pt x="80503" y="97892"/>
                  </a:cubicBezTo>
                  <a:cubicBezTo>
                    <a:pt x="79373" y="94135"/>
                    <a:pt x="80192" y="89786"/>
                    <a:pt x="81661" y="87272"/>
                  </a:cubicBezTo>
                  <a:lnTo>
                    <a:pt x="91491" y="57359"/>
                  </a:lnTo>
                  <a:cubicBezTo>
                    <a:pt x="94485" y="48293"/>
                    <a:pt x="92733" y="38322"/>
                    <a:pt x="86830" y="30809"/>
                  </a:cubicBezTo>
                  <a:lnTo>
                    <a:pt x="65194" y="3241"/>
                  </a:lnTo>
                  <a:cubicBezTo>
                    <a:pt x="61805" y="-1080"/>
                    <a:pt x="55251" y="-1080"/>
                    <a:pt x="51834" y="3241"/>
                  </a:cubicBezTo>
                  <a:lnTo>
                    <a:pt x="30198" y="30809"/>
                  </a:lnTo>
                  <a:cubicBezTo>
                    <a:pt x="24294" y="38322"/>
                    <a:pt x="22544" y="48293"/>
                    <a:pt x="25537" y="57359"/>
                  </a:cubicBezTo>
                  <a:cubicBezTo>
                    <a:pt x="37626" y="94135"/>
                    <a:pt x="38022" y="92949"/>
                    <a:pt x="36553" y="97892"/>
                  </a:cubicBezTo>
                  <a:cubicBezTo>
                    <a:pt x="36044" y="99587"/>
                    <a:pt x="34576" y="100434"/>
                    <a:pt x="32938" y="100434"/>
                  </a:cubicBezTo>
                  <a:lnTo>
                    <a:pt x="26526" y="100434"/>
                  </a:lnTo>
                  <a:cubicBezTo>
                    <a:pt x="21724" y="100434"/>
                    <a:pt x="17826" y="104332"/>
                    <a:pt x="17826" y="109133"/>
                  </a:cubicBezTo>
                  <a:lnTo>
                    <a:pt x="17826" y="112636"/>
                  </a:lnTo>
                  <a:cubicBezTo>
                    <a:pt x="17826" y="117437"/>
                    <a:pt x="21724" y="121336"/>
                    <a:pt x="26526" y="121336"/>
                  </a:cubicBezTo>
                  <a:cubicBezTo>
                    <a:pt x="31892" y="122409"/>
                    <a:pt x="35904" y="126081"/>
                    <a:pt x="37203" y="133679"/>
                  </a:cubicBezTo>
                  <a:cubicBezTo>
                    <a:pt x="42202" y="163026"/>
                    <a:pt x="32542" y="192994"/>
                    <a:pt x="11895" y="214433"/>
                  </a:cubicBezTo>
                  <a:cubicBezTo>
                    <a:pt x="9127" y="217285"/>
                    <a:pt x="-5052" y="229262"/>
                    <a:pt x="1896" y="247508"/>
                  </a:cubicBezTo>
                </a:path>
              </a:pathLst>
            </a:custGeom>
            <a:noFill/>
            <a:ln w="8472" cap="flat">
              <a:solidFill>
                <a:srgbClr val="17A3A3"/>
              </a:solidFill>
              <a:prstDash val="solid"/>
              <a:miter/>
            </a:ln>
          </p:spPr>
          <p:txBody>
            <a:bodyPr rtlCol="1" anchor="ctr"/>
            <a:lstStyle/>
            <a:p>
              <a:endParaRPr lang="ar-SA"/>
            </a:p>
          </p:txBody>
        </p:sp>
        <p:sp>
          <p:nvSpPr>
            <p:cNvPr id="9522" name="شكل حر: شكل 10618">
              <a:extLst>
                <a:ext uri="{FF2B5EF4-FFF2-40B4-BE49-F238E27FC236}">
                  <a16:creationId xmlns:a16="http://schemas.microsoft.com/office/drawing/2014/main" id="{BCBE0A7D-9D0B-75D2-C347-C5539FD1262B}"/>
                </a:ext>
              </a:extLst>
            </p:cNvPr>
            <p:cNvSpPr/>
            <p:nvPr/>
          </p:nvSpPr>
          <p:spPr>
            <a:xfrm>
              <a:off x="9387613" y="6280323"/>
              <a:ext cx="132725" cy="20901"/>
            </a:xfrm>
            <a:custGeom>
              <a:avLst/>
              <a:gdLst>
                <a:gd name="connsiteX0" fmla="*/ 124111 w 132725"/>
                <a:gd name="connsiteY0" fmla="*/ 0 h 20901"/>
                <a:gd name="connsiteX1" fmla="*/ 132726 w 132725"/>
                <a:gd name="connsiteY1" fmla="*/ 8615 h 20901"/>
                <a:gd name="connsiteX2" fmla="*/ 132726 w 132725"/>
                <a:gd name="connsiteY2" fmla="*/ 12287 h 20901"/>
                <a:gd name="connsiteX3" fmla="*/ 124111 w 132725"/>
                <a:gd name="connsiteY3" fmla="*/ 20902 h 20901"/>
                <a:gd name="connsiteX4" fmla="*/ 8615 w 132725"/>
                <a:gd name="connsiteY4" fmla="*/ 20902 h 20901"/>
                <a:gd name="connsiteX5" fmla="*/ 0 w 132725"/>
                <a:gd name="connsiteY5" fmla="*/ 12287 h 20901"/>
                <a:gd name="connsiteX6" fmla="*/ 0 w 132725"/>
                <a:gd name="connsiteY6" fmla="*/ 8615 h 20901"/>
                <a:gd name="connsiteX7" fmla="*/ 8615 w 132725"/>
                <a:gd name="connsiteY7" fmla="*/ 0 h 20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2725" h="20901">
                  <a:moveTo>
                    <a:pt x="124111" y="0"/>
                  </a:moveTo>
                  <a:cubicBezTo>
                    <a:pt x="128869" y="0"/>
                    <a:pt x="132726" y="3857"/>
                    <a:pt x="132726" y="8615"/>
                  </a:cubicBezTo>
                  <a:lnTo>
                    <a:pt x="132726" y="12287"/>
                  </a:lnTo>
                  <a:cubicBezTo>
                    <a:pt x="132726" y="17045"/>
                    <a:pt x="128869" y="20902"/>
                    <a:pt x="124111" y="20902"/>
                  </a:cubicBezTo>
                  <a:lnTo>
                    <a:pt x="8615" y="20902"/>
                  </a:lnTo>
                  <a:cubicBezTo>
                    <a:pt x="3857" y="20902"/>
                    <a:pt x="0" y="17045"/>
                    <a:pt x="0" y="12287"/>
                  </a:cubicBezTo>
                  <a:lnTo>
                    <a:pt x="0" y="8615"/>
                  </a:lnTo>
                  <a:cubicBezTo>
                    <a:pt x="0" y="3857"/>
                    <a:pt x="3857" y="0"/>
                    <a:pt x="8615" y="0"/>
                  </a:cubicBezTo>
                  <a:close/>
                </a:path>
              </a:pathLst>
            </a:custGeom>
            <a:noFill/>
            <a:ln w="8472" cap="flat">
              <a:solidFill>
                <a:srgbClr val="17A3A3"/>
              </a:solidFill>
              <a:prstDash val="solid"/>
              <a:miter/>
            </a:ln>
          </p:spPr>
          <p:txBody>
            <a:bodyPr rtlCol="1" anchor="ctr"/>
            <a:lstStyle/>
            <a:p>
              <a:endParaRPr lang="ar-SA"/>
            </a:p>
          </p:txBody>
        </p:sp>
        <p:sp>
          <p:nvSpPr>
            <p:cNvPr id="9523" name="شكل حر: شكل 10619">
              <a:extLst>
                <a:ext uri="{FF2B5EF4-FFF2-40B4-BE49-F238E27FC236}">
                  <a16:creationId xmlns:a16="http://schemas.microsoft.com/office/drawing/2014/main" id="{C5C016CE-1244-C395-B9D0-D488CA1F2723}"/>
                </a:ext>
              </a:extLst>
            </p:cNvPr>
            <p:cNvSpPr/>
            <p:nvPr/>
          </p:nvSpPr>
          <p:spPr>
            <a:xfrm>
              <a:off x="9453934" y="5979085"/>
              <a:ext cx="2824" cy="51576"/>
            </a:xfrm>
            <a:custGeom>
              <a:avLst/>
              <a:gdLst>
                <a:gd name="connsiteX0" fmla="*/ 0 w 2824"/>
                <a:gd name="connsiteY0" fmla="*/ 51576 h 51576"/>
                <a:gd name="connsiteX1" fmla="*/ 0 w 2824"/>
                <a:gd name="connsiteY1" fmla="*/ 0 h 51576"/>
              </a:gdLst>
              <a:ahLst/>
              <a:cxnLst>
                <a:cxn ang="0">
                  <a:pos x="connsiteX0" y="connsiteY0"/>
                </a:cxn>
                <a:cxn ang="0">
                  <a:pos x="connsiteX1" y="connsiteY1"/>
                </a:cxn>
              </a:cxnLst>
              <a:rect l="l" t="t" r="r" b="b"/>
              <a:pathLst>
                <a:path w="2824" h="51576">
                  <a:moveTo>
                    <a:pt x="0" y="51576"/>
                  </a:moveTo>
                  <a:lnTo>
                    <a:pt x="0" y="0"/>
                  </a:lnTo>
                </a:path>
              </a:pathLst>
            </a:custGeom>
            <a:ln w="8472" cap="flat">
              <a:solidFill>
                <a:srgbClr val="17A3A3"/>
              </a:solidFill>
              <a:prstDash val="solid"/>
              <a:miter/>
            </a:ln>
          </p:spPr>
          <p:txBody>
            <a:bodyPr rtlCol="1" anchor="ctr"/>
            <a:lstStyle/>
            <a:p>
              <a:endParaRPr lang="ar-SA"/>
            </a:p>
          </p:txBody>
        </p:sp>
        <p:sp>
          <p:nvSpPr>
            <p:cNvPr id="9524" name="شكل حر: شكل 10620">
              <a:extLst>
                <a:ext uri="{FF2B5EF4-FFF2-40B4-BE49-F238E27FC236}">
                  <a16:creationId xmlns:a16="http://schemas.microsoft.com/office/drawing/2014/main" id="{BF66C9D4-E58E-DB75-239D-0761FC15FFA3}"/>
                </a:ext>
              </a:extLst>
            </p:cNvPr>
            <p:cNvSpPr/>
            <p:nvPr/>
          </p:nvSpPr>
          <p:spPr>
            <a:xfrm>
              <a:off x="9433202" y="6003094"/>
              <a:ext cx="41436" cy="2824"/>
            </a:xfrm>
            <a:custGeom>
              <a:avLst/>
              <a:gdLst>
                <a:gd name="connsiteX0" fmla="*/ 0 w 41436"/>
                <a:gd name="connsiteY0" fmla="*/ 0 h 2824"/>
                <a:gd name="connsiteX1" fmla="*/ 41436 w 41436"/>
                <a:gd name="connsiteY1" fmla="*/ 0 h 2824"/>
              </a:gdLst>
              <a:ahLst/>
              <a:cxnLst>
                <a:cxn ang="0">
                  <a:pos x="connsiteX0" y="connsiteY0"/>
                </a:cxn>
                <a:cxn ang="0">
                  <a:pos x="connsiteX1" y="connsiteY1"/>
                </a:cxn>
              </a:cxnLst>
              <a:rect l="l" t="t" r="r" b="b"/>
              <a:pathLst>
                <a:path w="41436" h="2824">
                  <a:moveTo>
                    <a:pt x="0" y="0"/>
                  </a:moveTo>
                  <a:lnTo>
                    <a:pt x="41436" y="0"/>
                  </a:lnTo>
                </a:path>
              </a:pathLst>
            </a:custGeom>
            <a:ln w="8472" cap="flat">
              <a:solidFill>
                <a:srgbClr val="17A3A3"/>
              </a:solidFill>
              <a:prstDash val="solid"/>
              <a:miter/>
            </a:ln>
          </p:spPr>
          <p:txBody>
            <a:bodyPr rtlCol="1" anchor="ctr"/>
            <a:lstStyle/>
            <a:p>
              <a:endParaRPr lang="ar-SA"/>
            </a:p>
          </p:txBody>
        </p:sp>
      </p:grpSp>
      <p:grpSp>
        <p:nvGrpSpPr>
          <p:cNvPr id="9525" name="رسم 8014">
            <a:extLst>
              <a:ext uri="{FF2B5EF4-FFF2-40B4-BE49-F238E27FC236}">
                <a16:creationId xmlns:a16="http://schemas.microsoft.com/office/drawing/2014/main" id="{98727213-8D19-36E6-7997-B62D295817AC}"/>
              </a:ext>
            </a:extLst>
          </p:cNvPr>
          <p:cNvGrpSpPr/>
          <p:nvPr/>
        </p:nvGrpSpPr>
        <p:grpSpPr>
          <a:xfrm>
            <a:off x="5467949" y="3230104"/>
            <a:ext cx="286590" cy="274211"/>
            <a:chOff x="5617267" y="2282742"/>
            <a:chExt cx="342561" cy="347899"/>
          </a:xfrm>
          <a:noFill/>
        </p:grpSpPr>
        <p:sp>
          <p:nvSpPr>
            <p:cNvPr id="9526" name="شكل حر: شكل 10622">
              <a:extLst>
                <a:ext uri="{FF2B5EF4-FFF2-40B4-BE49-F238E27FC236}">
                  <a16:creationId xmlns:a16="http://schemas.microsoft.com/office/drawing/2014/main" id="{4D7307CE-EC7D-9AC6-4E21-4E4B3821B72F}"/>
                </a:ext>
              </a:extLst>
            </p:cNvPr>
            <p:cNvSpPr/>
            <p:nvPr/>
          </p:nvSpPr>
          <p:spPr>
            <a:xfrm>
              <a:off x="5747309" y="2414168"/>
              <a:ext cx="2824" cy="187013"/>
            </a:xfrm>
            <a:custGeom>
              <a:avLst/>
              <a:gdLst>
                <a:gd name="connsiteX0" fmla="*/ 0 w 2824"/>
                <a:gd name="connsiteY0" fmla="*/ 187013 h 187013"/>
                <a:gd name="connsiteX1" fmla="*/ 0 w 2824"/>
                <a:gd name="connsiteY1" fmla="*/ 0 h 187013"/>
              </a:gdLst>
              <a:ahLst/>
              <a:cxnLst>
                <a:cxn ang="0">
                  <a:pos x="connsiteX0" y="connsiteY0"/>
                </a:cxn>
                <a:cxn ang="0">
                  <a:pos x="connsiteX1" y="connsiteY1"/>
                </a:cxn>
              </a:cxnLst>
              <a:rect l="l" t="t" r="r" b="b"/>
              <a:pathLst>
                <a:path w="2824" h="187013">
                  <a:moveTo>
                    <a:pt x="0" y="187013"/>
                  </a:moveTo>
                  <a:lnTo>
                    <a:pt x="0" y="0"/>
                  </a:lnTo>
                </a:path>
              </a:pathLst>
            </a:custGeom>
            <a:ln w="8472" cap="flat">
              <a:solidFill>
                <a:srgbClr val="01355A"/>
              </a:solidFill>
              <a:prstDash val="solid"/>
              <a:miter/>
            </a:ln>
          </p:spPr>
          <p:txBody>
            <a:bodyPr rtlCol="1" anchor="ctr"/>
            <a:lstStyle/>
            <a:p>
              <a:endParaRPr lang="ar-SA"/>
            </a:p>
          </p:txBody>
        </p:sp>
        <p:sp>
          <p:nvSpPr>
            <p:cNvPr id="9527" name="شكل حر: شكل 10623">
              <a:extLst>
                <a:ext uri="{FF2B5EF4-FFF2-40B4-BE49-F238E27FC236}">
                  <a16:creationId xmlns:a16="http://schemas.microsoft.com/office/drawing/2014/main" id="{E9BAC44E-2AB9-CD8C-4B6D-551018BFD7C2}"/>
                </a:ext>
              </a:extLst>
            </p:cNvPr>
            <p:cNvSpPr/>
            <p:nvPr/>
          </p:nvSpPr>
          <p:spPr>
            <a:xfrm>
              <a:off x="5618708" y="2333979"/>
              <a:ext cx="128601" cy="85753"/>
            </a:xfrm>
            <a:custGeom>
              <a:avLst/>
              <a:gdLst>
                <a:gd name="connsiteX0" fmla="*/ 54627 w 128601"/>
                <a:gd name="connsiteY0" fmla="*/ 85753 h 85753"/>
                <a:gd name="connsiteX1" fmla="*/ 0 w 128601"/>
                <a:gd name="connsiteY1" fmla="*/ 85753 h 85753"/>
                <a:gd name="connsiteX2" fmla="*/ 0 w 128601"/>
                <a:gd name="connsiteY2" fmla="*/ 21438 h 85753"/>
                <a:gd name="connsiteX3" fmla="*/ 42848 w 128601"/>
                <a:gd name="connsiteY3" fmla="*/ 21438 h 85753"/>
                <a:gd name="connsiteX4" fmla="*/ 64287 w 128601"/>
                <a:gd name="connsiteY4" fmla="*/ 0 h 85753"/>
                <a:gd name="connsiteX5" fmla="*/ 128602 w 128601"/>
                <a:gd name="connsiteY5" fmla="*/ 0 h 85753"/>
                <a:gd name="connsiteX6" fmla="*/ 128602 w 128601"/>
                <a:gd name="connsiteY6" fmla="*/ 64315 h 85753"/>
                <a:gd name="connsiteX7" fmla="*/ 64287 w 128601"/>
                <a:gd name="connsiteY7" fmla="*/ 64315 h 85753"/>
                <a:gd name="connsiteX8" fmla="*/ 64287 w 128601"/>
                <a:gd name="connsiteY8" fmla="*/ 37425 h 85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601" h="85753">
                  <a:moveTo>
                    <a:pt x="54627" y="85753"/>
                  </a:moveTo>
                  <a:lnTo>
                    <a:pt x="0" y="85753"/>
                  </a:lnTo>
                  <a:lnTo>
                    <a:pt x="0" y="21438"/>
                  </a:lnTo>
                  <a:lnTo>
                    <a:pt x="42848" y="21438"/>
                  </a:lnTo>
                  <a:cubicBezTo>
                    <a:pt x="54683" y="21438"/>
                    <a:pt x="64287" y="11835"/>
                    <a:pt x="64287" y="0"/>
                  </a:cubicBezTo>
                  <a:lnTo>
                    <a:pt x="128602" y="0"/>
                  </a:lnTo>
                  <a:lnTo>
                    <a:pt x="128602" y="64315"/>
                  </a:lnTo>
                  <a:lnTo>
                    <a:pt x="64287" y="64315"/>
                  </a:lnTo>
                  <a:lnTo>
                    <a:pt x="64287" y="37425"/>
                  </a:lnTo>
                </a:path>
              </a:pathLst>
            </a:custGeom>
            <a:noFill/>
            <a:ln w="8472" cap="flat">
              <a:solidFill>
                <a:srgbClr val="01355A"/>
              </a:solidFill>
              <a:prstDash val="solid"/>
              <a:miter/>
            </a:ln>
          </p:spPr>
          <p:txBody>
            <a:bodyPr rtlCol="1" anchor="ctr"/>
            <a:lstStyle/>
            <a:p>
              <a:endParaRPr lang="ar-SA"/>
            </a:p>
          </p:txBody>
        </p:sp>
        <p:sp>
          <p:nvSpPr>
            <p:cNvPr id="9528" name="شكل حر: شكل 10624">
              <a:extLst>
                <a:ext uri="{FF2B5EF4-FFF2-40B4-BE49-F238E27FC236}">
                  <a16:creationId xmlns:a16="http://schemas.microsoft.com/office/drawing/2014/main" id="{18828C52-81C2-D907-CD2C-5A3465C06F00}"/>
                </a:ext>
              </a:extLst>
            </p:cNvPr>
            <p:cNvSpPr/>
            <p:nvPr/>
          </p:nvSpPr>
          <p:spPr>
            <a:xfrm>
              <a:off x="5676385" y="2630641"/>
              <a:ext cx="224325" cy="2824"/>
            </a:xfrm>
            <a:custGeom>
              <a:avLst/>
              <a:gdLst>
                <a:gd name="connsiteX0" fmla="*/ 0 w 224325"/>
                <a:gd name="connsiteY0" fmla="*/ 0 h 2824"/>
                <a:gd name="connsiteX1" fmla="*/ 224325 w 224325"/>
                <a:gd name="connsiteY1" fmla="*/ 0 h 2824"/>
              </a:gdLst>
              <a:ahLst/>
              <a:cxnLst>
                <a:cxn ang="0">
                  <a:pos x="connsiteX0" y="connsiteY0"/>
                </a:cxn>
                <a:cxn ang="0">
                  <a:pos x="connsiteX1" y="connsiteY1"/>
                </a:cxn>
              </a:cxnLst>
              <a:rect l="l" t="t" r="r" b="b"/>
              <a:pathLst>
                <a:path w="224325" h="2824">
                  <a:moveTo>
                    <a:pt x="0" y="0"/>
                  </a:moveTo>
                  <a:lnTo>
                    <a:pt x="224325" y="0"/>
                  </a:lnTo>
                </a:path>
              </a:pathLst>
            </a:custGeom>
            <a:ln w="8472" cap="flat">
              <a:solidFill>
                <a:srgbClr val="01355A"/>
              </a:solidFill>
              <a:prstDash val="solid"/>
              <a:miter/>
            </a:ln>
          </p:spPr>
          <p:txBody>
            <a:bodyPr rtlCol="1" anchor="ctr"/>
            <a:lstStyle/>
            <a:p>
              <a:endParaRPr lang="ar-SA"/>
            </a:p>
          </p:txBody>
        </p:sp>
        <p:sp>
          <p:nvSpPr>
            <p:cNvPr id="9529" name="شكل حر: شكل 10625">
              <a:extLst>
                <a:ext uri="{FF2B5EF4-FFF2-40B4-BE49-F238E27FC236}">
                  <a16:creationId xmlns:a16="http://schemas.microsoft.com/office/drawing/2014/main" id="{AFAD06AD-8A06-3BBF-3194-4A2875231A1F}"/>
                </a:ext>
              </a:extLst>
            </p:cNvPr>
            <p:cNvSpPr/>
            <p:nvPr/>
          </p:nvSpPr>
          <p:spPr>
            <a:xfrm>
              <a:off x="5617267" y="2600955"/>
              <a:ext cx="342561" cy="2824"/>
            </a:xfrm>
            <a:custGeom>
              <a:avLst/>
              <a:gdLst>
                <a:gd name="connsiteX0" fmla="*/ 0 w 342561"/>
                <a:gd name="connsiteY0" fmla="*/ 0 h 2824"/>
                <a:gd name="connsiteX1" fmla="*/ 342561 w 342561"/>
                <a:gd name="connsiteY1" fmla="*/ 0 h 2824"/>
              </a:gdLst>
              <a:ahLst/>
              <a:cxnLst>
                <a:cxn ang="0">
                  <a:pos x="connsiteX0" y="connsiteY0"/>
                </a:cxn>
                <a:cxn ang="0">
                  <a:pos x="connsiteX1" y="connsiteY1"/>
                </a:cxn>
              </a:cxnLst>
              <a:rect l="l" t="t" r="r" b="b"/>
              <a:pathLst>
                <a:path w="342561" h="2824">
                  <a:moveTo>
                    <a:pt x="0" y="0"/>
                  </a:moveTo>
                  <a:lnTo>
                    <a:pt x="342561" y="0"/>
                  </a:lnTo>
                </a:path>
              </a:pathLst>
            </a:custGeom>
            <a:ln w="8472" cap="flat">
              <a:solidFill>
                <a:srgbClr val="01355A"/>
              </a:solidFill>
              <a:prstDash val="solid"/>
              <a:miter/>
            </a:ln>
          </p:spPr>
          <p:txBody>
            <a:bodyPr rtlCol="1" anchor="ctr"/>
            <a:lstStyle/>
            <a:p>
              <a:endParaRPr lang="ar-SA"/>
            </a:p>
          </p:txBody>
        </p:sp>
        <p:sp>
          <p:nvSpPr>
            <p:cNvPr id="9530" name="شكل حر: شكل 10626">
              <a:extLst>
                <a:ext uri="{FF2B5EF4-FFF2-40B4-BE49-F238E27FC236}">
                  <a16:creationId xmlns:a16="http://schemas.microsoft.com/office/drawing/2014/main" id="{E747DAAD-7347-4318-3665-CFDEED74D313}"/>
                </a:ext>
              </a:extLst>
            </p:cNvPr>
            <p:cNvSpPr/>
            <p:nvPr/>
          </p:nvSpPr>
          <p:spPr>
            <a:xfrm>
              <a:off x="5845519" y="2423743"/>
              <a:ext cx="2824" cy="158513"/>
            </a:xfrm>
            <a:custGeom>
              <a:avLst/>
              <a:gdLst>
                <a:gd name="connsiteX0" fmla="*/ 0 w 2824"/>
                <a:gd name="connsiteY0" fmla="*/ 0 h 158513"/>
                <a:gd name="connsiteX1" fmla="*/ 0 w 2824"/>
                <a:gd name="connsiteY1" fmla="*/ 158514 h 158513"/>
              </a:gdLst>
              <a:ahLst/>
              <a:cxnLst>
                <a:cxn ang="0">
                  <a:pos x="connsiteX0" y="connsiteY0"/>
                </a:cxn>
                <a:cxn ang="0">
                  <a:pos x="connsiteX1" y="connsiteY1"/>
                </a:cxn>
              </a:cxnLst>
              <a:rect l="l" t="t" r="r" b="b"/>
              <a:pathLst>
                <a:path w="2824" h="158513">
                  <a:moveTo>
                    <a:pt x="0" y="0"/>
                  </a:moveTo>
                  <a:lnTo>
                    <a:pt x="0" y="158514"/>
                  </a:lnTo>
                </a:path>
              </a:pathLst>
            </a:custGeom>
            <a:ln w="8472" cap="flat">
              <a:solidFill>
                <a:srgbClr val="17A3A3"/>
              </a:solidFill>
              <a:prstDash val="solid"/>
              <a:miter/>
            </a:ln>
          </p:spPr>
          <p:txBody>
            <a:bodyPr rtlCol="1" anchor="ctr"/>
            <a:lstStyle/>
            <a:p>
              <a:endParaRPr lang="ar-SA"/>
            </a:p>
          </p:txBody>
        </p:sp>
        <p:sp>
          <p:nvSpPr>
            <p:cNvPr id="9531" name="شكل حر: شكل 10627">
              <a:extLst>
                <a:ext uri="{FF2B5EF4-FFF2-40B4-BE49-F238E27FC236}">
                  <a16:creationId xmlns:a16="http://schemas.microsoft.com/office/drawing/2014/main" id="{50AE6438-288B-7088-B667-2A2BCE8CFA21}"/>
                </a:ext>
              </a:extLst>
            </p:cNvPr>
            <p:cNvSpPr/>
            <p:nvPr/>
          </p:nvSpPr>
          <p:spPr>
            <a:xfrm>
              <a:off x="5880119" y="2471422"/>
              <a:ext cx="2824" cy="109959"/>
            </a:xfrm>
            <a:custGeom>
              <a:avLst/>
              <a:gdLst>
                <a:gd name="connsiteX0" fmla="*/ 0 w 2824"/>
                <a:gd name="connsiteY0" fmla="*/ 109960 h 109959"/>
                <a:gd name="connsiteX1" fmla="*/ 0 w 2824"/>
                <a:gd name="connsiteY1" fmla="*/ 0 h 109959"/>
              </a:gdLst>
              <a:ahLst/>
              <a:cxnLst>
                <a:cxn ang="0">
                  <a:pos x="connsiteX0" y="connsiteY0"/>
                </a:cxn>
                <a:cxn ang="0">
                  <a:pos x="connsiteX1" y="connsiteY1"/>
                </a:cxn>
              </a:cxnLst>
              <a:rect l="l" t="t" r="r" b="b"/>
              <a:pathLst>
                <a:path w="2824" h="109959">
                  <a:moveTo>
                    <a:pt x="0" y="109960"/>
                  </a:moveTo>
                  <a:lnTo>
                    <a:pt x="0" y="0"/>
                  </a:lnTo>
                </a:path>
              </a:pathLst>
            </a:custGeom>
            <a:ln w="8472" cap="flat">
              <a:solidFill>
                <a:srgbClr val="17A3A3"/>
              </a:solidFill>
              <a:prstDash val="solid"/>
              <a:miter/>
            </a:ln>
          </p:spPr>
          <p:txBody>
            <a:bodyPr rtlCol="1" anchor="ctr"/>
            <a:lstStyle/>
            <a:p>
              <a:endParaRPr lang="ar-SA"/>
            </a:p>
          </p:txBody>
        </p:sp>
        <p:sp>
          <p:nvSpPr>
            <p:cNvPr id="9532" name="شكل حر: شكل 10628">
              <a:extLst>
                <a:ext uri="{FF2B5EF4-FFF2-40B4-BE49-F238E27FC236}">
                  <a16:creationId xmlns:a16="http://schemas.microsoft.com/office/drawing/2014/main" id="{06BCA9FE-1C52-9C39-B858-9D1DB1AFC395}"/>
                </a:ext>
              </a:extLst>
            </p:cNvPr>
            <p:cNvSpPr/>
            <p:nvPr/>
          </p:nvSpPr>
          <p:spPr>
            <a:xfrm>
              <a:off x="5914692" y="2471422"/>
              <a:ext cx="2824" cy="110835"/>
            </a:xfrm>
            <a:custGeom>
              <a:avLst/>
              <a:gdLst>
                <a:gd name="connsiteX0" fmla="*/ 0 w 2824"/>
                <a:gd name="connsiteY0" fmla="*/ 0 h 110835"/>
                <a:gd name="connsiteX1" fmla="*/ 0 w 2824"/>
                <a:gd name="connsiteY1" fmla="*/ 110835 h 110835"/>
              </a:gdLst>
              <a:ahLst/>
              <a:cxnLst>
                <a:cxn ang="0">
                  <a:pos x="connsiteX0" y="connsiteY0"/>
                </a:cxn>
                <a:cxn ang="0">
                  <a:pos x="connsiteX1" y="connsiteY1"/>
                </a:cxn>
              </a:cxnLst>
              <a:rect l="l" t="t" r="r" b="b"/>
              <a:pathLst>
                <a:path w="2824" h="110835">
                  <a:moveTo>
                    <a:pt x="0" y="0"/>
                  </a:moveTo>
                  <a:lnTo>
                    <a:pt x="0" y="110835"/>
                  </a:lnTo>
                </a:path>
              </a:pathLst>
            </a:custGeom>
            <a:ln w="8472" cap="flat">
              <a:solidFill>
                <a:srgbClr val="17A3A3"/>
              </a:solidFill>
              <a:prstDash val="solid"/>
              <a:miter/>
            </a:ln>
          </p:spPr>
          <p:txBody>
            <a:bodyPr rtlCol="1" anchor="ctr"/>
            <a:lstStyle/>
            <a:p>
              <a:endParaRPr lang="ar-SA"/>
            </a:p>
          </p:txBody>
        </p:sp>
        <p:sp>
          <p:nvSpPr>
            <p:cNvPr id="9533" name="شكل حر: شكل 10629">
              <a:extLst>
                <a:ext uri="{FF2B5EF4-FFF2-40B4-BE49-F238E27FC236}">
                  <a16:creationId xmlns:a16="http://schemas.microsoft.com/office/drawing/2014/main" id="{785914C4-FBAE-16FD-628C-4D371559C23C}"/>
                </a:ext>
              </a:extLst>
            </p:cNvPr>
            <p:cNvSpPr/>
            <p:nvPr/>
          </p:nvSpPr>
          <p:spPr>
            <a:xfrm>
              <a:off x="5914692" y="2423743"/>
              <a:ext cx="2824" cy="47678"/>
            </a:xfrm>
            <a:custGeom>
              <a:avLst/>
              <a:gdLst>
                <a:gd name="connsiteX0" fmla="*/ 0 w 2824"/>
                <a:gd name="connsiteY0" fmla="*/ 0 h 47678"/>
                <a:gd name="connsiteX1" fmla="*/ 0 w 2824"/>
                <a:gd name="connsiteY1" fmla="*/ 47678 h 47678"/>
              </a:gdLst>
              <a:ahLst/>
              <a:cxnLst>
                <a:cxn ang="0">
                  <a:pos x="connsiteX0" y="connsiteY0"/>
                </a:cxn>
                <a:cxn ang="0">
                  <a:pos x="connsiteX1" y="connsiteY1"/>
                </a:cxn>
              </a:cxnLst>
              <a:rect l="l" t="t" r="r" b="b"/>
              <a:pathLst>
                <a:path w="2824" h="47678">
                  <a:moveTo>
                    <a:pt x="0" y="0"/>
                  </a:moveTo>
                  <a:lnTo>
                    <a:pt x="0" y="47678"/>
                  </a:lnTo>
                </a:path>
              </a:pathLst>
            </a:custGeom>
            <a:ln w="8472" cap="flat">
              <a:solidFill>
                <a:srgbClr val="17A3A3"/>
              </a:solidFill>
              <a:prstDash val="solid"/>
              <a:miter/>
            </a:ln>
          </p:spPr>
          <p:txBody>
            <a:bodyPr rtlCol="1" anchor="ctr"/>
            <a:lstStyle/>
            <a:p>
              <a:endParaRPr lang="ar-SA"/>
            </a:p>
          </p:txBody>
        </p:sp>
        <p:sp>
          <p:nvSpPr>
            <p:cNvPr id="9534" name="شكل حر: شكل 10630">
              <a:extLst>
                <a:ext uri="{FF2B5EF4-FFF2-40B4-BE49-F238E27FC236}">
                  <a16:creationId xmlns:a16="http://schemas.microsoft.com/office/drawing/2014/main" id="{B7680001-CF24-BE07-1BB9-18F26DE10F70}"/>
                </a:ext>
              </a:extLst>
            </p:cNvPr>
            <p:cNvSpPr/>
            <p:nvPr/>
          </p:nvSpPr>
          <p:spPr>
            <a:xfrm>
              <a:off x="5847581" y="2282742"/>
              <a:ext cx="65077" cy="65077"/>
            </a:xfrm>
            <a:custGeom>
              <a:avLst/>
              <a:gdLst>
                <a:gd name="connsiteX0" fmla="*/ 65077 w 65077"/>
                <a:gd name="connsiteY0" fmla="*/ 32539 h 65077"/>
                <a:gd name="connsiteX1" fmla="*/ 32538 w 65077"/>
                <a:gd name="connsiteY1" fmla="*/ 65078 h 65077"/>
                <a:gd name="connsiteX2" fmla="*/ 0 w 65077"/>
                <a:gd name="connsiteY2" fmla="*/ 32539 h 65077"/>
                <a:gd name="connsiteX3" fmla="*/ 32538 w 65077"/>
                <a:gd name="connsiteY3" fmla="*/ 0 h 65077"/>
                <a:gd name="connsiteX4" fmla="*/ 65077 w 65077"/>
                <a:gd name="connsiteY4" fmla="*/ 32539 h 65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77" h="65077">
                  <a:moveTo>
                    <a:pt x="65077" y="32539"/>
                  </a:moveTo>
                  <a:cubicBezTo>
                    <a:pt x="65077" y="50531"/>
                    <a:pt x="50503" y="65078"/>
                    <a:pt x="32538" y="65078"/>
                  </a:cubicBezTo>
                  <a:cubicBezTo>
                    <a:pt x="14574" y="65078"/>
                    <a:pt x="0" y="50503"/>
                    <a:pt x="0" y="32539"/>
                  </a:cubicBezTo>
                  <a:cubicBezTo>
                    <a:pt x="0" y="14575"/>
                    <a:pt x="14574" y="0"/>
                    <a:pt x="32538" y="0"/>
                  </a:cubicBezTo>
                  <a:cubicBezTo>
                    <a:pt x="50503" y="0"/>
                    <a:pt x="65077" y="14575"/>
                    <a:pt x="65077" y="32539"/>
                  </a:cubicBezTo>
                  <a:close/>
                </a:path>
              </a:pathLst>
            </a:custGeom>
            <a:noFill/>
            <a:ln w="8472" cap="flat">
              <a:solidFill>
                <a:srgbClr val="17A3A3"/>
              </a:solidFill>
              <a:prstDash val="solid"/>
              <a:miter/>
            </a:ln>
          </p:spPr>
          <p:txBody>
            <a:bodyPr rtlCol="1" anchor="ctr"/>
            <a:lstStyle/>
            <a:p>
              <a:endParaRPr lang="ar-SA"/>
            </a:p>
          </p:txBody>
        </p:sp>
        <p:sp>
          <p:nvSpPr>
            <p:cNvPr id="9535" name="شكل حر: شكل 10631">
              <a:extLst>
                <a:ext uri="{FF2B5EF4-FFF2-40B4-BE49-F238E27FC236}">
                  <a16:creationId xmlns:a16="http://schemas.microsoft.com/office/drawing/2014/main" id="{A07BCEC2-DF47-63F0-97AF-0B30FD4EA17A}"/>
                </a:ext>
              </a:extLst>
            </p:cNvPr>
            <p:cNvSpPr/>
            <p:nvPr/>
          </p:nvSpPr>
          <p:spPr>
            <a:xfrm>
              <a:off x="5818149" y="2367987"/>
              <a:ext cx="123941" cy="103434"/>
            </a:xfrm>
            <a:custGeom>
              <a:avLst/>
              <a:gdLst>
                <a:gd name="connsiteX0" fmla="*/ 0 w 123941"/>
                <a:gd name="connsiteY0" fmla="*/ 103435 h 103434"/>
                <a:gd name="connsiteX1" fmla="*/ 0 w 123941"/>
                <a:gd name="connsiteY1" fmla="*/ 21184 h 103434"/>
                <a:gd name="connsiteX2" fmla="*/ 21184 w 123941"/>
                <a:gd name="connsiteY2" fmla="*/ 0 h 103434"/>
                <a:gd name="connsiteX3" fmla="*/ 102757 w 123941"/>
                <a:gd name="connsiteY3" fmla="*/ 0 h 103434"/>
                <a:gd name="connsiteX4" fmla="*/ 123941 w 123941"/>
                <a:gd name="connsiteY4" fmla="*/ 21184 h 103434"/>
                <a:gd name="connsiteX5" fmla="*/ 123941 w 123941"/>
                <a:gd name="connsiteY5" fmla="*/ 95470 h 10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3941" h="103434">
                  <a:moveTo>
                    <a:pt x="0" y="103435"/>
                  </a:moveTo>
                  <a:lnTo>
                    <a:pt x="0" y="21184"/>
                  </a:lnTo>
                  <a:cubicBezTo>
                    <a:pt x="0" y="9490"/>
                    <a:pt x="9490" y="0"/>
                    <a:pt x="21184" y="0"/>
                  </a:cubicBezTo>
                  <a:lnTo>
                    <a:pt x="102757" y="0"/>
                  </a:lnTo>
                  <a:cubicBezTo>
                    <a:pt x="114451" y="0"/>
                    <a:pt x="123941" y="9490"/>
                    <a:pt x="123941" y="21184"/>
                  </a:cubicBezTo>
                  <a:lnTo>
                    <a:pt x="123941" y="95470"/>
                  </a:lnTo>
                </a:path>
              </a:pathLst>
            </a:custGeom>
            <a:noFill/>
            <a:ln w="8472" cap="flat">
              <a:solidFill>
                <a:srgbClr val="17A3A3"/>
              </a:solidFill>
              <a:prstDash val="solid"/>
              <a:miter/>
            </a:ln>
          </p:spPr>
          <p:txBody>
            <a:bodyPr rtlCol="1" anchor="ctr"/>
            <a:lstStyle/>
            <a:p>
              <a:endParaRPr lang="ar-SA"/>
            </a:p>
          </p:txBody>
        </p:sp>
        <p:sp>
          <p:nvSpPr>
            <p:cNvPr id="9536" name="شكل حر: شكل 10632">
              <a:extLst>
                <a:ext uri="{FF2B5EF4-FFF2-40B4-BE49-F238E27FC236}">
                  <a16:creationId xmlns:a16="http://schemas.microsoft.com/office/drawing/2014/main" id="{472AB835-B566-739D-10B3-D82476435211}"/>
                </a:ext>
              </a:extLst>
            </p:cNvPr>
            <p:cNvSpPr/>
            <p:nvPr/>
          </p:nvSpPr>
          <p:spPr>
            <a:xfrm>
              <a:off x="5845519" y="2471422"/>
              <a:ext cx="69173" cy="2824"/>
            </a:xfrm>
            <a:custGeom>
              <a:avLst/>
              <a:gdLst>
                <a:gd name="connsiteX0" fmla="*/ 0 w 69173"/>
                <a:gd name="connsiteY0" fmla="*/ 0 h 2824"/>
                <a:gd name="connsiteX1" fmla="*/ 69173 w 69173"/>
                <a:gd name="connsiteY1" fmla="*/ 0 h 2824"/>
              </a:gdLst>
              <a:ahLst/>
              <a:cxnLst>
                <a:cxn ang="0">
                  <a:pos x="connsiteX0" y="connsiteY0"/>
                </a:cxn>
                <a:cxn ang="0">
                  <a:pos x="connsiteX1" y="connsiteY1"/>
                </a:cxn>
              </a:cxnLst>
              <a:rect l="l" t="t" r="r" b="b"/>
              <a:pathLst>
                <a:path w="69173" h="2824">
                  <a:moveTo>
                    <a:pt x="0" y="0"/>
                  </a:moveTo>
                  <a:lnTo>
                    <a:pt x="69173" y="0"/>
                  </a:lnTo>
                </a:path>
              </a:pathLst>
            </a:custGeom>
            <a:ln w="8472" cap="flat">
              <a:solidFill>
                <a:srgbClr val="17A3A3"/>
              </a:solidFill>
              <a:prstDash val="solid"/>
              <a:miter/>
            </a:ln>
          </p:spPr>
          <p:txBody>
            <a:bodyPr rtlCol="1" anchor="ctr"/>
            <a:lstStyle/>
            <a:p>
              <a:endParaRPr lang="ar-SA"/>
            </a:p>
          </p:txBody>
        </p:sp>
        <p:sp>
          <p:nvSpPr>
            <p:cNvPr id="9537" name="شكل حر: شكل 10633">
              <a:extLst>
                <a:ext uri="{FF2B5EF4-FFF2-40B4-BE49-F238E27FC236}">
                  <a16:creationId xmlns:a16="http://schemas.microsoft.com/office/drawing/2014/main" id="{D78DCA3F-7193-CB7E-D175-C2F465967861}"/>
                </a:ext>
              </a:extLst>
            </p:cNvPr>
            <p:cNvSpPr/>
            <p:nvPr/>
          </p:nvSpPr>
          <p:spPr>
            <a:xfrm>
              <a:off x="5832272" y="2581155"/>
              <a:ext cx="47819" cy="19800"/>
            </a:xfrm>
            <a:custGeom>
              <a:avLst/>
              <a:gdLst>
                <a:gd name="connsiteX0" fmla="*/ 0 w 47819"/>
                <a:gd name="connsiteY0" fmla="*/ 19800 h 19800"/>
                <a:gd name="connsiteX1" fmla="*/ 0 w 47819"/>
                <a:gd name="connsiteY1" fmla="*/ 19800 h 19800"/>
                <a:gd name="connsiteX2" fmla="*/ 19800 w 47819"/>
                <a:gd name="connsiteY2" fmla="*/ 0 h 19800"/>
                <a:gd name="connsiteX3" fmla="*/ 47820 w 47819"/>
                <a:gd name="connsiteY3" fmla="*/ 0 h 19800"/>
                <a:gd name="connsiteX4" fmla="*/ 47820 w 47819"/>
                <a:gd name="connsiteY4" fmla="*/ 19800 h 19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19" h="19800">
                  <a:moveTo>
                    <a:pt x="0" y="19800"/>
                  </a:moveTo>
                  <a:lnTo>
                    <a:pt x="0" y="19800"/>
                  </a:lnTo>
                  <a:cubicBezTo>
                    <a:pt x="0" y="8869"/>
                    <a:pt x="8869" y="0"/>
                    <a:pt x="19800" y="0"/>
                  </a:cubicBezTo>
                  <a:lnTo>
                    <a:pt x="47820" y="0"/>
                  </a:lnTo>
                  <a:lnTo>
                    <a:pt x="47820" y="19800"/>
                  </a:lnTo>
                </a:path>
              </a:pathLst>
            </a:custGeom>
            <a:noFill/>
            <a:ln w="8472" cap="flat">
              <a:solidFill>
                <a:srgbClr val="17A3A3"/>
              </a:solidFill>
              <a:prstDash val="solid"/>
              <a:miter/>
            </a:ln>
          </p:spPr>
          <p:txBody>
            <a:bodyPr rtlCol="1" anchor="ctr"/>
            <a:lstStyle/>
            <a:p>
              <a:endParaRPr lang="ar-SA"/>
            </a:p>
          </p:txBody>
        </p:sp>
        <p:sp>
          <p:nvSpPr>
            <p:cNvPr id="9538" name="شكل حر: شكل 10634">
              <a:extLst>
                <a:ext uri="{FF2B5EF4-FFF2-40B4-BE49-F238E27FC236}">
                  <a16:creationId xmlns:a16="http://schemas.microsoft.com/office/drawing/2014/main" id="{75791F07-569B-CC46-E84C-7B03F6FA6E31}"/>
                </a:ext>
              </a:extLst>
            </p:cNvPr>
            <p:cNvSpPr/>
            <p:nvPr/>
          </p:nvSpPr>
          <p:spPr>
            <a:xfrm>
              <a:off x="5880119" y="2581155"/>
              <a:ext cx="47819" cy="19800"/>
            </a:xfrm>
            <a:custGeom>
              <a:avLst/>
              <a:gdLst>
                <a:gd name="connsiteX0" fmla="*/ 47820 w 47819"/>
                <a:gd name="connsiteY0" fmla="*/ 19800 h 19800"/>
                <a:gd name="connsiteX1" fmla="*/ 47820 w 47819"/>
                <a:gd name="connsiteY1" fmla="*/ 19800 h 19800"/>
                <a:gd name="connsiteX2" fmla="*/ 28020 w 47819"/>
                <a:gd name="connsiteY2" fmla="*/ 0 h 19800"/>
                <a:gd name="connsiteX3" fmla="*/ 0 w 47819"/>
                <a:gd name="connsiteY3" fmla="*/ 0 h 19800"/>
                <a:gd name="connsiteX4" fmla="*/ 0 w 47819"/>
                <a:gd name="connsiteY4" fmla="*/ 19800 h 19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819" h="19800">
                  <a:moveTo>
                    <a:pt x="47820" y="19800"/>
                  </a:moveTo>
                  <a:lnTo>
                    <a:pt x="47820" y="19800"/>
                  </a:lnTo>
                  <a:cubicBezTo>
                    <a:pt x="47820" y="8869"/>
                    <a:pt x="38951" y="0"/>
                    <a:pt x="28020" y="0"/>
                  </a:cubicBezTo>
                  <a:lnTo>
                    <a:pt x="0" y="0"/>
                  </a:lnTo>
                  <a:lnTo>
                    <a:pt x="0" y="19800"/>
                  </a:lnTo>
                </a:path>
              </a:pathLst>
            </a:custGeom>
            <a:noFill/>
            <a:ln w="8472" cap="flat">
              <a:solidFill>
                <a:srgbClr val="17A3A3"/>
              </a:solidFill>
              <a:prstDash val="solid"/>
              <a:miter/>
            </a:ln>
          </p:spPr>
          <p:txBody>
            <a:bodyPr rtlCol="1" anchor="ctr"/>
            <a:lstStyle/>
            <a:p>
              <a:endParaRPr lang="ar-SA"/>
            </a:p>
          </p:txBody>
        </p:sp>
      </p:grpSp>
      <p:grpSp>
        <p:nvGrpSpPr>
          <p:cNvPr id="9539" name="رسم 8014">
            <a:extLst>
              <a:ext uri="{FF2B5EF4-FFF2-40B4-BE49-F238E27FC236}">
                <a16:creationId xmlns:a16="http://schemas.microsoft.com/office/drawing/2014/main" id="{18283787-9346-F1AA-9F96-59786839D91D}"/>
              </a:ext>
            </a:extLst>
          </p:cNvPr>
          <p:cNvGrpSpPr/>
          <p:nvPr/>
        </p:nvGrpSpPr>
        <p:grpSpPr>
          <a:xfrm>
            <a:off x="8504721" y="4464957"/>
            <a:ext cx="307196" cy="289417"/>
            <a:chOff x="9247121" y="3849433"/>
            <a:chExt cx="367191" cy="367191"/>
          </a:xfrm>
          <a:noFill/>
        </p:grpSpPr>
        <p:sp>
          <p:nvSpPr>
            <p:cNvPr id="9540" name="شكل حر: شكل 10636">
              <a:extLst>
                <a:ext uri="{FF2B5EF4-FFF2-40B4-BE49-F238E27FC236}">
                  <a16:creationId xmlns:a16="http://schemas.microsoft.com/office/drawing/2014/main" id="{621DE5BF-937B-930D-255F-E922A7BA4B7B}"/>
                </a:ext>
              </a:extLst>
            </p:cNvPr>
            <p:cNvSpPr/>
            <p:nvPr/>
          </p:nvSpPr>
          <p:spPr>
            <a:xfrm>
              <a:off x="9343579" y="3960212"/>
              <a:ext cx="195684" cy="50079"/>
            </a:xfrm>
            <a:custGeom>
              <a:avLst/>
              <a:gdLst>
                <a:gd name="connsiteX0" fmla="*/ 0 w 195684"/>
                <a:gd name="connsiteY0" fmla="*/ 0 h 50079"/>
                <a:gd name="connsiteX1" fmla="*/ 65219 w 195684"/>
                <a:gd name="connsiteY1" fmla="*/ 50080 h 50079"/>
                <a:gd name="connsiteX2" fmla="*/ 130466 w 195684"/>
                <a:gd name="connsiteY2" fmla="*/ 0 h 50079"/>
                <a:gd name="connsiteX3" fmla="*/ 195685 w 195684"/>
                <a:gd name="connsiteY3" fmla="*/ 41662 h 50079"/>
              </a:gdLst>
              <a:ahLst/>
              <a:cxnLst>
                <a:cxn ang="0">
                  <a:pos x="connsiteX0" y="connsiteY0"/>
                </a:cxn>
                <a:cxn ang="0">
                  <a:pos x="connsiteX1" y="connsiteY1"/>
                </a:cxn>
                <a:cxn ang="0">
                  <a:pos x="connsiteX2" y="connsiteY2"/>
                </a:cxn>
                <a:cxn ang="0">
                  <a:pos x="connsiteX3" y="connsiteY3"/>
                </a:cxn>
              </a:cxnLst>
              <a:rect l="l" t="t" r="r" b="b"/>
              <a:pathLst>
                <a:path w="195684" h="50079">
                  <a:moveTo>
                    <a:pt x="0" y="0"/>
                  </a:moveTo>
                  <a:lnTo>
                    <a:pt x="65219" y="50080"/>
                  </a:lnTo>
                  <a:lnTo>
                    <a:pt x="130466" y="0"/>
                  </a:lnTo>
                  <a:lnTo>
                    <a:pt x="195685" y="41662"/>
                  </a:lnTo>
                </a:path>
              </a:pathLst>
            </a:custGeom>
            <a:noFill/>
            <a:ln w="8472" cap="flat">
              <a:solidFill>
                <a:srgbClr val="17A3A3"/>
              </a:solidFill>
              <a:prstDash val="solid"/>
              <a:miter/>
            </a:ln>
          </p:spPr>
          <p:txBody>
            <a:bodyPr rtlCol="1" anchor="ctr"/>
            <a:lstStyle/>
            <a:p>
              <a:endParaRPr lang="ar-SA"/>
            </a:p>
          </p:txBody>
        </p:sp>
        <p:sp>
          <p:nvSpPr>
            <p:cNvPr id="9541" name="شكل حر: شكل 10637">
              <a:extLst>
                <a:ext uri="{FF2B5EF4-FFF2-40B4-BE49-F238E27FC236}">
                  <a16:creationId xmlns:a16="http://schemas.microsoft.com/office/drawing/2014/main" id="{6FD605F1-CF5D-20B1-595A-28AD9223755F}"/>
                </a:ext>
              </a:extLst>
            </p:cNvPr>
            <p:cNvSpPr/>
            <p:nvPr/>
          </p:nvSpPr>
          <p:spPr>
            <a:xfrm>
              <a:off x="9271863" y="3849433"/>
              <a:ext cx="342448" cy="342448"/>
            </a:xfrm>
            <a:custGeom>
              <a:avLst/>
              <a:gdLst>
                <a:gd name="connsiteX0" fmla="*/ 342449 w 342448"/>
                <a:gd name="connsiteY0" fmla="*/ 342448 h 342448"/>
                <a:gd name="connsiteX1" fmla="*/ 0 w 342448"/>
                <a:gd name="connsiteY1" fmla="*/ 342448 h 342448"/>
                <a:gd name="connsiteX2" fmla="*/ 0 w 342448"/>
                <a:gd name="connsiteY2" fmla="*/ 0 h 342448"/>
              </a:gdLst>
              <a:ahLst/>
              <a:cxnLst>
                <a:cxn ang="0">
                  <a:pos x="connsiteX0" y="connsiteY0"/>
                </a:cxn>
                <a:cxn ang="0">
                  <a:pos x="connsiteX1" y="connsiteY1"/>
                </a:cxn>
                <a:cxn ang="0">
                  <a:pos x="connsiteX2" y="connsiteY2"/>
                </a:cxn>
              </a:cxnLst>
              <a:rect l="l" t="t" r="r" b="b"/>
              <a:pathLst>
                <a:path w="342448" h="342448">
                  <a:moveTo>
                    <a:pt x="342449" y="342448"/>
                  </a:moveTo>
                  <a:lnTo>
                    <a:pt x="0" y="342448"/>
                  </a:lnTo>
                  <a:lnTo>
                    <a:pt x="0" y="0"/>
                  </a:lnTo>
                </a:path>
              </a:pathLst>
            </a:custGeom>
            <a:noFill/>
            <a:ln w="8472" cap="flat">
              <a:solidFill>
                <a:srgbClr val="01355A"/>
              </a:solidFill>
              <a:prstDash val="solid"/>
              <a:miter/>
            </a:ln>
          </p:spPr>
          <p:txBody>
            <a:bodyPr rtlCol="1" anchor="ctr"/>
            <a:lstStyle/>
            <a:p>
              <a:endParaRPr lang="ar-SA"/>
            </a:p>
          </p:txBody>
        </p:sp>
        <p:sp>
          <p:nvSpPr>
            <p:cNvPr id="9542" name="شكل حر: شكل 10638">
              <a:extLst>
                <a:ext uri="{FF2B5EF4-FFF2-40B4-BE49-F238E27FC236}">
                  <a16:creationId xmlns:a16="http://schemas.microsoft.com/office/drawing/2014/main" id="{33871119-011C-32CF-BBFD-16B912B9D5A5}"/>
                </a:ext>
              </a:extLst>
            </p:cNvPr>
            <p:cNvSpPr/>
            <p:nvPr/>
          </p:nvSpPr>
          <p:spPr>
            <a:xfrm>
              <a:off x="9247121" y="3849433"/>
              <a:ext cx="49485" cy="24743"/>
            </a:xfrm>
            <a:custGeom>
              <a:avLst/>
              <a:gdLst>
                <a:gd name="connsiteX0" fmla="*/ 0 w 49485"/>
                <a:gd name="connsiteY0" fmla="*/ 24743 h 24743"/>
                <a:gd name="connsiteX1" fmla="*/ 24742 w 49485"/>
                <a:gd name="connsiteY1" fmla="*/ 0 h 24743"/>
                <a:gd name="connsiteX2" fmla="*/ 49485 w 49485"/>
                <a:gd name="connsiteY2" fmla="*/ 24743 h 24743"/>
              </a:gdLst>
              <a:ahLst/>
              <a:cxnLst>
                <a:cxn ang="0">
                  <a:pos x="connsiteX0" y="connsiteY0"/>
                </a:cxn>
                <a:cxn ang="0">
                  <a:pos x="connsiteX1" y="connsiteY1"/>
                </a:cxn>
                <a:cxn ang="0">
                  <a:pos x="connsiteX2" y="connsiteY2"/>
                </a:cxn>
              </a:cxnLst>
              <a:rect l="l" t="t" r="r" b="b"/>
              <a:pathLst>
                <a:path w="49485" h="24743">
                  <a:moveTo>
                    <a:pt x="0" y="24743"/>
                  </a:moveTo>
                  <a:lnTo>
                    <a:pt x="24742" y="0"/>
                  </a:lnTo>
                  <a:lnTo>
                    <a:pt x="49485" y="24743"/>
                  </a:lnTo>
                </a:path>
              </a:pathLst>
            </a:custGeom>
            <a:noFill/>
            <a:ln w="8472" cap="flat">
              <a:solidFill>
                <a:srgbClr val="01355A"/>
              </a:solidFill>
              <a:prstDash val="solid"/>
              <a:miter/>
            </a:ln>
          </p:spPr>
          <p:txBody>
            <a:bodyPr rtlCol="1" anchor="ctr"/>
            <a:lstStyle/>
            <a:p>
              <a:endParaRPr lang="ar-SA"/>
            </a:p>
          </p:txBody>
        </p:sp>
        <p:sp>
          <p:nvSpPr>
            <p:cNvPr id="9543" name="شكل حر: شكل 10639">
              <a:extLst>
                <a:ext uri="{FF2B5EF4-FFF2-40B4-BE49-F238E27FC236}">
                  <a16:creationId xmlns:a16="http://schemas.microsoft.com/office/drawing/2014/main" id="{2D097621-FC65-9EDF-C3E1-2D4B8A175537}"/>
                </a:ext>
              </a:extLst>
            </p:cNvPr>
            <p:cNvSpPr/>
            <p:nvPr/>
          </p:nvSpPr>
          <p:spPr>
            <a:xfrm>
              <a:off x="9589597" y="4167138"/>
              <a:ext cx="24714" cy="49486"/>
            </a:xfrm>
            <a:custGeom>
              <a:avLst/>
              <a:gdLst>
                <a:gd name="connsiteX0" fmla="*/ 0 w 24714"/>
                <a:gd name="connsiteY0" fmla="*/ 0 h 49486"/>
                <a:gd name="connsiteX1" fmla="*/ 24715 w 24714"/>
                <a:gd name="connsiteY1" fmla="*/ 24743 h 49486"/>
                <a:gd name="connsiteX2" fmla="*/ 0 w 24714"/>
                <a:gd name="connsiteY2" fmla="*/ 49486 h 49486"/>
              </a:gdLst>
              <a:ahLst/>
              <a:cxnLst>
                <a:cxn ang="0">
                  <a:pos x="connsiteX0" y="connsiteY0"/>
                </a:cxn>
                <a:cxn ang="0">
                  <a:pos x="connsiteX1" y="connsiteY1"/>
                </a:cxn>
                <a:cxn ang="0">
                  <a:pos x="connsiteX2" y="connsiteY2"/>
                </a:cxn>
              </a:cxnLst>
              <a:rect l="l" t="t" r="r" b="b"/>
              <a:pathLst>
                <a:path w="24714" h="49486">
                  <a:moveTo>
                    <a:pt x="0" y="0"/>
                  </a:moveTo>
                  <a:lnTo>
                    <a:pt x="24715" y="24743"/>
                  </a:lnTo>
                  <a:lnTo>
                    <a:pt x="0" y="49486"/>
                  </a:lnTo>
                </a:path>
              </a:pathLst>
            </a:custGeom>
            <a:noFill/>
            <a:ln w="8472" cap="flat">
              <a:solidFill>
                <a:srgbClr val="01355A"/>
              </a:solidFill>
              <a:prstDash val="solid"/>
              <a:miter/>
            </a:ln>
          </p:spPr>
          <p:txBody>
            <a:bodyPr rtlCol="1" anchor="ctr"/>
            <a:lstStyle/>
            <a:p>
              <a:endParaRPr lang="ar-SA"/>
            </a:p>
          </p:txBody>
        </p:sp>
        <p:sp>
          <p:nvSpPr>
            <p:cNvPr id="9544" name="شكل حر: شكل 10640">
              <a:extLst>
                <a:ext uri="{FF2B5EF4-FFF2-40B4-BE49-F238E27FC236}">
                  <a16:creationId xmlns:a16="http://schemas.microsoft.com/office/drawing/2014/main" id="{A7DB8A57-C11E-716F-160E-9F02ED949BDE}"/>
                </a:ext>
              </a:extLst>
            </p:cNvPr>
            <p:cNvSpPr/>
            <p:nvPr/>
          </p:nvSpPr>
          <p:spPr>
            <a:xfrm>
              <a:off x="9271863" y="3916093"/>
              <a:ext cx="29403" cy="2824"/>
            </a:xfrm>
            <a:custGeom>
              <a:avLst/>
              <a:gdLst>
                <a:gd name="connsiteX0" fmla="*/ 0 w 29403"/>
                <a:gd name="connsiteY0" fmla="*/ 0 h 2824"/>
                <a:gd name="connsiteX1" fmla="*/ 29404 w 29403"/>
                <a:gd name="connsiteY1" fmla="*/ 0 h 2824"/>
              </a:gdLst>
              <a:ahLst/>
              <a:cxnLst>
                <a:cxn ang="0">
                  <a:pos x="connsiteX0" y="connsiteY0"/>
                </a:cxn>
                <a:cxn ang="0">
                  <a:pos x="connsiteX1" y="connsiteY1"/>
                </a:cxn>
              </a:cxnLst>
              <a:rect l="l" t="t" r="r" b="b"/>
              <a:pathLst>
                <a:path w="29403" h="2824">
                  <a:moveTo>
                    <a:pt x="0" y="0"/>
                  </a:moveTo>
                  <a:lnTo>
                    <a:pt x="29404" y="0"/>
                  </a:lnTo>
                </a:path>
              </a:pathLst>
            </a:custGeom>
            <a:ln w="8472" cap="flat">
              <a:solidFill>
                <a:srgbClr val="01355A"/>
              </a:solidFill>
              <a:prstDash val="solid"/>
              <a:miter/>
            </a:ln>
          </p:spPr>
          <p:txBody>
            <a:bodyPr rtlCol="1" anchor="ctr"/>
            <a:lstStyle/>
            <a:p>
              <a:endParaRPr lang="ar-SA"/>
            </a:p>
          </p:txBody>
        </p:sp>
        <p:sp>
          <p:nvSpPr>
            <p:cNvPr id="9545" name="شكل حر: شكل 10641">
              <a:extLst>
                <a:ext uri="{FF2B5EF4-FFF2-40B4-BE49-F238E27FC236}">
                  <a16:creationId xmlns:a16="http://schemas.microsoft.com/office/drawing/2014/main" id="{5BE861D4-C173-48E4-C5E0-DE217F33D208}"/>
                </a:ext>
              </a:extLst>
            </p:cNvPr>
            <p:cNvSpPr/>
            <p:nvPr/>
          </p:nvSpPr>
          <p:spPr>
            <a:xfrm>
              <a:off x="9271863" y="3960212"/>
              <a:ext cx="29403" cy="2824"/>
            </a:xfrm>
            <a:custGeom>
              <a:avLst/>
              <a:gdLst>
                <a:gd name="connsiteX0" fmla="*/ 0 w 29403"/>
                <a:gd name="connsiteY0" fmla="*/ 0 h 2824"/>
                <a:gd name="connsiteX1" fmla="*/ 29404 w 29403"/>
                <a:gd name="connsiteY1" fmla="*/ 0 h 2824"/>
              </a:gdLst>
              <a:ahLst/>
              <a:cxnLst>
                <a:cxn ang="0">
                  <a:pos x="connsiteX0" y="connsiteY0"/>
                </a:cxn>
                <a:cxn ang="0">
                  <a:pos x="connsiteX1" y="connsiteY1"/>
                </a:cxn>
              </a:cxnLst>
              <a:rect l="l" t="t" r="r" b="b"/>
              <a:pathLst>
                <a:path w="29403" h="2824">
                  <a:moveTo>
                    <a:pt x="0" y="0"/>
                  </a:moveTo>
                  <a:lnTo>
                    <a:pt x="29404" y="0"/>
                  </a:lnTo>
                </a:path>
              </a:pathLst>
            </a:custGeom>
            <a:ln w="8472" cap="flat">
              <a:solidFill>
                <a:srgbClr val="01355A"/>
              </a:solidFill>
              <a:prstDash val="solid"/>
              <a:miter/>
            </a:ln>
          </p:spPr>
          <p:txBody>
            <a:bodyPr rtlCol="1" anchor="ctr"/>
            <a:lstStyle/>
            <a:p>
              <a:endParaRPr lang="ar-SA"/>
            </a:p>
          </p:txBody>
        </p:sp>
        <p:sp>
          <p:nvSpPr>
            <p:cNvPr id="9546" name="شكل حر: شكل 10642">
              <a:extLst>
                <a:ext uri="{FF2B5EF4-FFF2-40B4-BE49-F238E27FC236}">
                  <a16:creationId xmlns:a16="http://schemas.microsoft.com/office/drawing/2014/main" id="{0DEB75CA-0003-3A39-A03B-1BF9F7D882F8}"/>
                </a:ext>
              </a:extLst>
            </p:cNvPr>
            <p:cNvSpPr/>
            <p:nvPr/>
          </p:nvSpPr>
          <p:spPr>
            <a:xfrm>
              <a:off x="9271863" y="4004331"/>
              <a:ext cx="29403" cy="2824"/>
            </a:xfrm>
            <a:custGeom>
              <a:avLst/>
              <a:gdLst>
                <a:gd name="connsiteX0" fmla="*/ 0 w 29403"/>
                <a:gd name="connsiteY0" fmla="*/ 0 h 2824"/>
                <a:gd name="connsiteX1" fmla="*/ 29404 w 29403"/>
                <a:gd name="connsiteY1" fmla="*/ 0 h 2824"/>
              </a:gdLst>
              <a:ahLst/>
              <a:cxnLst>
                <a:cxn ang="0">
                  <a:pos x="connsiteX0" y="connsiteY0"/>
                </a:cxn>
                <a:cxn ang="0">
                  <a:pos x="connsiteX1" y="connsiteY1"/>
                </a:cxn>
              </a:cxnLst>
              <a:rect l="l" t="t" r="r" b="b"/>
              <a:pathLst>
                <a:path w="29403" h="2824">
                  <a:moveTo>
                    <a:pt x="0" y="0"/>
                  </a:moveTo>
                  <a:lnTo>
                    <a:pt x="29404" y="0"/>
                  </a:lnTo>
                </a:path>
              </a:pathLst>
            </a:custGeom>
            <a:ln w="8472" cap="flat">
              <a:solidFill>
                <a:srgbClr val="01355A"/>
              </a:solidFill>
              <a:prstDash val="solid"/>
              <a:miter/>
            </a:ln>
          </p:spPr>
          <p:txBody>
            <a:bodyPr rtlCol="1" anchor="ctr"/>
            <a:lstStyle/>
            <a:p>
              <a:endParaRPr lang="ar-SA"/>
            </a:p>
          </p:txBody>
        </p:sp>
        <p:sp>
          <p:nvSpPr>
            <p:cNvPr id="9547" name="شكل حر: شكل 10643">
              <a:extLst>
                <a:ext uri="{FF2B5EF4-FFF2-40B4-BE49-F238E27FC236}">
                  <a16:creationId xmlns:a16="http://schemas.microsoft.com/office/drawing/2014/main" id="{C1A09A4A-35FD-5BE3-FA62-65C92E993E3D}"/>
                </a:ext>
              </a:extLst>
            </p:cNvPr>
            <p:cNvSpPr/>
            <p:nvPr/>
          </p:nvSpPr>
          <p:spPr>
            <a:xfrm>
              <a:off x="9271863" y="4048423"/>
              <a:ext cx="29403" cy="2824"/>
            </a:xfrm>
            <a:custGeom>
              <a:avLst/>
              <a:gdLst>
                <a:gd name="connsiteX0" fmla="*/ 0 w 29403"/>
                <a:gd name="connsiteY0" fmla="*/ 0 h 2824"/>
                <a:gd name="connsiteX1" fmla="*/ 29404 w 29403"/>
                <a:gd name="connsiteY1" fmla="*/ 0 h 2824"/>
              </a:gdLst>
              <a:ahLst/>
              <a:cxnLst>
                <a:cxn ang="0">
                  <a:pos x="connsiteX0" y="connsiteY0"/>
                </a:cxn>
                <a:cxn ang="0">
                  <a:pos x="connsiteX1" y="connsiteY1"/>
                </a:cxn>
              </a:cxnLst>
              <a:rect l="l" t="t" r="r" b="b"/>
              <a:pathLst>
                <a:path w="29403" h="2824">
                  <a:moveTo>
                    <a:pt x="0" y="0"/>
                  </a:moveTo>
                  <a:lnTo>
                    <a:pt x="29404" y="0"/>
                  </a:lnTo>
                </a:path>
              </a:pathLst>
            </a:custGeom>
            <a:ln w="8472" cap="flat">
              <a:solidFill>
                <a:srgbClr val="01355A"/>
              </a:solidFill>
              <a:prstDash val="solid"/>
              <a:miter/>
            </a:ln>
          </p:spPr>
          <p:txBody>
            <a:bodyPr rtlCol="1" anchor="ctr"/>
            <a:lstStyle/>
            <a:p>
              <a:endParaRPr lang="ar-SA"/>
            </a:p>
          </p:txBody>
        </p:sp>
        <p:sp>
          <p:nvSpPr>
            <p:cNvPr id="9548" name="شكل حر: شكل 10644">
              <a:extLst>
                <a:ext uri="{FF2B5EF4-FFF2-40B4-BE49-F238E27FC236}">
                  <a16:creationId xmlns:a16="http://schemas.microsoft.com/office/drawing/2014/main" id="{43F9A11F-D86A-A255-E14E-A86210D0A5CF}"/>
                </a:ext>
              </a:extLst>
            </p:cNvPr>
            <p:cNvSpPr/>
            <p:nvPr/>
          </p:nvSpPr>
          <p:spPr>
            <a:xfrm>
              <a:off x="9271863" y="4092542"/>
              <a:ext cx="29403" cy="2824"/>
            </a:xfrm>
            <a:custGeom>
              <a:avLst/>
              <a:gdLst>
                <a:gd name="connsiteX0" fmla="*/ 0 w 29403"/>
                <a:gd name="connsiteY0" fmla="*/ 0 h 2824"/>
                <a:gd name="connsiteX1" fmla="*/ 29404 w 29403"/>
                <a:gd name="connsiteY1" fmla="*/ 0 h 2824"/>
              </a:gdLst>
              <a:ahLst/>
              <a:cxnLst>
                <a:cxn ang="0">
                  <a:pos x="connsiteX0" y="connsiteY0"/>
                </a:cxn>
                <a:cxn ang="0">
                  <a:pos x="connsiteX1" y="connsiteY1"/>
                </a:cxn>
              </a:cxnLst>
              <a:rect l="l" t="t" r="r" b="b"/>
              <a:pathLst>
                <a:path w="29403" h="2824">
                  <a:moveTo>
                    <a:pt x="0" y="0"/>
                  </a:moveTo>
                  <a:lnTo>
                    <a:pt x="29404" y="0"/>
                  </a:lnTo>
                </a:path>
              </a:pathLst>
            </a:custGeom>
            <a:ln w="8472" cap="flat">
              <a:solidFill>
                <a:srgbClr val="01355A"/>
              </a:solidFill>
              <a:prstDash val="solid"/>
              <a:miter/>
            </a:ln>
          </p:spPr>
          <p:txBody>
            <a:bodyPr rtlCol="1" anchor="ctr"/>
            <a:lstStyle/>
            <a:p>
              <a:endParaRPr lang="ar-SA"/>
            </a:p>
          </p:txBody>
        </p:sp>
        <p:sp>
          <p:nvSpPr>
            <p:cNvPr id="9549" name="شكل حر: شكل 10645">
              <a:extLst>
                <a:ext uri="{FF2B5EF4-FFF2-40B4-BE49-F238E27FC236}">
                  <a16:creationId xmlns:a16="http://schemas.microsoft.com/office/drawing/2014/main" id="{A270B6B3-E151-C2E8-769B-43F3DFC0C60A}"/>
                </a:ext>
              </a:extLst>
            </p:cNvPr>
            <p:cNvSpPr/>
            <p:nvPr/>
          </p:nvSpPr>
          <p:spPr>
            <a:xfrm>
              <a:off x="9271863" y="4136661"/>
              <a:ext cx="29403" cy="2824"/>
            </a:xfrm>
            <a:custGeom>
              <a:avLst/>
              <a:gdLst>
                <a:gd name="connsiteX0" fmla="*/ 0 w 29403"/>
                <a:gd name="connsiteY0" fmla="*/ 0 h 2824"/>
                <a:gd name="connsiteX1" fmla="*/ 29404 w 29403"/>
                <a:gd name="connsiteY1" fmla="*/ 0 h 2824"/>
              </a:gdLst>
              <a:ahLst/>
              <a:cxnLst>
                <a:cxn ang="0">
                  <a:pos x="connsiteX0" y="connsiteY0"/>
                </a:cxn>
                <a:cxn ang="0">
                  <a:pos x="connsiteX1" y="connsiteY1"/>
                </a:cxn>
              </a:cxnLst>
              <a:rect l="l" t="t" r="r" b="b"/>
              <a:pathLst>
                <a:path w="29403" h="2824">
                  <a:moveTo>
                    <a:pt x="0" y="0"/>
                  </a:moveTo>
                  <a:lnTo>
                    <a:pt x="29404" y="0"/>
                  </a:lnTo>
                </a:path>
              </a:pathLst>
            </a:custGeom>
            <a:ln w="8472" cap="flat">
              <a:solidFill>
                <a:srgbClr val="01355A"/>
              </a:solidFill>
              <a:prstDash val="solid"/>
              <a:miter/>
            </a:ln>
          </p:spPr>
          <p:txBody>
            <a:bodyPr rtlCol="1" anchor="ctr"/>
            <a:lstStyle/>
            <a:p>
              <a:endParaRPr lang="ar-SA"/>
            </a:p>
          </p:txBody>
        </p:sp>
        <p:sp>
          <p:nvSpPr>
            <p:cNvPr id="9550" name="شكل حر: شكل 10646">
              <a:extLst>
                <a:ext uri="{FF2B5EF4-FFF2-40B4-BE49-F238E27FC236}">
                  <a16:creationId xmlns:a16="http://schemas.microsoft.com/office/drawing/2014/main" id="{74D14B21-13D7-CD23-3259-FA7CC7E8409B}"/>
                </a:ext>
              </a:extLst>
            </p:cNvPr>
            <p:cNvSpPr/>
            <p:nvPr/>
          </p:nvSpPr>
          <p:spPr>
            <a:xfrm>
              <a:off x="9548641" y="4162478"/>
              <a:ext cx="2824" cy="29403"/>
            </a:xfrm>
            <a:custGeom>
              <a:avLst/>
              <a:gdLst>
                <a:gd name="connsiteX0" fmla="*/ 0 w 2824"/>
                <a:gd name="connsiteY0" fmla="*/ 0 h 29403"/>
                <a:gd name="connsiteX1" fmla="*/ 0 w 2824"/>
                <a:gd name="connsiteY1" fmla="*/ 29403 h 29403"/>
              </a:gdLst>
              <a:ahLst/>
              <a:cxnLst>
                <a:cxn ang="0">
                  <a:pos x="connsiteX0" y="connsiteY0"/>
                </a:cxn>
                <a:cxn ang="0">
                  <a:pos x="connsiteX1" y="connsiteY1"/>
                </a:cxn>
              </a:cxnLst>
              <a:rect l="l" t="t" r="r" b="b"/>
              <a:pathLst>
                <a:path w="2824" h="29403">
                  <a:moveTo>
                    <a:pt x="0" y="0"/>
                  </a:moveTo>
                  <a:lnTo>
                    <a:pt x="0" y="29403"/>
                  </a:lnTo>
                </a:path>
              </a:pathLst>
            </a:custGeom>
            <a:ln w="8472" cap="flat">
              <a:solidFill>
                <a:srgbClr val="01355A"/>
              </a:solidFill>
              <a:prstDash val="solid"/>
              <a:miter/>
            </a:ln>
          </p:spPr>
          <p:txBody>
            <a:bodyPr rtlCol="1" anchor="ctr"/>
            <a:lstStyle/>
            <a:p>
              <a:endParaRPr lang="ar-SA"/>
            </a:p>
          </p:txBody>
        </p:sp>
        <p:sp>
          <p:nvSpPr>
            <p:cNvPr id="9551" name="شكل حر: شكل 10647">
              <a:extLst>
                <a:ext uri="{FF2B5EF4-FFF2-40B4-BE49-F238E27FC236}">
                  <a16:creationId xmlns:a16="http://schemas.microsoft.com/office/drawing/2014/main" id="{1431778F-F2A4-5F82-CD9A-0EF322AD6E31}"/>
                </a:ext>
              </a:extLst>
            </p:cNvPr>
            <p:cNvSpPr/>
            <p:nvPr/>
          </p:nvSpPr>
          <p:spPr>
            <a:xfrm>
              <a:off x="9504521" y="4162478"/>
              <a:ext cx="2824" cy="29403"/>
            </a:xfrm>
            <a:custGeom>
              <a:avLst/>
              <a:gdLst>
                <a:gd name="connsiteX0" fmla="*/ 0 w 2824"/>
                <a:gd name="connsiteY0" fmla="*/ 0 h 29403"/>
                <a:gd name="connsiteX1" fmla="*/ 0 w 2824"/>
                <a:gd name="connsiteY1" fmla="*/ 29403 h 29403"/>
              </a:gdLst>
              <a:ahLst/>
              <a:cxnLst>
                <a:cxn ang="0">
                  <a:pos x="connsiteX0" y="connsiteY0"/>
                </a:cxn>
                <a:cxn ang="0">
                  <a:pos x="connsiteX1" y="connsiteY1"/>
                </a:cxn>
              </a:cxnLst>
              <a:rect l="l" t="t" r="r" b="b"/>
              <a:pathLst>
                <a:path w="2824" h="29403">
                  <a:moveTo>
                    <a:pt x="0" y="0"/>
                  </a:moveTo>
                  <a:lnTo>
                    <a:pt x="0" y="29403"/>
                  </a:lnTo>
                </a:path>
              </a:pathLst>
            </a:custGeom>
            <a:ln w="8472" cap="flat">
              <a:solidFill>
                <a:srgbClr val="01355A"/>
              </a:solidFill>
              <a:prstDash val="solid"/>
              <a:miter/>
            </a:ln>
          </p:spPr>
          <p:txBody>
            <a:bodyPr rtlCol="1" anchor="ctr"/>
            <a:lstStyle/>
            <a:p>
              <a:endParaRPr lang="ar-SA"/>
            </a:p>
          </p:txBody>
        </p:sp>
        <p:sp>
          <p:nvSpPr>
            <p:cNvPr id="9552" name="شكل حر: شكل 10648">
              <a:extLst>
                <a:ext uri="{FF2B5EF4-FFF2-40B4-BE49-F238E27FC236}">
                  <a16:creationId xmlns:a16="http://schemas.microsoft.com/office/drawing/2014/main" id="{AF525473-4C2B-F771-773B-77DC4F35B8A5}"/>
                </a:ext>
              </a:extLst>
            </p:cNvPr>
            <p:cNvSpPr/>
            <p:nvPr/>
          </p:nvSpPr>
          <p:spPr>
            <a:xfrm>
              <a:off x="9460402" y="4162478"/>
              <a:ext cx="2824" cy="29403"/>
            </a:xfrm>
            <a:custGeom>
              <a:avLst/>
              <a:gdLst>
                <a:gd name="connsiteX0" fmla="*/ 0 w 2824"/>
                <a:gd name="connsiteY0" fmla="*/ 0 h 29403"/>
                <a:gd name="connsiteX1" fmla="*/ 0 w 2824"/>
                <a:gd name="connsiteY1" fmla="*/ 29403 h 29403"/>
              </a:gdLst>
              <a:ahLst/>
              <a:cxnLst>
                <a:cxn ang="0">
                  <a:pos x="connsiteX0" y="connsiteY0"/>
                </a:cxn>
                <a:cxn ang="0">
                  <a:pos x="connsiteX1" y="connsiteY1"/>
                </a:cxn>
              </a:cxnLst>
              <a:rect l="l" t="t" r="r" b="b"/>
              <a:pathLst>
                <a:path w="2824" h="29403">
                  <a:moveTo>
                    <a:pt x="0" y="0"/>
                  </a:moveTo>
                  <a:lnTo>
                    <a:pt x="0" y="29403"/>
                  </a:lnTo>
                </a:path>
              </a:pathLst>
            </a:custGeom>
            <a:ln w="8472" cap="flat">
              <a:solidFill>
                <a:srgbClr val="01355A"/>
              </a:solidFill>
              <a:prstDash val="solid"/>
              <a:miter/>
            </a:ln>
          </p:spPr>
          <p:txBody>
            <a:bodyPr rtlCol="1" anchor="ctr"/>
            <a:lstStyle/>
            <a:p>
              <a:endParaRPr lang="ar-SA"/>
            </a:p>
          </p:txBody>
        </p:sp>
        <p:sp>
          <p:nvSpPr>
            <p:cNvPr id="9553" name="شكل حر: شكل 10649">
              <a:extLst>
                <a:ext uri="{FF2B5EF4-FFF2-40B4-BE49-F238E27FC236}">
                  <a16:creationId xmlns:a16="http://schemas.microsoft.com/office/drawing/2014/main" id="{F1876E2C-F840-1B37-D543-D2516D9F3B36}"/>
                </a:ext>
              </a:extLst>
            </p:cNvPr>
            <p:cNvSpPr/>
            <p:nvPr/>
          </p:nvSpPr>
          <p:spPr>
            <a:xfrm>
              <a:off x="9416283" y="4162478"/>
              <a:ext cx="2824" cy="29403"/>
            </a:xfrm>
            <a:custGeom>
              <a:avLst/>
              <a:gdLst>
                <a:gd name="connsiteX0" fmla="*/ 0 w 2824"/>
                <a:gd name="connsiteY0" fmla="*/ 0 h 29403"/>
                <a:gd name="connsiteX1" fmla="*/ 0 w 2824"/>
                <a:gd name="connsiteY1" fmla="*/ 29403 h 29403"/>
              </a:gdLst>
              <a:ahLst/>
              <a:cxnLst>
                <a:cxn ang="0">
                  <a:pos x="connsiteX0" y="connsiteY0"/>
                </a:cxn>
                <a:cxn ang="0">
                  <a:pos x="connsiteX1" y="connsiteY1"/>
                </a:cxn>
              </a:cxnLst>
              <a:rect l="l" t="t" r="r" b="b"/>
              <a:pathLst>
                <a:path w="2824" h="29403">
                  <a:moveTo>
                    <a:pt x="0" y="0"/>
                  </a:moveTo>
                  <a:lnTo>
                    <a:pt x="0" y="29403"/>
                  </a:lnTo>
                </a:path>
              </a:pathLst>
            </a:custGeom>
            <a:ln w="8472" cap="flat">
              <a:solidFill>
                <a:srgbClr val="01355A"/>
              </a:solidFill>
              <a:prstDash val="solid"/>
              <a:miter/>
            </a:ln>
          </p:spPr>
          <p:txBody>
            <a:bodyPr rtlCol="1" anchor="ctr"/>
            <a:lstStyle/>
            <a:p>
              <a:endParaRPr lang="ar-SA"/>
            </a:p>
          </p:txBody>
        </p:sp>
        <p:sp>
          <p:nvSpPr>
            <p:cNvPr id="9554" name="شكل حر: شكل 10650">
              <a:extLst>
                <a:ext uri="{FF2B5EF4-FFF2-40B4-BE49-F238E27FC236}">
                  <a16:creationId xmlns:a16="http://schemas.microsoft.com/office/drawing/2014/main" id="{CE97FA1B-838C-E3BA-AF50-47148301673E}"/>
                </a:ext>
              </a:extLst>
            </p:cNvPr>
            <p:cNvSpPr/>
            <p:nvPr/>
          </p:nvSpPr>
          <p:spPr>
            <a:xfrm>
              <a:off x="9372191" y="4162478"/>
              <a:ext cx="2824" cy="29403"/>
            </a:xfrm>
            <a:custGeom>
              <a:avLst/>
              <a:gdLst>
                <a:gd name="connsiteX0" fmla="*/ 0 w 2824"/>
                <a:gd name="connsiteY0" fmla="*/ 0 h 29403"/>
                <a:gd name="connsiteX1" fmla="*/ 0 w 2824"/>
                <a:gd name="connsiteY1" fmla="*/ 29403 h 29403"/>
              </a:gdLst>
              <a:ahLst/>
              <a:cxnLst>
                <a:cxn ang="0">
                  <a:pos x="connsiteX0" y="connsiteY0"/>
                </a:cxn>
                <a:cxn ang="0">
                  <a:pos x="connsiteX1" y="connsiteY1"/>
                </a:cxn>
              </a:cxnLst>
              <a:rect l="l" t="t" r="r" b="b"/>
              <a:pathLst>
                <a:path w="2824" h="29403">
                  <a:moveTo>
                    <a:pt x="0" y="0"/>
                  </a:moveTo>
                  <a:lnTo>
                    <a:pt x="0" y="29403"/>
                  </a:lnTo>
                </a:path>
              </a:pathLst>
            </a:custGeom>
            <a:ln w="8472" cap="flat">
              <a:solidFill>
                <a:srgbClr val="01355A"/>
              </a:solidFill>
              <a:prstDash val="solid"/>
              <a:miter/>
            </a:ln>
          </p:spPr>
          <p:txBody>
            <a:bodyPr rtlCol="1" anchor="ctr"/>
            <a:lstStyle/>
            <a:p>
              <a:endParaRPr lang="ar-SA"/>
            </a:p>
          </p:txBody>
        </p:sp>
        <p:sp>
          <p:nvSpPr>
            <p:cNvPr id="9555" name="شكل حر: شكل 10651">
              <a:extLst>
                <a:ext uri="{FF2B5EF4-FFF2-40B4-BE49-F238E27FC236}">
                  <a16:creationId xmlns:a16="http://schemas.microsoft.com/office/drawing/2014/main" id="{0F677D4C-3CA7-B83E-11F5-60D8FB55F693}"/>
                </a:ext>
              </a:extLst>
            </p:cNvPr>
            <p:cNvSpPr/>
            <p:nvPr/>
          </p:nvSpPr>
          <p:spPr>
            <a:xfrm>
              <a:off x="9328072" y="4162478"/>
              <a:ext cx="2824" cy="29403"/>
            </a:xfrm>
            <a:custGeom>
              <a:avLst/>
              <a:gdLst>
                <a:gd name="connsiteX0" fmla="*/ 0 w 2824"/>
                <a:gd name="connsiteY0" fmla="*/ 0 h 29403"/>
                <a:gd name="connsiteX1" fmla="*/ 0 w 2824"/>
                <a:gd name="connsiteY1" fmla="*/ 29403 h 29403"/>
              </a:gdLst>
              <a:ahLst/>
              <a:cxnLst>
                <a:cxn ang="0">
                  <a:pos x="connsiteX0" y="connsiteY0"/>
                </a:cxn>
                <a:cxn ang="0">
                  <a:pos x="connsiteX1" y="connsiteY1"/>
                </a:cxn>
              </a:cxnLst>
              <a:rect l="l" t="t" r="r" b="b"/>
              <a:pathLst>
                <a:path w="2824" h="29403">
                  <a:moveTo>
                    <a:pt x="0" y="0"/>
                  </a:moveTo>
                  <a:lnTo>
                    <a:pt x="0" y="29403"/>
                  </a:lnTo>
                </a:path>
              </a:pathLst>
            </a:custGeom>
            <a:ln w="8472" cap="flat">
              <a:solidFill>
                <a:srgbClr val="01355A"/>
              </a:solidFill>
              <a:prstDash val="solid"/>
              <a:miter/>
            </a:ln>
          </p:spPr>
          <p:txBody>
            <a:bodyPr rtlCol="1" anchor="ctr"/>
            <a:lstStyle/>
            <a:p>
              <a:endParaRPr lang="ar-SA"/>
            </a:p>
          </p:txBody>
        </p:sp>
      </p:grpSp>
      <p:grpSp>
        <p:nvGrpSpPr>
          <p:cNvPr id="9556" name="رسم 8014">
            <a:extLst>
              <a:ext uri="{FF2B5EF4-FFF2-40B4-BE49-F238E27FC236}">
                <a16:creationId xmlns:a16="http://schemas.microsoft.com/office/drawing/2014/main" id="{9C4FB470-5FB0-AB9B-8B5B-C50FD9630BED}"/>
              </a:ext>
            </a:extLst>
          </p:cNvPr>
          <p:cNvGrpSpPr/>
          <p:nvPr/>
        </p:nvGrpSpPr>
        <p:grpSpPr>
          <a:xfrm>
            <a:off x="10386072" y="4059119"/>
            <a:ext cx="248735" cy="258516"/>
            <a:chOff x="9819500" y="5959201"/>
            <a:chExt cx="297313" cy="327986"/>
          </a:xfrm>
          <a:noFill/>
        </p:grpSpPr>
        <p:grpSp>
          <p:nvGrpSpPr>
            <p:cNvPr id="9557" name="رسم 8014">
              <a:extLst>
                <a:ext uri="{FF2B5EF4-FFF2-40B4-BE49-F238E27FC236}">
                  <a16:creationId xmlns:a16="http://schemas.microsoft.com/office/drawing/2014/main" id="{61ECBB37-0F69-D959-8ADA-86199238C873}"/>
                </a:ext>
              </a:extLst>
            </p:cNvPr>
            <p:cNvGrpSpPr/>
            <p:nvPr/>
          </p:nvGrpSpPr>
          <p:grpSpPr>
            <a:xfrm>
              <a:off x="9994185" y="6075854"/>
              <a:ext cx="22370" cy="57338"/>
              <a:chOff x="9994185" y="6075854"/>
              <a:chExt cx="22370" cy="57338"/>
            </a:xfrm>
            <a:noFill/>
          </p:grpSpPr>
          <p:sp>
            <p:nvSpPr>
              <p:cNvPr id="9579" name="شكل حر: شكل 10654">
                <a:extLst>
                  <a:ext uri="{FF2B5EF4-FFF2-40B4-BE49-F238E27FC236}">
                    <a16:creationId xmlns:a16="http://schemas.microsoft.com/office/drawing/2014/main" id="{6C8CF262-B9D2-0829-08CE-18F50242DDB2}"/>
                  </a:ext>
                </a:extLst>
              </p:cNvPr>
              <p:cNvSpPr/>
              <p:nvPr/>
            </p:nvSpPr>
            <p:spPr>
              <a:xfrm>
                <a:off x="9994185" y="6082125"/>
                <a:ext cx="22370" cy="44740"/>
              </a:xfrm>
              <a:custGeom>
                <a:avLst/>
                <a:gdLst>
                  <a:gd name="connsiteX0" fmla="*/ 0 w 22370"/>
                  <a:gd name="connsiteY0" fmla="*/ 33555 h 44740"/>
                  <a:gd name="connsiteX1" fmla="*/ 11185 w 22370"/>
                  <a:gd name="connsiteY1" fmla="*/ 44740 h 44740"/>
                  <a:gd name="connsiteX2" fmla="*/ 22370 w 22370"/>
                  <a:gd name="connsiteY2" fmla="*/ 33555 h 44740"/>
                  <a:gd name="connsiteX3" fmla="*/ 11185 w 22370"/>
                  <a:gd name="connsiteY3" fmla="*/ 22370 h 44740"/>
                  <a:gd name="connsiteX4" fmla="*/ 0 w 22370"/>
                  <a:gd name="connsiteY4" fmla="*/ 11185 h 44740"/>
                  <a:gd name="connsiteX5" fmla="*/ 11185 w 22370"/>
                  <a:gd name="connsiteY5" fmla="*/ 0 h 44740"/>
                  <a:gd name="connsiteX6" fmla="*/ 22370 w 22370"/>
                  <a:gd name="connsiteY6" fmla="*/ 11185 h 44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70" h="44740">
                    <a:moveTo>
                      <a:pt x="0" y="33555"/>
                    </a:moveTo>
                    <a:cubicBezTo>
                      <a:pt x="0" y="39741"/>
                      <a:pt x="4999" y="44740"/>
                      <a:pt x="11185" y="44740"/>
                    </a:cubicBezTo>
                    <a:cubicBezTo>
                      <a:pt x="17371" y="44740"/>
                      <a:pt x="22370" y="39741"/>
                      <a:pt x="22370" y="33555"/>
                    </a:cubicBezTo>
                    <a:cubicBezTo>
                      <a:pt x="22370" y="27370"/>
                      <a:pt x="17794" y="24517"/>
                      <a:pt x="11185" y="22370"/>
                    </a:cubicBezTo>
                    <a:cubicBezTo>
                      <a:pt x="5310" y="20450"/>
                      <a:pt x="0" y="17371"/>
                      <a:pt x="0" y="11185"/>
                    </a:cubicBezTo>
                    <a:cubicBezTo>
                      <a:pt x="0" y="5000"/>
                      <a:pt x="4999" y="0"/>
                      <a:pt x="11185" y="0"/>
                    </a:cubicBezTo>
                    <a:cubicBezTo>
                      <a:pt x="17371" y="0"/>
                      <a:pt x="22370" y="5000"/>
                      <a:pt x="22370" y="11185"/>
                    </a:cubicBezTo>
                  </a:path>
                </a:pathLst>
              </a:custGeom>
              <a:noFill/>
              <a:ln w="8472" cap="flat">
                <a:solidFill>
                  <a:srgbClr val="17A3A3"/>
                </a:solidFill>
                <a:prstDash val="solid"/>
                <a:miter/>
              </a:ln>
            </p:spPr>
            <p:txBody>
              <a:bodyPr rtlCol="1" anchor="ctr"/>
              <a:lstStyle/>
              <a:p>
                <a:endParaRPr lang="ar-SA"/>
              </a:p>
            </p:txBody>
          </p:sp>
          <p:sp>
            <p:nvSpPr>
              <p:cNvPr id="9580" name="شكل حر: شكل 10655">
                <a:extLst>
                  <a:ext uri="{FF2B5EF4-FFF2-40B4-BE49-F238E27FC236}">
                    <a16:creationId xmlns:a16="http://schemas.microsoft.com/office/drawing/2014/main" id="{6FD8991F-97AB-CB3F-722D-A6057CD47352}"/>
                  </a:ext>
                </a:extLst>
              </p:cNvPr>
              <p:cNvSpPr/>
              <p:nvPr/>
            </p:nvSpPr>
            <p:spPr>
              <a:xfrm>
                <a:off x="10005370" y="6075854"/>
                <a:ext cx="2824" cy="6326"/>
              </a:xfrm>
              <a:custGeom>
                <a:avLst/>
                <a:gdLst>
                  <a:gd name="connsiteX0" fmla="*/ 0 w 2824"/>
                  <a:gd name="connsiteY0" fmla="*/ 0 h 6326"/>
                  <a:gd name="connsiteX1" fmla="*/ 0 w 2824"/>
                  <a:gd name="connsiteY1" fmla="*/ 6327 h 6326"/>
                </a:gdLst>
                <a:ahLst/>
                <a:cxnLst>
                  <a:cxn ang="0">
                    <a:pos x="connsiteX0" y="connsiteY0"/>
                  </a:cxn>
                  <a:cxn ang="0">
                    <a:pos x="connsiteX1" y="connsiteY1"/>
                  </a:cxn>
                </a:cxnLst>
                <a:rect l="l" t="t" r="r" b="b"/>
                <a:pathLst>
                  <a:path w="2824" h="6326">
                    <a:moveTo>
                      <a:pt x="0" y="0"/>
                    </a:moveTo>
                    <a:lnTo>
                      <a:pt x="0" y="6327"/>
                    </a:lnTo>
                  </a:path>
                </a:pathLst>
              </a:custGeom>
              <a:ln w="8472" cap="flat">
                <a:solidFill>
                  <a:srgbClr val="17A3A3"/>
                </a:solidFill>
                <a:prstDash val="solid"/>
                <a:miter/>
              </a:ln>
            </p:spPr>
            <p:txBody>
              <a:bodyPr rtlCol="1" anchor="ctr"/>
              <a:lstStyle/>
              <a:p>
                <a:endParaRPr lang="ar-SA"/>
              </a:p>
            </p:txBody>
          </p:sp>
          <p:sp>
            <p:nvSpPr>
              <p:cNvPr id="9581" name="شكل حر: شكل 10656">
                <a:extLst>
                  <a:ext uri="{FF2B5EF4-FFF2-40B4-BE49-F238E27FC236}">
                    <a16:creationId xmlns:a16="http://schemas.microsoft.com/office/drawing/2014/main" id="{2ED3B857-40D9-7A9B-1E2E-213A975A85CD}"/>
                  </a:ext>
                </a:extLst>
              </p:cNvPr>
              <p:cNvSpPr/>
              <p:nvPr/>
            </p:nvSpPr>
            <p:spPr>
              <a:xfrm>
                <a:off x="10005370" y="6126866"/>
                <a:ext cx="2824" cy="6326"/>
              </a:xfrm>
              <a:custGeom>
                <a:avLst/>
                <a:gdLst>
                  <a:gd name="connsiteX0" fmla="*/ 0 w 2824"/>
                  <a:gd name="connsiteY0" fmla="*/ 0 h 6326"/>
                  <a:gd name="connsiteX1" fmla="*/ 0 w 2824"/>
                  <a:gd name="connsiteY1" fmla="*/ 6327 h 6326"/>
                </a:gdLst>
                <a:ahLst/>
                <a:cxnLst>
                  <a:cxn ang="0">
                    <a:pos x="connsiteX0" y="connsiteY0"/>
                  </a:cxn>
                  <a:cxn ang="0">
                    <a:pos x="connsiteX1" y="connsiteY1"/>
                  </a:cxn>
                </a:cxnLst>
                <a:rect l="l" t="t" r="r" b="b"/>
                <a:pathLst>
                  <a:path w="2824" h="6326">
                    <a:moveTo>
                      <a:pt x="0" y="0"/>
                    </a:moveTo>
                    <a:lnTo>
                      <a:pt x="0" y="6327"/>
                    </a:lnTo>
                  </a:path>
                </a:pathLst>
              </a:custGeom>
              <a:ln w="8472" cap="flat">
                <a:solidFill>
                  <a:srgbClr val="17A3A3"/>
                </a:solidFill>
                <a:prstDash val="solid"/>
                <a:miter/>
              </a:ln>
            </p:spPr>
            <p:txBody>
              <a:bodyPr rtlCol="1" anchor="ctr"/>
              <a:lstStyle/>
              <a:p>
                <a:endParaRPr lang="ar-SA"/>
              </a:p>
            </p:txBody>
          </p:sp>
        </p:grpSp>
        <p:sp>
          <p:nvSpPr>
            <p:cNvPr id="9558" name="شكل حر: شكل 10657">
              <a:extLst>
                <a:ext uri="{FF2B5EF4-FFF2-40B4-BE49-F238E27FC236}">
                  <a16:creationId xmlns:a16="http://schemas.microsoft.com/office/drawing/2014/main" id="{B07FBBFC-32BF-4C5B-4B6F-1DB16FFFA353}"/>
                </a:ext>
              </a:extLst>
            </p:cNvPr>
            <p:cNvSpPr/>
            <p:nvPr/>
          </p:nvSpPr>
          <p:spPr>
            <a:xfrm>
              <a:off x="9819500" y="6090881"/>
              <a:ext cx="297313" cy="114648"/>
            </a:xfrm>
            <a:custGeom>
              <a:avLst/>
              <a:gdLst>
                <a:gd name="connsiteX0" fmla="*/ 71561 w 297313"/>
                <a:gd name="connsiteY0" fmla="*/ 0 h 114648"/>
                <a:gd name="connsiteX1" fmla="*/ 25492 w 297313"/>
                <a:gd name="connsiteY1" fmla="*/ 0 h 114648"/>
                <a:gd name="connsiteX2" fmla="*/ 17725 w 297313"/>
                <a:gd name="connsiteY2" fmla="*/ 6525 h 114648"/>
                <a:gd name="connsiteX3" fmla="*/ 128 w 297313"/>
                <a:gd name="connsiteY3" fmla="*/ 105356 h 114648"/>
                <a:gd name="connsiteX4" fmla="*/ 7896 w 297313"/>
                <a:gd name="connsiteY4" fmla="*/ 114649 h 114648"/>
                <a:gd name="connsiteX5" fmla="*/ 289418 w 297313"/>
                <a:gd name="connsiteY5" fmla="*/ 114649 h 114648"/>
                <a:gd name="connsiteX6" fmla="*/ 297185 w 297313"/>
                <a:gd name="connsiteY6" fmla="*/ 105356 h 114648"/>
                <a:gd name="connsiteX7" fmla="*/ 279589 w 297313"/>
                <a:gd name="connsiteY7" fmla="*/ 6525 h 114648"/>
                <a:gd name="connsiteX8" fmla="*/ 271821 w 297313"/>
                <a:gd name="connsiteY8" fmla="*/ 0 h 114648"/>
                <a:gd name="connsiteX9" fmla="*/ 224849 w 297313"/>
                <a:gd name="connsiteY9" fmla="*/ 0 h 114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7313" h="114648">
                  <a:moveTo>
                    <a:pt x="71561" y="0"/>
                  </a:moveTo>
                  <a:lnTo>
                    <a:pt x="25492" y="0"/>
                  </a:lnTo>
                  <a:cubicBezTo>
                    <a:pt x="21651" y="0"/>
                    <a:pt x="18375" y="2740"/>
                    <a:pt x="17725" y="6525"/>
                  </a:cubicBezTo>
                  <a:lnTo>
                    <a:pt x="128" y="105356"/>
                  </a:lnTo>
                  <a:cubicBezTo>
                    <a:pt x="-748" y="110186"/>
                    <a:pt x="2981" y="114649"/>
                    <a:pt x="7896" y="114649"/>
                  </a:cubicBezTo>
                  <a:lnTo>
                    <a:pt x="289418" y="114649"/>
                  </a:lnTo>
                  <a:cubicBezTo>
                    <a:pt x="294333" y="114649"/>
                    <a:pt x="298061" y="110214"/>
                    <a:pt x="297185" y="105356"/>
                  </a:cubicBezTo>
                  <a:lnTo>
                    <a:pt x="279589" y="6525"/>
                  </a:lnTo>
                  <a:cubicBezTo>
                    <a:pt x="278911" y="2768"/>
                    <a:pt x="275634" y="0"/>
                    <a:pt x="271821" y="0"/>
                  </a:cubicBezTo>
                  <a:lnTo>
                    <a:pt x="224849" y="0"/>
                  </a:lnTo>
                </a:path>
              </a:pathLst>
            </a:custGeom>
            <a:noFill/>
            <a:ln w="8472" cap="flat">
              <a:solidFill>
                <a:srgbClr val="01355A"/>
              </a:solidFill>
              <a:prstDash val="solid"/>
              <a:miter/>
            </a:ln>
          </p:spPr>
          <p:txBody>
            <a:bodyPr rtlCol="1" anchor="ctr"/>
            <a:lstStyle/>
            <a:p>
              <a:endParaRPr lang="ar-SA"/>
            </a:p>
          </p:txBody>
        </p:sp>
        <p:sp>
          <p:nvSpPr>
            <p:cNvPr id="9559" name="شكل حر: شكل 10658">
              <a:extLst>
                <a:ext uri="{FF2B5EF4-FFF2-40B4-BE49-F238E27FC236}">
                  <a16:creationId xmlns:a16="http://schemas.microsoft.com/office/drawing/2014/main" id="{1D28669E-B702-850E-18BF-17FD0F4E9360}"/>
                </a:ext>
              </a:extLst>
            </p:cNvPr>
            <p:cNvSpPr/>
            <p:nvPr/>
          </p:nvSpPr>
          <p:spPr>
            <a:xfrm>
              <a:off x="9858635" y="6124210"/>
              <a:ext cx="218986" cy="42114"/>
            </a:xfrm>
            <a:custGeom>
              <a:avLst/>
              <a:gdLst>
                <a:gd name="connsiteX0" fmla="*/ 213592 w 218986"/>
                <a:gd name="connsiteY0" fmla="*/ 0 h 42114"/>
                <a:gd name="connsiteX1" fmla="*/ 218987 w 218986"/>
                <a:gd name="connsiteY1" fmla="*/ 42114 h 42114"/>
                <a:gd name="connsiteX2" fmla="*/ 194328 w 218986"/>
                <a:gd name="connsiteY2" fmla="*/ 42114 h 42114"/>
                <a:gd name="connsiteX3" fmla="*/ 113179 w 218986"/>
                <a:gd name="connsiteY3" fmla="*/ 42114 h 42114"/>
                <a:gd name="connsiteX4" fmla="*/ 24658 w 218986"/>
                <a:gd name="connsiteY4" fmla="*/ 42114 h 42114"/>
                <a:gd name="connsiteX5" fmla="*/ 0 w 218986"/>
                <a:gd name="connsiteY5" fmla="*/ 42114 h 42114"/>
                <a:gd name="connsiteX6" fmla="*/ 5395 w 218986"/>
                <a:gd name="connsiteY6" fmla="*/ 0 h 42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8986" h="42114">
                  <a:moveTo>
                    <a:pt x="213592" y="0"/>
                  </a:moveTo>
                  <a:lnTo>
                    <a:pt x="218987" y="42114"/>
                  </a:lnTo>
                  <a:lnTo>
                    <a:pt x="194328" y="42114"/>
                  </a:lnTo>
                  <a:lnTo>
                    <a:pt x="113179" y="42114"/>
                  </a:lnTo>
                  <a:lnTo>
                    <a:pt x="24658" y="42114"/>
                  </a:lnTo>
                  <a:lnTo>
                    <a:pt x="0" y="42114"/>
                  </a:lnTo>
                  <a:lnTo>
                    <a:pt x="5395" y="0"/>
                  </a:lnTo>
                </a:path>
              </a:pathLst>
            </a:custGeom>
            <a:noFill/>
            <a:ln w="8472" cap="flat">
              <a:solidFill>
                <a:srgbClr val="01355A"/>
              </a:solidFill>
              <a:prstDash val="solid"/>
              <a:miter/>
            </a:ln>
          </p:spPr>
          <p:txBody>
            <a:bodyPr rtlCol="1" anchor="ctr"/>
            <a:lstStyle/>
            <a:p>
              <a:endParaRPr lang="ar-SA"/>
            </a:p>
          </p:txBody>
        </p:sp>
        <p:sp>
          <p:nvSpPr>
            <p:cNvPr id="9560" name="شكل حر: شكل 10659">
              <a:extLst>
                <a:ext uri="{FF2B5EF4-FFF2-40B4-BE49-F238E27FC236}">
                  <a16:creationId xmlns:a16="http://schemas.microsoft.com/office/drawing/2014/main" id="{34C7A26D-9B92-4BCB-C4EC-5C326D0C099B}"/>
                </a:ext>
              </a:extLst>
            </p:cNvPr>
            <p:cNvSpPr/>
            <p:nvPr/>
          </p:nvSpPr>
          <p:spPr>
            <a:xfrm>
              <a:off x="9819797" y="6199937"/>
              <a:ext cx="2824" cy="87250"/>
            </a:xfrm>
            <a:custGeom>
              <a:avLst/>
              <a:gdLst>
                <a:gd name="connsiteX0" fmla="*/ 0 w 2824"/>
                <a:gd name="connsiteY0" fmla="*/ 0 h 87250"/>
                <a:gd name="connsiteX1" fmla="*/ 0 w 2824"/>
                <a:gd name="connsiteY1" fmla="*/ 87250 h 87250"/>
              </a:gdLst>
              <a:ahLst/>
              <a:cxnLst>
                <a:cxn ang="0">
                  <a:pos x="connsiteX0" y="connsiteY0"/>
                </a:cxn>
                <a:cxn ang="0">
                  <a:pos x="connsiteX1" y="connsiteY1"/>
                </a:cxn>
              </a:cxnLst>
              <a:rect l="l" t="t" r="r" b="b"/>
              <a:pathLst>
                <a:path w="2824" h="87250">
                  <a:moveTo>
                    <a:pt x="0" y="0"/>
                  </a:moveTo>
                  <a:lnTo>
                    <a:pt x="0" y="87250"/>
                  </a:lnTo>
                </a:path>
              </a:pathLst>
            </a:custGeom>
            <a:ln w="8472" cap="flat">
              <a:solidFill>
                <a:srgbClr val="01355A"/>
              </a:solidFill>
              <a:prstDash val="solid"/>
              <a:miter/>
            </a:ln>
          </p:spPr>
          <p:txBody>
            <a:bodyPr rtlCol="1" anchor="ctr"/>
            <a:lstStyle/>
            <a:p>
              <a:endParaRPr lang="ar-SA"/>
            </a:p>
          </p:txBody>
        </p:sp>
        <p:sp>
          <p:nvSpPr>
            <p:cNvPr id="9561" name="شكل حر: شكل 10660">
              <a:extLst>
                <a:ext uri="{FF2B5EF4-FFF2-40B4-BE49-F238E27FC236}">
                  <a16:creationId xmlns:a16="http://schemas.microsoft.com/office/drawing/2014/main" id="{7F3D327F-2051-1474-97E3-762A9515E78F}"/>
                </a:ext>
              </a:extLst>
            </p:cNvPr>
            <p:cNvSpPr/>
            <p:nvPr/>
          </p:nvSpPr>
          <p:spPr>
            <a:xfrm>
              <a:off x="10116798" y="6199937"/>
              <a:ext cx="2824" cy="87250"/>
            </a:xfrm>
            <a:custGeom>
              <a:avLst/>
              <a:gdLst>
                <a:gd name="connsiteX0" fmla="*/ 0 w 2824"/>
                <a:gd name="connsiteY0" fmla="*/ 0 h 87250"/>
                <a:gd name="connsiteX1" fmla="*/ 0 w 2824"/>
                <a:gd name="connsiteY1" fmla="*/ 87250 h 87250"/>
              </a:gdLst>
              <a:ahLst/>
              <a:cxnLst>
                <a:cxn ang="0">
                  <a:pos x="connsiteX0" y="connsiteY0"/>
                </a:cxn>
                <a:cxn ang="0">
                  <a:pos x="connsiteX1" y="connsiteY1"/>
                </a:cxn>
              </a:cxnLst>
              <a:rect l="l" t="t" r="r" b="b"/>
              <a:pathLst>
                <a:path w="2824" h="87250">
                  <a:moveTo>
                    <a:pt x="0" y="0"/>
                  </a:moveTo>
                  <a:lnTo>
                    <a:pt x="0" y="87250"/>
                  </a:lnTo>
                </a:path>
              </a:pathLst>
            </a:custGeom>
            <a:ln w="8472" cap="flat">
              <a:solidFill>
                <a:srgbClr val="01355A"/>
              </a:solidFill>
              <a:prstDash val="solid"/>
              <a:miter/>
            </a:ln>
          </p:spPr>
          <p:txBody>
            <a:bodyPr rtlCol="1" anchor="ctr"/>
            <a:lstStyle/>
            <a:p>
              <a:endParaRPr lang="ar-SA"/>
            </a:p>
          </p:txBody>
        </p:sp>
        <p:sp>
          <p:nvSpPr>
            <p:cNvPr id="9562" name="شكل حر: شكل 10661">
              <a:extLst>
                <a:ext uri="{FF2B5EF4-FFF2-40B4-BE49-F238E27FC236}">
                  <a16:creationId xmlns:a16="http://schemas.microsoft.com/office/drawing/2014/main" id="{3E6C92F0-95A6-489E-C4DB-EDF36A978787}"/>
                </a:ext>
              </a:extLst>
            </p:cNvPr>
            <p:cNvSpPr/>
            <p:nvPr/>
          </p:nvSpPr>
          <p:spPr>
            <a:xfrm>
              <a:off x="9933372" y="6025380"/>
              <a:ext cx="87589" cy="2824"/>
            </a:xfrm>
            <a:custGeom>
              <a:avLst/>
              <a:gdLst>
                <a:gd name="connsiteX0" fmla="*/ 0 w 87589"/>
                <a:gd name="connsiteY0" fmla="*/ 0 h 2824"/>
                <a:gd name="connsiteX1" fmla="*/ 87589 w 87589"/>
                <a:gd name="connsiteY1" fmla="*/ 0 h 2824"/>
              </a:gdLst>
              <a:ahLst/>
              <a:cxnLst>
                <a:cxn ang="0">
                  <a:pos x="connsiteX0" y="connsiteY0"/>
                </a:cxn>
                <a:cxn ang="0">
                  <a:pos x="connsiteX1" y="connsiteY1"/>
                </a:cxn>
              </a:cxnLst>
              <a:rect l="l" t="t" r="r" b="b"/>
              <a:pathLst>
                <a:path w="87589" h="2824">
                  <a:moveTo>
                    <a:pt x="0" y="0"/>
                  </a:moveTo>
                  <a:lnTo>
                    <a:pt x="87589" y="0"/>
                  </a:lnTo>
                </a:path>
              </a:pathLst>
            </a:custGeom>
            <a:ln w="8472" cap="flat">
              <a:solidFill>
                <a:srgbClr val="17A3A3"/>
              </a:solidFill>
              <a:prstDash val="solid"/>
              <a:miter/>
            </a:ln>
          </p:spPr>
          <p:txBody>
            <a:bodyPr rtlCol="1" anchor="ctr"/>
            <a:lstStyle/>
            <a:p>
              <a:endParaRPr lang="ar-SA"/>
            </a:p>
          </p:txBody>
        </p:sp>
        <p:sp>
          <p:nvSpPr>
            <p:cNvPr id="9563" name="شكل حر: شكل 10662">
              <a:extLst>
                <a:ext uri="{FF2B5EF4-FFF2-40B4-BE49-F238E27FC236}">
                  <a16:creationId xmlns:a16="http://schemas.microsoft.com/office/drawing/2014/main" id="{EB6E53F3-0A16-76DC-BFA1-FAFA1D750F98}"/>
                </a:ext>
              </a:extLst>
            </p:cNvPr>
            <p:cNvSpPr/>
            <p:nvPr/>
          </p:nvSpPr>
          <p:spPr>
            <a:xfrm>
              <a:off x="9911849" y="6090881"/>
              <a:ext cx="52621" cy="2824"/>
            </a:xfrm>
            <a:custGeom>
              <a:avLst/>
              <a:gdLst>
                <a:gd name="connsiteX0" fmla="*/ 0 w 52621"/>
                <a:gd name="connsiteY0" fmla="*/ 0 h 2824"/>
                <a:gd name="connsiteX1" fmla="*/ 52622 w 52621"/>
                <a:gd name="connsiteY1" fmla="*/ 0 h 2824"/>
              </a:gdLst>
              <a:ahLst/>
              <a:cxnLst>
                <a:cxn ang="0">
                  <a:pos x="connsiteX0" y="connsiteY0"/>
                </a:cxn>
                <a:cxn ang="0">
                  <a:pos x="connsiteX1" y="connsiteY1"/>
                </a:cxn>
              </a:cxnLst>
              <a:rect l="l" t="t" r="r" b="b"/>
              <a:pathLst>
                <a:path w="52621" h="2824">
                  <a:moveTo>
                    <a:pt x="0" y="0"/>
                  </a:moveTo>
                  <a:lnTo>
                    <a:pt x="52622" y="0"/>
                  </a:lnTo>
                </a:path>
              </a:pathLst>
            </a:custGeom>
            <a:ln w="8472" cap="flat">
              <a:solidFill>
                <a:srgbClr val="17A3A3"/>
              </a:solidFill>
              <a:prstDash val="solid"/>
              <a:miter/>
            </a:ln>
          </p:spPr>
          <p:txBody>
            <a:bodyPr rtlCol="1" anchor="ctr"/>
            <a:lstStyle/>
            <a:p>
              <a:endParaRPr lang="ar-SA"/>
            </a:p>
          </p:txBody>
        </p:sp>
        <p:sp>
          <p:nvSpPr>
            <p:cNvPr id="9564" name="شكل حر: شكل 10663">
              <a:extLst>
                <a:ext uri="{FF2B5EF4-FFF2-40B4-BE49-F238E27FC236}">
                  <a16:creationId xmlns:a16="http://schemas.microsoft.com/office/drawing/2014/main" id="{1A676B3C-DD2D-3C2C-96B7-5232B6B20A4C}"/>
                </a:ext>
              </a:extLst>
            </p:cNvPr>
            <p:cNvSpPr/>
            <p:nvPr/>
          </p:nvSpPr>
          <p:spPr>
            <a:xfrm>
              <a:off x="9911849" y="6123109"/>
              <a:ext cx="52621" cy="2824"/>
            </a:xfrm>
            <a:custGeom>
              <a:avLst/>
              <a:gdLst>
                <a:gd name="connsiteX0" fmla="*/ 0 w 52621"/>
                <a:gd name="connsiteY0" fmla="*/ 0 h 2824"/>
                <a:gd name="connsiteX1" fmla="*/ 52622 w 52621"/>
                <a:gd name="connsiteY1" fmla="*/ 0 h 2824"/>
              </a:gdLst>
              <a:ahLst/>
              <a:cxnLst>
                <a:cxn ang="0">
                  <a:pos x="connsiteX0" y="connsiteY0"/>
                </a:cxn>
                <a:cxn ang="0">
                  <a:pos x="connsiteX1" y="connsiteY1"/>
                </a:cxn>
              </a:cxnLst>
              <a:rect l="l" t="t" r="r" b="b"/>
              <a:pathLst>
                <a:path w="52621" h="2824">
                  <a:moveTo>
                    <a:pt x="0" y="0"/>
                  </a:moveTo>
                  <a:lnTo>
                    <a:pt x="52622" y="0"/>
                  </a:lnTo>
                </a:path>
              </a:pathLst>
            </a:custGeom>
            <a:ln w="8472" cap="flat">
              <a:solidFill>
                <a:srgbClr val="17A3A3"/>
              </a:solidFill>
              <a:prstDash val="solid"/>
              <a:miter/>
            </a:ln>
          </p:spPr>
          <p:txBody>
            <a:bodyPr rtlCol="1" anchor="ctr"/>
            <a:lstStyle/>
            <a:p>
              <a:endParaRPr lang="ar-SA"/>
            </a:p>
          </p:txBody>
        </p:sp>
        <p:grpSp>
          <p:nvGrpSpPr>
            <p:cNvPr id="9565" name="رسم 8014">
              <a:extLst>
                <a:ext uri="{FF2B5EF4-FFF2-40B4-BE49-F238E27FC236}">
                  <a16:creationId xmlns:a16="http://schemas.microsoft.com/office/drawing/2014/main" id="{4867A421-F0B8-219F-09B0-7088AE0B30C9}"/>
                </a:ext>
              </a:extLst>
            </p:cNvPr>
            <p:cNvGrpSpPr/>
            <p:nvPr/>
          </p:nvGrpSpPr>
          <p:grpSpPr>
            <a:xfrm>
              <a:off x="9891061" y="5959201"/>
              <a:ext cx="180516" cy="184245"/>
              <a:chOff x="9891061" y="5959201"/>
              <a:chExt cx="180516" cy="184245"/>
            </a:xfrm>
            <a:noFill/>
          </p:grpSpPr>
          <p:sp>
            <p:nvSpPr>
              <p:cNvPr id="9576" name="شكل حر: شكل 10665">
                <a:extLst>
                  <a:ext uri="{FF2B5EF4-FFF2-40B4-BE49-F238E27FC236}">
                    <a16:creationId xmlns:a16="http://schemas.microsoft.com/office/drawing/2014/main" id="{AA9021C8-7805-B1A0-337E-55183A8CD0CD}"/>
                  </a:ext>
                </a:extLst>
              </p:cNvPr>
              <p:cNvSpPr/>
              <p:nvPr/>
            </p:nvSpPr>
            <p:spPr>
              <a:xfrm>
                <a:off x="9891061" y="5959201"/>
                <a:ext cx="153288" cy="184245"/>
              </a:xfrm>
              <a:custGeom>
                <a:avLst/>
                <a:gdLst>
                  <a:gd name="connsiteX0" fmla="*/ 0 w 153288"/>
                  <a:gd name="connsiteY0" fmla="*/ 184245 h 184245"/>
                  <a:gd name="connsiteX1" fmla="*/ 0 w 153288"/>
                  <a:gd name="connsiteY1" fmla="*/ 33160 h 184245"/>
                  <a:gd name="connsiteX2" fmla="*/ 33160 w 153288"/>
                  <a:gd name="connsiteY2" fmla="*/ 0 h 184245"/>
                  <a:gd name="connsiteX3" fmla="*/ 153288 w 153288"/>
                  <a:gd name="connsiteY3" fmla="*/ 0 h 184245"/>
                </a:gdLst>
                <a:ahLst/>
                <a:cxnLst>
                  <a:cxn ang="0">
                    <a:pos x="connsiteX0" y="connsiteY0"/>
                  </a:cxn>
                  <a:cxn ang="0">
                    <a:pos x="connsiteX1" y="connsiteY1"/>
                  </a:cxn>
                  <a:cxn ang="0">
                    <a:pos x="connsiteX2" y="connsiteY2"/>
                  </a:cxn>
                  <a:cxn ang="0">
                    <a:pos x="connsiteX3" y="connsiteY3"/>
                  </a:cxn>
                </a:cxnLst>
                <a:rect l="l" t="t" r="r" b="b"/>
                <a:pathLst>
                  <a:path w="153288" h="184245">
                    <a:moveTo>
                      <a:pt x="0" y="184245"/>
                    </a:moveTo>
                    <a:lnTo>
                      <a:pt x="0" y="33160"/>
                    </a:lnTo>
                    <a:cubicBezTo>
                      <a:pt x="0" y="14857"/>
                      <a:pt x="14857" y="0"/>
                      <a:pt x="33160" y="0"/>
                    </a:cubicBezTo>
                    <a:lnTo>
                      <a:pt x="153288" y="0"/>
                    </a:lnTo>
                  </a:path>
                </a:pathLst>
              </a:custGeom>
              <a:noFill/>
              <a:ln w="8472" cap="flat">
                <a:solidFill>
                  <a:srgbClr val="17A3A3"/>
                </a:solidFill>
                <a:prstDash val="solid"/>
                <a:miter/>
              </a:ln>
            </p:spPr>
            <p:txBody>
              <a:bodyPr rtlCol="1" anchor="ctr"/>
              <a:lstStyle/>
              <a:p>
                <a:endParaRPr lang="ar-SA"/>
              </a:p>
            </p:txBody>
          </p:sp>
          <p:sp>
            <p:nvSpPr>
              <p:cNvPr id="9577" name="شكل حر: شكل 10666">
                <a:extLst>
                  <a:ext uri="{FF2B5EF4-FFF2-40B4-BE49-F238E27FC236}">
                    <a16:creationId xmlns:a16="http://schemas.microsoft.com/office/drawing/2014/main" id="{EE02ED51-A350-DF76-08F7-58A9F8E36E21}"/>
                  </a:ext>
                </a:extLst>
              </p:cNvPr>
              <p:cNvSpPr/>
              <p:nvPr/>
            </p:nvSpPr>
            <p:spPr>
              <a:xfrm>
                <a:off x="10044321" y="6025380"/>
                <a:ext cx="2824" cy="118066"/>
              </a:xfrm>
              <a:custGeom>
                <a:avLst/>
                <a:gdLst>
                  <a:gd name="connsiteX0" fmla="*/ 0 w 2824"/>
                  <a:gd name="connsiteY0" fmla="*/ 0 h 118066"/>
                  <a:gd name="connsiteX1" fmla="*/ 0 w 2824"/>
                  <a:gd name="connsiteY1" fmla="*/ 118066 h 118066"/>
                </a:gdLst>
                <a:ahLst/>
                <a:cxnLst>
                  <a:cxn ang="0">
                    <a:pos x="connsiteX0" y="connsiteY0"/>
                  </a:cxn>
                  <a:cxn ang="0">
                    <a:pos x="connsiteX1" y="connsiteY1"/>
                  </a:cxn>
                </a:cxnLst>
                <a:rect l="l" t="t" r="r" b="b"/>
                <a:pathLst>
                  <a:path w="2824" h="118066">
                    <a:moveTo>
                      <a:pt x="0" y="0"/>
                    </a:moveTo>
                    <a:lnTo>
                      <a:pt x="0" y="118066"/>
                    </a:lnTo>
                  </a:path>
                </a:pathLst>
              </a:custGeom>
              <a:ln w="8472" cap="flat">
                <a:solidFill>
                  <a:srgbClr val="17A3A3"/>
                </a:solidFill>
                <a:prstDash val="solid"/>
                <a:miter/>
              </a:ln>
            </p:spPr>
            <p:txBody>
              <a:bodyPr rtlCol="1" anchor="ctr"/>
              <a:lstStyle/>
              <a:p>
                <a:endParaRPr lang="ar-SA"/>
              </a:p>
            </p:txBody>
          </p:sp>
          <p:sp>
            <p:nvSpPr>
              <p:cNvPr id="9578" name="شكل حر: شكل 10667">
                <a:extLst>
                  <a:ext uri="{FF2B5EF4-FFF2-40B4-BE49-F238E27FC236}">
                    <a16:creationId xmlns:a16="http://schemas.microsoft.com/office/drawing/2014/main" id="{2A318BDE-9B76-8338-4CDD-2A71EEA024CC}"/>
                  </a:ext>
                </a:extLst>
              </p:cNvPr>
              <p:cNvSpPr/>
              <p:nvPr/>
            </p:nvSpPr>
            <p:spPr>
              <a:xfrm>
                <a:off x="9920323" y="5959201"/>
                <a:ext cx="151254" cy="46435"/>
              </a:xfrm>
              <a:custGeom>
                <a:avLst/>
                <a:gdLst>
                  <a:gd name="connsiteX0" fmla="*/ 123998 w 151254"/>
                  <a:gd name="connsiteY0" fmla="*/ 0 h 46435"/>
                  <a:gd name="connsiteX1" fmla="*/ 151255 w 151254"/>
                  <a:gd name="connsiteY1" fmla="*/ 27257 h 46435"/>
                  <a:gd name="connsiteX2" fmla="*/ 143374 w 151254"/>
                  <a:gd name="connsiteY2" fmla="*/ 46435 h 46435"/>
                  <a:gd name="connsiteX3" fmla="*/ 0 w 151254"/>
                  <a:gd name="connsiteY3" fmla="*/ 46435 h 46435"/>
                  <a:gd name="connsiteX4" fmla="*/ 7881 w 151254"/>
                  <a:gd name="connsiteY4" fmla="*/ 27257 h 46435"/>
                  <a:gd name="connsiteX5" fmla="*/ 7090 w 151254"/>
                  <a:gd name="connsiteY5" fmla="*/ 20760 h 46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1254" h="46435">
                    <a:moveTo>
                      <a:pt x="123998" y="0"/>
                    </a:moveTo>
                    <a:cubicBezTo>
                      <a:pt x="139052" y="0"/>
                      <a:pt x="151255" y="12202"/>
                      <a:pt x="151255" y="27257"/>
                    </a:cubicBezTo>
                    <a:cubicBezTo>
                      <a:pt x="151255" y="34742"/>
                      <a:pt x="148232" y="41521"/>
                      <a:pt x="143374" y="46435"/>
                    </a:cubicBezTo>
                    <a:lnTo>
                      <a:pt x="0" y="46435"/>
                    </a:lnTo>
                    <a:cubicBezTo>
                      <a:pt x="4886" y="41521"/>
                      <a:pt x="7881" y="34742"/>
                      <a:pt x="7881" y="27257"/>
                    </a:cubicBezTo>
                    <a:cubicBezTo>
                      <a:pt x="7881" y="25025"/>
                      <a:pt x="7598" y="22850"/>
                      <a:pt x="7090" y="20760"/>
                    </a:cubicBezTo>
                  </a:path>
                </a:pathLst>
              </a:custGeom>
              <a:noFill/>
              <a:ln w="8472" cap="flat">
                <a:solidFill>
                  <a:srgbClr val="17A3A3"/>
                </a:solidFill>
                <a:prstDash val="solid"/>
                <a:miter/>
              </a:ln>
            </p:spPr>
            <p:txBody>
              <a:bodyPr rtlCol="1" anchor="ctr"/>
              <a:lstStyle/>
              <a:p>
                <a:endParaRPr lang="ar-SA"/>
              </a:p>
            </p:txBody>
          </p:sp>
        </p:grpSp>
        <p:grpSp>
          <p:nvGrpSpPr>
            <p:cNvPr id="9566" name="رسم 8014">
              <a:extLst>
                <a:ext uri="{FF2B5EF4-FFF2-40B4-BE49-F238E27FC236}">
                  <a16:creationId xmlns:a16="http://schemas.microsoft.com/office/drawing/2014/main" id="{2D52D074-A32F-F098-8D13-8BBF59EA6E90}"/>
                </a:ext>
              </a:extLst>
            </p:cNvPr>
            <p:cNvGrpSpPr/>
            <p:nvPr/>
          </p:nvGrpSpPr>
          <p:grpSpPr>
            <a:xfrm>
              <a:off x="9864425" y="6239791"/>
              <a:ext cx="47424" cy="35306"/>
              <a:chOff x="9864425" y="6239791"/>
              <a:chExt cx="47424" cy="35306"/>
            </a:xfrm>
          </p:grpSpPr>
          <p:sp>
            <p:nvSpPr>
              <p:cNvPr id="9567" name="شكل حر: شكل 10669">
                <a:extLst>
                  <a:ext uri="{FF2B5EF4-FFF2-40B4-BE49-F238E27FC236}">
                    <a16:creationId xmlns:a16="http://schemas.microsoft.com/office/drawing/2014/main" id="{26AF66A5-16D5-4D4F-6B48-6C6E25628C59}"/>
                  </a:ext>
                </a:extLst>
              </p:cNvPr>
              <p:cNvSpPr/>
              <p:nvPr/>
            </p:nvSpPr>
            <p:spPr>
              <a:xfrm>
                <a:off x="9864425" y="6239791"/>
                <a:ext cx="7513" cy="2824"/>
              </a:xfrm>
              <a:custGeom>
                <a:avLst/>
                <a:gdLst>
                  <a:gd name="connsiteX0" fmla="*/ 0 w 7513"/>
                  <a:gd name="connsiteY0" fmla="*/ 0 h 2824"/>
                  <a:gd name="connsiteX1" fmla="*/ 7514 w 7513"/>
                  <a:gd name="connsiteY1" fmla="*/ 0 h 2824"/>
                </a:gdLst>
                <a:ahLst/>
                <a:cxnLst>
                  <a:cxn ang="0">
                    <a:pos x="connsiteX0" y="connsiteY0"/>
                  </a:cxn>
                  <a:cxn ang="0">
                    <a:pos x="connsiteX1" y="connsiteY1"/>
                  </a:cxn>
                </a:cxnLst>
                <a:rect l="l" t="t" r="r" b="b"/>
                <a:pathLst>
                  <a:path w="7513" h="2824">
                    <a:moveTo>
                      <a:pt x="0" y="0"/>
                    </a:moveTo>
                    <a:lnTo>
                      <a:pt x="7514" y="0"/>
                    </a:lnTo>
                  </a:path>
                </a:pathLst>
              </a:custGeom>
              <a:ln w="8472" cap="flat">
                <a:solidFill>
                  <a:srgbClr val="01355A"/>
                </a:solidFill>
                <a:prstDash val="solid"/>
                <a:miter/>
              </a:ln>
            </p:spPr>
            <p:txBody>
              <a:bodyPr rtlCol="1" anchor="ctr"/>
              <a:lstStyle/>
              <a:p>
                <a:endParaRPr lang="ar-SA"/>
              </a:p>
            </p:txBody>
          </p:sp>
          <p:sp>
            <p:nvSpPr>
              <p:cNvPr id="9568" name="شكل حر: شكل 10670">
                <a:extLst>
                  <a:ext uri="{FF2B5EF4-FFF2-40B4-BE49-F238E27FC236}">
                    <a16:creationId xmlns:a16="http://schemas.microsoft.com/office/drawing/2014/main" id="{589887E1-C7E7-8134-AD8A-9EC5B5A0953A}"/>
                  </a:ext>
                </a:extLst>
              </p:cNvPr>
              <p:cNvSpPr/>
              <p:nvPr/>
            </p:nvSpPr>
            <p:spPr>
              <a:xfrm>
                <a:off x="9884366" y="6239791"/>
                <a:ext cx="7541" cy="2824"/>
              </a:xfrm>
              <a:custGeom>
                <a:avLst/>
                <a:gdLst>
                  <a:gd name="connsiteX0" fmla="*/ 0 w 7541"/>
                  <a:gd name="connsiteY0" fmla="*/ 0 h 2824"/>
                  <a:gd name="connsiteX1" fmla="*/ 7541 w 7541"/>
                  <a:gd name="connsiteY1" fmla="*/ 0 h 2824"/>
                </a:gdLst>
                <a:ahLst/>
                <a:cxnLst>
                  <a:cxn ang="0">
                    <a:pos x="connsiteX0" y="connsiteY0"/>
                  </a:cxn>
                  <a:cxn ang="0">
                    <a:pos x="connsiteX1" y="connsiteY1"/>
                  </a:cxn>
                </a:cxnLst>
                <a:rect l="l" t="t" r="r" b="b"/>
                <a:pathLst>
                  <a:path w="7541" h="2824">
                    <a:moveTo>
                      <a:pt x="0" y="0"/>
                    </a:moveTo>
                    <a:lnTo>
                      <a:pt x="7541" y="0"/>
                    </a:lnTo>
                  </a:path>
                </a:pathLst>
              </a:custGeom>
              <a:ln w="8472" cap="flat">
                <a:solidFill>
                  <a:srgbClr val="01355A"/>
                </a:solidFill>
                <a:prstDash val="solid"/>
                <a:miter/>
              </a:ln>
            </p:spPr>
            <p:txBody>
              <a:bodyPr rtlCol="1" anchor="ctr"/>
              <a:lstStyle/>
              <a:p>
                <a:endParaRPr lang="ar-SA"/>
              </a:p>
            </p:txBody>
          </p:sp>
          <p:sp>
            <p:nvSpPr>
              <p:cNvPr id="9569" name="شكل حر: شكل 10671">
                <a:extLst>
                  <a:ext uri="{FF2B5EF4-FFF2-40B4-BE49-F238E27FC236}">
                    <a16:creationId xmlns:a16="http://schemas.microsoft.com/office/drawing/2014/main" id="{F2D0F4D1-E07C-7C4E-87D0-423AC45E6DFB}"/>
                  </a:ext>
                </a:extLst>
              </p:cNvPr>
              <p:cNvSpPr/>
              <p:nvPr/>
            </p:nvSpPr>
            <p:spPr>
              <a:xfrm>
                <a:off x="9904308" y="6239791"/>
                <a:ext cx="7541" cy="2824"/>
              </a:xfrm>
              <a:custGeom>
                <a:avLst/>
                <a:gdLst>
                  <a:gd name="connsiteX0" fmla="*/ 0 w 7541"/>
                  <a:gd name="connsiteY0" fmla="*/ 0 h 2824"/>
                  <a:gd name="connsiteX1" fmla="*/ 7541 w 7541"/>
                  <a:gd name="connsiteY1" fmla="*/ 0 h 2824"/>
                </a:gdLst>
                <a:ahLst/>
                <a:cxnLst>
                  <a:cxn ang="0">
                    <a:pos x="connsiteX0" y="connsiteY0"/>
                  </a:cxn>
                  <a:cxn ang="0">
                    <a:pos x="connsiteX1" y="connsiteY1"/>
                  </a:cxn>
                </a:cxnLst>
                <a:rect l="l" t="t" r="r" b="b"/>
                <a:pathLst>
                  <a:path w="7541" h="2824">
                    <a:moveTo>
                      <a:pt x="0" y="0"/>
                    </a:moveTo>
                    <a:lnTo>
                      <a:pt x="7541" y="0"/>
                    </a:lnTo>
                  </a:path>
                </a:pathLst>
              </a:custGeom>
              <a:ln w="8472" cap="flat">
                <a:solidFill>
                  <a:srgbClr val="01355A"/>
                </a:solidFill>
                <a:prstDash val="solid"/>
                <a:miter/>
              </a:ln>
            </p:spPr>
            <p:txBody>
              <a:bodyPr rtlCol="1" anchor="ctr"/>
              <a:lstStyle/>
              <a:p>
                <a:endParaRPr lang="ar-SA"/>
              </a:p>
            </p:txBody>
          </p:sp>
          <p:sp>
            <p:nvSpPr>
              <p:cNvPr id="9570" name="شكل حر: شكل 10672">
                <a:extLst>
                  <a:ext uri="{FF2B5EF4-FFF2-40B4-BE49-F238E27FC236}">
                    <a16:creationId xmlns:a16="http://schemas.microsoft.com/office/drawing/2014/main" id="{25547C6F-FB2B-2C18-52CC-28747E82D82C}"/>
                  </a:ext>
                </a:extLst>
              </p:cNvPr>
              <p:cNvSpPr/>
              <p:nvPr/>
            </p:nvSpPr>
            <p:spPr>
              <a:xfrm>
                <a:off x="9864425" y="6257444"/>
                <a:ext cx="7513" cy="2824"/>
              </a:xfrm>
              <a:custGeom>
                <a:avLst/>
                <a:gdLst>
                  <a:gd name="connsiteX0" fmla="*/ 0 w 7513"/>
                  <a:gd name="connsiteY0" fmla="*/ 0 h 2824"/>
                  <a:gd name="connsiteX1" fmla="*/ 7514 w 7513"/>
                  <a:gd name="connsiteY1" fmla="*/ 0 h 2824"/>
                </a:gdLst>
                <a:ahLst/>
                <a:cxnLst>
                  <a:cxn ang="0">
                    <a:pos x="connsiteX0" y="connsiteY0"/>
                  </a:cxn>
                  <a:cxn ang="0">
                    <a:pos x="connsiteX1" y="connsiteY1"/>
                  </a:cxn>
                </a:cxnLst>
                <a:rect l="l" t="t" r="r" b="b"/>
                <a:pathLst>
                  <a:path w="7513" h="2824">
                    <a:moveTo>
                      <a:pt x="0" y="0"/>
                    </a:moveTo>
                    <a:lnTo>
                      <a:pt x="7514" y="0"/>
                    </a:lnTo>
                  </a:path>
                </a:pathLst>
              </a:custGeom>
              <a:ln w="8472" cap="flat">
                <a:solidFill>
                  <a:srgbClr val="01355A"/>
                </a:solidFill>
                <a:prstDash val="solid"/>
                <a:miter/>
              </a:ln>
            </p:spPr>
            <p:txBody>
              <a:bodyPr rtlCol="1" anchor="ctr"/>
              <a:lstStyle/>
              <a:p>
                <a:endParaRPr lang="ar-SA"/>
              </a:p>
            </p:txBody>
          </p:sp>
          <p:sp>
            <p:nvSpPr>
              <p:cNvPr id="9571" name="شكل حر: شكل 10673">
                <a:extLst>
                  <a:ext uri="{FF2B5EF4-FFF2-40B4-BE49-F238E27FC236}">
                    <a16:creationId xmlns:a16="http://schemas.microsoft.com/office/drawing/2014/main" id="{55238615-8F47-9BF1-F63A-2BD477AABE9A}"/>
                  </a:ext>
                </a:extLst>
              </p:cNvPr>
              <p:cNvSpPr/>
              <p:nvPr/>
            </p:nvSpPr>
            <p:spPr>
              <a:xfrm>
                <a:off x="9884366" y="6257444"/>
                <a:ext cx="7541" cy="2824"/>
              </a:xfrm>
              <a:custGeom>
                <a:avLst/>
                <a:gdLst>
                  <a:gd name="connsiteX0" fmla="*/ 0 w 7541"/>
                  <a:gd name="connsiteY0" fmla="*/ 0 h 2824"/>
                  <a:gd name="connsiteX1" fmla="*/ 7541 w 7541"/>
                  <a:gd name="connsiteY1" fmla="*/ 0 h 2824"/>
                </a:gdLst>
                <a:ahLst/>
                <a:cxnLst>
                  <a:cxn ang="0">
                    <a:pos x="connsiteX0" y="connsiteY0"/>
                  </a:cxn>
                  <a:cxn ang="0">
                    <a:pos x="connsiteX1" y="connsiteY1"/>
                  </a:cxn>
                </a:cxnLst>
                <a:rect l="l" t="t" r="r" b="b"/>
                <a:pathLst>
                  <a:path w="7541" h="2824">
                    <a:moveTo>
                      <a:pt x="0" y="0"/>
                    </a:moveTo>
                    <a:lnTo>
                      <a:pt x="7541" y="0"/>
                    </a:lnTo>
                  </a:path>
                </a:pathLst>
              </a:custGeom>
              <a:ln w="8472" cap="flat">
                <a:solidFill>
                  <a:srgbClr val="01355A"/>
                </a:solidFill>
                <a:prstDash val="solid"/>
                <a:miter/>
              </a:ln>
            </p:spPr>
            <p:txBody>
              <a:bodyPr rtlCol="1" anchor="ctr"/>
              <a:lstStyle/>
              <a:p>
                <a:endParaRPr lang="ar-SA"/>
              </a:p>
            </p:txBody>
          </p:sp>
          <p:sp>
            <p:nvSpPr>
              <p:cNvPr id="9572" name="شكل حر: شكل 10674">
                <a:extLst>
                  <a:ext uri="{FF2B5EF4-FFF2-40B4-BE49-F238E27FC236}">
                    <a16:creationId xmlns:a16="http://schemas.microsoft.com/office/drawing/2014/main" id="{FA680D32-F484-F7BB-B7AB-AB8B9DCBEEC6}"/>
                  </a:ext>
                </a:extLst>
              </p:cNvPr>
              <p:cNvSpPr/>
              <p:nvPr/>
            </p:nvSpPr>
            <p:spPr>
              <a:xfrm>
                <a:off x="9904308" y="6257444"/>
                <a:ext cx="7541" cy="2824"/>
              </a:xfrm>
              <a:custGeom>
                <a:avLst/>
                <a:gdLst>
                  <a:gd name="connsiteX0" fmla="*/ 0 w 7541"/>
                  <a:gd name="connsiteY0" fmla="*/ 0 h 2824"/>
                  <a:gd name="connsiteX1" fmla="*/ 7541 w 7541"/>
                  <a:gd name="connsiteY1" fmla="*/ 0 h 2824"/>
                </a:gdLst>
                <a:ahLst/>
                <a:cxnLst>
                  <a:cxn ang="0">
                    <a:pos x="connsiteX0" y="connsiteY0"/>
                  </a:cxn>
                  <a:cxn ang="0">
                    <a:pos x="connsiteX1" y="connsiteY1"/>
                  </a:cxn>
                </a:cxnLst>
                <a:rect l="l" t="t" r="r" b="b"/>
                <a:pathLst>
                  <a:path w="7541" h="2824">
                    <a:moveTo>
                      <a:pt x="0" y="0"/>
                    </a:moveTo>
                    <a:lnTo>
                      <a:pt x="7541" y="0"/>
                    </a:lnTo>
                  </a:path>
                </a:pathLst>
              </a:custGeom>
              <a:ln w="8472" cap="flat">
                <a:solidFill>
                  <a:srgbClr val="01355A"/>
                </a:solidFill>
                <a:prstDash val="solid"/>
                <a:miter/>
              </a:ln>
            </p:spPr>
            <p:txBody>
              <a:bodyPr rtlCol="1" anchor="ctr"/>
              <a:lstStyle/>
              <a:p>
                <a:endParaRPr lang="ar-SA"/>
              </a:p>
            </p:txBody>
          </p:sp>
          <p:sp>
            <p:nvSpPr>
              <p:cNvPr id="9573" name="شكل حر: شكل 10675">
                <a:extLst>
                  <a:ext uri="{FF2B5EF4-FFF2-40B4-BE49-F238E27FC236}">
                    <a16:creationId xmlns:a16="http://schemas.microsoft.com/office/drawing/2014/main" id="{E9B06446-AA79-9F9C-3DE2-574173DE759F}"/>
                  </a:ext>
                </a:extLst>
              </p:cNvPr>
              <p:cNvSpPr/>
              <p:nvPr/>
            </p:nvSpPr>
            <p:spPr>
              <a:xfrm>
                <a:off x="9864425" y="6275098"/>
                <a:ext cx="7513" cy="2824"/>
              </a:xfrm>
              <a:custGeom>
                <a:avLst/>
                <a:gdLst>
                  <a:gd name="connsiteX0" fmla="*/ 0 w 7513"/>
                  <a:gd name="connsiteY0" fmla="*/ 0 h 2824"/>
                  <a:gd name="connsiteX1" fmla="*/ 7514 w 7513"/>
                  <a:gd name="connsiteY1" fmla="*/ 0 h 2824"/>
                </a:gdLst>
                <a:ahLst/>
                <a:cxnLst>
                  <a:cxn ang="0">
                    <a:pos x="connsiteX0" y="connsiteY0"/>
                  </a:cxn>
                  <a:cxn ang="0">
                    <a:pos x="connsiteX1" y="connsiteY1"/>
                  </a:cxn>
                </a:cxnLst>
                <a:rect l="l" t="t" r="r" b="b"/>
                <a:pathLst>
                  <a:path w="7513" h="2824">
                    <a:moveTo>
                      <a:pt x="0" y="0"/>
                    </a:moveTo>
                    <a:lnTo>
                      <a:pt x="7514" y="0"/>
                    </a:lnTo>
                  </a:path>
                </a:pathLst>
              </a:custGeom>
              <a:ln w="8472" cap="flat">
                <a:solidFill>
                  <a:srgbClr val="01355A"/>
                </a:solidFill>
                <a:prstDash val="solid"/>
                <a:miter/>
              </a:ln>
            </p:spPr>
            <p:txBody>
              <a:bodyPr rtlCol="1" anchor="ctr"/>
              <a:lstStyle/>
              <a:p>
                <a:endParaRPr lang="ar-SA"/>
              </a:p>
            </p:txBody>
          </p:sp>
          <p:sp>
            <p:nvSpPr>
              <p:cNvPr id="9574" name="شكل حر: شكل 10676">
                <a:extLst>
                  <a:ext uri="{FF2B5EF4-FFF2-40B4-BE49-F238E27FC236}">
                    <a16:creationId xmlns:a16="http://schemas.microsoft.com/office/drawing/2014/main" id="{EEFD0246-D6BA-9DCD-0C02-928858EC793B}"/>
                  </a:ext>
                </a:extLst>
              </p:cNvPr>
              <p:cNvSpPr/>
              <p:nvPr/>
            </p:nvSpPr>
            <p:spPr>
              <a:xfrm>
                <a:off x="9884366" y="6275098"/>
                <a:ext cx="7541" cy="2824"/>
              </a:xfrm>
              <a:custGeom>
                <a:avLst/>
                <a:gdLst>
                  <a:gd name="connsiteX0" fmla="*/ 0 w 7541"/>
                  <a:gd name="connsiteY0" fmla="*/ 0 h 2824"/>
                  <a:gd name="connsiteX1" fmla="*/ 7541 w 7541"/>
                  <a:gd name="connsiteY1" fmla="*/ 0 h 2824"/>
                </a:gdLst>
                <a:ahLst/>
                <a:cxnLst>
                  <a:cxn ang="0">
                    <a:pos x="connsiteX0" y="connsiteY0"/>
                  </a:cxn>
                  <a:cxn ang="0">
                    <a:pos x="connsiteX1" y="connsiteY1"/>
                  </a:cxn>
                </a:cxnLst>
                <a:rect l="l" t="t" r="r" b="b"/>
                <a:pathLst>
                  <a:path w="7541" h="2824">
                    <a:moveTo>
                      <a:pt x="0" y="0"/>
                    </a:moveTo>
                    <a:lnTo>
                      <a:pt x="7541" y="0"/>
                    </a:lnTo>
                  </a:path>
                </a:pathLst>
              </a:custGeom>
              <a:ln w="8472" cap="flat">
                <a:solidFill>
                  <a:srgbClr val="01355A"/>
                </a:solidFill>
                <a:prstDash val="solid"/>
                <a:miter/>
              </a:ln>
            </p:spPr>
            <p:txBody>
              <a:bodyPr rtlCol="1" anchor="ctr"/>
              <a:lstStyle/>
              <a:p>
                <a:endParaRPr lang="ar-SA"/>
              </a:p>
            </p:txBody>
          </p:sp>
          <p:sp>
            <p:nvSpPr>
              <p:cNvPr id="9575" name="شكل حر: شكل 10677">
                <a:extLst>
                  <a:ext uri="{FF2B5EF4-FFF2-40B4-BE49-F238E27FC236}">
                    <a16:creationId xmlns:a16="http://schemas.microsoft.com/office/drawing/2014/main" id="{774A26C7-1E12-04EF-4C5E-BB4D8548EC91}"/>
                  </a:ext>
                </a:extLst>
              </p:cNvPr>
              <p:cNvSpPr/>
              <p:nvPr/>
            </p:nvSpPr>
            <p:spPr>
              <a:xfrm>
                <a:off x="9904308" y="6275098"/>
                <a:ext cx="7541" cy="2824"/>
              </a:xfrm>
              <a:custGeom>
                <a:avLst/>
                <a:gdLst>
                  <a:gd name="connsiteX0" fmla="*/ 0 w 7541"/>
                  <a:gd name="connsiteY0" fmla="*/ 0 h 2824"/>
                  <a:gd name="connsiteX1" fmla="*/ 7541 w 7541"/>
                  <a:gd name="connsiteY1" fmla="*/ 0 h 2824"/>
                </a:gdLst>
                <a:ahLst/>
                <a:cxnLst>
                  <a:cxn ang="0">
                    <a:pos x="connsiteX0" y="connsiteY0"/>
                  </a:cxn>
                  <a:cxn ang="0">
                    <a:pos x="connsiteX1" y="connsiteY1"/>
                  </a:cxn>
                </a:cxnLst>
                <a:rect l="l" t="t" r="r" b="b"/>
                <a:pathLst>
                  <a:path w="7541" h="2824">
                    <a:moveTo>
                      <a:pt x="0" y="0"/>
                    </a:moveTo>
                    <a:lnTo>
                      <a:pt x="7541" y="0"/>
                    </a:lnTo>
                  </a:path>
                </a:pathLst>
              </a:custGeom>
              <a:ln w="8472" cap="flat">
                <a:solidFill>
                  <a:srgbClr val="01355A"/>
                </a:solidFill>
                <a:prstDash val="solid"/>
                <a:miter/>
              </a:ln>
            </p:spPr>
            <p:txBody>
              <a:bodyPr rtlCol="1" anchor="ctr"/>
              <a:lstStyle/>
              <a:p>
                <a:endParaRPr lang="ar-SA"/>
              </a:p>
            </p:txBody>
          </p:sp>
        </p:grpSp>
      </p:grpSp>
      <p:grpSp>
        <p:nvGrpSpPr>
          <p:cNvPr id="9582" name="رسم 8014">
            <a:extLst>
              <a:ext uri="{FF2B5EF4-FFF2-40B4-BE49-F238E27FC236}">
                <a16:creationId xmlns:a16="http://schemas.microsoft.com/office/drawing/2014/main" id="{6525D390-3C5D-E96E-D100-AA3F4D353070}"/>
              </a:ext>
            </a:extLst>
          </p:cNvPr>
          <p:cNvGrpSpPr/>
          <p:nvPr/>
        </p:nvGrpSpPr>
        <p:grpSpPr>
          <a:xfrm>
            <a:off x="9420036" y="5284898"/>
            <a:ext cx="288728" cy="289060"/>
            <a:chOff x="10341197" y="4889714"/>
            <a:chExt cx="345116" cy="366738"/>
          </a:xfrm>
          <a:noFill/>
        </p:grpSpPr>
        <p:grpSp>
          <p:nvGrpSpPr>
            <p:cNvPr id="9583" name="رسم 8014">
              <a:extLst>
                <a:ext uri="{FF2B5EF4-FFF2-40B4-BE49-F238E27FC236}">
                  <a16:creationId xmlns:a16="http://schemas.microsoft.com/office/drawing/2014/main" id="{20221224-4F99-DC09-74F1-D8DD686D9C81}"/>
                </a:ext>
              </a:extLst>
            </p:cNvPr>
            <p:cNvGrpSpPr/>
            <p:nvPr/>
          </p:nvGrpSpPr>
          <p:grpSpPr>
            <a:xfrm>
              <a:off x="10443375" y="5085257"/>
              <a:ext cx="147042" cy="150702"/>
              <a:chOff x="10443375" y="5085257"/>
              <a:chExt cx="147042" cy="150702"/>
            </a:xfrm>
            <a:noFill/>
          </p:grpSpPr>
          <p:grpSp>
            <p:nvGrpSpPr>
              <p:cNvPr id="9598" name="رسم 8014">
                <a:extLst>
                  <a:ext uri="{FF2B5EF4-FFF2-40B4-BE49-F238E27FC236}">
                    <a16:creationId xmlns:a16="http://schemas.microsoft.com/office/drawing/2014/main" id="{A081AE9C-4BE8-E115-ED31-525EC40FC4BF}"/>
                  </a:ext>
                </a:extLst>
              </p:cNvPr>
              <p:cNvGrpSpPr/>
              <p:nvPr/>
            </p:nvGrpSpPr>
            <p:grpSpPr>
              <a:xfrm>
                <a:off x="10495542" y="5119152"/>
                <a:ext cx="36210" cy="92673"/>
                <a:chOff x="10495542" y="5119152"/>
                <a:chExt cx="36210" cy="92673"/>
              </a:xfrm>
              <a:noFill/>
            </p:grpSpPr>
            <p:sp>
              <p:nvSpPr>
                <p:cNvPr id="9605" name="شكل حر: شكل 10681">
                  <a:extLst>
                    <a:ext uri="{FF2B5EF4-FFF2-40B4-BE49-F238E27FC236}">
                      <a16:creationId xmlns:a16="http://schemas.microsoft.com/office/drawing/2014/main" id="{CB9375C0-FA7B-E7E6-3EB9-B60B06D5D78E}"/>
                    </a:ext>
                  </a:extLst>
                </p:cNvPr>
                <p:cNvSpPr/>
                <p:nvPr/>
              </p:nvSpPr>
              <p:spPr>
                <a:xfrm>
                  <a:off x="10495542" y="5129207"/>
                  <a:ext cx="36210" cy="72421"/>
                </a:xfrm>
                <a:custGeom>
                  <a:avLst/>
                  <a:gdLst>
                    <a:gd name="connsiteX0" fmla="*/ 0 w 36210"/>
                    <a:gd name="connsiteY0" fmla="*/ 54316 h 72421"/>
                    <a:gd name="connsiteX1" fmla="*/ 18105 w 36210"/>
                    <a:gd name="connsiteY1" fmla="*/ 72421 h 72421"/>
                    <a:gd name="connsiteX2" fmla="*/ 36210 w 36210"/>
                    <a:gd name="connsiteY2" fmla="*/ 54316 h 72421"/>
                    <a:gd name="connsiteX3" fmla="*/ 18105 w 36210"/>
                    <a:gd name="connsiteY3" fmla="*/ 36211 h 72421"/>
                    <a:gd name="connsiteX4" fmla="*/ 0 w 36210"/>
                    <a:gd name="connsiteY4" fmla="*/ 18105 h 72421"/>
                    <a:gd name="connsiteX5" fmla="*/ 18105 w 36210"/>
                    <a:gd name="connsiteY5" fmla="*/ 0 h 72421"/>
                    <a:gd name="connsiteX6" fmla="*/ 36210 w 36210"/>
                    <a:gd name="connsiteY6" fmla="*/ 18105 h 72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210" h="72421">
                      <a:moveTo>
                        <a:pt x="0" y="54316"/>
                      </a:moveTo>
                      <a:cubicBezTo>
                        <a:pt x="0" y="64315"/>
                        <a:pt x="8106" y="72421"/>
                        <a:pt x="18105" y="72421"/>
                      </a:cubicBezTo>
                      <a:cubicBezTo>
                        <a:pt x="28104" y="72421"/>
                        <a:pt x="36210" y="64315"/>
                        <a:pt x="36210" y="54316"/>
                      </a:cubicBezTo>
                      <a:cubicBezTo>
                        <a:pt x="36210" y="44317"/>
                        <a:pt x="28782" y="39713"/>
                        <a:pt x="18105" y="36211"/>
                      </a:cubicBezTo>
                      <a:cubicBezTo>
                        <a:pt x="8614" y="33104"/>
                        <a:pt x="0" y="28104"/>
                        <a:pt x="0" y="18105"/>
                      </a:cubicBezTo>
                      <a:cubicBezTo>
                        <a:pt x="0" y="8107"/>
                        <a:pt x="8106" y="0"/>
                        <a:pt x="18105" y="0"/>
                      </a:cubicBezTo>
                      <a:cubicBezTo>
                        <a:pt x="28104" y="0"/>
                        <a:pt x="36210" y="8107"/>
                        <a:pt x="36210" y="18105"/>
                      </a:cubicBezTo>
                    </a:path>
                  </a:pathLst>
                </a:custGeom>
                <a:noFill/>
                <a:ln w="8472" cap="flat">
                  <a:solidFill>
                    <a:srgbClr val="17A3A3"/>
                  </a:solidFill>
                  <a:prstDash val="solid"/>
                  <a:miter/>
                </a:ln>
              </p:spPr>
              <p:txBody>
                <a:bodyPr rtlCol="1" anchor="ctr"/>
                <a:lstStyle/>
                <a:p>
                  <a:endParaRPr lang="ar-SA"/>
                </a:p>
              </p:txBody>
            </p:sp>
            <p:sp>
              <p:nvSpPr>
                <p:cNvPr id="9606" name="شكل حر: شكل 10682">
                  <a:extLst>
                    <a:ext uri="{FF2B5EF4-FFF2-40B4-BE49-F238E27FC236}">
                      <a16:creationId xmlns:a16="http://schemas.microsoft.com/office/drawing/2014/main" id="{EC88513C-48A8-B182-B097-4A23778C08C4}"/>
                    </a:ext>
                  </a:extLst>
                </p:cNvPr>
                <p:cNvSpPr/>
                <p:nvPr/>
              </p:nvSpPr>
              <p:spPr>
                <a:xfrm>
                  <a:off x="10513647" y="5119152"/>
                  <a:ext cx="2824" cy="10196"/>
                </a:xfrm>
                <a:custGeom>
                  <a:avLst/>
                  <a:gdLst>
                    <a:gd name="connsiteX0" fmla="*/ 0 w 2824"/>
                    <a:gd name="connsiteY0" fmla="*/ 0 h 10196"/>
                    <a:gd name="connsiteX1" fmla="*/ 0 w 2824"/>
                    <a:gd name="connsiteY1" fmla="*/ 10197 h 10196"/>
                  </a:gdLst>
                  <a:ahLst/>
                  <a:cxnLst>
                    <a:cxn ang="0">
                      <a:pos x="connsiteX0" y="connsiteY0"/>
                    </a:cxn>
                    <a:cxn ang="0">
                      <a:pos x="connsiteX1" y="connsiteY1"/>
                    </a:cxn>
                  </a:cxnLst>
                  <a:rect l="l" t="t" r="r" b="b"/>
                  <a:pathLst>
                    <a:path w="2824" h="10196">
                      <a:moveTo>
                        <a:pt x="0" y="0"/>
                      </a:moveTo>
                      <a:lnTo>
                        <a:pt x="0" y="10197"/>
                      </a:lnTo>
                    </a:path>
                  </a:pathLst>
                </a:custGeom>
                <a:ln w="8472" cap="flat">
                  <a:solidFill>
                    <a:srgbClr val="17A3A3"/>
                  </a:solidFill>
                  <a:prstDash val="solid"/>
                  <a:miter/>
                </a:ln>
              </p:spPr>
              <p:txBody>
                <a:bodyPr rtlCol="1" anchor="ctr"/>
                <a:lstStyle/>
                <a:p>
                  <a:endParaRPr lang="ar-SA"/>
                </a:p>
              </p:txBody>
            </p:sp>
            <p:sp>
              <p:nvSpPr>
                <p:cNvPr id="9607" name="شكل حر: شكل 10683">
                  <a:extLst>
                    <a:ext uri="{FF2B5EF4-FFF2-40B4-BE49-F238E27FC236}">
                      <a16:creationId xmlns:a16="http://schemas.microsoft.com/office/drawing/2014/main" id="{BD8708F9-8C72-FECF-DE50-803E5DEAF4C4}"/>
                    </a:ext>
                  </a:extLst>
                </p:cNvPr>
                <p:cNvSpPr/>
                <p:nvPr/>
              </p:nvSpPr>
              <p:spPr>
                <a:xfrm>
                  <a:off x="10513647" y="5201600"/>
                  <a:ext cx="2824" cy="10224"/>
                </a:xfrm>
                <a:custGeom>
                  <a:avLst/>
                  <a:gdLst>
                    <a:gd name="connsiteX0" fmla="*/ 0 w 2824"/>
                    <a:gd name="connsiteY0" fmla="*/ 0 h 10224"/>
                    <a:gd name="connsiteX1" fmla="*/ 0 w 2824"/>
                    <a:gd name="connsiteY1" fmla="*/ 10225 h 10224"/>
                  </a:gdLst>
                  <a:ahLst/>
                  <a:cxnLst>
                    <a:cxn ang="0">
                      <a:pos x="connsiteX0" y="connsiteY0"/>
                    </a:cxn>
                    <a:cxn ang="0">
                      <a:pos x="connsiteX1" y="connsiteY1"/>
                    </a:cxn>
                  </a:cxnLst>
                  <a:rect l="l" t="t" r="r" b="b"/>
                  <a:pathLst>
                    <a:path w="2824" h="10224">
                      <a:moveTo>
                        <a:pt x="0" y="0"/>
                      </a:moveTo>
                      <a:lnTo>
                        <a:pt x="0" y="10225"/>
                      </a:lnTo>
                    </a:path>
                  </a:pathLst>
                </a:custGeom>
                <a:ln w="8472" cap="flat">
                  <a:solidFill>
                    <a:srgbClr val="17A3A3"/>
                  </a:solidFill>
                  <a:prstDash val="solid"/>
                  <a:miter/>
                </a:ln>
              </p:spPr>
              <p:txBody>
                <a:bodyPr rtlCol="1" anchor="ctr"/>
                <a:lstStyle/>
                <a:p>
                  <a:endParaRPr lang="ar-SA"/>
                </a:p>
              </p:txBody>
            </p:sp>
          </p:grpSp>
          <p:sp>
            <p:nvSpPr>
              <p:cNvPr id="9599" name="شكل حر: شكل 10684">
                <a:extLst>
                  <a:ext uri="{FF2B5EF4-FFF2-40B4-BE49-F238E27FC236}">
                    <a16:creationId xmlns:a16="http://schemas.microsoft.com/office/drawing/2014/main" id="{83A8FC45-FD64-A858-FC2B-8B98983FBB9D}"/>
                  </a:ext>
                </a:extLst>
              </p:cNvPr>
              <p:cNvSpPr/>
              <p:nvPr/>
            </p:nvSpPr>
            <p:spPr>
              <a:xfrm>
                <a:off x="10443375" y="5098759"/>
                <a:ext cx="49624" cy="93210"/>
              </a:xfrm>
              <a:custGeom>
                <a:avLst/>
                <a:gdLst>
                  <a:gd name="connsiteX0" fmla="*/ 49624 w 49624"/>
                  <a:gd name="connsiteY0" fmla="*/ 0 h 93210"/>
                  <a:gd name="connsiteX1" fmla="*/ 29711 w 49624"/>
                  <a:gd name="connsiteY1" fmla="*/ 10083 h 93210"/>
                  <a:gd name="connsiteX2" fmla="*/ 6663 w 49624"/>
                  <a:gd name="connsiteY2" fmla="*/ 37199 h 93210"/>
                  <a:gd name="connsiteX3" fmla="*/ 4968 w 49624"/>
                  <a:gd name="connsiteY3" fmla="*/ 93210 h 93210"/>
                </a:gdLst>
                <a:ahLst/>
                <a:cxnLst>
                  <a:cxn ang="0">
                    <a:pos x="connsiteX0" y="connsiteY0"/>
                  </a:cxn>
                  <a:cxn ang="0">
                    <a:pos x="connsiteX1" y="connsiteY1"/>
                  </a:cxn>
                  <a:cxn ang="0">
                    <a:pos x="connsiteX2" y="connsiteY2"/>
                  </a:cxn>
                  <a:cxn ang="0">
                    <a:pos x="connsiteX3" y="connsiteY3"/>
                  </a:cxn>
                </a:cxnLst>
                <a:rect l="l" t="t" r="r" b="b"/>
                <a:pathLst>
                  <a:path w="49624" h="93210">
                    <a:moveTo>
                      <a:pt x="49624" y="0"/>
                    </a:moveTo>
                    <a:cubicBezTo>
                      <a:pt x="44173" y="3079"/>
                      <a:pt x="37225" y="5254"/>
                      <a:pt x="29711" y="10083"/>
                    </a:cubicBezTo>
                    <a:cubicBezTo>
                      <a:pt x="19628" y="16580"/>
                      <a:pt x="11804" y="26353"/>
                      <a:pt x="6663" y="37199"/>
                    </a:cubicBezTo>
                    <a:cubicBezTo>
                      <a:pt x="-1584" y="54542"/>
                      <a:pt x="-2206" y="75387"/>
                      <a:pt x="4968" y="93210"/>
                    </a:cubicBezTo>
                  </a:path>
                </a:pathLst>
              </a:custGeom>
              <a:noFill/>
              <a:ln w="8472" cap="flat">
                <a:solidFill>
                  <a:srgbClr val="17A3A3"/>
                </a:solidFill>
                <a:prstDash val="solid"/>
                <a:miter/>
              </a:ln>
            </p:spPr>
            <p:txBody>
              <a:bodyPr rtlCol="1" anchor="ctr"/>
              <a:lstStyle/>
              <a:p>
                <a:endParaRPr lang="ar-SA"/>
              </a:p>
            </p:txBody>
          </p:sp>
          <p:sp>
            <p:nvSpPr>
              <p:cNvPr id="9600" name="شكل حر: شكل 10685">
                <a:extLst>
                  <a:ext uri="{FF2B5EF4-FFF2-40B4-BE49-F238E27FC236}">
                    <a16:creationId xmlns:a16="http://schemas.microsoft.com/office/drawing/2014/main" id="{E4306C2C-4DA3-106B-F928-9E53303CC0AC}"/>
                  </a:ext>
                </a:extLst>
              </p:cNvPr>
              <p:cNvSpPr/>
              <p:nvPr/>
            </p:nvSpPr>
            <p:spPr>
              <a:xfrm>
                <a:off x="10493141" y="5085257"/>
                <a:ext cx="14377" cy="11693"/>
              </a:xfrm>
              <a:custGeom>
                <a:avLst/>
                <a:gdLst>
                  <a:gd name="connsiteX0" fmla="*/ 0 w 14377"/>
                  <a:gd name="connsiteY0" fmla="*/ 2655 h 11693"/>
                  <a:gd name="connsiteX1" fmla="*/ 11693 w 14377"/>
                  <a:gd name="connsiteY1" fmla="*/ 0 h 11693"/>
                  <a:gd name="connsiteX2" fmla="*/ 14377 w 14377"/>
                  <a:gd name="connsiteY2" fmla="*/ 11694 h 11693"/>
                </a:gdLst>
                <a:ahLst/>
                <a:cxnLst>
                  <a:cxn ang="0">
                    <a:pos x="connsiteX0" y="connsiteY0"/>
                  </a:cxn>
                  <a:cxn ang="0">
                    <a:pos x="connsiteX1" y="connsiteY1"/>
                  </a:cxn>
                  <a:cxn ang="0">
                    <a:pos x="connsiteX2" y="connsiteY2"/>
                  </a:cxn>
                </a:cxnLst>
                <a:rect l="l" t="t" r="r" b="b"/>
                <a:pathLst>
                  <a:path w="14377" h="11693">
                    <a:moveTo>
                      <a:pt x="0" y="2655"/>
                    </a:moveTo>
                    <a:lnTo>
                      <a:pt x="11693" y="0"/>
                    </a:lnTo>
                    <a:lnTo>
                      <a:pt x="14377" y="11694"/>
                    </a:lnTo>
                  </a:path>
                </a:pathLst>
              </a:custGeom>
              <a:noFill/>
              <a:ln w="8472" cap="flat">
                <a:solidFill>
                  <a:srgbClr val="17A3A3"/>
                </a:solidFill>
                <a:prstDash val="solid"/>
                <a:miter/>
              </a:ln>
            </p:spPr>
            <p:txBody>
              <a:bodyPr rtlCol="1" anchor="ctr"/>
              <a:lstStyle/>
              <a:p>
                <a:endParaRPr lang="ar-SA"/>
              </a:p>
            </p:txBody>
          </p:sp>
          <p:sp>
            <p:nvSpPr>
              <p:cNvPr id="9601" name="شكل حر: شكل 10686">
                <a:extLst>
                  <a:ext uri="{FF2B5EF4-FFF2-40B4-BE49-F238E27FC236}">
                    <a16:creationId xmlns:a16="http://schemas.microsoft.com/office/drawing/2014/main" id="{9A055499-0290-41E9-5647-454E020FD706}"/>
                  </a:ext>
                </a:extLst>
              </p:cNvPr>
              <p:cNvSpPr/>
              <p:nvPr/>
            </p:nvSpPr>
            <p:spPr>
              <a:xfrm>
                <a:off x="10464839" y="5209170"/>
                <a:ext cx="102418" cy="26789"/>
              </a:xfrm>
              <a:custGeom>
                <a:avLst/>
                <a:gdLst>
                  <a:gd name="connsiteX0" fmla="*/ 0 w 102418"/>
                  <a:gd name="connsiteY0" fmla="*/ 8332 h 26789"/>
                  <a:gd name="connsiteX1" fmla="*/ 18049 w 102418"/>
                  <a:gd name="connsiteY1" fmla="*/ 20139 h 26789"/>
                  <a:gd name="connsiteX2" fmla="*/ 53073 w 102418"/>
                  <a:gd name="connsiteY2" fmla="*/ 26551 h 26789"/>
                  <a:gd name="connsiteX3" fmla="*/ 102418 w 102418"/>
                  <a:gd name="connsiteY3" fmla="*/ 0 h 26789"/>
                </a:gdLst>
                <a:ahLst/>
                <a:cxnLst>
                  <a:cxn ang="0">
                    <a:pos x="connsiteX0" y="connsiteY0"/>
                  </a:cxn>
                  <a:cxn ang="0">
                    <a:pos x="connsiteX1" y="connsiteY1"/>
                  </a:cxn>
                  <a:cxn ang="0">
                    <a:pos x="connsiteX2" y="connsiteY2"/>
                  </a:cxn>
                  <a:cxn ang="0">
                    <a:pos x="connsiteX3" y="connsiteY3"/>
                  </a:cxn>
                </a:cxnLst>
                <a:rect l="l" t="t" r="r" b="b"/>
                <a:pathLst>
                  <a:path w="102418" h="26789">
                    <a:moveTo>
                      <a:pt x="0" y="8332"/>
                    </a:moveTo>
                    <a:cubicBezTo>
                      <a:pt x="5169" y="11524"/>
                      <a:pt x="10422" y="16213"/>
                      <a:pt x="18049" y="20139"/>
                    </a:cubicBezTo>
                    <a:cubicBezTo>
                      <a:pt x="28697" y="25618"/>
                      <a:pt x="41097" y="27511"/>
                      <a:pt x="53073" y="26551"/>
                    </a:cubicBezTo>
                    <a:cubicBezTo>
                      <a:pt x="72224" y="25025"/>
                      <a:pt x="90583" y="15168"/>
                      <a:pt x="102418" y="0"/>
                    </a:cubicBezTo>
                  </a:path>
                </a:pathLst>
              </a:custGeom>
              <a:noFill/>
              <a:ln w="8472" cap="flat">
                <a:solidFill>
                  <a:srgbClr val="17A3A3"/>
                </a:solidFill>
                <a:prstDash val="solid"/>
                <a:miter/>
              </a:ln>
            </p:spPr>
            <p:txBody>
              <a:bodyPr rtlCol="1" anchor="ctr"/>
              <a:lstStyle/>
              <a:p>
                <a:endParaRPr lang="ar-SA"/>
              </a:p>
            </p:txBody>
          </p:sp>
          <p:sp>
            <p:nvSpPr>
              <p:cNvPr id="9602" name="شكل حر: شكل 10687">
                <a:extLst>
                  <a:ext uri="{FF2B5EF4-FFF2-40B4-BE49-F238E27FC236}">
                    <a16:creationId xmlns:a16="http://schemas.microsoft.com/office/drawing/2014/main" id="{F219D6BE-F647-6D37-2C9D-9B896D56AAAE}"/>
                  </a:ext>
                </a:extLst>
              </p:cNvPr>
              <p:cNvSpPr/>
              <p:nvPr/>
            </p:nvSpPr>
            <p:spPr>
              <a:xfrm>
                <a:off x="10446593" y="5205470"/>
                <a:ext cx="8783" cy="16947"/>
              </a:xfrm>
              <a:custGeom>
                <a:avLst/>
                <a:gdLst>
                  <a:gd name="connsiteX0" fmla="*/ 8163 w 8783"/>
                  <a:gd name="connsiteY0" fmla="*/ 16947 h 16947"/>
                  <a:gd name="connsiteX1" fmla="*/ 0 w 8783"/>
                  <a:gd name="connsiteY1" fmla="*/ 8163 h 16947"/>
                  <a:gd name="connsiteX2" fmla="*/ 8784 w 8783"/>
                  <a:gd name="connsiteY2" fmla="*/ 0 h 16947"/>
                </a:gdLst>
                <a:ahLst/>
                <a:cxnLst>
                  <a:cxn ang="0">
                    <a:pos x="connsiteX0" y="connsiteY0"/>
                  </a:cxn>
                  <a:cxn ang="0">
                    <a:pos x="connsiteX1" y="connsiteY1"/>
                  </a:cxn>
                  <a:cxn ang="0">
                    <a:pos x="connsiteX2" y="connsiteY2"/>
                  </a:cxn>
                </a:cxnLst>
                <a:rect l="l" t="t" r="r" b="b"/>
                <a:pathLst>
                  <a:path w="8783" h="16947">
                    <a:moveTo>
                      <a:pt x="8163" y="16947"/>
                    </a:moveTo>
                    <a:lnTo>
                      <a:pt x="0" y="8163"/>
                    </a:lnTo>
                    <a:lnTo>
                      <a:pt x="8784" y="0"/>
                    </a:lnTo>
                  </a:path>
                </a:pathLst>
              </a:custGeom>
              <a:noFill/>
              <a:ln w="8472" cap="flat">
                <a:solidFill>
                  <a:srgbClr val="17A3A3"/>
                </a:solidFill>
                <a:prstDash val="solid"/>
                <a:miter/>
              </a:ln>
            </p:spPr>
            <p:txBody>
              <a:bodyPr rtlCol="1" anchor="ctr"/>
              <a:lstStyle/>
              <a:p>
                <a:endParaRPr lang="ar-SA"/>
              </a:p>
            </p:txBody>
          </p:sp>
          <p:sp>
            <p:nvSpPr>
              <p:cNvPr id="9603" name="شكل حر: شكل 10688">
                <a:extLst>
                  <a:ext uri="{FF2B5EF4-FFF2-40B4-BE49-F238E27FC236}">
                    <a16:creationId xmlns:a16="http://schemas.microsoft.com/office/drawing/2014/main" id="{F3A638EB-8FA6-3EB9-A996-CEC3CFCFA11C}"/>
                  </a:ext>
                </a:extLst>
              </p:cNvPr>
              <p:cNvSpPr/>
              <p:nvPr/>
            </p:nvSpPr>
            <p:spPr>
              <a:xfrm>
                <a:off x="10522742" y="5097629"/>
                <a:ext cx="59664" cy="83493"/>
              </a:xfrm>
              <a:custGeom>
                <a:avLst/>
                <a:gdLst>
                  <a:gd name="connsiteX0" fmla="*/ 58411 w 59664"/>
                  <a:gd name="connsiteY0" fmla="*/ 83493 h 83493"/>
                  <a:gd name="connsiteX1" fmla="*/ 59598 w 59664"/>
                  <a:gd name="connsiteY1" fmla="*/ 62988 h 83493"/>
                  <a:gd name="connsiteX2" fmla="*/ 47650 w 59664"/>
                  <a:gd name="connsiteY2" fmla="*/ 29460 h 83493"/>
                  <a:gd name="connsiteX3" fmla="*/ 0 w 59664"/>
                  <a:gd name="connsiteY3" fmla="*/ 0 h 83493"/>
                </a:gdLst>
                <a:ahLst/>
                <a:cxnLst>
                  <a:cxn ang="0">
                    <a:pos x="connsiteX0" y="connsiteY0"/>
                  </a:cxn>
                  <a:cxn ang="0">
                    <a:pos x="connsiteX1" y="connsiteY1"/>
                  </a:cxn>
                  <a:cxn ang="0">
                    <a:pos x="connsiteX2" y="connsiteY2"/>
                  </a:cxn>
                  <a:cxn ang="0">
                    <a:pos x="connsiteX3" y="connsiteY3"/>
                  </a:cxn>
                </a:cxnLst>
                <a:rect l="l" t="t" r="r" b="b"/>
                <a:pathLst>
                  <a:path w="59664" h="83493">
                    <a:moveTo>
                      <a:pt x="58411" y="83493"/>
                    </a:moveTo>
                    <a:cubicBezTo>
                      <a:pt x="58694" y="77675"/>
                      <a:pt x="59965" y="71066"/>
                      <a:pt x="59598" y="62988"/>
                    </a:cubicBezTo>
                    <a:cubicBezTo>
                      <a:pt x="59033" y="51011"/>
                      <a:pt x="54457" y="39346"/>
                      <a:pt x="47650" y="29460"/>
                    </a:cubicBezTo>
                    <a:cubicBezTo>
                      <a:pt x="36747" y="13642"/>
                      <a:pt x="19037" y="2683"/>
                      <a:pt x="0" y="0"/>
                    </a:cubicBezTo>
                  </a:path>
                </a:pathLst>
              </a:custGeom>
              <a:noFill/>
              <a:ln w="8472" cap="flat">
                <a:solidFill>
                  <a:srgbClr val="17A3A3"/>
                </a:solidFill>
                <a:prstDash val="solid"/>
                <a:miter/>
              </a:ln>
            </p:spPr>
            <p:txBody>
              <a:bodyPr rtlCol="1" anchor="ctr"/>
              <a:lstStyle/>
              <a:p>
                <a:endParaRPr lang="ar-SA"/>
              </a:p>
            </p:txBody>
          </p:sp>
          <p:sp>
            <p:nvSpPr>
              <p:cNvPr id="9604" name="شكل حر: شكل 10689">
                <a:extLst>
                  <a:ext uri="{FF2B5EF4-FFF2-40B4-BE49-F238E27FC236}">
                    <a16:creationId xmlns:a16="http://schemas.microsoft.com/office/drawing/2014/main" id="{051FD432-671F-01CB-6C4E-1A4998FEC09F}"/>
                  </a:ext>
                </a:extLst>
              </p:cNvPr>
              <p:cNvSpPr/>
              <p:nvPr/>
            </p:nvSpPr>
            <p:spPr>
              <a:xfrm>
                <a:off x="10575420" y="5188410"/>
                <a:ext cx="14998" cy="11467"/>
              </a:xfrm>
              <a:custGeom>
                <a:avLst/>
                <a:gdLst>
                  <a:gd name="connsiteX0" fmla="*/ 14999 w 14998"/>
                  <a:gd name="connsiteY0" fmla="*/ 0 h 11467"/>
                  <a:gd name="connsiteX1" fmla="*/ 11468 w 14998"/>
                  <a:gd name="connsiteY1" fmla="*/ 11467 h 11467"/>
                  <a:gd name="connsiteX2" fmla="*/ 0 w 14998"/>
                  <a:gd name="connsiteY2" fmla="*/ 7937 h 11467"/>
                </a:gdLst>
                <a:ahLst/>
                <a:cxnLst>
                  <a:cxn ang="0">
                    <a:pos x="connsiteX0" y="connsiteY0"/>
                  </a:cxn>
                  <a:cxn ang="0">
                    <a:pos x="connsiteX1" y="connsiteY1"/>
                  </a:cxn>
                  <a:cxn ang="0">
                    <a:pos x="connsiteX2" y="connsiteY2"/>
                  </a:cxn>
                </a:cxnLst>
                <a:rect l="l" t="t" r="r" b="b"/>
                <a:pathLst>
                  <a:path w="14998" h="11467">
                    <a:moveTo>
                      <a:pt x="14999" y="0"/>
                    </a:moveTo>
                    <a:lnTo>
                      <a:pt x="11468" y="11467"/>
                    </a:lnTo>
                    <a:lnTo>
                      <a:pt x="0" y="7937"/>
                    </a:lnTo>
                  </a:path>
                </a:pathLst>
              </a:custGeom>
              <a:noFill/>
              <a:ln w="8472" cap="flat">
                <a:solidFill>
                  <a:srgbClr val="17A3A3"/>
                </a:solidFill>
                <a:prstDash val="solid"/>
                <a:miter/>
              </a:ln>
            </p:spPr>
            <p:txBody>
              <a:bodyPr rtlCol="1" anchor="ctr"/>
              <a:lstStyle/>
              <a:p>
                <a:endParaRPr lang="ar-SA"/>
              </a:p>
            </p:txBody>
          </p:sp>
        </p:grpSp>
        <p:grpSp>
          <p:nvGrpSpPr>
            <p:cNvPr id="9584" name="رسم 8014">
              <a:extLst>
                <a:ext uri="{FF2B5EF4-FFF2-40B4-BE49-F238E27FC236}">
                  <a16:creationId xmlns:a16="http://schemas.microsoft.com/office/drawing/2014/main" id="{C955A5B1-EC2C-DDFF-0BA9-463CCFDAAF9E}"/>
                </a:ext>
              </a:extLst>
            </p:cNvPr>
            <p:cNvGrpSpPr/>
            <p:nvPr/>
          </p:nvGrpSpPr>
          <p:grpSpPr>
            <a:xfrm>
              <a:off x="10341197" y="4889714"/>
              <a:ext cx="135844" cy="366738"/>
              <a:chOff x="10341197" y="4889714"/>
              <a:chExt cx="135844" cy="366738"/>
            </a:xfrm>
            <a:noFill/>
          </p:grpSpPr>
          <p:sp>
            <p:nvSpPr>
              <p:cNvPr id="9592" name="شكل حر: شكل 10691">
                <a:extLst>
                  <a:ext uri="{FF2B5EF4-FFF2-40B4-BE49-F238E27FC236}">
                    <a16:creationId xmlns:a16="http://schemas.microsoft.com/office/drawing/2014/main" id="{25B99ADF-8706-DFC7-D3B9-B08B73E41891}"/>
                  </a:ext>
                </a:extLst>
              </p:cNvPr>
              <p:cNvSpPr/>
              <p:nvPr/>
            </p:nvSpPr>
            <p:spPr>
              <a:xfrm rot="-1349998">
                <a:off x="10351276" y="4899793"/>
                <a:ext cx="65755" cy="65755"/>
              </a:xfrm>
              <a:custGeom>
                <a:avLst/>
                <a:gdLst>
                  <a:gd name="connsiteX0" fmla="*/ 65756 w 65755"/>
                  <a:gd name="connsiteY0" fmla="*/ 32878 h 65755"/>
                  <a:gd name="connsiteX1" fmla="*/ 32878 w 65755"/>
                  <a:gd name="connsiteY1" fmla="*/ 65755 h 65755"/>
                  <a:gd name="connsiteX2" fmla="*/ 1 w 65755"/>
                  <a:gd name="connsiteY2" fmla="*/ 32878 h 65755"/>
                  <a:gd name="connsiteX3" fmla="*/ 32878 w 65755"/>
                  <a:gd name="connsiteY3" fmla="*/ 0 h 65755"/>
                  <a:gd name="connsiteX4" fmla="*/ 65756 w 65755"/>
                  <a:gd name="connsiteY4" fmla="*/ 32878 h 65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55" h="65755">
                    <a:moveTo>
                      <a:pt x="65756" y="32878"/>
                    </a:moveTo>
                    <a:cubicBezTo>
                      <a:pt x="65756" y="51036"/>
                      <a:pt x="51036" y="65755"/>
                      <a:pt x="32878" y="65755"/>
                    </a:cubicBezTo>
                    <a:cubicBezTo>
                      <a:pt x="14720" y="65755"/>
                      <a:pt x="1" y="51036"/>
                      <a:pt x="1" y="32878"/>
                    </a:cubicBezTo>
                    <a:cubicBezTo>
                      <a:pt x="1" y="14720"/>
                      <a:pt x="14721" y="0"/>
                      <a:pt x="32878" y="0"/>
                    </a:cubicBezTo>
                    <a:cubicBezTo>
                      <a:pt x="51036" y="0"/>
                      <a:pt x="65756" y="14720"/>
                      <a:pt x="65756" y="32878"/>
                    </a:cubicBezTo>
                    <a:close/>
                  </a:path>
                </a:pathLst>
              </a:custGeom>
              <a:noFill/>
              <a:ln w="8472" cap="flat">
                <a:solidFill>
                  <a:srgbClr val="01355A"/>
                </a:solidFill>
                <a:prstDash val="solid"/>
                <a:miter/>
              </a:ln>
            </p:spPr>
            <p:txBody>
              <a:bodyPr rtlCol="1" anchor="ctr"/>
              <a:lstStyle/>
              <a:p>
                <a:endParaRPr lang="ar-SA"/>
              </a:p>
            </p:txBody>
          </p:sp>
          <p:sp>
            <p:nvSpPr>
              <p:cNvPr id="9593" name="شكل حر: شكل 10692">
                <a:extLst>
                  <a:ext uri="{FF2B5EF4-FFF2-40B4-BE49-F238E27FC236}">
                    <a16:creationId xmlns:a16="http://schemas.microsoft.com/office/drawing/2014/main" id="{2029E96C-1FD3-3974-7A95-7C7C2FD89534}"/>
                  </a:ext>
                </a:extLst>
              </p:cNvPr>
              <p:cNvSpPr/>
              <p:nvPr/>
            </p:nvSpPr>
            <p:spPr>
              <a:xfrm>
                <a:off x="10407670" y="5112938"/>
                <a:ext cx="2824" cy="114196"/>
              </a:xfrm>
              <a:custGeom>
                <a:avLst/>
                <a:gdLst>
                  <a:gd name="connsiteX0" fmla="*/ 0 w 2824"/>
                  <a:gd name="connsiteY0" fmla="*/ 0 h 114196"/>
                  <a:gd name="connsiteX1" fmla="*/ 0 w 2824"/>
                  <a:gd name="connsiteY1" fmla="*/ 114196 h 114196"/>
                </a:gdLst>
                <a:ahLst/>
                <a:cxnLst>
                  <a:cxn ang="0">
                    <a:pos x="connsiteX0" y="connsiteY0"/>
                  </a:cxn>
                  <a:cxn ang="0">
                    <a:pos x="connsiteX1" y="connsiteY1"/>
                  </a:cxn>
                </a:cxnLst>
                <a:rect l="l" t="t" r="r" b="b"/>
                <a:pathLst>
                  <a:path w="2824" h="114196">
                    <a:moveTo>
                      <a:pt x="0" y="0"/>
                    </a:moveTo>
                    <a:lnTo>
                      <a:pt x="0" y="114196"/>
                    </a:lnTo>
                  </a:path>
                </a:pathLst>
              </a:custGeom>
              <a:ln w="8472" cap="flat">
                <a:solidFill>
                  <a:srgbClr val="01355A"/>
                </a:solidFill>
                <a:prstDash val="solid"/>
                <a:miter/>
              </a:ln>
            </p:spPr>
            <p:txBody>
              <a:bodyPr rtlCol="1" anchor="ctr"/>
              <a:lstStyle/>
              <a:p>
                <a:endParaRPr lang="ar-SA"/>
              </a:p>
            </p:txBody>
          </p:sp>
          <p:sp>
            <p:nvSpPr>
              <p:cNvPr id="9594" name="شكل حر: شكل 10693">
                <a:extLst>
                  <a:ext uri="{FF2B5EF4-FFF2-40B4-BE49-F238E27FC236}">
                    <a16:creationId xmlns:a16="http://schemas.microsoft.com/office/drawing/2014/main" id="{CECFC5F7-7F24-6371-C17B-74F2D3292764}"/>
                  </a:ext>
                </a:extLst>
              </p:cNvPr>
              <p:cNvSpPr/>
              <p:nvPr/>
            </p:nvSpPr>
            <p:spPr>
              <a:xfrm>
                <a:off x="10360613" y="5112938"/>
                <a:ext cx="2824" cy="112247"/>
              </a:xfrm>
              <a:custGeom>
                <a:avLst/>
                <a:gdLst>
                  <a:gd name="connsiteX0" fmla="*/ 0 w 2824"/>
                  <a:gd name="connsiteY0" fmla="*/ 112248 h 112247"/>
                  <a:gd name="connsiteX1" fmla="*/ 0 w 2824"/>
                  <a:gd name="connsiteY1" fmla="*/ 0 h 112247"/>
                </a:gdLst>
                <a:ahLst/>
                <a:cxnLst>
                  <a:cxn ang="0">
                    <a:pos x="connsiteX0" y="connsiteY0"/>
                  </a:cxn>
                  <a:cxn ang="0">
                    <a:pos x="connsiteX1" y="connsiteY1"/>
                  </a:cxn>
                </a:cxnLst>
                <a:rect l="l" t="t" r="r" b="b"/>
                <a:pathLst>
                  <a:path w="2824" h="112247">
                    <a:moveTo>
                      <a:pt x="0" y="112248"/>
                    </a:moveTo>
                    <a:lnTo>
                      <a:pt x="0" y="0"/>
                    </a:lnTo>
                  </a:path>
                </a:pathLst>
              </a:custGeom>
              <a:ln w="8472" cap="flat">
                <a:solidFill>
                  <a:srgbClr val="01355A"/>
                </a:solidFill>
                <a:prstDash val="solid"/>
                <a:miter/>
              </a:ln>
            </p:spPr>
            <p:txBody>
              <a:bodyPr rtlCol="1" anchor="ctr"/>
              <a:lstStyle/>
              <a:p>
                <a:endParaRPr lang="ar-SA"/>
              </a:p>
            </p:txBody>
          </p:sp>
          <p:sp>
            <p:nvSpPr>
              <p:cNvPr id="9595" name="شكل حر: شكل 10694">
                <a:extLst>
                  <a:ext uri="{FF2B5EF4-FFF2-40B4-BE49-F238E27FC236}">
                    <a16:creationId xmlns:a16="http://schemas.microsoft.com/office/drawing/2014/main" id="{08FA7E55-EA86-4F0F-576C-3ECA01BFEEA5}"/>
                  </a:ext>
                </a:extLst>
              </p:cNvPr>
              <p:cNvSpPr/>
              <p:nvPr/>
            </p:nvSpPr>
            <p:spPr>
              <a:xfrm>
                <a:off x="10384142" y="5016113"/>
                <a:ext cx="92899" cy="38018"/>
              </a:xfrm>
              <a:custGeom>
                <a:avLst/>
                <a:gdLst>
                  <a:gd name="connsiteX0" fmla="*/ 0 w 92899"/>
                  <a:gd name="connsiteY0" fmla="*/ 0 h 38018"/>
                  <a:gd name="connsiteX1" fmla="*/ 0 w 92899"/>
                  <a:gd name="connsiteY1" fmla="*/ 13727 h 38018"/>
                  <a:gd name="connsiteX2" fmla="*/ 24291 w 92899"/>
                  <a:gd name="connsiteY2" fmla="*/ 38018 h 38018"/>
                  <a:gd name="connsiteX3" fmla="*/ 92900 w 92899"/>
                  <a:gd name="connsiteY3" fmla="*/ 38018 h 38018"/>
                </a:gdLst>
                <a:ahLst/>
                <a:cxnLst>
                  <a:cxn ang="0">
                    <a:pos x="connsiteX0" y="connsiteY0"/>
                  </a:cxn>
                  <a:cxn ang="0">
                    <a:pos x="connsiteX1" y="connsiteY1"/>
                  </a:cxn>
                  <a:cxn ang="0">
                    <a:pos x="connsiteX2" y="connsiteY2"/>
                  </a:cxn>
                  <a:cxn ang="0">
                    <a:pos x="connsiteX3" y="connsiteY3"/>
                  </a:cxn>
                </a:cxnLst>
                <a:rect l="l" t="t" r="r" b="b"/>
                <a:pathLst>
                  <a:path w="92899" h="38018">
                    <a:moveTo>
                      <a:pt x="0" y="0"/>
                    </a:moveTo>
                    <a:lnTo>
                      <a:pt x="0" y="13727"/>
                    </a:lnTo>
                    <a:cubicBezTo>
                      <a:pt x="0" y="27144"/>
                      <a:pt x="10875" y="38018"/>
                      <a:pt x="24291" y="38018"/>
                    </a:cubicBezTo>
                    <a:lnTo>
                      <a:pt x="92900" y="38018"/>
                    </a:lnTo>
                  </a:path>
                </a:pathLst>
              </a:custGeom>
              <a:noFill/>
              <a:ln w="8472" cap="flat">
                <a:solidFill>
                  <a:srgbClr val="01355A"/>
                </a:solidFill>
                <a:prstDash val="solid"/>
                <a:miter/>
              </a:ln>
            </p:spPr>
            <p:txBody>
              <a:bodyPr rtlCol="1" anchor="ctr"/>
              <a:lstStyle/>
              <a:p>
                <a:endParaRPr lang="ar-SA"/>
              </a:p>
            </p:txBody>
          </p:sp>
          <p:sp>
            <p:nvSpPr>
              <p:cNvPr id="9596" name="شكل حر: شكل 10695">
                <a:extLst>
                  <a:ext uri="{FF2B5EF4-FFF2-40B4-BE49-F238E27FC236}">
                    <a16:creationId xmlns:a16="http://schemas.microsoft.com/office/drawing/2014/main" id="{F0D12E41-7E1A-2E14-B89C-F58EC0C16E69}"/>
                  </a:ext>
                </a:extLst>
              </p:cNvPr>
              <p:cNvSpPr/>
              <p:nvPr/>
            </p:nvSpPr>
            <p:spPr>
              <a:xfrm>
                <a:off x="10360614" y="5225186"/>
                <a:ext cx="67534" cy="31267"/>
              </a:xfrm>
              <a:custGeom>
                <a:avLst/>
                <a:gdLst>
                  <a:gd name="connsiteX0" fmla="*/ 67535 w 67534"/>
                  <a:gd name="connsiteY0" fmla="*/ 31268 h 31267"/>
                  <a:gd name="connsiteX1" fmla="*/ 0 w 67534"/>
                  <a:gd name="connsiteY1" fmla="*/ 31268 h 31267"/>
                  <a:gd name="connsiteX2" fmla="*/ 0 w 67534"/>
                  <a:gd name="connsiteY2" fmla="*/ 0 h 31267"/>
                  <a:gd name="connsiteX3" fmla="*/ 36267 w 67534"/>
                  <a:gd name="connsiteY3" fmla="*/ 0 h 31267"/>
                  <a:gd name="connsiteX4" fmla="*/ 67535 w 67534"/>
                  <a:gd name="connsiteY4" fmla="*/ 31268 h 31267"/>
                  <a:gd name="connsiteX5" fmla="*/ 67535 w 67534"/>
                  <a:gd name="connsiteY5" fmla="*/ 31268 h 31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34" h="31267">
                    <a:moveTo>
                      <a:pt x="67535" y="31268"/>
                    </a:moveTo>
                    <a:lnTo>
                      <a:pt x="0" y="31268"/>
                    </a:lnTo>
                    <a:lnTo>
                      <a:pt x="0" y="0"/>
                    </a:lnTo>
                    <a:lnTo>
                      <a:pt x="36267" y="0"/>
                    </a:lnTo>
                    <a:cubicBezTo>
                      <a:pt x="53525" y="0"/>
                      <a:pt x="67535" y="14010"/>
                      <a:pt x="67535" y="31268"/>
                    </a:cubicBezTo>
                    <a:lnTo>
                      <a:pt x="67535" y="31268"/>
                    </a:lnTo>
                    <a:close/>
                  </a:path>
                </a:pathLst>
              </a:custGeom>
              <a:noFill/>
              <a:ln w="8472" cap="flat">
                <a:solidFill>
                  <a:srgbClr val="01355A"/>
                </a:solidFill>
                <a:prstDash val="solid"/>
                <a:miter/>
              </a:ln>
            </p:spPr>
            <p:txBody>
              <a:bodyPr rtlCol="1" anchor="ctr"/>
              <a:lstStyle/>
              <a:p>
                <a:endParaRPr lang="ar-SA"/>
              </a:p>
            </p:txBody>
          </p:sp>
          <p:sp>
            <p:nvSpPr>
              <p:cNvPr id="9597" name="شكل حر: شكل 10696">
                <a:extLst>
                  <a:ext uri="{FF2B5EF4-FFF2-40B4-BE49-F238E27FC236}">
                    <a16:creationId xmlns:a16="http://schemas.microsoft.com/office/drawing/2014/main" id="{7E5D7F19-D5FE-FE52-4993-D1C16C0BC97E}"/>
                  </a:ext>
                </a:extLst>
              </p:cNvPr>
              <p:cNvSpPr/>
              <p:nvPr/>
            </p:nvSpPr>
            <p:spPr>
              <a:xfrm>
                <a:off x="10346038" y="4982331"/>
                <a:ext cx="76206" cy="130607"/>
              </a:xfrm>
              <a:custGeom>
                <a:avLst/>
                <a:gdLst>
                  <a:gd name="connsiteX0" fmla="*/ 76206 w 76206"/>
                  <a:gd name="connsiteY0" fmla="*/ 53921 h 130607"/>
                  <a:gd name="connsiteX1" fmla="*/ 76206 w 76206"/>
                  <a:gd name="connsiteY1" fmla="*/ 38103 h 130607"/>
                  <a:gd name="connsiteX2" fmla="*/ 38103 w 76206"/>
                  <a:gd name="connsiteY2" fmla="*/ 0 h 130607"/>
                  <a:gd name="connsiteX3" fmla="*/ 38103 w 76206"/>
                  <a:gd name="connsiteY3" fmla="*/ 0 h 130607"/>
                  <a:gd name="connsiteX4" fmla="*/ 0 w 76206"/>
                  <a:gd name="connsiteY4" fmla="*/ 38103 h 130607"/>
                  <a:gd name="connsiteX5" fmla="*/ 0 w 76206"/>
                  <a:gd name="connsiteY5" fmla="*/ 72252 h 130607"/>
                  <a:gd name="connsiteX6" fmla="*/ 14575 w 76206"/>
                  <a:gd name="connsiteY6" fmla="*/ 130607 h 130607"/>
                  <a:gd name="connsiteX7" fmla="*/ 61632 w 76206"/>
                  <a:gd name="connsiteY7" fmla="*/ 130607 h 130607"/>
                  <a:gd name="connsiteX8" fmla="*/ 74766 w 76206"/>
                  <a:gd name="connsiteY8" fmla="*/ 91035 h 130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06" h="130607">
                    <a:moveTo>
                      <a:pt x="76206" y="53921"/>
                    </a:moveTo>
                    <a:lnTo>
                      <a:pt x="76206" y="38103"/>
                    </a:lnTo>
                    <a:cubicBezTo>
                      <a:pt x="76206" y="17060"/>
                      <a:pt x="59147" y="0"/>
                      <a:pt x="38103" y="0"/>
                    </a:cubicBezTo>
                    <a:lnTo>
                      <a:pt x="38103" y="0"/>
                    </a:lnTo>
                    <a:cubicBezTo>
                      <a:pt x="17060" y="0"/>
                      <a:pt x="0" y="17060"/>
                      <a:pt x="0" y="38103"/>
                    </a:cubicBezTo>
                    <a:lnTo>
                      <a:pt x="0" y="72252"/>
                    </a:lnTo>
                    <a:cubicBezTo>
                      <a:pt x="0" y="92589"/>
                      <a:pt x="5000" y="112643"/>
                      <a:pt x="14575" y="130607"/>
                    </a:cubicBezTo>
                    <a:lnTo>
                      <a:pt x="61632" y="130607"/>
                    </a:lnTo>
                    <a:cubicBezTo>
                      <a:pt x="68241" y="118208"/>
                      <a:pt x="72676" y="104819"/>
                      <a:pt x="74766" y="91035"/>
                    </a:cubicBezTo>
                  </a:path>
                </a:pathLst>
              </a:custGeom>
              <a:noFill/>
              <a:ln w="8472" cap="flat">
                <a:solidFill>
                  <a:srgbClr val="01355A"/>
                </a:solidFill>
                <a:prstDash val="solid"/>
                <a:miter/>
              </a:ln>
            </p:spPr>
            <p:txBody>
              <a:bodyPr rtlCol="1" anchor="ctr"/>
              <a:lstStyle/>
              <a:p>
                <a:endParaRPr lang="ar-SA"/>
              </a:p>
            </p:txBody>
          </p:sp>
        </p:grpSp>
        <p:grpSp>
          <p:nvGrpSpPr>
            <p:cNvPr id="9585" name="رسم 8014">
              <a:extLst>
                <a:ext uri="{FF2B5EF4-FFF2-40B4-BE49-F238E27FC236}">
                  <a16:creationId xmlns:a16="http://schemas.microsoft.com/office/drawing/2014/main" id="{150C24D5-6F9C-C8C2-E616-72237A4692B6}"/>
                </a:ext>
              </a:extLst>
            </p:cNvPr>
            <p:cNvGrpSpPr/>
            <p:nvPr/>
          </p:nvGrpSpPr>
          <p:grpSpPr>
            <a:xfrm>
              <a:off x="10553982" y="4893585"/>
              <a:ext cx="132331" cy="362867"/>
              <a:chOff x="10553982" y="4893585"/>
              <a:chExt cx="132331" cy="362867"/>
            </a:xfrm>
            <a:noFill/>
          </p:grpSpPr>
          <p:sp>
            <p:nvSpPr>
              <p:cNvPr id="9586" name="شكل حر: شكل 10698">
                <a:extLst>
                  <a:ext uri="{FF2B5EF4-FFF2-40B4-BE49-F238E27FC236}">
                    <a16:creationId xmlns:a16="http://schemas.microsoft.com/office/drawing/2014/main" id="{472207F1-1553-8D48-E70B-8A0A0101554A}"/>
                  </a:ext>
                </a:extLst>
              </p:cNvPr>
              <p:cNvSpPr/>
              <p:nvPr/>
            </p:nvSpPr>
            <p:spPr>
              <a:xfrm rot="-796800">
                <a:off x="10613885" y="4900258"/>
                <a:ext cx="65755" cy="65755"/>
              </a:xfrm>
              <a:custGeom>
                <a:avLst/>
                <a:gdLst>
                  <a:gd name="connsiteX0" fmla="*/ 65756 w 65755"/>
                  <a:gd name="connsiteY0" fmla="*/ 32878 h 65755"/>
                  <a:gd name="connsiteX1" fmla="*/ 32878 w 65755"/>
                  <a:gd name="connsiteY1" fmla="*/ 65756 h 65755"/>
                  <a:gd name="connsiteX2" fmla="*/ 1 w 65755"/>
                  <a:gd name="connsiteY2" fmla="*/ 32878 h 65755"/>
                  <a:gd name="connsiteX3" fmla="*/ 32878 w 65755"/>
                  <a:gd name="connsiteY3" fmla="*/ 0 h 65755"/>
                  <a:gd name="connsiteX4" fmla="*/ 65756 w 65755"/>
                  <a:gd name="connsiteY4" fmla="*/ 32878 h 65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55" h="65755">
                    <a:moveTo>
                      <a:pt x="65756" y="32878"/>
                    </a:moveTo>
                    <a:cubicBezTo>
                      <a:pt x="65756" y="51036"/>
                      <a:pt x="51036" y="65756"/>
                      <a:pt x="32878" y="65756"/>
                    </a:cubicBezTo>
                    <a:cubicBezTo>
                      <a:pt x="14720" y="65756"/>
                      <a:pt x="1" y="51036"/>
                      <a:pt x="1" y="32878"/>
                    </a:cubicBezTo>
                    <a:cubicBezTo>
                      <a:pt x="1" y="14720"/>
                      <a:pt x="14721" y="0"/>
                      <a:pt x="32878" y="0"/>
                    </a:cubicBezTo>
                    <a:cubicBezTo>
                      <a:pt x="51036" y="0"/>
                      <a:pt x="65756" y="14720"/>
                      <a:pt x="65756" y="32878"/>
                    </a:cubicBezTo>
                    <a:close/>
                  </a:path>
                </a:pathLst>
              </a:custGeom>
              <a:noFill/>
              <a:ln w="8472" cap="flat">
                <a:solidFill>
                  <a:srgbClr val="01355A"/>
                </a:solidFill>
                <a:prstDash val="solid"/>
                <a:miter/>
              </a:ln>
            </p:spPr>
            <p:txBody>
              <a:bodyPr rtlCol="1" anchor="ctr"/>
              <a:lstStyle/>
              <a:p>
                <a:endParaRPr lang="ar-SA"/>
              </a:p>
            </p:txBody>
          </p:sp>
          <p:sp>
            <p:nvSpPr>
              <p:cNvPr id="9587" name="شكل حر: شكل 10699">
                <a:extLst>
                  <a:ext uri="{FF2B5EF4-FFF2-40B4-BE49-F238E27FC236}">
                    <a16:creationId xmlns:a16="http://schemas.microsoft.com/office/drawing/2014/main" id="{EEFC996B-6004-FD91-EBEE-9499BCCF2367}"/>
                  </a:ext>
                </a:extLst>
              </p:cNvPr>
              <p:cNvSpPr/>
              <p:nvPr/>
            </p:nvSpPr>
            <p:spPr>
              <a:xfrm>
                <a:off x="10623353" y="5112938"/>
                <a:ext cx="2824" cy="114196"/>
              </a:xfrm>
              <a:custGeom>
                <a:avLst/>
                <a:gdLst>
                  <a:gd name="connsiteX0" fmla="*/ 0 w 2824"/>
                  <a:gd name="connsiteY0" fmla="*/ 0 h 114196"/>
                  <a:gd name="connsiteX1" fmla="*/ 0 w 2824"/>
                  <a:gd name="connsiteY1" fmla="*/ 114196 h 114196"/>
                </a:gdLst>
                <a:ahLst/>
                <a:cxnLst>
                  <a:cxn ang="0">
                    <a:pos x="connsiteX0" y="connsiteY0"/>
                  </a:cxn>
                  <a:cxn ang="0">
                    <a:pos x="connsiteX1" y="connsiteY1"/>
                  </a:cxn>
                </a:cxnLst>
                <a:rect l="l" t="t" r="r" b="b"/>
                <a:pathLst>
                  <a:path w="2824" h="114196">
                    <a:moveTo>
                      <a:pt x="0" y="0"/>
                    </a:moveTo>
                    <a:lnTo>
                      <a:pt x="0" y="114196"/>
                    </a:lnTo>
                  </a:path>
                </a:pathLst>
              </a:custGeom>
              <a:ln w="8472" cap="flat">
                <a:solidFill>
                  <a:srgbClr val="01355A"/>
                </a:solidFill>
                <a:prstDash val="solid"/>
                <a:miter/>
              </a:ln>
            </p:spPr>
            <p:txBody>
              <a:bodyPr rtlCol="1" anchor="ctr"/>
              <a:lstStyle/>
              <a:p>
                <a:endParaRPr lang="ar-SA"/>
              </a:p>
            </p:txBody>
          </p:sp>
          <p:sp>
            <p:nvSpPr>
              <p:cNvPr id="9588" name="شكل حر: شكل 10700">
                <a:extLst>
                  <a:ext uri="{FF2B5EF4-FFF2-40B4-BE49-F238E27FC236}">
                    <a16:creationId xmlns:a16="http://schemas.microsoft.com/office/drawing/2014/main" id="{0E7B1708-AA06-3B29-40CE-2CA4573791A4}"/>
                  </a:ext>
                </a:extLst>
              </p:cNvPr>
              <p:cNvSpPr/>
              <p:nvPr/>
            </p:nvSpPr>
            <p:spPr>
              <a:xfrm>
                <a:off x="10670410" y="5112938"/>
                <a:ext cx="2824" cy="112247"/>
              </a:xfrm>
              <a:custGeom>
                <a:avLst/>
                <a:gdLst>
                  <a:gd name="connsiteX0" fmla="*/ 0 w 2824"/>
                  <a:gd name="connsiteY0" fmla="*/ 112248 h 112247"/>
                  <a:gd name="connsiteX1" fmla="*/ 0 w 2824"/>
                  <a:gd name="connsiteY1" fmla="*/ 0 h 112247"/>
                </a:gdLst>
                <a:ahLst/>
                <a:cxnLst>
                  <a:cxn ang="0">
                    <a:pos x="connsiteX0" y="connsiteY0"/>
                  </a:cxn>
                  <a:cxn ang="0">
                    <a:pos x="connsiteX1" y="connsiteY1"/>
                  </a:cxn>
                </a:cxnLst>
                <a:rect l="l" t="t" r="r" b="b"/>
                <a:pathLst>
                  <a:path w="2824" h="112247">
                    <a:moveTo>
                      <a:pt x="0" y="112248"/>
                    </a:moveTo>
                    <a:lnTo>
                      <a:pt x="0" y="0"/>
                    </a:lnTo>
                  </a:path>
                </a:pathLst>
              </a:custGeom>
              <a:ln w="8472" cap="flat">
                <a:solidFill>
                  <a:srgbClr val="01355A"/>
                </a:solidFill>
                <a:prstDash val="solid"/>
                <a:miter/>
              </a:ln>
            </p:spPr>
            <p:txBody>
              <a:bodyPr rtlCol="1" anchor="ctr"/>
              <a:lstStyle/>
              <a:p>
                <a:endParaRPr lang="ar-SA"/>
              </a:p>
            </p:txBody>
          </p:sp>
          <p:sp>
            <p:nvSpPr>
              <p:cNvPr id="9589" name="شكل حر: شكل 10701">
                <a:extLst>
                  <a:ext uri="{FF2B5EF4-FFF2-40B4-BE49-F238E27FC236}">
                    <a16:creationId xmlns:a16="http://schemas.microsoft.com/office/drawing/2014/main" id="{7D953417-D4F0-2FC8-42FC-E6D1A6B8AF37}"/>
                  </a:ext>
                </a:extLst>
              </p:cNvPr>
              <p:cNvSpPr/>
              <p:nvPr/>
            </p:nvSpPr>
            <p:spPr>
              <a:xfrm>
                <a:off x="10553982" y="5016113"/>
                <a:ext cx="92899" cy="38018"/>
              </a:xfrm>
              <a:custGeom>
                <a:avLst/>
                <a:gdLst>
                  <a:gd name="connsiteX0" fmla="*/ 92899 w 92899"/>
                  <a:gd name="connsiteY0" fmla="*/ 0 h 38018"/>
                  <a:gd name="connsiteX1" fmla="*/ 92899 w 92899"/>
                  <a:gd name="connsiteY1" fmla="*/ 13727 h 38018"/>
                  <a:gd name="connsiteX2" fmla="*/ 68608 w 92899"/>
                  <a:gd name="connsiteY2" fmla="*/ 38018 h 38018"/>
                  <a:gd name="connsiteX3" fmla="*/ 0 w 92899"/>
                  <a:gd name="connsiteY3" fmla="*/ 38018 h 38018"/>
                </a:gdLst>
                <a:ahLst/>
                <a:cxnLst>
                  <a:cxn ang="0">
                    <a:pos x="connsiteX0" y="connsiteY0"/>
                  </a:cxn>
                  <a:cxn ang="0">
                    <a:pos x="connsiteX1" y="connsiteY1"/>
                  </a:cxn>
                  <a:cxn ang="0">
                    <a:pos x="connsiteX2" y="connsiteY2"/>
                  </a:cxn>
                  <a:cxn ang="0">
                    <a:pos x="connsiteX3" y="connsiteY3"/>
                  </a:cxn>
                </a:cxnLst>
                <a:rect l="l" t="t" r="r" b="b"/>
                <a:pathLst>
                  <a:path w="92899" h="38018">
                    <a:moveTo>
                      <a:pt x="92899" y="0"/>
                    </a:moveTo>
                    <a:lnTo>
                      <a:pt x="92899" y="13727"/>
                    </a:lnTo>
                    <a:cubicBezTo>
                      <a:pt x="92899" y="27144"/>
                      <a:pt x="82025" y="38018"/>
                      <a:pt x="68608" y="38018"/>
                    </a:cubicBezTo>
                    <a:lnTo>
                      <a:pt x="0" y="38018"/>
                    </a:lnTo>
                  </a:path>
                </a:pathLst>
              </a:custGeom>
              <a:noFill/>
              <a:ln w="8472" cap="flat">
                <a:solidFill>
                  <a:srgbClr val="01355A"/>
                </a:solidFill>
                <a:prstDash val="solid"/>
                <a:miter/>
              </a:ln>
            </p:spPr>
            <p:txBody>
              <a:bodyPr rtlCol="1" anchor="ctr"/>
              <a:lstStyle/>
              <a:p>
                <a:endParaRPr lang="ar-SA"/>
              </a:p>
            </p:txBody>
          </p:sp>
          <p:sp>
            <p:nvSpPr>
              <p:cNvPr id="9590" name="شكل حر: شكل 10702">
                <a:extLst>
                  <a:ext uri="{FF2B5EF4-FFF2-40B4-BE49-F238E27FC236}">
                    <a16:creationId xmlns:a16="http://schemas.microsoft.com/office/drawing/2014/main" id="{1FF14669-191F-7B42-B9DF-A38638F9392D}"/>
                  </a:ext>
                </a:extLst>
              </p:cNvPr>
              <p:cNvSpPr/>
              <p:nvPr/>
            </p:nvSpPr>
            <p:spPr>
              <a:xfrm>
                <a:off x="10602903" y="5225186"/>
                <a:ext cx="67534" cy="31267"/>
              </a:xfrm>
              <a:custGeom>
                <a:avLst/>
                <a:gdLst>
                  <a:gd name="connsiteX0" fmla="*/ 0 w 67534"/>
                  <a:gd name="connsiteY0" fmla="*/ 31268 h 31267"/>
                  <a:gd name="connsiteX1" fmla="*/ 67535 w 67534"/>
                  <a:gd name="connsiteY1" fmla="*/ 31268 h 31267"/>
                  <a:gd name="connsiteX2" fmla="*/ 67535 w 67534"/>
                  <a:gd name="connsiteY2" fmla="*/ 0 h 31267"/>
                  <a:gd name="connsiteX3" fmla="*/ 31267 w 67534"/>
                  <a:gd name="connsiteY3" fmla="*/ 0 h 31267"/>
                  <a:gd name="connsiteX4" fmla="*/ 0 w 67534"/>
                  <a:gd name="connsiteY4" fmla="*/ 31268 h 31267"/>
                  <a:gd name="connsiteX5" fmla="*/ 0 w 67534"/>
                  <a:gd name="connsiteY5" fmla="*/ 31268 h 31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34" h="31267">
                    <a:moveTo>
                      <a:pt x="0" y="31268"/>
                    </a:moveTo>
                    <a:lnTo>
                      <a:pt x="67535" y="31268"/>
                    </a:lnTo>
                    <a:lnTo>
                      <a:pt x="67535" y="0"/>
                    </a:lnTo>
                    <a:lnTo>
                      <a:pt x="31267" y="0"/>
                    </a:lnTo>
                    <a:cubicBezTo>
                      <a:pt x="14010" y="0"/>
                      <a:pt x="0" y="14010"/>
                      <a:pt x="0" y="31268"/>
                    </a:cubicBezTo>
                    <a:lnTo>
                      <a:pt x="0" y="31268"/>
                    </a:lnTo>
                    <a:close/>
                  </a:path>
                </a:pathLst>
              </a:custGeom>
              <a:noFill/>
              <a:ln w="8472" cap="flat">
                <a:solidFill>
                  <a:srgbClr val="01355A"/>
                </a:solidFill>
                <a:prstDash val="solid"/>
                <a:miter/>
              </a:ln>
            </p:spPr>
            <p:txBody>
              <a:bodyPr rtlCol="1" anchor="ctr"/>
              <a:lstStyle/>
              <a:p>
                <a:endParaRPr lang="ar-SA"/>
              </a:p>
            </p:txBody>
          </p:sp>
          <p:sp>
            <p:nvSpPr>
              <p:cNvPr id="9591" name="شكل حر: شكل 10703">
                <a:extLst>
                  <a:ext uri="{FF2B5EF4-FFF2-40B4-BE49-F238E27FC236}">
                    <a16:creationId xmlns:a16="http://schemas.microsoft.com/office/drawing/2014/main" id="{AF18A9A4-F3E9-F93E-83D9-975FA11314AC}"/>
                  </a:ext>
                </a:extLst>
              </p:cNvPr>
              <p:cNvSpPr/>
              <p:nvPr/>
            </p:nvSpPr>
            <p:spPr>
              <a:xfrm>
                <a:off x="10608778" y="4982331"/>
                <a:ext cx="76206" cy="130607"/>
              </a:xfrm>
              <a:custGeom>
                <a:avLst/>
                <a:gdLst>
                  <a:gd name="connsiteX0" fmla="*/ 0 w 76206"/>
                  <a:gd name="connsiteY0" fmla="*/ 53921 h 130607"/>
                  <a:gd name="connsiteX1" fmla="*/ 0 w 76206"/>
                  <a:gd name="connsiteY1" fmla="*/ 38103 h 130607"/>
                  <a:gd name="connsiteX2" fmla="*/ 38103 w 76206"/>
                  <a:gd name="connsiteY2" fmla="*/ 0 h 130607"/>
                  <a:gd name="connsiteX3" fmla="*/ 38103 w 76206"/>
                  <a:gd name="connsiteY3" fmla="*/ 0 h 130607"/>
                  <a:gd name="connsiteX4" fmla="*/ 76206 w 76206"/>
                  <a:gd name="connsiteY4" fmla="*/ 38103 h 130607"/>
                  <a:gd name="connsiteX5" fmla="*/ 76206 w 76206"/>
                  <a:gd name="connsiteY5" fmla="*/ 72252 h 130607"/>
                  <a:gd name="connsiteX6" fmla="*/ 61632 w 76206"/>
                  <a:gd name="connsiteY6" fmla="*/ 130607 h 130607"/>
                  <a:gd name="connsiteX7" fmla="*/ 14575 w 76206"/>
                  <a:gd name="connsiteY7" fmla="*/ 130607 h 130607"/>
                  <a:gd name="connsiteX8" fmla="*/ 1441 w 76206"/>
                  <a:gd name="connsiteY8" fmla="*/ 91035 h 130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06" h="130607">
                    <a:moveTo>
                      <a:pt x="0" y="53921"/>
                    </a:moveTo>
                    <a:lnTo>
                      <a:pt x="0" y="38103"/>
                    </a:lnTo>
                    <a:cubicBezTo>
                      <a:pt x="0" y="17060"/>
                      <a:pt x="17060" y="0"/>
                      <a:pt x="38103" y="0"/>
                    </a:cubicBezTo>
                    <a:lnTo>
                      <a:pt x="38103" y="0"/>
                    </a:lnTo>
                    <a:cubicBezTo>
                      <a:pt x="59146" y="0"/>
                      <a:pt x="76206" y="17060"/>
                      <a:pt x="76206" y="38103"/>
                    </a:cubicBezTo>
                    <a:lnTo>
                      <a:pt x="76206" y="72252"/>
                    </a:lnTo>
                    <a:cubicBezTo>
                      <a:pt x="76206" y="92589"/>
                      <a:pt x="71207" y="112643"/>
                      <a:pt x="61632" y="130607"/>
                    </a:cubicBezTo>
                    <a:lnTo>
                      <a:pt x="14575" y="130607"/>
                    </a:lnTo>
                    <a:cubicBezTo>
                      <a:pt x="7965" y="118208"/>
                      <a:pt x="3531" y="104819"/>
                      <a:pt x="1441" y="91035"/>
                    </a:cubicBezTo>
                  </a:path>
                </a:pathLst>
              </a:custGeom>
              <a:noFill/>
              <a:ln w="8472" cap="flat">
                <a:solidFill>
                  <a:srgbClr val="01355A"/>
                </a:solidFill>
                <a:prstDash val="solid"/>
                <a:miter/>
              </a:ln>
            </p:spPr>
            <p:txBody>
              <a:bodyPr rtlCol="1" anchor="ctr"/>
              <a:lstStyle/>
              <a:p>
                <a:endParaRPr lang="ar-SA"/>
              </a:p>
            </p:txBody>
          </p:sp>
        </p:grpSp>
      </p:grpSp>
      <p:grpSp>
        <p:nvGrpSpPr>
          <p:cNvPr id="9608" name="رسم 8014">
            <a:extLst>
              <a:ext uri="{FF2B5EF4-FFF2-40B4-BE49-F238E27FC236}">
                <a16:creationId xmlns:a16="http://schemas.microsoft.com/office/drawing/2014/main" id="{A6C2E14A-B6A5-8294-870C-E000CC3161D0}"/>
              </a:ext>
            </a:extLst>
          </p:cNvPr>
          <p:cNvGrpSpPr/>
          <p:nvPr/>
        </p:nvGrpSpPr>
        <p:grpSpPr>
          <a:xfrm>
            <a:off x="8587333" y="3645150"/>
            <a:ext cx="192020" cy="271539"/>
            <a:chOff x="9345867" y="2809322"/>
            <a:chExt cx="229522" cy="344509"/>
          </a:xfrm>
          <a:noFill/>
        </p:grpSpPr>
        <p:sp>
          <p:nvSpPr>
            <p:cNvPr id="9609" name="شكل حر: شكل 10705">
              <a:extLst>
                <a:ext uri="{FF2B5EF4-FFF2-40B4-BE49-F238E27FC236}">
                  <a16:creationId xmlns:a16="http://schemas.microsoft.com/office/drawing/2014/main" id="{C5D101C4-5F51-2A61-BE1F-FA0B86AE43E9}"/>
                </a:ext>
              </a:extLst>
            </p:cNvPr>
            <p:cNvSpPr/>
            <p:nvPr/>
          </p:nvSpPr>
          <p:spPr>
            <a:xfrm>
              <a:off x="9427298" y="2809322"/>
              <a:ext cx="148091" cy="253728"/>
            </a:xfrm>
            <a:custGeom>
              <a:avLst/>
              <a:gdLst>
                <a:gd name="connsiteX0" fmla="*/ 92447 w 148091"/>
                <a:gd name="connsiteY0" fmla="*/ 253729 h 253728"/>
                <a:gd name="connsiteX1" fmla="*/ 148091 w 148091"/>
                <a:gd name="connsiteY1" fmla="*/ 253729 h 253728"/>
                <a:gd name="connsiteX2" fmla="*/ 148091 w 148091"/>
                <a:gd name="connsiteY2" fmla="*/ 32878 h 253728"/>
                <a:gd name="connsiteX3" fmla="*/ 115213 w 148091"/>
                <a:gd name="connsiteY3" fmla="*/ 0 h 253728"/>
                <a:gd name="connsiteX4" fmla="*/ 32878 w 148091"/>
                <a:gd name="connsiteY4" fmla="*/ 0 h 253728"/>
                <a:gd name="connsiteX5" fmla="*/ 0 w 148091"/>
                <a:gd name="connsiteY5" fmla="*/ 32878 h 253728"/>
                <a:gd name="connsiteX6" fmla="*/ 0 w 148091"/>
                <a:gd name="connsiteY6" fmla="*/ 64993 h 25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8091" h="253728">
                  <a:moveTo>
                    <a:pt x="92447" y="253729"/>
                  </a:moveTo>
                  <a:lnTo>
                    <a:pt x="148091" y="253729"/>
                  </a:lnTo>
                  <a:lnTo>
                    <a:pt x="148091" y="32878"/>
                  </a:lnTo>
                  <a:cubicBezTo>
                    <a:pt x="129929" y="32878"/>
                    <a:pt x="115213" y="18162"/>
                    <a:pt x="115213" y="0"/>
                  </a:cubicBezTo>
                  <a:lnTo>
                    <a:pt x="32878" y="0"/>
                  </a:lnTo>
                  <a:cubicBezTo>
                    <a:pt x="32878" y="18162"/>
                    <a:pt x="18162" y="32878"/>
                    <a:pt x="0" y="32878"/>
                  </a:cubicBezTo>
                  <a:lnTo>
                    <a:pt x="0" y="64993"/>
                  </a:lnTo>
                </a:path>
              </a:pathLst>
            </a:custGeom>
            <a:noFill/>
            <a:ln w="8472" cap="flat">
              <a:solidFill>
                <a:srgbClr val="01355A"/>
              </a:solidFill>
              <a:prstDash val="solid"/>
              <a:miter/>
            </a:ln>
          </p:spPr>
          <p:txBody>
            <a:bodyPr rtlCol="1" anchor="ctr"/>
            <a:lstStyle/>
            <a:p>
              <a:endParaRPr lang="ar-SA"/>
            </a:p>
          </p:txBody>
        </p:sp>
        <p:sp>
          <p:nvSpPr>
            <p:cNvPr id="9610" name="شكل حر: شكل 10706">
              <a:extLst>
                <a:ext uri="{FF2B5EF4-FFF2-40B4-BE49-F238E27FC236}">
                  <a16:creationId xmlns:a16="http://schemas.microsoft.com/office/drawing/2014/main" id="{0088CE80-C5B5-1DE1-DBA8-88F6EF29ED1E}"/>
                </a:ext>
              </a:extLst>
            </p:cNvPr>
            <p:cNvSpPr/>
            <p:nvPr/>
          </p:nvSpPr>
          <p:spPr>
            <a:xfrm>
              <a:off x="9345867" y="2900103"/>
              <a:ext cx="148119" cy="253728"/>
            </a:xfrm>
            <a:custGeom>
              <a:avLst/>
              <a:gdLst>
                <a:gd name="connsiteX0" fmla="*/ 115213 w 148119"/>
                <a:gd name="connsiteY0" fmla="*/ 0 h 253728"/>
                <a:gd name="connsiteX1" fmla="*/ 32877 w 148119"/>
                <a:gd name="connsiteY1" fmla="*/ 0 h 253728"/>
                <a:gd name="connsiteX2" fmla="*/ 0 w 148119"/>
                <a:gd name="connsiteY2" fmla="*/ 32878 h 253728"/>
                <a:gd name="connsiteX3" fmla="*/ 0 w 148119"/>
                <a:gd name="connsiteY3" fmla="*/ 253729 h 253728"/>
                <a:gd name="connsiteX4" fmla="*/ 148119 w 148119"/>
                <a:gd name="connsiteY4" fmla="*/ 253729 h 253728"/>
                <a:gd name="connsiteX5" fmla="*/ 148119 w 148119"/>
                <a:gd name="connsiteY5" fmla="*/ 32878 h 253728"/>
                <a:gd name="connsiteX6" fmla="*/ 115241 w 148119"/>
                <a:gd name="connsiteY6" fmla="*/ 0 h 25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8119" h="253728">
                  <a:moveTo>
                    <a:pt x="115213" y="0"/>
                  </a:moveTo>
                  <a:lnTo>
                    <a:pt x="32877" y="0"/>
                  </a:lnTo>
                  <a:cubicBezTo>
                    <a:pt x="32877" y="18162"/>
                    <a:pt x="18162" y="32878"/>
                    <a:pt x="0" y="32878"/>
                  </a:cubicBezTo>
                  <a:lnTo>
                    <a:pt x="0" y="253729"/>
                  </a:lnTo>
                  <a:lnTo>
                    <a:pt x="148119" y="253729"/>
                  </a:lnTo>
                  <a:lnTo>
                    <a:pt x="148119" y="32878"/>
                  </a:lnTo>
                  <a:cubicBezTo>
                    <a:pt x="129957" y="32878"/>
                    <a:pt x="115241" y="18162"/>
                    <a:pt x="115241" y="0"/>
                  </a:cubicBezTo>
                  <a:close/>
                </a:path>
              </a:pathLst>
            </a:custGeom>
            <a:noFill/>
            <a:ln w="8472" cap="flat">
              <a:solidFill>
                <a:srgbClr val="17A3A3"/>
              </a:solidFill>
              <a:prstDash val="solid"/>
              <a:miter/>
            </a:ln>
          </p:spPr>
          <p:txBody>
            <a:bodyPr rtlCol="1" anchor="ctr"/>
            <a:lstStyle/>
            <a:p>
              <a:endParaRPr lang="ar-SA"/>
            </a:p>
          </p:txBody>
        </p:sp>
        <p:sp>
          <p:nvSpPr>
            <p:cNvPr id="9611" name="شكل حر: شكل 10707">
              <a:extLst>
                <a:ext uri="{FF2B5EF4-FFF2-40B4-BE49-F238E27FC236}">
                  <a16:creationId xmlns:a16="http://schemas.microsoft.com/office/drawing/2014/main" id="{4EC0BFAD-AD4A-8CDB-DBED-D75FDF9444AA}"/>
                </a:ext>
              </a:extLst>
            </p:cNvPr>
            <p:cNvSpPr/>
            <p:nvPr/>
          </p:nvSpPr>
          <p:spPr>
            <a:xfrm>
              <a:off x="9403346" y="2929365"/>
              <a:ext cx="33160" cy="33160"/>
            </a:xfrm>
            <a:custGeom>
              <a:avLst/>
              <a:gdLst>
                <a:gd name="connsiteX0" fmla="*/ 33160 w 33160"/>
                <a:gd name="connsiteY0" fmla="*/ 16580 h 33160"/>
                <a:gd name="connsiteX1" fmla="*/ 16580 w 33160"/>
                <a:gd name="connsiteY1" fmla="*/ 0 h 33160"/>
                <a:gd name="connsiteX2" fmla="*/ 0 w 33160"/>
                <a:gd name="connsiteY2" fmla="*/ 16580 h 33160"/>
                <a:gd name="connsiteX3" fmla="*/ 16580 w 33160"/>
                <a:gd name="connsiteY3" fmla="*/ 33160 h 33160"/>
                <a:gd name="connsiteX4" fmla="*/ 33160 w 33160"/>
                <a:gd name="connsiteY4" fmla="*/ 16580 h 33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60" h="33160">
                  <a:moveTo>
                    <a:pt x="33160" y="16580"/>
                  </a:moveTo>
                  <a:cubicBezTo>
                    <a:pt x="33160" y="7429"/>
                    <a:pt x="25732" y="0"/>
                    <a:pt x="16580" y="0"/>
                  </a:cubicBezTo>
                  <a:cubicBezTo>
                    <a:pt x="7429" y="0"/>
                    <a:pt x="0" y="7429"/>
                    <a:pt x="0" y="16580"/>
                  </a:cubicBezTo>
                  <a:cubicBezTo>
                    <a:pt x="0" y="25732"/>
                    <a:pt x="7429" y="33160"/>
                    <a:pt x="16580" y="33160"/>
                  </a:cubicBezTo>
                  <a:cubicBezTo>
                    <a:pt x="25732" y="33160"/>
                    <a:pt x="33160" y="25732"/>
                    <a:pt x="33160" y="16580"/>
                  </a:cubicBezTo>
                  <a:close/>
                </a:path>
              </a:pathLst>
            </a:custGeom>
            <a:noFill/>
            <a:ln w="8472" cap="flat">
              <a:solidFill>
                <a:srgbClr val="17A3A3"/>
              </a:solidFill>
              <a:prstDash val="solid"/>
              <a:miter/>
            </a:ln>
          </p:spPr>
          <p:txBody>
            <a:bodyPr rtlCol="1" anchor="ctr"/>
            <a:lstStyle/>
            <a:p>
              <a:endParaRPr lang="ar-SA"/>
            </a:p>
          </p:txBody>
        </p:sp>
        <p:sp>
          <p:nvSpPr>
            <p:cNvPr id="9612" name="شكل حر: شكل 10708">
              <a:extLst>
                <a:ext uri="{FF2B5EF4-FFF2-40B4-BE49-F238E27FC236}">
                  <a16:creationId xmlns:a16="http://schemas.microsoft.com/office/drawing/2014/main" id="{B88441C7-A213-8DD6-C397-D2BCCEEB4772}"/>
                </a:ext>
              </a:extLst>
            </p:cNvPr>
            <p:cNvSpPr/>
            <p:nvPr/>
          </p:nvSpPr>
          <p:spPr>
            <a:xfrm>
              <a:off x="9484778" y="2838613"/>
              <a:ext cx="33160" cy="33160"/>
            </a:xfrm>
            <a:custGeom>
              <a:avLst/>
              <a:gdLst>
                <a:gd name="connsiteX0" fmla="*/ 33160 w 33160"/>
                <a:gd name="connsiteY0" fmla="*/ 16580 h 33160"/>
                <a:gd name="connsiteX1" fmla="*/ 16580 w 33160"/>
                <a:gd name="connsiteY1" fmla="*/ 0 h 33160"/>
                <a:gd name="connsiteX2" fmla="*/ 0 w 33160"/>
                <a:gd name="connsiteY2" fmla="*/ 16580 h 33160"/>
                <a:gd name="connsiteX3" fmla="*/ 16580 w 33160"/>
                <a:gd name="connsiteY3" fmla="*/ 33160 h 33160"/>
                <a:gd name="connsiteX4" fmla="*/ 33160 w 33160"/>
                <a:gd name="connsiteY4" fmla="*/ 16580 h 33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60" h="33160">
                  <a:moveTo>
                    <a:pt x="33160" y="16580"/>
                  </a:moveTo>
                  <a:cubicBezTo>
                    <a:pt x="33160" y="7429"/>
                    <a:pt x="25732" y="0"/>
                    <a:pt x="16580" y="0"/>
                  </a:cubicBezTo>
                  <a:cubicBezTo>
                    <a:pt x="7428" y="0"/>
                    <a:pt x="0" y="7429"/>
                    <a:pt x="0" y="16580"/>
                  </a:cubicBezTo>
                  <a:cubicBezTo>
                    <a:pt x="0" y="25732"/>
                    <a:pt x="7428" y="33160"/>
                    <a:pt x="16580" y="33160"/>
                  </a:cubicBezTo>
                  <a:cubicBezTo>
                    <a:pt x="25732" y="33160"/>
                    <a:pt x="33160" y="25732"/>
                    <a:pt x="33160" y="16580"/>
                  </a:cubicBezTo>
                  <a:close/>
                </a:path>
              </a:pathLst>
            </a:custGeom>
            <a:noFill/>
            <a:ln w="8472" cap="flat">
              <a:solidFill>
                <a:srgbClr val="01355A"/>
              </a:solidFill>
              <a:prstDash val="solid"/>
              <a:miter/>
            </a:ln>
          </p:spPr>
          <p:txBody>
            <a:bodyPr rtlCol="1" anchor="ctr"/>
            <a:lstStyle/>
            <a:p>
              <a:endParaRPr lang="ar-SA"/>
            </a:p>
          </p:txBody>
        </p:sp>
      </p:grpSp>
      <p:grpSp>
        <p:nvGrpSpPr>
          <p:cNvPr id="9613" name="رسم 8014">
            <a:extLst>
              <a:ext uri="{FF2B5EF4-FFF2-40B4-BE49-F238E27FC236}">
                <a16:creationId xmlns:a16="http://schemas.microsoft.com/office/drawing/2014/main" id="{CF42234D-1140-49A3-A5A6-352B390A7070}"/>
              </a:ext>
            </a:extLst>
          </p:cNvPr>
          <p:cNvGrpSpPr/>
          <p:nvPr/>
        </p:nvGrpSpPr>
        <p:grpSpPr>
          <a:xfrm>
            <a:off x="6347828" y="2836430"/>
            <a:ext cx="275483" cy="261165"/>
            <a:chOff x="6668987" y="1783277"/>
            <a:chExt cx="329285" cy="331347"/>
          </a:xfrm>
          <a:noFill/>
        </p:grpSpPr>
        <p:sp>
          <p:nvSpPr>
            <p:cNvPr id="9614" name="شكل حر: شكل 10710">
              <a:extLst>
                <a:ext uri="{FF2B5EF4-FFF2-40B4-BE49-F238E27FC236}">
                  <a16:creationId xmlns:a16="http://schemas.microsoft.com/office/drawing/2014/main" id="{A64FE475-306D-1EC0-2760-9E23E27F6934}"/>
                </a:ext>
              </a:extLst>
            </p:cNvPr>
            <p:cNvSpPr/>
            <p:nvPr/>
          </p:nvSpPr>
          <p:spPr>
            <a:xfrm>
              <a:off x="6690651" y="1880611"/>
              <a:ext cx="142978" cy="234013"/>
            </a:xfrm>
            <a:custGeom>
              <a:avLst/>
              <a:gdLst>
                <a:gd name="connsiteX0" fmla="*/ 142978 w 142978"/>
                <a:gd name="connsiteY0" fmla="*/ 234014 h 234013"/>
                <a:gd name="connsiteX1" fmla="*/ 0 w 142978"/>
                <a:gd name="connsiteY1" fmla="*/ 183822 h 234013"/>
                <a:gd name="connsiteX2" fmla="*/ 0 w 142978"/>
                <a:gd name="connsiteY2" fmla="*/ 0 h 234013"/>
              </a:gdLst>
              <a:ahLst/>
              <a:cxnLst>
                <a:cxn ang="0">
                  <a:pos x="connsiteX0" y="connsiteY0"/>
                </a:cxn>
                <a:cxn ang="0">
                  <a:pos x="connsiteX1" y="connsiteY1"/>
                </a:cxn>
                <a:cxn ang="0">
                  <a:pos x="connsiteX2" y="connsiteY2"/>
                </a:cxn>
              </a:cxnLst>
              <a:rect l="l" t="t" r="r" b="b"/>
              <a:pathLst>
                <a:path w="142978" h="234013">
                  <a:moveTo>
                    <a:pt x="142978" y="234014"/>
                  </a:moveTo>
                  <a:lnTo>
                    <a:pt x="0" y="183822"/>
                  </a:lnTo>
                  <a:lnTo>
                    <a:pt x="0" y="0"/>
                  </a:lnTo>
                </a:path>
              </a:pathLst>
            </a:custGeom>
            <a:noFill/>
            <a:ln w="8472" cap="flat">
              <a:solidFill>
                <a:srgbClr val="01355A"/>
              </a:solidFill>
              <a:prstDash val="solid"/>
              <a:miter/>
            </a:ln>
          </p:spPr>
          <p:txBody>
            <a:bodyPr rtlCol="1" anchor="ctr"/>
            <a:lstStyle/>
            <a:p>
              <a:endParaRPr lang="ar-SA"/>
            </a:p>
          </p:txBody>
        </p:sp>
        <p:sp>
          <p:nvSpPr>
            <p:cNvPr id="9615" name="شكل حر: شكل 10711">
              <a:extLst>
                <a:ext uri="{FF2B5EF4-FFF2-40B4-BE49-F238E27FC236}">
                  <a16:creationId xmlns:a16="http://schemas.microsoft.com/office/drawing/2014/main" id="{F3006B64-2FA7-68EF-B92D-9D0B3D38A3CD}"/>
                </a:ext>
              </a:extLst>
            </p:cNvPr>
            <p:cNvSpPr/>
            <p:nvPr/>
          </p:nvSpPr>
          <p:spPr>
            <a:xfrm>
              <a:off x="6690651" y="1880611"/>
              <a:ext cx="76460" cy="26833"/>
            </a:xfrm>
            <a:custGeom>
              <a:avLst/>
              <a:gdLst>
                <a:gd name="connsiteX0" fmla="*/ 0 w 76460"/>
                <a:gd name="connsiteY0" fmla="*/ 0 h 26833"/>
                <a:gd name="connsiteX1" fmla="*/ 76461 w 76460"/>
                <a:gd name="connsiteY1" fmla="*/ 26833 h 26833"/>
              </a:gdLst>
              <a:ahLst/>
              <a:cxnLst>
                <a:cxn ang="0">
                  <a:pos x="connsiteX0" y="connsiteY0"/>
                </a:cxn>
                <a:cxn ang="0">
                  <a:pos x="connsiteX1" y="connsiteY1"/>
                </a:cxn>
              </a:cxnLst>
              <a:rect l="l" t="t" r="r" b="b"/>
              <a:pathLst>
                <a:path w="76460" h="26833">
                  <a:moveTo>
                    <a:pt x="0" y="0"/>
                  </a:moveTo>
                  <a:lnTo>
                    <a:pt x="76461" y="26833"/>
                  </a:lnTo>
                </a:path>
              </a:pathLst>
            </a:custGeom>
            <a:ln w="8472" cap="flat">
              <a:solidFill>
                <a:srgbClr val="01355A"/>
              </a:solidFill>
              <a:prstDash val="solid"/>
              <a:miter/>
            </a:ln>
          </p:spPr>
          <p:txBody>
            <a:bodyPr rtlCol="1" anchor="ctr"/>
            <a:lstStyle/>
            <a:p>
              <a:endParaRPr lang="ar-SA"/>
            </a:p>
          </p:txBody>
        </p:sp>
        <p:sp>
          <p:nvSpPr>
            <p:cNvPr id="9616" name="شكل حر: شكل 10712">
              <a:extLst>
                <a:ext uri="{FF2B5EF4-FFF2-40B4-BE49-F238E27FC236}">
                  <a16:creationId xmlns:a16="http://schemas.microsoft.com/office/drawing/2014/main" id="{AF5E5224-2DE6-97BF-1DD9-0A5C62D3FCFD}"/>
                </a:ext>
              </a:extLst>
            </p:cNvPr>
            <p:cNvSpPr/>
            <p:nvPr/>
          </p:nvSpPr>
          <p:spPr>
            <a:xfrm>
              <a:off x="6833630" y="1880611"/>
              <a:ext cx="142978" cy="234013"/>
            </a:xfrm>
            <a:custGeom>
              <a:avLst/>
              <a:gdLst>
                <a:gd name="connsiteX0" fmla="*/ 0 w 142978"/>
                <a:gd name="connsiteY0" fmla="*/ 120693 h 234013"/>
                <a:gd name="connsiteX1" fmla="*/ 0 w 142978"/>
                <a:gd name="connsiteY1" fmla="*/ 234014 h 234013"/>
                <a:gd name="connsiteX2" fmla="*/ 142979 w 142978"/>
                <a:gd name="connsiteY2" fmla="*/ 183822 h 234013"/>
                <a:gd name="connsiteX3" fmla="*/ 142979 w 142978"/>
                <a:gd name="connsiteY3" fmla="*/ 0 h 234013"/>
              </a:gdLst>
              <a:ahLst/>
              <a:cxnLst>
                <a:cxn ang="0">
                  <a:pos x="connsiteX0" y="connsiteY0"/>
                </a:cxn>
                <a:cxn ang="0">
                  <a:pos x="connsiteX1" y="connsiteY1"/>
                </a:cxn>
                <a:cxn ang="0">
                  <a:pos x="connsiteX2" y="connsiteY2"/>
                </a:cxn>
                <a:cxn ang="0">
                  <a:pos x="connsiteX3" y="connsiteY3"/>
                </a:cxn>
              </a:cxnLst>
              <a:rect l="l" t="t" r="r" b="b"/>
              <a:pathLst>
                <a:path w="142978" h="234013">
                  <a:moveTo>
                    <a:pt x="0" y="120693"/>
                  </a:moveTo>
                  <a:lnTo>
                    <a:pt x="0" y="234014"/>
                  </a:lnTo>
                  <a:lnTo>
                    <a:pt x="142979" y="183822"/>
                  </a:lnTo>
                  <a:lnTo>
                    <a:pt x="142979" y="0"/>
                  </a:lnTo>
                </a:path>
              </a:pathLst>
            </a:custGeom>
            <a:noFill/>
            <a:ln w="8472" cap="flat">
              <a:solidFill>
                <a:srgbClr val="01355A"/>
              </a:solidFill>
              <a:prstDash val="solid"/>
              <a:miter/>
            </a:ln>
          </p:spPr>
          <p:txBody>
            <a:bodyPr rtlCol="1" anchor="ctr"/>
            <a:lstStyle/>
            <a:p>
              <a:endParaRPr lang="ar-SA"/>
            </a:p>
          </p:txBody>
        </p:sp>
        <p:sp>
          <p:nvSpPr>
            <p:cNvPr id="9617" name="شكل حر: شكل 10713">
              <a:extLst>
                <a:ext uri="{FF2B5EF4-FFF2-40B4-BE49-F238E27FC236}">
                  <a16:creationId xmlns:a16="http://schemas.microsoft.com/office/drawing/2014/main" id="{150AFACA-4CB0-B1B0-DACB-1E287A0FBB0E}"/>
                </a:ext>
              </a:extLst>
            </p:cNvPr>
            <p:cNvSpPr/>
            <p:nvPr/>
          </p:nvSpPr>
          <p:spPr>
            <a:xfrm>
              <a:off x="6900148" y="1880611"/>
              <a:ext cx="76460" cy="26833"/>
            </a:xfrm>
            <a:custGeom>
              <a:avLst/>
              <a:gdLst>
                <a:gd name="connsiteX0" fmla="*/ 76461 w 76460"/>
                <a:gd name="connsiteY0" fmla="*/ 0 h 26833"/>
                <a:gd name="connsiteX1" fmla="*/ 0 w 76460"/>
                <a:gd name="connsiteY1" fmla="*/ 26833 h 26833"/>
              </a:gdLst>
              <a:ahLst/>
              <a:cxnLst>
                <a:cxn ang="0">
                  <a:pos x="connsiteX0" y="connsiteY0"/>
                </a:cxn>
                <a:cxn ang="0">
                  <a:pos x="connsiteX1" y="connsiteY1"/>
                </a:cxn>
              </a:cxnLst>
              <a:rect l="l" t="t" r="r" b="b"/>
              <a:pathLst>
                <a:path w="76460" h="26833">
                  <a:moveTo>
                    <a:pt x="76461" y="0"/>
                  </a:moveTo>
                  <a:lnTo>
                    <a:pt x="0" y="26833"/>
                  </a:lnTo>
                </a:path>
              </a:pathLst>
            </a:custGeom>
            <a:ln w="8472" cap="flat">
              <a:solidFill>
                <a:srgbClr val="01355A"/>
              </a:solidFill>
              <a:prstDash val="solid"/>
              <a:miter/>
            </a:ln>
          </p:spPr>
          <p:txBody>
            <a:bodyPr rtlCol="1" anchor="ctr"/>
            <a:lstStyle/>
            <a:p>
              <a:endParaRPr lang="ar-SA"/>
            </a:p>
          </p:txBody>
        </p:sp>
        <p:sp>
          <p:nvSpPr>
            <p:cNvPr id="9618" name="شكل حر: شكل 10714">
              <a:extLst>
                <a:ext uri="{FF2B5EF4-FFF2-40B4-BE49-F238E27FC236}">
                  <a16:creationId xmlns:a16="http://schemas.microsoft.com/office/drawing/2014/main" id="{E732C65C-BC8A-99A6-1BE3-E53BF844EB14}"/>
                </a:ext>
              </a:extLst>
            </p:cNvPr>
            <p:cNvSpPr/>
            <p:nvPr/>
          </p:nvSpPr>
          <p:spPr>
            <a:xfrm>
              <a:off x="6690651" y="1844005"/>
              <a:ext cx="285957" cy="36606"/>
            </a:xfrm>
            <a:custGeom>
              <a:avLst/>
              <a:gdLst>
                <a:gd name="connsiteX0" fmla="*/ 0 w 285957"/>
                <a:gd name="connsiteY0" fmla="*/ 36606 h 36606"/>
                <a:gd name="connsiteX1" fmla="*/ 112247 w 285957"/>
                <a:gd name="connsiteY1" fmla="*/ 7881 h 36606"/>
                <a:gd name="connsiteX2" fmla="*/ 142978 w 285957"/>
                <a:gd name="connsiteY2" fmla="*/ 0 h 36606"/>
                <a:gd name="connsiteX3" fmla="*/ 285957 w 285957"/>
                <a:gd name="connsiteY3" fmla="*/ 36606 h 36606"/>
              </a:gdLst>
              <a:ahLst/>
              <a:cxnLst>
                <a:cxn ang="0">
                  <a:pos x="connsiteX0" y="connsiteY0"/>
                </a:cxn>
                <a:cxn ang="0">
                  <a:pos x="connsiteX1" y="connsiteY1"/>
                </a:cxn>
                <a:cxn ang="0">
                  <a:pos x="connsiteX2" y="connsiteY2"/>
                </a:cxn>
                <a:cxn ang="0">
                  <a:pos x="connsiteX3" y="connsiteY3"/>
                </a:cxn>
              </a:cxnLst>
              <a:rect l="l" t="t" r="r" b="b"/>
              <a:pathLst>
                <a:path w="285957" h="36606">
                  <a:moveTo>
                    <a:pt x="0" y="36606"/>
                  </a:moveTo>
                  <a:lnTo>
                    <a:pt x="112247" y="7881"/>
                  </a:lnTo>
                  <a:lnTo>
                    <a:pt x="142978" y="0"/>
                  </a:lnTo>
                  <a:lnTo>
                    <a:pt x="285957" y="36606"/>
                  </a:lnTo>
                </a:path>
              </a:pathLst>
            </a:custGeom>
            <a:noFill/>
            <a:ln w="8472" cap="flat">
              <a:solidFill>
                <a:srgbClr val="01355A"/>
              </a:solidFill>
              <a:prstDash val="solid"/>
              <a:miter/>
            </a:ln>
          </p:spPr>
          <p:txBody>
            <a:bodyPr rtlCol="1" anchor="ctr"/>
            <a:lstStyle/>
            <a:p>
              <a:endParaRPr lang="ar-SA"/>
            </a:p>
          </p:txBody>
        </p:sp>
        <p:sp>
          <p:nvSpPr>
            <p:cNvPr id="9619" name="شكل حر: شكل 10715">
              <a:extLst>
                <a:ext uri="{FF2B5EF4-FFF2-40B4-BE49-F238E27FC236}">
                  <a16:creationId xmlns:a16="http://schemas.microsoft.com/office/drawing/2014/main" id="{73E0BDDE-5661-ABAE-7282-AFC0906D7E5E}"/>
                </a:ext>
              </a:extLst>
            </p:cNvPr>
            <p:cNvSpPr/>
            <p:nvPr/>
          </p:nvSpPr>
          <p:spPr>
            <a:xfrm rot="-1349998">
              <a:off x="6781011" y="1878175"/>
              <a:ext cx="105242" cy="105242"/>
            </a:xfrm>
            <a:custGeom>
              <a:avLst/>
              <a:gdLst>
                <a:gd name="connsiteX0" fmla="*/ 105243 w 105242"/>
                <a:gd name="connsiteY0" fmla="*/ 52621 h 105242"/>
                <a:gd name="connsiteX1" fmla="*/ 52622 w 105242"/>
                <a:gd name="connsiteY1" fmla="*/ 105243 h 105242"/>
                <a:gd name="connsiteX2" fmla="*/ 1 w 105242"/>
                <a:gd name="connsiteY2" fmla="*/ 52621 h 105242"/>
                <a:gd name="connsiteX3" fmla="*/ 52622 w 105242"/>
                <a:gd name="connsiteY3" fmla="*/ 0 h 105242"/>
                <a:gd name="connsiteX4" fmla="*/ 105243 w 105242"/>
                <a:gd name="connsiteY4" fmla="*/ 52621 h 1052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242" h="105242">
                  <a:moveTo>
                    <a:pt x="105243" y="52621"/>
                  </a:moveTo>
                  <a:cubicBezTo>
                    <a:pt x="105243" y="81683"/>
                    <a:pt x="81684" y="105243"/>
                    <a:pt x="52622" y="105243"/>
                  </a:cubicBezTo>
                  <a:cubicBezTo>
                    <a:pt x="23560" y="105243"/>
                    <a:pt x="1" y="81683"/>
                    <a:pt x="1" y="52621"/>
                  </a:cubicBezTo>
                  <a:cubicBezTo>
                    <a:pt x="1" y="23559"/>
                    <a:pt x="23560" y="0"/>
                    <a:pt x="52622" y="0"/>
                  </a:cubicBezTo>
                  <a:cubicBezTo>
                    <a:pt x="81684" y="0"/>
                    <a:pt x="105243" y="23559"/>
                    <a:pt x="105243" y="52621"/>
                  </a:cubicBezTo>
                  <a:close/>
                </a:path>
              </a:pathLst>
            </a:custGeom>
            <a:noFill/>
            <a:ln w="8472" cap="flat">
              <a:solidFill>
                <a:srgbClr val="17A3A3"/>
              </a:solidFill>
              <a:prstDash val="solid"/>
              <a:miter/>
            </a:ln>
          </p:spPr>
          <p:txBody>
            <a:bodyPr rtlCol="1" anchor="ctr"/>
            <a:lstStyle/>
            <a:p>
              <a:endParaRPr lang="ar-SA"/>
            </a:p>
          </p:txBody>
        </p:sp>
        <p:sp>
          <p:nvSpPr>
            <p:cNvPr id="9620" name="شكل حر: شكل 10716">
              <a:extLst>
                <a:ext uri="{FF2B5EF4-FFF2-40B4-BE49-F238E27FC236}">
                  <a16:creationId xmlns:a16="http://schemas.microsoft.com/office/drawing/2014/main" id="{5BAA3558-4387-5743-A9F4-EC6DBB1A12CD}"/>
                </a:ext>
              </a:extLst>
            </p:cNvPr>
            <p:cNvSpPr/>
            <p:nvPr/>
          </p:nvSpPr>
          <p:spPr>
            <a:xfrm>
              <a:off x="6833630" y="1921115"/>
              <a:ext cx="2824" cy="46689"/>
            </a:xfrm>
            <a:custGeom>
              <a:avLst/>
              <a:gdLst>
                <a:gd name="connsiteX0" fmla="*/ 0 w 2824"/>
                <a:gd name="connsiteY0" fmla="*/ 46690 h 46689"/>
                <a:gd name="connsiteX1" fmla="*/ 0 w 2824"/>
                <a:gd name="connsiteY1" fmla="*/ 0 h 46689"/>
              </a:gdLst>
              <a:ahLst/>
              <a:cxnLst>
                <a:cxn ang="0">
                  <a:pos x="connsiteX0" y="connsiteY0"/>
                </a:cxn>
                <a:cxn ang="0">
                  <a:pos x="connsiteX1" y="connsiteY1"/>
                </a:cxn>
              </a:cxnLst>
              <a:rect l="l" t="t" r="r" b="b"/>
              <a:pathLst>
                <a:path w="2824" h="46689">
                  <a:moveTo>
                    <a:pt x="0" y="46690"/>
                  </a:moveTo>
                  <a:lnTo>
                    <a:pt x="0" y="0"/>
                  </a:lnTo>
                </a:path>
              </a:pathLst>
            </a:custGeom>
            <a:ln w="8472" cap="flat">
              <a:solidFill>
                <a:srgbClr val="17A3A3"/>
              </a:solidFill>
              <a:prstDash val="solid"/>
              <a:miter/>
            </a:ln>
          </p:spPr>
          <p:txBody>
            <a:bodyPr rtlCol="1" anchor="ctr"/>
            <a:lstStyle/>
            <a:p>
              <a:endParaRPr lang="ar-SA"/>
            </a:p>
          </p:txBody>
        </p:sp>
        <p:sp>
          <p:nvSpPr>
            <p:cNvPr id="9621" name="شكل حر: شكل 10717">
              <a:extLst>
                <a:ext uri="{FF2B5EF4-FFF2-40B4-BE49-F238E27FC236}">
                  <a16:creationId xmlns:a16="http://schemas.microsoft.com/office/drawing/2014/main" id="{6CAE9533-ABB9-B0A8-92D7-C3D08E42D235}"/>
                </a:ext>
              </a:extLst>
            </p:cNvPr>
            <p:cNvSpPr/>
            <p:nvPr/>
          </p:nvSpPr>
          <p:spPr>
            <a:xfrm>
              <a:off x="6818660" y="1899959"/>
              <a:ext cx="29968" cy="14998"/>
            </a:xfrm>
            <a:custGeom>
              <a:avLst/>
              <a:gdLst>
                <a:gd name="connsiteX0" fmla="*/ 0 w 29968"/>
                <a:gd name="connsiteY0" fmla="*/ 14998 h 14998"/>
                <a:gd name="connsiteX1" fmla="*/ 14998 w 29968"/>
                <a:gd name="connsiteY1" fmla="*/ 0 h 14998"/>
                <a:gd name="connsiteX2" fmla="*/ 29968 w 29968"/>
                <a:gd name="connsiteY2" fmla="*/ 14942 h 14998"/>
              </a:gdLst>
              <a:ahLst/>
              <a:cxnLst>
                <a:cxn ang="0">
                  <a:pos x="connsiteX0" y="connsiteY0"/>
                </a:cxn>
                <a:cxn ang="0">
                  <a:pos x="connsiteX1" y="connsiteY1"/>
                </a:cxn>
                <a:cxn ang="0">
                  <a:pos x="connsiteX2" y="connsiteY2"/>
                </a:cxn>
              </a:cxnLst>
              <a:rect l="l" t="t" r="r" b="b"/>
              <a:pathLst>
                <a:path w="29968" h="14998">
                  <a:moveTo>
                    <a:pt x="0" y="14998"/>
                  </a:moveTo>
                  <a:lnTo>
                    <a:pt x="14998" y="0"/>
                  </a:lnTo>
                  <a:lnTo>
                    <a:pt x="29968" y="14942"/>
                  </a:lnTo>
                </a:path>
              </a:pathLst>
            </a:custGeom>
            <a:noFill/>
            <a:ln w="8472" cap="flat">
              <a:solidFill>
                <a:srgbClr val="17A3A3"/>
              </a:solidFill>
              <a:prstDash val="solid"/>
              <a:miter/>
            </a:ln>
          </p:spPr>
          <p:txBody>
            <a:bodyPr rtlCol="1" anchor="ctr"/>
            <a:lstStyle/>
            <a:p>
              <a:endParaRPr lang="ar-SA"/>
            </a:p>
          </p:txBody>
        </p:sp>
        <p:sp>
          <p:nvSpPr>
            <p:cNvPr id="9622" name="شكل حر: شكل 10718">
              <a:extLst>
                <a:ext uri="{FF2B5EF4-FFF2-40B4-BE49-F238E27FC236}">
                  <a16:creationId xmlns:a16="http://schemas.microsoft.com/office/drawing/2014/main" id="{F4EE2CA7-5198-0C86-48BA-3756D58F29AA}"/>
                </a:ext>
              </a:extLst>
            </p:cNvPr>
            <p:cNvSpPr/>
            <p:nvPr/>
          </p:nvSpPr>
          <p:spPr>
            <a:xfrm>
              <a:off x="6668987" y="1783277"/>
              <a:ext cx="164642" cy="97333"/>
            </a:xfrm>
            <a:custGeom>
              <a:avLst/>
              <a:gdLst>
                <a:gd name="connsiteX0" fmla="*/ 21664 w 164642"/>
                <a:gd name="connsiteY0" fmla="*/ 97334 h 97333"/>
                <a:gd name="connsiteX1" fmla="*/ 0 w 164642"/>
                <a:gd name="connsiteY1" fmla="*/ 36606 h 97333"/>
                <a:gd name="connsiteX2" fmla="*/ 142979 w 164642"/>
                <a:gd name="connsiteY2" fmla="*/ 0 h 97333"/>
                <a:gd name="connsiteX3" fmla="*/ 164643 w 164642"/>
                <a:gd name="connsiteY3" fmla="*/ 60728 h 97333"/>
              </a:gdLst>
              <a:ahLst/>
              <a:cxnLst>
                <a:cxn ang="0">
                  <a:pos x="connsiteX0" y="connsiteY0"/>
                </a:cxn>
                <a:cxn ang="0">
                  <a:pos x="connsiteX1" y="connsiteY1"/>
                </a:cxn>
                <a:cxn ang="0">
                  <a:pos x="connsiteX2" y="connsiteY2"/>
                </a:cxn>
                <a:cxn ang="0">
                  <a:pos x="connsiteX3" y="connsiteY3"/>
                </a:cxn>
              </a:cxnLst>
              <a:rect l="l" t="t" r="r" b="b"/>
              <a:pathLst>
                <a:path w="164642" h="97333">
                  <a:moveTo>
                    <a:pt x="21664" y="97334"/>
                  </a:moveTo>
                  <a:lnTo>
                    <a:pt x="0" y="36606"/>
                  </a:lnTo>
                  <a:lnTo>
                    <a:pt x="142979" y="0"/>
                  </a:lnTo>
                  <a:lnTo>
                    <a:pt x="164643" y="60728"/>
                  </a:lnTo>
                </a:path>
              </a:pathLst>
            </a:custGeom>
            <a:noFill/>
            <a:ln w="8472" cap="flat">
              <a:solidFill>
                <a:srgbClr val="01355A"/>
              </a:solidFill>
              <a:prstDash val="solid"/>
              <a:miter/>
            </a:ln>
          </p:spPr>
          <p:txBody>
            <a:bodyPr rtlCol="1" anchor="ctr"/>
            <a:lstStyle/>
            <a:p>
              <a:endParaRPr lang="ar-SA"/>
            </a:p>
          </p:txBody>
        </p:sp>
        <p:sp>
          <p:nvSpPr>
            <p:cNvPr id="9623" name="شكل حر: شكل 10719">
              <a:extLst>
                <a:ext uri="{FF2B5EF4-FFF2-40B4-BE49-F238E27FC236}">
                  <a16:creationId xmlns:a16="http://schemas.microsoft.com/office/drawing/2014/main" id="{8EFCB21D-4C46-7541-B523-EFDE7980FC5B}"/>
                </a:ext>
              </a:extLst>
            </p:cNvPr>
            <p:cNvSpPr/>
            <p:nvPr/>
          </p:nvSpPr>
          <p:spPr>
            <a:xfrm>
              <a:off x="6843968" y="1783277"/>
              <a:ext cx="154304" cy="97333"/>
            </a:xfrm>
            <a:custGeom>
              <a:avLst/>
              <a:gdLst>
                <a:gd name="connsiteX0" fmla="*/ 132641 w 154304"/>
                <a:gd name="connsiteY0" fmla="*/ 97334 h 97333"/>
                <a:gd name="connsiteX1" fmla="*/ 154305 w 154304"/>
                <a:gd name="connsiteY1" fmla="*/ 36606 h 97333"/>
                <a:gd name="connsiteX2" fmla="*/ 11355 w 154304"/>
                <a:gd name="connsiteY2" fmla="*/ 0 h 97333"/>
                <a:gd name="connsiteX3" fmla="*/ 0 w 154304"/>
                <a:gd name="connsiteY3" fmla="*/ 31776 h 97333"/>
              </a:gdLst>
              <a:ahLst/>
              <a:cxnLst>
                <a:cxn ang="0">
                  <a:pos x="connsiteX0" y="connsiteY0"/>
                </a:cxn>
                <a:cxn ang="0">
                  <a:pos x="connsiteX1" y="connsiteY1"/>
                </a:cxn>
                <a:cxn ang="0">
                  <a:pos x="connsiteX2" y="connsiteY2"/>
                </a:cxn>
                <a:cxn ang="0">
                  <a:pos x="connsiteX3" y="connsiteY3"/>
                </a:cxn>
              </a:cxnLst>
              <a:rect l="l" t="t" r="r" b="b"/>
              <a:pathLst>
                <a:path w="154304" h="97333">
                  <a:moveTo>
                    <a:pt x="132641" y="97334"/>
                  </a:moveTo>
                  <a:lnTo>
                    <a:pt x="154305" y="36606"/>
                  </a:lnTo>
                  <a:lnTo>
                    <a:pt x="11355" y="0"/>
                  </a:lnTo>
                  <a:lnTo>
                    <a:pt x="0" y="31776"/>
                  </a:lnTo>
                </a:path>
              </a:pathLst>
            </a:custGeom>
            <a:noFill/>
            <a:ln w="8472" cap="flat">
              <a:solidFill>
                <a:srgbClr val="01355A"/>
              </a:solidFill>
              <a:prstDash val="solid"/>
              <a:miter/>
            </a:ln>
          </p:spPr>
          <p:txBody>
            <a:bodyPr rtlCol="1" anchor="ctr"/>
            <a:lstStyle/>
            <a:p>
              <a:endParaRPr lang="ar-SA"/>
            </a:p>
          </p:txBody>
        </p:sp>
      </p:grpSp>
      <p:grpSp>
        <p:nvGrpSpPr>
          <p:cNvPr id="9624" name="رسم 8014">
            <a:extLst>
              <a:ext uri="{FF2B5EF4-FFF2-40B4-BE49-F238E27FC236}">
                <a16:creationId xmlns:a16="http://schemas.microsoft.com/office/drawing/2014/main" id="{C1B59613-BEB1-5C29-8480-9AA8B59245F4}"/>
              </a:ext>
            </a:extLst>
          </p:cNvPr>
          <p:cNvGrpSpPr/>
          <p:nvPr/>
        </p:nvGrpSpPr>
        <p:grpSpPr>
          <a:xfrm>
            <a:off x="7264359" y="4887351"/>
            <a:ext cx="191076" cy="282270"/>
            <a:chOff x="7764516" y="4385335"/>
            <a:chExt cx="228393" cy="358124"/>
          </a:xfrm>
          <a:noFill/>
        </p:grpSpPr>
        <p:grpSp>
          <p:nvGrpSpPr>
            <p:cNvPr id="9625" name="رسم 8014">
              <a:extLst>
                <a:ext uri="{FF2B5EF4-FFF2-40B4-BE49-F238E27FC236}">
                  <a16:creationId xmlns:a16="http://schemas.microsoft.com/office/drawing/2014/main" id="{DE3ED2A0-0520-2E18-D923-8794BDC48403}"/>
                </a:ext>
              </a:extLst>
            </p:cNvPr>
            <p:cNvGrpSpPr/>
            <p:nvPr/>
          </p:nvGrpSpPr>
          <p:grpSpPr>
            <a:xfrm>
              <a:off x="7788129" y="4385335"/>
              <a:ext cx="181166" cy="103802"/>
              <a:chOff x="7788129" y="4385335"/>
              <a:chExt cx="181166" cy="103802"/>
            </a:xfrm>
            <a:noFill/>
          </p:grpSpPr>
          <p:sp>
            <p:nvSpPr>
              <p:cNvPr id="9633" name="شكل حر: شكل 10722">
                <a:extLst>
                  <a:ext uri="{FF2B5EF4-FFF2-40B4-BE49-F238E27FC236}">
                    <a16:creationId xmlns:a16="http://schemas.microsoft.com/office/drawing/2014/main" id="{7D18A6DD-7DF8-532B-6D7A-32457ED42803}"/>
                  </a:ext>
                </a:extLst>
              </p:cNvPr>
              <p:cNvSpPr/>
              <p:nvPr/>
            </p:nvSpPr>
            <p:spPr>
              <a:xfrm>
                <a:off x="7788129" y="4385335"/>
                <a:ext cx="181166" cy="103802"/>
              </a:xfrm>
              <a:custGeom>
                <a:avLst/>
                <a:gdLst>
                  <a:gd name="connsiteX0" fmla="*/ 0 w 181166"/>
                  <a:gd name="connsiteY0" fmla="*/ 0 h 103802"/>
                  <a:gd name="connsiteX1" fmla="*/ 181166 w 181166"/>
                  <a:gd name="connsiteY1" fmla="*/ 0 h 103802"/>
                  <a:gd name="connsiteX2" fmla="*/ 181166 w 181166"/>
                  <a:gd name="connsiteY2" fmla="*/ 103802 h 103802"/>
                  <a:gd name="connsiteX3" fmla="*/ 0 w 181166"/>
                  <a:gd name="connsiteY3" fmla="*/ 103802 h 103802"/>
                </a:gdLst>
                <a:ahLst/>
                <a:cxnLst>
                  <a:cxn ang="0">
                    <a:pos x="connsiteX0" y="connsiteY0"/>
                  </a:cxn>
                  <a:cxn ang="0">
                    <a:pos x="connsiteX1" y="connsiteY1"/>
                  </a:cxn>
                  <a:cxn ang="0">
                    <a:pos x="connsiteX2" y="connsiteY2"/>
                  </a:cxn>
                  <a:cxn ang="0">
                    <a:pos x="connsiteX3" y="connsiteY3"/>
                  </a:cxn>
                </a:cxnLst>
                <a:rect l="l" t="t" r="r" b="b"/>
                <a:pathLst>
                  <a:path w="181166" h="103802">
                    <a:moveTo>
                      <a:pt x="0" y="0"/>
                    </a:moveTo>
                    <a:lnTo>
                      <a:pt x="181166" y="0"/>
                    </a:lnTo>
                    <a:lnTo>
                      <a:pt x="181166" y="103802"/>
                    </a:lnTo>
                    <a:lnTo>
                      <a:pt x="0" y="103802"/>
                    </a:lnTo>
                    <a:close/>
                  </a:path>
                </a:pathLst>
              </a:custGeom>
              <a:noFill/>
              <a:ln w="8472" cap="flat">
                <a:solidFill>
                  <a:srgbClr val="17A3A3"/>
                </a:solidFill>
                <a:prstDash val="solid"/>
                <a:miter/>
              </a:ln>
            </p:spPr>
            <p:txBody>
              <a:bodyPr rtlCol="1" anchor="ctr"/>
              <a:lstStyle/>
              <a:p>
                <a:endParaRPr lang="ar-SA"/>
              </a:p>
            </p:txBody>
          </p:sp>
          <p:sp>
            <p:nvSpPr>
              <p:cNvPr id="9634" name="شكل حر: شكل 10723">
                <a:extLst>
                  <a:ext uri="{FF2B5EF4-FFF2-40B4-BE49-F238E27FC236}">
                    <a16:creationId xmlns:a16="http://schemas.microsoft.com/office/drawing/2014/main" id="{DDE574FC-BEDB-2811-776F-3407F10E7FFD}"/>
                  </a:ext>
                </a:extLst>
              </p:cNvPr>
              <p:cNvSpPr/>
              <p:nvPr/>
            </p:nvSpPr>
            <p:spPr>
              <a:xfrm>
                <a:off x="7831775" y="4404033"/>
                <a:ext cx="13748" cy="66376"/>
              </a:xfrm>
              <a:custGeom>
                <a:avLst/>
                <a:gdLst>
                  <a:gd name="connsiteX0" fmla="*/ 13748 w 13748"/>
                  <a:gd name="connsiteY0" fmla="*/ 66377 h 66376"/>
                  <a:gd name="connsiteX1" fmla="*/ 13748 w 13748"/>
                  <a:gd name="connsiteY1" fmla="*/ 0 h 66376"/>
                </a:gdLst>
                <a:ahLst/>
                <a:cxnLst>
                  <a:cxn ang="0">
                    <a:pos x="connsiteX0" y="connsiteY0"/>
                  </a:cxn>
                  <a:cxn ang="0">
                    <a:pos x="connsiteX1" y="connsiteY1"/>
                  </a:cxn>
                </a:cxnLst>
                <a:rect l="l" t="t" r="r" b="b"/>
                <a:pathLst>
                  <a:path w="13748" h="66376">
                    <a:moveTo>
                      <a:pt x="13748" y="66377"/>
                    </a:moveTo>
                    <a:cubicBezTo>
                      <a:pt x="-4583" y="48046"/>
                      <a:pt x="-4583" y="18331"/>
                      <a:pt x="13748" y="0"/>
                    </a:cubicBezTo>
                  </a:path>
                </a:pathLst>
              </a:custGeom>
              <a:noFill/>
              <a:ln w="8472" cap="flat">
                <a:solidFill>
                  <a:srgbClr val="17A3A3"/>
                </a:solidFill>
                <a:prstDash val="solid"/>
                <a:miter/>
              </a:ln>
            </p:spPr>
            <p:txBody>
              <a:bodyPr rtlCol="1" anchor="ctr"/>
              <a:lstStyle/>
              <a:p>
                <a:endParaRPr lang="ar-SA"/>
              </a:p>
            </p:txBody>
          </p:sp>
          <p:sp>
            <p:nvSpPr>
              <p:cNvPr id="9635" name="شكل حر: شكل 10724">
                <a:extLst>
                  <a:ext uri="{FF2B5EF4-FFF2-40B4-BE49-F238E27FC236}">
                    <a16:creationId xmlns:a16="http://schemas.microsoft.com/office/drawing/2014/main" id="{1BECFEA1-9526-C391-E568-6A25B7BB5509}"/>
                  </a:ext>
                </a:extLst>
              </p:cNvPr>
              <p:cNvSpPr/>
              <p:nvPr/>
            </p:nvSpPr>
            <p:spPr>
              <a:xfrm>
                <a:off x="7911900" y="4404033"/>
                <a:ext cx="13748" cy="66376"/>
              </a:xfrm>
              <a:custGeom>
                <a:avLst/>
                <a:gdLst>
                  <a:gd name="connsiteX0" fmla="*/ 0 w 13748"/>
                  <a:gd name="connsiteY0" fmla="*/ 0 h 66376"/>
                  <a:gd name="connsiteX1" fmla="*/ 0 w 13748"/>
                  <a:gd name="connsiteY1" fmla="*/ 66377 h 66376"/>
                </a:gdLst>
                <a:ahLst/>
                <a:cxnLst>
                  <a:cxn ang="0">
                    <a:pos x="connsiteX0" y="connsiteY0"/>
                  </a:cxn>
                  <a:cxn ang="0">
                    <a:pos x="connsiteX1" y="connsiteY1"/>
                  </a:cxn>
                </a:cxnLst>
                <a:rect l="l" t="t" r="r" b="b"/>
                <a:pathLst>
                  <a:path w="13748" h="66376">
                    <a:moveTo>
                      <a:pt x="0" y="0"/>
                    </a:moveTo>
                    <a:cubicBezTo>
                      <a:pt x="18331" y="18331"/>
                      <a:pt x="18331" y="48046"/>
                      <a:pt x="0" y="66377"/>
                    </a:cubicBezTo>
                  </a:path>
                </a:pathLst>
              </a:custGeom>
              <a:noFill/>
              <a:ln w="8472" cap="flat">
                <a:solidFill>
                  <a:srgbClr val="17A3A3"/>
                </a:solidFill>
                <a:prstDash val="solid"/>
                <a:miter/>
              </a:ln>
            </p:spPr>
            <p:txBody>
              <a:bodyPr rtlCol="1" anchor="ctr"/>
              <a:lstStyle/>
              <a:p>
                <a:endParaRPr lang="ar-SA"/>
              </a:p>
            </p:txBody>
          </p:sp>
          <p:sp>
            <p:nvSpPr>
              <p:cNvPr id="9636" name="شكل حر: شكل 10725">
                <a:extLst>
                  <a:ext uri="{FF2B5EF4-FFF2-40B4-BE49-F238E27FC236}">
                    <a16:creationId xmlns:a16="http://schemas.microsoft.com/office/drawing/2014/main" id="{C4C64BAD-DE77-09ED-9672-6FE8A0CE6D2D}"/>
                  </a:ext>
                </a:extLst>
              </p:cNvPr>
              <p:cNvSpPr/>
              <p:nvPr/>
            </p:nvSpPr>
            <p:spPr>
              <a:xfrm>
                <a:off x="7943846" y="4437645"/>
                <a:ext cx="4349" cy="4349"/>
              </a:xfrm>
              <a:custGeom>
                <a:avLst/>
                <a:gdLst>
                  <a:gd name="connsiteX0" fmla="*/ 0 w 4349"/>
                  <a:gd name="connsiteY0" fmla="*/ 2175 h 4349"/>
                  <a:gd name="connsiteX1" fmla="*/ 2175 w 4349"/>
                  <a:gd name="connsiteY1" fmla="*/ 0 h 4349"/>
                  <a:gd name="connsiteX2" fmla="*/ 4350 w 4349"/>
                  <a:gd name="connsiteY2" fmla="*/ 2175 h 4349"/>
                  <a:gd name="connsiteX3" fmla="*/ 2175 w 4349"/>
                  <a:gd name="connsiteY3" fmla="*/ 4350 h 4349"/>
                  <a:gd name="connsiteX4" fmla="*/ 0 w 4349"/>
                  <a:gd name="connsiteY4" fmla="*/ 2175 h 4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49" h="4349">
                    <a:moveTo>
                      <a:pt x="0" y="2175"/>
                    </a:moveTo>
                    <a:cubicBezTo>
                      <a:pt x="0" y="989"/>
                      <a:pt x="961" y="0"/>
                      <a:pt x="2175" y="0"/>
                    </a:cubicBezTo>
                    <a:cubicBezTo>
                      <a:pt x="3389" y="0"/>
                      <a:pt x="4350" y="960"/>
                      <a:pt x="4350" y="2175"/>
                    </a:cubicBezTo>
                    <a:cubicBezTo>
                      <a:pt x="4350" y="3390"/>
                      <a:pt x="3389" y="4350"/>
                      <a:pt x="2175" y="4350"/>
                    </a:cubicBezTo>
                    <a:cubicBezTo>
                      <a:pt x="961" y="4350"/>
                      <a:pt x="0" y="3390"/>
                      <a:pt x="0" y="2175"/>
                    </a:cubicBezTo>
                    <a:close/>
                  </a:path>
                </a:pathLst>
              </a:custGeom>
              <a:noFill/>
              <a:ln w="8472" cap="flat">
                <a:solidFill>
                  <a:srgbClr val="17A3A3"/>
                </a:solidFill>
                <a:prstDash val="solid"/>
                <a:miter/>
              </a:ln>
            </p:spPr>
            <p:txBody>
              <a:bodyPr rtlCol="1" anchor="ctr"/>
              <a:lstStyle/>
              <a:p>
                <a:endParaRPr lang="ar-SA"/>
              </a:p>
            </p:txBody>
          </p:sp>
          <p:sp>
            <p:nvSpPr>
              <p:cNvPr id="9637" name="شكل حر: شكل 10726">
                <a:extLst>
                  <a:ext uri="{FF2B5EF4-FFF2-40B4-BE49-F238E27FC236}">
                    <a16:creationId xmlns:a16="http://schemas.microsoft.com/office/drawing/2014/main" id="{133559FF-829D-FE92-14C5-8153F0F401D9}"/>
                  </a:ext>
                </a:extLst>
              </p:cNvPr>
              <p:cNvSpPr/>
              <p:nvPr/>
            </p:nvSpPr>
            <p:spPr>
              <a:xfrm>
                <a:off x="7809257" y="4437645"/>
                <a:ext cx="4349" cy="4349"/>
              </a:xfrm>
              <a:custGeom>
                <a:avLst/>
                <a:gdLst>
                  <a:gd name="connsiteX0" fmla="*/ 0 w 4349"/>
                  <a:gd name="connsiteY0" fmla="*/ 2175 h 4349"/>
                  <a:gd name="connsiteX1" fmla="*/ 2175 w 4349"/>
                  <a:gd name="connsiteY1" fmla="*/ 0 h 4349"/>
                  <a:gd name="connsiteX2" fmla="*/ 4350 w 4349"/>
                  <a:gd name="connsiteY2" fmla="*/ 2175 h 4349"/>
                  <a:gd name="connsiteX3" fmla="*/ 2175 w 4349"/>
                  <a:gd name="connsiteY3" fmla="*/ 4350 h 4349"/>
                  <a:gd name="connsiteX4" fmla="*/ 0 w 4349"/>
                  <a:gd name="connsiteY4" fmla="*/ 2175 h 43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49" h="4349">
                    <a:moveTo>
                      <a:pt x="0" y="2175"/>
                    </a:moveTo>
                    <a:cubicBezTo>
                      <a:pt x="0" y="989"/>
                      <a:pt x="960" y="0"/>
                      <a:pt x="2175" y="0"/>
                    </a:cubicBezTo>
                    <a:cubicBezTo>
                      <a:pt x="3389" y="0"/>
                      <a:pt x="4350" y="960"/>
                      <a:pt x="4350" y="2175"/>
                    </a:cubicBezTo>
                    <a:cubicBezTo>
                      <a:pt x="4350" y="3390"/>
                      <a:pt x="3389" y="4350"/>
                      <a:pt x="2175" y="4350"/>
                    </a:cubicBezTo>
                    <a:cubicBezTo>
                      <a:pt x="960" y="4350"/>
                      <a:pt x="0" y="3390"/>
                      <a:pt x="0" y="2175"/>
                    </a:cubicBezTo>
                    <a:close/>
                  </a:path>
                </a:pathLst>
              </a:custGeom>
              <a:noFill/>
              <a:ln w="8472" cap="flat">
                <a:solidFill>
                  <a:srgbClr val="17A3A3"/>
                </a:solidFill>
                <a:prstDash val="solid"/>
                <a:miter/>
              </a:ln>
            </p:spPr>
            <p:txBody>
              <a:bodyPr rtlCol="1" anchor="ctr"/>
              <a:lstStyle/>
              <a:p>
                <a:endParaRPr lang="ar-SA"/>
              </a:p>
            </p:txBody>
          </p:sp>
          <p:grpSp>
            <p:nvGrpSpPr>
              <p:cNvPr id="9638" name="رسم 8014">
                <a:extLst>
                  <a:ext uri="{FF2B5EF4-FFF2-40B4-BE49-F238E27FC236}">
                    <a16:creationId xmlns:a16="http://schemas.microsoft.com/office/drawing/2014/main" id="{E81139AC-3E3E-D9EA-E521-2D68DC51CDA1}"/>
                  </a:ext>
                </a:extLst>
              </p:cNvPr>
              <p:cNvGrpSpPr/>
              <p:nvPr/>
            </p:nvGrpSpPr>
            <p:grpSpPr>
              <a:xfrm>
                <a:off x="7865748" y="4404033"/>
                <a:ext cx="25929" cy="66376"/>
                <a:chOff x="7865748" y="4404033"/>
                <a:chExt cx="25929" cy="66376"/>
              </a:xfrm>
              <a:noFill/>
            </p:grpSpPr>
            <p:sp>
              <p:nvSpPr>
                <p:cNvPr id="9639" name="شكل حر: شكل 10728">
                  <a:extLst>
                    <a:ext uri="{FF2B5EF4-FFF2-40B4-BE49-F238E27FC236}">
                      <a16:creationId xmlns:a16="http://schemas.microsoft.com/office/drawing/2014/main" id="{E8FD11C7-DF2C-A0A2-3F94-5320D41CED84}"/>
                    </a:ext>
                  </a:extLst>
                </p:cNvPr>
                <p:cNvSpPr/>
                <p:nvPr/>
              </p:nvSpPr>
              <p:spPr>
                <a:xfrm>
                  <a:off x="7865748" y="4411264"/>
                  <a:ext cx="25929" cy="51858"/>
                </a:xfrm>
                <a:custGeom>
                  <a:avLst/>
                  <a:gdLst>
                    <a:gd name="connsiteX0" fmla="*/ 0 w 25929"/>
                    <a:gd name="connsiteY0" fmla="*/ 38894 h 51858"/>
                    <a:gd name="connsiteX1" fmla="*/ 12964 w 25929"/>
                    <a:gd name="connsiteY1" fmla="*/ 51859 h 51858"/>
                    <a:gd name="connsiteX2" fmla="*/ 25929 w 25929"/>
                    <a:gd name="connsiteY2" fmla="*/ 38894 h 51858"/>
                    <a:gd name="connsiteX3" fmla="*/ 12964 w 25929"/>
                    <a:gd name="connsiteY3" fmla="*/ 25929 h 51858"/>
                    <a:gd name="connsiteX4" fmla="*/ 0 w 25929"/>
                    <a:gd name="connsiteY4" fmla="*/ 12965 h 51858"/>
                    <a:gd name="connsiteX5" fmla="*/ 12964 w 25929"/>
                    <a:gd name="connsiteY5" fmla="*/ 0 h 51858"/>
                    <a:gd name="connsiteX6" fmla="*/ 25929 w 25929"/>
                    <a:gd name="connsiteY6" fmla="*/ 12965 h 51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929" h="51858">
                      <a:moveTo>
                        <a:pt x="0" y="38894"/>
                      </a:moveTo>
                      <a:cubicBezTo>
                        <a:pt x="0" y="46040"/>
                        <a:pt x="5790" y="51859"/>
                        <a:pt x="12964" y="51859"/>
                      </a:cubicBezTo>
                      <a:cubicBezTo>
                        <a:pt x="20139" y="51859"/>
                        <a:pt x="25929" y="46068"/>
                        <a:pt x="25929" y="38894"/>
                      </a:cubicBezTo>
                      <a:cubicBezTo>
                        <a:pt x="25929" y="31720"/>
                        <a:pt x="20619" y="28443"/>
                        <a:pt x="12964" y="25929"/>
                      </a:cubicBezTo>
                      <a:cubicBezTo>
                        <a:pt x="6157" y="23698"/>
                        <a:pt x="0" y="20139"/>
                        <a:pt x="0" y="12965"/>
                      </a:cubicBezTo>
                      <a:cubicBezTo>
                        <a:pt x="0" y="5790"/>
                        <a:pt x="5790" y="0"/>
                        <a:pt x="12964" y="0"/>
                      </a:cubicBezTo>
                      <a:cubicBezTo>
                        <a:pt x="20139" y="0"/>
                        <a:pt x="25929" y="5790"/>
                        <a:pt x="25929" y="12965"/>
                      </a:cubicBezTo>
                    </a:path>
                  </a:pathLst>
                </a:custGeom>
                <a:noFill/>
                <a:ln w="8472" cap="flat">
                  <a:solidFill>
                    <a:srgbClr val="17A3A3"/>
                  </a:solidFill>
                  <a:prstDash val="solid"/>
                  <a:miter/>
                </a:ln>
              </p:spPr>
              <p:txBody>
                <a:bodyPr rtlCol="1" anchor="ctr"/>
                <a:lstStyle/>
                <a:p>
                  <a:endParaRPr lang="ar-SA"/>
                </a:p>
              </p:txBody>
            </p:sp>
            <p:sp>
              <p:nvSpPr>
                <p:cNvPr id="9640" name="شكل حر: شكل 10729">
                  <a:extLst>
                    <a:ext uri="{FF2B5EF4-FFF2-40B4-BE49-F238E27FC236}">
                      <a16:creationId xmlns:a16="http://schemas.microsoft.com/office/drawing/2014/main" id="{C2C1264B-5238-937C-DE30-93D52E7C04E3}"/>
                    </a:ext>
                  </a:extLst>
                </p:cNvPr>
                <p:cNvSpPr/>
                <p:nvPr/>
              </p:nvSpPr>
              <p:spPr>
                <a:xfrm>
                  <a:off x="7878712" y="4404033"/>
                  <a:ext cx="2824" cy="7315"/>
                </a:xfrm>
                <a:custGeom>
                  <a:avLst/>
                  <a:gdLst>
                    <a:gd name="connsiteX0" fmla="*/ 0 w 2824"/>
                    <a:gd name="connsiteY0" fmla="*/ 0 h 7315"/>
                    <a:gd name="connsiteX1" fmla="*/ 0 w 2824"/>
                    <a:gd name="connsiteY1" fmla="*/ 7316 h 7315"/>
                  </a:gdLst>
                  <a:ahLst/>
                  <a:cxnLst>
                    <a:cxn ang="0">
                      <a:pos x="connsiteX0" y="connsiteY0"/>
                    </a:cxn>
                    <a:cxn ang="0">
                      <a:pos x="connsiteX1" y="connsiteY1"/>
                    </a:cxn>
                  </a:cxnLst>
                  <a:rect l="l" t="t" r="r" b="b"/>
                  <a:pathLst>
                    <a:path w="2824" h="7315">
                      <a:moveTo>
                        <a:pt x="0" y="0"/>
                      </a:moveTo>
                      <a:lnTo>
                        <a:pt x="0" y="7316"/>
                      </a:lnTo>
                    </a:path>
                  </a:pathLst>
                </a:custGeom>
                <a:ln w="8472" cap="flat">
                  <a:solidFill>
                    <a:srgbClr val="17A3A3"/>
                  </a:solidFill>
                  <a:prstDash val="solid"/>
                  <a:miter/>
                </a:ln>
              </p:spPr>
              <p:txBody>
                <a:bodyPr rtlCol="1" anchor="ctr"/>
                <a:lstStyle/>
                <a:p>
                  <a:endParaRPr lang="ar-SA"/>
                </a:p>
              </p:txBody>
            </p:sp>
            <p:sp>
              <p:nvSpPr>
                <p:cNvPr id="9641" name="شكل حر: شكل 10730">
                  <a:extLst>
                    <a:ext uri="{FF2B5EF4-FFF2-40B4-BE49-F238E27FC236}">
                      <a16:creationId xmlns:a16="http://schemas.microsoft.com/office/drawing/2014/main" id="{53EC8B36-EFAA-70FC-2846-381F84447712}"/>
                    </a:ext>
                  </a:extLst>
                </p:cNvPr>
                <p:cNvSpPr/>
                <p:nvPr/>
              </p:nvSpPr>
              <p:spPr>
                <a:xfrm>
                  <a:off x="7878712" y="4463094"/>
                  <a:ext cx="2824" cy="7315"/>
                </a:xfrm>
                <a:custGeom>
                  <a:avLst/>
                  <a:gdLst>
                    <a:gd name="connsiteX0" fmla="*/ 0 w 2824"/>
                    <a:gd name="connsiteY0" fmla="*/ 0 h 7315"/>
                    <a:gd name="connsiteX1" fmla="*/ 0 w 2824"/>
                    <a:gd name="connsiteY1" fmla="*/ 7315 h 7315"/>
                  </a:gdLst>
                  <a:ahLst/>
                  <a:cxnLst>
                    <a:cxn ang="0">
                      <a:pos x="connsiteX0" y="connsiteY0"/>
                    </a:cxn>
                    <a:cxn ang="0">
                      <a:pos x="connsiteX1" y="connsiteY1"/>
                    </a:cxn>
                  </a:cxnLst>
                  <a:rect l="l" t="t" r="r" b="b"/>
                  <a:pathLst>
                    <a:path w="2824" h="7315">
                      <a:moveTo>
                        <a:pt x="0" y="0"/>
                      </a:moveTo>
                      <a:lnTo>
                        <a:pt x="0" y="7315"/>
                      </a:lnTo>
                    </a:path>
                  </a:pathLst>
                </a:custGeom>
                <a:ln w="8472" cap="flat">
                  <a:solidFill>
                    <a:srgbClr val="17A3A3"/>
                  </a:solidFill>
                  <a:prstDash val="solid"/>
                  <a:miter/>
                </a:ln>
              </p:spPr>
              <p:txBody>
                <a:bodyPr rtlCol="1" anchor="ctr"/>
                <a:lstStyle/>
                <a:p>
                  <a:endParaRPr lang="ar-SA"/>
                </a:p>
              </p:txBody>
            </p:sp>
          </p:grpSp>
        </p:grpSp>
        <p:sp>
          <p:nvSpPr>
            <p:cNvPr id="9626" name="شكل حر: شكل 10731">
              <a:extLst>
                <a:ext uri="{FF2B5EF4-FFF2-40B4-BE49-F238E27FC236}">
                  <a16:creationId xmlns:a16="http://schemas.microsoft.com/office/drawing/2014/main" id="{2C03BF1F-2A08-1E23-B824-A44F242026F1}"/>
                </a:ext>
              </a:extLst>
            </p:cNvPr>
            <p:cNvSpPr/>
            <p:nvPr/>
          </p:nvSpPr>
          <p:spPr>
            <a:xfrm>
              <a:off x="7764544" y="4571472"/>
              <a:ext cx="46887" cy="2824"/>
            </a:xfrm>
            <a:custGeom>
              <a:avLst/>
              <a:gdLst>
                <a:gd name="connsiteX0" fmla="*/ 46888 w 46887"/>
                <a:gd name="connsiteY0" fmla="*/ 0 h 2824"/>
                <a:gd name="connsiteX1" fmla="*/ 0 w 46887"/>
                <a:gd name="connsiteY1" fmla="*/ 0 h 2824"/>
              </a:gdLst>
              <a:ahLst/>
              <a:cxnLst>
                <a:cxn ang="0">
                  <a:pos x="connsiteX0" y="connsiteY0"/>
                </a:cxn>
                <a:cxn ang="0">
                  <a:pos x="connsiteX1" y="connsiteY1"/>
                </a:cxn>
              </a:cxnLst>
              <a:rect l="l" t="t" r="r" b="b"/>
              <a:pathLst>
                <a:path w="46887" h="2824">
                  <a:moveTo>
                    <a:pt x="46888" y="0"/>
                  </a:moveTo>
                  <a:lnTo>
                    <a:pt x="0" y="0"/>
                  </a:lnTo>
                </a:path>
              </a:pathLst>
            </a:custGeom>
            <a:ln w="8472" cap="flat">
              <a:solidFill>
                <a:srgbClr val="01355A"/>
              </a:solidFill>
              <a:prstDash val="solid"/>
              <a:miter/>
            </a:ln>
          </p:spPr>
          <p:txBody>
            <a:bodyPr rtlCol="1" anchor="ctr"/>
            <a:lstStyle/>
            <a:p>
              <a:endParaRPr lang="ar-SA"/>
            </a:p>
          </p:txBody>
        </p:sp>
        <p:sp>
          <p:nvSpPr>
            <p:cNvPr id="9627" name="شكل حر: شكل 10732">
              <a:extLst>
                <a:ext uri="{FF2B5EF4-FFF2-40B4-BE49-F238E27FC236}">
                  <a16:creationId xmlns:a16="http://schemas.microsoft.com/office/drawing/2014/main" id="{52216CB3-3765-FBD0-118C-9108CD11DD44}"/>
                </a:ext>
              </a:extLst>
            </p:cNvPr>
            <p:cNvSpPr/>
            <p:nvPr/>
          </p:nvSpPr>
          <p:spPr>
            <a:xfrm>
              <a:off x="7945993" y="4571472"/>
              <a:ext cx="46915" cy="2824"/>
            </a:xfrm>
            <a:custGeom>
              <a:avLst/>
              <a:gdLst>
                <a:gd name="connsiteX0" fmla="*/ 46916 w 46915"/>
                <a:gd name="connsiteY0" fmla="*/ 0 h 2824"/>
                <a:gd name="connsiteX1" fmla="*/ 0 w 46915"/>
                <a:gd name="connsiteY1" fmla="*/ 0 h 2824"/>
              </a:gdLst>
              <a:ahLst/>
              <a:cxnLst>
                <a:cxn ang="0">
                  <a:pos x="connsiteX0" y="connsiteY0"/>
                </a:cxn>
                <a:cxn ang="0">
                  <a:pos x="connsiteX1" y="connsiteY1"/>
                </a:cxn>
              </a:cxnLst>
              <a:rect l="l" t="t" r="r" b="b"/>
              <a:pathLst>
                <a:path w="46915" h="2824">
                  <a:moveTo>
                    <a:pt x="46916" y="0"/>
                  </a:moveTo>
                  <a:lnTo>
                    <a:pt x="0" y="0"/>
                  </a:lnTo>
                </a:path>
              </a:pathLst>
            </a:custGeom>
            <a:ln w="8472" cap="flat">
              <a:solidFill>
                <a:srgbClr val="01355A"/>
              </a:solidFill>
              <a:prstDash val="solid"/>
              <a:miter/>
            </a:ln>
          </p:spPr>
          <p:txBody>
            <a:bodyPr rtlCol="1" anchor="ctr"/>
            <a:lstStyle/>
            <a:p>
              <a:endParaRPr lang="ar-SA"/>
            </a:p>
          </p:txBody>
        </p:sp>
        <p:sp>
          <p:nvSpPr>
            <p:cNvPr id="9628" name="شكل حر: شكل 10733">
              <a:extLst>
                <a:ext uri="{FF2B5EF4-FFF2-40B4-BE49-F238E27FC236}">
                  <a16:creationId xmlns:a16="http://schemas.microsoft.com/office/drawing/2014/main" id="{D75B00E9-0CC9-D190-B245-973383CE8FFB}"/>
                </a:ext>
              </a:extLst>
            </p:cNvPr>
            <p:cNvSpPr/>
            <p:nvPr/>
          </p:nvSpPr>
          <p:spPr>
            <a:xfrm>
              <a:off x="7764516" y="4524557"/>
              <a:ext cx="228393" cy="218902"/>
            </a:xfrm>
            <a:custGeom>
              <a:avLst/>
              <a:gdLst>
                <a:gd name="connsiteX0" fmla="*/ 114196 w 228393"/>
                <a:gd name="connsiteY0" fmla="*/ 171987 h 218902"/>
                <a:gd name="connsiteX1" fmla="*/ 46916 w 228393"/>
                <a:gd name="connsiteY1" fmla="*/ 104706 h 218902"/>
                <a:gd name="connsiteX2" fmla="*/ 46916 w 228393"/>
                <a:gd name="connsiteY2" fmla="*/ 0 h 218902"/>
                <a:gd name="connsiteX3" fmla="*/ 0 w 228393"/>
                <a:gd name="connsiteY3" fmla="*/ 0 h 218902"/>
                <a:gd name="connsiteX4" fmla="*/ 0 w 228393"/>
                <a:gd name="connsiteY4" fmla="*/ 104706 h 218902"/>
                <a:gd name="connsiteX5" fmla="*/ 114196 w 228393"/>
                <a:gd name="connsiteY5" fmla="*/ 218902 h 218902"/>
                <a:gd name="connsiteX6" fmla="*/ 114196 w 228393"/>
                <a:gd name="connsiteY6" fmla="*/ 218902 h 218902"/>
                <a:gd name="connsiteX7" fmla="*/ 228393 w 228393"/>
                <a:gd name="connsiteY7" fmla="*/ 104706 h 218902"/>
                <a:gd name="connsiteX8" fmla="*/ 228393 w 228393"/>
                <a:gd name="connsiteY8" fmla="*/ 0 h 218902"/>
                <a:gd name="connsiteX9" fmla="*/ 181477 w 228393"/>
                <a:gd name="connsiteY9" fmla="*/ 0 h 218902"/>
                <a:gd name="connsiteX10" fmla="*/ 181477 w 228393"/>
                <a:gd name="connsiteY10" fmla="*/ 104706 h 218902"/>
                <a:gd name="connsiteX11" fmla="*/ 114196 w 228393"/>
                <a:gd name="connsiteY11" fmla="*/ 171987 h 218902"/>
                <a:gd name="connsiteX12" fmla="*/ 114196 w 228393"/>
                <a:gd name="connsiteY12" fmla="*/ 171987 h 218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8393" h="218902">
                  <a:moveTo>
                    <a:pt x="114196" y="171987"/>
                  </a:moveTo>
                  <a:cubicBezTo>
                    <a:pt x="77025" y="171987"/>
                    <a:pt x="46916" y="141877"/>
                    <a:pt x="46916" y="104706"/>
                  </a:cubicBezTo>
                  <a:lnTo>
                    <a:pt x="46916" y="0"/>
                  </a:lnTo>
                  <a:lnTo>
                    <a:pt x="0" y="0"/>
                  </a:lnTo>
                  <a:lnTo>
                    <a:pt x="0" y="104706"/>
                  </a:lnTo>
                  <a:cubicBezTo>
                    <a:pt x="0" y="167778"/>
                    <a:pt x="51125" y="218902"/>
                    <a:pt x="114196" y="218902"/>
                  </a:cubicBezTo>
                  <a:lnTo>
                    <a:pt x="114196" y="218902"/>
                  </a:lnTo>
                  <a:cubicBezTo>
                    <a:pt x="177269" y="218902"/>
                    <a:pt x="228393" y="167778"/>
                    <a:pt x="228393" y="104706"/>
                  </a:cubicBezTo>
                  <a:lnTo>
                    <a:pt x="228393" y="0"/>
                  </a:lnTo>
                  <a:lnTo>
                    <a:pt x="181477" y="0"/>
                  </a:lnTo>
                  <a:lnTo>
                    <a:pt x="181477" y="104706"/>
                  </a:lnTo>
                  <a:cubicBezTo>
                    <a:pt x="181477" y="141877"/>
                    <a:pt x="151368" y="171987"/>
                    <a:pt x="114196" y="171987"/>
                  </a:cubicBezTo>
                  <a:lnTo>
                    <a:pt x="114196" y="171987"/>
                  </a:lnTo>
                  <a:close/>
                </a:path>
              </a:pathLst>
            </a:custGeom>
            <a:noFill/>
            <a:ln w="8472" cap="flat">
              <a:solidFill>
                <a:srgbClr val="01355A"/>
              </a:solidFill>
              <a:prstDash val="solid"/>
              <a:miter/>
            </a:ln>
          </p:spPr>
          <p:txBody>
            <a:bodyPr rtlCol="1" anchor="ctr"/>
            <a:lstStyle/>
            <a:p>
              <a:endParaRPr lang="ar-SA"/>
            </a:p>
          </p:txBody>
        </p:sp>
        <p:grpSp>
          <p:nvGrpSpPr>
            <p:cNvPr id="9629" name="رسم 8014">
              <a:extLst>
                <a:ext uri="{FF2B5EF4-FFF2-40B4-BE49-F238E27FC236}">
                  <a16:creationId xmlns:a16="http://schemas.microsoft.com/office/drawing/2014/main" id="{FE110D7D-A9B9-F3D1-32B3-49A04088121C}"/>
                </a:ext>
              </a:extLst>
            </p:cNvPr>
            <p:cNvGrpSpPr/>
            <p:nvPr/>
          </p:nvGrpSpPr>
          <p:grpSpPr>
            <a:xfrm>
              <a:off x="7847642" y="4512948"/>
              <a:ext cx="62140" cy="93916"/>
              <a:chOff x="7847642" y="4512948"/>
              <a:chExt cx="62140" cy="93916"/>
            </a:xfrm>
          </p:grpSpPr>
          <p:sp>
            <p:nvSpPr>
              <p:cNvPr id="9630" name="شكل حر: شكل 10735">
                <a:extLst>
                  <a:ext uri="{FF2B5EF4-FFF2-40B4-BE49-F238E27FC236}">
                    <a16:creationId xmlns:a16="http://schemas.microsoft.com/office/drawing/2014/main" id="{D88648B1-AAD9-B9C8-AAA6-A81523E9E8A3}"/>
                  </a:ext>
                </a:extLst>
              </p:cNvPr>
              <p:cNvSpPr/>
              <p:nvPr/>
            </p:nvSpPr>
            <p:spPr>
              <a:xfrm>
                <a:off x="7880096" y="4512948"/>
                <a:ext cx="2824" cy="93916"/>
              </a:xfrm>
              <a:custGeom>
                <a:avLst/>
                <a:gdLst>
                  <a:gd name="connsiteX0" fmla="*/ 0 w 2824"/>
                  <a:gd name="connsiteY0" fmla="*/ 93916 h 93916"/>
                  <a:gd name="connsiteX1" fmla="*/ 0 w 2824"/>
                  <a:gd name="connsiteY1" fmla="*/ 0 h 93916"/>
                </a:gdLst>
                <a:ahLst/>
                <a:cxnLst>
                  <a:cxn ang="0">
                    <a:pos x="connsiteX0" y="connsiteY0"/>
                  </a:cxn>
                  <a:cxn ang="0">
                    <a:pos x="connsiteX1" y="connsiteY1"/>
                  </a:cxn>
                </a:cxnLst>
                <a:rect l="l" t="t" r="r" b="b"/>
                <a:pathLst>
                  <a:path w="2824" h="93916">
                    <a:moveTo>
                      <a:pt x="0" y="93916"/>
                    </a:moveTo>
                    <a:lnTo>
                      <a:pt x="0" y="0"/>
                    </a:lnTo>
                  </a:path>
                </a:pathLst>
              </a:custGeom>
              <a:ln w="8472" cap="flat">
                <a:solidFill>
                  <a:srgbClr val="01355A"/>
                </a:solidFill>
                <a:prstDash val="solid"/>
                <a:miter/>
              </a:ln>
            </p:spPr>
            <p:txBody>
              <a:bodyPr rtlCol="1" anchor="ctr"/>
              <a:lstStyle/>
              <a:p>
                <a:endParaRPr lang="ar-SA"/>
              </a:p>
            </p:txBody>
          </p:sp>
          <p:sp>
            <p:nvSpPr>
              <p:cNvPr id="9631" name="شكل حر: شكل 10736">
                <a:extLst>
                  <a:ext uri="{FF2B5EF4-FFF2-40B4-BE49-F238E27FC236}">
                    <a16:creationId xmlns:a16="http://schemas.microsoft.com/office/drawing/2014/main" id="{293604DF-0BE3-AE3E-20B7-1DD34BB84562}"/>
                  </a:ext>
                </a:extLst>
              </p:cNvPr>
              <p:cNvSpPr/>
              <p:nvPr/>
            </p:nvSpPr>
            <p:spPr>
              <a:xfrm>
                <a:off x="7847642" y="4533087"/>
                <a:ext cx="2824" cy="53666"/>
              </a:xfrm>
              <a:custGeom>
                <a:avLst/>
                <a:gdLst>
                  <a:gd name="connsiteX0" fmla="*/ 0 w 2824"/>
                  <a:gd name="connsiteY0" fmla="*/ 53666 h 53666"/>
                  <a:gd name="connsiteX1" fmla="*/ 0 w 2824"/>
                  <a:gd name="connsiteY1" fmla="*/ 0 h 53666"/>
                </a:gdLst>
                <a:ahLst/>
                <a:cxnLst>
                  <a:cxn ang="0">
                    <a:pos x="connsiteX0" y="connsiteY0"/>
                  </a:cxn>
                  <a:cxn ang="0">
                    <a:pos x="connsiteX1" y="connsiteY1"/>
                  </a:cxn>
                </a:cxnLst>
                <a:rect l="l" t="t" r="r" b="b"/>
                <a:pathLst>
                  <a:path w="2824" h="53666">
                    <a:moveTo>
                      <a:pt x="0" y="53666"/>
                    </a:moveTo>
                    <a:lnTo>
                      <a:pt x="0" y="0"/>
                    </a:lnTo>
                  </a:path>
                </a:pathLst>
              </a:custGeom>
              <a:ln w="8472" cap="flat">
                <a:solidFill>
                  <a:srgbClr val="01355A"/>
                </a:solidFill>
                <a:prstDash val="solid"/>
                <a:miter/>
              </a:ln>
            </p:spPr>
            <p:txBody>
              <a:bodyPr rtlCol="1" anchor="ctr"/>
              <a:lstStyle/>
              <a:p>
                <a:endParaRPr lang="ar-SA"/>
              </a:p>
            </p:txBody>
          </p:sp>
          <p:sp>
            <p:nvSpPr>
              <p:cNvPr id="9632" name="شكل حر: شكل 10737">
                <a:extLst>
                  <a:ext uri="{FF2B5EF4-FFF2-40B4-BE49-F238E27FC236}">
                    <a16:creationId xmlns:a16="http://schemas.microsoft.com/office/drawing/2014/main" id="{2550FA35-BECB-D44E-6976-4A0F8BC40855}"/>
                  </a:ext>
                </a:extLst>
              </p:cNvPr>
              <p:cNvSpPr/>
              <p:nvPr/>
            </p:nvSpPr>
            <p:spPr>
              <a:xfrm>
                <a:off x="7909782" y="4533087"/>
                <a:ext cx="2824" cy="53666"/>
              </a:xfrm>
              <a:custGeom>
                <a:avLst/>
                <a:gdLst>
                  <a:gd name="connsiteX0" fmla="*/ 0 w 2824"/>
                  <a:gd name="connsiteY0" fmla="*/ 53666 h 53666"/>
                  <a:gd name="connsiteX1" fmla="*/ 0 w 2824"/>
                  <a:gd name="connsiteY1" fmla="*/ 0 h 53666"/>
                </a:gdLst>
                <a:ahLst/>
                <a:cxnLst>
                  <a:cxn ang="0">
                    <a:pos x="connsiteX0" y="connsiteY0"/>
                  </a:cxn>
                  <a:cxn ang="0">
                    <a:pos x="connsiteX1" y="connsiteY1"/>
                  </a:cxn>
                </a:cxnLst>
                <a:rect l="l" t="t" r="r" b="b"/>
                <a:pathLst>
                  <a:path w="2824" h="53666">
                    <a:moveTo>
                      <a:pt x="0" y="53666"/>
                    </a:moveTo>
                    <a:lnTo>
                      <a:pt x="0" y="0"/>
                    </a:lnTo>
                  </a:path>
                </a:pathLst>
              </a:custGeom>
              <a:ln w="8472" cap="flat">
                <a:solidFill>
                  <a:srgbClr val="01355A"/>
                </a:solidFill>
                <a:prstDash val="solid"/>
                <a:miter/>
              </a:ln>
            </p:spPr>
            <p:txBody>
              <a:bodyPr rtlCol="1" anchor="ctr"/>
              <a:lstStyle/>
              <a:p>
                <a:endParaRPr lang="ar-SA"/>
              </a:p>
            </p:txBody>
          </p:sp>
        </p:grpSp>
      </p:grpSp>
      <p:grpSp>
        <p:nvGrpSpPr>
          <p:cNvPr id="9642" name="رسم 8014">
            <a:extLst>
              <a:ext uri="{FF2B5EF4-FFF2-40B4-BE49-F238E27FC236}">
                <a16:creationId xmlns:a16="http://schemas.microsoft.com/office/drawing/2014/main" id="{BAC786C3-5409-99C4-986A-50E8DA77293F}"/>
              </a:ext>
            </a:extLst>
          </p:cNvPr>
          <p:cNvGrpSpPr/>
          <p:nvPr/>
        </p:nvGrpSpPr>
        <p:grpSpPr>
          <a:xfrm>
            <a:off x="5043570" y="3656438"/>
            <a:ext cx="272033" cy="257781"/>
            <a:chOff x="5110007" y="2823643"/>
            <a:chExt cx="325161" cy="327054"/>
          </a:xfrm>
          <a:noFill/>
        </p:grpSpPr>
        <p:sp>
          <p:nvSpPr>
            <p:cNvPr id="9643" name="شكل حر: شكل 10739">
              <a:extLst>
                <a:ext uri="{FF2B5EF4-FFF2-40B4-BE49-F238E27FC236}">
                  <a16:creationId xmlns:a16="http://schemas.microsoft.com/office/drawing/2014/main" id="{13F85D41-C723-5A95-CB10-7124827220CB}"/>
                </a:ext>
              </a:extLst>
            </p:cNvPr>
            <p:cNvSpPr/>
            <p:nvPr/>
          </p:nvSpPr>
          <p:spPr>
            <a:xfrm>
              <a:off x="5110007" y="2850843"/>
              <a:ext cx="299853" cy="299853"/>
            </a:xfrm>
            <a:custGeom>
              <a:avLst/>
              <a:gdLst>
                <a:gd name="connsiteX0" fmla="*/ 265677 w 299853"/>
                <a:gd name="connsiteY0" fmla="*/ 54627 h 299853"/>
                <a:gd name="connsiteX1" fmla="*/ 299854 w 299853"/>
                <a:gd name="connsiteY1" fmla="*/ 149927 h 299853"/>
                <a:gd name="connsiteX2" fmla="*/ 149927 w 299853"/>
                <a:gd name="connsiteY2" fmla="*/ 299854 h 299853"/>
                <a:gd name="connsiteX3" fmla="*/ 0 w 299853"/>
                <a:gd name="connsiteY3" fmla="*/ 149927 h 299853"/>
                <a:gd name="connsiteX4" fmla="*/ 149927 w 299853"/>
                <a:gd name="connsiteY4" fmla="*/ 0 h 299853"/>
                <a:gd name="connsiteX5" fmla="*/ 244013 w 299853"/>
                <a:gd name="connsiteY5" fmla="*/ 33245 h 299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9853" h="299853">
                  <a:moveTo>
                    <a:pt x="265677" y="54627"/>
                  </a:moveTo>
                  <a:cubicBezTo>
                    <a:pt x="289939" y="81940"/>
                    <a:pt x="299854" y="113744"/>
                    <a:pt x="299854" y="149927"/>
                  </a:cubicBezTo>
                  <a:cubicBezTo>
                    <a:pt x="299854" y="232714"/>
                    <a:pt x="232742" y="299854"/>
                    <a:pt x="149927" y="299854"/>
                  </a:cubicBezTo>
                  <a:cubicBezTo>
                    <a:pt x="67111" y="299854"/>
                    <a:pt x="0" y="232743"/>
                    <a:pt x="0" y="149927"/>
                  </a:cubicBezTo>
                  <a:cubicBezTo>
                    <a:pt x="0" y="67111"/>
                    <a:pt x="67111" y="0"/>
                    <a:pt x="149927" y="0"/>
                  </a:cubicBezTo>
                  <a:cubicBezTo>
                    <a:pt x="185149" y="0"/>
                    <a:pt x="218648" y="11072"/>
                    <a:pt x="244013" y="33245"/>
                  </a:cubicBezTo>
                </a:path>
              </a:pathLst>
            </a:custGeom>
            <a:noFill/>
            <a:ln w="8472" cap="flat">
              <a:solidFill>
                <a:srgbClr val="01355A"/>
              </a:solidFill>
              <a:prstDash val="solid"/>
              <a:miter/>
            </a:ln>
          </p:spPr>
          <p:txBody>
            <a:bodyPr rtlCol="1" anchor="ctr"/>
            <a:lstStyle/>
            <a:p>
              <a:endParaRPr lang="ar-SA"/>
            </a:p>
          </p:txBody>
        </p:sp>
        <p:sp>
          <p:nvSpPr>
            <p:cNvPr id="9644" name="شكل حر: شكل 10740">
              <a:extLst>
                <a:ext uri="{FF2B5EF4-FFF2-40B4-BE49-F238E27FC236}">
                  <a16:creationId xmlns:a16="http://schemas.microsoft.com/office/drawing/2014/main" id="{01BFA238-80F3-52FD-40F8-AAAEC3310867}"/>
                </a:ext>
              </a:extLst>
            </p:cNvPr>
            <p:cNvSpPr/>
            <p:nvPr/>
          </p:nvSpPr>
          <p:spPr>
            <a:xfrm>
              <a:off x="5174971" y="2915779"/>
              <a:ext cx="169981" cy="169981"/>
            </a:xfrm>
            <a:custGeom>
              <a:avLst/>
              <a:gdLst>
                <a:gd name="connsiteX0" fmla="*/ 154616 w 169981"/>
                <a:gd name="connsiteY0" fmla="*/ 36267 h 169981"/>
                <a:gd name="connsiteX1" fmla="*/ 169981 w 169981"/>
                <a:gd name="connsiteY1" fmla="*/ 84991 h 169981"/>
                <a:gd name="connsiteX2" fmla="*/ 84991 w 169981"/>
                <a:gd name="connsiteY2" fmla="*/ 169981 h 169981"/>
                <a:gd name="connsiteX3" fmla="*/ 0 w 169981"/>
                <a:gd name="connsiteY3" fmla="*/ 84991 h 169981"/>
                <a:gd name="connsiteX4" fmla="*/ 84991 w 169981"/>
                <a:gd name="connsiteY4" fmla="*/ 0 h 169981"/>
                <a:gd name="connsiteX5" fmla="*/ 133008 w 169981"/>
                <a:gd name="connsiteY5" fmla="*/ 14857 h 169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9981" h="169981">
                  <a:moveTo>
                    <a:pt x="154616" y="36267"/>
                  </a:moveTo>
                  <a:cubicBezTo>
                    <a:pt x="163485" y="44854"/>
                    <a:pt x="169981" y="67196"/>
                    <a:pt x="169981" y="84991"/>
                  </a:cubicBezTo>
                  <a:cubicBezTo>
                    <a:pt x="169981" y="131934"/>
                    <a:pt x="131934" y="169981"/>
                    <a:pt x="84991" y="169981"/>
                  </a:cubicBezTo>
                  <a:cubicBezTo>
                    <a:pt x="38047" y="169981"/>
                    <a:pt x="0" y="131934"/>
                    <a:pt x="0" y="84991"/>
                  </a:cubicBezTo>
                  <a:cubicBezTo>
                    <a:pt x="0" y="38047"/>
                    <a:pt x="38047" y="0"/>
                    <a:pt x="84991" y="0"/>
                  </a:cubicBezTo>
                  <a:cubicBezTo>
                    <a:pt x="102079" y="0"/>
                    <a:pt x="120636" y="4858"/>
                    <a:pt x="133008" y="14857"/>
                  </a:cubicBezTo>
                </a:path>
              </a:pathLst>
            </a:custGeom>
            <a:noFill/>
            <a:ln w="8472" cap="flat">
              <a:solidFill>
                <a:srgbClr val="01355A"/>
              </a:solidFill>
              <a:prstDash val="solid"/>
              <a:miter/>
            </a:ln>
          </p:spPr>
          <p:txBody>
            <a:bodyPr rtlCol="1" anchor="ctr"/>
            <a:lstStyle/>
            <a:p>
              <a:endParaRPr lang="ar-SA"/>
            </a:p>
          </p:txBody>
        </p:sp>
        <p:sp>
          <p:nvSpPr>
            <p:cNvPr id="9645" name="شكل حر: شكل 10741">
              <a:extLst>
                <a:ext uri="{FF2B5EF4-FFF2-40B4-BE49-F238E27FC236}">
                  <a16:creationId xmlns:a16="http://schemas.microsoft.com/office/drawing/2014/main" id="{54FA5FA3-2CC4-5FB0-DDCA-FAC6021D84D1}"/>
                </a:ext>
              </a:extLst>
            </p:cNvPr>
            <p:cNvSpPr/>
            <p:nvPr/>
          </p:nvSpPr>
          <p:spPr>
            <a:xfrm>
              <a:off x="5390625" y="2838443"/>
              <a:ext cx="2824" cy="29629"/>
            </a:xfrm>
            <a:custGeom>
              <a:avLst/>
              <a:gdLst>
                <a:gd name="connsiteX0" fmla="*/ 0 w 2824"/>
                <a:gd name="connsiteY0" fmla="*/ 29629 h 29629"/>
                <a:gd name="connsiteX1" fmla="*/ 0 w 2824"/>
                <a:gd name="connsiteY1" fmla="*/ 0 h 29629"/>
              </a:gdLst>
              <a:ahLst/>
              <a:cxnLst>
                <a:cxn ang="0">
                  <a:pos x="connsiteX0" y="connsiteY0"/>
                </a:cxn>
                <a:cxn ang="0">
                  <a:pos x="connsiteX1" y="connsiteY1"/>
                </a:cxn>
              </a:cxnLst>
              <a:rect l="l" t="t" r="r" b="b"/>
              <a:pathLst>
                <a:path w="2824" h="29629">
                  <a:moveTo>
                    <a:pt x="0" y="29629"/>
                  </a:moveTo>
                  <a:lnTo>
                    <a:pt x="0" y="0"/>
                  </a:lnTo>
                </a:path>
              </a:pathLst>
            </a:custGeom>
            <a:ln w="8472" cap="flat">
              <a:solidFill>
                <a:srgbClr val="01355A"/>
              </a:solidFill>
              <a:prstDash val="solid"/>
              <a:miter/>
            </a:ln>
          </p:spPr>
          <p:txBody>
            <a:bodyPr rtlCol="1" anchor="ctr"/>
            <a:lstStyle/>
            <a:p>
              <a:endParaRPr lang="ar-SA"/>
            </a:p>
          </p:txBody>
        </p:sp>
        <p:sp>
          <p:nvSpPr>
            <p:cNvPr id="9646" name="شكل حر: شكل 10742">
              <a:extLst>
                <a:ext uri="{FF2B5EF4-FFF2-40B4-BE49-F238E27FC236}">
                  <a16:creationId xmlns:a16="http://schemas.microsoft.com/office/drawing/2014/main" id="{BFAE86CD-CD24-6DD0-7F87-9924F568A9A0}"/>
                </a:ext>
              </a:extLst>
            </p:cNvPr>
            <p:cNvSpPr/>
            <p:nvPr/>
          </p:nvSpPr>
          <p:spPr>
            <a:xfrm>
              <a:off x="5375514" y="2852538"/>
              <a:ext cx="2824" cy="29601"/>
            </a:xfrm>
            <a:custGeom>
              <a:avLst/>
              <a:gdLst>
                <a:gd name="connsiteX0" fmla="*/ 0 w 2824"/>
                <a:gd name="connsiteY0" fmla="*/ 29601 h 29601"/>
                <a:gd name="connsiteX1" fmla="*/ 0 w 2824"/>
                <a:gd name="connsiteY1" fmla="*/ 0 h 29601"/>
              </a:gdLst>
              <a:ahLst/>
              <a:cxnLst>
                <a:cxn ang="0">
                  <a:pos x="connsiteX0" y="connsiteY0"/>
                </a:cxn>
                <a:cxn ang="0">
                  <a:pos x="connsiteX1" y="connsiteY1"/>
                </a:cxn>
              </a:cxnLst>
              <a:rect l="l" t="t" r="r" b="b"/>
              <a:pathLst>
                <a:path w="2824" h="29601">
                  <a:moveTo>
                    <a:pt x="0" y="29601"/>
                  </a:moveTo>
                  <a:lnTo>
                    <a:pt x="0" y="0"/>
                  </a:lnTo>
                </a:path>
              </a:pathLst>
            </a:custGeom>
            <a:ln w="8472" cap="flat">
              <a:solidFill>
                <a:srgbClr val="01355A"/>
              </a:solidFill>
              <a:prstDash val="solid"/>
              <a:miter/>
            </a:ln>
          </p:spPr>
          <p:txBody>
            <a:bodyPr rtlCol="1" anchor="ctr"/>
            <a:lstStyle/>
            <a:p>
              <a:endParaRPr lang="ar-SA"/>
            </a:p>
          </p:txBody>
        </p:sp>
        <p:sp>
          <p:nvSpPr>
            <p:cNvPr id="9647" name="شكل حر: شكل 10743">
              <a:extLst>
                <a:ext uri="{FF2B5EF4-FFF2-40B4-BE49-F238E27FC236}">
                  <a16:creationId xmlns:a16="http://schemas.microsoft.com/office/drawing/2014/main" id="{2BFF973A-BD46-CEDF-37C2-6E187451553C}"/>
                </a:ext>
              </a:extLst>
            </p:cNvPr>
            <p:cNvSpPr/>
            <p:nvPr/>
          </p:nvSpPr>
          <p:spPr>
            <a:xfrm>
              <a:off x="5405934" y="2823643"/>
              <a:ext cx="2824" cy="29629"/>
            </a:xfrm>
            <a:custGeom>
              <a:avLst/>
              <a:gdLst>
                <a:gd name="connsiteX0" fmla="*/ 0 w 2824"/>
                <a:gd name="connsiteY0" fmla="*/ 29629 h 29629"/>
                <a:gd name="connsiteX1" fmla="*/ 0 w 2824"/>
                <a:gd name="connsiteY1" fmla="*/ 0 h 29629"/>
              </a:gdLst>
              <a:ahLst/>
              <a:cxnLst>
                <a:cxn ang="0">
                  <a:pos x="connsiteX0" y="connsiteY0"/>
                </a:cxn>
                <a:cxn ang="0">
                  <a:pos x="connsiteX1" y="connsiteY1"/>
                </a:cxn>
              </a:cxnLst>
              <a:rect l="l" t="t" r="r" b="b"/>
              <a:pathLst>
                <a:path w="2824" h="29629">
                  <a:moveTo>
                    <a:pt x="0" y="29629"/>
                  </a:moveTo>
                  <a:lnTo>
                    <a:pt x="0" y="0"/>
                  </a:lnTo>
                </a:path>
              </a:pathLst>
            </a:custGeom>
            <a:ln w="8472" cap="flat">
              <a:solidFill>
                <a:srgbClr val="01355A"/>
              </a:solidFill>
              <a:prstDash val="solid"/>
              <a:miter/>
            </a:ln>
          </p:spPr>
          <p:txBody>
            <a:bodyPr rtlCol="1" anchor="ctr"/>
            <a:lstStyle/>
            <a:p>
              <a:endParaRPr lang="ar-SA"/>
            </a:p>
          </p:txBody>
        </p:sp>
        <p:sp>
          <p:nvSpPr>
            <p:cNvPr id="9648" name="شكل حر: شكل 10744">
              <a:extLst>
                <a:ext uri="{FF2B5EF4-FFF2-40B4-BE49-F238E27FC236}">
                  <a16:creationId xmlns:a16="http://schemas.microsoft.com/office/drawing/2014/main" id="{9A68CEBC-F544-E29E-E5EA-7459F30DAB4E}"/>
                </a:ext>
              </a:extLst>
            </p:cNvPr>
            <p:cNvSpPr/>
            <p:nvPr/>
          </p:nvSpPr>
          <p:spPr>
            <a:xfrm>
              <a:off x="5390738" y="2868214"/>
              <a:ext cx="29629" cy="2824"/>
            </a:xfrm>
            <a:custGeom>
              <a:avLst/>
              <a:gdLst>
                <a:gd name="connsiteX0" fmla="*/ 0 w 29629"/>
                <a:gd name="connsiteY0" fmla="*/ 0 h 2824"/>
                <a:gd name="connsiteX1" fmla="*/ 29630 w 29629"/>
                <a:gd name="connsiteY1" fmla="*/ 0 h 2824"/>
              </a:gdLst>
              <a:ahLst/>
              <a:cxnLst>
                <a:cxn ang="0">
                  <a:pos x="connsiteX0" y="connsiteY0"/>
                </a:cxn>
                <a:cxn ang="0">
                  <a:pos x="connsiteX1" y="connsiteY1"/>
                </a:cxn>
              </a:cxnLst>
              <a:rect l="l" t="t" r="r" b="b"/>
              <a:pathLst>
                <a:path w="29629" h="2824">
                  <a:moveTo>
                    <a:pt x="0" y="0"/>
                  </a:moveTo>
                  <a:lnTo>
                    <a:pt x="29630" y="0"/>
                  </a:lnTo>
                </a:path>
              </a:pathLst>
            </a:custGeom>
            <a:ln w="8472" cap="flat">
              <a:solidFill>
                <a:srgbClr val="01355A"/>
              </a:solidFill>
              <a:prstDash val="solid"/>
              <a:miter/>
            </a:ln>
          </p:spPr>
          <p:txBody>
            <a:bodyPr rtlCol="1" anchor="ctr"/>
            <a:lstStyle/>
            <a:p>
              <a:endParaRPr lang="ar-SA"/>
            </a:p>
          </p:txBody>
        </p:sp>
        <p:sp>
          <p:nvSpPr>
            <p:cNvPr id="9649" name="شكل حر: شكل 10745">
              <a:extLst>
                <a:ext uri="{FF2B5EF4-FFF2-40B4-BE49-F238E27FC236}">
                  <a16:creationId xmlns:a16="http://schemas.microsoft.com/office/drawing/2014/main" id="{D255E525-D6FE-9EF1-339A-FF4D74AFC3F2}"/>
                </a:ext>
              </a:extLst>
            </p:cNvPr>
            <p:cNvSpPr/>
            <p:nvPr/>
          </p:nvSpPr>
          <p:spPr>
            <a:xfrm>
              <a:off x="5376672" y="2883297"/>
              <a:ext cx="29629" cy="2824"/>
            </a:xfrm>
            <a:custGeom>
              <a:avLst/>
              <a:gdLst>
                <a:gd name="connsiteX0" fmla="*/ 0 w 29629"/>
                <a:gd name="connsiteY0" fmla="*/ 0 h 2824"/>
                <a:gd name="connsiteX1" fmla="*/ 29629 w 29629"/>
                <a:gd name="connsiteY1" fmla="*/ 0 h 2824"/>
              </a:gdLst>
              <a:ahLst/>
              <a:cxnLst>
                <a:cxn ang="0">
                  <a:pos x="connsiteX0" y="connsiteY0"/>
                </a:cxn>
                <a:cxn ang="0">
                  <a:pos x="connsiteX1" y="connsiteY1"/>
                </a:cxn>
              </a:cxnLst>
              <a:rect l="l" t="t" r="r" b="b"/>
              <a:pathLst>
                <a:path w="29629" h="2824">
                  <a:moveTo>
                    <a:pt x="0" y="0"/>
                  </a:moveTo>
                  <a:lnTo>
                    <a:pt x="29629" y="0"/>
                  </a:lnTo>
                </a:path>
              </a:pathLst>
            </a:custGeom>
            <a:ln w="8472" cap="flat">
              <a:solidFill>
                <a:srgbClr val="01355A"/>
              </a:solidFill>
              <a:prstDash val="solid"/>
              <a:miter/>
            </a:ln>
          </p:spPr>
          <p:txBody>
            <a:bodyPr rtlCol="1" anchor="ctr"/>
            <a:lstStyle/>
            <a:p>
              <a:endParaRPr lang="ar-SA"/>
            </a:p>
          </p:txBody>
        </p:sp>
        <p:sp>
          <p:nvSpPr>
            <p:cNvPr id="9650" name="شكل حر: شكل 10746">
              <a:extLst>
                <a:ext uri="{FF2B5EF4-FFF2-40B4-BE49-F238E27FC236}">
                  <a16:creationId xmlns:a16="http://schemas.microsoft.com/office/drawing/2014/main" id="{94146497-D7A0-BFBF-87B1-03A52B170254}"/>
                </a:ext>
              </a:extLst>
            </p:cNvPr>
            <p:cNvSpPr/>
            <p:nvPr/>
          </p:nvSpPr>
          <p:spPr>
            <a:xfrm>
              <a:off x="5405567" y="2852877"/>
              <a:ext cx="29601" cy="2824"/>
            </a:xfrm>
            <a:custGeom>
              <a:avLst/>
              <a:gdLst>
                <a:gd name="connsiteX0" fmla="*/ 0 w 29601"/>
                <a:gd name="connsiteY0" fmla="*/ 0 h 2824"/>
                <a:gd name="connsiteX1" fmla="*/ 29601 w 29601"/>
                <a:gd name="connsiteY1" fmla="*/ 0 h 2824"/>
              </a:gdLst>
              <a:ahLst/>
              <a:cxnLst>
                <a:cxn ang="0">
                  <a:pos x="connsiteX0" y="connsiteY0"/>
                </a:cxn>
                <a:cxn ang="0">
                  <a:pos x="connsiteX1" y="connsiteY1"/>
                </a:cxn>
              </a:cxnLst>
              <a:rect l="l" t="t" r="r" b="b"/>
              <a:pathLst>
                <a:path w="29601" h="2824">
                  <a:moveTo>
                    <a:pt x="0" y="0"/>
                  </a:moveTo>
                  <a:lnTo>
                    <a:pt x="29601" y="0"/>
                  </a:lnTo>
                </a:path>
              </a:pathLst>
            </a:custGeom>
            <a:ln w="8472" cap="flat">
              <a:solidFill>
                <a:srgbClr val="01355A"/>
              </a:solidFill>
              <a:prstDash val="solid"/>
              <a:miter/>
            </a:ln>
          </p:spPr>
          <p:txBody>
            <a:bodyPr rtlCol="1" anchor="ctr"/>
            <a:lstStyle/>
            <a:p>
              <a:endParaRPr lang="ar-SA"/>
            </a:p>
          </p:txBody>
        </p:sp>
        <p:sp>
          <p:nvSpPr>
            <p:cNvPr id="9651" name="شكل حر: شكل 10747">
              <a:extLst>
                <a:ext uri="{FF2B5EF4-FFF2-40B4-BE49-F238E27FC236}">
                  <a16:creationId xmlns:a16="http://schemas.microsoft.com/office/drawing/2014/main" id="{E999E6C6-EE42-2351-A0DF-FF327E729F51}"/>
                </a:ext>
              </a:extLst>
            </p:cNvPr>
            <p:cNvSpPr/>
            <p:nvPr/>
          </p:nvSpPr>
          <p:spPr>
            <a:xfrm>
              <a:off x="5231773" y="2853272"/>
              <a:ext cx="174189" cy="175686"/>
            </a:xfrm>
            <a:custGeom>
              <a:avLst/>
              <a:gdLst>
                <a:gd name="connsiteX0" fmla="*/ 56378 w 174189"/>
                <a:gd name="connsiteY0" fmla="*/ 147498 h 175686"/>
                <a:gd name="connsiteX1" fmla="*/ 28189 w 174189"/>
                <a:gd name="connsiteY1" fmla="*/ 175687 h 175686"/>
                <a:gd name="connsiteX2" fmla="*/ 0 w 174189"/>
                <a:gd name="connsiteY2" fmla="*/ 147498 h 175686"/>
                <a:gd name="connsiteX3" fmla="*/ 28189 w 174189"/>
                <a:gd name="connsiteY3" fmla="*/ 119309 h 175686"/>
                <a:gd name="connsiteX4" fmla="*/ 29601 w 174189"/>
                <a:gd name="connsiteY4" fmla="*/ 119309 h 175686"/>
                <a:gd name="connsiteX5" fmla="*/ 28189 w 174189"/>
                <a:gd name="connsiteY5" fmla="*/ 147498 h 175686"/>
                <a:gd name="connsiteX6" fmla="*/ 174190 w 174189"/>
                <a:gd name="connsiteY6" fmla="*/ 0 h 175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189" h="175686">
                  <a:moveTo>
                    <a:pt x="56378" y="147498"/>
                  </a:moveTo>
                  <a:cubicBezTo>
                    <a:pt x="56378" y="163061"/>
                    <a:pt x="43752" y="175687"/>
                    <a:pt x="28189" y="175687"/>
                  </a:cubicBezTo>
                  <a:cubicBezTo>
                    <a:pt x="12626" y="175687"/>
                    <a:pt x="0" y="163061"/>
                    <a:pt x="0" y="147498"/>
                  </a:cubicBezTo>
                  <a:cubicBezTo>
                    <a:pt x="0" y="131935"/>
                    <a:pt x="12626" y="119309"/>
                    <a:pt x="28189" y="119309"/>
                  </a:cubicBezTo>
                  <a:lnTo>
                    <a:pt x="29601" y="119309"/>
                  </a:lnTo>
                  <a:cubicBezTo>
                    <a:pt x="29601" y="119309"/>
                    <a:pt x="28189" y="147498"/>
                    <a:pt x="28189" y="147498"/>
                  </a:cubicBezTo>
                  <a:lnTo>
                    <a:pt x="174190" y="0"/>
                  </a:lnTo>
                </a:path>
              </a:pathLst>
            </a:custGeom>
            <a:noFill/>
            <a:ln w="8472" cap="flat">
              <a:solidFill>
                <a:srgbClr val="17A3A3"/>
              </a:solidFill>
              <a:prstDash val="solid"/>
              <a:miter/>
            </a:ln>
          </p:spPr>
          <p:txBody>
            <a:bodyPr rtlCol="1" anchor="ctr"/>
            <a:lstStyle/>
            <a:p>
              <a:endParaRPr lang="ar-SA"/>
            </a:p>
          </p:txBody>
        </p:sp>
      </p:grpSp>
      <p:grpSp>
        <p:nvGrpSpPr>
          <p:cNvPr id="9652" name="رسم 8014">
            <a:extLst>
              <a:ext uri="{FF2B5EF4-FFF2-40B4-BE49-F238E27FC236}">
                <a16:creationId xmlns:a16="http://schemas.microsoft.com/office/drawing/2014/main" id="{69A6F6B2-E528-AB90-DC90-2D612F0E448B}"/>
              </a:ext>
            </a:extLst>
          </p:cNvPr>
          <p:cNvGrpSpPr/>
          <p:nvPr/>
        </p:nvGrpSpPr>
        <p:grpSpPr>
          <a:xfrm>
            <a:off x="3727438" y="4874997"/>
            <a:ext cx="280811" cy="291841"/>
            <a:chOff x="3536834" y="4369661"/>
            <a:chExt cx="335653" cy="370266"/>
          </a:xfrm>
          <a:noFill/>
        </p:grpSpPr>
        <p:grpSp>
          <p:nvGrpSpPr>
            <p:cNvPr id="9653" name="رسم 8014">
              <a:extLst>
                <a:ext uri="{FF2B5EF4-FFF2-40B4-BE49-F238E27FC236}">
                  <a16:creationId xmlns:a16="http://schemas.microsoft.com/office/drawing/2014/main" id="{91EBA2B6-F013-0ABA-5F12-90CFEE5BB77A}"/>
                </a:ext>
              </a:extLst>
            </p:cNvPr>
            <p:cNvGrpSpPr/>
            <p:nvPr/>
          </p:nvGrpSpPr>
          <p:grpSpPr>
            <a:xfrm>
              <a:off x="3536834" y="4369661"/>
              <a:ext cx="139375" cy="370266"/>
              <a:chOff x="3536834" y="4369661"/>
              <a:chExt cx="139375" cy="370266"/>
            </a:xfrm>
            <a:noFill/>
          </p:grpSpPr>
          <p:sp>
            <p:nvSpPr>
              <p:cNvPr id="9666" name="شكل حر: شكل 10750">
                <a:extLst>
                  <a:ext uri="{FF2B5EF4-FFF2-40B4-BE49-F238E27FC236}">
                    <a16:creationId xmlns:a16="http://schemas.microsoft.com/office/drawing/2014/main" id="{E5B099B0-8246-6DA6-FCBA-94FE6EF2D5FE}"/>
                  </a:ext>
                </a:extLst>
              </p:cNvPr>
              <p:cNvSpPr/>
              <p:nvPr/>
            </p:nvSpPr>
            <p:spPr>
              <a:xfrm rot="-2700000">
                <a:off x="3550453" y="4383280"/>
                <a:ext cx="65755" cy="65755"/>
              </a:xfrm>
              <a:custGeom>
                <a:avLst/>
                <a:gdLst>
                  <a:gd name="connsiteX0" fmla="*/ 65755 w 65755"/>
                  <a:gd name="connsiteY0" fmla="*/ 32878 h 65755"/>
                  <a:gd name="connsiteX1" fmla="*/ 32878 w 65755"/>
                  <a:gd name="connsiteY1" fmla="*/ 65755 h 65755"/>
                  <a:gd name="connsiteX2" fmla="*/ 0 w 65755"/>
                  <a:gd name="connsiteY2" fmla="*/ 32878 h 65755"/>
                  <a:gd name="connsiteX3" fmla="*/ 32878 w 65755"/>
                  <a:gd name="connsiteY3" fmla="*/ 0 h 65755"/>
                  <a:gd name="connsiteX4" fmla="*/ 65755 w 65755"/>
                  <a:gd name="connsiteY4" fmla="*/ 32878 h 65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55" h="65755">
                    <a:moveTo>
                      <a:pt x="65755" y="32878"/>
                    </a:moveTo>
                    <a:cubicBezTo>
                      <a:pt x="65755" y="51036"/>
                      <a:pt x="51036" y="65755"/>
                      <a:pt x="32878" y="65755"/>
                    </a:cubicBezTo>
                    <a:cubicBezTo>
                      <a:pt x="14720" y="65755"/>
                      <a:pt x="0" y="51036"/>
                      <a:pt x="0" y="32878"/>
                    </a:cubicBezTo>
                    <a:cubicBezTo>
                      <a:pt x="0" y="14720"/>
                      <a:pt x="14720" y="0"/>
                      <a:pt x="32878" y="0"/>
                    </a:cubicBezTo>
                    <a:cubicBezTo>
                      <a:pt x="51036" y="0"/>
                      <a:pt x="65755" y="14720"/>
                      <a:pt x="65755" y="32878"/>
                    </a:cubicBezTo>
                    <a:close/>
                  </a:path>
                </a:pathLst>
              </a:custGeom>
              <a:noFill/>
              <a:ln w="8472" cap="flat">
                <a:solidFill>
                  <a:srgbClr val="01355A"/>
                </a:solidFill>
                <a:prstDash val="solid"/>
                <a:miter/>
              </a:ln>
            </p:spPr>
            <p:txBody>
              <a:bodyPr rtlCol="1" anchor="ctr"/>
              <a:lstStyle/>
              <a:p>
                <a:endParaRPr lang="ar-SA"/>
              </a:p>
            </p:txBody>
          </p:sp>
          <p:sp>
            <p:nvSpPr>
              <p:cNvPr id="9667" name="شكل حر: شكل 10751">
                <a:extLst>
                  <a:ext uri="{FF2B5EF4-FFF2-40B4-BE49-F238E27FC236}">
                    <a16:creationId xmlns:a16="http://schemas.microsoft.com/office/drawing/2014/main" id="{74F1FEB9-5205-49AC-DA07-C7E6A99D6AA2}"/>
                  </a:ext>
                </a:extLst>
              </p:cNvPr>
              <p:cNvSpPr/>
              <p:nvPr/>
            </p:nvSpPr>
            <p:spPr>
              <a:xfrm>
                <a:off x="3606839" y="4596413"/>
                <a:ext cx="2824" cy="114196"/>
              </a:xfrm>
              <a:custGeom>
                <a:avLst/>
                <a:gdLst>
                  <a:gd name="connsiteX0" fmla="*/ 0 w 2824"/>
                  <a:gd name="connsiteY0" fmla="*/ 0 h 114196"/>
                  <a:gd name="connsiteX1" fmla="*/ 0 w 2824"/>
                  <a:gd name="connsiteY1" fmla="*/ 114196 h 114196"/>
                </a:gdLst>
                <a:ahLst/>
                <a:cxnLst>
                  <a:cxn ang="0">
                    <a:pos x="connsiteX0" y="connsiteY0"/>
                  </a:cxn>
                  <a:cxn ang="0">
                    <a:pos x="connsiteX1" y="connsiteY1"/>
                  </a:cxn>
                </a:cxnLst>
                <a:rect l="l" t="t" r="r" b="b"/>
                <a:pathLst>
                  <a:path w="2824" h="114196">
                    <a:moveTo>
                      <a:pt x="0" y="0"/>
                    </a:moveTo>
                    <a:lnTo>
                      <a:pt x="0" y="114196"/>
                    </a:lnTo>
                  </a:path>
                </a:pathLst>
              </a:custGeom>
              <a:ln w="8472" cap="flat">
                <a:solidFill>
                  <a:srgbClr val="01355A"/>
                </a:solidFill>
                <a:prstDash val="solid"/>
                <a:miter/>
              </a:ln>
            </p:spPr>
            <p:txBody>
              <a:bodyPr rtlCol="1" anchor="ctr"/>
              <a:lstStyle/>
              <a:p>
                <a:endParaRPr lang="ar-SA"/>
              </a:p>
            </p:txBody>
          </p:sp>
          <p:sp>
            <p:nvSpPr>
              <p:cNvPr id="9668" name="شكل حر: شكل 10752">
                <a:extLst>
                  <a:ext uri="{FF2B5EF4-FFF2-40B4-BE49-F238E27FC236}">
                    <a16:creationId xmlns:a16="http://schemas.microsoft.com/office/drawing/2014/main" id="{E0AE2722-2EF2-8301-65DE-03BB1F4421F1}"/>
                  </a:ext>
                </a:extLst>
              </p:cNvPr>
              <p:cNvSpPr/>
              <p:nvPr/>
            </p:nvSpPr>
            <p:spPr>
              <a:xfrm>
                <a:off x="3559782" y="4596413"/>
                <a:ext cx="2824" cy="112247"/>
              </a:xfrm>
              <a:custGeom>
                <a:avLst/>
                <a:gdLst>
                  <a:gd name="connsiteX0" fmla="*/ 0 w 2824"/>
                  <a:gd name="connsiteY0" fmla="*/ 112248 h 112247"/>
                  <a:gd name="connsiteX1" fmla="*/ 0 w 2824"/>
                  <a:gd name="connsiteY1" fmla="*/ 0 h 112247"/>
                </a:gdLst>
                <a:ahLst/>
                <a:cxnLst>
                  <a:cxn ang="0">
                    <a:pos x="connsiteX0" y="connsiteY0"/>
                  </a:cxn>
                  <a:cxn ang="0">
                    <a:pos x="connsiteX1" y="connsiteY1"/>
                  </a:cxn>
                </a:cxnLst>
                <a:rect l="l" t="t" r="r" b="b"/>
                <a:pathLst>
                  <a:path w="2824" h="112247">
                    <a:moveTo>
                      <a:pt x="0" y="112248"/>
                    </a:moveTo>
                    <a:lnTo>
                      <a:pt x="0" y="0"/>
                    </a:lnTo>
                  </a:path>
                </a:pathLst>
              </a:custGeom>
              <a:ln w="8472" cap="flat">
                <a:solidFill>
                  <a:srgbClr val="01355A"/>
                </a:solidFill>
                <a:prstDash val="solid"/>
                <a:miter/>
              </a:ln>
            </p:spPr>
            <p:txBody>
              <a:bodyPr rtlCol="1" anchor="ctr"/>
              <a:lstStyle/>
              <a:p>
                <a:endParaRPr lang="ar-SA"/>
              </a:p>
            </p:txBody>
          </p:sp>
          <p:sp>
            <p:nvSpPr>
              <p:cNvPr id="9669" name="شكل حر: شكل 10753">
                <a:extLst>
                  <a:ext uri="{FF2B5EF4-FFF2-40B4-BE49-F238E27FC236}">
                    <a16:creationId xmlns:a16="http://schemas.microsoft.com/office/drawing/2014/main" id="{8CF239A2-9E8F-F1A3-6731-7E78CA493FFC}"/>
                  </a:ext>
                </a:extLst>
              </p:cNvPr>
              <p:cNvSpPr/>
              <p:nvPr/>
            </p:nvSpPr>
            <p:spPr>
              <a:xfrm>
                <a:off x="3583311" y="4499588"/>
                <a:ext cx="92899" cy="38018"/>
              </a:xfrm>
              <a:custGeom>
                <a:avLst/>
                <a:gdLst>
                  <a:gd name="connsiteX0" fmla="*/ 0 w 92899"/>
                  <a:gd name="connsiteY0" fmla="*/ 0 h 38018"/>
                  <a:gd name="connsiteX1" fmla="*/ 0 w 92899"/>
                  <a:gd name="connsiteY1" fmla="*/ 13727 h 38018"/>
                  <a:gd name="connsiteX2" fmla="*/ 24291 w 92899"/>
                  <a:gd name="connsiteY2" fmla="*/ 38018 h 38018"/>
                  <a:gd name="connsiteX3" fmla="*/ 92899 w 92899"/>
                  <a:gd name="connsiteY3" fmla="*/ 38018 h 38018"/>
                </a:gdLst>
                <a:ahLst/>
                <a:cxnLst>
                  <a:cxn ang="0">
                    <a:pos x="connsiteX0" y="connsiteY0"/>
                  </a:cxn>
                  <a:cxn ang="0">
                    <a:pos x="connsiteX1" y="connsiteY1"/>
                  </a:cxn>
                  <a:cxn ang="0">
                    <a:pos x="connsiteX2" y="connsiteY2"/>
                  </a:cxn>
                  <a:cxn ang="0">
                    <a:pos x="connsiteX3" y="connsiteY3"/>
                  </a:cxn>
                </a:cxnLst>
                <a:rect l="l" t="t" r="r" b="b"/>
                <a:pathLst>
                  <a:path w="92899" h="38018">
                    <a:moveTo>
                      <a:pt x="0" y="0"/>
                    </a:moveTo>
                    <a:lnTo>
                      <a:pt x="0" y="13727"/>
                    </a:lnTo>
                    <a:cubicBezTo>
                      <a:pt x="0" y="27144"/>
                      <a:pt x="10875" y="38018"/>
                      <a:pt x="24291" y="38018"/>
                    </a:cubicBezTo>
                    <a:lnTo>
                      <a:pt x="92899" y="38018"/>
                    </a:lnTo>
                  </a:path>
                </a:pathLst>
              </a:custGeom>
              <a:noFill/>
              <a:ln w="8472" cap="flat">
                <a:solidFill>
                  <a:srgbClr val="01355A"/>
                </a:solidFill>
                <a:prstDash val="solid"/>
                <a:miter/>
              </a:ln>
            </p:spPr>
            <p:txBody>
              <a:bodyPr rtlCol="1" anchor="ctr"/>
              <a:lstStyle/>
              <a:p>
                <a:endParaRPr lang="ar-SA"/>
              </a:p>
            </p:txBody>
          </p:sp>
          <p:sp>
            <p:nvSpPr>
              <p:cNvPr id="9670" name="شكل حر: شكل 10754">
                <a:extLst>
                  <a:ext uri="{FF2B5EF4-FFF2-40B4-BE49-F238E27FC236}">
                    <a16:creationId xmlns:a16="http://schemas.microsoft.com/office/drawing/2014/main" id="{04149B0D-09C6-0244-CD41-E173E9082331}"/>
                  </a:ext>
                </a:extLst>
              </p:cNvPr>
              <p:cNvSpPr/>
              <p:nvPr/>
            </p:nvSpPr>
            <p:spPr>
              <a:xfrm>
                <a:off x="3559782" y="4708661"/>
                <a:ext cx="67534" cy="31267"/>
              </a:xfrm>
              <a:custGeom>
                <a:avLst/>
                <a:gdLst>
                  <a:gd name="connsiteX0" fmla="*/ 0 w 67534"/>
                  <a:gd name="connsiteY0" fmla="*/ 0 h 31267"/>
                  <a:gd name="connsiteX1" fmla="*/ 36267 w 67534"/>
                  <a:gd name="connsiteY1" fmla="*/ 0 h 31267"/>
                  <a:gd name="connsiteX2" fmla="*/ 67535 w 67534"/>
                  <a:gd name="connsiteY2" fmla="*/ 31268 h 31267"/>
                  <a:gd name="connsiteX3" fmla="*/ 0 w 67534"/>
                  <a:gd name="connsiteY3" fmla="*/ 31268 h 31267"/>
                  <a:gd name="connsiteX4" fmla="*/ 0 w 67534"/>
                  <a:gd name="connsiteY4" fmla="*/ 0 h 31267"/>
                  <a:gd name="connsiteX5" fmla="*/ 0 w 67534"/>
                  <a:gd name="connsiteY5" fmla="*/ 0 h 31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34" h="31267">
                    <a:moveTo>
                      <a:pt x="0" y="0"/>
                    </a:moveTo>
                    <a:lnTo>
                      <a:pt x="36267" y="0"/>
                    </a:lnTo>
                    <a:cubicBezTo>
                      <a:pt x="53525" y="0"/>
                      <a:pt x="67535" y="14010"/>
                      <a:pt x="67535" y="31268"/>
                    </a:cubicBezTo>
                    <a:lnTo>
                      <a:pt x="0" y="31268"/>
                    </a:lnTo>
                    <a:lnTo>
                      <a:pt x="0" y="0"/>
                    </a:lnTo>
                    <a:lnTo>
                      <a:pt x="0" y="0"/>
                    </a:lnTo>
                    <a:close/>
                  </a:path>
                </a:pathLst>
              </a:custGeom>
              <a:noFill/>
              <a:ln w="8472" cap="flat">
                <a:solidFill>
                  <a:srgbClr val="01355A"/>
                </a:solidFill>
                <a:prstDash val="solid"/>
                <a:miter/>
              </a:ln>
            </p:spPr>
            <p:txBody>
              <a:bodyPr rtlCol="1" anchor="ctr"/>
              <a:lstStyle/>
              <a:p>
                <a:endParaRPr lang="ar-SA"/>
              </a:p>
            </p:txBody>
          </p:sp>
          <p:sp>
            <p:nvSpPr>
              <p:cNvPr id="9671" name="شكل حر: شكل 10755">
                <a:extLst>
                  <a:ext uri="{FF2B5EF4-FFF2-40B4-BE49-F238E27FC236}">
                    <a16:creationId xmlns:a16="http://schemas.microsoft.com/office/drawing/2014/main" id="{ADC2443D-F9F2-7748-E787-3894F79010D2}"/>
                  </a:ext>
                </a:extLst>
              </p:cNvPr>
              <p:cNvSpPr/>
              <p:nvPr/>
            </p:nvSpPr>
            <p:spPr>
              <a:xfrm>
                <a:off x="3545208" y="4465806"/>
                <a:ext cx="76206" cy="130607"/>
              </a:xfrm>
              <a:custGeom>
                <a:avLst/>
                <a:gdLst>
                  <a:gd name="connsiteX0" fmla="*/ 76206 w 76206"/>
                  <a:gd name="connsiteY0" fmla="*/ 53921 h 130607"/>
                  <a:gd name="connsiteX1" fmla="*/ 76206 w 76206"/>
                  <a:gd name="connsiteY1" fmla="*/ 38103 h 130607"/>
                  <a:gd name="connsiteX2" fmla="*/ 38103 w 76206"/>
                  <a:gd name="connsiteY2" fmla="*/ 0 h 130607"/>
                  <a:gd name="connsiteX3" fmla="*/ 38103 w 76206"/>
                  <a:gd name="connsiteY3" fmla="*/ 0 h 130607"/>
                  <a:gd name="connsiteX4" fmla="*/ 0 w 76206"/>
                  <a:gd name="connsiteY4" fmla="*/ 38103 h 130607"/>
                  <a:gd name="connsiteX5" fmla="*/ 0 w 76206"/>
                  <a:gd name="connsiteY5" fmla="*/ 72252 h 130607"/>
                  <a:gd name="connsiteX6" fmla="*/ 14575 w 76206"/>
                  <a:gd name="connsiteY6" fmla="*/ 130607 h 130607"/>
                  <a:gd name="connsiteX7" fmla="*/ 61632 w 76206"/>
                  <a:gd name="connsiteY7" fmla="*/ 130607 h 130607"/>
                  <a:gd name="connsiteX8" fmla="*/ 74766 w 76206"/>
                  <a:gd name="connsiteY8" fmla="*/ 91035 h 130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06" h="130607">
                    <a:moveTo>
                      <a:pt x="76206" y="53921"/>
                    </a:moveTo>
                    <a:lnTo>
                      <a:pt x="76206" y="38103"/>
                    </a:lnTo>
                    <a:cubicBezTo>
                      <a:pt x="76206" y="17060"/>
                      <a:pt x="59146" y="0"/>
                      <a:pt x="38103" y="0"/>
                    </a:cubicBezTo>
                    <a:lnTo>
                      <a:pt x="38103" y="0"/>
                    </a:lnTo>
                    <a:cubicBezTo>
                      <a:pt x="17060" y="0"/>
                      <a:pt x="0" y="17060"/>
                      <a:pt x="0" y="38103"/>
                    </a:cubicBezTo>
                    <a:lnTo>
                      <a:pt x="0" y="72252"/>
                    </a:lnTo>
                    <a:cubicBezTo>
                      <a:pt x="0" y="92589"/>
                      <a:pt x="5000" y="112643"/>
                      <a:pt x="14575" y="130607"/>
                    </a:cubicBezTo>
                    <a:lnTo>
                      <a:pt x="61632" y="130607"/>
                    </a:lnTo>
                    <a:cubicBezTo>
                      <a:pt x="68241" y="118208"/>
                      <a:pt x="72676" y="104819"/>
                      <a:pt x="74766" y="91035"/>
                    </a:cubicBezTo>
                  </a:path>
                </a:pathLst>
              </a:custGeom>
              <a:noFill/>
              <a:ln w="8472" cap="flat">
                <a:solidFill>
                  <a:srgbClr val="01355A"/>
                </a:solidFill>
                <a:prstDash val="solid"/>
                <a:miter/>
              </a:ln>
            </p:spPr>
            <p:txBody>
              <a:bodyPr rtlCol="1" anchor="ctr"/>
              <a:lstStyle/>
              <a:p>
                <a:endParaRPr lang="ar-SA"/>
              </a:p>
            </p:txBody>
          </p:sp>
        </p:grpSp>
        <p:grpSp>
          <p:nvGrpSpPr>
            <p:cNvPr id="9654" name="رسم 8014">
              <a:extLst>
                <a:ext uri="{FF2B5EF4-FFF2-40B4-BE49-F238E27FC236}">
                  <a16:creationId xmlns:a16="http://schemas.microsoft.com/office/drawing/2014/main" id="{576D1449-C055-F76E-E5F5-FE9D55910790}"/>
                </a:ext>
              </a:extLst>
            </p:cNvPr>
            <p:cNvGrpSpPr/>
            <p:nvPr/>
          </p:nvGrpSpPr>
          <p:grpSpPr>
            <a:xfrm>
              <a:off x="3733605" y="4448407"/>
              <a:ext cx="99819" cy="99819"/>
              <a:chOff x="3733605" y="4448407"/>
              <a:chExt cx="99819" cy="99819"/>
            </a:xfrm>
            <a:noFill/>
          </p:grpSpPr>
          <p:grpSp>
            <p:nvGrpSpPr>
              <p:cNvPr id="9661" name="رسم 8014">
                <a:extLst>
                  <a:ext uri="{FF2B5EF4-FFF2-40B4-BE49-F238E27FC236}">
                    <a16:creationId xmlns:a16="http://schemas.microsoft.com/office/drawing/2014/main" id="{E13285DF-9DE8-27A8-0C98-75F25CE18487}"/>
                  </a:ext>
                </a:extLst>
              </p:cNvPr>
              <p:cNvGrpSpPr/>
              <p:nvPr/>
            </p:nvGrpSpPr>
            <p:grpSpPr>
              <a:xfrm>
                <a:off x="3770691" y="4465552"/>
                <a:ext cx="25646" cy="65642"/>
                <a:chOff x="3770691" y="4465552"/>
                <a:chExt cx="25646" cy="65642"/>
              </a:xfrm>
              <a:noFill/>
            </p:grpSpPr>
            <p:sp>
              <p:nvSpPr>
                <p:cNvPr id="9663" name="شكل حر: شكل 10758">
                  <a:extLst>
                    <a:ext uri="{FF2B5EF4-FFF2-40B4-BE49-F238E27FC236}">
                      <a16:creationId xmlns:a16="http://schemas.microsoft.com/office/drawing/2014/main" id="{6983F2C0-39E3-9FCF-B872-22E4BA03768D}"/>
                    </a:ext>
                  </a:extLst>
                </p:cNvPr>
                <p:cNvSpPr/>
                <p:nvPr/>
              </p:nvSpPr>
              <p:spPr>
                <a:xfrm>
                  <a:off x="3770691" y="4472670"/>
                  <a:ext cx="25646" cy="51293"/>
                </a:xfrm>
                <a:custGeom>
                  <a:avLst/>
                  <a:gdLst>
                    <a:gd name="connsiteX0" fmla="*/ 0 w 25646"/>
                    <a:gd name="connsiteY0" fmla="*/ 38470 h 51293"/>
                    <a:gd name="connsiteX1" fmla="*/ 12823 w 25646"/>
                    <a:gd name="connsiteY1" fmla="*/ 51294 h 51293"/>
                    <a:gd name="connsiteX2" fmla="*/ 25647 w 25646"/>
                    <a:gd name="connsiteY2" fmla="*/ 38470 h 51293"/>
                    <a:gd name="connsiteX3" fmla="*/ 12823 w 25646"/>
                    <a:gd name="connsiteY3" fmla="*/ 25647 h 51293"/>
                    <a:gd name="connsiteX4" fmla="*/ 0 w 25646"/>
                    <a:gd name="connsiteY4" fmla="*/ 12824 h 51293"/>
                    <a:gd name="connsiteX5" fmla="*/ 12823 w 25646"/>
                    <a:gd name="connsiteY5" fmla="*/ 0 h 51293"/>
                    <a:gd name="connsiteX6" fmla="*/ 25647 w 25646"/>
                    <a:gd name="connsiteY6" fmla="*/ 12824 h 51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646" h="51293">
                      <a:moveTo>
                        <a:pt x="0" y="38470"/>
                      </a:moveTo>
                      <a:cubicBezTo>
                        <a:pt x="0" y="45560"/>
                        <a:pt x="5734" y="51294"/>
                        <a:pt x="12823" y="51294"/>
                      </a:cubicBezTo>
                      <a:cubicBezTo>
                        <a:pt x="19913" y="51294"/>
                        <a:pt x="25647" y="45560"/>
                        <a:pt x="25647" y="38470"/>
                      </a:cubicBezTo>
                      <a:cubicBezTo>
                        <a:pt x="25647" y="31381"/>
                        <a:pt x="20393" y="28132"/>
                        <a:pt x="12823" y="25647"/>
                      </a:cubicBezTo>
                      <a:cubicBezTo>
                        <a:pt x="6101" y="23444"/>
                        <a:pt x="0" y="19913"/>
                        <a:pt x="0" y="12824"/>
                      </a:cubicBezTo>
                      <a:cubicBezTo>
                        <a:pt x="0" y="5734"/>
                        <a:pt x="5734" y="0"/>
                        <a:pt x="12823" y="0"/>
                      </a:cubicBezTo>
                      <a:cubicBezTo>
                        <a:pt x="19913" y="0"/>
                        <a:pt x="25647" y="5734"/>
                        <a:pt x="25647" y="12824"/>
                      </a:cubicBezTo>
                    </a:path>
                  </a:pathLst>
                </a:custGeom>
                <a:noFill/>
                <a:ln w="8472" cap="flat">
                  <a:solidFill>
                    <a:srgbClr val="17A3A3"/>
                  </a:solidFill>
                  <a:prstDash val="solid"/>
                  <a:miter/>
                </a:ln>
              </p:spPr>
              <p:txBody>
                <a:bodyPr rtlCol="1" anchor="ctr"/>
                <a:lstStyle/>
                <a:p>
                  <a:endParaRPr lang="ar-SA"/>
                </a:p>
              </p:txBody>
            </p:sp>
            <p:sp>
              <p:nvSpPr>
                <p:cNvPr id="9664" name="شكل حر: شكل 10759">
                  <a:extLst>
                    <a:ext uri="{FF2B5EF4-FFF2-40B4-BE49-F238E27FC236}">
                      <a16:creationId xmlns:a16="http://schemas.microsoft.com/office/drawing/2014/main" id="{4A37965F-2879-490F-DE08-8FCB63F55DD4}"/>
                    </a:ext>
                  </a:extLst>
                </p:cNvPr>
                <p:cNvSpPr/>
                <p:nvPr/>
              </p:nvSpPr>
              <p:spPr>
                <a:xfrm>
                  <a:off x="3783515" y="4465552"/>
                  <a:ext cx="2824" cy="7230"/>
                </a:xfrm>
                <a:custGeom>
                  <a:avLst/>
                  <a:gdLst>
                    <a:gd name="connsiteX0" fmla="*/ 0 w 2824"/>
                    <a:gd name="connsiteY0" fmla="*/ 0 h 7230"/>
                    <a:gd name="connsiteX1" fmla="*/ 0 w 2824"/>
                    <a:gd name="connsiteY1" fmla="*/ 7231 h 7230"/>
                  </a:gdLst>
                  <a:ahLst/>
                  <a:cxnLst>
                    <a:cxn ang="0">
                      <a:pos x="connsiteX0" y="connsiteY0"/>
                    </a:cxn>
                    <a:cxn ang="0">
                      <a:pos x="connsiteX1" y="connsiteY1"/>
                    </a:cxn>
                  </a:cxnLst>
                  <a:rect l="l" t="t" r="r" b="b"/>
                  <a:pathLst>
                    <a:path w="2824" h="7230">
                      <a:moveTo>
                        <a:pt x="0" y="0"/>
                      </a:moveTo>
                      <a:lnTo>
                        <a:pt x="0" y="7231"/>
                      </a:lnTo>
                    </a:path>
                  </a:pathLst>
                </a:custGeom>
                <a:ln w="8472" cap="flat">
                  <a:solidFill>
                    <a:srgbClr val="17A3A3"/>
                  </a:solidFill>
                  <a:prstDash val="solid"/>
                  <a:miter/>
                </a:ln>
              </p:spPr>
              <p:txBody>
                <a:bodyPr rtlCol="1" anchor="ctr"/>
                <a:lstStyle/>
                <a:p>
                  <a:endParaRPr lang="ar-SA"/>
                </a:p>
              </p:txBody>
            </p:sp>
            <p:sp>
              <p:nvSpPr>
                <p:cNvPr id="9665" name="شكل حر: شكل 10760">
                  <a:extLst>
                    <a:ext uri="{FF2B5EF4-FFF2-40B4-BE49-F238E27FC236}">
                      <a16:creationId xmlns:a16="http://schemas.microsoft.com/office/drawing/2014/main" id="{4FE09F72-3243-2538-E73A-FBF1951E6105}"/>
                    </a:ext>
                  </a:extLst>
                </p:cNvPr>
                <p:cNvSpPr/>
                <p:nvPr/>
              </p:nvSpPr>
              <p:spPr>
                <a:xfrm>
                  <a:off x="3783515" y="4523963"/>
                  <a:ext cx="2824" cy="7230"/>
                </a:xfrm>
                <a:custGeom>
                  <a:avLst/>
                  <a:gdLst>
                    <a:gd name="connsiteX0" fmla="*/ 0 w 2824"/>
                    <a:gd name="connsiteY0" fmla="*/ 0 h 7230"/>
                    <a:gd name="connsiteX1" fmla="*/ 0 w 2824"/>
                    <a:gd name="connsiteY1" fmla="*/ 7231 h 7230"/>
                  </a:gdLst>
                  <a:ahLst/>
                  <a:cxnLst>
                    <a:cxn ang="0">
                      <a:pos x="connsiteX0" y="connsiteY0"/>
                    </a:cxn>
                    <a:cxn ang="0">
                      <a:pos x="connsiteX1" y="connsiteY1"/>
                    </a:cxn>
                  </a:cxnLst>
                  <a:rect l="l" t="t" r="r" b="b"/>
                  <a:pathLst>
                    <a:path w="2824" h="7230">
                      <a:moveTo>
                        <a:pt x="0" y="0"/>
                      </a:moveTo>
                      <a:lnTo>
                        <a:pt x="0" y="7231"/>
                      </a:lnTo>
                    </a:path>
                  </a:pathLst>
                </a:custGeom>
                <a:ln w="8472" cap="flat">
                  <a:solidFill>
                    <a:srgbClr val="17A3A3"/>
                  </a:solidFill>
                  <a:prstDash val="solid"/>
                  <a:miter/>
                </a:ln>
              </p:spPr>
              <p:txBody>
                <a:bodyPr rtlCol="1" anchor="ctr"/>
                <a:lstStyle/>
                <a:p>
                  <a:endParaRPr lang="ar-SA"/>
                </a:p>
              </p:txBody>
            </p:sp>
          </p:grpSp>
          <p:sp>
            <p:nvSpPr>
              <p:cNvPr id="9662" name="شكل حر: شكل 10761">
                <a:extLst>
                  <a:ext uri="{FF2B5EF4-FFF2-40B4-BE49-F238E27FC236}">
                    <a16:creationId xmlns:a16="http://schemas.microsoft.com/office/drawing/2014/main" id="{D645AC62-F73A-C871-8AA8-67804250B565}"/>
                  </a:ext>
                </a:extLst>
              </p:cNvPr>
              <p:cNvSpPr/>
              <p:nvPr/>
            </p:nvSpPr>
            <p:spPr>
              <a:xfrm>
                <a:off x="3733605" y="4448407"/>
                <a:ext cx="99819" cy="99819"/>
              </a:xfrm>
              <a:custGeom>
                <a:avLst/>
                <a:gdLst>
                  <a:gd name="connsiteX0" fmla="*/ 99819 w 99819"/>
                  <a:gd name="connsiteY0" fmla="*/ 49910 h 99819"/>
                  <a:gd name="connsiteX1" fmla="*/ 49910 w 99819"/>
                  <a:gd name="connsiteY1" fmla="*/ 99819 h 99819"/>
                  <a:gd name="connsiteX2" fmla="*/ 0 w 99819"/>
                  <a:gd name="connsiteY2" fmla="*/ 49910 h 99819"/>
                  <a:gd name="connsiteX3" fmla="*/ 49910 w 99819"/>
                  <a:gd name="connsiteY3" fmla="*/ 0 h 99819"/>
                  <a:gd name="connsiteX4" fmla="*/ 99819 w 99819"/>
                  <a:gd name="connsiteY4" fmla="*/ 49910 h 998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819" h="99819">
                    <a:moveTo>
                      <a:pt x="99819" y="49910"/>
                    </a:moveTo>
                    <a:cubicBezTo>
                      <a:pt x="99819" y="77474"/>
                      <a:pt x="77474" y="99819"/>
                      <a:pt x="49910" y="99819"/>
                    </a:cubicBezTo>
                    <a:cubicBezTo>
                      <a:pt x="22345" y="99819"/>
                      <a:pt x="0" y="77474"/>
                      <a:pt x="0" y="49910"/>
                    </a:cubicBezTo>
                    <a:cubicBezTo>
                      <a:pt x="0" y="22345"/>
                      <a:pt x="22345" y="0"/>
                      <a:pt x="49910" y="0"/>
                    </a:cubicBezTo>
                    <a:cubicBezTo>
                      <a:pt x="77474" y="0"/>
                      <a:pt x="99819" y="22345"/>
                      <a:pt x="99819" y="49910"/>
                    </a:cubicBezTo>
                    <a:close/>
                  </a:path>
                </a:pathLst>
              </a:custGeom>
              <a:noFill/>
              <a:ln w="8472" cap="flat">
                <a:solidFill>
                  <a:srgbClr val="17A3A3"/>
                </a:solidFill>
                <a:prstDash val="solid"/>
                <a:miter/>
              </a:ln>
            </p:spPr>
            <p:txBody>
              <a:bodyPr rtlCol="1" anchor="ctr"/>
              <a:lstStyle/>
              <a:p>
                <a:endParaRPr lang="ar-SA"/>
              </a:p>
            </p:txBody>
          </p:sp>
        </p:grpSp>
        <p:sp>
          <p:nvSpPr>
            <p:cNvPr id="9655" name="شكل حر: شكل 10762">
              <a:extLst>
                <a:ext uri="{FF2B5EF4-FFF2-40B4-BE49-F238E27FC236}">
                  <a16:creationId xmlns:a16="http://schemas.microsoft.com/office/drawing/2014/main" id="{8501C35E-7492-47C0-9BCA-B49BC5715C0A}"/>
                </a:ext>
              </a:extLst>
            </p:cNvPr>
            <p:cNvSpPr/>
            <p:nvPr/>
          </p:nvSpPr>
          <p:spPr>
            <a:xfrm>
              <a:off x="3694541" y="4585765"/>
              <a:ext cx="177946" cy="84764"/>
            </a:xfrm>
            <a:custGeom>
              <a:avLst/>
              <a:gdLst>
                <a:gd name="connsiteX0" fmla="*/ 88973 w 177946"/>
                <a:gd name="connsiteY0" fmla="*/ 84736 h 84764"/>
                <a:gd name="connsiteX1" fmla="*/ 150351 w 177946"/>
                <a:gd name="connsiteY1" fmla="*/ 84736 h 84764"/>
                <a:gd name="connsiteX2" fmla="*/ 177947 w 177946"/>
                <a:gd name="connsiteY2" fmla="*/ 0 h 84764"/>
                <a:gd name="connsiteX3" fmla="*/ 88973 w 177946"/>
                <a:gd name="connsiteY3" fmla="*/ 0 h 84764"/>
                <a:gd name="connsiteX4" fmla="*/ 0 w 177946"/>
                <a:gd name="connsiteY4" fmla="*/ 0 h 84764"/>
                <a:gd name="connsiteX5" fmla="*/ 27652 w 177946"/>
                <a:gd name="connsiteY5" fmla="*/ 84765 h 84764"/>
                <a:gd name="connsiteX6" fmla="*/ 88973 w 177946"/>
                <a:gd name="connsiteY6" fmla="*/ 84736 h 8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7946" h="84764">
                  <a:moveTo>
                    <a:pt x="88973" y="84736"/>
                  </a:moveTo>
                  <a:lnTo>
                    <a:pt x="150351" y="84736"/>
                  </a:lnTo>
                  <a:lnTo>
                    <a:pt x="177947" y="0"/>
                  </a:lnTo>
                  <a:lnTo>
                    <a:pt x="88973" y="0"/>
                  </a:lnTo>
                  <a:lnTo>
                    <a:pt x="0" y="0"/>
                  </a:lnTo>
                  <a:lnTo>
                    <a:pt x="27652" y="84765"/>
                  </a:lnTo>
                  <a:lnTo>
                    <a:pt x="88973" y="84736"/>
                  </a:lnTo>
                  <a:close/>
                </a:path>
              </a:pathLst>
            </a:custGeom>
            <a:noFill/>
            <a:ln w="8472" cap="flat">
              <a:solidFill>
                <a:srgbClr val="01355A"/>
              </a:solidFill>
              <a:prstDash val="solid"/>
              <a:miter/>
            </a:ln>
          </p:spPr>
          <p:txBody>
            <a:bodyPr rtlCol="1" anchor="ctr"/>
            <a:lstStyle/>
            <a:p>
              <a:endParaRPr lang="ar-SA"/>
            </a:p>
          </p:txBody>
        </p:sp>
        <p:sp>
          <p:nvSpPr>
            <p:cNvPr id="9656" name="شكل حر: شكل 10763">
              <a:extLst>
                <a:ext uri="{FF2B5EF4-FFF2-40B4-BE49-F238E27FC236}">
                  <a16:creationId xmlns:a16="http://schemas.microsoft.com/office/drawing/2014/main" id="{11EA9409-FF7A-86B4-4FE5-A1E7C993B5AF}"/>
                </a:ext>
              </a:extLst>
            </p:cNvPr>
            <p:cNvSpPr/>
            <p:nvPr/>
          </p:nvSpPr>
          <p:spPr>
            <a:xfrm>
              <a:off x="3676210" y="4537578"/>
              <a:ext cx="18331" cy="48186"/>
            </a:xfrm>
            <a:custGeom>
              <a:avLst/>
              <a:gdLst>
                <a:gd name="connsiteX0" fmla="*/ 18331 w 18331"/>
                <a:gd name="connsiteY0" fmla="*/ 48187 h 48186"/>
                <a:gd name="connsiteX1" fmla="*/ 0 w 18331"/>
                <a:gd name="connsiteY1" fmla="*/ 0 h 48186"/>
              </a:gdLst>
              <a:ahLst/>
              <a:cxnLst>
                <a:cxn ang="0">
                  <a:pos x="connsiteX0" y="connsiteY0"/>
                </a:cxn>
                <a:cxn ang="0">
                  <a:pos x="connsiteX1" y="connsiteY1"/>
                </a:cxn>
              </a:cxnLst>
              <a:rect l="l" t="t" r="r" b="b"/>
              <a:pathLst>
                <a:path w="18331" h="48186">
                  <a:moveTo>
                    <a:pt x="18331" y="48187"/>
                  </a:moveTo>
                  <a:lnTo>
                    <a:pt x="0" y="0"/>
                  </a:lnTo>
                </a:path>
              </a:pathLst>
            </a:custGeom>
            <a:ln w="8472" cap="flat">
              <a:solidFill>
                <a:srgbClr val="01355A"/>
              </a:solidFill>
              <a:prstDash val="solid"/>
              <a:miter/>
            </a:ln>
          </p:spPr>
          <p:txBody>
            <a:bodyPr rtlCol="1" anchor="ctr"/>
            <a:lstStyle/>
            <a:p>
              <a:endParaRPr lang="ar-SA"/>
            </a:p>
          </p:txBody>
        </p:sp>
        <p:grpSp>
          <p:nvGrpSpPr>
            <p:cNvPr id="9657" name="رسم 8014">
              <a:extLst>
                <a:ext uri="{FF2B5EF4-FFF2-40B4-BE49-F238E27FC236}">
                  <a16:creationId xmlns:a16="http://schemas.microsoft.com/office/drawing/2014/main" id="{6A750B40-358F-2005-52F1-6689909D5FF1}"/>
                </a:ext>
              </a:extLst>
            </p:cNvPr>
            <p:cNvGrpSpPr/>
            <p:nvPr/>
          </p:nvGrpSpPr>
          <p:grpSpPr>
            <a:xfrm>
              <a:off x="3724764" y="4712530"/>
              <a:ext cx="117501" cy="27397"/>
              <a:chOff x="3724764" y="4712530"/>
              <a:chExt cx="117501" cy="27397"/>
            </a:xfrm>
            <a:noFill/>
          </p:grpSpPr>
          <p:sp>
            <p:nvSpPr>
              <p:cNvPr id="9659" name="شكل حر: شكل 10765">
                <a:extLst>
                  <a:ext uri="{FF2B5EF4-FFF2-40B4-BE49-F238E27FC236}">
                    <a16:creationId xmlns:a16="http://schemas.microsoft.com/office/drawing/2014/main" id="{96BCE6CF-E72A-269B-5DAC-F28BC954387C}"/>
                  </a:ext>
                </a:extLst>
              </p:cNvPr>
              <p:cNvSpPr/>
              <p:nvPr/>
            </p:nvSpPr>
            <p:spPr>
              <a:xfrm>
                <a:off x="3724764" y="4712530"/>
                <a:ext cx="27398" cy="27397"/>
              </a:xfrm>
              <a:custGeom>
                <a:avLst/>
                <a:gdLst>
                  <a:gd name="connsiteX0" fmla="*/ 27398 w 27398"/>
                  <a:gd name="connsiteY0" fmla="*/ 13699 h 27397"/>
                  <a:gd name="connsiteX1" fmla="*/ 13699 w 27398"/>
                  <a:gd name="connsiteY1" fmla="*/ 27398 h 27397"/>
                  <a:gd name="connsiteX2" fmla="*/ 0 w 27398"/>
                  <a:gd name="connsiteY2" fmla="*/ 13699 h 27397"/>
                  <a:gd name="connsiteX3" fmla="*/ 13699 w 27398"/>
                  <a:gd name="connsiteY3" fmla="*/ 0 h 27397"/>
                  <a:gd name="connsiteX4" fmla="*/ 27398 w 27398"/>
                  <a:gd name="connsiteY4" fmla="*/ 13699 h 27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98" h="27397">
                    <a:moveTo>
                      <a:pt x="27398" y="13699"/>
                    </a:moveTo>
                    <a:cubicBezTo>
                      <a:pt x="27398" y="21269"/>
                      <a:pt x="21269" y="27398"/>
                      <a:pt x="13699" y="27398"/>
                    </a:cubicBezTo>
                    <a:cubicBezTo>
                      <a:pt x="6129" y="27398"/>
                      <a:pt x="0" y="21269"/>
                      <a:pt x="0" y="13699"/>
                    </a:cubicBezTo>
                    <a:cubicBezTo>
                      <a:pt x="0" y="6129"/>
                      <a:pt x="6129" y="0"/>
                      <a:pt x="13699" y="0"/>
                    </a:cubicBezTo>
                    <a:cubicBezTo>
                      <a:pt x="21269" y="0"/>
                      <a:pt x="27398" y="6129"/>
                      <a:pt x="27398" y="13699"/>
                    </a:cubicBezTo>
                    <a:close/>
                  </a:path>
                </a:pathLst>
              </a:custGeom>
              <a:noFill/>
              <a:ln w="8472" cap="flat">
                <a:solidFill>
                  <a:srgbClr val="01355A"/>
                </a:solidFill>
                <a:prstDash val="solid"/>
                <a:miter/>
              </a:ln>
            </p:spPr>
            <p:txBody>
              <a:bodyPr rtlCol="1" anchor="ctr"/>
              <a:lstStyle/>
              <a:p>
                <a:endParaRPr lang="ar-SA"/>
              </a:p>
            </p:txBody>
          </p:sp>
          <p:sp>
            <p:nvSpPr>
              <p:cNvPr id="9660" name="شكل حر: شكل 10766">
                <a:extLst>
                  <a:ext uri="{FF2B5EF4-FFF2-40B4-BE49-F238E27FC236}">
                    <a16:creationId xmlns:a16="http://schemas.microsoft.com/office/drawing/2014/main" id="{79E5989F-CC6C-060A-173D-564D128A6DE2}"/>
                  </a:ext>
                </a:extLst>
              </p:cNvPr>
              <p:cNvSpPr/>
              <p:nvPr/>
            </p:nvSpPr>
            <p:spPr>
              <a:xfrm>
                <a:off x="3814867" y="4712530"/>
                <a:ext cx="27397" cy="27397"/>
              </a:xfrm>
              <a:custGeom>
                <a:avLst/>
                <a:gdLst>
                  <a:gd name="connsiteX0" fmla="*/ 27398 w 27397"/>
                  <a:gd name="connsiteY0" fmla="*/ 13699 h 27397"/>
                  <a:gd name="connsiteX1" fmla="*/ 13699 w 27397"/>
                  <a:gd name="connsiteY1" fmla="*/ 27398 h 27397"/>
                  <a:gd name="connsiteX2" fmla="*/ 0 w 27397"/>
                  <a:gd name="connsiteY2" fmla="*/ 13699 h 27397"/>
                  <a:gd name="connsiteX3" fmla="*/ 13699 w 27397"/>
                  <a:gd name="connsiteY3" fmla="*/ 0 h 27397"/>
                  <a:gd name="connsiteX4" fmla="*/ 27398 w 27397"/>
                  <a:gd name="connsiteY4" fmla="*/ 13699 h 27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397" h="27397">
                    <a:moveTo>
                      <a:pt x="27398" y="13699"/>
                    </a:moveTo>
                    <a:cubicBezTo>
                      <a:pt x="27398" y="21269"/>
                      <a:pt x="21269" y="27398"/>
                      <a:pt x="13699" y="27398"/>
                    </a:cubicBezTo>
                    <a:cubicBezTo>
                      <a:pt x="6129" y="27398"/>
                      <a:pt x="0" y="21269"/>
                      <a:pt x="0" y="13699"/>
                    </a:cubicBezTo>
                    <a:cubicBezTo>
                      <a:pt x="0" y="6129"/>
                      <a:pt x="6129" y="0"/>
                      <a:pt x="13699" y="0"/>
                    </a:cubicBezTo>
                    <a:cubicBezTo>
                      <a:pt x="21269" y="0"/>
                      <a:pt x="27398" y="6129"/>
                      <a:pt x="27398" y="13699"/>
                    </a:cubicBezTo>
                    <a:close/>
                  </a:path>
                </a:pathLst>
              </a:custGeom>
              <a:noFill/>
              <a:ln w="8472" cap="flat">
                <a:solidFill>
                  <a:srgbClr val="01355A"/>
                </a:solidFill>
                <a:prstDash val="solid"/>
                <a:miter/>
              </a:ln>
            </p:spPr>
            <p:txBody>
              <a:bodyPr rtlCol="1" anchor="ctr"/>
              <a:lstStyle/>
              <a:p>
                <a:endParaRPr lang="ar-SA"/>
              </a:p>
            </p:txBody>
          </p:sp>
        </p:grpSp>
        <p:sp>
          <p:nvSpPr>
            <p:cNvPr id="9658" name="شكل حر: شكل 10767">
              <a:extLst>
                <a:ext uri="{FF2B5EF4-FFF2-40B4-BE49-F238E27FC236}">
                  <a16:creationId xmlns:a16="http://schemas.microsoft.com/office/drawing/2014/main" id="{CC4522FB-999A-F803-1374-88B509B185C3}"/>
                </a:ext>
              </a:extLst>
            </p:cNvPr>
            <p:cNvSpPr/>
            <p:nvPr/>
          </p:nvSpPr>
          <p:spPr>
            <a:xfrm>
              <a:off x="3739565" y="4692984"/>
              <a:ext cx="87899" cy="2824"/>
            </a:xfrm>
            <a:custGeom>
              <a:avLst/>
              <a:gdLst>
                <a:gd name="connsiteX0" fmla="*/ 0 w 87899"/>
                <a:gd name="connsiteY0" fmla="*/ 0 h 2824"/>
                <a:gd name="connsiteX1" fmla="*/ 87900 w 87899"/>
                <a:gd name="connsiteY1" fmla="*/ 0 h 2824"/>
              </a:gdLst>
              <a:ahLst/>
              <a:cxnLst>
                <a:cxn ang="0">
                  <a:pos x="connsiteX0" y="connsiteY0"/>
                </a:cxn>
                <a:cxn ang="0">
                  <a:pos x="connsiteX1" y="connsiteY1"/>
                </a:cxn>
              </a:cxnLst>
              <a:rect l="l" t="t" r="r" b="b"/>
              <a:pathLst>
                <a:path w="87899" h="2824">
                  <a:moveTo>
                    <a:pt x="0" y="0"/>
                  </a:moveTo>
                  <a:lnTo>
                    <a:pt x="87900" y="0"/>
                  </a:lnTo>
                </a:path>
              </a:pathLst>
            </a:custGeom>
            <a:ln w="8472" cap="flat">
              <a:solidFill>
                <a:srgbClr val="01355A"/>
              </a:solidFill>
              <a:prstDash val="solid"/>
              <a:miter/>
            </a:ln>
          </p:spPr>
          <p:txBody>
            <a:bodyPr rtlCol="1" anchor="ctr"/>
            <a:lstStyle/>
            <a:p>
              <a:endParaRPr lang="ar-SA"/>
            </a:p>
          </p:txBody>
        </p:sp>
      </p:grpSp>
      <p:grpSp>
        <p:nvGrpSpPr>
          <p:cNvPr id="9672" name="رسم 8014">
            <a:extLst>
              <a:ext uri="{FF2B5EF4-FFF2-40B4-BE49-F238E27FC236}">
                <a16:creationId xmlns:a16="http://schemas.microsoft.com/office/drawing/2014/main" id="{85B57F3D-5153-961B-608B-ED47158D5CB3}"/>
              </a:ext>
            </a:extLst>
          </p:cNvPr>
          <p:cNvGrpSpPr/>
          <p:nvPr/>
        </p:nvGrpSpPr>
        <p:grpSpPr>
          <a:xfrm>
            <a:off x="5920424" y="4074801"/>
            <a:ext cx="275483" cy="261165"/>
            <a:chOff x="6158111" y="3354431"/>
            <a:chExt cx="329285" cy="331347"/>
          </a:xfrm>
          <a:noFill/>
        </p:grpSpPr>
        <p:sp>
          <p:nvSpPr>
            <p:cNvPr id="9673" name="شكل حر: شكل 10769">
              <a:extLst>
                <a:ext uri="{FF2B5EF4-FFF2-40B4-BE49-F238E27FC236}">
                  <a16:creationId xmlns:a16="http://schemas.microsoft.com/office/drawing/2014/main" id="{818D85A3-51FA-9F2F-B127-81E9554A7392}"/>
                </a:ext>
              </a:extLst>
            </p:cNvPr>
            <p:cNvSpPr/>
            <p:nvPr/>
          </p:nvSpPr>
          <p:spPr>
            <a:xfrm>
              <a:off x="6322754" y="3491253"/>
              <a:ext cx="123319" cy="123319"/>
            </a:xfrm>
            <a:custGeom>
              <a:avLst/>
              <a:gdLst>
                <a:gd name="connsiteX0" fmla="*/ 7852 w 123319"/>
                <a:gd name="connsiteY0" fmla="*/ 41662 h 123319"/>
                <a:gd name="connsiteX1" fmla="*/ 0 w 123319"/>
                <a:gd name="connsiteY1" fmla="*/ 49514 h 123319"/>
                <a:gd name="connsiteX2" fmla="*/ 73805 w 123319"/>
                <a:gd name="connsiteY2" fmla="*/ 123319 h 123319"/>
                <a:gd name="connsiteX3" fmla="*/ 123319 w 123319"/>
                <a:gd name="connsiteY3" fmla="*/ 73834 h 123319"/>
                <a:gd name="connsiteX4" fmla="*/ 49486 w 123319"/>
                <a:gd name="connsiteY4" fmla="*/ 0 h 123319"/>
                <a:gd name="connsiteX5" fmla="*/ 33781 w 123319"/>
                <a:gd name="connsiteY5" fmla="*/ 15733 h 123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3319" h="123319">
                  <a:moveTo>
                    <a:pt x="7852" y="41662"/>
                  </a:moveTo>
                  <a:lnTo>
                    <a:pt x="0" y="49514"/>
                  </a:lnTo>
                  <a:lnTo>
                    <a:pt x="73805" y="123319"/>
                  </a:lnTo>
                  <a:lnTo>
                    <a:pt x="123319" y="73834"/>
                  </a:lnTo>
                  <a:lnTo>
                    <a:pt x="49486" y="0"/>
                  </a:lnTo>
                  <a:lnTo>
                    <a:pt x="33781" y="15733"/>
                  </a:lnTo>
                </a:path>
              </a:pathLst>
            </a:custGeom>
            <a:noFill/>
            <a:ln w="8472" cap="flat">
              <a:solidFill>
                <a:srgbClr val="17A3A3"/>
              </a:solidFill>
              <a:prstDash val="solid"/>
              <a:miter/>
            </a:ln>
          </p:spPr>
          <p:txBody>
            <a:bodyPr rtlCol="1" anchor="ctr"/>
            <a:lstStyle/>
            <a:p>
              <a:endParaRPr lang="ar-SA"/>
            </a:p>
          </p:txBody>
        </p:sp>
        <p:sp>
          <p:nvSpPr>
            <p:cNvPr id="9674" name="شكل حر: شكل 10770">
              <a:extLst>
                <a:ext uri="{FF2B5EF4-FFF2-40B4-BE49-F238E27FC236}">
                  <a16:creationId xmlns:a16="http://schemas.microsoft.com/office/drawing/2014/main" id="{F82F9508-1001-7599-6F5E-D915684DFCB0}"/>
                </a:ext>
              </a:extLst>
            </p:cNvPr>
            <p:cNvSpPr/>
            <p:nvPr/>
          </p:nvSpPr>
          <p:spPr>
            <a:xfrm>
              <a:off x="6392097" y="3541558"/>
              <a:ext cx="27200" cy="27200"/>
            </a:xfrm>
            <a:custGeom>
              <a:avLst/>
              <a:gdLst>
                <a:gd name="connsiteX0" fmla="*/ 0 w 27200"/>
                <a:gd name="connsiteY0" fmla="*/ 0 h 27200"/>
                <a:gd name="connsiteX1" fmla="*/ 27200 w 27200"/>
                <a:gd name="connsiteY1" fmla="*/ 27200 h 27200"/>
              </a:gdLst>
              <a:ahLst/>
              <a:cxnLst>
                <a:cxn ang="0">
                  <a:pos x="connsiteX0" y="connsiteY0"/>
                </a:cxn>
                <a:cxn ang="0">
                  <a:pos x="connsiteX1" y="connsiteY1"/>
                </a:cxn>
              </a:cxnLst>
              <a:rect l="l" t="t" r="r" b="b"/>
              <a:pathLst>
                <a:path w="27200" h="27200">
                  <a:moveTo>
                    <a:pt x="0" y="0"/>
                  </a:moveTo>
                  <a:lnTo>
                    <a:pt x="27200" y="27200"/>
                  </a:lnTo>
                </a:path>
              </a:pathLst>
            </a:custGeom>
            <a:ln w="8472" cap="flat">
              <a:solidFill>
                <a:srgbClr val="17A3A3"/>
              </a:solidFill>
              <a:prstDash val="solid"/>
              <a:miter/>
            </a:ln>
          </p:spPr>
          <p:txBody>
            <a:bodyPr rtlCol="1" anchor="ctr"/>
            <a:lstStyle/>
            <a:p>
              <a:endParaRPr lang="ar-SA"/>
            </a:p>
          </p:txBody>
        </p:sp>
        <p:sp>
          <p:nvSpPr>
            <p:cNvPr id="9675" name="شكل حر: شكل 10771">
              <a:extLst>
                <a:ext uri="{FF2B5EF4-FFF2-40B4-BE49-F238E27FC236}">
                  <a16:creationId xmlns:a16="http://schemas.microsoft.com/office/drawing/2014/main" id="{03E3AE1D-973C-9E38-8F51-BEBBC9D175CB}"/>
                </a:ext>
              </a:extLst>
            </p:cNvPr>
            <p:cNvSpPr/>
            <p:nvPr/>
          </p:nvSpPr>
          <p:spPr>
            <a:xfrm>
              <a:off x="6382578" y="3551076"/>
              <a:ext cx="27200" cy="27200"/>
            </a:xfrm>
            <a:custGeom>
              <a:avLst/>
              <a:gdLst>
                <a:gd name="connsiteX0" fmla="*/ 0 w 27200"/>
                <a:gd name="connsiteY0" fmla="*/ 0 h 27200"/>
                <a:gd name="connsiteX1" fmla="*/ 27200 w 27200"/>
                <a:gd name="connsiteY1" fmla="*/ 27200 h 27200"/>
              </a:gdLst>
              <a:ahLst/>
              <a:cxnLst>
                <a:cxn ang="0">
                  <a:pos x="connsiteX0" y="connsiteY0"/>
                </a:cxn>
                <a:cxn ang="0">
                  <a:pos x="connsiteX1" y="connsiteY1"/>
                </a:cxn>
              </a:cxnLst>
              <a:rect l="l" t="t" r="r" b="b"/>
              <a:pathLst>
                <a:path w="27200" h="27200">
                  <a:moveTo>
                    <a:pt x="0" y="0"/>
                  </a:moveTo>
                  <a:lnTo>
                    <a:pt x="27200" y="27200"/>
                  </a:lnTo>
                </a:path>
              </a:pathLst>
            </a:custGeom>
            <a:ln w="8472" cap="flat">
              <a:solidFill>
                <a:srgbClr val="17A3A3"/>
              </a:solidFill>
              <a:prstDash val="solid"/>
              <a:miter/>
            </a:ln>
          </p:spPr>
          <p:txBody>
            <a:bodyPr rtlCol="1" anchor="ctr"/>
            <a:lstStyle/>
            <a:p>
              <a:endParaRPr lang="ar-SA"/>
            </a:p>
          </p:txBody>
        </p:sp>
        <p:sp>
          <p:nvSpPr>
            <p:cNvPr id="9676" name="شكل حر: شكل 10772">
              <a:extLst>
                <a:ext uri="{FF2B5EF4-FFF2-40B4-BE49-F238E27FC236}">
                  <a16:creationId xmlns:a16="http://schemas.microsoft.com/office/drawing/2014/main" id="{8272C1FD-4D28-BDD9-C0F4-D90BA91ED0E6}"/>
                </a:ext>
              </a:extLst>
            </p:cNvPr>
            <p:cNvSpPr/>
            <p:nvPr/>
          </p:nvSpPr>
          <p:spPr>
            <a:xfrm>
              <a:off x="6373031" y="3560623"/>
              <a:ext cx="27200" cy="27200"/>
            </a:xfrm>
            <a:custGeom>
              <a:avLst/>
              <a:gdLst>
                <a:gd name="connsiteX0" fmla="*/ 0 w 27200"/>
                <a:gd name="connsiteY0" fmla="*/ 0 h 27200"/>
                <a:gd name="connsiteX1" fmla="*/ 27200 w 27200"/>
                <a:gd name="connsiteY1" fmla="*/ 27200 h 27200"/>
              </a:gdLst>
              <a:ahLst/>
              <a:cxnLst>
                <a:cxn ang="0">
                  <a:pos x="connsiteX0" y="connsiteY0"/>
                </a:cxn>
                <a:cxn ang="0">
                  <a:pos x="connsiteX1" y="connsiteY1"/>
                </a:cxn>
              </a:cxnLst>
              <a:rect l="l" t="t" r="r" b="b"/>
              <a:pathLst>
                <a:path w="27200" h="27200">
                  <a:moveTo>
                    <a:pt x="0" y="0"/>
                  </a:moveTo>
                  <a:lnTo>
                    <a:pt x="27200" y="27200"/>
                  </a:lnTo>
                </a:path>
              </a:pathLst>
            </a:custGeom>
            <a:ln w="8472" cap="flat">
              <a:solidFill>
                <a:srgbClr val="17A3A3"/>
              </a:solidFill>
              <a:prstDash val="solid"/>
              <a:miter/>
            </a:ln>
          </p:spPr>
          <p:txBody>
            <a:bodyPr rtlCol="1" anchor="ctr"/>
            <a:lstStyle/>
            <a:p>
              <a:endParaRPr lang="ar-SA"/>
            </a:p>
          </p:txBody>
        </p:sp>
        <p:sp>
          <p:nvSpPr>
            <p:cNvPr id="9677" name="شكل حر: شكل 10773">
              <a:extLst>
                <a:ext uri="{FF2B5EF4-FFF2-40B4-BE49-F238E27FC236}">
                  <a16:creationId xmlns:a16="http://schemas.microsoft.com/office/drawing/2014/main" id="{530CE0AA-FCD0-6FF1-F04F-AAB22E10359E}"/>
                </a:ext>
              </a:extLst>
            </p:cNvPr>
            <p:cNvSpPr/>
            <p:nvPr/>
          </p:nvSpPr>
          <p:spPr>
            <a:xfrm>
              <a:off x="6179776" y="3451737"/>
              <a:ext cx="142978" cy="234041"/>
            </a:xfrm>
            <a:custGeom>
              <a:avLst/>
              <a:gdLst>
                <a:gd name="connsiteX0" fmla="*/ 142979 w 142978"/>
                <a:gd name="connsiteY0" fmla="*/ 234042 h 234041"/>
                <a:gd name="connsiteX1" fmla="*/ 0 w 142978"/>
                <a:gd name="connsiteY1" fmla="*/ 183821 h 234041"/>
                <a:gd name="connsiteX2" fmla="*/ 0 w 142978"/>
                <a:gd name="connsiteY2" fmla="*/ 0 h 234041"/>
              </a:gdLst>
              <a:ahLst/>
              <a:cxnLst>
                <a:cxn ang="0">
                  <a:pos x="connsiteX0" y="connsiteY0"/>
                </a:cxn>
                <a:cxn ang="0">
                  <a:pos x="connsiteX1" y="connsiteY1"/>
                </a:cxn>
                <a:cxn ang="0">
                  <a:pos x="connsiteX2" y="connsiteY2"/>
                </a:cxn>
              </a:cxnLst>
              <a:rect l="l" t="t" r="r" b="b"/>
              <a:pathLst>
                <a:path w="142978" h="234041">
                  <a:moveTo>
                    <a:pt x="142979" y="234042"/>
                  </a:moveTo>
                  <a:lnTo>
                    <a:pt x="0" y="183821"/>
                  </a:lnTo>
                  <a:lnTo>
                    <a:pt x="0" y="0"/>
                  </a:lnTo>
                </a:path>
              </a:pathLst>
            </a:custGeom>
            <a:noFill/>
            <a:ln w="8472" cap="flat">
              <a:solidFill>
                <a:srgbClr val="01355A"/>
              </a:solidFill>
              <a:prstDash val="solid"/>
              <a:miter/>
            </a:ln>
          </p:spPr>
          <p:txBody>
            <a:bodyPr rtlCol="1" anchor="ctr"/>
            <a:lstStyle/>
            <a:p>
              <a:endParaRPr lang="ar-SA"/>
            </a:p>
          </p:txBody>
        </p:sp>
        <p:sp>
          <p:nvSpPr>
            <p:cNvPr id="9678" name="شكل حر: شكل 10774">
              <a:extLst>
                <a:ext uri="{FF2B5EF4-FFF2-40B4-BE49-F238E27FC236}">
                  <a16:creationId xmlns:a16="http://schemas.microsoft.com/office/drawing/2014/main" id="{6F24DB3D-61E2-62A7-A21D-43C2659E411E}"/>
                </a:ext>
              </a:extLst>
            </p:cNvPr>
            <p:cNvSpPr/>
            <p:nvPr/>
          </p:nvSpPr>
          <p:spPr>
            <a:xfrm>
              <a:off x="6179776" y="3451737"/>
              <a:ext cx="104395" cy="35899"/>
            </a:xfrm>
            <a:custGeom>
              <a:avLst/>
              <a:gdLst>
                <a:gd name="connsiteX0" fmla="*/ 0 w 104395"/>
                <a:gd name="connsiteY0" fmla="*/ 0 h 35899"/>
                <a:gd name="connsiteX1" fmla="*/ 104395 w 104395"/>
                <a:gd name="connsiteY1" fmla="*/ 35900 h 35899"/>
              </a:gdLst>
              <a:ahLst/>
              <a:cxnLst>
                <a:cxn ang="0">
                  <a:pos x="connsiteX0" y="connsiteY0"/>
                </a:cxn>
                <a:cxn ang="0">
                  <a:pos x="connsiteX1" y="connsiteY1"/>
                </a:cxn>
              </a:cxnLst>
              <a:rect l="l" t="t" r="r" b="b"/>
              <a:pathLst>
                <a:path w="104395" h="35899">
                  <a:moveTo>
                    <a:pt x="0" y="0"/>
                  </a:moveTo>
                  <a:lnTo>
                    <a:pt x="104395" y="35900"/>
                  </a:lnTo>
                </a:path>
              </a:pathLst>
            </a:custGeom>
            <a:ln w="8472" cap="flat">
              <a:solidFill>
                <a:srgbClr val="01355A"/>
              </a:solidFill>
              <a:prstDash val="solid"/>
              <a:miter/>
            </a:ln>
          </p:spPr>
          <p:txBody>
            <a:bodyPr rtlCol="1" anchor="ctr"/>
            <a:lstStyle/>
            <a:p>
              <a:endParaRPr lang="ar-SA"/>
            </a:p>
          </p:txBody>
        </p:sp>
        <p:sp>
          <p:nvSpPr>
            <p:cNvPr id="9679" name="شكل حر: شكل 10775">
              <a:extLst>
                <a:ext uri="{FF2B5EF4-FFF2-40B4-BE49-F238E27FC236}">
                  <a16:creationId xmlns:a16="http://schemas.microsoft.com/office/drawing/2014/main" id="{65BFF332-470E-017E-7E78-FA1305ADF0D8}"/>
                </a:ext>
              </a:extLst>
            </p:cNvPr>
            <p:cNvSpPr/>
            <p:nvPr/>
          </p:nvSpPr>
          <p:spPr>
            <a:xfrm>
              <a:off x="6322754" y="3451737"/>
              <a:ext cx="142978" cy="234041"/>
            </a:xfrm>
            <a:custGeom>
              <a:avLst/>
              <a:gdLst>
                <a:gd name="connsiteX0" fmla="*/ 0 w 142978"/>
                <a:gd name="connsiteY0" fmla="*/ 120721 h 234041"/>
                <a:gd name="connsiteX1" fmla="*/ 0 w 142978"/>
                <a:gd name="connsiteY1" fmla="*/ 234042 h 234041"/>
                <a:gd name="connsiteX2" fmla="*/ 142979 w 142978"/>
                <a:gd name="connsiteY2" fmla="*/ 183821 h 234041"/>
                <a:gd name="connsiteX3" fmla="*/ 142979 w 142978"/>
                <a:gd name="connsiteY3" fmla="*/ 0 h 234041"/>
              </a:gdLst>
              <a:ahLst/>
              <a:cxnLst>
                <a:cxn ang="0">
                  <a:pos x="connsiteX0" y="connsiteY0"/>
                </a:cxn>
                <a:cxn ang="0">
                  <a:pos x="connsiteX1" y="connsiteY1"/>
                </a:cxn>
                <a:cxn ang="0">
                  <a:pos x="connsiteX2" y="connsiteY2"/>
                </a:cxn>
                <a:cxn ang="0">
                  <a:pos x="connsiteX3" y="connsiteY3"/>
                </a:cxn>
              </a:cxnLst>
              <a:rect l="l" t="t" r="r" b="b"/>
              <a:pathLst>
                <a:path w="142978" h="234041">
                  <a:moveTo>
                    <a:pt x="0" y="120721"/>
                  </a:moveTo>
                  <a:lnTo>
                    <a:pt x="0" y="234042"/>
                  </a:lnTo>
                  <a:lnTo>
                    <a:pt x="142979" y="183821"/>
                  </a:lnTo>
                  <a:lnTo>
                    <a:pt x="142979" y="0"/>
                  </a:lnTo>
                </a:path>
              </a:pathLst>
            </a:custGeom>
            <a:noFill/>
            <a:ln w="8472" cap="flat">
              <a:solidFill>
                <a:srgbClr val="01355A"/>
              </a:solidFill>
              <a:prstDash val="solid"/>
              <a:miter/>
            </a:ln>
          </p:spPr>
          <p:txBody>
            <a:bodyPr rtlCol="1" anchor="ctr"/>
            <a:lstStyle/>
            <a:p>
              <a:endParaRPr lang="ar-SA"/>
            </a:p>
          </p:txBody>
        </p:sp>
        <p:sp>
          <p:nvSpPr>
            <p:cNvPr id="9680" name="شكل حر: شكل 10776">
              <a:extLst>
                <a:ext uri="{FF2B5EF4-FFF2-40B4-BE49-F238E27FC236}">
                  <a16:creationId xmlns:a16="http://schemas.microsoft.com/office/drawing/2014/main" id="{DFFCB406-BCA5-1FA2-50F2-B717A7DA6DB4}"/>
                </a:ext>
              </a:extLst>
            </p:cNvPr>
            <p:cNvSpPr/>
            <p:nvPr/>
          </p:nvSpPr>
          <p:spPr>
            <a:xfrm>
              <a:off x="6322754" y="3492072"/>
              <a:ext cx="23782" cy="8049"/>
            </a:xfrm>
            <a:custGeom>
              <a:avLst/>
              <a:gdLst>
                <a:gd name="connsiteX0" fmla="*/ 23783 w 23782"/>
                <a:gd name="connsiteY0" fmla="*/ 0 h 8049"/>
                <a:gd name="connsiteX1" fmla="*/ 0 w 23782"/>
                <a:gd name="connsiteY1" fmla="*/ 8050 h 8049"/>
              </a:gdLst>
              <a:ahLst/>
              <a:cxnLst>
                <a:cxn ang="0">
                  <a:pos x="connsiteX0" y="connsiteY0"/>
                </a:cxn>
                <a:cxn ang="0">
                  <a:pos x="connsiteX1" y="connsiteY1"/>
                </a:cxn>
              </a:cxnLst>
              <a:rect l="l" t="t" r="r" b="b"/>
              <a:pathLst>
                <a:path w="23782" h="8049">
                  <a:moveTo>
                    <a:pt x="23783" y="0"/>
                  </a:moveTo>
                  <a:lnTo>
                    <a:pt x="0" y="8050"/>
                  </a:lnTo>
                </a:path>
              </a:pathLst>
            </a:custGeom>
            <a:ln w="8472" cap="flat">
              <a:solidFill>
                <a:srgbClr val="01355A"/>
              </a:solidFill>
              <a:prstDash val="solid"/>
              <a:miter/>
            </a:ln>
          </p:spPr>
          <p:txBody>
            <a:bodyPr rtlCol="1" anchor="ctr"/>
            <a:lstStyle/>
            <a:p>
              <a:endParaRPr lang="ar-SA"/>
            </a:p>
          </p:txBody>
        </p:sp>
        <p:sp>
          <p:nvSpPr>
            <p:cNvPr id="9681" name="شكل حر: شكل 10777">
              <a:extLst>
                <a:ext uri="{FF2B5EF4-FFF2-40B4-BE49-F238E27FC236}">
                  <a16:creationId xmlns:a16="http://schemas.microsoft.com/office/drawing/2014/main" id="{20C0C9B6-5517-D2D2-7142-8155CC39F6AF}"/>
                </a:ext>
              </a:extLst>
            </p:cNvPr>
            <p:cNvSpPr/>
            <p:nvPr/>
          </p:nvSpPr>
          <p:spPr>
            <a:xfrm>
              <a:off x="6386645" y="3451737"/>
              <a:ext cx="79087" cy="26776"/>
            </a:xfrm>
            <a:custGeom>
              <a:avLst/>
              <a:gdLst>
                <a:gd name="connsiteX0" fmla="*/ 79087 w 79087"/>
                <a:gd name="connsiteY0" fmla="*/ 0 h 26776"/>
                <a:gd name="connsiteX1" fmla="*/ 0 w 79087"/>
                <a:gd name="connsiteY1" fmla="*/ 26777 h 26776"/>
              </a:gdLst>
              <a:ahLst/>
              <a:cxnLst>
                <a:cxn ang="0">
                  <a:pos x="connsiteX0" y="connsiteY0"/>
                </a:cxn>
                <a:cxn ang="0">
                  <a:pos x="connsiteX1" y="connsiteY1"/>
                </a:cxn>
              </a:cxnLst>
              <a:rect l="l" t="t" r="r" b="b"/>
              <a:pathLst>
                <a:path w="79087" h="26776">
                  <a:moveTo>
                    <a:pt x="79087" y="0"/>
                  </a:moveTo>
                  <a:lnTo>
                    <a:pt x="0" y="26777"/>
                  </a:lnTo>
                </a:path>
              </a:pathLst>
            </a:custGeom>
            <a:ln w="8472" cap="flat">
              <a:solidFill>
                <a:srgbClr val="01355A"/>
              </a:solidFill>
              <a:prstDash val="solid"/>
              <a:miter/>
            </a:ln>
          </p:spPr>
          <p:txBody>
            <a:bodyPr rtlCol="1" anchor="ctr"/>
            <a:lstStyle/>
            <a:p>
              <a:endParaRPr lang="ar-SA"/>
            </a:p>
          </p:txBody>
        </p:sp>
        <p:sp>
          <p:nvSpPr>
            <p:cNvPr id="9682" name="شكل حر: شكل 10778">
              <a:extLst>
                <a:ext uri="{FF2B5EF4-FFF2-40B4-BE49-F238E27FC236}">
                  <a16:creationId xmlns:a16="http://schemas.microsoft.com/office/drawing/2014/main" id="{BF66B040-8A26-1E33-B8FF-7C1EB16F4E73}"/>
                </a:ext>
              </a:extLst>
            </p:cNvPr>
            <p:cNvSpPr/>
            <p:nvPr/>
          </p:nvSpPr>
          <p:spPr>
            <a:xfrm>
              <a:off x="6179776" y="3415159"/>
              <a:ext cx="285957" cy="36578"/>
            </a:xfrm>
            <a:custGeom>
              <a:avLst/>
              <a:gdLst>
                <a:gd name="connsiteX0" fmla="*/ 0 w 285957"/>
                <a:gd name="connsiteY0" fmla="*/ 36578 h 36578"/>
                <a:gd name="connsiteX1" fmla="*/ 112219 w 285957"/>
                <a:gd name="connsiteY1" fmla="*/ 7852 h 36578"/>
                <a:gd name="connsiteX2" fmla="*/ 142979 w 285957"/>
                <a:gd name="connsiteY2" fmla="*/ 0 h 36578"/>
                <a:gd name="connsiteX3" fmla="*/ 285957 w 285957"/>
                <a:gd name="connsiteY3" fmla="*/ 36578 h 36578"/>
              </a:gdLst>
              <a:ahLst/>
              <a:cxnLst>
                <a:cxn ang="0">
                  <a:pos x="connsiteX0" y="connsiteY0"/>
                </a:cxn>
                <a:cxn ang="0">
                  <a:pos x="connsiteX1" y="connsiteY1"/>
                </a:cxn>
                <a:cxn ang="0">
                  <a:pos x="connsiteX2" y="connsiteY2"/>
                </a:cxn>
                <a:cxn ang="0">
                  <a:pos x="connsiteX3" y="connsiteY3"/>
                </a:cxn>
              </a:cxnLst>
              <a:rect l="l" t="t" r="r" b="b"/>
              <a:pathLst>
                <a:path w="285957" h="36578">
                  <a:moveTo>
                    <a:pt x="0" y="36578"/>
                  </a:moveTo>
                  <a:lnTo>
                    <a:pt x="112219" y="7852"/>
                  </a:lnTo>
                  <a:lnTo>
                    <a:pt x="142979" y="0"/>
                  </a:lnTo>
                  <a:lnTo>
                    <a:pt x="285957" y="36578"/>
                  </a:lnTo>
                </a:path>
              </a:pathLst>
            </a:custGeom>
            <a:noFill/>
            <a:ln w="8472" cap="flat">
              <a:solidFill>
                <a:srgbClr val="01355A"/>
              </a:solidFill>
              <a:prstDash val="solid"/>
              <a:miter/>
            </a:ln>
          </p:spPr>
          <p:txBody>
            <a:bodyPr rtlCol="1" anchor="ctr"/>
            <a:lstStyle/>
            <a:p>
              <a:endParaRPr lang="ar-SA"/>
            </a:p>
          </p:txBody>
        </p:sp>
        <p:sp>
          <p:nvSpPr>
            <p:cNvPr id="9683" name="شكل حر: شكل 10779">
              <a:extLst>
                <a:ext uri="{FF2B5EF4-FFF2-40B4-BE49-F238E27FC236}">
                  <a16:creationId xmlns:a16="http://schemas.microsoft.com/office/drawing/2014/main" id="{047202F2-F9C9-2B2F-3FC8-F5DFEF68F631}"/>
                </a:ext>
              </a:extLst>
            </p:cNvPr>
            <p:cNvSpPr/>
            <p:nvPr/>
          </p:nvSpPr>
          <p:spPr>
            <a:xfrm>
              <a:off x="6158111" y="3354431"/>
              <a:ext cx="164642" cy="97305"/>
            </a:xfrm>
            <a:custGeom>
              <a:avLst/>
              <a:gdLst>
                <a:gd name="connsiteX0" fmla="*/ 21664 w 164642"/>
                <a:gd name="connsiteY0" fmla="*/ 97306 h 97305"/>
                <a:gd name="connsiteX1" fmla="*/ 0 w 164642"/>
                <a:gd name="connsiteY1" fmla="*/ 36578 h 97305"/>
                <a:gd name="connsiteX2" fmla="*/ 142950 w 164642"/>
                <a:gd name="connsiteY2" fmla="*/ 0 h 97305"/>
                <a:gd name="connsiteX3" fmla="*/ 164643 w 164642"/>
                <a:gd name="connsiteY3" fmla="*/ 60728 h 97305"/>
              </a:gdLst>
              <a:ahLst/>
              <a:cxnLst>
                <a:cxn ang="0">
                  <a:pos x="connsiteX0" y="connsiteY0"/>
                </a:cxn>
                <a:cxn ang="0">
                  <a:pos x="connsiteX1" y="connsiteY1"/>
                </a:cxn>
                <a:cxn ang="0">
                  <a:pos x="connsiteX2" y="connsiteY2"/>
                </a:cxn>
                <a:cxn ang="0">
                  <a:pos x="connsiteX3" y="connsiteY3"/>
                </a:cxn>
              </a:cxnLst>
              <a:rect l="l" t="t" r="r" b="b"/>
              <a:pathLst>
                <a:path w="164642" h="97305">
                  <a:moveTo>
                    <a:pt x="21664" y="97306"/>
                  </a:moveTo>
                  <a:lnTo>
                    <a:pt x="0" y="36578"/>
                  </a:lnTo>
                  <a:lnTo>
                    <a:pt x="142950" y="0"/>
                  </a:lnTo>
                  <a:lnTo>
                    <a:pt x="164643" y="60728"/>
                  </a:lnTo>
                </a:path>
              </a:pathLst>
            </a:custGeom>
            <a:noFill/>
            <a:ln w="8472" cap="flat">
              <a:solidFill>
                <a:srgbClr val="01355A"/>
              </a:solidFill>
              <a:prstDash val="solid"/>
              <a:miter/>
            </a:ln>
          </p:spPr>
          <p:txBody>
            <a:bodyPr rtlCol="1" anchor="ctr"/>
            <a:lstStyle/>
            <a:p>
              <a:endParaRPr lang="ar-SA"/>
            </a:p>
          </p:txBody>
        </p:sp>
        <p:sp>
          <p:nvSpPr>
            <p:cNvPr id="9684" name="شكل حر: شكل 10780">
              <a:extLst>
                <a:ext uri="{FF2B5EF4-FFF2-40B4-BE49-F238E27FC236}">
                  <a16:creationId xmlns:a16="http://schemas.microsoft.com/office/drawing/2014/main" id="{808D0C75-7081-C274-8883-82835FB79F10}"/>
                </a:ext>
              </a:extLst>
            </p:cNvPr>
            <p:cNvSpPr/>
            <p:nvPr/>
          </p:nvSpPr>
          <p:spPr>
            <a:xfrm>
              <a:off x="6333092" y="3354431"/>
              <a:ext cx="154305" cy="97305"/>
            </a:xfrm>
            <a:custGeom>
              <a:avLst/>
              <a:gdLst>
                <a:gd name="connsiteX0" fmla="*/ 132641 w 154305"/>
                <a:gd name="connsiteY0" fmla="*/ 97306 h 97305"/>
                <a:gd name="connsiteX1" fmla="*/ 154305 w 154305"/>
                <a:gd name="connsiteY1" fmla="*/ 36578 h 97305"/>
                <a:gd name="connsiteX2" fmla="*/ 11326 w 154305"/>
                <a:gd name="connsiteY2" fmla="*/ 0 h 97305"/>
                <a:gd name="connsiteX3" fmla="*/ 0 w 154305"/>
                <a:gd name="connsiteY3" fmla="*/ 31776 h 97305"/>
              </a:gdLst>
              <a:ahLst/>
              <a:cxnLst>
                <a:cxn ang="0">
                  <a:pos x="connsiteX0" y="connsiteY0"/>
                </a:cxn>
                <a:cxn ang="0">
                  <a:pos x="connsiteX1" y="connsiteY1"/>
                </a:cxn>
                <a:cxn ang="0">
                  <a:pos x="connsiteX2" y="connsiteY2"/>
                </a:cxn>
                <a:cxn ang="0">
                  <a:pos x="connsiteX3" y="connsiteY3"/>
                </a:cxn>
              </a:cxnLst>
              <a:rect l="l" t="t" r="r" b="b"/>
              <a:pathLst>
                <a:path w="154305" h="97305">
                  <a:moveTo>
                    <a:pt x="132641" y="97306"/>
                  </a:moveTo>
                  <a:lnTo>
                    <a:pt x="154305" y="36578"/>
                  </a:lnTo>
                  <a:lnTo>
                    <a:pt x="11326" y="0"/>
                  </a:lnTo>
                  <a:lnTo>
                    <a:pt x="0" y="31776"/>
                  </a:lnTo>
                </a:path>
              </a:pathLst>
            </a:custGeom>
            <a:noFill/>
            <a:ln w="8472" cap="flat">
              <a:solidFill>
                <a:srgbClr val="01355A"/>
              </a:solidFill>
              <a:prstDash val="solid"/>
              <a:miter/>
            </a:ln>
          </p:spPr>
          <p:txBody>
            <a:bodyPr rtlCol="1" anchor="ctr"/>
            <a:lstStyle/>
            <a:p>
              <a:endParaRPr lang="ar-SA"/>
            </a:p>
          </p:txBody>
        </p:sp>
        <p:sp>
          <p:nvSpPr>
            <p:cNvPr id="9685" name="شكل حر: شكل 10781">
              <a:extLst>
                <a:ext uri="{FF2B5EF4-FFF2-40B4-BE49-F238E27FC236}">
                  <a16:creationId xmlns:a16="http://schemas.microsoft.com/office/drawing/2014/main" id="{2474C103-71A7-575B-952C-A557BFB132AB}"/>
                </a:ext>
              </a:extLst>
            </p:cNvPr>
            <p:cNvSpPr/>
            <p:nvPr/>
          </p:nvSpPr>
          <p:spPr>
            <a:xfrm>
              <a:off x="6303519" y="3472092"/>
              <a:ext cx="49966" cy="47524"/>
            </a:xfrm>
            <a:custGeom>
              <a:avLst/>
              <a:gdLst>
                <a:gd name="connsiteX0" fmla="*/ 49967 w 49966"/>
                <a:gd name="connsiteY0" fmla="*/ 45457 h 47524"/>
                <a:gd name="connsiteX1" fmla="*/ 27455 w 49966"/>
                <a:gd name="connsiteY1" fmla="*/ 46926 h 47524"/>
                <a:gd name="connsiteX2" fmla="*/ 7542 w 49966"/>
                <a:gd name="connsiteY2" fmla="*/ 36842 h 47524"/>
                <a:gd name="connsiteX3" fmla="*/ 141 w 49966"/>
                <a:gd name="connsiteY3" fmla="*/ 16110 h 47524"/>
                <a:gd name="connsiteX4" fmla="*/ 141 w 49966"/>
                <a:gd name="connsiteY4" fmla="*/ 15884 h 47524"/>
                <a:gd name="connsiteX5" fmla="*/ 21947 w 49966"/>
                <a:gd name="connsiteY5" fmla="*/ 292 h 47524"/>
                <a:gd name="connsiteX6" fmla="*/ 31522 w 49966"/>
                <a:gd name="connsiteY6" fmla="*/ 3371 h 47524"/>
                <a:gd name="connsiteX7" fmla="*/ 43018 w 49966"/>
                <a:gd name="connsiteY7" fmla="*/ 17833 h 47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9966" h="47524">
                  <a:moveTo>
                    <a:pt x="49967" y="45457"/>
                  </a:moveTo>
                  <a:cubicBezTo>
                    <a:pt x="42651" y="47378"/>
                    <a:pt x="34940" y="48169"/>
                    <a:pt x="27455" y="46926"/>
                  </a:cubicBezTo>
                  <a:cubicBezTo>
                    <a:pt x="19998" y="45683"/>
                    <a:pt x="12767" y="42322"/>
                    <a:pt x="7542" y="36842"/>
                  </a:cubicBezTo>
                  <a:cubicBezTo>
                    <a:pt x="2316" y="31362"/>
                    <a:pt x="-706" y="23651"/>
                    <a:pt x="141" y="16110"/>
                  </a:cubicBezTo>
                  <a:cubicBezTo>
                    <a:pt x="141" y="16025"/>
                    <a:pt x="141" y="15969"/>
                    <a:pt x="141" y="15884"/>
                  </a:cubicBezTo>
                  <a:cubicBezTo>
                    <a:pt x="1441" y="5461"/>
                    <a:pt x="11609" y="-1544"/>
                    <a:pt x="21947" y="292"/>
                  </a:cubicBezTo>
                  <a:cubicBezTo>
                    <a:pt x="25308" y="885"/>
                    <a:pt x="28585" y="1705"/>
                    <a:pt x="31522" y="3371"/>
                  </a:cubicBezTo>
                  <a:cubicBezTo>
                    <a:pt x="37058" y="6507"/>
                    <a:pt x="41804" y="11591"/>
                    <a:pt x="43018" y="17833"/>
                  </a:cubicBezTo>
                </a:path>
              </a:pathLst>
            </a:custGeom>
            <a:noFill/>
            <a:ln w="8472" cap="flat">
              <a:solidFill>
                <a:srgbClr val="01355A"/>
              </a:solidFill>
              <a:prstDash val="solid"/>
              <a:miter/>
            </a:ln>
          </p:spPr>
          <p:txBody>
            <a:bodyPr rtlCol="1" anchor="ctr"/>
            <a:lstStyle/>
            <a:p>
              <a:endParaRPr lang="ar-SA"/>
            </a:p>
          </p:txBody>
        </p:sp>
      </p:grpSp>
      <p:grpSp>
        <p:nvGrpSpPr>
          <p:cNvPr id="9686" name="رسم 8014">
            <a:extLst>
              <a:ext uri="{FF2B5EF4-FFF2-40B4-BE49-F238E27FC236}">
                <a16:creationId xmlns:a16="http://schemas.microsoft.com/office/drawing/2014/main" id="{462372AC-EA5A-2729-EACB-2827E22D7D93}"/>
              </a:ext>
            </a:extLst>
          </p:cNvPr>
          <p:cNvGrpSpPr/>
          <p:nvPr/>
        </p:nvGrpSpPr>
        <p:grpSpPr>
          <a:xfrm>
            <a:off x="7649606" y="3688919"/>
            <a:ext cx="297165" cy="208592"/>
            <a:chOff x="8225002" y="2864853"/>
            <a:chExt cx="355201" cy="264646"/>
          </a:xfrm>
          <a:noFill/>
        </p:grpSpPr>
        <p:grpSp>
          <p:nvGrpSpPr>
            <p:cNvPr id="9687" name="رسم 8014">
              <a:extLst>
                <a:ext uri="{FF2B5EF4-FFF2-40B4-BE49-F238E27FC236}">
                  <a16:creationId xmlns:a16="http://schemas.microsoft.com/office/drawing/2014/main" id="{9CA7E37C-4FC1-C53C-5923-9CE9E1079D6F}"/>
                </a:ext>
              </a:extLst>
            </p:cNvPr>
            <p:cNvGrpSpPr/>
            <p:nvPr/>
          </p:nvGrpSpPr>
          <p:grpSpPr>
            <a:xfrm>
              <a:off x="8254829" y="2932839"/>
              <a:ext cx="86345" cy="78268"/>
              <a:chOff x="8254829" y="2932839"/>
              <a:chExt cx="86345" cy="78268"/>
            </a:xfrm>
            <a:noFill/>
          </p:grpSpPr>
          <p:sp>
            <p:nvSpPr>
              <p:cNvPr id="9697" name="شكل حر: شكل 10784">
                <a:extLst>
                  <a:ext uri="{FF2B5EF4-FFF2-40B4-BE49-F238E27FC236}">
                    <a16:creationId xmlns:a16="http://schemas.microsoft.com/office/drawing/2014/main" id="{FA78AD6C-CF28-0218-6DCF-E1441F713BAF}"/>
                  </a:ext>
                </a:extLst>
              </p:cNvPr>
              <p:cNvSpPr/>
              <p:nvPr/>
            </p:nvSpPr>
            <p:spPr>
              <a:xfrm>
                <a:off x="8276041" y="2932840"/>
                <a:ext cx="42989" cy="78268"/>
              </a:xfrm>
              <a:custGeom>
                <a:avLst/>
                <a:gdLst>
                  <a:gd name="connsiteX0" fmla="*/ 0 w 42989"/>
                  <a:gd name="connsiteY0" fmla="*/ 78268 h 78268"/>
                  <a:gd name="connsiteX1" fmla="*/ 42990 w 42989"/>
                  <a:gd name="connsiteY1" fmla="*/ 0 h 78268"/>
                </a:gdLst>
                <a:ahLst/>
                <a:cxnLst>
                  <a:cxn ang="0">
                    <a:pos x="connsiteX0" y="connsiteY0"/>
                  </a:cxn>
                  <a:cxn ang="0">
                    <a:pos x="connsiteX1" y="connsiteY1"/>
                  </a:cxn>
                </a:cxnLst>
                <a:rect l="l" t="t" r="r" b="b"/>
                <a:pathLst>
                  <a:path w="42989" h="78268">
                    <a:moveTo>
                      <a:pt x="0" y="78268"/>
                    </a:moveTo>
                    <a:lnTo>
                      <a:pt x="42990" y="0"/>
                    </a:lnTo>
                  </a:path>
                </a:pathLst>
              </a:custGeom>
              <a:ln w="8472" cap="flat">
                <a:solidFill>
                  <a:srgbClr val="01355A"/>
                </a:solidFill>
                <a:prstDash val="solid"/>
                <a:miter/>
              </a:ln>
            </p:spPr>
            <p:txBody>
              <a:bodyPr rtlCol="1" anchor="ctr"/>
              <a:lstStyle/>
              <a:p>
                <a:endParaRPr lang="ar-SA"/>
              </a:p>
            </p:txBody>
          </p:sp>
          <p:sp>
            <p:nvSpPr>
              <p:cNvPr id="9698" name="شكل حر: شكل 10785">
                <a:extLst>
                  <a:ext uri="{FF2B5EF4-FFF2-40B4-BE49-F238E27FC236}">
                    <a16:creationId xmlns:a16="http://schemas.microsoft.com/office/drawing/2014/main" id="{CB74B8F9-0616-3C5D-99CE-14489CB19F35}"/>
                  </a:ext>
                </a:extLst>
              </p:cNvPr>
              <p:cNvSpPr/>
              <p:nvPr/>
            </p:nvSpPr>
            <p:spPr>
              <a:xfrm>
                <a:off x="8313325" y="2973626"/>
                <a:ext cx="27849" cy="37481"/>
              </a:xfrm>
              <a:custGeom>
                <a:avLst/>
                <a:gdLst>
                  <a:gd name="connsiteX0" fmla="*/ 13925 w 27849"/>
                  <a:gd name="connsiteY0" fmla="*/ 37482 h 37481"/>
                  <a:gd name="connsiteX1" fmla="*/ 13925 w 27849"/>
                  <a:gd name="connsiteY1" fmla="*/ 37482 h 37481"/>
                  <a:gd name="connsiteX2" fmla="*/ 0 w 27849"/>
                  <a:gd name="connsiteY2" fmla="*/ 23557 h 37481"/>
                  <a:gd name="connsiteX3" fmla="*/ 0 w 27849"/>
                  <a:gd name="connsiteY3" fmla="*/ 13925 h 37481"/>
                  <a:gd name="connsiteX4" fmla="*/ 13925 w 27849"/>
                  <a:gd name="connsiteY4" fmla="*/ 0 h 37481"/>
                  <a:gd name="connsiteX5" fmla="*/ 13925 w 27849"/>
                  <a:gd name="connsiteY5" fmla="*/ 0 h 37481"/>
                  <a:gd name="connsiteX6" fmla="*/ 27850 w 27849"/>
                  <a:gd name="connsiteY6" fmla="*/ 13925 h 37481"/>
                  <a:gd name="connsiteX7" fmla="*/ 27850 w 27849"/>
                  <a:gd name="connsiteY7" fmla="*/ 23557 h 37481"/>
                  <a:gd name="connsiteX8" fmla="*/ 13925 w 27849"/>
                  <a:gd name="connsiteY8" fmla="*/ 37482 h 37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849" h="37481">
                    <a:moveTo>
                      <a:pt x="13925" y="37482"/>
                    </a:moveTo>
                    <a:lnTo>
                      <a:pt x="13925" y="37482"/>
                    </a:lnTo>
                    <a:cubicBezTo>
                      <a:pt x="6242" y="37482"/>
                      <a:pt x="0" y="31239"/>
                      <a:pt x="0" y="23557"/>
                    </a:cubicBezTo>
                    <a:lnTo>
                      <a:pt x="0" y="13925"/>
                    </a:lnTo>
                    <a:cubicBezTo>
                      <a:pt x="0" y="6242"/>
                      <a:pt x="6242" y="0"/>
                      <a:pt x="13925" y="0"/>
                    </a:cubicBezTo>
                    <a:lnTo>
                      <a:pt x="13925" y="0"/>
                    </a:lnTo>
                    <a:cubicBezTo>
                      <a:pt x="21608" y="0"/>
                      <a:pt x="27850" y="6242"/>
                      <a:pt x="27850" y="13925"/>
                    </a:cubicBezTo>
                    <a:lnTo>
                      <a:pt x="27850" y="23557"/>
                    </a:lnTo>
                    <a:cubicBezTo>
                      <a:pt x="27850" y="31239"/>
                      <a:pt x="21608" y="37482"/>
                      <a:pt x="13925" y="37482"/>
                    </a:cubicBezTo>
                    <a:close/>
                  </a:path>
                </a:pathLst>
              </a:custGeom>
              <a:noFill/>
              <a:ln w="8472" cap="flat">
                <a:solidFill>
                  <a:srgbClr val="01355A"/>
                </a:solidFill>
                <a:prstDash val="solid"/>
                <a:miter/>
              </a:ln>
            </p:spPr>
            <p:txBody>
              <a:bodyPr rtlCol="1" anchor="ctr"/>
              <a:lstStyle/>
              <a:p>
                <a:endParaRPr lang="ar-SA"/>
              </a:p>
            </p:txBody>
          </p:sp>
          <p:sp>
            <p:nvSpPr>
              <p:cNvPr id="9699" name="شكل حر: شكل 10786">
                <a:extLst>
                  <a:ext uri="{FF2B5EF4-FFF2-40B4-BE49-F238E27FC236}">
                    <a16:creationId xmlns:a16="http://schemas.microsoft.com/office/drawing/2014/main" id="{B1AF6846-F65D-758A-5025-7421D7A9A795}"/>
                  </a:ext>
                </a:extLst>
              </p:cNvPr>
              <p:cNvSpPr/>
              <p:nvPr/>
            </p:nvSpPr>
            <p:spPr>
              <a:xfrm>
                <a:off x="8254829" y="2932839"/>
                <a:ext cx="27849" cy="37481"/>
              </a:xfrm>
              <a:custGeom>
                <a:avLst/>
                <a:gdLst>
                  <a:gd name="connsiteX0" fmla="*/ 13925 w 27849"/>
                  <a:gd name="connsiteY0" fmla="*/ 37482 h 37481"/>
                  <a:gd name="connsiteX1" fmla="*/ 13925 w 27849"/>
                  <a:gd name="connsiteY1" fmla="*/ 37482 h 37481"/>
                  <a:gd name="connsiteX2" fmla="*/ 0 w 27849"/>
                  <a:gd name="connsiteY2" fmla="*/ 23557 h 37481"/>
                  <a:gd name="connsiteX3" fmla="*/ 0 w 27849"/>
                  <a:gd name="connsiteY3" fmla="*/ 13925 h 37481"/>
                  <a:gd name="connsiteX4" fmla="*/ 13925 w 27849"/>
                  <a:gd name="connsiteY4" fmla="*/ 0 h 37481"/>
                  <a:gd name="connsiteX5" fmla="*/ 13925 w 27849"/>
                  <a:gd name="connsiteY5" fmla="*/ 0 h 37481"/>
                  <a:gd name="connsiteX6" fmla="*/ 27850 w 27849"/>
                  <a:gd name="connsiteY6" fmla="*/ 13925 h 37481"/>
                  <a:gd name="connsiteX7" fmla="*/ 27850 w 27849"/>
                  <a:gd name="connsiteY7" fmla="*/ 23557 h 37481"/>
                  <a:gd name="connsiteX8" fmla="*/ 13925 w 27849"/>
                  <a:gd name="connsiteY8" fmla="*/ 37482 h 37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849" h="37481">
                    <a:moveTo>
                      <a:pt x="13925" y="37482"/>
                    </a:moveTo>
                    <a:lnTo>
                      <a:pt x="13925" y="37482"/>
                    </a:lnTo>
                    <a:cubicBezTo>
                      <a:pt x="6242" y="37482"/>
                      <a:pt x="0" y="31240"/>
                      <a:pt x="0" y="23557"/>
                    </a:cubicBezTo>
                    <a:lnTo>
                      <a:pt x="0" y="13925"/>
                    </a:lnTo>
                    <a:cubicBezTo>
                      <a:pt x="0" y="6242"/>
                      <a:pt x="6242" y="0"/>
                      <a:pt x="13925" y="0"/>
                    </a:cubicBezTo>
                    <a:lnTo>
                      <a:pt x="13925" y="0"/>
                    </a:lnTo>
                    <a:cubicBezTo>
                      <a:pt x="21608" y="0"/>
                      <a:pt x="27850" y="6242"/>
                      <a:pt x="27850" y="13925"/>
                    </a:cubicBezTo>
                    <a:lnTo>
                      <a:pt x="27850" y="23557"/>
                    </a:lnTo>
                    <a:cubicBezTo>
                      <a:pt x="27850" y="31240"/>
                      <a:pt x="21608" y="37482"/>
                      <a:pt x="13925" y="37482"/>
                    </a:cubicBezTo>
                    <a:close/>
                  </a:path>
                </a:pathLst>
              </a:custGeom>
              <a:noFill/>
              <a:ln w="8472" cap="flat">
                <a:solidFill>
                  <a:srgbClr val="01355A"/>
                </a:solidFill>
                <a:prstDash val="solid"/>
                <a:miter/>
              </a:ln>
            </p:spPr>
            <p:txBody>
              <a:bodyPr rtlCol="1" anchor="ctr"/>
              <a:lstStyle/>
              <a:p>
                <a:endParaRPr lang="ar-SA"/>
              </a:p>
            </p:txBody>
          </p:sp>
        </p:grpSp>
        <p:grpSp>
          <p:nvGrpSpPr>
            <p:cNvPr id="9688" name="رسم 8014">
              <a:extLst>
                <a:ext uri="{FF2B5EF4-FFF2-40B4-BE49-F238E27FC236}">
                  <a16:creationId xmlns:a16="http://schemas.microsoft.com/office/drawing/2014/main" id="{5D92F05D-30E4-2A66-C388-291D32E12290}"/>
                </a:ext>
              </a:extLst>
            </p:cNvPr>
            <p:cNvGrpSpPr/>
            <p:nvPr/>
          </p:nvGrpSpPr>
          <p:grpSpPr>
            <a:xfrm>
              <a:off x="8378798" y="2966466"/>
              <a:ext cx="201404" cy="163033"/>
              <a:chOff x="8378798" y="2966466"/>
              <a:chExt cx="201404" cy="163033"/>
            </a:xfrm>
            <a:noFill/>
          </p:grpSpPr>
          <p:sp>
            <p:nvSpPr>
              <p:cNvPr id="9692" name="شكل حر: شكل 10788">
                <a:extLst>
                  <a:ext uri="{FF2B5EF4-FFF2-40B4-BE49-F238E27FC236}">
                    <a16:creationId xmlns:a16="http://schemas.microsoft.com/office/drawing/2014/main" id="{F6E83A7E-D18D-B0E6-8484-2BC63281B873}"/>
                  </a:ext>
                </a:extLst>
              </p:cNvPr>
              <p:cNvSpPr/>
              <p:nvPr/>
            </p:nvSpPr>
            <p:spPr>
              <a:xfrm>
                <a:off x="8378798" y="2998736"/>
                <a:ext cx="90272" cy="43780"/>
              </a:xfrm>
              <a:custGeom>
                <a:avLst/>
                <a:gdLst>
                  <a:gd name="connsiteX0" fmla="*/ 90272 w 90272"/>
                  <a:gd name="connsiteY0" fmla="*/ 43781 h 43780"/>
                  <a:gd name="connsiteX1" fmla="*/ 0 w 90272"/>
                  <a:gd name="connsiteY1" fmla="*/ 0 h 43780"/>
                </a:gdLst>
                <a:ahLst/>
                <a:cxnLst>
                  <a:cxn ang="0">
                    <a:pos x="connsiteX0" y="connsiteY0"/>
                  </a:cxn>
                  <a:cxn ang="0">
                    <a:pos x="connsiteX1" y="connsiteY1"/>
                  </a:cxn>
                </a:cxnLst>
                <a:rect l="l" t="t" r="r" b="b"/>
                <a:pathLst>
                  <a:path w="90272" h="43780">
                    <a:moveTo>
                      <a:pt x="90272" y="43781"/>
                    </a:moveTo>
                    <a:lnTo>
                      <a:pt x="0" y="0"/>
                    </a:lnTo>
                  </a:path>
                </a:pathLst>
              </a:custGeom>
              <a:ln w="8472" cap="flat">
                <a:solidFill>
                  <a:srgbClr val="17A3A3"/>
                </a:solidFill>
                <a:prstDash val="solid"/>
                <a:miter/>
              </a:ln>
            </p:spPr>
            <p:txBody>
              <a:bodyPr rtlCol="1" anchor="ctr"/>
              <a:lstStyle/>
              <a:p>
                <a:endParaRPr lang="ar-SA"/>
              </a:p>
            </p:txBody>
          </p:sp>
          <p:sp>
            <p:nvSpPr>
              <p:cNvPr id="9693" name="شكل حر: شكل 10789">
                <a:extLst>
                  <a:ext uri="{FF2B5EF4-FFF2-40B4-BE49-F238E27FC236}">
                    <a16:creationId xmlns:a16="http://schemas.microsoft.com/office/drawing/2014/main" id="{E49627EE-BEBD-6685-F074-EBCB054CC4F7}"/>
                  </a:ext>
                </a:extLst>
              </p:cNvPr>
              <p:cNvSpPr/>
              <p:nvPr/>
            </p:nvSpPr>
            <p:spPr>
              <a:xfrm>
                <a:off x="8494491" y="3054832"/>
                <a:ext cx="85711" cy="74667"/>
              </a:xfrm>
              <a:custGeom>
                <a:avLst/>
                <a:gdLst>
                  <a:gd name="connsiteX0" fmla="*/ 0 w 85711"/>
                  <a:gd name="connsiteY0" fmla="*/ 0 h 74667"/>
                  <a:gd name="connsiteX1" fmla="*/ 36296 w 85711"/>
                  <a:gd name="connsiteY1" fmla="*/ 17597 h 74667"/>
                  <a:gd name="connsiteX2" fmla="*/ 74229 w 85711"/>
                  <a:gd name="connsiteY2" fmla="*/ 35985 h 74667"/>
                  <a:gd name="connsiteX3" fmla="*/ 83663 w 85711"/>
                  <a:gd name="connsiteY3" fmla="*/ 63185 h 74667"/>
                  <a:gd name="connsiteX4" fmla="*/ 83663 w 85711"/>
                  <a:gd name="connsiteY4" fmla="*/ 63185 h 74667"/>
                  <a:gd name="connsiteX5" fmla="*/ 56463 w 85711"/>
                  <a:gd name="connsiteY5" fmla="*/ 72619 h 74667"/>
                  <a:gd name="connsiteX6" fmla="*/ 36860 w 85711"/>
                  <a:gd name="connsiteY6" fmla="*/ 63100 h 74667"/>
                  <a:gd name="connsiteX7" fmla="*/ 27427 w 85711"/>
                  <a:gd name="connsiteY7" fmla="*/ 35900 h 74667"/>
                  <a:gd name="connsiteX8" fmla="*/ 36296 w 85711"/>
                  <a:gd name="connsiteY8" fmla="*/ 17597 h 74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711" h="74667">
                    <a:moveTo>
                      <a:pt x="0" y="0"/>
                    </a:moveTo>
                    <a:lnTo>
                      <a:pt x="36296" y="17597"/>
                    </a:lnTo>
                    <a:lnTo>
                      <a:pt x="74229" y="35985"/>
                    </a:lnTo>
                    <a:cubicBezTo>
                      <a:pt x="84341" y="40899"/>
                      <a:pt x="88578" y="53073"/>
                      <a:pt x="83663" y="63185"/>
                    </a:cubicBezTo>
                    <a:lnTo>
                      <a:pt x="83663" y="63185"/>
                    </a:lnTo>
                    <a:cubicBezTo>
                      <a:pt x="78749" y="73297"/>
                      <a:pt x="66575" y="77534"/>
                      <a:pt x="56463" y="72619"/>
                    </a:cubicBezTo>
                    <a:lnTo>
                      <a:pt x="36860" y="63100"/>
                    </a:lnTo>
                    <a:cubicBezTo>
                      <a:pt x="26748" y="58186"/>
                      <a:pt x="22512" y="46012"/>
                      <a:pt x="27427" y="35900"/>
                    </a:cubicBezTo>
                    <a:lnTo>
                      <a:pt x="36296" y="17597"/>
                    </a:lnTo>
                  </a:path>
                </a:pathLst>
              </a:custGeom>
              <a:noFill/>
              <a:ln w="8472" cap="flat">
                <a:solidFill>
                  <a:srgbClr val="17A3A3"/>
                </a:solidFill>
                <a:prstDash val="solid"/>
                <a:miter/>
              </a:ln>
            </p:spPr>
            <p:txBody>
              <a:bodyPr rtlCol="1" anchor="ctr"/>
              <a:lstStyle/>
              <a:p>
                <a:endParaRPr lang="ar-SA"/>
              </a:p>
            </p:txBody>
          </p:sp>
          <p:sp>
            <p:nvSpPr>
              <p:cNvPr id="9694" name="شكل حر: شكل 10790">
                <a:extLst>
                  <a:ext uri="{FF2B5EF4-FFF2-40B4-BE49-F238E27FC236}">
                    <a16:creationId xmlns:a16="http://schemas.microsoft.com/office/drawing/2014/main" id="{16F1DE13-56FB-7297-9D0D-8B86A7EA7F92}"/>
                  </a:ext>
                </a:extLst>
              </p:cNvPr>
              <p:cNvSpPr/>
              <p:nvPr/>
            </p:nvSpPr>
            <p:spPr>
              <a:xfrm>
                <a:off x="8378798" y="3053702"/>
                <a:ext cx="89848" cy="43582"/>
              </a:xfrm>
              <a:custGeom>
                <a:avLst/>
                <a:gdLst>
                  <a:gd name="connsiteX0" fmla="*/ 89849 w 89848"/>
                  <a:gd name="connsiteY0" fmla="*/ 0 h 43582"/>
                  <a:gd name="connsiteX1" fmla="*/ 0 w 89848"/>
                  <a:gd name="connsiteY1" fmla="*/ 43583 h 43582"/>
                </a:gdLst>
                <a:ahLst/>
                <a:cxnLst>
                  <a:cxn ang="0">
                    <a:pos x="connsiteX0" y="connsiteY0"/>
                  </a:cxn>
                  <a:cxn ang="0">
                    <a:pos x="connsiteX1" y="connsiteY1"/>
                  </a:cxn>
                </a:cxnLst>
                <a:rect l="l" t="t" r="r" b="b"/>
                <a:pathLst>
                  <a:path w="89848" h="43582">
                    <a:moveTo>
                      <a:pt x="89849" y="0"/>
                    </a:moveTo>
                    <a:lnTo>
                      <a:pt x="0" y="43583"/>
                    </a:lnTo>
                  </a:path>
                </a:pathLst>
              </a:custGeom>
              <a:ln w="8472" cap="flat">
                <a:solidFill>
                  <a:srgbClr val="17A3A3"/>
                </a:solidFill>
                <a:prstDash val="solid"/>
                <a:miter/>
              </a:ln>
            </p:spPr>
            <p:txBody>
              <a:bodyPr rtlCol="1" anchor="ctr"/>
              <a:lstStyle/>
              <a:p>
                <a:endParaRPr lang="ar-SA"/>
              </a:p>
            </p:txBody>
          </p:sp>
          <p:sp>
            <p:nvSpPr>
              <p:cNvPr id="9695" name="شكل حر: شكل 10791">
                <a:extLst>
                  <a:ext uri="{FF2B5EF4-FFF2-40B4-BE49-F238E27FC236}">
                    <a16:creationId xmlns:a16="http://schemas.microsoft.com/office/drawing/2014/main" id="{46E7B19A-FE07-8340-5152-53D0C2F16502}"/>
                  </a:ext>
                </a:extLst>
              </p:cNvPr>
              <p:cNvSpPr/>
              <p:nvPr/>
            </p:nvSpPr>
            <p:spPr>
              <a:xfrm>
                <a:off x="8493955" y="2966466"/>
                <a:ext cx="86219" cy="74949"/>
              </a:xfrm>
              <a:custGeom>
                <a:avLst/>
                <a:gdLst>
                  <a:gd name="connsiteX0" fmla="*/ 0 w 86219"/>
                  <a:gd name="connsiteY0" fmla="*/ 74950 h 74949"/>
                  <a:gd name="connsiteX1" fmla="*/ 37058 w 86219"/>
                  <a:gd name="connsiteY1" fmla="*/ 56986 h 74949"/>
                  <a:gd name="connsiteX2" fmla="*/ 39600 w 86219"/>
                  <a:gd name="connsiteY2" fmla="*/ 55743 h 74949"/>
                  <a:gd name="connsiteX3" fmla="*/ 74737 w 86219"/>
                  <a:gd name="connsiteY3" fmla="*/ 38682 h 74949"/>
                  <a:gd name="connsiteX4" fmla="*/ 84172 w 86219"/>
                  <a:gd name="connsiteY4" fmla="*/ 11482 h 74949"/>
                  <a:gd name="connsiteX5" fmla="*/ 84172 w 86219"/>
                  <a:gd name="connsiteY5" fmla="*/ 11482 h 74949"/>
                  <a:gd name="connsiteX6" fmla="*/ 56971 w 86219"/>
                  <a:gd name="connsiteY6" fmla="*/ 2048 h 74949"/>
                  <a:gd name="connsiteX7" fmla="*/ 37369 w 86219"/>
                  <a:gd name="connsiteY7" fmla="*/ 11567 h 74949"/>
                  <a:gd name="connsiteX8" fmla="*/ 27935 w 86219"/>
                  <a:gd name="connsiteY8" fmla="*/ 38767 h 74949"/>
                  <a:gd name="connsiteX9" fmla="*/ 27935 w 86219"/>
                  <a:gd name="connsiteY9" fmla="*/ 38767 h 74949"/>
                  <a:gd name="connsiteX10" fmla="*/ 38244 w 86219"/>
                  <a:gd name="connsiteY10" fmla="*/ 56392 h 74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6219" h="74949">
                    <a:moveTo>
                      <a:pt x="0" y="74950"/>
                    </a:moveTo>
                    <a:lnTo>
                      <a:pt x="37058" y="56986"/>
                    </a:lnTo>
                    <a:lnTo>
                      <a:pt x="39600" y="55743"/>
                    </a:lnTo>
                    <a:lnTo>
                      <a:pt x="74737" y="38682"/>
                    </a:lnTo>
                    <a:cubicBezTo>
                      <a:pt x="84850" y="33768"/>
                      <a:pt x="89086" y="21594"/>
                      <a:pt x="84172" y="11482"/>
                    </a:cubicBezTo>
                    <a:lnTo>
                      <a:pt x="84172" y="11482"/>
                    </a:lnTo>
                    <a:cubicBezTo>
                      <a:pt x="79257" y="1370"/>
                      <a:pt x="67083" y="-2867"/>
                      <a:pt x="56971" y="2048"/>
                    </a:cubicBezTo>
                    <a:lnTo>
                      <a:pt x="37369" y="11567"/>
                    </a:lnTo>
                    <a:cubicBezTo>
                      <a:pt x="27257" y="16481"/>
                      <a:pt x="23020" y="28655"/>
                      <a:pt x="27935" y="38767"/>
                    </a:cubicBezTo>
                    <a:lnTo>
                      <a:pt x="27935" y="38767"/>
                    </a:lnTo>
                    <a:lnTo>
                      <a:pt x="38244" y="56392"/>
                    </a:lnTo>
                  </a:path>
                </a:pathLst>
              </a:custGeom>
              <a:noFill/>
              <a:ln w="8472" cap="flat">
                <a:solidFill>
                  <a:srgbClr val="17A3A3"/>
                </a:solidFill>
                <a:prstDash val="solid"/>
                <a:miter/>
              </a:ln>
            </p:spPr>
            <p:txBody>
              <a:bodyPr rtlCol="1" anchor="ctr"/>
              <a:lstStyle/>
              <a:p>
                <a:endParaRPr lang="ar-SA"/>
              </a:p>
            </p:txBody>
          </p:sp>
          <p:sp>
            <p:nvSpPr>
              <p:cNvPr id="9696" name="شكل حر: شكل 10792">
                <a:extLst>
                  <a:ext uri="{FF2B5EF4-FFF2-40B4-BE49-F238E27FC236}">
                    <a16:creationId xmlns:a16="http://schemas.microsoft.com/office/drawing/2014/main" id="{78A7FF3C-837B-7B8B-D024-45A8094ED07C}"/>
                  </a:ext>
                </a:extLst>
              </p:cNvPr>
              <p:cNvSpPr/>
              <p:nvPr/>
            </p:nvSpPr>
            <p:spPr>
              <a:xfrm>
                <a:off x="8467687" y="3034523"/>
                <a:ext cx="28245" cy="28245"/>
              </a:xfrm>
              <a:custGeom>
                <a:avLst/>
                <a:gdLst>
                  <a:gd name="connsiteX0" fmla="*/ 0 w 28245"/>
                  <a:gd name="connsiteY0" fmla="*/ 14123 h 28245"/>
                  <a:gd name="connsiteX1" fmla="*/ 14123 w 28245"/>
                  <a:gd name="connsiteY1" fmla="*/ 0 h 28245"/>
                  <a:gd name="connsiteX2" fmla="*/ 28245 w 28245"/>
                  <a:gd name="connsiteY2" fmla="*/ 14123 h 28245"/>
                  <a:gd name="connsiteX3" fmla="*/ 14123 w 28245"/>
                  <a:gd name="connsiteY3" fmla="*/ 28245 h 28245"/>
                  <a:gd name="connsiteX4" fmla="*/ 0 w 28245"/>
                  <a:gd name="connsiteY4" fmla="*/ 14123 h 28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245" h="28245">
                    <a:moveTo>
                      <a:pt x="0" y="14123"/>
                    </a:moveTo>
                    <a:cubicBezTo>
                      <a:pt x="0" y="6327"/>
                      <a:pt x="6327" y="0"/>
                      <a:pt x="14123" y="0"/>
                    </a:cubicBezTo>
                    <a:cubicBezTo>
                      <a:pt x="21919" y="0"/>
                      <a:pt x="28245" y="6327"/>
                      <a:pt x="28245" y="14123"/>
                    </a:cubicBezTo>
                    <a:cubicBezTo>
                      <a:pt x="28245" y="21919"/>
                      <a:pt x="21919" y="28245"/>
                      <a:pt x="14123" y="28245"/>
                    </a:cubicBezTo>
                    <a:cubicBezTo>
                      <a:pt x="6327" y="28245"/>
                      <a:pt x="0" y="21919"/>
                      <a:pt x="0" y="14123"/>
                    </a:cubicBezTo>
                    <a:close/>
                  </a:path>
                </a:pathLst>
              </a:custGeom>
              <a:noFill/>
              <a:ln w="8472" cap="flat">
                <a:solidFill>
                  <a:srgbClr val="17A3A3"/>
                </a:solidFill>
                <a:prstDash val="solid"/>
                <a:miter/>
              </a:ln>
            </p:spPr>
            <p:txBody>
              <a:bodyPr rtlCol="1" anchor="ctr"/>
              <a:lstStyle/>
              <a:p>
                <a:endParaRPr lang="ar-SA"/>
              </a:p>
            </p:txBody>
          </p:sp>
        </p:grpSp>
        <p:sp>
          <p:nvSpPr>
            <p:cNvPr id="9689" name="شكل حر: شكل 10793">
              <a:extLst>
                <a:ext uri="{FF2B5EF4-FFF2-40B4-BE49-F238E27FC236}">
                  <a16:creationId xmlns:a16="http://schemas.microsoft.com/office/drawing/2014/main" id="{E662FACF-5001-3242-E85A-8FAFE237501C}"/>
                </a:ext>
              </a:extLst>
            </p:cNvPr>
            <p:cNvSpPr/>
            <p:nvPr/>
          </p:nvSpPr>
          <p:spPr>
            <a:xfrm>
              <a:off x="8225002" y="2895330"/>
              <a:ext cx="234267" cy="153316"/>
            </a:xfrm>
            <a:custGeom>
              <a:avLst/>
              <a:gdLst>
                <a:gd name="connsiteX0" fmla="*/ 157638 w 234267"/>
                <a:gd name="connsiteY0" fmla="*/ 153316 h 153316"/>
                <a:gd name="connsiteX1" fmla="*/ 0 w 234267"/>
                <a:gd name="connsiteY1" fmla="*/ 153316 h 153316"/>
                <a:gd name="connsiteX2" fmla="*/ 0 w 234267"/>
                <a:gd name="connsiteY2" fmla="*/ 0 h 153316"/>
                <a:gd name="connsiteX3" fmla="*/ 234268 w 234267"/>
                <a:gd name="connsiteY3" fmla="*/ 0 h 153316"/>
                <a:gd name="connsiteX4" fmla="*/ 234268 w 234267"/>
                <a:gd name="connsiteY4" fmla="*/ 110637 h 153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4267" h="153316">
                  <a:moveTo>
                    <a:pt x="157638" y="153316"/>
                  </a:moveTo>
                  <a:lnTo>
                    <a:pt x="0" y="153316"/>
                  </a:lnTo>
                  <a:lnTo>
                    <a:pt x="0" y="0"/>
                  </a:lnTo>
                  <a:lnTo>
                    <a:pt x="234268" y="0"/>
                  </a:lnTo>
                  <a:lnTo>
                    <a:pt x="234268" y="110637"/>
                  </a:lnTo>
                </a:path>
              </a:pathLst>
            </a:custGeom>
            <a:noFill/>
            <a:ln w="8472" cap="flat">
              <a:solidFill>
                <a:srgbClr val="01355A"/>
              </a:solidFill>
              <a:prstDash val="solid"/>
              <a:miter/>
            </a:ln>
          </p:spPr>
          <p:txBody>
            <a:bodyPr rtlCol="1" anchor="ctr"/>
            <a:lstStyle/>
            <a:p>
              <a:endParaRPr lang="ar-SA"/>
            </a:p>
          </p:txBody>
        </p:sp>
        <p:sp>
          <p:nvSpPr>
            <p:cNvPr id="9690" name="شكل حر: شكل 10794">
              <a:extLst>
                <a:ext uri="{FF2B5EF4-FFF2-40B4-BE49-F238E27FC236}">
                  <a16:creationId xmlns:a16="http://schemas.microsoft.com/office/drawing/2014/main" id="{ECEF76C3-E953-ADB1-9FCB-7DC609E19798}"/>
                </a:ext>
              </a:extLst>
            </p:cNvPr>
            <p:cNvSpPr/>
            <p:nvPr/>
          </p:nvSpPr>
          <p:spPr>
            <a:xfrm>
              <a:off x="8396819" y="3048646"/>
              <a:ext cx="44175" cy="2824"/>
            </a:xfrm>
            <a:custGeom>
              <a:avLst/>
              <a:gdLst>
                <a:gd name="connsiteX0" fmla="*/ 0 w 44175"/>
                <a:gd name="connsiteY0" fmla="*/ 0 h 2824"/>
                <a:gd name="connsiteX1" fmla="*/ 44176 w 44175"/>
                <a:gd name="connsiteY1" fmla="*/ 0 h 2824"/>
              </a:gdLst>
              <a:ahLst/>
              <a:cxnLst>
                <a:cxn ang="0">
                  <a:pos x="connsiteX0" y="connsiteY0"/>
                </a:cxn>
                <a:cxn ang="0">
                  <a:pos x="connsiteX1" y="connsiteY1"/>
                </a:cxn>
              </a:cxnLst>
              <a:rect l="l" t="t" r="r" b="b"/>
              <a:pathLst>
                <a:path w="44175" h="2824">
                  <a:moveTo>
                    <a:pt x="0" y="0"/>
                  </a:moveTo>
                  <a:lnTo>
                    <a:pt x="44176" y="0"/>
                  </a:lnTo>
                </a:path>
              </a:pathLst>
            </a:custGeom>
            <a:ln w="8472" cap="flat">
              <a:solidFill>
                <a:srgbClr val="01355A"/>
              </a:solidFill>
              <a:prstDash val="solid"/>
              <a:miter/>
            </a:ln>
          </p:spPr>
          <p:txBody>
            <a:bodyPr rtlCol="1" anchor="ctr"/>
            <a:lstStyle/>
            <a:p>
              <a:endParaRPr lang="ar-SA"/>
            </a:p>
          </p:txBody>
        </p:sp>
        <p:sp>
          <p:nvSpPr>
            <p:cNvPr id="9691" name="شكل حر: شكل 10795">
              <a:extLst>
                <a:ext uri="{FF2B5EF4-FFF2-40B4-BE49-F238E27FC236}">
                  <a16:creationId xmlns:a16="http://schemas.microsoft.com/office/drawing/2014/main" id="{8C9C24AD-DDCF-9B3D-CD7D-FE798156396F}"/>
                </a:ext>
              </a:extLst>
            </p:cNvPr>
            <p:cNvSpPr/>
            <p:nvPr/>
          </p:nvSpPr>
          <p:spPr>
            <a:xfrm>
              <a:off x="8262427" y="2864853"/>
              <a:ext cx="233505" cy="108801"/>
            </a:xfrm>
            <a:custGeom>
              <a:avLst/>
              <a:gdLst>
                <a:gd name="connsiteX0" fmla="*/ 0 w 233505"/>
                <a:gd name="connsiteY0" fmla="*/ 30477 h 108801"/>
                <a:gd name="connsiteX1" fmla="*/ 0 w 233505"/>
                <a:gd name="connsiteY1" fmla="*/ 0 h 108801"/>
                <a:gd name="connsiteX2" fmla="*/ 233505 w 233505"/>
                <a:gd name="connsiteY2" fmla="*/ 0 h 108801"/>
                <a:gd name="connsiteX3" fmla="*/ 233505 w 233505"/>
                <a:gd name="connsiteY3" fmla="*/ 108802 h 108801"/>
              </a:gdLst>
              <a:ahLst/>
              <a:cxnLst>
                <a:cxn ang="0">
                  <a:pos x="connsiteX0" y="connsiteY0"/>
                </a:cxn>
                <a:cxn ang="0">
                  <a:pos x="connsiteX1" y="connsiteY1"/>
                </a:cxn>
                <a:cxn ang="0">
                  <a:pos x="connsiteX2" y="connsiteY2"/>
                </a:cxn>
                <a:cxn ang="0">
                  <a:pos x="connsiteX3" y="connsiteY3"/>
                </a:cxn>
              </a:cxnLst>
              <a:rect l="l" t="t" r="r" b="b"/>
              <a:pathLst>
                <a:path w="233505" h="108801">
                  <a:moveTo>
                    <a:pt x="0" y="30477"/>
                  </a:moveTo>
                  <a:lnTo>
                    <a:pt x="0" y="0"/>
                  </a:lnTo>
                  <a:lnTo>
                    <a:pt x="233505" y="0"/>
                  </a:lnTo>
                  <a:lnTo>
                    <a:pt x="233505" y="108802"/>
                  </a:lnTo>
                </a:path>
              </a:pathLst>
            </a:custGeom>
            <a:noFill/>
            <a:ln w="8472" cap="flat">
              <a:solidFill>
                <a:srgbClr val="01355A"/>
              </a:solidFill>
              <a:prstDash val="solid"/>
              <a:miter/>
            </a:ln>
          </p:spPr>
          <p:txBody>
            <a:bodyPr rtlCol="1" anchor="ctr"/>
            <a:lstStyle/>
            <a:p>
              <a:endParaRPr lang="ar-SA"/>
            </a:p>
          </p:txBody>
        </p:sp>
      </p:grpSp>
      <p:grpSp>
        <p:nvGrpSpPr>
          <p:cNvPr id="9700" name="رسم 8014">
            <a:extLst>
              <a:ext uri="{FF2B5EF4-FFF2-40B4-BE49-F238E27FC236}">
                <a16:creationId xmlns:a16="http://schemas.microsoft.com/office/drawing/2014/main" id="{D3355037-5F1B-6E91-FC2A-7B005C765F1C}"/>
              </a:ext>
            </a:extLst>
          </p:cNvPr>
          <p:cNvGrpSpPr/>
          <p:nvPr/>
        </p:nvGrpSpPr>
        <p:grpSpPr>
          <a:xfrm>
            <a:off x="5897125" y="5710586"/>
            <a:ext cx="302091" cy="269335"/>
            <a:chOff x="6130261" y="5429796"/>
            <a:chExt cx="361089" cy="341713"/>
          </a:xfrm>
          <a:noFill/>
        </p:grpSpPr>
        <p:grpSp>
          <p:nvGrpSpPr>
            <p:cNvPr id="9701" name="رسم 8014">
              <a:extLst>
                <a:ext uri="{FF2B5EF4-FFF2-40B4-BE49-F238E27FC236}">
                  <a16:creationId xmlns:a16="http://schemas.microsoft.com/office/drawing/2014/main" id="{1D8F86E9-FA70-0B20-7B10-6E6D38C9F053}"/>
                </a:ext>
              </a:extLst>
            </p:cNvPr>
            <p:cNvGrpSpPr/>
            <p:nvPr/>
          </p:nvGrpSpPr>
          <p:grpSpPr>
            <a:xfrm>
              <a:off x="6273974" y="5489987"/>
              <a:ext cx="71997" cy="65275"/>
              <a:chOff x="6273974" y="5489987"/>
              <a:chExt cx="71997" cy="65275"/>
            </a:xfrm>
            <a:noFill/>
          </p:grpSpPr>
          <p:sp>
            <p:nvSpPr>
              <p:cNvPr id="9719" name="شكل حر: شكل 10798">
                <a:extLst>
                  <a:ext uri="{FF2B5EF4-FFF2-40B4-BE49-F238E27FC236}">
                    <a16:creationId xmlns:a16="http://schemas.microsoft.com/office/drawing/2014/main" id="{16275867-B08D-0AF1-3F49-A49FD0E5859C}"/>
                  </a:ext>
                </a:extLst>
              </p:cNvPr>
              <p:cNvSpPr/>
              <p:nvPr/>
            </p:nvSpPr>
            <p:spPr>
              <a:xfrm>
                <a:off x="6291656" y="5489987"/>
                <a:ext cx="35843" cy="65275"/>
              </a:xfrm>
              <a:custGeom>
                <a:avLst/>
                <a:gdLst>
                  <a:gd name="connsiteX0" fmla="*/ 0 w 35843"/>
                  <a:gd name="connsiteY0" fmla="*/ 65275 h 65275"/>
                  <a:gd name="connsiteX1" fmla="*/ 35843 w 35843"/>
                  <a:gd name="connsiteY1" fmla="*/ 0 h 65275"/>
                </a:gdLst>
                <a:ahLst/>
                <a:cxnLst>
                  <a:cxn ang="0">
                    <a:pos x="connsiteX0" y="connsiteY0"/>
                  </a:cxn>
                  <a:cxn ang="0">
                    <a:pos x="connsiteX1" y="connsiteY1"/>
                  </a:cxn>
                </a:cxnLst>
                <a:rect l="l" t="t" r="r" b="b"/>
                <a:pathLst>
                  <a:path w="35843" h="65275">
                    <a:moveTo>
                      <a:pt x="0" y="65275"/>
                    </a:moveTo>
                    <a:lnTo>
                      <a:pt x="35843" y="0"/>
                    </a:lnTo>
                  </a:path>
                </a:pathLst>
              </a:custGeom>
              <a:ln w="8472" cap="flat">
                <a:solidFill>
                  <a:srgbClr val="01355A"/>
                </a:solidFill>
                <a:prstDash val="solid"/>
                <a:miter/>
              </a:ln>
            </p:spPr>
            <p:txBody>
              <a:bodyPr rtlCol="1" anchor="ctr"/>
              <a:lstStyle/>
              <a:p>
                <a:endParaRPr lang="ar-SA"/>
              </a:p>
            </p:txBody>
          </p:sp>
          <p:sp>
            <p:nvSpPr>
              <p:cNvPr id="9720" name="شكل حر: شكل 10799">
                <a:extLst>
                  <a:ext uri="{FF2B5EF4-FFF2-40B4-BE49-F238E27FC236}">
                    <a16:creationId xmlns:a16="http://schemas.microsoft.com/office/drawing/2014/main" id="{4DB272B5-55A4-0AAA-6D3B-010E307DCA1C}"/>
                  </a:ext>
                </a:extLst>
              </p:cNvPr>
              <p:cNvSpPr/>
              <p:nvPr/>
            </p:nvSpPr>
            <p:spPr>
              <a:xfrm>
                <a:off x="6322754" y="5523994"/>
                <a:ext cx="23217" cy="31267"/>
              </a:xfrm>
              <a:custGeom>
                <a:avLst/>
                <a:gdLst>
                  <a:gd name="connsiteX0" fmla="*/ 11609 w 23217"/>
                  <a:gd name="connsiteY0" fmla="*/ 31268 h 31267"/>
                  <a:gd name="connsiteX1" fmla="*/ 11609 w 23217"/>
                  <a:gd name="connsiteY1" fmla="*/ 31268 h 31267"/>
                  <a:gd name="connsiteX2" fmla="*/ 0 w 23217"/>
                  <a:gd name="connsiteY2" fmla="*/ 19659 h 31267"/>
                  <a:gd name="connsiteX3" fmla="*/ 0 w 23217"/>
                  <a:gd name="connsiteY3" fmla="*/ 11609 h 31267"/>
                  <a:gd name="connsiteX4" fmla="*/ 11609 w 23217"/>
                  <a:gd name="connsiteY4" fmla="*/ 0 h 31267"/>
                  <a:gd name="connsiteX5" fmla="*/ 11609 w 23217"/>
                  <a:gd name="connsiteY5" fmla="*/ 0 h 31267"/>
                  <a:gd name="connsiteX6" fmla="*/ 23218 w 23217"/>
                  <a:gd name="connsiteY6" fmla="*/ 11609 h 31267"/>
                  <a:gd name="connsiteX7" fmla="*/ 23218 w 23217"/>
                  <a:gd name="connsiteY7" fmla="*/ 19659 h 31267"/>
                  <a:gd name="connsiteX8" fmla="*/ 11609 w 23217"/>
                  <a:gd name="connsiteY8" fmla="*/ 31268 h 31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217" h="31267">
                    <a:moveTo>
                      <a:pt x="11609" y="31268"/>
                    </a:moveTo>
                    <a:lnTo>
                      <a:pt x="11609" y="31268"/>
                    </a:lnTo>
                    <a:cubicBezTo>
                      <a:pt x="5197" y="31268"/>
                      <a:pt x="0" y="26071"/>
                      <a:pt x="0" y="19659"/>
                    </a:cubicBezTo>
                    <a:lnTo>
                      <a:pt x="0" y="11609"/>
                    </a:lnTo>
                    <a:cubicBezTo>
                      <a:pt x="0" y="5197"/>
                      <a:pt x="5197" y="0"/>
                      <a:pt x="11609" y="0"/>
                    </a:cubicBezTo>
                    <a:lnTo>
                      <a:pt x="11609" y="0"/>
                    </a:lnTo>
                    <a:cubicBezTo>
                      <a:pt x="18021" y="0"/>
                      <a:pt x="23218" y="5197"/>
                      <a:pt x="23218" y="11609"/>
                    </a:cubicBezTo>
                    <a:lnTo>
                      <a:pt x="23218" y="19659"/>
                    </a:lnTo>
                    <a:cubicBezTo>
                      <a:pt x="23218" y="26071"/>
                      <a:pt x="18021" y="31268"/>
                      <a:pt x="11609" y="31268"/>
                    </a:cubicBezTo>
                    <a:close/>
                  </a:path>
                </a:pathLst>
              </a:custGeom>
              <a:noFill/>
              <a:ln w="8472" cap="flat">
                <a:solidFill>
                  <a:srgbClr val="01355A"/>
                </a:solidFill>
                <a:prstDash val="solid"/>
                <a:miter/>
              </a:ln>
            </p:spPr>
            <p:txBody>
              <a:bodyPr rtlCol="1" anchor="ctr"/>
              <a:lstStyle/>
              <a:p>
                <a:endParaRPr lang="ar-SA"/>
              </a:p>
            </p:txBody>
          </p:sp>
          <p:sp>
            <p:nvSpPr>
              <p:cNvPr id="9721" name="شكل حر: شكل 10800">
                <a:extLst>
                  <a:ext uri="{FF2B5EF4-FFF2-40B4-BE49-F238E27FC236}">
                    <a16:creationId xmlns:a16="http://schemas.microsoft.com/office/drawing/2014/main" id="{7C46BFA9-F9BD-29CB-9C12-2B8A65327EA4}"/>
                  </a:ext>
                </a:extLst>
              </p:cNvPr>
              <p:cNvSpPr/>
              <p:nvPr/>
            </p:nvSpPr>
            <p:spPr>
              <a:xfrm>
                <a:off x="6273974" y="5489987"/>
                <a:ext cx="23217" cy="31267"/>
              </a:xfrm>
              <a:custGeom>
                <a:avLst/>
                <a:gdLst>
                  <a:gd name="connsiteX0" fmla="*/ 11609 w 23217"/>
                  <a:gd name="connsiteY0" fmla="*/ 31268 h 31267"/>
                  <a:gd name="connsiteX1" fmla="*/ 11609 w 23217"/>
                  <a:gd name="connsiteY1" fmla="*/ 31268 h 31267"/>
                  <a:gd name="connsiteX2" fmla="*/ 0 w 23217"/>
                  <a:gd name="connsiteY2" fmla="*/ 19659 h 31267"/>
                  <a:gd name="connsiteX3" fmla="*/ 0 w 23217"/>
                  <a:gd name="connsiteY3" fmla="*/ 11609 h 31267"/>
                  <a:gd name="connsiteX4" fmla="*/ 11609 w 23217"/>
                  <a:gd name="connsiteY4" fmla="*/ 0 h 31267"/>
                  <a:gd name="connsiteX5" fmla="*/ 11609 w 23217"/>
                  <a:gd name="connsiteY5" fmla="*/ 0 h 31267"/>
                  <a:gd name="connsiteX6" fmla="*/ 23218 w 23217"/>
                  <a:gd name="connsiteY6" fmla="*/ 11609 h 31267"/>
                  <a:gd name="connsiteX7" fmla="*/ 23218 w 23217"/>
                  <a:gd name="connsiteY7" fmla="*/ 19659 h 31267"/>
                  <a:gd name="connsiteX8" fmla="*/ 11609 w 23217"/>
                  <a:gd name="connsiteY8" fmla="*/ 31268 h 31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217" h="31267">
                    <a:moveTo>
                      <a:pt x="11609" y="31268"/>
                    </a:moveTo>
                    <a:lnTo>
                      <a:pt x="11609" y="31268"/>
                    </a:lnTo>
                    <a:cubicBezTo>
                      <a:pt x="5197" y="31268"/>
                      <a:pt x="0" y="26071"/>
                      <a:pt x="0" y="19659"/>
                    </a:cubicBezTo>
                    <a:lnTo>
                      <a:pt x="0" y="11609"/>
                    </a:lnTo>
                    <a:cubicBezTo>
                      <a:pt x="0" y="5197"/>
                      <a:pt x="5197" y="0"/>
                      <a:pt x="11609" y="0"/>
                    </a:cubicBezTo>
                    <a:lnTo>
                      <a:pt x="11609" y="0"/>
                    </a:lnTo>
                    <a:cubicBezTo>
                      <a:pt x="18021" y="0"/>
                      <a:pt x="23218" y="5197"/>
                      <a:pt x="23218" y="11609"/>
                    </a:cubicBezTo>
                    <a:lnTo>
                      <a:pt x="23218" y="19659"/>
                    </a:lnTo>
                    <a:cubicBezTo>
                      <a:pt x="23218" y="26071"/>
                      <a:pt x="18021" y="31268"/>
                      <a:pt x="11609" y="31268"/>
                    </a:cubicBezTo>
                    <a:close/>
                  </a:path>
                </a:pathLst>
              </a:custGeom>
              <a:noFill/>
              <a:ln w="8472" cap="flat">
                <a:solidFill>
                  <a:srgbClr val="01355A"/>
                </a:solidFill>
                <a:prstDash val="solid"/>
                <a:miter/>
              </a:ln>
            </p:spPr>
            <p:txBody>
              <a:bodyPr rtlCol="1" anchor="ctr"/>
              <a:lstStyle/>
              <a:p>
                <a:endParaRPr lang="ar-SA"/>
              </a:p>
            </p:txBody>
          </p:sp>
        </p:grpSp>
        <p:sp>
          <p:nvSpPr>
            <p:cNvPr id="9702" name="شكل حر: شكل 10801">
              <a:extLst>
                <a:ext uri="{FF2B5EF4-FFF2-40B4-BE49-F238E27FC236}">
                  <a16:creationId xmlns:a16="http://schemas.microsoft.com/office/drawing/2014/main" id="{5A078C1F-9EED-BB0E-FA4E-BF2AEFEA4589}"/>
                </a:ext>
              </a:extLst>
            </p:cNvPr>
            <p:cNvSpPr/>
            <p:nvPr/>
          </p:nvSpPr>
          <p:spPr>
            <a:xfrm>
              <a:off x="6236464" y="5429796"/>
              <a:ext cx="147045" cy="176138"/>
            </a:xfrm>
            <a:custGeom>
              <a:avLst/>
              <a:gdLst>
                <a:gd name="connsiteX0" fmla="*/ 147046 w 147045"/>
                <a:gd name="connsiteY0" fmla="*/ 88069 h 176138"/>
                <a:gd name="connsiteX1" fmla="*/ 73523 w 147045"/>
                <a:gd name="connsiteY1" fmla="*/ 176139 h 176138"/>
                <a:gd name="connsiteX2" fmla="*/ 0 w 147045"/>
                <a:gd name="connsiteY2" fmla="*/ 88069 h 176138"/>
                <a:gd name="connsiteX3" fmla="*/ 73523 w 147045"/>
                <a:gd name="connsiteY3" fmla="*/ 0 h 176138"/>
                <a:gd name="connsiteX4" fmla="*/ 147046 w 147045"/>
                <a:gd name="connsiteY4" fmla="*/ 88069 h 176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045" h="176138">
                  <a:moveTo>
                    <a:pt x="147046" y="88069"/>
                  </a:moveTo>
                  <a:cubicBezTo>
                    <a:pt x="147046" y="136709"/>
                    <a:pt x="114129" y="176139"/>
                    <a:pt x="73523" y="176139"/>
                  </a:cubicBezTo>
                  <a:cubicBezTo>
                    <a:pt x="32917" y="176139"/>
                    <a:pt x="0" y="136709"/>
                    <a:pt x="0" y="88069"/>
                  </a:cubicBezTo>
                  <a:cubicBezTo>
                    <a:pt x="0" y="39430"/>
                    <a:pt x="32917" y="0"/>
                    <a:pt x="73523" y="0"/>
                  </a:cubicBezTo>
                  <a:cubicBezTo>
                    <a:pt x="114129" y="0"/>
                    <a:pt x="147046" y="39430"/>
                    <a:pt x="147046" y="88069"/>
                  </a:cubicBezTo>
                  <a:close/>
                </a:path>
              </a:pathLst>
            </a:custGeom>
            <a:noFill/>
            <a:ln w="8472" cap="flat">
              <a:solidFill>
                <a:srgbClr val="17A3A3"/>
              </a:solidFill>
              <a:prstDash val="solid"/>
              <a:miter/>
            </a:ln>
          </p:spPr>
          <p:txBody>
            <a:bodyPr rtlCol="1" anchor="ctr"/>
            <a:lstStyle/>
            <a:p>
              <a:endParaRPr lang="ar-SA"/>
            </a:p>
          </p:txBody>
        </p:sp>
        <p:sp>
          <p:nvSpPr>
            <p:cNvPr id="9703" name="شكل حر: شكل 10802">
              <a:extLst>
                <a:ext uri="{FF2B5EF4-FFF2-40B4-BE49-F238E27FC236}">
                  <a16:creationId xmlns:a16="http://schemas.microsoft.com/office/drawing/2014/main" id="{2A8B74BD-DC54-6E98-2277-2A47B806C28A}"/>
                </a:ext>
              </a:extLst>
            </p:cNvPr>
            <p:cNvSpPr/>
            <p:nvPr/>
          </p:nvSpPr>
          <p:spPr>
            <a:xfrm>
              <a:off x="6275904" y="5599861"/>
              <a:ext cx="69139" cy="31047"/>
            </a:xfrm>
            <a:custGeom>
              <a:avLst/>
              <a:gdLst>
                <a:gd name="connsiteX0" fmla="*/ 61849 w 69139"/>
                <a:gd name="connsiteY0" fmla="*/ 0 h 31047"/>
                <a:gd name="connsiteX1" fmla="*/ 68345 w 69139"/>
                <a:gd name="connsiteY1" fmla="*/ 16298 h 31047"/>
                <a:gd name="connsiteX2" fmla="*/ 54900 w 69139"/>
                <a:gd name="connsiteY2" fmla="*/ 30449 h 31047"/>
                <a:gd name="connsiteX3" fmla="*/ 33914 w 69139"/>
                <a:gd name="connsiteY3" fmla="*/ 23275 h 31047"/>
                <a:gd name="connsiteX4" fmla="*/ 14255 w 69139"/>
                <a:gd name="connsiteY4" fmla="*/ 29969 h 31047"/>
                <a:gd name="connsiteX5" fmla="*/ 980 w 69139"/>
                <a:gd name="connsiteY5" fmla="*/ 15394 h 31047"/>
                <a:gd name="connsiteX6" fmla="*/ 7674 w 69139"/>
                <a:gd name="connsiteY6" fmla="*/ 537 h 31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139" h="31047">
                  <a:moveTo>
                    <a:pt x="61849" y="0"/>
                  </a:moveTo>
                  <a:lnTo>
                    <a:pt x="68345" y="16298"/>
                  </a:lnTo>
                  <a:cubicBezTo>
                    <a:pt x="71763" y="24828"/>
                    <a:pt x="63571" y="33415"/>
                    <a:pt x="54900" y="30449"/>
                  </a:cubicBezTo>
                  <a:lnTo>
                    <a:pt x="33914" y="23275"/>
                  </a:lnTo>
                  <a:lnTo>
                    <a:pt x="14255" y="29969"/>
                  </a:lnTo>
                  <a:cubicBezTo>
                    <a:pt x="5358" y="33019"/>
                    <a:pt x="-2890" y="23952"/>
                    <a:pt x="980" y="15394"/>
                  </a:cubicBezTo>
                  <a:lnTo>
                    <a:pt x="7674" y="537"/>
                  </a:lnTo>
                </a:path>
              </a:pathLst>
            </a:custGeom>
            <a:noFill/>
            <a:ln w="8472" cap="flat">
              <a:solidFill>
                <a:srgbClr val="17A3A3"/>
              </a:solidFill>
              <a:prstDash val="solid"/>
              <a:miter/>
            </a:ln>
          </p:spPr>
          <p:txBody>
            <a:bodyPr rtlCol="1" anchor="ctr"/>
            <a:lstStyle/>
            <a:p>
              <a:endParaRPr lang="ar-SA"/>
            </a:p>
          </p:txBody>
        </p:sp>
        <p:sp>
          <p:nvSpPr>
            <p:cNvPr id="9704" name="شكل حر: شكل 10803">
              <a:extLst>
                <a:ext uri="{FF2B5EF4-FFF2-40B4-BE49-F238E27FC236}">
                  <a16:creationId xmlns:a16="http://schemas.microsoft.com/office/drawing/2014/main" id="{204CA720-0F66-4C7D-51C6-5D88D2B56FA5}"/>
                </a:ext>
              </a:extLst>
            </p:cNvPr>
            <p:cNvSpPr/>
            <p:nvPr/>
          </p:nvSpPr>
          <p:spPr>
            <a:xfrm>
              <a:off x="6309818" y="5623164"/>
              <a:ext cx="2824" cy="148345"/>
            </a:xfrm>
            <a:custGeom>
              <a:avLst/>
              <a:gdLst>
                <a:gd name="connsiteX0" fmla="*/ 0 w 2824"/>
                <a:gd name="connsiteY0" fmla="*/ 0 h 148345"/>
                <a:gd name="connsiteX1" fmla="*/ 0 w 2824"/>
                <a:gd name="connsiteY1" fmla="*/ 148345 h 148345"/>
              </a:gdLst>
              <a:ahLst/>
              <a:cxnLst>
                <a:cxn ang="0">
                  <a:pos x="connsiteX0" y="connsiteY0"/>
                </a:cxn>
                <a:cxn ang="0">
                  <a:pos x="connsiteX1" y="connsiteY1"/>
                </a:cxn>
              </a:cxnLst>
              <a:rect l="l" t="t" r="r" b="b"/>
              <a:pathLst>
                <a:path w="2824" h="148345">
                  <a:moveTo>
                    <a:pt x="0" y="0"/>
                  </a:moveTo>
                  <a:lnTo>
                    <a:pt x="0" y="148345"/>
                  </a:lnTo>
                </a:path>
              </a:pathLst>
            </a:custGeom>
            <a:ln w="8472" cap="flat">
              <a:solidFill>
                <a:srgbClr val="01355A"/>
              </a:solidFill>
              <a:prstDash val="solid"/>
              <a:miter/>
            </a:ln>
          </p:spPr>
          <p:txBody>
            <a:bodyPr rtlCol="1" anchor="ctr"/>
            <a:lstStyle/>
            <a:p>
              <a:endParaRPr lang="ar-SA"/>
            </a:p>
          </p:txBody>
        </p:sp>
        <p:sp>
          <p:nvSpPr>
            <p:cNvPr id="9705" name="شكل حر: شكل 10804">
              <a:extLst>
                <a:ext uri="{FF2B5EF4-FFF2-40B4-BE49-F238E27FC236}">
                  <a16:creationId xmlns:a16="http://schemas.microsoft.com/office/drawing/2014/main" id="{9AE0B6C8-A70C-F2FE-B0E9-224CACF304FA}"/>
                </a:ext>
              </a:extLst>
            </p:cNvPr>
            <p:cNvSpPr/>
            <p:nvPr/>
          </p:nvSpPr>
          <p:spPr>
            <a:xfrm>
              <a:off x="6376251" y="5492105"/>
              <a:ext cx="115100" cy="143091"/>
            </a:xfrm>
            <a:custGeom>
              <a:avLst/>
              <a:gdLst>
                <a:gd name="connsiteX0" fmla="*/ 24969 w 115100"/>
                <a:gd name="connsiteY0" fmla="*/ 9970 h 143091"/>
                <a:gd name="connsiteX1" fmla="*/ 55389 w 115100"/>
                <a:gd name="connsiteY1" fmla="*/ 0 h 143091"/>
                <a:gd name="connsiteX2" fmla="*/ 115100 w 115100"/>
                <a:gd name="connsiteY2" fmla="*/ 71546 h 143091"/>
                <a:gd name="connsiteX3" fmla="*/ 55389 w 115100"/>
                <a:gd name="connsiteY3" fmla="*/ 143091 h 143091"/>
                <a:gd name="connsiteX4" fmla="*/ 0 w 115100"/>
                <a:gd name="connsiteY4" fmla="*/ 98351 h 14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100" h="143091">
                  <a:moveTo>
                    <a:pt x="24969" y="9970"/>
                  </a:moveTo>
                  <a:cubicBezTo>
                    <a:pt x="33866" y="3643"/>
                    <a:pt x="44289" y="0"/>
                    <a:pt x="55389" y="0"/>
                  </a:cubicBezTo>
                  <a:cubicBezTo>
                    <a:pt x="88380" y="0"/>
                    <a:pt x="115100" y="32030"/>
                    <a:pt x="115100" y="71546"/>
                  </a:cubicBezTo>
                  <a:cubicBezTo>
                    <a:pt x="115100" y="111061"/>
                    <a:pt x="88352" y="143091"/>
                    <a:pt x="55389" y="143091"/>
                  </a:cubicBezTo>
                  <a:cubicBezTo>
                    <a:pt x="30336" y="143091"/>
                    <a:pt x="8869" y="124591"/>
                    <a:pt x="0" y="98351"/>
                  </a:cubicBezTo>
                </a:path>
              </a:pathLst>
            </a:custGeom>
            <a:noFill/>
            <a:ln w="8472" cap="flat">
              <a:solidFill>
                <a:srgbClr val="17A3A3"/>
              </a:solidFill>
              <a:prstDash val="solid"/>
              <a:miter/>
            </a:ln>
          </p:spPr>
          <p:txBody>
            <a:bodyPr rtlCol="1" anchor="ctr"/>
            <a:lstStyle/>
            <a:p>
              <a:endParaRPr lang="ar-SA"/>
            </a:p>
          </p:txBody>
        </p:sp>
        <p:sp>
          <p:nvSpPr>
            <p:cNvPr id="9706" name="شكل حر: شكل 10805">
              <a:extLst>
                <a:ext uri="{FF2B5EF4-FFF2-40B4-BE49-F238E27FC236}">
                  <a16:creationId xmlns:a16="http://schemas.microsoft.com/office/drawing/2014/main" id="{E6799F74-C564-6C99-4F85-34874B0132AF}"/>
                </a:ext>
              </a:extLst>
            </p:cNvPr>
            <p:cNvSpPr/>
            <p:nvPr/>
          </p:nvSpPr>
          <p:spPr>
            <a:xfrm>
              <a:off x="6403958" y="5630282"/>
              <a:ext cx="56175" cy="25226"/>
            </a:xfrm>
            <a:custGeom>
              <a:avLst/>
              <a:gdLst>
                <a:gd name="connsiteX0" fmla="*/ 50250 w 56175"/>
                <a:gd name="connsiteY0" fmla="*/ 0 h 25226"/>
                <a:gd name="connsiteX1" fmla="*/ 55532 w 56175"/>
                <a:gd name="connsiteY1" fmla="*/ 13247 h 25226"/>
                <a:gd name="connsiteX2" fmla="*/ 44601 w 56175"/>
                <a:gd name="connsiteY2" fmla="*/ 24743 h 25226"/>
                <a:gd name="connsiteX3" fmla="*/ 27541 w 56175"/>
                <a:gd name="connsiteY3" fmla="*/ 18925 h 25226"/>
                <a:gd name="connsiteX4" fmla="*/ 11583 w 56175"/>
                <a:gd name="connsiteY4" fmla="*/ 24376 h 25226"/>
                <a:gd name="connsiteX5" fmla="*/ 793 w 56175"/>
                <a:gd name="connsiteY5" fmla="*/ 12513 h 25226"/>
                <a:gd name="connsiteX6" fmla="*/ 6216 w 56175"/>
                <a:gd name="connsiteY6" fmla="*/ 452 h 25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175" h="25226">
                  <a:moveTo>
                    <a:pt x="50250" y="0"/>
                  </a:moveTo>
                  <a:lnTo>
                    <a:pt x="55532" y="13247"/>
                  </a:lnTo>
                  <a:cubicBezTo>
                    <a:pt x="58301" y="20167"/>
                    <a:pt x="51663" y="27144"/>
                    <a:pt x="44601" y="24743"/>
                  </a:cubicBezTo>
                  <a:lnTo>
                    <a:pt x="27541" y="18925"/>
                  </a:lnTo>
                  <a:lnTo>
                    <a:pt x="11583" y="24376"/>
                  </a:lnTo>
                  <a:cubicBezTo>
                    <a:pt x="4352" y="26833"/>
                    <a:pt x="-2343" y="19489"/>
                    <a:pt x="793" y="12513"/>
                  </a:cubicBezTo>
                  <a:lnTo>
                    <a:pt x="6216" y="452"/>
                  </a:lnTo>
                </a:path>
              </a:pathLst>
            </a:custGeom>
            <a:noFill/>
            <a:ln w="8472" cap="flat">
              <a:solidFill>
                <a:srgbClr val="17A3A3"/>
              </a:solidFill>
              <a:prstDash val="solid"/>
              <a:miter/>
            </a:ln>
          </p:spPr>
          <p:txBody>
            <a:bodyPr rtlCol="1" anchor="ctr"/>
            <a:lstStyle/>
            <a:p>
              <a:endParaRPr lang="ar-SA"/>
            </a:p>
          </p:txBody>
        </p:sp>
        <p:sp>
          <p:nvSpPr>
            <p:cNvPr id="9707" name="شكل حر: شكل 10806">
              <a:extLst>
                <a:ext uri="{FF2B5EF4-FFF2-40B4-BE49-F238E27FC236}">
                  <a16:creationId xmlns:a16="http://schemas.microsoft.com/office/drawing/2014/main" id="{7F8E50F7-C4E2-A468-6400-44FEBC0F9526}"/>
                </a:ext>
              </a:extLst>
            </p:cNvPr>
            <p:cNvSpPr/>
            <p:nvPr/>
          </p:nvSpPr>
          <p:spPr>
            <a:xfrm>
              <a:off x="6431527" y="5649206"/>
              <a:ext cx="2824" cy="120523"/>
            </a:xfrm>
            <a:custGeom>
              <a:avLst/>
              <a:gdLst>
                <a:gd name="connsiteX0" fmla="*/ 0 w 2824"/>
                <a:gd name="connsiteY0" fmla="*/ 0 h 120523"/>
                <a:gd name="connsiteX1" fmla="*/ 0 w 2824"/>
                <a:gd name="connsiteY1" fmla="*/ 120523 h 120523"/>
              </a:gdLst>
              <a:ahLst/>
              <a:cxnLst>
                <a:cxn ang="0">
                  <a:pos x="connsiteX0" y="connsiteY0"/>
                </a:cxn>
                <a:cxn ang="0">
                  <a:pos x="connsiteX1" y="connsiteY1"/>
                </a:cxn>
              </a:cxnLst>
              <a:rect l="l" t="t" r="r" b="b"/>
              <a:pathLst>
                <a:path w="2824" h="120523">
                  <a:moveTo>
                    <a:pt x="0" y="0"/>
                  </a:moveTo>
                  <a:lnTo>
                    <a:pt x="0" y="120523"/>
                  </a:lnTo>
                </a:path>
              </a:pathLst>
            </a:custGeom>
            <a:ln w="8472" cap="flat">
              <a:solidFill>
                <a:srgbClr val="01355A"/>
              </a:solidFill>
              <a:prstDash val="solid"/>
              <a:miter/>
            </a:ln>
          </p:spPr>
          <p:txBody>
            <a:bodyPr rtlCol="1" anchor="ctr"/>
            <a:lstStyle/>
            <a:p>
              <a:endParaRPr lang="ar-SA"/>
            </a:p>
          </p:txBody>
        </p:sp>
        <p:sp>
          <p:nvSpPr>
            <p:cNvPr id="9708" name="شكل حر: شكل 10807">
              <a:extLst>
                <a:ext uri="{FF2B5EF4-FFF2-40B4-BE49-F238E27FC236}">
                  <a16:creationId xmlns:a16="http://schemas.microsoft.com/office/drawing/2014/main" id="{1F04DD1A-4E7B-5B33-5FC0-73190243DB75}"/>
                </a:ext>
              </a:extLst>
            </p:cNvPr>
            <p:cNvSpPr/>
            <p:nvPr/>
          </p:nvSpPr>
          <p:spPr>
            <a:xfrm>
              <a:off x="6130261" y="5492105"/>
              <a:ext cx="114733" cy="143091"/>
            </a:xfrm>
            <a:custGeom>
              <a:avLst/>
              <a:gdLst>
                <a:gd name="connsiteX0" fmla="*/ 114733 w 114733"/>
                <a:gd name="connsiteY0" fmla="*/ 99396 h 143091"/>
                <a:gd name="connsiteX1" fmla="*/ 59711 w 114733"/>
                <a:gd name="connsiteY1" fmla="*/ 143091 h 143091"/>
                <a:gd name="connsiteX2" fmla="*/ 0 w 114733"/>
                <a:gd name="connsiteY2" fmla="*/ 71546 h 143091"/>
                <a:gd name="connsiteX3" fmla="*/ 59711 w 114733"/>
                <a:gd name="connsiteY3" fmla="*/ 0 h 143091"/>
                <a:gd name="connsiteX4" fmla="*/ 87928 w 114733"/>
                <a:gd name="connsiteY4" fmla="*/ 8474 h 1430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33" h="143091">
                  <a:moveTo>
                    <a:pt x="114733" y="99396"/>
                  </a:moveTo>
                  <a:cubicBezTo>
                    <a:pt x="105666" y="125071"/>
                    <a:pt x="84454" y="143091"/>
                    <a:pt x="59711" y="143091"/>
                  </a:cubicBezTo>
                  <a:cubicBezTo>
                    <a:pt x="26720" y="143091"/>
                    <a:pt x="0" y="111061"/>
                    <a:pt x="0" y="71546"/>
                  </a:cubicBezTo>
                  <a:cubicBezTo>
                    <a:pt x="0" y="32030"/>
                    <a:pt x="26748" y="0"/>
                    <a:pt x="59711" y="0"/>
                  </a:cubicBezTo>
                  <a:cubicBezTo>
                    <a:pt x="69908" y="0"/>
                    <a:pt x="79539" y="3079"/>
                    <a:pt x="87928" y="8474"/>
                  </a:cubicBezTo>
                </a:path>
              </a:pathLst>
            </a:custGeom>
            <a:noFill/>
            <a:ln w="8472" cap="flat">
              <a:solidFill>
                <a:srgbClr val="17A3A3"/>
              </a:solidFill>
              <a:prstDash val="solid"/>
              <a:miter/>
            </a:ln>
          </p:spPr>
          <p:txBody>
            <a:bodyPr rtlCol="1" anchor="ctr"/>
            <a:lstStyle/>
            <a:p>
              <a:endParaRPr lang="ar-SA"/>
            </a:p>
          </p:txBody>
        </p:sp>
        <p:sp>
          <p:nvSpPr>
            <p:cNvPr id="9709" name="شكل حر: شكل 10808">
              <a:extLst>
                <a:ext uri="{FF2B5EF4-FFF2-40B4-BE49-F238E27FC236}">
                  <a16:creationId xmlns:a16="http://schemas.microsoft.com/office/drawing/2014/main" id="{FB278FB3-D8E5-6E46-D38A-856D649A27CD}"/>
                </a:ext>
              </a:extLst>
            </p:cNvPr>
            <p:cNvSpPr/>
            <p:nvPr/>
          </p:nvSpPr>
          <p:spPr>
            <a:xfrm>
              <a:off x="6162290" y="5630282"/>
              <a:ext cx="56175" cy="25226"/>
            </a:xfrm>
            <a:custGeom>
              <a:avLst/>
              <a:gdLst>
                <a:gd name="connsiteX0" fmla="*/ 50251 w 56175"/>
                <a:gd name="connsiteY0" fmla="*/ 0 h 25226"/>
                <a:gd name="connsiteX1" fmla="*/ 55532 w 56175"/>
                <a:gd name="connsiteY1" fmla="*/ 13247 h 25226"/>
                <a:gd name="connsiteX2" fmla="*/ 44602 w 56175"/>
                <a:gd name="connsiteY2" fmla="*/ 24743 h 25226"/>
                <a:gd name="connsiteX3" fmla="*/ 27541 w 56175"/>
                <a:gd name="connsiteY3" fmla="*/ 18925 h 25226"/>
                <a:gd name="connsiteX4" fmla="*/ 11582 w 56175"/>
                <a:gd name="connsiteY4" fmla="*/ 24376 h 25226"/>
                <a:gd name="connsiteX5" fmla="*/ 793 w 56175"/>
                <a:gd name="connsiteY5" fmla="*/ 12513 h 25226"/>
                <a:gd name="connsiteX6" fmla="*/ 6216 w 56175"/>
                <a:gd name="connsiteY6" fmla="*/ 452 h 25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175" h="25226">
                  <a:moveTo>
                    <a:pt x="50251" y="0"/>
                  </a:moveTo>
                  <a:lnTo>
                    <a:pt x="55532" y="13247"/>
                  </a:lnTo>
                  <a:cubicBezTo>
                    <a:pt x="58300" y="20167"/>
                    <a:pt x="51663" y="27144"/>
                    <a:pt x="44602" y="24743"/>
                  </a:cubicBezTo>
                  <a:lnTo>
                    <a:pt x="27541" y="18925"/>
                  </a:lnTo>
                  <a:lnTo>
                    <a:pt x="11582" y="24376"/>
                  </a:lnTo>
                  <a:cubicBezTo>
                    <a:pt x="4352" y="26833"/>
                    <a:pt x="-2342" y="19489"/>
                    <a:pt x="793" y="12513"/>
                  </a:cubicBezTo>
                  <a:lnTo>
                    <a:pt x="6216" y="452"/>
                  </a:lnTo>
                </a:path>
              </a:pathLst>
            </a:custGeom>
            <a:noFill/>
            <a:ln w="8472" cap="flat">
              <a:solidFill>
                <a:srgbClr val="17A3A3"/>
              </a:solidFill>
              <a:prstDash val="solid"/>
              <a:miter/>
            </a:ln>
          </p:spPr>
          <p:txBody>
            <a:bodyPr rtlCol="1" anchor="ctr"/>
            <a:lstStyle/>
            <a:p>
              <a:endParaRPr lang="ar-SA"/>
            </a:p>
          </p:txBody>
        </p:sp>
        <p:sp>
          <p:nvSpPr>
            <p:cNvPr id="9710" name="شكل حر: شكل 10809">
              <a:extLst>
                <a:ext uri="{FF2B5EF4-FFF2-40B4-BE49-F238E27FC236}">
                  <a16:creationId xmlns:a16="http://schemas.microsoft.com/office/drawing/2014/main" id="{2F85B3DC-0462-5D27-5979-CA952FF8C88A}"/>
                </a:ext>
              </a:extLst>
            </p:cNvPr>
            <p:cNvSpPr/>
            <p:nvPr/>
          </p:nvSpPr>
          <p:spPr>
            <a:xfrm>
              <a:off x="6189831" y="5649206"/>
              <a:ext cx="2824" cy="120523"/>
            </a:xfrm>
            <a:custGeom>
              <a:avLst/>
              <a:gdLst>
                <a:gd name="connsiteX0" fmla="*/ 0 w 2824"/>
                <a:gd name="connsiteY0" fmla="*/ 0 h 120523"/>
                <a:gd name="connsiteX1" fmla="*/ 0 w 2824"/>
                <a:gd name="connsiteY1" fmla="*/ 120523 h 120523"/>
              </a:gdLst>
              <a:ahLst/>
              <a:cxnLst>
                <a:cxn ang="0">
                  <a:pos x="connsiteX0" y="connsiteY0"/>
                </a:cxn>
                <a:cxn ang="0">
                  <a:pos x="connsiteX1" y="connsiteY1"/>
                </a:cxn>
              </a:cxnLst>
              <a:rect l="l" t="t" r="r" b="b"/>
              <a:pathLst>
                <a:path w="2824" h="120523">
                  <a:moveTo>
                    <a:pt x="0" y="0"/>
                  </a:moveTo>
                  <a:lnTo>
                    <a:pt x="0" y="120523"/>
                  </a:lnTo>
                </a:path>
              </a:pathLst>
            </a:custGeom>
            <a:ln w="8472" cap="flat">
              <a:solidFill>
                <a:srgbClr val="01355A"/>
              </a:solidFill>
              <a:prstDash val="solid"/>
              <a:miter/>
            </a:ln>
          </p:spPr>
          <p:txBody>
            <a:bodyPr rtlCol="1" anchor="ctr"/>
            <a:lstStyle/>
            <a:p>
              <a:endParaRPr lang="ar-SA"/>
            </a:p>
          </p:txBody>
        </p:sp>
        <p:grpSp>
          <p:nvGrpSpPr>
            <p:cNvPr id="9711" name="رسم 8014">
              <a:extLst>
                <a:ext uri="{FF2B5EF4-FFF2-40B4-BE49-F238E27FC236}">
                  <a16:creationId xmlns:a16="http://schemas.microsoft.com/office/drawing/2014/main" id="{30793EA3-4F4E-8F83-59F9-814EBBF6C245}"/>
                </a:ext>
              </a:extLst>
            </p:cNvPr>
            <p:cNvGrpSpPr/>
            <p:nvPr/>
          </p:nvGrpSpPr>
          <p:grpSpPr>
            <a:xfrm>
              <a:off x="6157236" y="5538964"/>
              <a:ext cx="63015" cy="47960"/>
              <a:chOff x="6157236" y="5538964"/>
              <a:chExt cx="63015" cy="47960"/>
            </a:xfrm>
            <a:noFill/>
          </p:grpSpPr>
          <p:grpSp>
            <p:nvGrpSpPr>
              <p:cNvPr id="9715" name="رسم 8014">
                <a:extLst>
                  <a:ext uri="{FF2B5EF4-FFF2-40B4-BE49-F238E27FC236}">
                    <a16:creationId xmlns:a16="http://schemas.microsoft.com/office/drawing/2014/main" id="{1A6685BF-8F99-F99C-19B5-E3939F8AC293}"/>
                  </a:ext>
                </a:extLst>
              </p:cNvPr>
              <p:cNvGrpSpPr/>
              <p:nvPr/>
            </p:nvGrpSpPr>
            <p:grpSpPr>
              <a:xfrm>
                <a:off x="6157236" y="5540094"/>
                <a:ext cx="21720" cy="46830"/>
                <a:chOff x="6157236" y="5540094"/>
                <a:chExt cx="21720" cy="46830"/>
              </a:xfrm>
              <a:noFill/>
            </p:grpSpPr>
            <p:sp>
              <p:nvSpPr>
                <p:cNvPr id="9717" name="شكل حر: شكل 10812">
                  <a:extLst>
                    <a:ext uri="{FF2B5EF4-FFF2-40B4-BE49-F238E27FC236}">
                      <a16:creationId xmlns:a16="http://schemas.microsoft.com/office/drawing/2014/main" id="{06DD833A-D1BE-58CF-4CE5-0F6AB0CF493F}"/>
                    </a:ext>
                  </a:extLst>
                </p:cNvPr>
                <p:cNvSpPr/>
                <p:nvPr/>
              </p:nvSpPr>
              <p:spPr>
                <a:xfrm>
                  <a:off x="6157236" y="5540094"/>
                  <a:ext cx="14094" cy="46830"/>
                </a:xfrm>
                <a:custGeom>
                  <a:avLst/>
                  <a:gdLst>
                    <a:gd name="connsiteX0" fmla="*/ 14094 w 14094"/>
                    <a:gd name="connsiteY0" fmla="*/ 46831 h 46830"/>
                    <a:gd name="connsiteX1" fmla="*/ 14094 w 14094"/>
                    <a:gd name="connsiteY1" fmla="*/ 0 h 46830"/>
                    <a:gd name="connsiteX2" fmla="*/ 0 w 14094"/>
                    <a:gd name="connsiteY2" fmla="*/ 10394 h 46830"/>
                  </a:gdLst>
                  <a:ahLst/>
                  <a:cxnLst>
                    <a:cxn ang="0">
                      <a:pos x="connsiteX0" y="connsiteY0"/>
                    </a:cxn>
                    <a:cxn ang="0">
                      <a:pos x="connsiteX1" y="connsiteY1"/>
                    </a:cxn>
                    <a:cxn ang="0">
                      <a:pos x="connsiteX2" y="connsiteY2"/>
                    </a:cxn>
                  </a:cxnLst>
                  <a:rect l="l" t="t" r="r" b="b"/>
                  <a:pathLst>
                    <a:path w="14094" h="46830">
                      <a:moveTo>
                        <a:pt x="14094" y="46831"/>
                      </a:moveTo>
                      <a:lnTo>
                        <a:pt x="14094" y="0"/>
                      </a:lnTo>
                      <a:lnTo>
                        <a:pt x="0" y="10394"/>
                      </a:lnTo>
                    </a:path>
                  </a:pathLst>
                </a:custGeom>
                <a:noFill/>
                <a:ln w="8472" cap="flat">
                  <a:solidFill>
                    <a:srgbClr val="01355A"/>
                  </a:solidFill>
                  <a:prstDash val="solid"/>
                  <a:miter/>
                </a:ln>
              </p:spPr>
              <p:txBody>
                <a:bodyPr rtlCol="1" anchor="ctr"/>
                <a:lstStyle/>
                <a:p>
                  <a:endParaRPr lang="ar-SA"/>
                </a:p>
              </p:txBody>
            </p:sp>
            <p:sp>
              <p:nvSpPr>
                <p:cNvPr id="9718" name="شكل حر: شكل 10813">
                  <a:extLst>
                    <a:ext uri="{FF2B5EF4-FFF2-40B4-BE49-F238E27FC236}">
                      <a16:creationId xmlns:a16="http://schemas.microsoft.com/office/drawing/2014/main" id="{D9108757-E186-6912-4136-8BCCC58B5554}"/>
                    </a:ext>
                  </a:extLst>
                </p:cNvPr>
                <p:cNvSpPr/>
                <p:nvPr/>
              </p:nvSpPr>
              <p:spPr>
                <a:xfrm>
                  <a:off x="6162970" y="5586925"/>
                  <a:ext cx="15986" cy="2824"/>
                </a:xfrm>
                <a:custGeom>
                  <a:avLst/>
                  <a:gdLst>
                    <a:gd name="connsiteX0" fmla="*/ 0 w 15986"/>
                    <a:gd name="connsiteY0" fmla="*/ 0 h 2824"/>
                    <a:gd name="connsiteX1" fmla="*/ 15987 w 15986"/>
                    <a:gd name="connsiteY1" fmla="*/ 0 h 2824"/>
                  </a:gdLst>
                  <a:ahLst/>
                  <a:cxnLst>
                    <a:cxn ang="0">
                      <a:pos x="connsiteX0" y="connsiteY0"/>
                    </a:cxn>
                    <a:cxn ang="0">
                      <a:pos x="connsiteX1" y="connsiteY1"/>
                    </a:cxn>
                  </a:cxnLst>
                  <a:rect l="l" t="t" r="r" b="b"/>
                  <a:pathLst>
                    <a:path w="15986" h="2824">
                      <a:moveTo>
                        <a:pt x="0" y="0"/>
                      </a:moveTo>
                      <a:lnTo>
                        <a:pt x="15987" y="0"/>
                      </a:lnTo>
                    </a:path>
                  </a:pathLst>
                </a:custGeom>
                <a:ln w="8472" cap="flat">
                  <a:solidFill>
                    <a:srgbClr val="01355A"/>
                  </a:solidFill>
                  <a:prstDash val="solid"/>
                  <a:miter/>
                </a:ln>
              </p:spPr>
              <p:txBody>
                <a:bodyPr rtlCol="1" anchor="ctr"/>
                <a:lstStyle/>
                <a:p>
                  <a:endParaRPr lang="ar-SA"/>
                </a:p>
              </p:txBody>
            </p:sp>
          </p:grpSp>
          <p:sp>
            <p:nvSpPr>
              <p:cNvPr id="9716" name="شكل حر: شكل 10814">
                <a:extLst>
                  <a:ext uri="{FF2B5EF4-FFF2-40B4-BE49-F238E27FC236}">
                    <a16:creationId xmlns:a16="http://schemas.microsoft.com/office/drawing/2014/main" id="{5DD1101A-91DE-988C-F1ED-27EDB15123E3}"/>
                  </a:ext>
                </a:extLst>
              </p:cNvPr>
              <p:cNvSpPr/>
              <p:nvPr/>
            </p:nvSpPr>
            <p:spPr>
              <a:xfrm>
                <a:off x="6193531" y="5538964"/>
                <a:ext cx="26720" cy="47960"/>
              </a:xfrm>
              <a:custGeom>
                <a:avLst/>
                <a:gdLst>
                  <a:gd name="connsiteX0" fmla="*/ 13360 w 26720"/>
                  <a:gd name="connsiteY0" fmla="*/ 47961 h 47960"/>
                  <a:gd name="connsiteX1" fmla="*/ 13360 w 26720"/>
                  <a:gd name="connsiteY1" fmla="*/ 47961 h 47960"/>
                  <a:gd name="connsiteX2" fmla="*/ 0 w 26720"/>
                  <a:gd name="connsiteY2" fmla="*/ 34601 h 47960"/>
                  <a:gd name="connsiteX3" fmla="*/ 0 w 26720"/>
                  <a:gd name="connsiteY3" fmla="*/ 13360 h 47960"/>
                  <a:gd name="connsiteX4" fmla="*/ 13360 w 26720"/>
                  <a:gd name="connsiteY4" fmla="*/ 0 h 47960"/>
                  <a:gd name="connsiteX5" fmla="*/ 13360 w 26720"/>
                  <a:gd name="connsiteY5" fmla="*/ 0 h 47960"/>
                  <a:gd name="connsiteX6" fmla="*/ 26720 w 26720"/>
                  <a:gd name="connsiteY6" fmla="*/ 13360 h 47960"/>
                  <a:gd name="connsiteX7" fmla="*/ 26720 w 26720"/>
                  <a:gd name="connsiteY7" fmla="*/ 34601 h 47960"/>
                  <a:gd name="connsiteX8" fmla="*/ 13360 w 26720"/>
                  <a:gd name="connsiteY8" fmla="*/ 47961 h 47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720" h="47960">
                    <a:moveTo>
                      <a:pt x="13360" y="47961"/>
                    </a:moveTo>
                    <a:lnTo>
                      <a:pt x="13360" y="47961"/>
                    </a:lnTo>
                    <a:cubicBezTo>
                      <a:pt x="5988" y="47961"/>
                      <a:pt x="0" y="41973"/>
                      <a:pt x="0" y="34601"/>
                    </a:cubicBezTo>
                    <a:lnTo>
                      <a:pt x="0" y="13360"/>
                    </a:lnTo>
                    <a:cubicBezTo>
                      <a:pt x="0" y="5988"/>
                      <a:pt x="5988" y="0"/>
                      <a:pt x="13360" y="0"/>
                    </a:cubicBezTo>
                    <a:lnTo>
                      <a:pt x="13360" y="0"/>
                    </a:lnTo>
                    <a:cubicBezTo>
                      <a:pt x="20732" y="0"/>
                      <a:pt x="26720" y="5988"/>
                      <a:pt x="26720" y="13360"/>
                    </a:cubicBezTo>
                    <a:lnTo>
                      <a:pt x="26720" y="34601"/>
                    </a:lnTo>
                    <a:cubicBezTo>
                      <a:pt x="26720" y="41973"/>
                      <a:pt x="20732" y="47961"/>
                      <a:pt x="13360" y="47961"/>
                    </a:cubicBezTo>
                    <a:close/>
                  </a:path>
                </a:pathLst>
              </a:custGeom>
              <a:noFill/>
              <a:ln w="8472" cap="flat">
                <a:solidFill>
                  <a:srgbClr val="01355A"/>
                </a:solidFill>
                <a:prstDash val="solid"/>
                <a:miter/>
              </a:ln>
            </p:spPr>
            <p:txBody>
              <a:bodyPr rtlCol="1" anchor="ctr"/>
              <a:lstStyle/>
              <a:p>
                <a:endParaRPr lang="ar-SA"/>
              </a:p>
            </p:txBody>
          </p:sp>
        </p:grpSp>
        <p:grpSp>
          <p:nvGrpSpPr>
            <p:cNvPr id="9712" name="رسم 8014">
              <a:extLst>
                <a:ext uri="{FF2B5EF4-FFF2-40B4-BE49-F238E27FC236}">
                  <a16:creationId xmlns:a16="http://schemas.microsoft.com/office/drawing/2014/main" id="{5A895112-561E-258B-9E48-389F391DF0F3}"/>
                </a:ext>
              </a:extLst>
            </p:cNvPr>
            <p:cNvGrpSpPr/>
            <p:nvPr/>
          </p:nvGrpSpPr>
          <p:grpSpPr>
            <a:xfrm>
              <a:off x="6398028" y="5541450"/>
              <a:ext cx="66998" cy="44401"/>
              <a:chOff x="6398028" y="5541450"/>
              <a:chExt cx="66998" cy="44401"/>
            </a:xfrm>
            <a:noFill/>
          </p:grpSpPr>
          <p:sp>
            <p:nvSpPr>
              <p:cNvPr id="9713" name="شكل حر: شكل 10816">
                <a:extLst>
                  <a:ext uri="{FF2B5EF4-FFF2-40B4-BE49-F238E27FC236}">
                    <a16:creationId xmlns:a16="http://schemas.microsoft.com/office/drawing/2014/main" id="{EA121E96-2A58-8430-85FB-8FD321000E72}"/>
                  </a:ext>
                </a:extLst>
              </p:cNvPr>
              <p:cNvSpPr/>
              <p:nvPr/>
            </p:nvSpPr>
            <p:spPr>
              <a:xfrm>
                <a:off x="6398028" y="5542716"/>
                <a:ext cx="27454" cy="41921"/>
              </a:xfrm>
              <a:custGeom>
                <a:avLst/>
                <a:gdLst>
                  <a:gd name="connsiteX0" fmla="*/ 0 w 27454"/>
                  <a:gd name="connsiteY0" fmla="*/ 12151 h 41921"/>
                  <a:gd name="connsiteX1" fmla="*/ 12513 w 27454"/>
                  <a:gd name="connsiteY1" fmla="*/ 5 h 41921"/>
                  <a:gd name="connsiteX2" fmla="*/ 24319 w 27454"/>
                  <a:gd name="connsiteY2" fmla="*/ 11812 h 41921"/>
                  <a:gd name="connsiteX3" fmla="*/ 19461 w 27454"/>
                  <a:gd name="connsiteY3" fmla="*/ 21895 h 41921"/>
                  <a:gd name="connsiteX4" fmla="*/ 4011 w 27454"/>
                  <a:gd name="connsiteY4" fmla="*/ 38814 h 41921"/>
                  <a:gd name="connsiteX5" fmla="*/ 2259 w 27454"/>
                  <a:gd name="connsiteY5" fmla="*/ 41922 h 41921"/>
                  <a:gd name="connsiteX6" fmla="*/ 27455 w 27454"/>
                  <a:gd name="connsiteY6" fmla="*/ 41922 h 41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454" h="41921">
                    <a:moveTo>
                      <a:pt x="0" y="12151"/>
                    </a:moveTo>
                    <a:cubicBezTo>
                      <a:pt x="0" y="5315"/>
                      <a:pt x="5621" y="-192"/>
                      <a:pt x="12513" y="5"/>
                    </a:cubicBezTo>
                    <a:cubicBezTo>
                      <a:pt x="18868" y="175"/>
                      <a:pt x="24150" y="5457"/>
                      <a:pt x="24319" y="11812"/>
                    </a:cubicBezTo>
                    <a:cubicBezTo>
                      <a:pt x="24432" y="15936"/>
                      <a:pt x="22483" y="19608"/>
                      <a:pt x="19461" y="21895"/>
                    </a:cubicBezTo>
                    <a:cubicBezTo>
                      <a:pt x="13275" y="26528"/>
                      <a:pt x="7795" y="32092"/>
                      <a:pt x="4011" y="38814"/>
                    </a:cubicBezTo>
                    <a:lnTo>
                      <a:pt x="2259" y="41922"/>
                    </a:lnTo>
                    <a:lnTo>
                      <a:pt x="27455" y="41922"/>
                    </a:lnTo>
                  </a:path>
                </a:pathLst>
              </a:custGeom>
              <a:noFill/>
              <a:ln w="8472" cap="flat">
                <a:solidFill>
                  <a:srgbClr val="01355A"/>
                </a:solidFill>
                <a:prstDash val="solid"/>
                <a:miter/>
              </a:ln>
            </p:spPr>
            <p:txBody>
              <a:bodyPr rtlCol="1" anchor="ctr"/>
              <a:lstStyle/>
              <a:p>
                <a:endParaRPr lang="ar-SA"/>
              </a:p>
            </p:txBody>
          </p:sp>
          <p:sp>
            <p:nvSpPr>
              <p:cNvPr id="9714" name="شكل حر: شكل 10817">
                <a:extLst>
                  <a:ext uri="{FF2B5EF4-FFF2-40B4-BE49-F238E27FC236}">
                    <a16:creationId xmlns:a16="http://schemas.microsoft.com/office/drawing/2014/main" id="{77214ECC-0EE6-77F9-63F2-016C4900451E}"/>
                  </a:ext>
                </a:extLst>
              </p:cNvPr>
              <p:cNvSpPr/>
              <p:nvPr/>
            </p:nvSpPr>
            <p:spPr>
              <a:xfrm>
                <a:off x="6440284" y="5541450"/>
                <a:ext cx="24743" cy="44401"/>
              </a:xfrm>
              <a:custGeom>
                <a:avLst/>
                <a:gdLst>
                  <a:gd name="connsiteX0" fmla="*/ 12372 w 24743"/>
                  <a:gd name="connsiteY0" fmla="*/ 44402 h 44401"/>
                  <a:gd name="connsiteX1" fmla="*/ 12372 w 24743"/>
                  <a:gd name="connsiteY1" fmla="*/ 44402 h 44401"/>
                  <a:gd name="connsiteX2" fmla="*/ 0 w 24743"/>
                  <a:gd name="connsiteY2" fmla="*/ 32030 h 44401"/>
                  <a:gd name="connsiteX3" fmla="*/ 0 w 24743"/>
                  <a:gd name="connsiteY3" fmla="*/ 12372 h 44401"/>
                  <a:gd name="connsiteX4" fmla="*/ 12372 w 24743"/>
                  <a:gd name="connsiteY4" fmla="*/ 0 h 44401"/>
                  <a:gd name="connsiteX5" fmla="*/ 12372 w 24743"/>
                  <a:gd name="connsiteY5" fmla="*/ 0 h 44401"/>
                  <a:gd name="connsiteX6" fmla="*/ 24743 w 24743"/>
                  <a:gd name="connsiteY6" fmla="*/ 12372 h 44401"/>
                  <a:gd name="connsiteX7" fmla="*/ 24743 w 24743"/>
                  <a:gd name="connsiteY7" fmla="*/ 32030 h 44401"/>
                  <a:gd name="connsiteX8" fmla="*/ 12372 w 24743"/>
                  <a:gd name="connsiteY8" fmla="*/ 44402 h 44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43" h="44401">
                    <a:moveTo>
                      <a:pt x="12372" y="44402"/>
                    </a:moveTo>
                    <a:lnTo>
                      <a:pt x="12372" y="44402"/>
                    </a:lnTo>
                    <a:cubicBezTo>
                      <a:pt x="5536" y="44402"/>
                      <a:pt x="0" y="38866"/>
                      <a:pt x="0" y="32030"/>
                    </a:cubicBezTo>
                    <a:lnTo>
                      <a:pt x="0" y="12372"/>
                    </a:lnTo>
                    <a:cubicBezTo>
                      <a:pt x="0" y="5536"/>
                      <a:pt x="5536" y="0"/>
                      <a:pt x="12372" y="0"/>
                    </a:cubicBezTo>
                    <a:lnTo>
                      <a:pt x="12372" y="0"/>
                    </a:lnTo>
                    <a:cubicBezTo>
                      <a:pt x="19207" y="0"/>
                      <a:pt x="24743" y="5536"/>
                      <a:pt x="24743" y="12372"/>
                    </a:cubicBezTo>
                    <a:lnTo>
                      <a:pt x="24743" y="32030"/>
                    </a:lnTo>
                    <a:cubicBezTo>
                      <a:pt x="24743" y="38866"/>
                      <a:pt x="19207" y="44402"/>
                      <a:pt x="12372" y="44402"/>
                    </a:cubicBezTo>
                    <a:close/>
                  </a:path>
                </a:pathLst>
              </a:custGeom>
              <a:noFill/>
              <a:ln w="8472" cap="flat">
                <a:solidFill>
                  <a:srgbClr val="01355A"/>
                </a:solidFill>
                <a:prstDash val="solid"/>
                <a:miter/>
              </a:ln>
            </p:spPr>
            <p:txBody>
              <a:bodyPr rtlCol="1" anchor="ctr"/>
              <a:lstStyle/>
              <a:p>
                <a:endParaRPr lang="ar-SA"/>
              </a:p>
            </p:txBody>
          </p:sp>
        </p:grpSp>
      </p:grpSp>
      <p:grpSp>
        <p:nvGrpSpPr>
          <p:cNvPr id="9722" name="رسم 8014">
            <a:extLst>
              <a:ext uri="{FF2B5EF4-FFF2-40B4-BE49-F238E27FC236}">
                <a16:creationId xmlns:a16="http://schemas.microsoft.com/office/drawing/2014/main" id="{9FD0577B-03D0-3C95-8E2D-E6BA93C0749E}"/>
              </a:ext>
            </a:extLst>
          </p:cNvPr>
          <p:cNvGrpSpPr/>
          <p:nvPr/>
        </p:nvGrpSpPr>
        <p:grpSpPr>
          <a:xfrm>
            <a:off x="8080625" y="5292601"/>
            <a:ext cx="307196" cy="284830"/>
            <a:chOff x="8740199" y="4899487"/>
            <a:chExt cx="367191" cy="361372"/>
          </a:xfrm>
          <a:noFill/>
        </p:grpSpPr>
        <p:sp>
          <p:nvSpPr>
            <p:cNvPr id="9723" name="شكل حر: شكل 10819">
              <a:extLst>
                <a:ext uri="{FF2B5EF4-FFF2-40B4-BE49-F238E27FC236}">
                  <a16:creationId xmlns:a16="http://schemas.microsoft.com/office/drawing/2014/main" id="{5127F4EA-14D4-E916-D1BD-52CFDBCB2609}"/>
                </a:ext>
              </a:extLst>
            </p:cNvPr>
            <p:cNvSpPr/>
            <p:nvPr/>
          </p:nvSpPr>
          <p:spPr>
            <a:xfrm>
              <a:off x="8818721" y="5151041"/>
              <a:ext cx="105073" cy="109818"/>
            </a:xfrm>
            <a:custGeom>
              <a:avLst/>
              <a:gdLst>
                <a:gd name="connsiteX0" fmla="*/ 105073 w 105073"/>
                <a:gd name="connsiteY0" fmla="*/ 109818 h 109818"/>
                <a:gd name="connsiteX1" fmla="*/ 0 w 105073"/>
                <a:gd name="connsiteY1" fmla="*/ 72901 h 109818"/>
                <a:gd name="connsiteX2" fmla="*/ 0 w 105073"/>
                <a:gd name="connsiteY2" fmla="*/ 0 h 109818"/>
              </a:gdLst>
              <a:ahLst/>
              <a:cxnLst>
                <a:cxn ang="0">
                  <a:pos x="connsiteX0" y="connsiteY0"/>
                </a:cxn>
                <a:cxn ang="0">
                  <a:pos x="connsiteX1" y="connsiteY1"/>
                </a:cxn>
                <a:cxn ang="0">
                  <a:pos x="connsiteX2" y="connsiteY2"/>
                </a:cxn>
              </a:cxnLst>
              <a:rect l="l" t="t" r="r" b="b"/>
              <a:pathLst>
                <a:path w="105073" h="109818">
                  <a:moveTo>
                    <a:pt x="105073" y="109818"/>
                  </a:moveTo>
                  <a:lnTo>
                    <a:pt x="0" y="72901"/>
                  </a:lnTo>
                  <a:lnTo>
                    <a:pt x="0" y="0"/>
                  </a:lnTo>
                </a:path>
              </a:pathLst>
            </a:custGeom>
            <a:noFill/>
            <a:ln w="8472" cap="flat">
              <a:solidFill>
                <a:srgbClr val="01355A"/>
              </a:solidFill>
              <a:prstDash val="solid"/>
              <a:miter/>
            </a:ln>
          </p:spPr>
          <p:txBody>
            <a:bodyPr rtlCol="1" anchor="ctr"/>
            <a:lstStyle/>
            <a:p>
              <a:endParaRPr lang="ar-SA"/>
            </a:p>
          </p:txBody>
        </p:sp>
        <p:sp>
          <p:nvSpPr>
            <p:cNvPr id="9724" name="شكل حر: شكل 10820">
              <a:extLst>
                <a:ext uri="{FF2B5EF4-FFF2-40B4-BE49-F238E27FC236}">
                  <a16:creationId xmlns:a16="http://schemas.microsoft.com/office/drawing/2014/main" id="{41466A44-9C4D-1D60-1AE1-96C8614152F1}"/>
                </a:ext>
              </a:extLst>
            </p:cNvPr>
            <p:cNvSpPr/>
            <p:nvPr/>
          </p:nvSpPr>
          <p:spPr>
            <a:xfrm>
              <a:off x="8818721" y="5088845"/>
              <a:ext cx="105073" cy="36888"/>
            </a:xfrm>
            <a:custGeom>
              <a:avLst/>
              <a:gdLst>
                <a:gd name="connsiteX0" fmla="*/ 0 w 105073"/>
                <a:gd name="connsiteY0" fmla="*/ 0 h 36888"/>
                <a:gd name="connsiteX1" fmla="*/ 105073 w 105073"/>
                <a:gd name="connsiteY1" fmla="*/ 36888 h 36888"/>
              </a:gdLst>
              <a:ahLst/>
              <a:cxnLst>
                <a:cxn ang="0">
                  <a:pos x="connsiteX0" y="connsiteY0"/>
                </a:cxn>
                <a:cxn ang="0">
                  <a:pos x="connsiteX1" y="connsiteY1"/>
                </a:cxn>
              </a:cxnLst>
              <a:rect l="l" t="t" r="r" b="b"/>
              <a:pathLst>
                <a:path w="105073" h="36888">
                  <a:moveTo>
                    <a:pt x="0" y="0"/>
                  </a:moveTo>
                  <a:lnTo>
                    <a:pt x="105073" y="36888"/>
                  </a:lnTo>
                </a:path>
              </a:pathLst>
            </a:custGeom>
            <a:ln w="8472" cap="flat">
              <a:solidFill>
                <a:srgbClr val="01355A"/>
              </a:solidFill>
              <a:prstDash val="solid"/>
              <a:miter/>
            </a:ln>
          </p:spPr>
          <p:txBody>
            <a:bodyPr rtlCol="1" anchor="ctr"/>
            <a:lstStyle/>
            <a:p>
              <a:endParaRPr lang="ar-SA"/>
            </a:p>
          </p:txBody>
        </p:sp>
        <p:sp>
          <p:nvSpPr>
            <p:cNvPr id="9725" name="شكل حر: شكل 10821">
              <a:extLst>
                <a:ext uri="{FF2B5EF4-FFF2-40B4-BE49-F238E27FC236}">
                  <a16:creationId xmlns:a16="http://schemas.microsoft.com/office/drawing/2014/main" id="{4FA8820C-8462-6328-E9C4-6E98ED684BC0}"/>
                </a:ext>
              </a:extLst>
            </p:cNvPr>
            <p:cNvSpPr/>
            <p:nvPr/>
          </p:nvSpPr>
          <p:spPr>
            <a:xfrm>
              <a:off x="8923794" y="5151041"/>
              <a:ext cx="105101" cy="109818"/>
            </a:xfrm>
            <a:custGeom>
              <a:avLst/>
              <a:gdLst>
                <a:gd name="connsiteX0" fmla="*/ 0 w 105101"/>
                <a:gd name="connsiteY0" fmla="*/ 2853 h 109818"/>
                <a:gd name="connsiteX1" fmla="*/ 0 w 105101"/>
                <a:gd name="connsiteY1" fmla="*/ 109818 h 109818"/>
                <a:gd name="connsiteX2" fmla="*/ 105102 w 105101"/>
                <a:gd name="connsiteY2" fmla="*/ 72901 h 109818"/>
                <a:gd name="connsiteX3" fmla="*/ 105102 w 105101"/>
                <a:gd name="connsiteY3" fmla="*/ 0 h 109818"/>
              </a:gdLst>
              <a:ahLst/>
              <a:cxnLst>
                <a:cxn ang="0">
                  <a:pos x="connsiteX0" y="connsiteY0"/>
                </a:cxn>
                <a:cxn ang="0">
                  <a:pos x="connsiteX1" y="connsiteY1"/>
                </a:cxn>
                <a:cxn ang="0">
                  <a:pos x="connsiteX2" y="connsiteY2"/>
                </a:cxn>
                <a:cxn ang="0">
                  <a:pos x="connsiteX3" y="connsiteY3"/>
                </a:cxn>
              </a:cxnLst>
              <a:rect l="l" t="t" r="r" b="b"/>
              <a:pathLst>
                <a:path w="105101" h="109818">
                  <a:moveTo>
                    <a:pt x="0" y="2853"/>
                  </a:moveTo>
                  <a:lnTo>
                    <a:pt x="0" y="109818"/>
                  </a:lnTo>
                  <a:lnTo>
                    <a:pt x="105102" y="72901"/>
                  </a:lnTo>
                  <a:lnTo>
                    <a:pt x="105102" y="0"/>
                  </a:lnTo>
                </a:path>
              </a:pathLst>
            </a:custGeom>
            <a:noFill/>
            <a:ln w="8472" cap="flat">
              <a:solidFill>
                <a:srgbClr val="01355A"/>
              </a:solidFill>
              <a:prstDash val="solid"/>
              <a:miter/>
            </a:ln>
          </p:spPr>
          <p:txBody>
            <a:bodyPr rtlCol="1" anchor="ctr"/>
            <a:lstStyle/>
            <a:p>
              <a:endParaRPr lang="ar-SA"/>
            </a:p>
          </p:txBody>
        </p:sp>
        <p:sp>
          <p:nvSpPr>
            <p:cNvPr id="9726" name="شكل حر: شكل 10822">
              <a:extLst>
                <a:ext uri="{FF2B5EF4-FFF2-40B4-BE49-F238E27FC236}">
                  <a16:creationId xmlns:a16="http://schemas.microsoft.com/office/drawing/2014/main" id="{B5EA8312-E080-4843-9D4E-3438ED5FF7BE}"/>
                </a:ext>
              </a:extLst>
            </p:cNvPr>
            <p:cNvSpPr/>
            <p:nvPr/>
          </p:nvSpPr>
          <p:spPr>
            <a:xfrm>
              <a:off x="8923795" y="5088845"/>
              <a:ext cx="105101" cy="36888"/>
            </a:xfrm>
            <a:custGeom>
              <a:avLst/>
              <a:gdLst>
                <a:gd name="connsiteX0" fmla="*/ 105102 w 105101"/>
                <a:gd name="connsiteY0" fmla="*/ 0 h 36888"/>
                <a:gd name="connsiteX1" fmla="*/ 0 w 105101"/>
                <a:gd name="connsiteY1" fmla="*/ 36888 h 36888"/>
              </a:gdLst>
              <a:ahLst/>
              <a:cxnLst>
                <a:cxn ang="0">
                  <a:pos x="connsiteX0" y="connsiteY0"/>
                </a:cxn>
                <a:cxn ang="0">
                  <a:pos x="connsiteX1" y="connsiteY1"/>
                </a:cxn>
              </a:cxnLst>
              <a:rect l="l" t="t" r="r" b="b"/>
              <a:pathLst>
                <a:path w="105101" h="36888">
                  <a:moveTo>
                    <a:pt x="105102" y="0"/>
                  </a:moveTo>
                  <a:lnTo>
                    <a:pt x="0" y="36888"/>
                  </a:lnTo>
                </a:path>
              </a:pathLst>
            </a:custGeom>
            <a:ln w="8472" cap="flat">
              <a:solidFill>
                <a:srgbClr val="01355A"/>
              </a:solidFill>
              <a:prstDash val="solid"/>
              <a:miter/>
            </a:ln>
          </p:spPr>
          <p:txBody>
            <a:bodyPr rtlCol="1" anchor="ctr"/>
            <a:lstStyle/>
            <a:p>
              <a:endParaRPr lang="ar-SA"/>
            </a:p>
          </p:txBody>
        </p:sp>
        <p:sp>
          <p:nvSpPr>
            <p:cNvPr id="9727" name="شكل حر: شكل 10823">
              <a:extLst>
                <a:ext uri="{FF2B5EF4-FFF2-40B4-BE49-F238E27FC236}">
                  <a16:creationId xmlns:a16="http://schemas.microsoft.com/office/drawing/2014/main" id="{FA3114BF-AD50-AC3C-446E-AEFC5F1E7E3D}"/>
                </a:ext>
              </a:extLst>
            </p:cNvPr>
            <p:cNvSpPr/>
            <p:nvPr/>
          </p:nvSpPr>
          <p:spPr>
            <a:xfrm>
              <a:off x="8923794" y="5070174"/>
              <a:ext cx="138770" cy="90611"/>
            </a:xfrm>
            <a:custGeom>
              <a:avLst/>
              <a:gdLst>
                <a:gd name="connsiteX0" fmla="*/ 32144 w 138770"/>
                <a:gd name="connsiteY0" fmla="*/ 0 h 90611"/>
                <a:gd name="connsiteX1" fmla="*/ 105102 w 138770"/>
                <a:gd name="connsiteY1" fmla="*/ 18670 h 90611"/>
                <a:gd name="connsiteX2" fmla="*/ 138770 w 138770"/>
                <a:gd name="connsiteY2" fmla="*/ 52339 h 90611"/>
                <a:gd name="connsiteX3" fmla="*/ 35872 w 138770"/>
                <a:gd name="connsiteY3" fmla="*/ 90611 h 90611"/>
                <a:gd name="connsiteX4" fmla="*/ 0 w 138770"/>
                <a:gd name="connsiteY4" fmla="*/ 55559 h 90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770" h="90611">
                  <a:moveTo>
                    <a:pt x="32144" y="0"/>
                  </a:moveTo>
                  <a:lnTo>
                    <a:pt x="105102" y="18670"/>
                  </a:lnTo>
                  <a:lnTo>
                    <a:pt x="138770" y="52339"/>
                  </a:lnTo>
                  <a:lnTo>
                    <a:pt x="35872" y="90611"/>
                  </a:lnTo>
                  <a:lnTo>
                    <a:pt x="0" y="55559"/>
                  </a:lnTo>
                </a:path>
              </a:pathLst>
            </a:custGeom>
            <a:noFill/>
            <a:ln w="8472" cap="flat">
              <a:solidFill>
                <a:srgbClr val="01355A"/>
              </a:solidFill>
              <a:prstDash val="solid"/>
              <a:miter/>
            </a:ln>
          </p:spPr>
          <p:txBody>
            <a:bodyPr rtlCol="1" anchor="ctr"/>
            <a:lstStyle/>
            <a:p>
              <a:endParaRPr lang="ar-SA"/>
            </a:p>
          </p:txBody>
        </p:sp>
        <p:sp>
          <p:nvSpPr>
            <p:cNvPr id="9728" name="شكل حر: شكل 10824">
              <a:extLst>
                <a:ext uri="{FF2B5EF4-FFF2-40B4-BE49-F238E27FC236}">
                  <a16:creationId xmlns:a16="http://schemas.microsoft.com/office/drawing/2014/main" id="{27953A7F-20A8-7985-28D5-5EAEFF12BDAA}"/>
                </a:ext>
              </a:extLst>
            </p:cNvPr>
            <p:cNvSpPr/>
            <p:nvPr/>
          </p:nvSpPr>
          <p:spPr>
            <a:xfrm>
              <a:off x="8785053" y="5070174"/>
              <a:ext cx="138741" cy="90611"/>
            </a:xfrm>
            <a:custGeom>
              <a:avLst/>
              <a:gdLst>
                <a:gd name="connsiteX0" fmla="*/ 138741 w 138741"/>
                <a:gd name="connsiteY0" fmla="*/ 55559 h 90611"/>
                <a:gd name="connsiteX1" fmla="*/ 102898 w 138741"/>
                <a:gd name="connsiteY1" fmla="*/ 90611 h 90611"/>
                <a:gd name="connsiteX2" fmla="*/ 0 w 138741"/>
                <a:gd name="connsiteY2" fmla="*/ 52339 h 90611"/>
                <a:gd name="connsiteX3" fmla="*/ 33668 w 138741"/>
                <a:gd name="connsiteY3" fmla="*/ 18670 h 90611"/>
                <a:gd name="connsiteX4" fmla="*/ 106598 w 138741"/>
                <a:gd name="connsiteY4" fmla="*/ 0 h 90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741" h="90611">
                  <a:moveTo>
                    <a:pt x="138741" y="55559"/>
                  </a:moveTo>
                  <a:lnTo>
                    <a:pt x="102898" y="90611"/>
                  </a:lnTo>
                  <a:lnTo>
                    <a:pt x="0" y="52339"/>
                  </a:lnTo>
                  <a:lnTo>
                    <a:pt x="33668" y="18670"/>
                  </a:lnTo>
                  <a:lnTo>
                    <a:pt x="106598" y="0"/>
                  </a:lnTo>
                </a:path>
              </a:pathLst>
            </a:custGeom>
            <a:noFill/>
            <a:ln w="8472" cap="flat">
              <a:solidFill>
                <a:srgbClr val="01355A"/>
              </a:solidFill>
              <a:prstDash val="solid"/>
              <a:miter/>
            </a:ln>
          </p:spPr>
          <p:txBody>
            <a:bodyPr rtlCol="1" anchor="ctr"/>
            <a:lstStyle/>
            <a:p>
              <a:endParaRPr lang="ar-SA"/>
            </a:p>
          </p:txBody>
        </p:sp>
        <p:sp>
          <p:nvSpPr>
            <p:cNvPr id="9729" name="شكل حر: شكل 10825">
              <a:extLst>
                <a:ext uri="{FF2B5EF4-FFF2-40B4-BE49-F238E27FC236}">
                  <a16:creationId xmlns:a16="http://schemas.microsoft.com/office/drawing/2014/main" id="{B72FC8EF-1A01-613D-DF79-FB697F24E136}"/>
                </a:ext>
              </a:extLst>
            </p:cNvPr>
            <p:cNvSpPr/>
            <p:nvPr/>
          </p:nvSpPr>
          <p:spPr>
            <a:xfrm>
              <a:off x="8740199" y="4899487"/>
              <a:ext cx="367191" cy="144758"/>
            </a:xfrm>
            <a:custGeom>
              <a:avLst/>
              <a:gdLst>
                <a:gd name="connsiteX0" fmla="*/ 367191 w 367191"/>
                <a:gd name="connsiteY0" fmla="*/ 144758 h 144758"/>
                <a:gd name="connsiteX1" fmla="*/ 310220 w 367191"/>
                <a:gd name="connsiteY1" fmla="*/ 144758 h 144758"/>
                <a:gd name="connsiteX2" fmla="*/ 310220 w 367191"/>
                <a:gd name="connsiteY2" fmla="*/ 73325 h 144758"/>
                <a:gd name="connsiteX3" fmla="*/ 236895 w 367191"/>
                <a:gd name="connsiteY3" fmla="*/ 0 h 144758"/>
                <a:gd name="connsiteX4" fmla="*/ 199102 w 367191"/>
                <a:gd name="connsiteY4" fmla="*/ 0 h 144758"/>
                <a:gd name="connsiteX5" fmla="*/ 199102 w 367191"/>
                <a:gd name="connsiteY5" fmla="*/ 40137 h 144758"/>
                <a:gd name="connsiteX6" fmla="*/ 183596 w 367191"/>
                <a:gd name="connsiteY6" fmla="*/ 55644 h 144758"/>
                <a:gd name="connsiteX7" fmla="*/ 183596 w 367191"/>
                <a:gd name="connsiteY7" fmla="*/ 55644 h 144758"/>
                <a:gd name="connsiteX8" fmla="*/ 183596 w 367191"/>
                <a:gd name="connsiteY8" fmla="*/ 55644 h 144758"/>
                <a:gd name="connsiteX9" fmla="*/ 183596 w 367191"/>
                <a:gd name="connsiteY9" fmla="*/ 55644 h 144758"/>
                <a:gd name="connsiteX10" fmla="*/ 168089 w 367191"/>
                <a:gd name="connsiteY10" fmla="*/ 40137 h 144758"/>
                <a:gd name="connsiteX11" fmla="*/ 168089 w 367191"/>
                <a:gd name="connsiteY11" fmla="*/ 0 h 144758"/>
                <a:gd name="connsiteX12" fmla="*/ 130297 w 367191"/>
                <a:gd name="connsiteY12" fmla="*/ 0 h 144758"/>
                <a:gd name="connsiteX13" fmla="*/ 56972 w 367191"/>
                <a:gd name="connsiteY13" fmla="*/ 73325 h 144758"/>
                <a:gd name="connsiteX14" fmla="*/ 56972 w 367191"/>
                <a:gd name="connsiteY14" fmla="*/ 144758 h 144758"/>
                <a:gd name="connsiteX15" fmla="*/ 0 w 367191"/>
                <a:gd name="connsiteY15" fmla="*/ 144758 h 1447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67191" h="144758">
                  <a:moveTo>
                    <a:pt x="367191" y="144758"/>
                  </a:moveTo>
                  <a:lnTo>
                    <a:pt x="310220" y="144758"/>
                  </a:lnTo>
                  <a:lnTo>
                    <a:pt x="310220" y="73325"/>
                  </a:lnTo>
                  <a:cubicBezTo>
                    <a:pt x="310220" y="32821"/>
                    <a:pt x="277399" y="0"/>
                    <a:pt x="236895" y="0"/>
                  </a:cubicBezTo>
                  <a:lnTo>
                    <a:pt x="199102" y="0"/>
                  </a:lnTo>
                  <a:lnTo>
                    <a:pt x="199102" y="40137"/>
                  </a:lnTo>
                  <a:cubicBezTo>
                    <a:pt x="199102" y="48695"/>
                    <a:pt x="192154" y="55644"/>
                    <a:pt x="183596" y="55644"/>
                  </a:cubicBezTo>
                  <a:lnTo>
                    <a:pt x="183596" y="55644"/>
                  </a:lnTo>
                  <a:lnTo>
                    <a:pt x="183596" y="55644"/>
                  </a:lnTo>
                  <a:lnTo>
                    <a:pt x="183596" y="55644"/>
                  </a:lnTo>
                  <a:cubicBezTo>
                    <a:pt x="175038" y="55644"/>
                    <a:pt x="168089" y="48695"/>
                    <a:pt x="168089" y="40137"/>
                  </a:cubicBezTo>
                  <a:lnTo>
                    <a:pt x="168089" y="0"/>
                  </a:lnTo>
                  <a:lnTo>
                    <a:pt x="130297" y="0"/>
                  </a:lnTo>
                  <a:cubicBezTo>
                    <a:pt x="89792" y="0"/>
                    <a:pt x="56972" y="32821"/>
                    <a:pt x="56972" y="73325"/>
                  </a:cubicBezTo>
                  <a:lnTo>
                    <a:pt x="56972" y="144758"/>
                  </a:lnTo>
                  <a:lnTo>
                    <a:pt x="0" y="144758"/>
                  </a:lnTo>
                </a:path>
              </a:pathLst>
            </a:custGeom>
            <a:noFill/>
            <a:ln w="8472" cap="flat">
              <a:solidFill>
                <a:srgbClr val="17A3A3"/>
              </a:solidFill>
              <a:prstDash val="solid"/>
              <a:miter/>
            </a:ln>
          </p:spPr>
          <p:txBody>
            <a:bodyPr rtlCol="1" anchor="ctr"/>
            <a:lstStyle/>
            <a:p>
              <a:endParaRPr lang="ar-SA"/>
            </a:p>
          </p:txBody>
        </p:sp>
        <p:sp>
          <p:nvSpPr>
            <p:cNvPr id="9730" name="شكل حر: شكل 10826">
              <a:extLst>
                <a:ext uri="{FF2B5EF4-FFF2-40B4-BE49-F238E27FC236}">
                  <a16:creationId xmlns:a16="http://schemas.microsoft.com/office/drawing/2014/main" id="{85072C7F-93AB-1204-1F66-A6B7AC8AB712}"/>
                </a:ext>
              </a:extLst>
            </p:cNvPr>
            <p:cNvSpPr/>
            <p:nvPr/>
          </p:nvSpPr>
          <p:spPr>
            <a:xfrm>
              <a:off x="8923795" y="4979676"/>
              <a:ext cx="2824" cy="48610"/>
            </a:xfrm>
            <a:custGeom>
              <a:avLst/>
              <a:gdLst>
                <a:gd name="connsiteX0" fmla="*/ 0 w 2824"/>
                <a:gd name="connsiteY0" fmla="*/ 0 h 48610"/>
                <a:gd name="connsiteX1" fmla="*/ 0 w 2824"/>
                <a:gd name="connsiteY1" fmla="*/ 48610 h 48610"/>
              </a:gdLst>
              <a:ahLst/>
              <a:cxnLst>
                <a:cxn ang="0">
                  <a:pos x="connsiteX0" y="connsiteY0"/>
                </a:cxn>
                <a:cxn ang="0">
                  <a:pos x="connsiteX1" y="connsiteY1"/>
                </a:cxn>
              </a:cxnLst>
              <a:rect l="l" t="t" r="r" b="b"/>
              <a:pathLst>
                <a:path w="2824" h="48610">
                  <a:moveTo>
                    <a:pt x="0" y="0"/>
                  </a:moveTo>
                  <a:lnTo>
                    <a:pt x="0" y="48610"/>
                  </a:lnTo>
                </a:path>
              </a:pathLst>
            </a:custGeom>
            <a:ln w="8472" cap="flat">
              <a:solidFill>
                <a:srgbClr val="01355A"/>
              </a:solidFill>
              <a:prstDash val="solid"/>
              <a:miter/>
            </a:ln>
          </p:spPr>
          <p:txBody>
            <a:bodyPr rtlCol="1" anchor="ctr"/>
            <a:lstStyle/>
            <a:p>
              <a:endParaRPr lang="ar-SA"/>
            </a:p>
          </p:txBody>
        </p:sp>
        <p:sp>
          <p:nvSpPr>
            <p:cNvPr id="9731" name="شكل حر: شكل 10827">
              <a:extLst>
                <a:ext uri="{FF2B5EF4-FFF2-40B4-BE49-F238E27FC236}">
                  <a16:creationId xmlns:a16="http://schemas.microsoft.com/office/drawing/2014/main" id="{4C6B42D8-0BCE-A43D-46A6-033E20F4D363}"/>
                </a:ext>
              </a:extLst>
            </p:cNvPr>
            <p:cNvSpPr/>
            <p:nvPr/>
          </p:nvSpPr>
          <p:spPr>
            <a:xfrm>
              <a:off x="8884051" y="4960808"/>
              <a:ext cx="24208" cy="94735"/>
            </a:xfrm>
            <a:custGeom>
              <a:avLst/>
              <a:gdLst>
                <a:gd name="connsiteX0" fmla="*/ 20170 w 24208"/>
                <a:gd name="connsiteY0" fmla="*/ 0 h 94735"/>
                <a:gd name="connsiteX1" fmla="*/ 8477 w 24208"/>
                <a:gd name="connsiteY1" fmla="*/ 15451 h 94735"/>
                <a:gd name="connsiteX2" fmla="*/ 5398 w 24208"/>
                <a:gd name="connsiteY2" fmla="*/ 61321 h 94735"/>
                <a:gd name="connsiteX3" fmla="*/ 24209 w 24208"/>
                <a:gd name="connsiteY3" fmla="*/ 94735 h 94735"/>
              </a:gdLst>
              <a:ahLst/>
              <a:cxnLst>
                <a:cxn ang="0">
                  <a:pos x="connsiteX0" y="connsiteY0"/>
                </a:cxn>
                <a:cxn ang="0">
                  <a:pos x="connsiteX1" y="connsiteY1"/>
                </a:cxn>
                <a:cxn ang="0">
                  <a:pos x="connsiteX2" y="connsiteY2"/>
                </a:cxn>
                <a:cxn ang="0">
                  <a:pos x="connsiteX3" y="connsiteY3"/>
                </a:cxn>
              </a:cxnLst>
              <a:rect l="l" t="t" r="r" b="b"/>
              <a:pathLst>
                <a:path w="24208" h="94735">
                  <a:moveTo>
                    <a:pt x="20170" y="0"/>
                  </a:moveTo>
                  <a:lnTo>
                    <a:pt x="8477" y="15451"/>
                  </a:lnTo>
                  <a:cubicBezTo>
                    <a:pt x="-1579" y="28754"/>
                    <a:pt x="-2793" y="46775"/>
                    <a:pt x="5398" y="61321"/>
                  </a:cubicBezTo>
                  <a:lnTo>
                    <a:pt x="24209" y="94735"/>
                  </a:lnTo>
                </a:path>
              </a:pathLst>
            </a:custGeom>
            <a:noFill/>
            <a:ln w="8472" cap="flat">
              <a:solidFill>
                <a:srgbClr val="01355A"/>
              </a:solidFill>
              <a:prstDash val="solid"/>
              <a:miter/>
            </a:ln>
          </p:spPr>
          <p:txBody>
            <a:bodyPr rtlCol="1" anchor="ctr"/>
            <a:lstStyle/>
            <a:p>
              <a:endParaRPr lang="ar-SA"/>
            </a:p>
          </p:txBody>
        </p:sp>
        <p:sp>
          <p:nvSpPr>
            <p:cNvPr id="9732" name="شكل حر: شكل 10828">
              <a:extLst>
                <a:ext uri="{FF2B5EF4-FFF2-40B4-BE49-F238E27FC236}">
                  <a16:creationId xmlns:a16="http://schemas.microsoft.com/office/drawing/2014/main" id="{8971BAC9-130E-6F4A-3A3A-1328D050CE9F}"/>
                </a:ext>
              </a:extLst>
            </p:cNvPr>
            <p:cNvSpPr/>
            <p:nvPr/>
          </p:nvSpPr>
          <p:spPr>
            <a:xfrm>
              <a:off x="8939329" y="4960808"/>
              <a:ext cx="24209" cy="94735"/>
            </a:xfrm>
            <a:custGeom>
              <a:avLst/>
              <a:gdLst>
                <a:gd name="connsiteX0" fmla="*/ 4040 w 24209"/>
                <a:gd name="connsiteY0" fmla="*/ 0 h 94735"/>
                <a:gd name="connsiteX1" fmla="*/ 15733 w 24209"/>
                <a:gd name="connsiteY1" fmla="*/ 15451 h 94735"/>
                <a:gd name="connsiteX2" fmla="*/ 18812 w 24209"/>
                <a:gd name="connsiteY2" fmla="*/ 61321 h 94735"/>
                <a:gd name="connsiteX3" fmla="*/ 0 w 24209"/>
                <a:gd name="connsiteY3" fmla="*/ 94735 h 94735"/>
              </a:gdLst>
              <a:ahLst/>
              <a:cxnLst>
                <a:cxn ang="0">
                  <a:pos x="connsiteX0" y="connsiteY0"/>
                </a:cxn>
                <a:cxn ang="0">
                  <a:pos x="connsiteX1" y="connsiteY1"/>
                </a:cxn>
                <a:cxn ang="0">
                  <a:pos x="connsiteX2" y="connsiteY2"/>
                </a:cxn>
                <a:cxn ang="0">
                  <a:pos x="connsiteX3" y="connsiteY3"/>
                </a:cxn>
              </a:cxnLst>
              <a:rect l="l" t="t" r="r" b="b"/>
              <a:pathLst>
                <a:path w="24209" h="94735">
                  <a:moveTo>
                    <a:pt x="4040" y="0"/>
                  </a:moveTo>
                  <a:lnTo>
                    <a:pt x="15733" y="15451"/>
                  </a:lnTo>
                  <a:cubicBezTo>
                    <a:pt x="25788" y="28754"/>
                    <a:pt x="27003" y="46775"/>
                    <a:pt x="18812" y="61321"/>
                  </a:cubicBezTo>
                  <a:lnTo>
                    <a:pt x="0" y="94735"/>
                  </a:lnTo>
                </a:path>
              </a:pathLst>
            </a:custGeom>
            <a:noFill/>
            <a:ln w="8472" cap="flat">
              <a:solidFill>
                <a:srgbClr val="01355A"/>
              </a:solidFill>
              <a:prstDash val="solid"/>
              <a:miter/>
            </a:ln>
          </p:spPr>
          <p:txBody>
            <a:bodyPr rtlCol="1" anchor="ctr"/>
            <a:lstStyle/>
            <a:p>
              <a:endParaRPr lang="ar-SA"/>
            </a:p>
          </p:txBody>
        </p:sp>
        <p:sp>
          <p:nvSpPr>
            <p:cNvPr id="9733" name="شكل حر: شكل 10829">
              <a:extLst>
                <a:ext uri="{FF2B5EF4-FFF2-40B4-BE49-F238E27FC236}">
                  <a16:creationId xmlns:a16="http://schemas.microsoft.com/office/drawing/2014/main" id="{CA633D2D-5ABF-633E-A413-FF01423920C2}"/>
                </a:ext>
              </a:extLst>
            </p:cNvPr>
            <p:cNvSpPr/>
            <p:nvPr/>
          </p:nvSpPr>
          <p:spPr>
            <a:xfrm>
              <a:off x="8923795" y="5074270"/>
              <a:ext cx="2824" cy="28923"/>
            </a:xfrm>
            <a:custGeom>
              <a:avLst/>
              <a:gdLst>
                <a:gd name="connsiteX0" fmla="*/ 0 w 2824"/>
                <a:gd name="connsiteY0" fmla="*/ 0 h 28923"/>
                <a:gd name="connsiteX1" fmla="*/ 0 w 2824"/>
                <a:gd name="connsiteY1" fmla="*/ 28923 h 28923"/>
              </a:gdLst>
              <a:ahLst/>
              <a:cxnLst>
                <a:cxn ang="0">
                  <a:pos x="connsiteX0" y="connsiteY0"/>
                </a:cxn>
                <a:cxn ang="0">
                  <a:pos x="connsiteX1" y="connsiteY1"/>
                </a:cxn>
              </a:cxnLst>
              <a:rect l="l" t="t" r="r" b="b"/>
              <a:pathLst>
                <a:path w="2824" h="28923">
                  <a:moveTo>
                    <a:pt x="0" y="0"/>
                  </a:moveTo>
                  <a:lnTo>
                    <a:pt x="0" y="28923"/>
                  </a:lnTo>
                </a:path>
              </a:pathLst>
            </a:custGeom>
            <a:ln w="8472" cap="flat">
              <a:solidFill>
                <a:srgbClr val="01355A"/>
              </a:solidFill>
              <a:prstDash val="solid"/>
              <a:miter/>
            </a:ln>
          </p:spPr>
          <p:txBody>
            <a:bodyPr rtlCol="1" anchor="ctr"/>
            <a:lstStyle/>
            <a:p>
              <a:endParaRPr lang="ar-SA"/>
            </a:p>
          </p:txBody>
        </p:sp>
        <p:sp>
          <p:nvSpPr>
            <p:cNvPr id="9734" name="شكل حر: شكل 10830">
              <a:extLst>
                <a:ext uri="{FF2B5EF4-FFF2-40B4-BE49-F238E27FC236}">
                  <a16:creationId xmlns:a16="http://schemas.microsoft.com/office/drawing/2014/main" id="{F4E18C32-A351-85CC-DF6C-6B8F7619BD00}"/>
                </a:ext>
              </a:extLst>
            </p:cNvPr>
            <p:cNvSpPr/>
            <p:nvPr/>
          </p:nvSpPr>
          <p:spPr>
            <a:xfrm>
              <a:off x="8905463" y="5081501"/>
              <a:ext cx="2824" cy="14461"/>
            </a:xfrm>
            <a:custGeom>
              <a:avLst/>
              <a:gdLst>
                <a:gd name="connsiteX0" fmla="*/ 0 w 2824"/>
                <a:gd name="connsiteY0" fmla="*/ 0 h 14461"/>
                <a:gd name="connsiteX1" fmla="*/ 0 w 2824"/>
                <a:gd name="connsiteY1" fmla="*/ 14462 h 14461"/>
              </a:gdLst>
              <a:ahLst/>
              <a:cxnLst>
                <a:cxn ang="0">
                  <a:pos x="connsiteX0" y="connsiteY0"/>
                </a:cxn>
                <a:cxn ang="0">
                  <a:pos x="connsiteX1" y="connsiteY1"/>
                </a:cxn>
              </a:cxnLst>
              <a:rect l="l" t="t" r="r" b="b"/>
              <a:pathLst>
                <a:path w="2824" h="14461">
                  <a:moveTo>
                    <a:pt x="0" y="0"/>
                  </a:moveTo>
                  <a:lnTo>
                    <a:pt x="0" y="14462"/>
                  </a:lnTo>
                </a:path>
              </a:pathLst>
            </a:custGeom>
            <a:ln w="8472" cap="flat">
              <a:solidFill>
                <a:srgbClr val="01355A"/>
              </a:solidFill>
              <a:prstDash val="solid"/>
              <a:miter/>
            </a:ln>
          </p:spPr>
          <p:txBody>
            <a:bodyPr rtlCol="1" anchor="ctr"/>
            <a:lstStyle/>
            <a:p>
              <a:endParaRPr lang="ar-SA"/>
            </a:p>
          </p:txBody>
        </p:sp>
        <p:sp>
          <p:nvSpPr>
            <p:cNvPr id="9735" name="شكل حر: شكل 10831">
              <a:extLst>
                <a:ext uri="{FF2B5EF4-FFF2-40B4-BE49-F238E27FC236}">
                  <a16:creationId xmlns:a16="http://schemas.microsoft.com/office/drawing/2014/main" id="{8E206A6C-E694-0724-3F79-BFB76DE89480}"/>
                </a:ext>
              </a:extLst>
            </p:cNvPr>
            <p:cNvSpPr/>
            <p:nvPr/>
          </p:nvSpPr>
          <p:spPr>
            <a:xfrm>
              <a:off x="8942126" y="5081501"/>
              <a:ext cx="2824" cy="14461"/>
            </a:xfrm>
            <a:custGeom>
              <a:avLst/>
              <a:gdLst>
                <a:gd name="connsiteX0" fmla="*/ 0 w 2824"/>
                <a:gd name="connsiteY0" fmla="*/ 0 h 14461"/>
                <a:gd name="connsiteX1" fmla="*/ 0 w 2824"/>
                <a:gd name="connsiteY1" fmla="*/ 14462 h 14461"/>
              </a:gdLst>
              <a:ahLst/>
              <a:cxnLst>
                <a:cxn ang="0">
                  <a:pos x="connsiteX0" y="connsiteY0"/>
                </a:cxn>
                <a:cxn ang="0">
                  <a:pos x="connsiteX1" y="connsiteY1"/>
                </a:cxn>
              </a:cxnLst>
              <a:rect l="l" t="t" r="r" b="b"/>
              <a:pathLst>
                <a:path w="2824" h="14461">
                  <a:moveTo>
                    <a:pt x="0" y="0"/>
                  </a:moveTo>
                  <a:lnTo>
                    <a:pt x="0" y="14462"/>
                  </a:lnTo>
                </a:path>
              </a:pathLst>
            </a:custGeom>
            <a:ln w="8472" cap="flat">
              <a:solidFill>
                <a:srgbClr val="01355A"/>
              </a:solidFill>
              <a:prstDash val="solid"/>
              <a:miter/>
            </a:ln>
          </p:spPr>
          <p:txBody>
            <a:bodyPr rtlCol="1" anchor="ctr"/>
            <a:lstStyle/>
            <a:p>
              <a:endParaRPr lang="ar-SA"/>
            </a:p>
          </p:txBody>
        </p:sp>
      </p:grpSp>
      <p:grpSp>
        <p:nvGrpSpPr>
          <p:cNvPr id="9736" name="رسم 8014">
            <a:extLst>
              <a:ext uri="{FF2B5EF4-FFF2-40B4-BE49-F238E27FC236}">
                <a16:creationId xmlns:a16="http://schemas.microsoft.com/office/drawing/2014/main" id="{E87BA6FE-C2DC-4E28-55AD-BC1D58654B46}"/>
              </a:ext>
            </a:extLst>
          </p:cNvPr>
          <p:cNvGrpSpPr/>
          <p:nvPr/>
        </p:nvGrpSpPr>
        <p:grpSpPr>
          <a:xfrm>
            <a:off x="6353419" y="4883566"/>
            <a:ext cx="285748" cy="275626"/>
            <a:chOff x="6675670" y="4380533"/>
            <a:chExt cx="341555" cy="349694"/>
          </a:xfrm>
          <a:noFill/>
        </p:grpSpPr>
        <p:sp>
          <p:nvSpPr>
            <p:cNvPr id="9737" name="شكل حر: شكل 10833">
              <a:extLst>
                <a:ext uri="{FF2B5EF4-FFF2-40B4-BE49-F238E27FC236}">
                  <a16:creationId xmlns:a16="http://schemas.microsoft.com/office/drawing/2014/main" id="{0F1704C9-B100-2087-5FF4-1509418A1AA5}"/>
                </a:ext>
              </a:extLst>
            </p:cNvPr>
            <p:cNvSpPr/>
            <p:nvPr/>
          </p:nvSpPr>
          <p:spPr>
            <a:xfrm>
              <a:off x="6675670" y="4448548"/>
              <a:ext cx="297888" cy="281679"/>
            </a:xfrm>
            <a:custGeom>
              <a:avLst/>
              <a:gdLst>
                <a:gd name="connsiteX0" fmla="*/ 86866 w 297888"/>
                <a:gd name="connsiteY0" fmla="*/ 38244 h 281679"/>
                <a:gd name="connsiteX1" fmla="*/ 137425 w 297888"/>
                <a:gd name="connsiteY1" fmla="*/ 122981 h 281679"/>
                <a:gd name="connsiteX2" fmla="*/ 211146 w 297888"/>
                <a:gd name="connsiteY2" fmla="*/ 188341 h 281679"/>
                <a:gd name="connsiteX3" fmla="*/ 251226 w 297888"/>
                <a:gd name="connsiteY3" fmla="*/ 197888 h 281679"/>
                <a:gd name="connsiteX4" fmla="*/ 296871 w 297888"/>
                <a:gd name="connsiteY4" fmla="*/ 241499 h 281679"/>
                <a:gd name="connsiteX5" fmla="*/ 296617 w 297888"/>
                <a:gd name="connsiteY5" fmla="*/ 256526 h 281679"/>
                <a:gd name="connsiteX6" fmla="*/ 296617 w 297888"/>
                <a:gd name="connsiteY6" fmla="*/ 256526 h 281679"/>
                <a:gd name="connsiteX7" fmla="*/ 278398 w 297888"/>
                <a:gd name="connsiteY7" fmla="*/ 273134 h 281679"/>
                <a:gd name="connsiteX8" fmla="*/ 156802 w 297888"/>
                <a:gd name="connsiteY8" fmla="*/ 274066 h 281679"/>
                <a:gd name="connsiteX9" fmla="*/ 144346 w 297888"/>
                <a:gd name="connsiteY9" fmla="*/ 259435 h 281679"/>
                <a:gd name="connsiteX10" fmla="*/ 140249 w 297888"/>
                <a:gd name="connsiteY10" fmla="*/ 241809 h 281679"/>
                <a:gd name="connsiteX11" fmla="*/ 92205 w 297888"/>
                <a:gd name="connsiteY11" fmla="*/ 143798 h 281679"/>
                <a:gd name="connsiteX12" fmla="*/ 45938 w 297888"/>
                <a:gd name="connsiteY12" fmla="*/ 161366 h 281679"/>
                <a:gd name="connsiteX13" fmla="*/ 45938 w 297888"/>
                <a:gd name="connsiteY13" fmla="*/ 281664 h 281679"/>
                <a:gd name="connsiteX14" fmla="*/ 15800 w 297888"/>
                <a:gd name="connsiteY14" fmla="*/ 281664 h 281679"/>
                <a:gd name="connsiteX15" fmla="*/ 56898 w 297888"/>
                <a:gd name="connsiteY15" fmla="*/ 0 h 281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7888" h="281679">
                  <a:moveTo>
                    <a:pt x="86866" y="38244"/>
                  </a:moveTo>
                  <a:cubicBezTo>
                    <a:pt x="105508" y="64230"/>
                    <a:pt x="125986" y="96063"/>
                    <a:pt x="137425" y="122981"/>
                  </a:cubicBezTo>
                  <a:cubicBezTo>
                    <a:pt x="137425" y="122981"/>
                    <a:pt x="169032" y="191363"/>
                    <a:pt x="211146" y="188341"/>
                  </a:cubicBezTo>
                  <a:cubicBezTo>
                    <a:pt x="225099" y="187352"/>
                    <a:pt x="238996" y="191081"/>
                    <a:pt x="251226" y="197888"/>
                  </a:cubicBezTo>
                  <a:cubicBezTo>
                    <a:pt x="270010" y="208367"/>
                    <a:pt x="291928" y="223930"/>
                    <a:pt x="296871" y="241499"/>
                  </a:cubicBezTo>
                  <a:cubicBezTo>
                    <a:pt x="298227" y="246385"/>
                    <a:pt x="298312" y="251413"/>
                    <a:pt x="296617" y="256526"/>
                  </a:cubicBezTo>
                  <a:lnTo>
                    <a:pt x="296617" y="256526"/>
                  </a:lnTo>
                  <a:cubicBezTo>
                    <a:pt x="293849" y="264858"/>
                    <a:pt x="286957" y="271157"/>
                    <a:pt x="278398" y="273134"/>
                  </a:cubicBezTo>
                  <a:cubicBezTo>
                    <a:pt x="252949" y="278952"/>
                    <a:pt x="197701" y="288556"/>
                    <a:pt x="156802" y="274066"/>
                  </a:cubicBezTo>
                  <a:cubicBezTo>
                    <a:pt x="150362" y="271778"/>
                    <a:pt x="145701" y="266157"/>
                    <a:pt x="144346" y="259435"/>
                  </a:cubicBezTo>
                  <a:cubicBezTo>
                    <a:pt x="143385" y="254803"/>
                    <a:pt x="142058" y="248758"/>
                    <a:pt x="140249" y="241809"/>
                  </a:cubicBezTo>
                  <a:cubicBezTo>
                    <a:pt x="133019" y="213931"/>
                    <a:pt x="118444" y="171252"/>
                    <a:pt x="92205" y="143798"/>
                  </a:cubicBezTo>
                  <a:cubicBezTo>
                    <a:pt x="75935" y="126794"/>
                    <a:pt x="47266" y="137866"/>
                    <a:pt x="45938" y="161366"/>
                  </a:cubicBezTo>
                  <a:lnTo>
                    <a:pt x="45938" y="281664"/>
                  </a:lnTo>
                  <a:lnTo>
                    <a:pt x="15800" y="281664"/>
                  </a:lnTo>
                  <a:cubicBezTo>
                    <a:pt x="15800" y="85753"/>
                    <a:pt x="-39533" y="45362"/>
                    <a:pt x="56898" y="0"/>
                  </a:cubicBezTo>
                </a:path>
              </a:pathLst>
            </a:custGeom>
            <a:noFill/>
            <a:ln w="8472" cap="flat">
              <a:solidFill>
                <a:srgbClr val="01355A"/>
              </a:solidFill>
              <a:prstDash val="solid"/>
              <a:miter/>
            </a:ln>
          </p:spPr>
          <p:txBody>
            <a:bodyPr rtlCol="1" anchor="ctr"/>
            <a:lstStyle/>
            <a:p>
              <a:endParaRPr lang="ar-SA"/>
            </a:p>
          </p:txBody>
        </p:sp>
        <p:grpSp>
          <p:nvGrpSpPr>
            <p:cNvPr id="9738" name="رسم 8014">
              <a:extLst>
                <a:ext uri="{FF2B5EF4-FFF2-40B4-BE49-F238E27FC236}">
                  <a16:creationId xmlns:a16="http://schemas.microsoft.com/office/drawing/2014/main" id="{57CBCBEC-188E-A176-90C7-817C6A80DE84}"/>
                </a:ext>
              </a:extLst>
            </p:cNvPr>
            <p:cNvGrpSpPr/>
            <p:nvPr/>
          </p:nvGrpSpPr>
          <p:grpSpPr>
            <a:xfrm>
              <a:off x="6931048" y="4532409"/>
              <a:ext cx="59909" cy="54344"/>
              <a:chOff x="6931048" y="4532409"/>
              <a:chExt cx="59909" cy="54344"/>
            </a:xfrm>
            <a:noFill/>
          </p:grpSpPr>
          <p:sp>
            <p:nvSpPr>
              <p:cNvPr id="9747" name="شكل حر: شكل 10835">
                <a:extLst>
                  <a:ext uri="{FF2B5EF4-FFF2-40B4-BE49-F238E27FC236}">
                    <a16:creationId xmlns:a16="http://schemas.microsoft.com/office/drawing/2014/main" id="{0A60DB29-13CD-A478-EA88-463D1126BEDC}"/>
                  </a:ext>
                </a:extLst>
              </p:cNvPr>
              <p:cNvSpPr/>
              <p:nvPr/>
            </p:nvSpPr>
            <p:spPr>
              <a:xfrm>
                <a:off x="6945736" y="4532409"/>
                <a:ext cx="29855" cy="54344"/>
              </a:xfrm>
              <a:custGeom>
                <a:avLst/>
                <a:gdLst>
                  <a:gd name="connsiteX0" fmla="*/ 0 w 29855"/>
                  <a:gd name="connsiteY0" fmla="*/ 54344 h 54344"/>
                  <a:gd name="connsiteX1" fmla="*/ 29855 w 29855"/>
                  <a:gd name="connsiteY1" fmla="*/ 0 h 54344"/>
                </a:gdLst>
                <a:ahLst/>
                <a:cxnLst>
                  <a:cxn ang="0">
                    <a:pos x="connsiteX0" y="connsiteY0"/>
                  </a:cxn>
                  <a:cxn ang="0">
                    <a:pos x="connsiteX1" y="connsiteY1"/>
                  </a:cxn>
                </a:cxnLst>
                <a:rect l="l" t="t" r="r" b="b"/>
                <a:pathLst>
                  <a:path w="29855" h="54344">
                    <a:moveTo>
                      <a:pt x="0" y="54344"/>
                    </a:moveTo>
                    <a:lnTo>
                      <a:pt x="29855" y="0"/>
                    </a:lnTo>
                  </a:path>
                </a:pathLst>
              </a:custGeom>
              <a:ln w="8472" cap="flat">
                <a:solidFill>
                  <a:srgbClr val="17A3A3"/>
                </a:solidFill>
                <a:prstDash val="solid"/>
                <a:miter/>
              </a:ln>
            </p:spPr>
            <p:txBody>
              <a:bodyPr rtlCol="1" anchor="ctr"/>
              <a:lstStyle/>
              <a:p>
                <a:endParaRPr lang="ar-SA"/>
              </a:p>
            </p:txBody>
          </p:sp>
          <p:sp>
            <p:nvSpPr>
              <p:cNvPr id="9748" name="شكل حر: شكل 10836">
                <a:extLst>
                  <a:ext uri="{FF2B5EF4-FFF2-40B4-BE49-F238E27FC236}">
                    <a16:creationId xmlns:a16="http://schemas.microsoft.com/office/drawing/2014/main" id="{2B1CA5EC-CE82-0E32-C79A-BFC7D12D7E47}"/>
                  </a:ext>
                </a:extLst>
              </p:cNvPr>
              <p:cNvSpPr/>
              <p:nvPr/>
            </p:nvSpPr>
            <p:spPr>
              <a:xfrm>
                <a:off x="6971637" y="4560739"/>
                <a:ext cx="19320" cy="26013"/>
              </a:xfrm>
              <a:custGeom>
                <a:avLst/>
                <a:gdLst>
                  <a:gd name="connsiteX0" fmla="*/ 9660 w 19320"/>
                  <a:gd name="connsiteY0" fmla="*/ 26014 h 26013"/>
                  <a:gd name="connsiteX1" fmla="*/ 9660 w 19320"/>
                  <a:gd name="connsiteY1" fmla="*/ 26014 h 26013"/>
                  <a:gd name="connsiteX2" fmla="*/ 0 w 19320"/>
                  <a:gd name="connsiteY2" fmla="*/ 16354 h 26013"/>
                  <a:gd name="connsiteX3" fmla="*/ 0 w 19320"/>
                  <a:gd name="connsiteY3" fmla="*/ 9660 h 26013"/>
                  <a:gd name="connsiteX4" fmla="*/ 9660 w 19320"/>
                  <a:gd name="connsiteY4" fmla="*/ 0 h 26013"/>
                  <a:gd name="connsiteX5" fmla="*/ 9660 w 19320"/>
                  <a:gd name="connsiteY5" fmla="*/ 0 h 26013"/>
                  <a:gd name="connsiteX6" fmla="*/ 19320 w 19320"/>
                  <a:gd name="connsiteY6" fmla="*/ 9660 h 26013"/>
                  <a:gd name="connsiteX7" fmla="*/ 19320 w 19320"/>
                  <a:gd name="connsiteY7" fmla="*/ 16354 h 26013"/>
                  <a:gd name="connsiteX8" fmla="*/ 9660 w 19320"/>
                  <a:gd name="connsiteY8" fmla="*/ 26014 h 26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20" h="26013">
                    <a:moveTo>
                      <a:pt x="9660" y="26014"/>
                    </a:moveTo>
                    <a:lnTo>
                      <a:pt x="9660" y="26014"/>
                    </a:lnTo>
                    <a:cubicBezTo>
                      <a:pt x="4322" y="26014"/>
                      <a:pt x="0" y="21692"/>
                      <a:pt x="0" y="16354"/>
                    </a:cubicBezTo>
                    <a:lnTo>
                      <a:pt x="0" y="9660"/>
                    </a:lnTo>
                    <a:cubicBezTo>
                      <a:pt x="0" y="4321"/>
                      <a:pt x="4322" y="0"/>
                      <a:pt x="9660" y="0"/>
                    </a:cubicBezTo>
                    <a:lnTo>
                      <a:pt x="9660" y="0"/>
                    </a:lnTo>
                    <a:cubicBezTo>
                      <a:pt x="14999" y="0"/>
                      <a:pt x="19320" y="4321"/>
                      <a:pt x="19320" y="9660"/>
                    </a:cubicBezTo>
                    <a:lnTo>
                      <a:pt x="19320" y="16354"/>
                    </a:lnTo>
                    <a:cubicBezTo>
                      <a:pt x="19320" y="21692"/>
                      <a:pt x="14999" y="26014"/>
                      <a:pt x="9660" y="26014"/>
                    </a:cubicBezTo>
                    <a:close/>
                  </a:path>
                </a:pathLst>
              </a:custGeom>
              <a:noFill/>
              <a:ln w="8472" cap="flat">
                <a:solidFill>
                  <a:srgbClr val="17A3A3"/>
                </a:solidFill>
                <a:prstDash val="solid"/>
                <a:miter/>
              </a:ln>
            </p:spPr>
            <p:txBody>
              <a:bodyPr rtlCol="1" anchor="ctr"/>
              <a:lstStyle/>
              <a:p>
                <a:endParaRPr lang="ar-SA"/>
              </a:p>
            </p:txBody>
          </p:sp>
          <p:sp>
            <p:nvSpPr>
              <p:cNvPr id="9749" name="شكل حر: شكل 10837">
                <a:extLst>
                  <a:ext uri="{FF2B5EF4-FFF2-40B4-BE49-F238E27FC236}">
                    <a16:creationId xmlns:a16="http://schemas.microsoft.com/office/drawing/2014/main" id="{E6571F21-D3FD-2DFF-9BE2-CC75DC4DE167}"/>
                  </a:ext>
                </a:extLst>
              </p:cNvPr>
              <p:cNvSpPr/>
              <p:nvPr/>
            </p:nvSpPr>
            <p:spPr>
              <a:xfrm>
                <a:off x="6931048" y="4532409"/>
                <a:ext cx="19320" cy="26013"/>
              </a:xfrm>
              <a:custGeom>
                <a:avLst/>
                <a:gdLst>
                  <a:gd name="connsiteX0" fmla="*/ 9660 w 19320"/>
                  <a:gd name="connsiteY0" fmla="*/ 26014 h 26013"/>
                  <a:gd name="connsiteX1" fmla="*/ 9660 w 19320"/>
                  <a:gd name="connsiteY1" fmla="*/ 26014 h 26013"/>
                  <a:gd name="connsiteX2" fmla="*/ 0 w 19320"/>
                  <a:gd name="connsiteY2" fmla="*/ 16354 h 26013"/>
                  <a:gd name="connsiteX3" fmla="*/ 0 w 19320"/>
                  <a:gd name="connsiteY3" fmla="*/ 9660 h 26013"/>
                  <a:gd name="connsiteX4" fmla="*/ 9660 w 19320"/>
                  <a:gd name="connsiteY4" fmla="*/ 0 h 26013"/>
                  <a:gd name="connsiteX5" fmla="*/ 9660 w 19320"/>
                  <a:gd name="connsiteY5" fmla="*/ 0 h 26013"/>
                  <a:gd name="connsiteX6" fmla="*/ 19320 w 19320"/>
                  <a:gd name="connsiteY6" fmla="*/ 9660 h 26013"/>
                  <a:gd name="connsiteX7" fmla="*/ 19320 w 19320"/>
                  <a:gd name="connsiteY7" fmla="*/ 16354 h 26013"/>
                  <a:gd name="connsiteX8" fmla="*/ 9660 w 19320"/>
                  <a:gd name="connsiteY8" fmla="*/ 26014 h 26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20" h="26013">
                    <a:moveTo>
                      <a:pt x="9660" y="26014"/>
                    </a:moveTo>
                    <a:lnTo>
                      <a:pt x="9660" y="26014"/>
                    </a:lnTo>
                    <a:cubicBezTo>
                      <a:pt x="4322" y="26014"/>
                      <a:pt x="0" y="21692"/>
                      <a:pt x="0" y="16354"/>
                    </a:cubicBezTo>
                    <a:lnTo>
                      <a:pt x="0" y="9660"/>
                    </a:lnTo>
                    <a:cubicBezTo>
                      <a:pt x="0" y="4322"/>
                      <a:pt x="4322" y="0"/>
                      <a:pt x="9660" y="0"/>
                    </a:cubicBezTo>
                    <a:lnTo>
                      <a:pt x="9660" y="0"/>
                    </a:lnTo>
                    <a:cubicBezTo>
                      <a:pt x="14999" y="0"/>
                      <a:pt x="19320" y="4322"/>
                      <a:pt x="19320" y="9660"/>
                    </a:cubicBezTo>
                    <a:lnTo>
                      <a:pt x="19320" y="16354"/>
                    </a:lnTo>
                    <a:cubicBezTo>
                      <a:pt x="19320" y="21692"/>
                      <a:pt x="14999" y="26014"/>
                      <a:pt x="9660" y="26014"/>
                    </a:cubicBezTo>
                    <a:close/>
                  </a:path>
                </a:pathLst>
              </a:custGeom>
              <a:noFill/>
              <a:ln w="8472" cap="flat">
                <a:solidFill>
                  <a:srgbClr val="17A3A3"/>
                </a:solidFill>
                <a:prstDash val="solid"/>
                <a:miter/>
              </a:ln>
            </p:spPr>
            <p:txBody>
              <a:bodyPr rtlCol="1" anchor="ctr"/>
              <a:lstStyle/>
              <a:p>
                <a:endParaRPr lang="ar-SA"/>
              </a:p>
            </p:txBody>
          </p:sp>
        </p:grpSp>
        <p:sp>
          <p:nvSpPr>
            <p:cNvPr id="9739" name="شكل حر: شكل 10838">
              <a:extLst>
                <a:ext uri="{FF2B5EF4-FFF2-40B4-BE49-F238E27FC236}">
                  <a16:creationId xmlns:a16="http://schemas.microsoft.com/office/drawing/2014/main" id="{AD7A2449-1521-939E-BBBC-B4D9D697B883}"/>
                </a:ext>
              </a:extLst>
            </p:cNvPr>
            <p:cNvSpPr/>
            <p:nvPr/>
          </p:nvSpPr>
          <p:spPr>
            <a:xfrm>
              <a:off x="6904131" y="4501875"/>
              <a:ext cx="113094" cy="113094"/>
            </a:xfrm>
            <a:custGeom>
              <a:avLst/>
              <a:gdLst>
                <a:gd name="connsiteX0" fmla="*/ 113095 w 113094"/>
                <a:gd name="connsiteY0" fmla="*/ 56547 h 113094"/>
                <a:gd name="connsiteX1" fmla="*/ 56547 w 113094"/>
                <a:gd name="connsiteY1" fmla="*/ 113095 h 113094"/>
                <a:gd name="connsiteX2" fmla="*/ 0 w 113094"/>
                <a:gd name="connsiteY2" fmla="*/ 56547 h 113094"/>
                <a:gd name="connsiteX3" fmla="*/ 56547 w 113094"/>
                <a:gd name="connsiteY3" fmla="*/ 0 h 113094"/>
                <a:gd name="connsiteX4" fmla="*/ 113095 w 113094"/>
                <a:gd name="connsiteY4" fmla="*/ 56547 h 113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94" h="113094">
                  <a:moveTo>
                    <a:pt x="113095" y="56547"/>
                  </a:moveTo>
                  <a:cubicBezTo>
                    <a:pt x="113095" y="87778"/>
                    <a:pt x="87777" y="113095"/>
                    <a:pt x="56547" y="113095"/>
                  </a:cubicBezTo>
                  <a:cubicBezTo>
                    <a:pt x="25317" y="113095"/>
                    <a:pt x="0" y="87778"/>
                    <a:pt x="0" y="56547"/>
                  </a:cubicBezTo>
                  <a:cubicBezTo>
                    <a:pt x="0" y="25317"/>
                    <a:pt x="25317" y="0"/>
                    <a:pt x="56547" y="0"/>
                  </a:cubicBezTo>
                  <a:cubicBezTo>
                    <a:pt x="87777" y="0"/>
                    <a:pt x="113095" y="25317"/>
                    <a:pt x="113095" y="56547"/>
                  </a:cubicBezTo>
                  <a:close/>
                </a:path>
              </a:pathLst>
            </a:custGeom>
            <a:noFill/>
            <a:ln w="8472" cap="flat">
              <a:solidFill>
                <a:srgbClr val="17A3A3"/>
              </a:solidFill>
              <a:prstDash val="solid"/>
              <a:miter/>
            </a:ln>
          </p:spPr>
          <p:txBody>
            <a:bodyPr rtlCol="1" anchor="ctr"/>
            <a:lstStyle/>
            <a:p>
              <a:endParaRPr lang="ar-SA"/>
            </a:p>
          </p:txBody>
        </p:sp>
        <p:sp>
          <p:nvSpPr>
            <p:cNvPr id="9740" name="شكل حر: شكل 10839">
              <a:extLst>
                <a:ext uri="{FF2B5EF4-FFF2-40B4-BE49-F238E27FC236}">
                  <a16:creationId xmlns:a16="http://schemas.microsoft.com/office/drawing/2014/main" id="{75350302-674F-0BFF-37B1-524BCEA098C9}"/>
                </a:ext>
              </a:extLst>
            </p:cNvPr>
            <p:cNvSpPr/>
            <p:nvPr/>
          </p:nvSpPr>
          <p:spPr>
            <a:xfrm>
              <a:off x="6729828" y="4428607"/>
              <a:ext cx="69597" cy="42489"/>
            </a:xfrm>
            <a:custGeom>
              <a:avLst/>
              <a:gdLst>
                <a:gd name="connsiteX0" fmla="*/ 0 w 69597"/>
                <a:gd name="connsiteY0" fmla="*/ 38470 h 42489"/>
                <a:gd name="connsiteX1" fmla="*/ 47424 w 69597"/>
                <a:gd name="connsiteY1" fmla="*/ 34488 h 42489"/>
                <a:gd name="connsiteX2" fmla="*/ 69597 w 69597"/>
                <a:gd name="connsiteY2" fmla="*/ 0 h 42489"/>
              </a:gdLst>
              <a:ahLst/>
              <a:cxnLst>
                <a:cxn ang="0">
                  <a:pos x="connsiteX0" y="connsiteY0"/>
                </a:cxn>
                <a:cxn ang="0">
                  <a:pos x="connsiteX1" y="connsiteY1"/>
                </a:cxn>
                <a:cxn ang="0">
                  <a:pos x="connsiteX2" y="connsiteY2"/>
                </a:cxn>
              </a:cxnLst>
              <a:rect l="l" t="t" r="r" b="b"/>
              <a:pathLst>
                <a:path w="69597" h="42489">
                  <a:moveTo>
                    <a:pt x="0" y="38470"/>
                  </a:moveTo>
                  <a:cubicBezTo>
                    <a:pt x="15168" y="45023"/>
                    <a:pt x="33556" y="43470"/>
                    <a:pt x="47424" y="34488"/>
                  </a:cubicBezTo>
                  <a:cubicBezTo>
                    <a:pt x="61293" y="25506"/>
                    <a:pt x="66377" y="15309"/>
                    <a:pt x="69597" y="0"/>
                  </a:cubicBezTo>
                </a:path>
              </a:pathLst>
            </a:custGeom>
            <a:noFill/>
            <a:ln w="8472" cap="flat">
              <a:solidFill>
                <a:srgbClr val="17A3A3"/>
              </a:solidFill>
              <a:prstDash val="solid"/>
              <a:miter/>
            </a:ln>
          </p:spPr>
          <p:txBody>
            <a:bodyPr rtlCol="1" anchor="ctr"/>
            <a:lstStyle/>
            <a:p>
              <a:endParaRPr lang="ar-SA"/>
            </a:p>
          </p:txBody>
        </p:sp>
        <p:sp>
          <p:nvSpPr>
            <p:cNvPr id="9741" name="شكل حر: شكل 10840">
              <a:extLst>
                <a:ext uri="{FF2B5EF4-FFF2-40B4-BE49-F238E27FC236}">
                  <a16:creationId xmlns:a16="http://schemas.microsoft.com/office/drawing/2014/main" id="{ABC5621A-9448-E378-690A-90CCBBBCA248}"/>
                </a:ext>
              </a:extLst>
            </p:cNvPr>
            <p:cNvSpPr/>
            <p:nvPr/>
          </p:nvSpPr>
          <p:spPr>
            <a:xfrm>
              <a:off x="6789821" y="4380533"/>
              <a:ext cx="133686" cy="124195"/>
            </a:xfrm>
            <a:custGeom>
              <a:avLst/>
              <a:gdLst>
                <a:gd name="connsiteX0" fmla="*/ 13219 w 133686"/>
                <a:gd name="connsiteY0" fmla="*/ 84341 h 124195"/>
                <a:gd name="connsiteX1" fmla="*/ 99791 w 133686"/>
                <a:gd name="connsiteY1" fmla="*/ 124195 h 124195"/>
                <a:gd name="connsiteX2" fmla="*/ 133686 w 133686"/>
                <a:gd name="connsiteY2" fmla="*/ 50559 h 124195"/>
                <a:gd name="connsiteX3" fmla="*/ 23868 w 133686"/>
                <a:gd name="connsiteY3" fmla="*/ 0 h 124195"/>
                <a:gd name="connsiteX4" fmla="*/ 0 w 133686"/>
                <a:gd name="connsiteY4" fmla="*/ 8813 h 124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686" h="124195">
                  <a:moveTo>
                    <a:pt x="13219" y="84341"/>
                  </a:moveTo>
                  <a:lnTo>
                    <a:pt x="99791" y="124195"/>
                  </a:lnTo>
                  <a:lnTo>
                    <a:pt x="133686" y="50559"/>
                  </a:lnTo>
                  <a:lnTo>
                    <a:pt x="23868" y="0"/>
                  </a:lnTo>
                  <a:cubicBezTo>
                    <a:pt x="19716" y="9038"/>
                    <a:pt x="9011" y="12993"/>
                    <a:pt x="0" y="8813"/>
                  </a:cubicBezTo>
                </a:path>
              </a:pathLst>
            </a:custGeom>
            <a:noFill/>
            <a:ln w="8472" cap="flat">
              <a:solidFill>
                <a:srgbClr val="17A3A3"/>
              </a:solidFill>
              <a:prstDash val="solid"/>
              <a:miter/>
            </a:ln>
          </p:spPr>
          <p:txBody>
            <a:bodyPr rtlCol="1" anchor="ctr"/>
            <a:lstStyle/>
            <a:p>
              <a:endParaRPr lang="ar-SA"/>
            </a:p>
          </p:txBody>
        </p:sp>
        <p:sp>
          <p:nvSpPr>
            <p:cNvPr id="9742" name="شكل حر: شكل 10841">
              <a:extLst>
                <a:ext uri="{FF2B5EF4-FFF2-40B4-BE49-F238E27FC236}">
                  <a16:creationId xmlns:a16="http://schemas.microsoft.com/office/drawing/2014/main" id="{AC3E0DA1-0C8D-0A82-39AC-2D0A6CDF83FC}"/>
                </a:ext>
              </a:extLst>
            </p:cNvPr>
            <p:cNvSpPr/>
            <p:nvPr/>
          </p:nvSpPr>
          <p:spPr>
            <a:xfrm>
              <a:off x="6794158" y="4411251"/>
              <a:ext cx="18160" cy="18160"/>
            </a:xfrm>
            <a:custGeom>
              <a:avLst/>
              <a:gdLst>
                <a:gd name="connsiteX0" fmla="*/ 12865 w 18160"/>
                <a:gd name="connsiteY0" fmla="*/ 832 h 18160"/>
                <a:gd name="connsiteX1" fmla="*/ 832 w 18160"/>
                <a:gd name="connsiteY1" fmla="*/ 5295 h 18160"/>
                <a:gd name="connsiteX2" fmla="*/ 5295 w 18160"/>
                <a:gd name="connsiteY2" fmla="*/ 17328 h 18160"/>
                <a:gd name="connsiteX3" fmla="*/ 17328 w 18160"/>
                <a:gd name="connsiteY3" fmla="*/ 12865 h 18160"/>
                <a:gd name="connsiteX4" fmla="*/ 12865 w 18160"/>
                <a:gd name="connsiteY4" fmla="*/ 832 h 18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60" h="18160">
                  <a:moveTo>
                    <a:pt x="12865" y="832"/>
                  </a:moveTo>
                  <a:cubicBezTo>
                    <a:pt x="8318" y="-1258"/>
                    <a:pt x="2923" y="719"/>
                    <a:pt x="832" y="5295"/>
                  </a:cubicBezTo>
                  <a:cubicBezTo>
                    <a:pt x="-1258" y="9843"/>
                    <a:pt x="719" y="15238"/>
                    <a:pt x="5295" y="17328"/>
                  </a:cubicBezTo>
                  <a:cubicBezTo>
                    <a:pt x="9843" y="19418"/>
                    <a:pt x="15238" y="17441"/>
                    <a:pt x="17328" y="12865"/>
                  </a:cubicBezTo>
                  <a:cubicBezTo>
                    <a:pt x="19418" y="8317"/>
                    <a:pt x="17441" y="2923"/>
                    <a:pt x="12865" y="832"/>
                  </a:cubicBezTo>
                  <a:close/>
                </a:path>
              </a:pathLst>
            </a:custGeom>
            <a:noFill/>
            <a:ln w="8472" cap="flat">
              <a:solidFill>
                <a:srgbClr val="17A3A3"/>
              </a:solidFill>
              <a:prstDash val="solid"/>
              <a:miter/>
            </a:ln>
          </p:spPr>
          <p:txBody>
            <a:bodyPr rtlCol="1" anchor="ctr"/>
            <a:lstStyle/>
            <a:p>
              <a:endParaRPr lang="ar-SA"/>
            </a:p>
          </p:txBody>
        </p:sp>
        <p:sp>
          <p:nvSpPr>
            <p:cNvPr id="9743" name="شكل حر: شكل 10842">
              <a:extLst>
                <a:ext uri="{FF2B5EF4-FFF2-40B4-BE49-F238E27FC236}">
                  <a16:creationId xmlns:a16="http://schemas.microsoft.com/office/drawing/2014/main" id="{56EE46D5-B2C3-257F-22DB-D2D559876A0C}"/>
                </a:ext>
              </a:extLst>
            </p:cNvPr>
            <p:cNvSpPr/>
            <p:nvPr/>
          </p:nvSpPr>
          <p:spPr>
            <a:xfrm>
              <a:off x="6855464" y="4427194"/>
              <a:ext cx="40447" cy="18613"/>
            </a:xfrm>
            <a:custGeom>
              <a:avLst/>
              <a:gdLst>
                <a:gd name="connsiteX0" fmla="*/ 0 w 40447"/>
                <a:gd name="connsiteY0" fmla="*/ 0 h 18613"/>
                <a:gd name="connsiteX1" fmla="*/ 40447 w 40447"/>
                <a:gd name="connsiteY1" fmla="*/ 18614 h 18613"/>
              </a:gdLst>
              <a:ahLst/>
              <a:cxnLst>
                <a:cxn ang="0">
                  <a:pos x="connsiteX0" y="connsiteY0"/>
                </a:cxn>
                <a:cxn ang="0">
                  <a:pos x="connsiteX1" y="connsiteY1"/>
                </a:cxn>
              </a:cxnLst>
              <a:rect l="l" t="t" r="r" b="b"/>
              <a:pathLst>
                <a:path w="40447" h="18613">
                  <a:moveTo>
                    <a:pt x="0" y="0"/>
                  </a:moveTo>
                  <a:lnTo>
                    <a:pt x="40447" y="18614"/>
                  </a:lnTo>
                </a:path>
              </a:pathLst>
            </a:custGeom>
            <a:ln w="8472" cap="flat">
              <a:solidFill>
                <a:srgbClr val="17A3A3"/>
              </a:solidFill>
              <a:prstDash val="solid"/>
              <a:miter/>
            </a:ln>
          </p:spPr>
          <p:txBody>
            <a:bodyPr rtlCol="1" anchor="ctr"/>
            <a:lstStyle/>
            <a:p>
              <a:endParaRPr lang="ar-SA"/>
            </a:p>
          </p:txBody>
        </p:sp>
        <p:sp>
          <p:nvSpPr>
            <p:cNvPr id="9744" name="شكل حر: شكل 10843">
              <a:extLst>
                <a:ext uri="{FF2B5EF4-FFF2-40B4-BE49-F238E27FC236}">
                  <a16:creationId xmlns:a16="http://schemas.microsoft.com/office/drawing/2014/main" id="{D8FA0AD1-EFAF-5DFF-AB8D-FAFF31917BF3}"/>
                </a:ext>
              </a:extLst>
            </p:cNvPr>
            <p:cNvSpPr/>
            <p:nvPr/>
          </p:nvSpPr>
          <p:spPr>
            <a:xfrm>
              <a:off x="6848939" y="4441374"/>
              <a:ext cx="40447" cy="18642"/>
            </a:xfrm>
            <a:custGeom>
              <a:avLst/>
              <a:gdLst>
                <a:gd name="connsiteX0" fmla="*/ 0 w 40447"/>
                <a:gd name="connsiteY0" fmla="*/ 0 h 18642"/>
                <a:gd name="connsiteX1" fmla="*/ 40447 w 40447"/>
                <a:gd name="connsiteY1" fmla="*/ 18642 h 18642"/>
              </a:gdLst>
              <a:ahLst/>
              <a:cxnLst>
                <a:cxn ang="0">
                  <a:pos x="connsiteX0" y="connsiteY0"/>
                </a:cxn>
                <a:cxn ang="0">
                  <a:pos x="connsiteX1" y="connsiteY1"/>
                </a:cxn>
              </a:cxnLst>
              <a:rect l="l" t="t" r="r" b="b"/>
              <a:pathLst>
                <a:path w="40447" h="18642">
                  <a:moveTo>
                    <a:pt x="0" y="0"/>
                  </a:moveTo>
                  <a:lnTo>
                    <a:pt x="40447" y="18642"/>
                  </a:lnTo>
                </a:path>
              </a:pathLst>
            </a:custGeom>
            <a:ln w="8472" cap="flat">
              <a:solidFill>
                <a:srgbClr val="17A3A3"/>
              </a:solidFill>
              <a:prstDash val="solid"/>
              <a:miter/>
            </a:ln>
          </p:spPr>
          <p:txBody>
            <a:bodyPr rtlCol="1" anchor="ctr"/>
            <a:lstStyle/>
            <a:p>
              <a:endParaRPr lang="ar-SA"/>
            </a:p>
          </p:txBody>
        </p:sp>
        <p:sp>
          <p:nvSpPr>
            <p:cNvPr id="9745" name="شكل حر: شكل 10844">
              <a:extLst>
                <a:ext uri="{FF2B5EF4-FFF2-40B4-BE49-F238E27FC236}">
                  <a16:creationId xmlns:a16="http://schemas.microsoft.com/office/drawing/2014/main" id="{E8852E4F-2CA7-2F53-E0CF-A3570011CED4}"/>
                </a:ext>
              </a:extLst>
            </p:cNvPr>
            <p:cNvSpPr/>
            <p:nvPr/>
          </p:nvSpPr>
          <p:spPr>
            <a:xfrm>
              <a:off x="6842386" y="4455553"/>
              <a:ext cx="40475" cy="18642"/>
            </a:xfrm>
            <a:custGeom>
              <a:avLst/>
              <a:gdLst>
                <a:gd name="connsiteX0" fmla="*/ 0 w 40475"/>
                <a:gd name="connsiteY0" fmla="*/ 0 h 18642"/>
                <a:gd name="connsiteX1" fmla="*/ 40476 w 40475"/>
                <a:gd name="connsiteY1" fmla="*/ 18642 h 18642"/>
              </a:gdLst>
              <a:ahLst/>
              <a:cxnLst>
                <a:cxn ang="0">
                  <a:pos x="connsiteX0" y="connsiteY0"/>
                </a:cxn>
                <a:cxn ang="0">
                  <a:pos x="connsiteX1" y="connsiteY1"/>
                </a:cxn>
              </a:cxnLst>
              <a:rect l="l" t="t" r="r" b="b"/>
              <a:pathLst>
                <a:path w="40475" h="18642">
                  <a:moveTo>
                    <a:pt x="0" y="0"/>
                  </a:moveTo>
                  <a:lnTo>
                    <a:pt x="40476" y="18642"/>
                  </a:lnTo>
                </a:path>
              </a:pathLst>
            </a:custGeom>
            <a:ln w="8472" cap="flat">
              <a:solidFill>
                <a:srgbClr val="01355A"/>
              </a:solidFill>
              <a:prstDash val="solid"/>
              <a:miter/>
            </a:ln>
          </p:spPr>
          <p:txBody>
            <a:bodyPr rtlCol="1" anchor="ctr"/>
            <a:lstStyle/>
            <a:p>
              <a:endParaRPr lang="ar-SA"/>
            </a:p>
          </p:txBody>
        </p:sp>
        <p:sp>
          <p:nvSpPr>
            <p:cNvPr id="9746" name="شكل حر: شكل 10845">
              <a:extLst>
                <a:ext uri="{FF2B5EF4-FFF2-40B4-BE49-F238E27FC236}">
                  <a16:creationId xmlns:a16="http://schemas.microsoft.com/office/drawing/2014/main" id="{F7DC1E4C-A94B-A2E4-1817-27FFA7C2988A}"/>
                </a:ext>
              </a:extLst>
            </p:cNvPr>
            <p:cNvSpPr/>
            <p:nvPr/>
          </p:nvSpPr>
          <p:spPr>
            <a:xfrm>
              <a:off x="6714535" y="4402380"/>
              <a:ext cx="68478" cy="54443"/>
            </a:xfrm>
            <a:custGeom>
              <a:avLst/>
              <a:gdLst>
                <a:gd name="connsiteX0" fmla="*/ 68479 w 68478"/>
                <a:gd name="connsiteY0" fmla="*/ 1822 h 54443"/>
                <a:gd name="connsiteX1" fmla="*/ 18879 w 68478"/>
                <a:gd name="connsiteY1" fmla="*/ 12414 h 54443"/>
                <a:gd name="connsiteX2" fmla="*/ 12 w 68478"/>
                <a:gd name="connsiteY2" fmla="*/ 54444 h 54443"/>
              </a:gdLst>
              <a:ahLst/>
              <a:cxnLst>
                <a:cxn ang="0">
                  <a:pos x="connsiteX0" y="connsiteY0"/>
                </a:cxn>
                <a:cxn ang="0">
                  <a:pos x="connsiteX1" y="connsiteY1"/>
                </a:cxn>
                <a:cxn ang="0">
                  <a:pos x="connsiteX2" y="connsiteY2"/>
                </a:cxn>
              </a:cxnLst>
              <a:rect l="l" t="t" r="r" b="b"/>
              <a:pathLst>
                <a:path w="68478" h="54443">
                  <a:moveTo>
                    <a:pt x="68479" y="1822"/>
                  </a:moveTo>
                  <a:cubicBezTo>
                    <a:pt x="50515" y="-2979"/>
                    <a:pt x="30968" y="2105"/>
                    <a:pt x="18879" y="12414"/>
                  </a:cubicBezTo>
                  <a:cubicBezTo>
                    <a:pt x="6790" y="22696"/>
                    <a:pt x="-327" y="38570"/>
                    <a:pt x="12" y="54444"/>
                  </a:cubicBezTo>
                </a:path>
              </a:pathLst>
            </a:custGeom>
            <a:noFill/>
            <a:ln w="8472" cap="flat">
              <a:solidFill>
                <a:srgbClr val="17A3A3"/>
              </a:solidFill>
              <a:prstDash val="solid"/>
              <a:miter/>
            </a:ln>
          </p:spPr>
          <p:txBody>
            <a:bodyPr rtlCol="1" anchor="ctr"/>
            <a:lstStyle/>
            <a:p>
              <a:endParaRPr lang="ar-SA"/>
            </a:p>
          </p:txBody>
        </p:sp>
      </p:grpSp>
      <p:grpSp>
        <p:nvGrpSpPr>
          <p:cNvPr id="9750" name="رسم 8014">
            <a:extLst>
              <a:ext uri="{FF2B5EF4-FFF2-40B4-BE49-F238E27FC236}">
                <a16:creationId xmlns:a16="http://schemas.microsoft.com/office/drawing/2014/main" id="{CBE3026D-8186-A7F0-AC8F-4C066D121FF8}"/>
              </a:ext>
            </a:extLst>
          </p:cNvPr>
          <p:cNvGrpSpPr/>
          <p:nvPr/>
        </p:nvGrpSpPr>
        <p:grpSpPr>
          <a:xfrm>
            <a:off x="8954951" y="4059907"/>
            <a:ext cx="288291" cy="275791"/>
            <a:chOff x="9785281" y="3335535"/>
            <a:chExt cx="344594" cy="349904"/>
          </a:xfrm>
          <a:noFill/>
        </p:grpSpPr>
        <p:sp>
          <p:nvSpPr>
            <p:cNvPr id="9751" name="شكل حر: شكل 10847">
              <a:extLst>
                <a:ext uri="{FF2B5EF4-FFF2-40B4-BE49-F238E27FC236}">
                  <a16:creationId xmlns:a16="http://schemas.microsoft.com/office/drawing/2014/main" id="{9C04A5C4-B8E5-7080-CB98-549EC0B54F24}"/>
                </a:ext>
              </a:extLst>
            </p:cNvPr>
            <p:cNvSpPr/>
            <p:nvPr/>
          </p:nvSpPr>
          <p:spPr>
            <a:xfrm>
              <a:off x="9827113" y="3549071"/>
              <a:ext cx="130465" cy="136369"/>
            </a:xfrm>
            <a:custGeom>
              <a:avLst/>
              <a:gdLst>
                <a:gd name="connsiteX0" fmla="*/ 130466 w 130465"/>
                <a:gd name="connsiteY0" fmla="*/ 136369 h 136369"/>
                <a:gd name="connsiteX1" fmla="*/ 0 w 130465"/>
                <a:gd name="connsiteY1" fmla="*/ 90527 h 136369"/>
                <a:gd name="connsiteX2" fmla="*/ 0 w 130465"/>
                <a:gd name="connsiteY2" fmla="*/ 0 h 136369"/>
              </a:gdLst>
              <a:ahLst/>
              <a:cxnLst>
                <a:cxn ang="0">
                  <a:pos x="connsiteX0" y="connsiteY0"/>
                </a:cxn>
                <a:cxn ang="0">
                  <a:pos x="connsiteX1" y="connsiteY1"/>
                </a:cxn>
                <a:cxn ang="0">
                  <a:pos x="connsiteX2" y="connsiteY2"/>
                </a:cxn>
              </a:cxnLst>
              <a:rect l="l" t="t" r="r" b="b"/>
              <a:pathLst>
                <a:path w="130465" h="136369">
                  <a:moveTo>
                    <a:pt x="130466" y="136369"/>
                  </a:moveTo>
                  <a:lnTo>
                    <a:pt x="0" y="90527"/>
                  </a:lnTo>
                  <a:lnTo>
                    <a:pt x="0" y="0"/>
                  </a:lnTo>
                </a:path>
              </a:pathLst>
            </a:custGeom>
            <a:noFill/>
            <a:ln w="8472" cap="flat">
              <a:solidFill>
                <a:srgbClr val="01355A"/>
              </a:solidFill>
              <a:prstDash val="solid"/>
              <a:miter/>
            </a:ln>
          </p:spPr>
          <p:txBody>
            <a:bodyPr rtlCol="1" anchor="ctr"/>
            <a:lstStyle/>
            <a:p>
              <a:endParaRPr lang="ar-SA"/>
            </a:p>
          </p:txBody>
        </p:sp>
        <p:sp>
          <p:nvSpPr>
            <p:cNvPr id="9752" name="شكل حر: شكل 10848">
              <a:extLst>
                <a:ext uri="{FF2B5EF4-FFF2-40B4-BE49-F238E27FC236}">
                  <a16:creationId xmlns:a16="http://schemas.microsoft.com/office/drawing/2014/main" id="{502E246E-8555-70F0-C888-D427D868A75D}"/>
                </a:ext>
              </a:extLst>
            </p:cNvPr>
            <p:cNvSpPr/>
            <p:nvPr/>
          </p:nvSpPr>
          <p:spPr>
            <a:xfrm>
              <a:off x="9827113" y="3471848"/>
              <a:ext cx="130465" cy="45814"/>
            </a:xfrm>
            <a:custGeom>
              <a:avLst/>
              <a:gdLst>
                <a:gd name="connsiteX0" fmla="*/ 0 w 130465"/>
                <a:gd name="connsiteY0" fmla="*/ 0 h 45814"/>
                <a:gd name="connsiteX1" fmla="*/ 130466 w 130465"/>
                <a:gd name="connsiteY1" fmla="*/ 45814 h 45814"/>
              </a:gdLst>
              <a:ahLst/>
              <a:cxnLst>
                <a:cxn ang="0">
                  <a:pos x="connsiteX0" y="connsiteY0"/>
                </a:cxn>
                <a:cxn ang="0">
                  <a:pos x="connsiteX1" y="connsiteY1"/>
                </a:cxn>
              </a:cxnLst>
              <a:rect l="l" t="t" r="r" b="b"/>
              <a:pathLst>
                <a:path w="130465" h="45814">
                  <a:moveTo>
                    <a:pt x="0" y="0"/>
                  </a:moveTo>
                  <a:lnTo>
                    <a:pt x="130466" y="45814"/>
                  </a:lnTo>
                </a:path>
              </a:pathLst>
            </a:custGeom>
            <a:ln w="8472" cap="flat">
              <a:solidFill>
                <a:srgbClr val="01355A"/>
              </a:solidFill>
              <a:prstDash val="solid"/>
              <a:miter/>
            </a:ln>
          </p:spPr>
          <p:txBody>
            <a:bodyPr rtlCol="1" anchor="ctr"/>
            <a:lstStyle/>
            <a:p>
              <a:endParaRPr lang="ar-SA"/>
            </a:p>
          </p:txBody>
        </p:sp>
        <p:sp>
          <p:nvSpPr>
            <p:cNvPr id="9753" name="شكل حر: شكل 10849">
              <a:extLst>
                <a:ext uri="{FF2B5EF4-FFF2-40B4-BE49-F238E27FC236}">
                  <a16:creationId xmlns:a16="http://schemas.microsoft.com/office/drawing/2014/main" id="{0A28FF2E-3A42-02E2-2F21-8E72B893A2D2}"/>
                </a:ext>
              </a:extLst>
            </p:cNvPr>
            <p:cNvSpPr/>
            <p:nvPr/>
          </p:nvSpPr>
          <p:spPr>
            <a:xfrm>
              <a:off x="9957578" y="3549071"/>
              <a:ext cx="130494" cy="136369"/>
            </a:xfrm>
            <a:custGeom>
              <a:avLst/>
              <a:gdLst>
                <a:gd name="connsiteX0" fmla="*/ 0 w 130494"/>
                <a:gd name="connsiteY0" fmla="*/ 3531 h 136369"/>
                <a:gd name="connsiteX1" fmla="*/ 0 w 130494"/>
                <a:gd name="connsiteY1" fmla="*/ 136369 h 136369"/>
                <a:gd name="connsiteX2" fmla="*/ 130495 w 130494"/>
                <a:gd name="connsiteY2" fmla="*/ 90527 h 136369"/>
                <a:gd name="connsiteX3" fmla="*/ 130495 w 130494"/>
                <a:gd name="connsiteY3" fmla="*/ 0 h 136369"/>
              </a:gdLst>
              <a:ahLst/>
              <a:cxnLst>
                <a:cxn ang="0">
                  <a:pos x="connsiteX0" y="connsiteY0"/>
                </a:cxn>
                <a:cxn ang="0">
                  <a:pos x="connsiteX1" y="connsiteY1"/>
                </a:cxn>
                <a:cxn ang="0">
                  <a:pos x="connsiteX2" y="connsiteY2"/>
                </a:cxn>
                <a:cxn ang="0">
                  <a:pos x="connsiteX3" y="connsiteY3"/>
                </a:cxn>
              </a:cxnLst>
              <a:rect l="l" t="t" r="r" b="b"/>
              <a:pathLst>
                <a:path w="130494" h="136369">
                  <a:moveTo>
                    <a:pt x="0" y="3531"/>
                  </a:moveTo>
                  <a:lnTo>
                    <a:pt x="0" y="136369"/>
                  </a:lnTo>
                  <a:lnTo>
                    <a:pt x="130495" y="90527"/>
                  </a:lnTo>
                  <a:lnTo>
                    <a:pt x="130495" y="0"/>
                  </a:lnTo>
                </a:path>
              </a:pathLst>
            </a:custGeom>
            <a:noFill/>
            <a:ln w="8472" cap="flat">
              <a:solidFill>
                <a:srgbClr val="01355A"/>
              </a:solidFill>
              <a:prstDash val="solid"/>
              <a:miter/>
            </a:ln>
          </p:spPr>
          <p:txBody>
            <a:bodyPr rtlCol="1" anchor="ctr"/>
            <a:lstStyle/>
            <a:p>
              <a:endParaRPr lang="ar-SA"/>
            </a:p>
          </p:txBody>
        </p:sp>
        <p:sp>
          <p:nvSpPr>
            <p:cNvPr id="9754" name="شكل حر: شكل 10850">
              <a:extLst>
                <a:ext uri="{FF2B5EF4-FFF2-40B4-BE49-F238E27FC236}">
                  <a16:creationId xmlns:a16="http://schemas.microsoft.com/office/drawing/2014/main" id="{D2157D6B-D914-BA7D-DC15-3C5F2E2B14BF}"/>
                </a:ext>
              </a:extLst>
            </p:cNvPr>
            <p:cNvSpPr/>
            <p:nvPr/>
          </p:nvSpPr>
          <p:spPr>
            <a:xfrm>
              <a:off x="9957579" y="3471848"/>
              <a:ext cx="130494" cy="45814"/>
            </a:xfrm>
            <a:custGeom>
              <a:avLst/>
              <a:gdLst>
                <a:gd name="connsiteX0" fmla="*/ 130494 w 130494"/>
                <a:gd name="connsiteY0" fmla="*/ 0 h 45814"/>
                <a:gd name="connsiteX1" fmla="*/ 0 w 130494"/>
                <a:gd name="connsiteY1" fmla="*/ 45814 h 45814"/>
              </a:gdLst>
              <a:ahLst/>
              <a:cxnLst>
                <a:cxn ang="0">
                  <a:pos x="connsiteX0" y="connsiteY0"/>
                </a:cxn>
                <a:cxn ang="0">
                  <a:pos x="connsiteX1" y="connsiteY1"/>
                </a:cxn>
              </a:cxnLst>
              <a:rect l="l" t="t" r="r" b="b"/>
              <a:pathLst>
                <a:path w="130494" h="45814">
                  <a:moveTo>
                    <a:pt x="130494" y="0"/>
                  </a:moveTo>
                  <a:lnTo>
                    <a:pt x="0" y="45814"/>
                  </a:lnTo>
                </a:path>
              </a:pathLst>
            </a:custGeom>
            <a:ln w="8472" cap="flat">
              <a:solidFill>
                <a:srgbClr val="01355A"/>
              </a:solidFill>
              <a:prstDash val="solid"/>
              <a:miter/>
            </a:ln>
          </p:spPr>
          <p:txBody>
            <a:bodyPr rtlCol="1" anchor="ctr"/>
            <a:lstStyle/>
            <a:p>
              <a:endParaRPr lang="ar-SA"/>
            </a:p>
          </p:txBody>
        </p:sp>
        <p:sp>
          <p:nvSpPr>
            <p:cNvPr id="9755" name="شكل حر: شكل 10851">
              <a:extLst>
                <a:ext uri="{FF2B5EF4-FFF2-40B4-BE49-F238E27FC236}">
                  <a16:creationId xmlns:a16="http://schemas.microsoft.com/office/drawing/2014/main" id="{57D2D907-2C0A-C902-2640-8C3F9136E2AA}"/>
                </a:ext>
              </a:extLst>
            </p:cNvPr>
            <p:cNvSpPr/>
            <p:nvPr/>
          </p:nvSpPr>
          <p:spPr>
            <a:xfrm>
              <a:off x="9957578" y="3448658"/>
              <a:ext cx="172297" cy="112501"/>
            </a:xfrm>
            <a:custGeom>
              <a:avLst/>
              <a:gdLst>
                <a:gd name="connsiteX0" fmla="*/ 39911 w 172297"/>
                <a:gd name="connsiteY0" fmla="*/ 0 h 112501"/>
                <a:gd name="connsiteX1" fmla="*/ 130495 w 172297"/>
                <a:gd name="connsiteY1" fmla="*/ 23190 h 112501"/>
                <a:gd name="connsiteX2" fmla="*/ 172297 w 172297"/>
                <a:gd name="connsiteY2" fmla="*/ 64993 h 112501"/>
                <a:gd name="connsiteX3" fmla="*/ 44543 w 172297"/>
                <a:gd name="connsiteY3" fmla="*/ 112502 h 112501"/>
                <a:gd name="connsiteX4" fmla="*/ 0 w 172297"/>
                <a:gd name="connsiteY4" fmla="*/ 69004 h 1125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297" h="112501">
                  <a:moveTo>
                    <a:pt x="39911" y="0"/>
                  </a:moveTo>
                  <a:lnTo>
                    <a:pt x="130495" y="23190"/>
                  </a:lnTo>
                  <a:lnTo>
                    <a:pt x="172297" y="64993"/>
                  </a:lnTo>
                  <a:lnTo>
                    <a:pt x="44543" y="112502"/>
                  </a:lnTo>
                  <a:lnTo>
                    <a:pt x="0" y="69004"/>
                  </a:lnTo>
                </a:path>
              </a:pathLst>
            </a:custGeom>
            <a:noFill/>
            <a:ln w="8472" cap="flat">
              <a:solidFill>
                <a:srgbClr val="01355A"/>
              </a:solidFill>
              <a:prstDash val="solid"/>
              <a:miter/>
            </a:ln>
          </p:spPr>
          <p:txBody>
            <a:bodyPr rtlCol="1" anchor="ctr"/>
            <a:lstStyle/>
            <a:p>
              <a:endParaRPr lang="ar-SA"/>
            </a:p>
          </p:txBody>
        </p:sp>
        <p:sp>
          <p:nvSpPr>
            <p:cNvPr id="9756" name="شكل حر: شكل 10852">
              <a:extLst>
                <a:ext uri="{FF2B5EF4-FFF2-40B4-BE49-F238E27FC236}">
                  <a16:creationId xmlns:a16="http://schemas.microsoft.com/office/drawing/2014/main" id="{F876DAC2-A77A-CB21-DF9D-B1512113B3A4}"/>
                </a:ext>
              </a:extLst>
            </p:cNvPr>
            <p:cNvSpPr/>
            <p:nvPr/>
          </p:nvSpPr>
          <p:spPr>
            <a:xfrm>
              <a:off x="9785281" y="3448658"/>
              <a:ext cx="172297" cy="112501"/>
            </a:xfrm>
            <a:custGeom>
              <a:avLst/>
              <a:gdLst>
                <a:gd name="connsiteX0" fmla="*/ 172297 w 172297"/>
                <a:gd name="connsiteY0" fmla="*/ 69004 h 112501"/>
                <a:gd name="connsiteX1" fmla="*/ 127782 w 172297"/>
                <a:gd name="connsiteY1" fmla="*/ 112502 h 112501"/>
                <a:gd name="connsiteX2" fmla="*/ 0 w 172297"/>
                <a:gd name="connsiteY2" fmla="*/ 64993 h 112501"/>
                <a:gd name="connsiteX3" fmla="*/ 41832 w 172297"/>
                <a:gd name="connsiteY3" fmla="*/ 23190 h 112501"/>
                <a:gd name="connsiteX4" fmla="*/ 132387 w 172297"/>
                <a:gd name="connsiteY4" fmla="*/ 0 h 1125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2297" h="112501">
                  <a:moveTo>
                    <a:pt x="172297" y="69004"/>
                  </a:moveTo>
                  <a:lnTo>
                    <a:pt x="127782" y="112502"/>
                  </a:lnTo>
                  <a:lnTo>
                    <a:pt x="0" y="64993"/>
                  </a:lnTo>
                  <a:lnTo>
                    <a:pt x="41832" y="23190"/>
                  </a:lnTo>
                  <a:lnTo>
                    <a:pt x="132387" y="0"/>
                  </a:lnTo>
                </a:path>
              </a:pathLst>
            </a:custGeom>
            <a:noFill/>
            <a:ln w="8472" cap="flat">
              <a:solidFill>
                <a:srgbClr val="01355A"/>
              </a:solidFill>
              <a:prstDash val="solid"/>
              <a:miter/>
            </a:ln>
          </p:spPr>
          <p:txBody>
            <a:bodyPr rtlCol="1" anchor="ctr"/>
            <a:lstStyle/>
            <a:p>
              <a:endParaRPr lang="ar-SA"/>
            </a:p>
          </p:txBody>
        </p:sp>
        <p:sp>
          <p:nvSpPr>
            <p:cNvPr id="9757" name="شكل حر: شكل 10853">
              <a:extLst>
                <a:ext uri="{FF2B5EF4-FFF2-40B4-BE49-F238E27FC236}">
                  <a16:creationId xmlns:a16="http://schemas.microsoft.com/office/drawing/2014/main" id="{CC6AC565-605B-514B-F0F4-531048C66240}"/>
                </a:ext>
              </a:extLst>
            </p:cNvPr>
            <p:cNvSpPr/>
            <p:nvPr/>
          </p:nvSpPr>
          <p:spPr>
            <a:xfrm>
              <a:off x="9891315" y="3335535"/>
              <a:ext cx="132528" cy="129731"/>
            </a:xfrm>
            <a:custGeom>
              <a:avLst/>
              <a:gdLst>
                <a:gd name="connsiteX0" fmla="*/ 92024 w 132528"/>
                <a:gd name="connsiteY0" fmla="*/ 0 h 129731"/>
                <a:gd name="connsiteX1" fmla="*/ 92024 w 132528"/>
                <a:gd name="connsiteY1" fmla="*/ 51520 h 129731"/>
                <a:gd name="connsiteX2" fmla="*/ 132528 w 132528"/>
                <a:gd name="connsiteY2" fmla="*/ 51520 h 129731"/>
                <a:gd name="connsiteX3" fmla="*/ 66264 w 132528"/>
                <a:gd name="connsiteY3" fmla="*/ 129731 h 129731"/>
                <a:gd name="connsiteX4" fmla="*/ 0 w 132528"/>
                <a:gd name="connsiteY4" fmla="*/ 51520 h 129731"/>
                <a:gd name="connsiteX5" fmla="*/ 40533 w 132528"/>
                <a:gd name="connsiteY5" fmla="*/ 51520 h 129731"/>
                <a:gd name="connsiteX6" fmla="*/ 40533 w 132528"/>
                <a:gd name="connsiteY6" fmla="*/ 0 h 129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2528" h="129731">
                  <a:moveTo>
                    <a:pt x="92024" y="0"/>
                  </a:moveTo>
                  <a:lnTo>
                    <a:pt x="92024" y="51520"/>
                  </a:lnTo>
                  <a:lnTo>
                    <a:pt x="132528" y="51520"/>
                  </a:lnTo>
                  <a:lnTo>
                    <a:pt x="66264" y="129731"/>
                  </a:lnTo>
                  <a:lnTo>
                    <a:pt x="0" y="51520"/>
                  </a:lnTo>
                  <a:lnTo>
                    <a:pt x="40533" y="51520"/>
                  </a:lnTo>
                  <a:lnTo>
                    <a:pt x="40533" y="0"/>
                  </a:lnTo>
                </a:path>
              </a:pathLst>
            </a:custGeom>
            <a:noFill/>
            <a:ln w="8472" cap="flat">
              <a:solidFill>
                <a:srgbClr val="17A3A3"/>
              </a:solidFill>
              <a:prstDash val="solid"/>
              <a:miter/>
            </a:ln>
          </p:spPr>
          <p:txBody>
            <a:bodyPr rtlCol="1" anchor="ctr"/>
            <a:lstStyle/>
            <a:p>
              <a:endParaRPr lang="ar-SA"/>
            </a:p>
          </p:txBody>
        </p:sp>
      </p:grpSp>
      <p:grpSp>
        <p:nvGrpSpPr>
          <p:cNvPr id="9758" name="رسم 8014">
            <a:extLst>
              <a:ext uri="{FF2B5EF4-FFF2-40B4-BE49-F238E27FC236}">
                <a16:creationId xmlns:a16="http://schemas.microsoft.com/office/drawing/2014/main" id="{FBED088E-375A-DAD2-7143-72E7DBC60F76}"/>
              </a:ext>
            </a:extLst>
          </p:cNvPr>
          <p:cNvGrpSpPr/>
          <p:nvPr/>
        </p:nvGrpSpPr>
        <p:grpSpPr>
          <a:xfrm>
            <a:off x="7680137" y="4065358"/>
            <a:ext cx="244032" cy="264887"/>
            <a:chOff x="8261495" y="3342451"/>
            <a:chExt cx="291691" cy="336069"/>
          </a:xfrm>
          <a:noFill/>
        </p:grpSpPr>
        <p:sp>
          <p:nvSpPr>
            <p:cNvPr id="9759" name="شكل حر: شكل 10855">
              <a:extLst>
                <a:ext uri="{FF2B5EF4-FFF2-40B4-BE49-F238E27FC236}">
                  <a16:creationId xmlns:a16="http://schemas.microsoft.com/office/drawing/2014/main" id="{CF2975D4-A40F-91CA-149D-06BE2B7023E1}"/>
                </a:ext>
              </a:extLst>
            </p:cNvPr>
            <p:cNvSpPr/>
            <p:nvPr/>
          </p:nvSpPr>
          <p:spPr>
            <a:xfrm>
              <a:off x="8286605" y="3482525"/>
              <a:ext cx="241470" cy="195995"/>
            </a:xfrm>
            <a:custGeom>
              <a:avLst/>
              <a:gdLst>
                <a:gd name="connsiteX0" fmla="*/ 241470 w 241470"/>
                <a:gd name="connsiteY0" fmla="*/ 0 h 195995"/>
                <a:gd name="connsiteX1" fmla="*/ 241470 w 241470"/>
                <a:gd name="connsiteY1" fmla="*/ 178822 h 195995"/>
                <a:gd name="connsiteX2" fmla="*/ 224297 w 241470"/>
                <a:gd name="connsiteY2" fmla="*/ 195995 h 195995"/>
                <a:gd name="connsiteX3" fmla="*/ 17173 w 241470"/>
                <a:gd name="connsiteY3" fmla="*/ 195995 h 195995"/>
                <a:gd name="connsiteX4" fmla="*/ 0 w 241470"/>
                <a:gd name="connsiteY4" fmla="*/ 178822 h 195995"/>
                <a:gd name="connsiteX5" fmla="*/ 0 w 241470"/>
                <a:gd name="connsiteY5" fmla="*/ 0 h 1959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1470" h="195995">
                  <a:moveTo>
                    <a:pt x="241470" y="0"/>
                  </a:moveTo>
                  <a:lnTo>
                    <a:pt x="241470" y="178822"/>
                  </a:lnTo>
                  <a:cubicBezTo>
                    <a:pt x="241470" y="188313"/>
                    <a:pt x="233788" y="195995"/>
                    <a:pt x="224297" y="195995"/>
                  </a:cubicBezTo>
                  <a:lnTo>
                    <a:pt x="17173" y="195995"/>
                  </a:lnTo>
                  <a:cubicBezTo>
                    <a:pt x="7683" y="195995"/>
                    <a:pt x="0" y="188313"/>
                    <a:pt x="0" y="178822"/>
                  </a:cubicBezTo>
                  <a:lnTo>
                    <a:pt x="0" y="0"/>
                  </a:lnTo>
                </a:path>
              </a:pathLst>
            </a:custGeom>
            <a:noFill/>
            <a:ln w="8472" cap="flat">
              <a:solidFill>
                <a:srgbClr val="01355A"/>
              </a:solidFill>
              <a:prstDash val="solid"/>
              <a:miter/>
            </a:ln>
          </p:spPr>
          <p:txBody>
            <a:bodyPr rtlCol="1" anchor="ctr"/>
            <a:lstStyle/>
            <a:p>
              <a:endParaRPr lang="ar-SA"/>
            </a:p>
          </p:txBody>
        </p:sp>
        <p:sp>
          <p:nvSpPr>
            <p:cNvPr id="9760" name="شكل حر: شكل 10856">
              <a:extLst>
                <a:ext uri="{FF2B5EF4-FFF2-40B4-BE49-F238E27FC236}">
                  <a16:creationId xmlns:a16="http://schemas.microsoft.com/office/drawing/2014/main" id="{0B754E8E-9C91-4181-F8E5-C266C4AFE423}"/>
                </a:ext>
              </a:extLst>
            </p:cNvPr>
            <p:cNvSpPr/>
            <p:nvPr/>
          </p:nvSpPr>
          <p:spPr>
            <a:xfrm>
              <a:off x="8261495" y="3427163"/>
              <a:ext cx="126229" cy="55361"/>
            </a:xfrm>
            <a:custGeom>
              <a:avLst/>
              <a:gdLst>
                <a:gd name="connsiteX0" fmla="*/ 126230 w 126229"/>
                <a:gd name="connsiteY0" fmla="*/ 55361 h 55361"/>
                <a:gd name="connsiteX1" fmla="*/ 14885 w 126229"/>
                <a:gd name="connsiteY1" fmla="*/ 55361 h 55361"/>
                <a:gd name="connsiteX2" fmla="*/ 0 w 126229"/>
                <a:gd name="connsiteY2" fmla="*/ 40476 h 55361"/>
                <a:gd name="connsiteX3" fmla="*/ 0 w 126229"/>
                <a:gd name="connsiteY3" fmla="*/ 14885 h 55361"/>
                <a:gd name="connsiteX4" fmla="*/ 14885 w 126229"/>
                <a:gd name="connsiteY4" fmla="*/ 0 h 55361"/>
                <a:gd name="connsiteX5" fmla="*/ 14885 w 126229"/>
                <a:gd name="connsiteY5" fmla="*/ 0 h 55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29" h="55361">
                  <a:moveTo>
                    <a:pt x="126230" y="55361"/>
                  </a:moveTo>
                  <a:lnTo>
                    <a:pt x="14885" y="55361"/>
                  </a:lnTo>
                  <a:cubicBezTo>
                    <a:pt x="6666" y="55361"/>
                    <a:pt x="0" y="48695"/>
                    <a:pt x="0" y="40476"/>
                  </a:cubicBezTo>
                  <a:lnTo>
                    <a:pt x="0" y="14885"/>
                  </a:lnTo>
                  <a:cubicBezTo>
                    <a:pt x="0" y="6666"/>
                    <a:pt x="6666" y="0"/>
                    <a:pt x="14885" y="0"/>
                  </a:cubicBezTo>
                  <a:lnTo>
                    <a:pt x="14885" y="0"/>
                  </a:lnTo>
                </a:path>
              </a:pathLst>
            </a:custGeom>
            <a:noFill/>
            <a:ln w="8472" cap="flat">
              <a:solidFill>
                <a:srgbClr val="01355A"/>
              </a:solidFill>
              <a:prstDash val="solid"/>
              <a:miter/>
            </a:ln>
          </p:spPr>
          <p:txBody>
            <a:bodyPr rtlCol="1" anchor="ctr"/>
            <a:lstStyle/>
            <a:p>
              <a:endParaRPr lang="ar-SA"/>
            </a:p>
          </p:txBody>
        </p:sp>
        <p:sp>
          <p:nvSpPr>
            <p:cNvPr id="9761" name="شكل حر: شكل 10857">
              <a:extLst>
                <a:ext uri="{FF2B5EF4-FFF2-40B4-BE49-F238E27FC236}">
                  <a16:creationId xmlns:a16="http://schemas.microsoft.com/office/drawing/2014/main" id="{4ADC24F5-933A-12D9-A0E9-54796F523E8E}"/>
                </a:ext>
              </a:extLst>
            </p:cNvPr>
            <p:cNvSpPr/>
            <p:nvPr/>
          </p:nvSpPr>
          <p:spPr>
            <a:xfrm>
              <a:off x="8474889" y="3427192"/>
              <a:ext cx="78296" cy="55361"/>
            </a:xfrm>
            <a:custGeom>
              <a:avLst/>
              <a:gdLst>
                <a:gd name="connsiteX0" fmla="*/ 63383 w 78296"/>
                <a:gd name="connsiteY0" fmla="*/ 0 h 55361"/>
                <a:gd name="connsiteX1" fmla="*/ 63411 w 78296"/>
                <a:gd name="connsiteY1" fmla="*/ 0 h 55361"/>
                <a:gd name="connsiteX2" fmla="*/ 78296 w 78296"/>
                <a:gd name="connsiteY2" fmla="*/ 14885 h 55361"/>
                <a:gd name="connsiteX3" fmla="*/ 78296 w 78296"/>
                <a:gd name="connsiteY3" fmla="*/ 40476 h 55361"/>
                <a:gd name="connsiteX4" fmla="*/ 63411 w 78296"/>
                <a:gd name="connsiteY4" fmla="*/ 55361 h 55361"/>
                <a:gd name="connsiteX5" fmla="*/ 0 w 78296"/>
                <a:gd name="connsiteY5" fmla="*/ 55361 h 55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8296" h="55361">
                  <a:moveTo>
                    <a:pt x="63383" y="0"/>
                  </a:moveTo>
                  <a:lnTo>
                    <a:pt x="63411" y="0"/>
                  </a:lnTo>
                  <a:cubicBezTo>
                    <a:pt x="71631" y="0"/>
                    <a:pt x="78296" y="6666"/>
                    <a:pt x="78296" y="14885"/>
                  </a:cubicBezTo>
                  <a:lnTo>
                    <a:pt x="78296" y="40476"/>
                  </a:lnTo>
                  <a:cubicBezTo>
                    <a:pt x="78296" y="48695"/>
                    <a:pt x="71631" y="55361"/>
                    <a:pt x="63411" y="55361"/>
                  </a:cubicBezTo>
                  <a:lnTo>
                    <a:pt x="0" y="55361"/>
                  </a:lnTo>
                </a:path>
              </a:pathLst>
            </a:custGeom>
            <a:noFill/>
            <a:ln w="8472" cap="flat">
              <a:solidFill>
                <a:srgbClr val="01355A"/>
              </a:solidFill>
              <a:prstDash val="solid"/>
              <a:miter/>
            </a:ln>
          </p:spPr>
          <p:txBody>
            <a:bodyPr rtlCol="1" anchor="ctr"/>
            <a:lstStyle/>
            <a:p>
              <a:endParaRPr lang="ar-SA"/>
            </a:p>
          </p:txBody>
        </p:sp>
        <p:sp>
          <p:nvSpPr>
            <p:cNvPr id="9762" name="شكل حر: شكل 10858">
              <a:extLst>
                <a:ext uri="{FF2B5EF4-FFF2-40B4-BE49-F238E27FC236}">
                  <a16:creationId xmlns:a16="http://schemas.microsoft.com/office/drawing/2014/main" id="{6FDC67FE-D26C-0A8E-03F3-AFC2212ECCCA}"/>
                </a:ext>
              </a:extLst>
            </p:cNvPr>
            <p:cNvSpPr/>
            <p:nvPr/>
          </p:nvSpPr>
          <p:spPr>
            <a:xfrm>
              <a:off x="8379674" y="3482525"/>
              <a:ext cx="2824" cy="195995"/>
            </a:xfrm>
            <a:custGeom>
              <a:avLst/>
              <a:gdLst>
                <a:gd name="connsiteX0" fmla="*/ 0 w 2824"/>
                <a:gd name="connsiteY0" fmla="*/ 195995 h 195995"/>
                <a:gd name="connsiteX1" fmla="*/ 0 w 2824"/>
                <a:gd name="connsiteY1" fmla="*/ 0 h 195995"/>
              </a:gdLst>
              <a:ahLst/>
              <a:cxnLst>
                <a:cxn ang="0">
                  <a:pos x="connsiteX0" y="connsiteY0"/>
                </a:cxn>
                <a:cxn ang="0">
                  <a:pos x="connsiteX1" y="connsiteY1"/>
                </a:cxn>
              </a:cxnLst>
              <a:rect l="l" t="t" r="r" b="b"/>
              <a:pathLst>
                <a:path w="2824" h="195995">
                  <a:moveTo>
                    <a:pt x="0" y="195995"/>
                  </a:moveTo>
                  <a:lnTo>
                    <a:pt x="0" y="0"/>
                  </a:lnTo>
                </a:path>
              </a:pathLst>
            </a:custGeom>
            <a:ln w="8472" cap="flat">
              <a:solidFill>
                <a:srgbClr val="01355A"/>
              </a:solidFill>
              <a:prstDash val="solid"/>
              <a:miter/>
            </a:ln>
          </p:spPr>
          <p:txBody>
            <a:bodyPr rtlCol="1" anchor="ctr"/>
            <a:lstStyle/>
            <a:p>
              <a:endParaRPr lang="ar-SA"/>
            </a:p>
          </p:txBody>
        </p:sp>
        <p:sp>
          <p:nvSpPr>
            <p:cNvPr id="9763" name="شكل حر: شكل 10859">
              <a:extLst>
                <a:ext uri="{FF2B5EF4-FFF2-40B4-BE49-F238E27FC236}">
                  <a16:creationId xmlns:a16="http://schemas.microsoft.com/office/drawing/2014/main" id="{B69C6B30-B272-9B70-530D-B2505D904502}"/>
                </a:ext>
              </a:extLst>
            </p:cNvPr>
            <p:cNvSpPr/>
            <p:nvPr/>
          </p:nvSpPr>
          <p:spPr>
            <a:xfrm>
              <a:off x="8435035" y="3544185"/>
              <a:ext cx="2824" cy="134335"/>
            </a:xfrm>
            <a:custGeom>
              <a:avLst/>
              <a:gdLst>
                <a:gd name="connsiteX0" fmla="*/ 0 w 2824"/>
                <a:gd name="connsiteY0" fmla="*/ 0 h 134335"/>
                <a:gd name="connsiteX1" fmla="*/ 0 w 2824"/>
                <a:gd name="connsiteY1" fmla="*/ 134335 h 134335"/>
              </a:gdLst>
              <a:ahLst/>
              <a:cxnLst>
                <a:cxn ang="0">
                  <a:pos x="connsiteX0" y="connsiteY0"/>
                </a:cxn>
                <a:cxn ang="0">
                  <a:pos x="connsiteX1" y="connsiteY1"/>
                </a:cxn>
              </a:cxnLst>
              <a:rect l="l" t="t" r="r" b="b"/>
              <a:pathLst>
                <a:path w="2824" h="134335">
                  <a:moveTo>
                    <a:pt x="0" y="0"/>
                  </a:moveTo>
                  <a:lnTo>
                    <a:pt x="0" y="134335"/>
                  </a:lnTo>
                </a:path>
              </a:pathLst>
            </a:custGeom>
            <a:ln w="8472" cap="flat">
              <a:solidFill>
                <a:srgbClr val="01355A"/>
              </a:solidFill>
              <a:prstDash val="solid"/>
              <a:miter/>
            </a:ln>
          </p:spPr>
          <p:txBody>
            <a:bodyPr rtlCol="1" anchor="ctr"/>
            <a:lstStyle/>
            <a:p>
              <a:endParaRPr lang="ar-SA"/>
            </a:p>
          </p:txBody>
        </p:sp>
        <p:sp>
          <p:nvSpPr>
            <p:cNvPr id="9764" name="شكل حر: شكل 10860">
              <a:extLst>
                <a:ext uri="{FF2B5EF4-FFF2-40B4-BE49-F238E27FC236}">
                  <a16:creationId xmlns:a16="http://schemas.microsoft.com/office/drawing/2014/main" id="{B5A6713B-FF95-5EE0-333C-D727D0BDB4E4}"/>
                </a:ext>
              </a:extLst>
            </p:cNvPr>
            <p:cNvSpPr/>
            <p:nvPr/>
          </p:nvSpPr>
          <p:spPr>
            <a:xfrm>
              <a:off x="8432351" y="3342451"/>
              <a:ext cx="89004" cy="104320"/>
            </a:xfrm>
            <a:custGeom>
              <a:avLst/>
              <a:gdLst>
                <a:gd name="connsiteX0" fmla="*/ 0 w 89004"/>
                <a:gd name="connsiteY0" fmla="*/ 29069 h 104320"/>
                <a:gd name="connsiteX1" fmla="*/ 42679 w 89004"/>
                <a:gd name="connsiteY1" fmla="*/ 4270 h 104320"/>
                <a:gd name="connsiteX2" fmla="*/ 67281 w 89004"/>
                <a:gd name="connsiteY2" fmla="*/ 880 h 104320"/>
                <a:gd name="connsiteX3" fmla="*/ 79144 w 89004"/>
                <a:gd name="connsiteY3" fmla="*/ 19974 h 104320"/>
                <a:gd name="connsiteX4" fmla="*/ 71009 w 89004"/>
                <a:gd name="connsiteY4" fmla="*/ 31611 h 104320"/>
                <a:gd name="connsiteX5" fmla="*/ 78438 w 89004"/>
                <a:gd name="connsiteY5" fmla="*/ 62088 h 104320"/>
                <a:gd name="connsiteX6" fmla="*/ 87787 w 89004"/>
                <a:gd name="connsiteY6" fmla="*/ 92367 h 104320"/>
                <a:gd name="connsiteX7" fmla="*/ 63694 w 89004"/>
                <a:gd name="connsiteY7" fmla="*/ 104117 h 104320"/>
                <a:gd name="connsiteX8" fmla="*/ 37143 w 89004"/>
                <a:gd name="connsiteY8" fmla="*/ 93271 h 104320"/>
                <a:gd name="connsiteX9" fmla="*/ 15959 w 89004"/>
                <a:gd name="connsiteY9" fmla="*/ 85391 h 10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004" h="104320">
                  <a:moveTo>
                    <a:pt x="0" y="29069"/>
                  </a:moveTo>
                  <a:cubicBezTo>
                    <a:pt x="12908" y="18788"/>
                    <a:pt x="27342" y="10371"/>
                    <a:pt x="42679" y="4270"/>
                  </a:cubicBezTo>
                  <a:cubicBezTo>
                    <a:pt x="50503" y="1134"/>
                    <a:pt x="59175" y="-1408"/>
                    <a:pt x="67281" y="880"/>
                  </a:cubicBezTo>
                  <a:cubicBezTo>
                    <a:pt x="75388" y="3168"/>
                    <a:pt x="82138" y="12094"/>
                    <a:pt x="79144" y="19974"/>
                  </a:cubicBezTo>
                  <a:cubicBezTo>
                    <a:pt x="77478" y="24409"/>
                    <a:pt x="73298" y="27431"/>
                    <a:pt x="71009" y="31611"/>
                  </a:cubicBezTo>
                  <a:cubicBezTo>
                    <a:pt x="65699" y="41299"/>
                    <a:pt x="72026" y="53078"/>
                    <a:pt x="78438" y="62088"/>
                  </a:cubicBezTo>
                  <a:cubicBezTo>
                    <a:pt x="84850" y="71099"/>
                    <a:pt x="91883" y="82114"/>
                    <a:pt x="87787" y="92367"/>
                  </a:cubicBezTo>
                  <a:cubicBezTo>
                    <a:pt x="84228" y="101293"/>
                    <a:pt x="73241" y="105304"/>
                    <a:pt x="63694" y="104117"/>
                  </a:cubicBezTo>
                  <a:cubicBezTo>
                    <a:pt x="54147" y="102931"/>
                    <a:pt x="45617" y="97847"/>
                    <a:pt x="37143" y="93271"/>
                  </a:cubicBezTo>
                  <a:cubicBezTo>
                    <a:pt x="30477" y="89684"/>
                    <a:pt x="23359" y="86295"/>
                    <a:pt x="15959" y="85391"/>
                  </a:cubicBezTo>
                </a:path>
              </a:pathLst>
            </a:custGeom>
            <a:noFill/>
            <a:ln w="8472" cap="flat">
              <a:solidFill>
                <a:srgbClr val="17A3A3"/>
              </a:solidFill>
              <a:prstDash val="solid"/>
              <a:miter/>
            </a:ln>
          </p:spPr>
          <p:txBody>
            <a:bodyPr rtlCol="1" anchor="ctr"/>
            <a:lstStyle/>
            <a:p>
              <a:endParaRPr lang="ar-SA"/>
            </a:p>
          </p:txBody>
        </p:sp>
        <p:sp>
          <p:nvSpPr>
            <p:cNvPr id="9765" name="شكل حر: شكل 10861">
              <a:extLst>
                <a:ext uri="{FF2B5EF4-FFF2-40B4-BE49-F238E27FC236}">
                  <a16:creationId xmlns:a16="http://schemas.microsoft.com/office/drawing/2014/main" id="{6306F4A3-B275-C5FE-89A2-112085BB6749}"/>
                </a:ext>
              </a:extLst>
            </p:cNvPr>
            <p:cNvSpPr/>
            <p:nvPr/>
          </p:nvSpPr>
          <p:spPr>
            <a:xfrm>
              <a:off x="8293353" y="3342451"/>
              <a:ext cx="89964" cy="104320"/>
            </a:xfrm>
            <a:custGeom>
              <a:avLst/>
              <a:gdLst>
                <a:gd name="connsiteX0" fmla="*/ 89965 w 89964"/>
                <a:gd name="connsiteY0" fmla="*/ 29860 h 104320"/>
                <a:gd name="connsiteX1" fmla="*/ 46326 w 89964"/>
                <a:gd name="connsiteY1" fmla="*/ 4270 h 104320"/>
                <a:gd name="connsiteX2" fmla="*/ 21723 w 89964"/>
                <a:gd name="connsiteY2" fmla="*/ 880 h 104320"/>
                <a:gd name="connsiteX3" fmla="*/ 9860 w 89964"/>
                <a:gd name="connsiteY3" fmla="*/ 19974 h 104320"/>
                <a:gd name="connsiteX4" fmla="*/ 17995 w 89964"/>
                <a:gd name="connsiteY4" fmla="*/ 31611 h 104320"/>
                <a:gd name="connsiteX5" fmla="*/ 10566 w 89964"/>
                <a:gd name="connsiteY5" fmla="*/ 62088 h 104320"/>
                <a:gd name="connsiteX6" fmla="*/ 1217 w 89964"/>
                <a:gd name="connsiteY6" fmla="*/ 92367 h 104320"/>
                <a:gd name="connsiteX7" fmla="*/ 25310 w 89964"/>
                <a:gd name="connsiteY7" fmla="*/ 104117 h 104320"/>
                <a:gd name="connsiteX8" fmla="*/ 51862 w 89964"/>
                <a:gd name="connsiteY8" fmla="*/ 93271 h 104320"/>
                <a:gd name="connsiteX9" fmla="*/ 73046 w 89964"/>
                <a:gd name="connsiteY9" fmla="*/ 85391 h 104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964" h="104320">
                  <a:moveTo>
                    <a:pt x="89965" y="29860"/>
                  </a:moveTo>
                  <a:cubicBezTo>
                    <a:pt x="76802" y="19212"/>
                    <a:pt x="62030" y="10540"/>
                    <a:pt x="46326" y="4270"/>
                  </a:cubicBezTo>
                  <a:cubicBezTo>
                    <a:pt x="38502" y="1134"/>
                    <a:pt x="29830" y="-1408"/>
                    <a:pt x="21723" y="880"/>
                  </a:cubicBezTo>
                  <a:cubicBezTo>
                    <a:pt x="13617" y="3168"/>
                    <a:pt x="6866" y="12094"/>
                    <a:pt x="9860" y="19974"/>
                  </a:cubicBezTo>
                  <a:cubicBezTo>
                    <a:pt x="11527" y="24409"/>
                    <a:pt x="15707" y="27431"/>
                    <a:pt x="17995" y="31611"/>
                  </a:cubicBezTo>
                  <a:cubicBezTo>
                    <a:pt x="23305" y="41299"/>
                    <a:pt x="16978" y="53078"/>
                    <a:pt x="10566" y="62088"/>
                  </a:cubicBezTo>
                  <a:cubicBezTo>
                    <a:pt x="4155" y="71099"/>
                    <a:pt x="-2878" y="82114"/>
                    <a:pt x="1217" y="92367"/>
                  </a:cubicBezTo>
                  <a:cubicBezTo>
                    <a:pt x="4776" y="101293"/>
                    <a:pt x="15764" y="105304"/>
                    <a:pt x="25310" y="104117"/>
                  </a:cubicBezTo>
                  <a:cubicBezTo>
                    <a:pt x="34858" y="102931"/>
                    <a:pt x="43388" y="97847"/>
                    <a:pt x="51862" y="93271"/>
                  </a:cubicBezTo>
                  <a:cubicBezTo>
                    <a:pt x="58527" y="89684"/>
                    <a:pt x="65645" y="86295"/>
                    <a:pt x="73046" y="85391"/>
                  </a:cubicBezTo>
                </a:path>
              </a:pathLst>
            </a:custGeom>
            <a:noFill/>
            <a:ln w="8472" cap="flat">
              <a:solidFill>
                <a:srgbClr val="17A3A3"/>
              </a:solidFill>
              <a:prstDash val="solid"/>
              <a:miter/>
            </a:ln>
          </p:spPr>
          <p:txBody>
            <a:bodyPr rtlCol="1" anchor="ctr"/>
            <a:lstStyle/>
            <a:p>
              <a:endParaRPr lang="ar-SA"/>
            </a:p>
          </p:txBody>
        </p:sp>
        <p:sp>
          <p:nvSpPr>
            <p:cNvPr id="9766" name="شكل حر: شكل 10862">
              <a:extLst>
                <a:ext uri="{FF2B5EF4-FFF2-40B4-BE49-F238E27FC236}">
                  <a16:creationId xmlns:a16="http://schemas.microsoft.com/office/drawing/2014/main" id="{E668D66C-C529-7BF3-A24C-11A33F79C0C6}"/>
                </a:ext>
              </a:extLst>
            </p:cNvPr>
            <p:cNvSpPr/>
            <p:nvPr/>
          </p:nvSpPr>
          <p:spPr>
            <a:xfrm>
              <a:off x="8401912" y="3470610"/>
              <a:ext cx="61909" cy="79562"/>
            </a:xfrm>
            <a:custGeom>
              <a:avLst/>
              <a:gdLst>
                <a:gd name="connsiteX0" fmla="*/ 36145 w 61909"/>
                <a:gd name="connsiteY0" fmla="*/ 15078 h 79562"/>
                <a:gd name="connsiteX1" fmla="*/ 31117 w 61909"/>
                <a:gd name="connsiteY1" fmla="*/ 34935 h 79562"/>
                <a:gd name="connsiteX2" fmla="*/ 12192 w 61909"/>
                <a:gd name="connsiteY2" fmla="*/ 44792 h 79562"/>
                <a:gd name="connsiteX3" fmla="*/ 1149 w 61909"/>
                <a:gd name="connsiteY3" fmla="*/ 19343 h 79562"/>
                <a:gd name="connsiteX4" fmla="*/ 33744 w 61909"/>
                <a:gd name="connsiteY4" fmla="*/ 475 h 79562"/>
                <a:gd name="connsiteX5" fmla="*/ 61452 w 61909"/>
                <a:gd name="connsiteY5" fmla="*/ 34172 h 79562"/>
                <a:gd name="connsiteX6" fmla="*/ 53177 w 61909"/>
                <a:gd name="connsiteY6" fmla="*/ 79563 h 79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909" h="79562">
                  <a:moveTo>
                    <a:pt x="36145" y="15078"/>
                  </a:moveTo>
                  <a:cubicBezTo>
                    <a:pt x="35354" y="23439"/>
                    <a:pt x="33574" y="30726"/>
                    <a:pt x="31117" y="34935"/>
                  </a:cubicBezTo>
                  <a:cubicBezTo>
                    <a:pt x="27276" y="41516"/>
                    <a:pt x="19621" y="46431"/>
                    <a:pt x="12192" y="44792"/>
                  </a:cubicBezTo>
                  <a:cubicBezTo>
                    <a:pt x="1996" y="42561"/>
                    <a:pt x="-2241" y="29229"/>
                    <a:pt x="1149" y="19343"/>
                  </a:cubicBezTo>
                  <a:cubicBezTo>
                    <a:pt x="5555" y="6379"/>
                    <a:pt x="20299" y="-2151"/>
                    <a:pt x="33744" y="475"/>
                  </a:cubicBezTo>
                  <a:cubicBezTo>
                    <a:pt x="48996" y="3469"/>
                    <a:pt x="59475" y="18779"/>
                    <a:pt x="61452" y="34172"/>
                  </a:cubicBezTo>
                  <a:cubicBezTo>
                    <a:pt x="63430" y="49594"/>
                    <a:pt x="58684" y="65045"/>
                    <a:pt x="53177" y="79563"/>
                  </a:cubicBezTo>
                </a:path>
              </a:pathLst>
            </a:custGeom>
            <a:noFill/>
            <a:ln w="8472" cap="flat">
              <a:solidFill>
                <a:srgbClr val="17A3A3"/>
              </a:solidFill>
              <a:prstDash val="solid"/>
              <a:miter/>
            </a:ln>
          </p:spPr>
          <p:txBody>
            <a:bodyPr rtlCol="1" anchor="ctr"/>
            <a:lstStyle/>
            <a:p>
              <a:endParaRPr lang="ar-SA"/>
            </a:p>
          </p:txBody>
        </p:sp>
        <p:sp>
          <p:nvSpPr>
            <p:cNvPr id="9767" name="شكل حر: شكل 10863">
              <a:extLst>
                <a:ext uri="{FF2B5EF4-FFF2-40B4-BE49-F238E27FC236}">
                  <a16:creationId xmlns:a16="http://schemas.microsoft.com/office/drawing/2014/main" id="{19506CA2-3A68-BE90-EFEC-1EB72FBB13F1}"/>
                </a:ext>
              </a:extLst>
            </p:cNvPr>
            <p:cNvSpPr/>
            <p:nvPr/>
          </p:nvSpPr>
          <p:spPr>
            <a:xfrm>
              <a:off x="8383289" y="3384061"/>
              <a:ext cx="55127" cy="87730"/>
            </a:xfrm>
            <a:custGeom>
              <a:avLst/>
              <a:gdLst>
                <a:gd name="connsiteX0" fmla="*/ 48074 w 55127"/>
                <a:gd name="connsiteY0" fmla="*/ 35617 h 87730"/>
                <a:gd name="connsiteX1" fmla="*/ 48074 w 55127"/>
                <a:gd name="connsiteY1" fmla="*/ 18388 h 87730"/>
                <a:gd name="connsiteX2" fmla="*/ 29686 w 55127"/>
                <a:gd name="connsiteY2" fmla="*/ 0 h 87730"/>
                <a:gd name="connsiteX3" fmla="*/ 18388 w 55127"/>
                <a:gd name="connsiteY3" fmla="*/ 0 h 87730"/>
                <a:gd name="connsiteX4" fmla="*/ 0 w 55127"/>
                <a:gd name="connsiteY4" fmla="*/ 18388 h 87730"/>
                <a:gd name="connsiteX5" fmla="*/ 0 w 55127"/>
                <a:gd name="connsiteY5" fmla="*/ 35617 h 87730"/>
                <a:gd name="connsiteX6" fmla="*/ 7513 w 55127"/>
                <a:gd name="connsiteY6" fmla="*/ 43131 h 87730"/>
                <a:gd name="connsiteX7" fmla="*/ 14999 w 55127"/>
                <a:gd name="connsiteY7" fmla="*/ 43131 h 87730"/>
                <a:gd name="connsiteX8" fmla="*/ 49345 w 55127"/>
                <a:gd name="connsiteY8" fmla="*/ 61236 h 87730"/>
                <a:gd name="connsiteX9" fmla="*/ 55107 w 55127"/>
                <a:gd name="connsiteY9" fmla="*/ 87731 h 87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127" h="87730">
                  <a:moveTo>
                    <a:pt x="48074" y="35617"/>
                  </a:moveTo>
                  <a:lnTo>
                    <a:pt x="48074" y="18388"/>
                  </a:lnTo>
                  <a:cubicBezTo>
                    <a:pt x="48074" y="8248"/>
                    <a:pt x="39854" y="0"/>
                    <a:pt x="29686" y="0"/>
                  </a:cubicBezTo>
                  <a:lnTo>
                    <a:pt x="18388" y="0"/>
                  </a:lnTo>
                  <a:cubicBezTo>
                    <a:pt x="8247" y="0"/>
                    <a:pt x="0" y="8220"/>
                    <a:pt x="0" y="18388"/>
                  </a:cubicBezTo>
                  <a:lnTo>
                    <a:pt x="0" y="35617"/>
                  </a:lnTo>
                  <a:cubicBezTo>
                    <a:pt x="0" y="39770"/>
                    <a:pt x="3361" y="43131"/>
                    <a:pt x="7513" y="43131"/>
                  </a:cubicBezTo>
                  <a:lnTo>
                    <a:pt x="14999" y="43131"/>
                  </a:lnTo>
                  <a:cubicBezTo>
                    <a:pt x="28189" y="42623"/>
                    <a:pt x="43413" y="49627"/>
                    <a:pt x="49345" y="61236"/>
                  </a:cubicBezTo>
                  <a:cubicBezTo>
                    <a:pt x="53723" y="69767"/>
                    <a:pt x="55332" y="76065"/>
                    <a:pt x="55107" y="87731"/>
                  </a:cubicBezTo>
                </a:path>
              </a:pathLst>
            </a:custGeom>
            <a:noFill/>
            <a:ln w="8472" cap="flat">
              <a:solidFill>
                <a:srgbClr val="17A3A3"/>
              </a:solidFill>
              <a:prstDash val="solid"/>
              <a:miter/>
            </a:ln>
          </p:spPr>
          <p:txBody>
            <a:bodyPr rtlCol="1" anchor="ctr"/>
            <a:lstStyle/>
            <a:p>
              <a:endParaRPr lang="ar-SA"/>
            </a:p>
          </p:txBody>
        </p:sp>
      </p:grpSp>
      <p:grpSp>
        <p:nvGrpSpPr>
          <p:cNvPr id="9768" name="رسم 8014">
            <a:extLst>
              <a:ext uri="{FF2B5EF4-FFF2-40B4-BE49-F238E27FC236}">
                <a16:creationId xmlns:a16="http://schemas.microsoft.com/office/drawing/2014/main" id="{5BF4AED4-E5BC-2718-CEAE-8613215EF25C}"/>
              </a:ext>
            </a:extLst>
          </p:cNvPr>
          <p:cNvGrpSpPr/>
          <p:nvPr/>
        </p:nvGrpSpPr>
        <p:grpSpPr>
          <a:xfrm>
            <a:off x="10372261" y="3668406"/>
            <a:ext cx="299303" cy="244802"/>
            <a:chOff x="9802991" y="5463493"/>
            <a:chExt cx="357757" cy="310587"/>
          </a:xfrm>
          <a:noFill/>
        </p:grpSpPr>
        <p:grpSp>
          <p:nvGrpSpPr>
            <p:cNvPr id="9769" name="رسم 8014">
              <a:extLst>
                <a:ext uri="{FF2B5EF4-FFF2-40B4-BE49-F238E27FC236}">
                  <a16:creationId xmlns:a16="http://schemas.microsoft.com/office/drawing/2014/main" id="{7CB66BCB-CC6E-C693-9DC2-428876B31F7F}"/>
                </a:ext>
              </a:extLst>
            </p:cNvPr>
            <p:cNvGrpSpPr/>
            <p:nvPr/>
          </p:nvGrpSpPr>
          <p:grpSpPr>
            <a:xfrm>
              <a:off x="9963510" y="5463493"/>
              <a:ext cx="197238" cy="146000"/>
              <a:chOff x="9963510" y="5463493"/>
              <a:chExt cx="197238" cy="146000"/>
            </a:xfrm>
            <a:noFill/>
          </p:grpSpPr>
          <p:sp>
            <p:nvSpPr>
              <p:cNvPr id="9777" name="شكل حر: شكل 10866">
                <a:extLst>
                  <a:ext uri="{FF2B5EF4-FFF2-40B4-BE49-F238E27FC236}">
                    <a16:creationId xmlns:a16="http://schemas.microsoft.com/office/drawing/2014/main" id="{2D2370B8-4246-D121-43B8-582F0D4DBFD7}"/>
                  </a:ext>
                </a:extLst>
              </p:cNvPr>
              <p:cNvSpPr/>
              <p:nvPr/>
            </p:nvSpPr>
            <p:spPr>
              <a:xfrm>
                <a:off x="9987434" y="5537354"/>
                <a:ext cx="74709" cy="72139"/>
              </a:xfrm>
              <a:custGeom>
                <a:avLst/>
                <a:gdLst>
                  <a:gd name="connsiteX0" fmla="*/ 74709 w 74709"/>
                  <a:gd name="connsiteY0" fmla="*/ 72139 h 72139"/>
                  <a:gd name="connsiteX1" fmla="*/ 0 w 74709"/>
                  <a:gd name="connsiteY1" fmla="*/ 45927 h 72139"/>
                  <a:gd name="connsiteX2" fmla="*/ 0 w 74709"/>
                  <a:gd name="connsiteY2" fmla="*/ 0 h 72139"/>
                </a:gdLst>
                <a:ahLst/>
                <a:cxnLst>
                  <a:cxn ang="0">
                    <a:pos x="connsiteX0" y="connsiteY0"/>
                  </a:cxn>
                  <a:cxn ang="0">
                    <a:pos x="connsiteX1" y="connsiteY1"/>
                  </a:cxn>
                  <a:cxn ang="0">
                    <a:pos x="connsiteX2" y="connsiteY2"/>
                  </a:cxn>
                </a:cxnLst>
                <a:rect l="l" t="t" r="r" b="b"/>
                <a:pathLst>
                  <a:path w="74709" h="72139">
                    <a:moveTo>
                      <a:pt x="74709" y="72139"/>
                    </a:moveTo>
                    <a:lnTo>
                      <a:pt x="0" y="45927"/>
                    </a:lnTo>
                    <a:lnTo>
                      <a:pt x="0" y="0"/>
                    </a:lnTo>
                  </a:path>
                </a:pathLst>
              </a:custGeom>
              <a:noFill/>
              <a:ln w="8472" cap="flat">
                <a:solidFill>
                  <a:srgbClr val="01355A"/>
                </a:solidFill>
                <a:prstDash val="solid"/>
                <a:miter/>
              </a:ln>
            </p:spPr>
            <p:txBody>
              <a:bodyPr rtlCol="1" anchor="ctr"/>
              <a:lstStyle/>
              <a:p>
                <a:endParaRPr lang="ar-SA"/>
              </a:p>
            </p:txBody>
          </p:sp>
          <p:sp>
            <p:nvSpPr>
              <p:cNvPr id="9778" name="شكل حر: شكل 10867">
                <a:extLst>
                  <a:ext uri="{FF2B5EF4-FFF2-40B4-BE49-F238E27FC236}">
                    <a16:creationId xmlns:a16="http://schemas.microsoft.com/office/drawing/2014/main" id="{C76DF3F7-2B77-AFC4-9D99-C67579FFA18A}"/>
                  </a:ext>
                </a:extLst>
              </p:cNvPr>
              <p:cNvSpPr/>
              <p:nvPr/>
            </p:nvSpPr>
            <p:spPr>
              <a:xfrm>
                <a:off x="9987434" y="5487247"/>
                <a:ext cx="74709" cy="26211"/>
              </a:xfrm>
              <a:custGeom>
                <a:avLst/>
                <a:gdLst>
                  <a:gd name="connsiteX0" fmla="*/ 0 w 74709"/>
                  <a:gd name="connsiteY0" fmla="*/ 0 h 26211"/>
                  <a:gd name="connsiteX1" fmla="*/ 74709 w 74709"/>
                  <a:gd name="connsiteY1" fmla="*/ 26212 h 26211"/>
                </a:gdLst>
                <a:ahLst/>
                <a:cxnLst>
                  <a:cxn ang="0">
                    <a:pos x="connsiteX0" y="connsiteY0"/>
                  </a:cxn>
                  <a:cxn ang="0">
                    <a:pos x="connsiteX1" y="connsiteY1"/>
                  </a:cxn>
                </a:cxnLst>
                <a:rect l="l" t="t" r="r" b="b"/>
                <a:pathLst>
                  <a:path w="74709" h="26211">
                    <a:moveTo>
                      <a:pt x="0" y="0"/>
                    </a:moveTo>
                    <a:lnTo>
                      <a:pt x="74709" y="26212"/>
                    </a:lnTo>
                  </a:path>
                </a:pathLst>
              </a:custGeom>
              <a:ln w="8472" cap="flat">
                <a:solidFill>
                  <a:srgbClr val="01355A"/>
                </a:solidFill>
                <a:prstDash val="solid"/>
                <a:miter/>
              </a:ln>
            </p:spPr>
            <p:txBody>
              <a:bodyPr rtlCol="1" anchor="ctr"/>
              <a:lstStyle/>
              <a:p>
                <a:endParaRPr lang="ar-SA"/>
              </a:p>
            </p:txBody>
          </p:sp>
          <p:sp>
            <p:nvSpPr>
              <p:cNvPr id="9779" name="شكل حر: شكل 10868">
                <a:extLst>
                  <a:ext uri="{FF2B5EF4-FFF2-40B4-BE49-F238E27FC236}">
                    <a16:creationId xmlns:a16="http://schemas.microsoft.com/office/drawing/2014/main" id="{3306E4A7-9083-722B-BF89-CA04B2FBB015}"/>
                  </a:ext>
                </a:extLst>
              </p:cNvPr>
              <p:cNvSpPr/>
              <p:nvPr/>
            </p:nvSpPr>
            <p:spPr>
              <a:xfrm>
                <a:off x="10062143" y="5537354"/>
                <a:ext cx="74681" cy="72139"/>
              </a:xfrm>
              <a:custGeom>
                <a:avLst/>
                <a:gdLst>
                  <a:gd name="connsiteX0" fmla="*/ 0 w 74681"/>
                  <a:gd name="connsiteY0" fmla="*/ 2034 h 72139"/>
                  <a:gd name="connsiteX1" fmla="*/ 0 w 74681"/>
                  <a:gd name="connsiteY1" fmla="*/ 72139 h 72139"/>
                  <a:gd name="connsiteX2" fmla="*/ 74682 w 74681"/>
                  <a:gd name="connsiteY2" fmla="*/ 45927 h 72139"/>
                  <a:gd name="connsiteX3" fmla="*/ 74682 w 74681"/>
                  <a:gd name="connsiteY3" fmla="*/ 0 h 72139"/>
                </a:gdLst>
                <a:ahLst/>
                <a:cxnLst>
                  <a:cxn ang="0">
                    <a:pos x="connsiteX0" y="connsiteY0"/>
                  </a:cxn>
                  <a:cxn ang="0">
                    <a:pos x="connsiteX1" y="connsiteY1"/>
                  </a:cxn>
                  <a:cxn ang="0">
                    <a:pos x="connsiteX2" y="connsiteY2"/>
                  </a:cxn>
                  <a:cxn ang="0">
                    <a:pos x="connsiteX3" y="connsiteY3"/>
                  </a:cxn>
                </a:cxnLst>
                <a:rect l="l" t="t" r="r" b="b"/>
                <a:pathLst>
                  <a:path w="74681" h="72139">
                    <a:moveTo>
                      <a:pt x="0" y="2034"/>
                    </a:moveTo>
                    <a:lnTo>
                      <a:pt x="0" y="72139"/>
                    </a:lnTo>
                    <a:lnTo>
                      <a:pt x="74682" y="45927"/>
                    </a:lnTo>
                    <a:lnTo>
                      <a:pt x="74682" y="0"/>
                    </a:lnTo>
                  </a:path>
                </a:pathLst>
              </a:custGeom>
              <a:noFill/>
              <a:ln w="8472" cap="flat">
                <a:solidFill>
                  <a:srgbClr val="01355A"/>
                </a:solidFill>
                <a:prstDash val="solid"/>
                <a:miter/>
              </a:ln>
            </p:spPr>
            <p:txBody>
              <a:bodyPr rtlCol="1" anchor="ctr"/>
              <a:lstStyle/>
              <a:p>
                <a:endParaRPr lang="ar-SA"/>
              </a:p>
            </p:txBody>
          </p:sp>
          <p:sp>
            <p:nvSpPr>
              <p:cNvPr id="9780" name="شكل حر: شكل 10869">
                <a:extLst>
                  <a:ext uri="{FF2B5EF4-FFF2-40B4-BE49-F238E27FC236}">
                    <a16:creationId xmlns:a16="http://schemas.microsoft.com/office/drawing/2014/main" id="{A8966C2A-F863-114B-4245-CF564A3FB1EA}"/>
                  </a:ext>
                </a:extLst>
              </p:cNvPr>
              <p:cNvSpPr/>
              <p:nvPr/>
            </p:nvSpPr>
            <p:spPr>
              <a:xfrm>
                <a:off x="10062143" y="5487247"/>
                <a:ext cx="74681" cy="26211"/>
              </a:xfrm>
              <a:custGeom>
                <a:avLst/>
                <a:gdLst>
                  <a:gd name="connsiteX0" fmla="*/ 74681 w 74681"/>
                  <a:gd name="connsiteY0" fmla="*/ 0 h 26211"/>
                  <a:gd name="connsiteX1" fmla="*/ 0 w 74681"/>
                  <a:gd name="connsiteY1" fmla="*/ 26212 h 26211"/>
                </a:gdLst>
                <a:ahLst/>
                <a:cxnLst>
                  <a:cxn ang="0">
                    <a:pos x="connsiteX0" y="connsiteY0"/>
                  </a:cxn>
                  <a:cxn ang="0">
                    <a:pos x="connsiteX1" y="connsiteY1"/>
                  </a:cxn>
                </a:cxnLst>
                <a:rect l="l" t="t" r="r" b="b"/>
                <a:pathLst>
                  <a:path w="74681" h="26211">
                    <a:moveTo>
                      <a:pt x="74681" y="0"/>
                    </a:moveTo>
                    <a:lnTo>
                      <a:pt x="0" y="26212"/>
                    </a:lnTo>
                  </a:path>
                </a:pathLst>
              </a:custGeom>
              <a:ln w="8472" cap="flat">
                <a:solidFill>
                  <a:srgbClr val="01355A"/>
                </a:solidFill>
                <a:prstDash val="solid"/>
                <a:miter/>
              </a:ln>
            </p:spPr>
            <p:txBody>
              <a:bodyPr rtlCol="1" anchor="ctr"/>
              <a:lstStyle/>
              <a:p>
                <a:endParaRPr lang="ar-SA"/>
              </a:p>
            </p:txBody>
          </p:sp>
          <p:sp>
            <p:nvSpPr>
              <p:cNvPr id="9781" name="شكل حر: شكل 10870">
                <a:extLst>
                  <a:ext uri="{FF2B5EF4-FFF2-40B4-BE49-F238E27FC236}">
                    <a16:creationId xmlns:a16="http://schemas.microsoft.com/office/drawing/2014/main" id="{93325F02-D2D5-2E17-2A68-6B5296982740}"/>
                  </a:ext>
                </a:extLst>
              </p:cNvPr>
              <p:cNvSpPr/>
              <p:nvPr/>
            </p:nvSpPr>
            <p:spPr>
              <a:xfrm>
                <a:off x="10062143" y="5463493"/>
                <a:ext cx="98605" cy="74878"/>
              </a:xfrm>
              <a:custGeom>
                <a:avLst/>
                <a:gdLst>
                  <a:gd name="connsiteX0" fmla="*/ 0 w 98605"/>
                  <a:gd name="connsiteY0" fmla="*/ 0 h 74878"/>
                  <a:gd name="connsiteX1" fmla="*/ 74682 w 98605"/>
                  <a:gd name="connsiteY1" fmla="*/ 23754 h 74878"/>
                  <a:gd name="connsiteX2" fmla="*/ 98605 w 98605"/>
                  <a:gd name="connsiteY2" fmla="*/ 47678 h 74878"/>
                  <a:gd name="connsiteX3" fmla="*/ 25477 w 98605"/>
                  <a:gd name="connsiteY3" fmla="*/ 74879 h 74878"/>
                  <a:gd name="connsiteX4" fmla="*/ 0 w 98605"/>
                  <a:gd name="connsiteY4" fmla="*/ 49966 h 74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605" h="74878">
                    <a:moveTo>
                      <a:pt x="0" y="0"/>
                    </a:moveTo>
                    <a:lnTo>
                      <a:pt x="74682" y="23754"/>
                    </a:lnTo>
                    <a:lnTo>
                      <a:pt x="98605" y="47678"/>
                    </a:lnTo>
                    <a:lnTo>
                      <a:pt x="25477" y="74879"/>
                    </a:lnTo>
                    <a:lnTo>
                      <a:pt x="0" y="49966"/>
                    </a:lnTo>
                  </a:path>
                </a:pathLst>
              </a:custGeom>
              <a:noFill/>
              <a:ln w="8472" cap="flat">
                <a:solidFill>
                  <a:srgbClr val="01355A"/>
                </a:solidFill>
                <a:prstDash val="solid"/>
                <a:miter/>
              </a:ln>
            </p:spPr>
            <p:txBody>
              <a:bodyPr rtlCol="1" anchor="ctr"/>
              <a:lstStyle/>
              <a:p>
                <a:endParaRPr lang="ar-SA"/>
              </a:p>
            </p:txBody>
          </p:sp>
          <p:sp>
            <p:nvSpPr>
              <p:cNvPr id="9782" name="شكل حر: شكل 10871">
                <a:extLst>
                  <a:ext uri="{FF2B5EF4-FFF2-40B4-BE49-F238E27FC236}">
                    <a16:creationId xmlns:a16="http://schemas.microsoft.com/office/drawing/2014/main" id="{CF0ABF6C-DBC2-3395-E08A-66D06EA22C07}"/>
                  </a:ext>
                </a:extLst>
              </p:cNvPr>
              <p:cNvSpPr/>
              <p:nvPr/>
            </p:nvSpPr>
            <p:spPr>
              <a:xfrm>
                <a:off x="9963510" y="5463493"/>
                <a:ext cx="98632" cy="74878"/>
              </a:xfrm>
              <a:custGeom>
                <a:avLst/>
                <a:gdLst>
                  <a:gd name="connsiteX0" fmla="*/ 98633 w 98632"/>
                  <a:gd name="connsiteY0" fmla="*/ 49966 h 74878"/>
                  <a:gd name="connsiteX1" fmla="*/ 73127 w 98632"/>
                  <a:gd name="connsiteY1" fmla="*/ 74879 h 74878"/>
                  <a:gd name="connsiteX2" fmla="*/ 0 w 98632"/>
                  <a:gd name="connsiteY2" fmla="*/ 47678 h 74878"/>
                  <a:gd name="connsiteX3" fmla="*/ 23924 w 98632"/>
                  <a:gd name="connsiteY3" fmla="*/ 23754 h 74878"/>
                  <a:gd name="connsiteX4" fmla="*/ 98633 w 98632"/>
                  <a:gd name="connsiteY4" fmla="*/ 0 h 748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632" h="74878">
                    <a:moveTo>
                      <a:pt x="98633" y="49966"/>
                    </a:moveTo>
                    <a:lnTo>
                      <a:pt x="73127" y="74879"/>
                    </a:lnTo>
                    <a:lnTo>
                      <a:pt x="0" y="47678"/>
                    </a:lnTo>
                    <a:lnTo>
                      <a:pt x="23924" y="23754"/>
                    </a:lnTo>
                    <a:lnTo>
                      <a:pt x="98633" y="0"/>
                    </a:lnTo>
                  </a:path>
                </a:pathLst>
              </a:custGeom>
              <a:noFill/>
              <a:ln w="8472" cap="flat">
                <a:solidFill>
                  <a:srgbClr val="01355A"/>
                </a:solidFill>
                <a:prstDash val="solid"/>
                <a:miter/>
              </a:ln>
            </p:spPr>
            <p:txBody>
              <a:bodyPr rtlCol="1" anchor="ctr"/>
              <a:lstStyle/>
              <a:p>
                <a:endParaRPr lang="ar-SA"/>
              </a:p>
            </p:txBody>
          </p:sp>
        </p:grpSp>
        <p:sp>
          <p:nvSpPr>
            <p:cNvPr id="9770" name="شكل حر: شكل 10872">
              <a:extLst>
                <a:ext uri="{FF2B5EF4-FFF2-40B4-BE49-F238E27FC236}">
                  <a16:creationId xmlns:a16="http://schemas.microsoft.com/office/drawing/2014/main" id="{F91181FF-4A82-D30E-8C77-CAECB826FC04}"/>
                </a:ext>
              </a:extLst>
            </p:cNvPr>
            <p:cNvSpPr/>
            <p:nvPr/>
          </p:nvSpPr>
          <p:spPr>
            <a:xfrm>
              <a:off x="9879423" y="5657539"/>
              <a:ext cx="76404" cy="116540"/>
            </a:xfrm>
            <a:custGeom>
              <a:avLst/>
              <a:gdLst>
                <a:gd name="connsiteX0" fmla="*/ 0 w 76404"/>
                <a:gd name="connsiteY0" fmla="*/ 116541 h 116540"/>
                <a:gd name="connsiteX1" fmla="*/ 0 w 76404"/>
                <a:gd name="connsiteY1" fmla="*/ 31098 h 116540"/>
                <a:gd name="connsiteX2" fmla="*/ 76404 w 76404"/>
                <a:gd name="connsiteY2" fmla="*/ 0 h 116540"/>
                <a:gd name="connsiteX3" fmla="*/ 76404 w 76404"/>
                <a:gd name="connsiteY3" fmla="*/ 85443 h 116540"/>
                <a:gd name="connsiteX4" fmla="*/ 0 w 76404"/>
                <a:gd name="connsiteY4" fmla="*/ 116541 h 1165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404" h="116540">
                  <a:moveTo>
                    <a:pt x="0" y="116541"/>
                  </a:moveTo>
                  <a:lnTo>
                    <a:pt x="0" y="31098"/>
                  </a:lnTo>
                  <a:lnTo>
                    <a:pt x="76404" y="0"/>
                  </a:lnTo>
                  <a:lnTo>
                    <a:pt x="76404" y="85443"/>
                  </a:lnTo>
                  <a:lnTo>
                    <a:pt x="0" y="116541"/>
                  </a:lnTo>
                </a:path>
              </a:pathLst>
            </a:custGeom>
            <a:noFill/>
            <a:ln w="8472" cap="flat">
              <a:solidFill>
                <a:srgbClr val="01355A"/>
              </a:solidFill>
              <a:prstDash val="solid"/>
              <a:miter/>
            </a:ln>
          </p:spPr>
          <p:txBody>
            <a:bodyPr rtlCol="1" anchor="ctr"/>
            <a:lstStyle/>
            <a:p>
              <a:endParaRPr lang="ar-SA"/>
            </a:p>
          </p:txBody>
        </p:sp>
        <p:sp>
          <p:nvSpPr>
            <p:cNvPr id="9771" name="شكل حر: شكل 10873">
              <a:extLst>
                <a:ext uri="{FF2B5EF4-FFF2-40B4-BE49-F238E27FC236}">
                  <a16:creationId xmlns:a16="http://schemas.microsoft.com/office/drawing/2014/main" id="{D8CC4E5C-8B69-F19A-0182-320CB2CAD721}"/>
                </a:ext>
              </a:extLst>
            </p:cNvPr>
            <p:cNvSpPr/>
            <p:nvPr/>
          </p:nvSpPr>
          <p:spPr>
            <a:xfrm>
              <a:off x="9802991" y="5657539"/>
              <a:ext cx="76432" cy="116540"/>
            </a:xfrm>
            <a:custGeom>
              <a:avLst/>
              <a:gdLst>
                <a:gd name="connsiteX0" fmla="*/ 76432 w 76432"/>
                <a:gd name="connsiteY0" fmla="*/ 31098 h 116540"/>
                <a:gd name="connsiteX1" fmla="*/ 0 w 76432"/>
                <a:gd name="connsiteY1" fmla="*/ 0 h 116540"/>
                <a:gd name="connsiteX2" fmla="*/ 0 w 76432"/>
                <a:gd name="connsiteY2" fmla="*/ 85443 h 116540"/>
                <a:gd name="connsiteX3" fmla="*/ 76432 w 76432"/>
                <a:gd name="connsiteY3" fmla="*/ 116541 h 116540"/>
              </a:gdLst>
              <a:ahLst/>
              <a:cxnLst>
                <a:cxn ang="0">
                  <a:pos x="connsiteX0" y="connsiteY0"/>
                </a:cxn>
                <a:cxn ang="0">
                  <a:pos x="connsiteX1" y="connsiteY1"/>
                </a:cxn>
                <a:cxn ang="0">
                  <a:pos x="connsiteX2" y="connsiteY2"/>
                </a:cxn>
                <a:cxn ang="0">
                  <a:pos x="connsiteX3" y="connsiteY3"/>
                </a:cxn>
              </a:cxnLst>
              <a:rect l="l" t="t" r="r" b="b"/>
              <a:pathLst>
                <a:path w="76432" h="116540">
                  <a:moveTo>
                    <a:pt x="76432" y="31098"/>
                  </a:moveTo>
                  <a:lnTo>
                    <a:pt x="0" y="0"/>
                  </a:lnTo>
                  <a:lnTo>
                    <a:pt x="0" y="85443"/>
                  </a:lnTo>
                  <a:lnTo>
                    <a:pt x="76432" y="116541"/>
                  </a:lnTo>
                </a:path>
              </a:pathLst>
            </a:custGeom>
            <a:noFill/>
            <a:ln w="8472" cap="flat">
              <a:solidFill>
                <a:srgbClr val="01355A"/>
              </a:solidFill>
              <a:prstDash val="solid"/>
              <a:miter/>
            </a:ln>
          </p:spPr>
          <p:txBody>
            <a:bodyPr rtlCol="1" anchor="ctr"/>
            <a:lstStyle/>
            <a:p>
              <a:endParaRPr lang="ar-SA"/>
            </a:p>
          </p:txBody>
        </p:sp>
        <p:sp>
          <p:nvSpPr>
            <p:cNvPr id="9772" name="شكل حر: شكل 10874">
              <a:extLst>
                <a:ext uri="{FF2B5EF4-FFF2-40B4-BE49-F238E27FC236}">
                  <a16:creationId xmlns:a16="http://schemas.microsoft.com/office/drawing/2014/main" id="{3359457E-E6F8-4370-B1C9-BBFCEE4FBBCE}"/>
                </a:ext>
              </a:extLst>
            </p:cNvPr>
            <p:cNvSpPr/>
            <p:nvPr/>
          </p:nvSpPr>
          <p:spPr>
            <a:xfrm>
              <a:off x="9802991" y="5628163"/>
              <a:ext cx="152836" cy="29375"/>
            </a:xfrm>
            <a:custGeom>
              <a:avLst/>
              <a:gdLst>
                <a:gd name="connsiteX0" fmla="*/ 0 w 152836"/>
                <a:gd name="connsiteY0" fmla="*/ 29375 h 29375"/>
                <a:gd name="connsiteX1" fmla="*/ 76432 w 152836"/>
                <a:gd name="connsiteY1" fmla="*/ 0 h 29375"/>
                <a:gd name="connsiteX2" fmla="*/ 152837 w 152836"/>
                <a:gd name="connsiteY2" fmla="*/ 29375 h 29375"/>
              </a:gdLst>
              <a:ahLst/>
              <a:cxnLst>
                <a:cxn ang="0">
                  <a:pos x="connsiteX0" y="connsiteY0"/>
                </a:cxn>
                <a:cxn ang="0">
                  <a:pos x="connsiteX1" y="connsiteY1"/>
                </a:cxn>
                <a:cxn ang="0">
                  <a:pos x="connsiteX2" y="connsiteY2"/>
                </a:cxn>
              </a:cxnLst>
              <a:rect l="l" t="t" r="r" b="b"/>
              <a:pathLst>
                <a:path w="152836" h="29375">
                  <a:moveTo>
                    <a:pt x="0" y="29375"/>
                  </a:moveTo>
                  <a:lnTo>
                    <a:pt x="76432" y="0"/>
                  </a:lnTo>
                  <a:lnTo>
                    <a:pt x="152837" y="29375"/>
                  </a:lnTo>
                </a:path>
              </a:pathLst>
            </a:custGeom>
            <a:noFill/>
            <a:ln w="8472" cap="flat">
              <a:solidFill>
                <a:srgbClr val="01355A"/>
              </a:solidFill>
              <a:prstDash val="solid"/>
              <a:miter/>
            </a:ln>
          </p:spPr>
          <p:txBody>
            <a:bodyPr rtlCol="1" anchor="ctr"/>
            <a:lstStyle/>
            <a:p>
              <a:endParaRPr lang="ar-SA"/>
            </a:p>
          </p:txBody>
        </p:sp>
        <p:sp>
          <p:nvSpPr>
            <p:cNvPr id="9773" name="شكل حر: شكل 10875">
              <a:extLst>
                <a:ext uri="{FF2B5EF4-FFF2-40B4-BE49-F238E27FC236}">
                  <a16:creationId xmlns:a16="http://schemas.microsoft.com/office/drawing/2014/main" id="{59F97D79-2FB3-721C-0911-F6E8B586FBF6}"/>
                </a:ext>
              </a:extLst>
            </p:cNvPr>
            <p:cNvSpPr/>
            <p:nvPr/>
          </p:nvSpPr>
          <p:spPr>
            <a:xfrm>
              <a:off x="9968114" y="5644461"/>
              <a:ext cx="137471" cy="122028"/>
            </a:xfrm>
            <a:custGeom>
              <a:avLst/>
              <a:gdLst>
                <a:gd name="connsiteX0" fmla="*/ 0 w 137471"/>
                <a:gd name="connsiteY0" fmla="*/ 120495 h 122028"/>
                <a:gd name="connsiteX1" fmla="*/ 137471 w 137471"/>
                <a:gd name="connsiteY1" fmla="*/ 0 h 122028"/>
              </a:gdLst>
              <a:ahLst/>
              <a:cxnLst>
                <a:cxn ang="0">
                  <a:pos x="connsiteX0" y="connsiteY0"/>
                </a:cxn>
                <a:cxn ang="0">
                  <a:pos x="connsiteX1" y="connsiteY1"/>
                </a:cxn>
              </a:cxnLst>
              <a:rect l="l" t="t" r="r" b="b"/>
              <a:pathLst>
                <a:path w="137471" h="122028">
                  <a:moveTo>
                    <a:pt x="0" y="120495"/>
                  </a:moveTo>
                  <a:cubicBezTo>
                    <a:pt x="0" y="120495"/>
                    <a:pt x="126936" y="144787"/>
                    <a:pt x="137471" y="0"/>
                  </a:cubicBezTo>
                </a:path>
              </a:pathLst>
            </a:custGeom>
            <a:noFill/>
            <a:ln w="8472" cap="flat">
              <a:solidFill>
                <a:srgbClr val="17A3A3"/>
              </a:solidFill>
              <a:prstDash val="solid"/>
              <a:miter/>
            </a:ln>
          </p:spPr>
          <p:txBody>
            <a:bodyPr rtlCol="1" anchor="ctr"/>
            <a:lstStyle/>
            <a:p>
              <a:endParaRPr lang="ar-SA"/>
            </a:p>
          </p:txBody>
        </p:sp>
        <p:sp>
          <p:nvSpPr>
            <p:cNvPr id="9774" name="شكل حر: شكل 10876">
              <a:extLst>
                <a:ext uri="{FF2B5EF4-FFF2-40B4-BE49-F238E27FC236}">
                  <a16:creationId xmlns:a16="http://schemas.microsoft.com/office/drawing/2014/main" id="{D1AC45D2-3C74-FEE5-203D-AD9DE021FA42}"/>
                </a:ext>
              </a:extLst>
            </p:cNvPr>
            <p:cNvSpPr/>
            <p:nvPr/>
          </p:nvSpPr>
          <p:spPr>
            <a:xfrm>
              <a:off x="10086999" y="5623983"/>
              <a:ext cx="38244" cy="21579"/>
            </a:xfrm>
            <a:custGeom>
              <a:avLst/>
              <a:gdLst>
                <a:gd name="connsiteX0" fmla="*/ 0 w 38244"/>
                <a:gd name="connsiteY0" fmla="*/ 16665 h 21579"/>
                <a:gd name="connsiteX1" fmla="*/ 21580 w 38244"/>
                <a:gd name="connsiteY1" fmla="*/ 0 h 21579"/>
                <a:gd name="connsiteX2" fmla="*/ 38244 w 38244"/>
                <a:gd name="connsiteY2" fmla="*/ 21580 h 21579"/>
              </a:gdLst>
              <a:ahLst/>
              <a:cxnLst>
                <a:cxn ang="0">
                  <a:pos x="connsiteX0" y="connsiteY0"/>
                </a:cxn>
                <a:cxn ang="0">
                  <a:pos x="connsiteX1" y="connsiteY1"/>
                </a:cxn>
                <a:cxn ang="0">
                  <a:pos x="connsiteX2" y="connsiteY2"/>
                </a:cxn>
              </a:cxnLst>
              <a:rect l="l" t="t" r="r" b="b"/>
              <a:pathLst>
                <a:path w="38244" h="21579">
                  <a:moveTo>
                    <a:pt x="0" y="16665"/>
                  </a:moveTo>
                  <a:lnTo>
                    <a:pt x="21580" y="0"/>
                  </a:lnTo>
                  <a:lnTo>
                    <a:pt x="38244" y="21580"/>
                  </a:lnTo>
                </a:path>
              </a:pathLst>
            </a:custGeom>
            <a:noFill/>
            <a:ln w="8472" cap="flat">
              <a:solidFill>
                <a:srgbClr val="17A3A3"/>
              </a:solidFill>
              <a:prstDash val="solid"/>
              <a:miter/>
            </a:ln>
          </p:spPr>
          <p:txBody>
            <a:bodyPr rtlCol="1" anchor="ctr"/>
            <a:lstStyle/>
            <a:p>
              <a:endParaRPr lang="ar-SA"/>
            </a:p>
          </p:txBody>
        </p:sp>
        <p:sp>
          <p:nvSpPr>
            <p:cNvPr id="9775" name="شكل حر: شكل 10877">
              <a:extLst>
                <a:ext uri="{FF2B5EF4-FFF2-40B4-BE49-F238E27FC236}">
                  <a16:creationId xmlns:a16="http://schemas.microsoft.com/office/drawing/2014/main" id="{5710C386-4477-FBED-26D8-8FC15DEDCA55}"/>
                </a:ext>
              </a:extLst>
            </p:cNvPr>
            <p:cNvSpPr/>
            <p:nvPr/>
          </p:nvSpPr>
          <p:spPr>
            <a:xfrm>
              <a:off x="9822622" y="5472269"/>
              <a:ext cx="137470" cy="122028"/>
            </a:xfrm>
            <a:custGeom>
              <a:avLst/>
              <a:gdLst>
                <a:gd name="connsiteX0" fmla="*/ 137470 w 137470"/>
                <a:gd name="connsiteY0" fmla="*/ 1533 h 122028"/>
                <a:gd name="connsiteX1" fmla="*/ 0 w 137470"/>
                <a:gd name="connsiteY1" fmla="*/ 122029 h 122028"/>
              </a:gdLst>
              <a:ahLst/>
              <a:cxnLst>
                <a:cxn ang="0">
                  <a:pos x="connsiteX0" y="connsiteY0"/>
                </a:cxn>
                <a:cxn ang="0">
                  <a:pos x="connsiteX1" y="connsiteY1"/>
                </a:cxn>
              </a:cxnLst>
              <a:rect l="l" t="t" r="r" b="b"/>
              <a:pathLst>
                <a:path w="137470" h="122028">
                  <a:moveTo>
                    <a:pt x="137470" y="1533"/>
                  </a:moveTo>
                  <a:cubicBezTo>
                    <a:pt x="137470" y="1533"/>
                    <a:pt x="10536" y="-22758"/>
                    <a:pt x="0" y="122029"/>
                  </a:cubicBezTo>
                </a:path>
              </a:pathLst>
            </a:custGeom>
            <a:noFill/>
            <a:ln w="8472" cap="flat">
              <a:solidFill>
                <a:srgbClr val="17A3A3"/>
              </a:solidFill>
              <a:prstDash val="solid"/>
              <a:miter/>
            </a:ln>
          </p:spPr>
          <p:txBody>
            <a:bodyPr rtlCol="1" anchor="ctr"/>
            <a:lstStyle/>
            <a:p>
              <a:endParaRPr lang="ar-SA"/>
            </a:p>
          </p:txBody>
        </p:sp>
        <p:sp>
          <p:nvSpPr>
            <p:cNvPr id="9776" name="شكل حر: شكل 10878">
              <a:extLst>
                <a:ext uri="{FF2B5EF4-FFF2-40B4-BE49-F238E27FC236}">
                  <a16:creationId xmlns:a16="http://schemas.microsoft.com/office/drawing/2014/main" id="{6D17FBE8-6C8B-63A3-1248-2978F0289724}"/>
                </a:ext>
              </a:extLst>
            </p:cNvPr>
            <p:cNvSpPr/>
            <p:nvPr/>
          </p:nvSpPr>
          <p:spPr>
            <a:xfrm>
              <a:off x="9802991" y="5593196"/>
              <a:ext cx="38244" cy="21607"/>
            </a:xfrm>
            <a:custGeom>
              <a:avLst/>
              <a:gdLst>
                <a:gd name="connsiteX0" fmla="*/ 38244 w 38244"/>
                <a:gd name="connsiteY0" fmla="*/ 4943 h 21607"/>
                <a:gd name="connsiteX1" fmla="*/ 16665 w 38244"/>
                <a:gd name="connsiteY1" fmla="*/ 21608 h 21607"/>
                <a:gd name="connsiteX2" fmla="*/ 0 w 38244"/>
                <a:gd name="connsiteY2" fmla="*/ 0 h 21607"/>
              </a:gdLst>
              <a:ahLst/>
              <a:cxnLst>
                <a:cxn ang="0">
                  <a:pos x="connsiteX0" y="connsiteY0"/>
                </a:cxn>
                <a:cxn ang="0">
                  <a:pos x="connsiteX1" y="connsiteY1"/>
                </a:cxn>
                <a:cxn ang="0">
                  <a:pos x="connsiteX2" y="connsiteY2"/>
                </a:cxn>
              </a:cxnLst>
              <a:rect l="l" t="t" r="r" b="b"/>
              <a:pathLst>
                <a:path w="38244" h="21607">
                  <a:moveTo>
                    <a:pt x="38244" y="4943"/>
                  </a:moveTo>
                  <a:lnTo>
                    <a:pt x="16665" y="21608"/>
                  </a:lnTo>
                  <a:lnTo>
                    <a:pt x="0" y="0"/>
                  </a:lnTo>
                </a:path>
              </a:pathLst>
            </a:custGeom>
            <a:noFill/>
            <a:ln w="8472" cap="flat">
              <a:solidFill>
                <a:srgbClr val="17A3A3"/>
              </a:solidFill>
              <a:prstDash val="solid"/>
              <a:miter/>
            </a:ln>
          </p:spPr>
          <p:txBody>
            <a:bodyPr rtlCol="1" anchor="ctr"/>
            <a:lstStyle/>
            <a:p>
              <a:endParaRPr lang="ar-SA"/>
            </a:p>
          </p:txBody>
        </p:sp>
      </p:grpSp>
      <p:grpSp>
        <p:nvGrpSpPr>
          <p:cNvPr id="9783" name="رسم 8014">
            <a:extLst>
              <a:ext uri="{FF2B5EF4-FFF2-40B4-BE49-F238E27FC236}">
                <a16:creationId xmlns:a16="http://schemas.microsoft.com/office/drawing/2014/main" id="{A8CB0BC3-770A-AD8B-0009-A4AC540B06C3}"/>
              </a:ext>
            </a:extLst>
          </p:cNvPr>
          <p:cNvGrpSpPr/>
          <p:nvPr/>
        </p:nvGrpSpPr>
        <p:grpSpPr>
          <a:xfrm>
            <a:off x="7248408" y="3646152"/>
            <a:ext cx="209224" cy="279554"/>
            <a:chOff x="7745450" y="2810593"/>
            <a:chExt cx="250085" cy="354678"/>
          </a:xfrm>
          <a:noFill/>
        </p:grpSpPr>
        <p:grpSp>
          <p:nvGrpSpPr>
            <p:cNvPr id="9784" name="رسم 8014">
              <a:extLst>
                <a:ext uri="{FF2B5EF4-FFF2-40B4-BE49-F238E27FC236}">
                  <a16:creationId xmlns:a16="http://schemas.microsoft.com/office/drawing/2014/main" id="{AB20F945-3D1B-FEE3-F8ED-26805716774B}"/>
                </a:ext>
              </a:extLst>
            </p:cNvPr>
            <p:cNvGrpSpPr/>
            <p:nvPr/>
          </p:nvGrpSpPr>
          <p:grpSpPr>
            <a:xfrm>
              <a:off x="7848857" y="2886291"/>
              <a:ext cx="43271" cy="110891"/>
              <a:chOff x="7848857" y="2886291"/>
              <a:chExt cx="43271" cy="110891"/>
            </a:xfrm>
            <a:noFill/>
          </p:grpSpPr>
          <p:sp>
            <p:nvSpPr>
              <p:cNvPr id="9791" name="شكل حر: شكل 10881">
                <a:extLst>
                  <a:ext uri="{FF2B5EF4-FFF2-40B4-BE49-F238E27FC236}">
                    <a16:creationId xmlns:a16="http://schemas.microsoft.com/office/drawing/2014/main" id="{7B6D4631-7355-225C-04A5-D03100F41ECD}"/>
                  </a:ext>
                </a:extLst>
              </p:cNvPr>
              <p:cNvSpPr/>
              <p:nvPr/>
            </p:nvSpPr>
            <p:spPr>
              <a:xfrm>
                <a:off x="7848857" y="2898408"/>
                <a:ext cx="43271" cy="86544"/>
              </a:xfrm>
              <a:custGeom>
                <a:avLst/>
                <a:gdLst>
                  <a:gd name="connsiteX0" fmla="*/ 0 w 43271"/>
                  <a:gd name="connsiteY0" fmla="*/ 64908 h 86544"/>
                  <a:gd name="connsiteX1" fmla="*/ 21636 w 43271"/>
                  <a:gd name="connsiteY1" fmla="*/ 86544 h 86544"/>
                  <a:gd name="connsiteX2" fmla="*/ 43272 w 43271"/>
                  <a:gd name="connsiteY2" fmla="*/ 64908 h 86544"/>
                  <a:gd name="connsiteX3" fmla="*/ 21636 w 43271"/>
                  <a:gd name="connsiteY3" fmla="*/ 43272 h 86544"/>
                  <a:gd name="connsiteX4" fmla="*/ 0 w 43271"/>
                  <a:gd name="connsiteY4" fmla="*/ 21636 h 86544"/>
                  <a:gd name="connsiteX5" fmla="*/ 21636 w 43271"/>
                  <a:gd name="connsiteY5" fmla="*/ 0 h 86544"/>
                  <a:gd name="connsiteX6" fmla="*/ 43272 w 43271"/>
                  <a:gd name="connsiteY6" fmla="*/ 21636 h 86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271" h="86544">
                    <a:moveTo>
                      <a:pt x="0" y="64908"/>
                    </a:moveTo>
                    <a:cubicBezTo>
                      <a:pt x="0" y="76856"/>
                      <a:pt x="9688" y="86544"/>
                      <a:pt x="21636" y="86544"/>
                    </a:cubicBezTo>
                    <a:cubicBezTo>
                      <a:pt x="33584" y="86544"/>
                      <a:pt x="43272" y="76856"/>
                      <a:pt x="43272" y="64908"/>
                    </a:cubicBezTo>
                    <a:cubicBezTo>
                      <a:pt x="43272" y="52960"/>
                      <a:pt x="34403" y="47424"/>
                      <a:pt x="21636" y="43272"/>
                    </a:cubicBezTo>
                    <a:cubicBezTo>
                      <a:pt x="10281" y="39572"/>
                      <a:pt x="0" y="33584"/>
                      <a:pt x="0" y="21636"/>
                    </a:cubicBezTo>
                    <a:cubicBezTo>
                      <a:pt x="0" y="9688"/>
                      <a:pt x="9688" y="0"/>
                      <a:pt x="21636" y="0"/>
                    </a:cubicBezTo>
                    <a:cubicBezTo>
                      <a:pt x="33584" y="0"/>
                      <a:pt x="43272" y="9688"/>
                      <a:pt x="43272" y="21636"/>
                    </a:cubicBezTo>
                  </a:path>
                </a:pathLst>
              </a:custGeom>
              <a:noFill/>
              <a:ln w="8472" cap="flat">
                <a:solidFill>
                  <a:srgbClr val="17A3A3"/>
                </a:solidFill>
                <a:prstDash val="solid"/>
                <a:miter/>
              </a:ln>
            </p:spPr>
            <p:txBody>
              <a:bodyPr rtlCol="1" anchor="ctr"/>
              <a:lstStyle/>
              <a:p>
                <a:endParaRPr lang="ar-SA"/>
              </a:p>
            </p:txBody>
          </p:sp>
          <p:sp>
            <p:nvSpPr>
              <p:cNvPr id="9792" name="شكل حر: شكل 10882">
                <a:extLst>
                  <a:ext uri="{FF2B5EF4-FFF2-40B4-BE49-F238E27FC236}">
                    <a16:creationId xmlns:a16="http://schemas.microsoft.com/office/drawing/2014/main" id="{39C4999F-FDDE-5A0B-2C23-3CFE5358CF8E}"/>
                  </a:ext>
                </a:extLst>
              </p:cNvPr>
              <p:cNvSpPr/>
              <p:nvPr/>
            </p:nvSpPr>
            <p:spPr>
              <a:xfrm>
                <a:off x="7870493" y="2886291"/>
                <a:ext cx="2824" cy="12230"/>
              </a:xfrm>
              <a:custGeom>
                <a:avLst/>
                <a:gdLst>
                  <a:gd name="connsiteX0" fmla="*/ 0 w 2824"/>
                  <a:gd name="connsiteY0" fmla="*/ 0 h 12230"/>
                  <a:gd name="connsiteX1" fmla="*/ 0 w 2824"/>
                  <a:gd name="connsiteY1" fmla="*/ 12230 h 12230"/>
                </a:gdLst>
                <a:ahLst/>
                <a:cxnLst>
                  <a:cxn ang="0">
                    <a:pos x="connsiteX0" y="connsiteY0"/>
                  </a:cxn>
                  <a:cxn ang="0">
                    <a:pos x="connsiteX1" y="connsiteY1"/>
                  </a:cxn>
                </a:cxnLst>
                <a:rect l="l" t="t" r="r" b="b"/>
                <a:pathLst>
                  <a:path w="2824" h="12230">
                    <a:moveTo>
                      <a:pt x="0" y="0"/>
                    </a:moveTo>
                    <a:lnTo>
                      <a:pt x="0" y="12230"/>
                    </a:lnTo>
                  </a:path>
                </a:pathLst>
              </a:custGeom>
              <a:ln w="8472" cap="flat">
                <a:solidFill>
                  <a:srgbClr val="17A3A3"/>
                </a:solidFill>
                <a:prstDash val="solid"/>
                <a:miter/>
              </a:ln>
            </p:spPr>
            <p:txBody>
              <a:bodyPr rtlCol="1" anchor="ctr"/>
              <a:lstStyle/>
              <a:p>
                <a:endParaRPr lang="ar-SA"/>
              </a:p>
            </p:txBody>
          </p:sp>
          <p:sp>
            <p:nvSpPr>
              <p:cNvPr id="9793" name="شكل حر: شكل 10883">
                <a:extLst>
                  <a:ext uri="{FF2B5EF4-FFF2-40B4-BE49-F238E27FC236}">
                    <a16:creationId xmlns:a16="http://schemas.microsoft.com/office/drawing/2014/main" id="{DFAFCCCC-20B5-A97C-7332-5F81216D6267}"/>
                  </a:ext>
                </a:extLst>
              </p:cNvPr>
              <p:cNvSpPr/>
              <p:nvPr/>
            </p:nvSpPr>
            <p:spPr>
              <a:xfrm>
                <a:off x="7870493" y="2984952"/>
                <a:ext cx="2824" cy="12230"/>
              </a:xfrm>
              <a:custGeom>
                <a:avLst/>
                <a:gdLst>
                  <a:gd name="connsiteX0" fmla="*/ 0 w 2824"/>
                  <a:gd name="connsiteY0" fmla="*/ 0 h 12230"/>
                  <a:gd name="connsiteX1" fmla="*/ 0 w 2824"/>
                  <a:gd name="connsiteY1" fmla="*/ 12230 h 12230"/>
                </a:gdLst>
                <a:ahLst/>
                <a:cxnLst>
                  <a:cxn ang="0">
                    <a:pos x="connsiteX0" y="connsiteY0"/>
                  </a:cxn>
                  <a:cxn ang="0">
                    <a:pos x="connsiteX1" y="connsiteY1"/>
                  </a:cxn>
                </a:cxnLst>
                <a:rect l="l" t="t" r="r" b="b"/>
                <a:pathLst>
                  <a:path w="2824" h="12230">
                    <a:moveTo>
                      <a:pt x="0" y="0"/>
                    </a:moveTo>
                    <a:lnTo>
                      <a:pt x="0" y="12230"/>
                    </a:lnTo>
                  </a:path>
                </a:pathLst>
              </a:custGeom>
              <a:ln w="8472" cap="flat">
                <a:solidFill>
                  <a:srgbClr val="17A3A3"/>
                </a:solidFill>
                <a:prstDash val="solid"/>
                <a:miter/>
              </a:ln>
            </p:spPr>
            <p:txBody>
              <a:bodyPr rtlCol="1" anchor="ctr"/>
              <a:lstStyle/>
              <a:p>
                <a:endParaRPr lang="ar-SA"/>
              </a:p>
            </p:txBody>
          </p:sp>
        </p:grpSp>
        <p:sp>
          <p:nvSpPr>
            <p:cNvPr id="9785" name="شكل حر: شكل 10884">
              <a:extLst>
                <a:ext uri="{FF2B5EF4-FFF2-40B4-BE49-F238E27FC236}">
                  <a16:creationId xmlns:a16="http://schemas.microsoft.com/office/drawing/2014/main" id="{4786599C-6DEF-EA96-3763-140F43521001}"/>
                </a:ext>
              </a:extLst>
            </p:cNvPr>
            <p:cNvSpPr/>
            <p:nvPr/>
          </p:nvSpPr>
          <p:spPr>
            <a:xfrm>
              <a:off x="7777368" y="2810593"/>
              <a:ext cx="37848" cy="75697"/>
            </a:xfrm>
            <a:custGeom>
              <a:avLst/>
              <a:gdLst>
                <a:gd name="connsiteX0" fmla="*/ 0 w 37848"/>
                <a:gd name="connsiteY0" fmla="*/ 0 h 75697"/>
                <a:gd name="connsiteX1" fmla="*/ 0 w 37848"/>
                <a:gd name="connsiteY1" fmla="*/ 75698 h 75697"/>
                <a:gd name="connsiteX2" fmla="*/ 18783 w 37848"/>
                <a:gd name="connsiteY2" fmla="*/ 64202 h 75697"/>
                <a:gd name="connsiteX3" fmla="*/ 37849 w 37848"/>
                <a:gd name="connsiteY3" fmla="*/ 75698 h 75697"/>
                <a:gd name="connsiteX4" fmla="*/ 37849 w 37848"/>
                <a:gd name="connsiteY4" fmla="*/ 0 h 756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48" h="75697">
                  <a:moveTo>
                    <a:pt x="0" y="0"/>
                  </a:moveTo>
                  <a:lnTo>
                    <a:pt x="0" y="75698"/>
                  </a:lnTo>
                  <a:lnTo>
                    <a:pt x="18783" y="64202"/>
                  </a:lnTo>
                  <a:lnTo>
                    <a:pt x="37849" y="75698"/>
                  </a:lnTo>
                  <a:lnTo>
                    <a:pt x="37849" y="0"/>
                  </a:lnTo>
                </a:path>
              </a:pathLst>
            </a:custGeom>
            <a:noFill/>
            <a:ln w="8472" cap="flat">
              <a:solidFill>
                <a:srgbClr val="17A3A3"/>
              </a:solidFill>
              <a:prstDash val="solid"/>
              <a:miter/>
            </a:ln>
          </p:spPr>
          <p:txBody>
            <a:bodyPr rtlCol="1" anchor="ctr"/>
            <a:lstStyle/>
            <a:p>
              <a:endParaRPr lang="ar-SA"/>
            </a:p>
          </p:txBody>
        </p:sp>
        <p:sp>
          <p:nvSpPr>
            <p:cNvPr id="9786" name="شكل حر: شكل 10885">
              <a:extLst>
                <a:ext uri="{FF2B5EF4-FFF2-40B4-BE49-F238E27FC236}">
                  <a16:creationId xmlns:a16="http://schemas.microsoft.com/office/drawing/2014/main" id="{583844B7-BD2B-D062-8A5A-FADA4A6B27C9}"/>
                </a:ext>
              </a:extLst>
            </p:cNvPr>
            <p:cNvSpPr/>
            <p:nvPr/>
          </p:nvSpPr>
          <p:spPr>
            <a:xfrm>
              <a:off x="7745450" y="2810593"/>
              <a:ext cx="250085" cy="334285"/>
            </a:xfrm>
            <a:custGeom>
              <a:avLst/>
              <a:gdLst>
                <a:gd name="connsiteX0" fmla="*/ 22032 w 250085"/>
                <a:gd name="connsiteY0" fmla="*/ 0 h 334285"/>
                <a:gd name="connsiteX1" fmla="*/ 0 w 250085"/>
                <a:gd name="connsiteY1" fmla="*/ 22031 h 334285"/>
                <a:gd name="connsiteX2" fmla="*/ 0 w 250085"/>
                <a:gd name="connsiteY2" fmla="*/ 334285 h 334285"/>
                <a:gd name="connsiteX3" fmla="*/ 22032 w 250085"/>
                <a:gd name="connsiteY3" fmla="*/ 312254 h 334285"/>
                <a:gd name="connsiteX4" fmla="*/ 250085 w 250085"/>
                <a:gd name="connsiteY4" fmla="*/ 312254 h 334285"/>
                <a:gd name="connsiteX5" fmla="*/ 250085 w 250085"/>
                <a:gd name="connsiteY5" fmla="*/ 0 h 334285"/>
                <a:gd name="connsiteX6" fmla="*/ 22032 w 250085"/>
                <a:gd name="connsiteY6" fmla="*/ 0 h 334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0085" h="334285">
                  <a:moveTo>
                    <a:pt x="22032" y="0"/>
                  </a:moveTo>
                  <a:cubicBezTo>
                    <a:pt x="9858" y="0"/>
                    <a:pt x="0" y="9858"/>
                    <a:pt x="0" y="22031"/>
                  </a:cubicBezTo>
                  <a:lnTo>
                    <a:pt x="0" y="334285"/>
                  </a:lnTo>
                  <a:cubicBezTo>
                    <a:pt x="0" y="322111"/>
                    <a:pt x="9858" y="312254"/>
                    <a:pt x="22032" y="312254"/>
                  </a:cubicBezTo>
                  <a:lnTo>
                    <a:pt x="250085" y="312254"/>
                  </a:lnTo>
                  <a:lnTo>
                    <a:pt x="250085" y="0"/>
                  </a:lnTo>
                  <a:lnTo>
                    <a:pt x="22032" y="0"/>
                  </a:lnTo>
                  <a:close/>
                </a:path>
              </a:pathLst>
            </a:custGeom>
            <a:noFill/>
            <a:ln w="8472" cap="flat">
              <a:solidFill>
                <a:srgbClr val="01355A"/>
              </a:solidFill>
              <a:prstDash val="solid"/>
              <a:miter/>
            </a:ln>
          </p:spPr>
          <p:txBody>
            <a:bodyPr rtlCol="1" anchor="ctr"/>
            <a:lstStyle/>
            <a:p>
              <a:endParaRPr lang="ar-SA"/>
            </a:p>
          </p:txBody>
        </p:sp>
        <p:sp>
          <p:nvSpPr>
            <p:cNvPr id="9787" name="شكل حر: شكل 10886">
              <a:extLst>
                <a:ext uri="{FF2B5EF4-FFF2-40B4-BE49-F238E27FC236}">
                  <a16:creationId xmlns:a16="http://schemas.microsoft.com/office/drawing/2014/main" id="{0A7A870A-111A-6CF7-0CD7-C004F0EBD772}"/>
                </a:ext>
              </a:extLst>
            </p:cNvPr>
            <p:cNvSpPr/>
            <p:nvPr/>
          </p:nvSpPr>
          <p:spPr>
            <a:xfrm>
              <a:off x="7745450" y="3122847"/>
              <a:ext cx="232064" cy="42424"/>
            </a:xfrm>
            <a:custGeom>
              <a:avLst/>
              <a:gdLst>
                <a:gd name="connsiteX0" fmla="*/ 0 w 232064"/>
                <a:gd name="connsiteY0" fmla="*/ 22032 h 42424"/>
                <a:gd name="connsiteX1" fmla="*/ 0 w 232064"/>
                <a:gd name="connsiteY1" fmla="*/ 22032 h 42424"/>
                <a:gd name="connsiteX2" fmla="*/ 20393 w 232064"/>
                <a:gd name="connsiteY2" fmla="*/ 42425 h 42424"/>
                <a:gd name="connsiteX3" fmla="*/ 232065 w 232064"/>
                <a:gd name="connsiteY3" fmla="*/ 42425 h 42424"/>
                <a:gd name="connsiteX4" fmla="*/ 232065 w 232064"/>
                <a:gd name="connsiteY4" fmla="*/ 0 h 424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064" h="42424">
                  <a:moveTo>
                    <a:pt x="0" y="22032"/>
                  </a:moveTo>
                  <a:lnTo>
                    <a:pt x="0" y="22032"/>
                  </a:lnTo>
                  <a:cubicBezTo>
                    <a:pt x="0" y="33302"/>
                    <a:pt x="9123" y="42425"/>
                    <a:pt x="20393" y="42425"/>
                  </a:cubicBezTo>
                  <a:lnTo>
                    <a:pt x="232065" y="42425"/>
                  </a:lnTo>
                  <a:lnTo>
                    <a:pt x="232065" y="0"/>
                  </a:lnTo>
                </a:path>
              </a:pathLst>
            </a:custGeom>
            <a:noFill/>
            <a:ln w="8472" cap="flat">
              <a:solidFill>
                <a:srgbClr val="01355A"/>
              </a:solidFill>
              <a:prstDash val="solid"/>
              <a:miter/>
            </a:ln>
          </p:spPr>
          <p:txBody>
            <a:bodyPr rtlCol="1" anchor="ctr"/>
            <a:lstStyle/>
            <a:p>
              <a:endParaRPr lang="ar-SA"/>
            </a:p>
          </p:txBody>
        </p:sp>
        <p:grpSp>
          <p:nvGrpSpPr>
            <p:cNvPr id="9788" name="رسم 8014">
              <a:extLst>
                <a:ext uri="{FF2B5EF4-FFF2-40B4-BE49-F238E27FC236}">
                  <a16:creationId xmlns:a16="http://schemas.microsoft.com/office/drawing/2014/main" id="{D9245848-2135-7ACB-BB1A-B719D6AE4BA4}"/>
                </a:ext>
              </a:extLst>
            </p:cNvPr>
            <p:cNvGrpSpPr/>
            <p:nvPr/>
          </p:nvGrpSpPr>
          <p:grpSpPr>
            <a:xfrm>
              <a:off x="7822476" y="3036839"/>
              <a:ext cx="96034" cy="35306"/>
              <a:chOff x="7822476" y="3036839"/>
              <a:chExt cx="96034" cy="35306"/>
            </a:xfrm>
          </p:grpSpPr>
          <p:sp>
            <p:nvSpPr>
              <p:cNvPr id="9789" name="شكل حر: شكل 10888">
                <a:extLst>
                  <a:ext uri="{FF2B5EF4-FFF2-40B4-BE49-F238E27FC236}">
                    <a16:creationId xmlns:a16="http://schemas.microsoft.com/office/drawing/2014/main" id="{ABA72120-16AE-C3B2-E844-C2CBD6D6BD73}"/>
                  </a:ext>
                </a:extLst>
              </p:cNvPr>
              <p:cNvSpPr/>
              <p:nvPr/>
            </p:nvSpPr>
            <p:spPr>
              <a:xfrm>
                <a:off x="7822476" y="3036839"/>
                <a:ext cx="96034" cy="2824"/>
              </a:xfrm>
              <a:custGeom>
                <a:avLst/>
                <a:gdLst>
                  <a:gd name="connsiteX0" fmla="*/ 0 w 96034"/>
                  <a:gd name="connsiteY0" fmla="*/ 0 h 2824"/>
                  <a:gd name="connsiteX1" fmla="*/ 96035 w 96034"/>
                  <a:gd name="connsiteY1" fmla="*/ 0 h 2824"/>
                </a:gdLst>
                <a:ahLst/>
                <a:cxnLst>
                  <a:cxn ang="0">
                    <a:pos x="connsiteX0" y="connsiteY0"/>
                  </a:cxn>
                  <a:cxn ang="0">
                    <a:pos x="connsiteX1" y="connsiteY1"/>
                  </a:cxn>
                </a:cxnLst>
                <a:rect l="l" t="t" r="r" b="b"/>
                <a:pathLst>
                  <a:path w="96034" h="2824">
                    <a:moveTo>
                      <a:pt x="0" y="0"/>
                    </a:moveTo>
                    <a:lnTo>
                      <a:pt x="96035" y="0"/>
                    </a:lnTo>
                  </a:path>
                </a:pathLst>
              </a:custGeom>
              <a:ln w="8472" cap="flat">
                <a:solidFill>
                  <a:srgbClr val="17A3A3"/>
                </a:solidFill>
                <a:prstDash val="solid"/>
                <a:miter/>
              </a:ln>
            </p:spPr>
            <p:txBody>
              <a:bodyPr rtlCol="1" anchor="ctr"/>
              <a:lstStyle/>
              <a:p>
                <a:endParaRPr lang="ar-SA"/>
              </a:p>
            </p:txBody>
          </p:sp>
          <p:sp>
            <p:nvSpPr>
              <p:cNvPr id="9790" name="شكل حر: شكل 10889">
                <a:extLst>
                  <a:ext uri="{FF2B5EF4-FFF2-40B4-BE49-F238E27FC236}">
                    <a16:creationId xmlns:a16="http://schemas.microsoft.com/office/drawing/2014/main" id="{74E9497B-D5B0-33CD-DD32-2C9EBA0DD872}"/>
                  </a:ext>
                </a:extLst>
              </p:cNvPr>
              <p:cNvSpPr/>
              <p:nvPr/>
            </p:nvSpPr>
            <p:spPr>
              <a:xfrm>
                <a:off x="7822476" y="3072146"/>
                <a:ext cx="96034" cy="2824"/>
              </a:xfrm>
              <a:custGeom>
                <a:avLst/>
                <a:gdLst>
                  <a:gd name="connsiteX0" fmla="*/ 0 w 96034"/>
                  <a:gd name="connsiteY0" fmla="*/ 0 h 2824"/>
                  <a:gd name="connsiteX1" fmla="*/ 96035 w 96034"/>
                  <a:gd name="connsiteY1" fmla="*/ 0 h 2824"/>
                </a:gdLst>
                <a:ahLst/>
                <a:cxnLst>
                  <a:cxn ang="0">
                    <a:pos x="connsiteX0" y="connsiteY0"/>
                  </a:cxn>
                  <a:cxn ang="0">
                    <a:pos x="connsiteX1" y="connsiteY1"/>
                  </a:cxn>
                </a:cxnLst>
                <a:rect l="l" t="t" r="r" b="b"/>
                <a:pathLst>
                  <a:path w="96034" h="2824">
                    <a:moveTo>
                      <a:pt x="0" y="0"/>
                    </a:moveTo>
                    <a:lnTo>
                      <a:pt x="96035" y="0"/>
                    </a:lnTo>
                  </a:path>
                </a:pathLst>
              </a:custGeom>
              <a:ln w="8472" cap="flat">
                <a:solidFill>
                  <a:srgbClr val="17A3A3"/>
                </a:solidFill>
                <a:prstDash val="solid"/>
                <a:miter/>
              </a:ln>
            </p:spPr>
            <p:txBody>
              <a:bodyPr rtlCol="1" anchor="ctr"/>
              <a:lstStyle/>
              <a:p>
                <a:endParaRPr lang="ar-SA"/>
              </a:p>
            </p:txBody>
          </p:sp>
        </p:grpSp>
      </p:grpSp>
      <p:grpSp>
        <p:nvGrpSpPr>
          <p:cNvPr id="9794" name="رسم 8014">
            <a:extLst>
              <a:ext uri="{FF2B5EF4-FFF2-40B4-BE49-F238E27FC236}">
                <a16:creationId xmlns:a16="http://schemas.microsoft.com/office/drawing/2014/main" id="{71D64448-2DFA-E68E-4EC5-6FE039607637}"/>
              </a:ext>
            </a:extLst>
          </p:cNvPr>
          <p:cNvGrpSpPr/>
          <p:nvPr/>
        </p:nvGrpSpPr>
        <p:grpSpPr>
          <a:xfrm>
            <a:off x="9420803" y="4899572"/>
            <a:ext cx="290134" cy="265528"/>
            <a:chOff x="10342113" y="4400841"/>
            <a:chExt cx="346797" cy="336883"/>
          </a:xfrm>
          <a:noFill/>
        </p:grpSpPr>
        <p:grpSp>
          <p:nvGrpSpPr>
            <p:cNvPr id="9795" name="رسم 8014">
              <a:extLst>
                <a:ext uri="{FF2B5EF4-FFF2-40B4-BE49-F238E27FC236}">
                  <a16:creationId xmlns:a16="http://schemas.microsoft.com/office/drawing/2014/main" id="{23BD770F-EA2D-60D5-F8B6-AAC005318F19}"/>
                </a:ext>
              </a:extLst>
            </p:cNvPr>
            <p:cNvGrpSpPr/>
            <p:nvPr/>
          </p:nvGrpSpPr>
          <p:grpSpPr>
            <a:xfrm>
              <a:off x="10342113" y="4473686"/>
              <a:ext cx="346797" cy="264038"/>
              <a:chOff x="10342113" y="4473686"/>
              <a:chExt cx="346797" cy="264038"/>
            </a:xfrm>
            <a:noFill/>
          </p:grpSpPr>
          <p:sp>
            <p:nvSpPr>
              <p:cNvPr id="9802" name="شكل حر: شكل 10892">
                <a:extLst>
                  <a:ext uri="{FF2B5EF4-FFF2-40B4-BE49-F238E27FC236}">
                    <a16:creationId xmlns:a16="http://schemas.microsoft.com/office/drawing/2014/main" id="{F1E5BB9E-6A81-4B40-0DF0-B0DD6D93C507}"/>
                  </a:ext>
                </a:extLst>
              </p:cNvPr>
              <p:cNvSpPr/>
              <p:nvPr/>
            </p:nvSpPr>
            <p:spPr>
              <a:xfrm>
                <a:off x="10637588" y="4650108"/>
                <a:ext cx="49796" cy="2824"/>
              </a:xfrm>
              <a:custGeom>
                <a:avLst/>
                <a:gdLst>
                  <a:gd name="connsiteX0" fmla="*/ 0 w 49796"/>
                  <a:gd name="connsiteY0" fmla="*/ 0 h 2824"/>
                  <a:gd name="connsiteX1" fmla="*/ 49797 w 49796"/>
                  <a:gd name="connsiteY1" fmla="*/ 0 h 2824"/>
                </a:gdLst>
                <a:ahLst/>
                <a:cxnLst>
                  <a:cxn ang="0">
                    <a:pos x="connsiteX0" y="connsiteY0"/>
                  </a:cxn>
                  <a:cxn ang="0">
                    <a:pos x="connsiteX1" y="connsiteY1"/>
                  </a:cxn>
                </a:cxnLst>
                <a:rect l="l" t="t" r="r" b="b"/>
                <a:pathLst>
                  <a:path w="49796" h="2824">
                    <a:moveTo>
                      <a:pt x="0" y="0"/>
                    </a:moveTo>
                    <a:lnTo>
                      <a:pt x="49797" y="0"/>
                    </a:lnTo>
                  </a:path>
                </a:pathLst>
              </a:custGeom>
              <a:ln w="8472" cap="flat">
                <a:solidFill>
                  <a:srgbClr val="01355A"/>
                </a:solidFill>
                <a:prstDash val="solid"/>
                <a:miter/>
              </a:ln>
            </p:spPr>
            <p:txBody>
              <a:bodyPr rtlCol="1" anchor="ctr"/>
              <a:lstStyle/>
              <a:p>
                <a:endParaRPr lang="ar-SA"/>
              </a:p>
            </p:txBody>
          </p:sp>
          <p:sp>
            <p:nvSpPr>
              <p:cNvPr id="9803" name="شكل حر: شكل 10893">
                <a:extLst>
                  <a:ext uri="{FF2B5EF4-FFF2-40B4-BE49-F238E27FC236}">
                    <a16:creationId xmlns:a16="http://schemas.microsoft.com/office/drawing/2014/main" id="{BD65E6D9-2D68-D37D-135E-6F86E3406B1D}"/>
                  </a:ext>
                </a:extLst>
              </p:cNvPr>
              <p:cNvSpPr/>
              <p:nvPr/>
            </p:nvSpPr>
            <p:spPr>
              <a:xfrm>
                <a:off x="10461845" y="4688183"/>
                <a:ext cx="49542" cy="49542"/>
              </a:xfrm>
              <a:custGeom>
                <a:avLst/>
                <a:gdLst>
                  <a:gd name="connsiteX0" fmla="*/ 49543 w 49542"/>
                  <a:gd name="connsiteY0" fmla="*/ 24771 h 49542"/>
                  <a:gd name="connsiteX1" fmla="*/ 24771 w 49542"/>
                  <a:gd name="connsiteY1" fmla="*/ 0 h 49542"/>
                  <a:gd name="connsiteX2" fmla="*/ 0 w 49542"/>
                  <a:gd name="connsiteY2" fmla="*/ 24771 h 49542"/>
                  <a:gd name="connsiteX3" fmla="*/ 24771 w 49542"/>
                  <a:gd name="connsiteY3" fmla="*/ 49542 h 49542"/>
                  <a:gd name="connsiteX4" fmla="*/ 49543 w 49542"/>
                  <a:gd name="connsiteY4" fmla="*/ 24771 h 495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42" h="49542">
                    <a:moveTo>
                      <a:pt x="49543" y="24771"/>
                    </a:moveTo>
                    <a:cubicBezTo>
                      <a:pt x="49543" y="11100"/>
                      <a:pt x="38442" y="0"/>
                      <a:pt x="24771" y="0"/>
                    </a:cubicBezTo>
                    <a:cubicBezTo>
                      <a:pt x="11101" y="0"/>
                      <a:pt x="0" y="11100"/>
                      <a:pt x="0" y="24771"/>
                    </a:cubicBezTo>
                    <a:cubicBezTo>
                      <a:pt x="0" y="38442"/>
                      <a:pt x="11101" y="49542"/>
                      <a:pt x="24771" y="49542"/>
                    </a:cubicBezTo>
                    <a:cubicBezTo>
                      <a:pt x="38442" y="49542"/>
                      <a:pt x="49543" y="38442"/>
                      <a:pt x="49543" y="24771"/>
                    </a:cubicBezTo>
                    <a:close/>
                  </a:path>
                </a:pathLst>
              </a:custGeom>
              <a:noFill/>
              <a:ln w="8472" cap="flat">
                <a:solidFill>
                  <a:srgbClr val="01355A"/>
                </a:solidFill>
                <a:prstDash val="solid"/>
                <a:miter/>
              </a:ln>
            </p:spPr>
            <p:txBody>
              <a:bodyPr rtlCol="1" anchor="ctr"/>
              <a:lstStyle/>
              <a:p>
                <a:endParaRPr lang="ar-SA"/>
              </a:p>
            </p:txBody>
          </p:sp>
          <p:sp>
            <p:nvSpPr>
              <p:cNvPr id="9804" name="شكل حر: شكل 10894">
                <a:extLst>
                  <a:ext uri="{FF2B5EF4-FFF2-40B4-BE49-F238E27FC236}">
                    <a16:creationId xmlns:a16="http://schemas.microsoft.com/office/drawing/2014/main" id="{B069E094-4C51-0713-1230-C4C33E9C851F}"/>
                  </a:ext>
                </a:extLst>
              </p:cNvPr>
              <p:cNvSpPr/>
              <p:nvPr/>
            </p:nvSpPr>
            <p:spPr>
              <a:xfrm>
                <a:off x="10409873" y="4688183"/>
                <a:ext cx="41972" cy="49542"/>
              </a:xfrm>
              <a:custGeom>
                <a:avLst/>
                <a:gdLst>
                  <a:gd name="connsiteX0" fmla="*/ 41972 w 41972"/>
                  <a:gd name="connsiteY0" fmla="*/ 6977 h 49542"/>
                  <a:gd name="connsiteX1" fmla="*/ 24771 w 41972"/>
                  <a:gd name="connsiteY1" fmla="*/ 0 h 49542"/>
                  <a:gd name="connsiteX2" fmla="*/ 0 w 41972"/>
                  <a:gd name="connsiteY2" fmla="*/ 24771 h 49542"/>
                  <a:gd name="connsiteX3" fmla="*/ 24771 w 41972"/>
                  <a:gd name="connsiteY3" fmla="*/ 49542 h 49542"/>
                  <a:gd name="connsiteX4" fmla="*/ 41972 w 41972"/>
                  <a:gd name="connsiteY4" fmla="*/ 42566 h 495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72" h="49542">
                    <a:moveTo>
                      <a:pt x="41972" y="6977"/>
                    </a:moveTo>
                    <a:cubicBezTo>
                      <a:pt x="37510" y="2683"/>
                      <a:pt x="31465" y="0"/>
                      <a:pt x="24771" y="0"/>
                    </a:cubicBezTo>
                    <a:cubicBezTo>
                      <a:pt x="11100" y="0"/>
                      <a:pt x="0" y="11100"/>
                      <a:pt x="0" y="24771"/>
                    </a:cubicBezTo>
                    <a:cubicBezTo>
                      <a:pt x="0" y="38442"/>
                      <a:pt x="11100" y="49542"/>
                      <a:pt x="24771" y="49542"/>
                    </a:cubicBezTo>
                    <a:cubicBezTo>
                      <a:pt x="31465" y="49542"/>
                      <a:pt x="37510" y="46887"/>
                      <a:pt x="41972" y="42566"/>
                    </a:cubicBezTo>
                  </a:path>
                </a:pathLst>
              </a:custGeom>
              <a:noFill/>
              <a:ln w="8472" cap="flat">
                <a:solidFill>
                  <a:srgbClr val="01355A"/>
                </a:solidFill>
                <a:prstDash val="solid"/>
                <a:miter/>
              </a:ln>
            </p:spPr>
            <p:txBody>
              <a:bodyPr rtlCol="1" anchor="ctr"/>
              <a:lstStyle/>
              <a:p>
                <a:endParaRPr lang="ar-SA"/>
              </a:p>
            </p:txBody>
          </p:sp>
          <p:sp>
            <p:nvSpPr>
              <p:cNvPr id="9805" name="شكل حر: شكل 10895">
                <a:extLst>
                  <a:ext uri="{FF2B5EF4-FFF2-40B4-BE49-F238E27FC236}">
                    <a16:creationId xmlns:a16="http://schemas.microsoft.com/office/drawing/2014/main" id="{F3BD0D30-A3B6-2972-F473-46B64CB87ECF}"/>
                  </a:ext>
                </a:extLst>
              </p:cNvPr>
              <p:cNvSpPr/>
              <p:nvPr/>
            </p:nvSpPr>
            <p:spPr>
              <a:xfrm>
                <a:off x="10342113" y="4558960"/>
                <a:ext cx="346797" cy="142102"/>
              </a:xfrm>
              <a:custGeom>
                <a:avLst/>
                <a:gdLst>
                  <a:gd name="connsiteX0" fmla="*/ 47142 w 346797"/>
                  <a:gd name="connsiteY0" fmla="*/ 142075 h 142102"/>
                  <a:gd name="connsiteX1" fmla="*/ 17540 w 346797"/>
                  <a:gd name="connsiteY1" fmla="*/ 142075 h 142102"/>
                  <a:gd name="connsiteX2" fmla="*/ 0 w 346797"/>
                  <a:gd name="connsiteY2" fmla="*/ 124534 h 142102"/>
                  <a:gd name="connsiteX3" fmla="*/ 0 w 346797"/>
                  <a:gd name="connsiteY3" fmla="*/ 98294 h 142102"/>
                  <a:gd name="connsiteX4" fmla="*/ 246950 w 346797"/>
                  <a:gd name="connsiteY4" fmla="*/ 98294 h 142102"/>
                  <a:gd name="connsiteX5" fmla="*/ 265621 w 346797"/>
                  <a:gd name="connsiteY5" fmla="*/ 79624 h 142102"/>
                  <a:gd name="connsiteX6" fmla="*/ 265621 w 346797"/>
                  <a:gd name="connsiteY6" fmla="*/ 0 h 142102"/>
                  <a:gd name="connsiteX7" fmla="*/ 295475 w 346797"/>
                  <a:gd name="connsiteY7" fmla="*/ 0 h 142102"/>
                  <a:gd name="connsiteX8" fmla="*/ 330387 w 346797"/>
                  <a:gd name="connsiteY8" fmla="*/ 23670 h 142102"/>
                  <a:gd name="connsiteX9" fmla="*/ 346798 w 346797"/>
                  <a:gd name="connsiteY9" fmla="*/ 124308 h 142102"/>
                  <a:gd name="connsiteX10" fmla="*/ 346798 w 346797"/>
                  <a:gd name="connsiteY10" fmla="*/ 142103 h 142102"/>
                  <a:gd name="connsiteX11" fmla="*/ 317309 w 346797"/>
                  <a:gd name="connsiteY11" fmla="*/ 142103 h 142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6797" h="142102">
                    <a:moveTo>
                      <a:pt x="47142" y="142075"/>
                    </a:moveTo>
                    <a:lnTo>
                      <a:pt x="17540" y="142075"/>
                    </a:lnTo>
                    <a:cubicBezTo>
                      <a:pt x="7852" y="142075"/>
                      <a:pt x="0" y="134222"/>
                      <a:pt x="0" y="124534"/>
                    </a:cubicBezTo>
                    <a:lnTo>
                      <a:pt x="0" y="98294"/>
                    </a:lnTo>
                    <a:lnTo>
                      <a:pt x="246950" y="98294"/>
                    </a:lnTo>
                    <a:cubicBezTo>
                      <a:pt x="257260" y="98294"/>
                      <a:pt x="265621" y="89933"/>
                      <a:pt x="265621" y="79624"/>
                    </a:cubicBezTo>
                    <a:lnTo>
                      <a:pt x="265621" y="0"/>
                    </a:lnTo>
                    <a:lnTo>
                      <a:pt x="295475" y="0"/>
                    </a:lnTo>
                    <a:cubicBezTo>
                      <a:pt x="309626" y="0"/>
                      <a:pt x="324766" y="8417"/>
                      <a:pt x="330387" y="23670"/>
                    </a:cubicBezTo>
                    <a:cubicBezTo>
                      <a:pt x="341262" y="55191"/>
                      <a:pt x="346798" y="90979"/>
                      <a:pt x="346798" y="124308"/>
                    </a:cubicBezTo>
                    <a:lnTo>
                      <a:pt x="346798" y="142103"/>
                    </a:lnTo>
                    <a:lnTo>
                      <a:pt x="317309" y="142103"/>
                    </a:lnTo>
                  </a:path>
                </a:pathLst>
              </a:custGeom>
              <a:noFill/>
              <a:ln w="8472" cap="flat">
                <a:solidFill>
                  <a:srgbClr val="01355A"/>
                </a:solidFill>
                <a:prstDash val="solid"/>
                <a:miter/>
              </a:ln>
            </p:spPr>
            <p:txBody>
              <a:bodyPr rtlCol="1" anchor="ctr"/>
              <a:lstStyle/>
              <a:p>
                <a:endParaRPr lang="ar-SA"/>
              </a:p>
            </p:txBody>
          </p:sp>
          <p:sp>
            <p:nvSpPr>
              <p:cNvPr id="9806" name="شكل حر: شكل 10896">
                <a:extLst>
                  <a:ext uri="{FF2B5EF4-FFF2-40B4-BE49-F238E27FC236}">
                    <a16:creationId xmlns:a16="http://schemas.microsoft.com/office/drawing/2014/main" id="{39FB206F-FE22-A0CD-9C77-A838000F9746}"/>
                  </a:ext>
                </a:extLst>
              </p:cNvPr>
              <p:cNvSpPr/>
              <p:nvPr/>
            </p:nvSpPr>
            <p:spPr>
              <a:xfrm>
                <a:off x="10612930" y="4688183"/>
                <a:ext cx="49542" cy="49542"/>
              </a:xfrm>
              <a:custGeom>
                <a:avLst/>
                <a:gdLst>
                  <a:gd name="connsiteX0" fmla="*/ 49543 w 49542"/>
                  <a:gd name="connsiteY0" fmla="*/ 24771 h 49542"/>
                  <a:gd name="connsiteX1" fmla="*/ 24771 w 49542"/>
                  <a:gd name="connsiteY1" fmla="*/ 0 h 49542"/>
                  <a:gd name="connsiteX2" fmla="*/ 0 w 49542"/>
                  <a:gd name="connsiteY2" fmla="*/ 24771 h 49542"/>
                  <a:gd name="connsiteX3" fmla="*/ 24771 w 49542"/>
                  <a:gd name="connsiteY3" fmla="*/ 49542 h 49542"/>
                  <a:gd name="connsiteX4" fmla="*/ 49543 w 49542"/>
                  <a:gd name="connsiteY4" fmla="*/ 24771 h 495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42" h="49542">
                    <a:moveTo>
                      <a:pt x="49543" y="24771"/>
                    </a:moveTo>
                    <a:cubicBezTo>
                      <a:pt x="49543" y="11100"/>
                      <a:pt x="38442" y="0"/>
                      <a:pt x="24771" y="0"/>
                    </a:cubicBezTo>
                    <a:cubicBezTo>
                      <a:pt x="11101" y="0"/>
                      <a:pt x="0" y="11100"/>
                      <a:pt x="0" y="24771"/>
                    </a:cubicBezTo>
                    <a:cubicBezTo>
                      <a:pt x="0" y="38442"/>
                      <a:pt x="11101" y="49542"/>
                      <a:pt x="24771" y="49542"/>
                    </a:cubicBezTo>
                    <a:cubicBezTo>
                      <a:pt x="38442" y="49542"/>
                      <a:pt x="49543" y="38442"/>
                      <a:pt x="49543" y="24771"/>
                    </a:cubicBezTo>
                    <a:close/>
                  </a:path>
                </a:pathLst>
              </a:custGeom>
              <a:noFill/>
              <a:ln w="8472" cap="flat">
                <a:solidFill>
                  <a:srgbClr val="01355A"/>
                </a:solidFill>
                <a:prstDash val="solid"/>
                <a:miter/>
              </a:ln>
            </p:spPr>
            <p:txBody>
              <a:bodyPr rtlCol="1" anchor="ctr"/>
              <a:lstStyle/>
              <a:p>
                <a:endParaRPr lang="ar-SA"/>
              </a:p>
            </p:txBody>
          </p:sp>
          <p:sp>
            <p:nvSpPr>
              <p:cNvPr id="9807" name="شكل حر: شكل 10897">
                <a:extLst>
                  <a:ext uri="{FF2B5EF4-FFF2-40B4-BE49-F238E27FC236}">
                    <a16:creationId xmlns:a16="http://schemas.microsoft.com/office/drawing/2014/main" id="{F33531C7-F12E-815E-7EA2-CF4114672917}"/>
                  </a:ext>
                </a:extLst>
              </p:cNvPr>
              <p:cNvSpPr/>
              <p:nvPr/>
            </p:nvSpPr>
            <p:spPr>
              <a:xfrm>
                <a:off x="10529408" y="4701034"/>
                <a:ext cx="65162" cy="2824"/>
              </a:xfrm>
              <a:custGeom>
                <a:avLst/>
                <a:gdLst>
                  <a:gd name="connsiteX0" fmla="*/ 0 w 65162"/>
                  <a:gd name="connsiteY0" fmla="*/ 0 h 2824"/>
                  <a:gd name="connsiteX1" fmla="*/ 65162 w 65162"/>
                  <a:gd name="connsiteY1" fmla="*/ 0 h 2824"/>
                </a:gdLst>
                <a:ahLst/>
                <a:cxnLst>
                  <a:cxn ang="0">
                    <a:pos x="connsiteX0" y="connsiteY0"/>
                  </a:cxn>
                  <a:cxn ang="0">
                    <a:pos x="connsiteX1" y="connsiteY1"/>
                  </a:cxn>
                </a:cxnLst>
                <a:rect l="l" t="t" r="r" b="b"/>
                <a:pathLst>
                  <a:path w="65162" h="2824">
                    <a:moveTo>
                      <a:pt x="0" y="0"/>
                    </a:moveTo>
                    <a:lnTo>
                      <a:pt x="65162" y="0"/>
                    </a:lnTo>
                  </a:path>
                </a:pathLst>
              </a:custGeom>
              <a:ln w="8472" cap="flat">
                <a:solidFill>
                  <a:srgbClr val="01355A"/>
                </a:solidFill>
                <a:prstDash val="solid"/>
                <a:miter/>
              </a:ln>
            </p:spPr>
            <p:txBody>
              <a:bodyPr rtlCol="1" anchor="ctr"/>
              <a:lstStyle/>
              <a:p>
                <a:endParaRPr lang="ar-SA"/>
              </a:p>
            </p:txBody>
          </p:sp>
          <p:sp>
            <p:nvSpPr>
              <p:cNvPr id="9808" name="شكل حر: شكل 10898">
                <a:extLst>
                  <a:ext uri="{FF2B5EF4-FFF2-40B4-BE49-F238E27FC236}">
                    <a16:creationId xmlns:a16="http://schemas.microsoft.com/office/drawing/2014/main" id="{D5B07326-98E1-E010-E03A-7F6162B12BA6}"/>
                  </a:ext>
                </a:extLst>
              </p:cNvPr>
              <p:cNvSpPr/>
              <p:nvPr/>
            </p:nvSpPr>
            <p:spPr>
              <a:xfrm>
                <a:off x="10607733" y="4533200"/>
                <a:ext cx="2824" cy="25759"/>
              </a:xfrm>
              <a:custGeom>
                <a:avLst/>
                <a:gdLst>
                  <a:gd name="connsiteX0" fmla="*/ 0 w 2824"/>
                  <a:gd name="connsiteY0" fmla="*/ 25760 h 25759"/>
                  <a:gd name="connsiteX1" fmla="*/ 0 w 2824"/>
                  <a:gd name="connsiteY1" fmla="*/ 0 h 25759"/>
                </a:gdLst>
                <a:ahLst/>
                <a:cxnLst>
                  <a:cxn ang="0">
                    <a:pos x="connsiteX0" y="connsiteY0"/>
                  </a:cxn>
                  <a:cxn ang="0">
                    <a:pos x="connsiteX1" y="connsiteY1"/>
                  </a:cxn>
                </a:cxnLst>
                <a:rect l="l" t="t" r="r" b="b"/>
                <a:pathLst>
                  <a:path w="2824" h="25759">
                    <a:moveTo>
                      <a:pt x="0" y="25760"/>
                    </a:moveTo>
                    <a:lnTo>
                      <a:pt x="0" y="0"/>
                    </a:lnTo>
                  </a:path>
                </a:pathLst>
              </a:custGeom>
              <a:ln w="8472" cap="flat">
                <a:solidFill>
                  <a:srgbClr val="01355A"/>
                </a:solidFill>
                <a:prstDash val="solid"/>
                <a:miter/>
              </a:ln>
            </p:spPr>
            <p:txBody>
              <a:bodyPr rtlCol="1" anchor="ctr"/>
              <a:lstStyle/>
              <a:p>
                <a:endParaRPr lang="ar-SA"/>
              </a:p>
            </p:txBody>
          </p:sp>
          <p:sp>
            <p:nvSpPr>
              <p:cNvPr id="9809" name="شكل حر: شكل 10899">
                <a:extLst>
                  <a:ext uri="{FF2B5EF4-FFF2-40B4-BE49-F238E27FC236}">
                    <a16:creationId xmlns:a16="http://schemas.microsoft.com/office/drawing/2014/main" id="{FCB8AC83-6568-F66E-4BD5-71E0EA36FE5A}"/>
                  </a:ext>
                </a:extLst>
              </p:cNvPr>
              <p:cNvSpPr/>
              <p:nvPr/>
            </p:nvSpPr>
            <p:spPr>
              <a:xfrm>
                <a:off x="10348637" y="4473686"/>
                <a:ext cx="236244" cy="160377"/>
              </a:xfrm>
              <a:custGeom>
                <a:avLst/>
                <a:gdLst>
                  <a:gd name="connsiteX0" fmla="*/ 0 w 236244"/>
                  <a:gd name="connsiteY0" fmla="*/ 160378 h 160377"/>
                  <a:gd name="connsiteX1" fmla="*/ 229720 w 236244"/>
                  <a:gd name="connsiteY1" fmla="*/ 160378 h 160377"/>
                  <a:gd name="connsiteX2" fmla="*/ 236245 w 236244"/>
                  <a:gd name="connsiteY2" fmla="*/ 153853 h 160377"/>
                  <a:gd name="connsiteX3" fmla="*/ 236245 w 236244"/>
                  <a:gd name="connsiteY3" fmla="*/ 0 h 160377"/>
                </a:gdLst>
                <a:ahLst/>
                <a:cxnLst>
                  <a:cxn ang="0">
                    <a:pos x="connsiteX0" y="connsiteY0"/>
                  </a:cxn>
                  <a:cxn ang="0">
                    <a:pos x="connsiteX1" y="connsiteY1"/>
                  </a:cxn>
                  <a:cxn ang="0">
                    <a:pos x="connsiteX2" y="connsiteY2"/>
                  </a:cxn>
                  <a:cxn ang="0">
                    <a:pos x="connsiteX3" y="connsiteY3"/>
                  </a:cxn>
                </a:cxnLst>
                <a:rect l="l" t="t" r="r" b="b"/>
                <a:pathLst>
                  <a:path w="236244" h="160377">
                    <a:moveTo>
                      <a:pt x="0" y="160378"/>
                    </a:moveTo>
                    <a:lnTo>
                      <a:pt x="229720" y="160378"/>
                    </a:lnTo>
                    <a:cubicBezTo>
                      <a:pt x="233335" y="160378"/>
                      <a:pt x="236245" y="157469"/>
                      <a:pt x="236245" y="153853"/>
                    </a:cubicBezTo>
                    <a:lnTo>
                      <a:pt x="236245" y="0"/>
                    </a:lnTo>
                  </a:path>
                </a:pathLst>
              </a:custGeom>
              <a:noFill/>
              <a:ln w="8472" cap="flat">
                <a:solidFill>
                  <a:srgbClr val="01355A"/>
                </a:solidFill>
                <a:prstDash val="solid"/>
                <a:miter/>
              </a:ln>
            </p:spPr>
            <p:txBody>
              <a:bodyPr rtlCol="1" anchor="ctr"/>
              <a:lstStyle/>
              <a:p>
                <a:endParaRPr lang="ar-SA"/>
              </a:p>
            </p:txBody>
          </p:sp>
        </p:grpSp>
        <p:sp>
          <p:nvSpPr>
            <p:cNvPr id="9796" name="شكل حر: شكل 10900">
              <a:extLst>
                <a:ext uri="{FF2B5EF4-FFF2-40B4-BE49-F238E27FC236}">
                  <a16:creationId xmlns:a16="http://schemas.microsoft.com/office/drawing/2014/main" id="{1B67FB38-9E42-A0CA-E308-335D9F7E3925}"/>
                </a:ext>
              </a:extLst>
            </p:cNvPr>
            <p:cNvSpPr/>
            <p:nvPr/>
          </p:nvSpPr>
          <p:spPr>
            <a:xfrm>
              <a:off x="10479838" y="4530658"/>
              <a:ext cx="84877" cy="84849"/>
            </a:xfrm>
            <a:custGeom>
              <a:avLst/>
              <a:gdLst>
                <a:gd name="connsiteX0" fmla="*/ 0 w 84877"/>
                <a:gd name="connsiteY0" fmla="*/ 84849 h 84849"/>
                <a:gd name="connsiteX1" fmla="*/ 0 w 84877"/>
                <a:gd name="connsiteY1" fmla="*/ 0 h 84849"/>
                <a:gd name="connsiteX2" fmla="*/ 84878 w 84877"/>
                <a:gd name="connsiteY2" fmla="*/ 0 h 84849"/>
                <a:gd name="connsiteX3" fmla="*/ 84878 w 84877"/>
                <a:gd name="connsiteY3" fmla="*/ 84849 h 84849"/>
              </a:gdLst>
              <a:ahLst/>
              <a:cxnLst>
                <a:cxn ang="0">
                  <a:pos x="connsiteX0" y="connsiteY0"/>
                </a:cxn>
                <a:cxn ang="0">
                  <a:pos x="connsiteX1" y="connsiteY1"/>
                </a:cxn>
                <a:cxn ang="0">
                  <a:pos x="connsiteX2" y="connsiteY2"/>
                </a:cxn>
                <a:cxn ang="0">
                  <a:pos x="connsiteX3" y="connsiteY3"/>
                </a:cxn>
              </a:cxnLst>
              <a:rect l="l" t="t" r="r" b="b"/>
              <a:pathLst>
                <a:path w="84877" h="84849">
                  <a:moveTo>
                    <a:pt x="0" y="84849"/>
                  </a:moveTo>
                  <a:lnTo>
                    <a:pt x="0" y="0"/>
                  </a:lnTo>
                  <a:lnTo>
                    <a:pt x="84878" y="0"/>
                  </a:lnTo>
                  <a:lnTo>
                    <a:pt x="84878" y="84849"/>
                  </a:lnTo>
                </a:path>
              </a:pathLst>
            </a:custGeom>
            <a:noFill/>
            <a:ln w="8472" cap="flat">
              <a:solidFill>
                <a:srgbClr val="17A3A3"/>
              </a:solidFill>
              <a:prstDash val="solid"/>
              <a:miter/>
            </a:ln>
          </p:spPr>
          <p:txBody>
            <a:bodyPr rtlCol="1" anchor="ctr"/>
            <a:lstStyle/>
            <a:p>
              <a:endParaRPr lang="ar-SA"/>
            </a:p>
          </p:txBody>
        </p:sp>
        <p:sp>
          <p:nvSpPr>
            <p:cNvPr id="9797" name="شكل حر: شكل 10901">
              <a:extLst>
                <a:ext uri="{FF2B5EF4-FFF2-40B4-BE49-F238E27FC236}">
                  <a16:creationId xmlns:a16="http://schemas.microsoft.com/office/drawing/2014/main" id="{F12B740E-54F8-7EA9-ADC1-5DE60A83A15B}"/>
                </a:ext>
              </a:extLst>
            </p:cNvPr>
            <p:cNvSpPr/>
            <p:nvPr/>
          </p:nvSpPr>
          <p:spPr>
            <a:xfrm>
              <a:off x="10424957" y="4425584"/>
              <a:ext cx="84877" cy="84877"/>
            </a:xfrm>
            <a:custGeom>
              <a:avLst/>
              <a:gdLst>
                <a:gd name="connsiteX0" fmla="*/ 0 w 84877"/>
                <a:gd name="connsiteY0" fmla="*/ 84878 h 84877"/>
                <a:gd name="connsiteX1" fmla="*/ 0 w 84877"/>
                <a:gd name="connsiteY1" fmla="*/ 0 h 84877"/>
                <a:gd name="connsiteX2" fmla="*/ 84877 w 84877"/>
                <a:gd name="connsiteY2" fmla="*/ 0 h 84877"/>
                <a:gd name="connsiteX3" fmla="*/ 84877 w 84877"/>
                <a:gd name="connsiteY3" fmla="*/ 84878 h 84877"/>
              </a:gdLst>
              <a:ahLst/>
              <a:cxnLst>
                <a:cxn ang="0">
                  <a:pos x="connsiteX0" y="connsiteY0"/>
                </a:cxn>
                <a:cxn ang="0">
                  <a:pos x="connsiteX1" y="connsiteY1"/>
                </a:cxn>
                <a:cxn ang="0">
                  <a:pos x="connsiteX2" y="connsiteY2"/>
                </a:cxn>
                <a:cxn ang="0">
                  <a:pos x="connsiteX3" y="connsiteY3"/>
                </a:cxn>
              </a:cxnLst>
              <a:rect l="l" t="t" r="r" b="b"/>
              <a:pathLst>
                <a:path w="84877" h="84877">
                  <a:moveTo>
                    <a:pt x="0" y="84878"/>
                  </a:moveTo>
                  <a:lnTo>
                    <a:pt x="0" y="0"/>
                  </a:lnTo>
                  <a:lnTo>
                    <a:pt x="84877" y="0"/>
                  </a:lnTo>
                  <a:lnTo>
                    <a:pt x="84877" y="84878"/>
                  </a:lnTo>
                </a:path>
              </a:pathLst>
            </a:custGeom>
            <a:noFill/>
            <a:ln w="8472" cap="flat">
              <a:solidFill>
                <a:srgbClr val="17A3A3"/>
              </a:solidFill>
              <a:prstDash val="solid"/>
              <a:miter/>
            </a:ln>
          </p:spPr>
          <p:txBody>
            <a:bodyPr rtlCol="1" anchor="ctr"/>
            <a:lstStyle/>
            <a:p>
              <a:endParaRPr lang="ar-SA"/>
            </a:p>
          </p:txBody>
        </p:sp>
        <p:sp>
          <p:nvSpPr>
            <p:cNvPr id="9798" name="شكل حر: شكل 10902">
              <a:extLst>
                <a:ext uri="{FF2B5EF4-FFF2-40B4-BE49-F238E27FC236}">
                  <a16:creationId xmlns:a16="http://schemas.microsoft.com/office/drawing/2014/main" id="{FE5DCCAB-0E55-3077-80F2-CE0705B52E1D}"/>
                </a:ext>
              </a:extLst>
            </p:cNvPr>
            <p:cNvSpPr/>
            <p:nvPr/>
          </p:nvSpPr>
          <p:spPr>
            <a:xfrm>
              <a:off x="10369454" y="4530658"/>
              <a:ext cx="84877" cy="84849"/>
            </a:xfrm>
            <a:custGeom>
              <a:avLst/>
              <a:gdLst>
                <a:gd name="connsiteX0" fmla="*/ 0 w 84877"/>
                <a:gd name="connsiteY0" fmla="*/ 84849 h 84849"/>
                <a:gd name="connsiteX1" fmla="*/ 0 w 84877"/>
                <a:gd name="connsiteY1" fmla="*/ 0 h 84849"/>
                <a:gd name="connsiteX2" fmla="*/ 84878 w 84877"/>
                <a:gd name="connsiteY2" fmla="*/ 0 h 84849"/>
                <a:gd name="connsiteX3" fmla="*/ 84878 w 84877"/>
                <a:gd name="connsiteY3" fmla="*/ 84849 h 84849"/>
              </a:gdLst>
              <a:ahLst/>
              <a:cxnLst>
                <a:cxn ang="0">
                  <a:pos x="connsiteX0" y="connsiteY0"/>
                </a:cxn>
                <a:cxn ang="0">
                  <a:pos x="connsiteX1" y="connsiteY1"/>
                </a:cxn>
                <a:cxn ang="0">
                  <a:pos x="connsiteX2" y="connsiteY2"/>
                </a:cxn>
                <a:cxn ang="0">
                  <a:pos x="connsiteX3" y="connsiteY3"/>
                </a:cxn>
              </a:cxnLst>
              <a:rect l="l" t="t" r="r" b="b"/>
              <a:pathLst>
                <a:path w="84877" h="84849">
                  <a:moveTo>
                    <a:pt x="0" y="84849"/>
                  </a:moveTo>
                  <a:lnTo>
                    <a:pt x="0" y="0"/>
                  </a:lnTo>
                  <a:lnTo>
                    <a:pt x="84878" y="0"/>
                  </a:lnTo>
                  <a:lnTo>
                    <a:pt x="84878" y="84849"/>
                  </a:lnTo>
                </a:path>
              </a:pathLst>
            </a:custGeom>
            <a:noFill/>
            <a:ln w="8472" cap="flat">
              <a:solidFill>
                <a:srgbClr val="17A3A3"/>
              </a:solidFill>
              <a:prstDash val="solid"/>
              <a:miter/>
            </a:ln>
          </p:spPr>
          <p:txBody>
            <a:bodyPr rtlCol="1" anchor="ctr"/>
            <a:lstStyle/>
            <a:p>
              <a:endParaRPr lang="ar-SA"/>
            </a:p>
          </p:txBody>
        </p:sp>
        <p:grpSp>
          <p:nvGrpSpPr>
            <p:cNvPr id="9799" name="رسم 8014">
              <a:extLst>
                <a:ext uri="{FF2B5EF4-FFF2-40B4-BE49-F238E27FC236}">
                  <a16:creationId xmlns:a16="http://schemas.microsoft.com/office/drawing/2014/main" id="{9CB5AA44-A81F-B25C-C06F-DBED2F21602F}"/>
                </a:ext>
              </a:extLst>
            </p:cNvPr>
            <p:cNvGrpSpPr/>
            <p:nvPr/>
          </p:nvGrpSpPr>
          <p:grpSpPr>
            <a:xfrm>
              <a:off x="10553954" y="4400841"/>
              <a:ext cx="120495" cy="49514"/>
              <a:chOff x="10553954" y="4400841"/>
              <a:chExt cx="120495" cy="49514"/>
            </a:xfrm>
            <a:noFill/>
          </p:grpSpPr>
          <p:sp>
            <p:nvSpPr>
              <p:cNvPr id="9800" name="شكل حر: شكل 10904">
                <a:extLst>
                  <a:ext uri="{FF2B5EF4-FFF2-40B4-BE49-F238E27FC236}">
                    <a16:creationId xmlns:a16="http://schemas.microsoft.com/office/drawing/2014/main" id="{B7C163AE-A224-7D3E-409B-E102A81F3F44}"/>
                  </a:ext>
                </a:extLst>
              </p:cNvPr>
              <p:cNvSpPr/>
              <p:nvPr/>
            </p:nvSpPr>
            <p:spPr>
              <a:xfrm>
                <a:off x="10553954" y="4425584"/>
                <a:ext cx="95526" cy="2824"/>
              </a:xfrm>
              <a:custGeom>
                <a:avLst/>
                <a:gdLst>
                  <a:gd name="connsiteX0" fmla="*/ 0 w 95526"/>
                  <a:gd name="connsiteY0" fmla="*/ 0 h 2824"/>
                  <a:gd name="connsiteX1" fmla="*/ 95526 w 95526"/>
                  <a:gd name="connsiteY1" fmla="*/ 0 h 2824"/>
                </a:gdLst>
                <a:ahLst/>
                <a:cxnLst>
                  <a:cxn ang="0">
                    <a:pos x="connsiteX0" y="connsiteY0"/>
                  </a:cxn>
                  <a:cxn ang="0">
                    <a:pos x="connsiteX1" y="connsiteY1"/>
                  </a:cxn>
                </a:cxnLst>
                <a:rect l="l" t="t" r="r" b="b"/>
                <a:pathLst>
                  <a:path w="95526" h="2824">
                    <a:moveTo>
                      <a:pt x="0" y="0"/>
                    </a:moveTo>
                    <a:lnTo>
                      <a:pt x="95526" y="0"/>
                    </a:lnTo>
                  </a:path>
                </a:pathLst>
              </a:custGeom>
              <a:ln w="8472" cap="flat">
                <a:solidFill>
                  <a:srgbClr val="01355A"/>
                </a:solidFill>
                <a:prstDash val="solid"/>
                <a:miter/>
              </a:ln>
            </p:spPr>
            <p:txBody>
              <a:bodyPr rtlCol="1" anchor="ctr"/>
              <a:lstStyle/>
              <a:p>
                <a:endParaRPr lang="ar-SA"/>
              </a:p>
            </p:txBody>
          </p:sp>
          <p:sp>
            <p:nvSpPr>
              <p:cNvPr id="9801" name="شكل حر: شكل 10905">
                <a:extLst>
                  <a:ext uri="{FF2B5EF4-FFF2-40B4-BE49-F238E27FC236}">
                    <a16:creationId xmlns:a16="http://schemas.microsoft.com/office/drawing/2014/main" id="{CFD4C0B8-FD38-2461-B52B-726E5335CA28}"/>
                  </a:ext>
                </a:extLst>
              </p:cNvPr>
              <p:cNvSpPr/>
              <p:nvPr/>
            </p:nvSpPr>
            <p:spPr>
              <a:xfrm>
                <a:off x="10649480" y="4400841"/>
                <a:ext cx="24968" cy="49514"/>
              </a:xfrm>
              <a:custGeom>
                <a:avLst/>
                <a:gdLst>
                  <a:gd name="connsiteX0" fmla="*/ 0 w 24968"/>
                  <a:gd name="connsiteY0" fmla="*/ 0 h 49514"/>
                  <a:gd name="connsiteX1" fmla="*/ 24969 w 24968"/>
                  <a:gd name="connsiteY1" fmla="*/ 24969 h 49514"/>
                  <a:gd name="connsiteX2" fmla="*/ 395 w 24968"/>
                  <a:gd name="connsiteY2" fmla="*/ 49514 h 49514"/>
                </a:gdLst>
                <a:ahLst/>
                <a:cxnLst>
                  <a:cxn ang="0">
                    <a:pos x="connsiteX0" y="connsiteY0"/>
                  </a:cxn>
                  <a:cxn ang="0">
                    <a:pos x="connsiteX1" y="connsiteY1"/>
                  </a:cxn>
                  <a:cxn ang="0">
                    <a:pos x="connsiteX2" y="connsiteY2"/>
                  </a:cxn>
                </a:cxnLst>
                <a:rect l="l" t="t" r="r" b="b"/>
                <a:pathLst>
                  <a:path w="24968" h="49514">
                    <a:moveTo>
                      <a:pt x="0" y="0"/>
                    </a:moveTo>
                    <a:lnTo>
                      <a:pt x="24969" y="24969"/>
                    </a:lnTo>
                    <a:lnTo>
                      <a:pt x="395" y="49514"/>
                    </a:lnTo>
                  </a:path>
                </a:pathLst>
              </a:custGeom>
              <a:noFill/>
              <a:ln w="8472" cap="flat">
                <a:solidFill>
                  <a:srgbClr val="01355A"/>
                </a:solidFill>
                <a:prstDash val="solid"/>
                <a:miter/>
              </a:ln>
            </p:spPr>
            <p:txBody>
              <a:bodyPr rtlCol="1" anchor="ctr"/>
              <a:lstStyle/>
              <a:p>
                <a:endParaRPr lang="ar-SA"/>
              </a:p>
            </p:txBody>
          </p:sp>
        </p:grpSp>
      </p:grpSp>
      <p:grpSp>
        <p:nvGrpSpPr>
          <p:cNvPr id="9810" name="رسم 8014">
            <a:extLst>
              <a:ext uri="{FF2B5EF4-FFF2-40B4-BE49-F238E27FC236}">
                <a16:creationId xmlns:a16="http://schemas.microsoft.com/office/drawing/2014/main" id="{289741D1-2A1E-693B-C603-FA03575BF1E3}"/>
              </a:ext>
            </a:extLst>
          </p:cNvPr>
          <p:cNvGrpSpPr/>
          <p:nvPr/>
        </p:nvGrpSpPr>
        <p:grpSpPr>
          <a:xfrm>
            <a:off x="8521876" y="4873814"/>
            <a:ext cx="296208" cy="286612"/>
            <a:chOff x="9267626" y="4368161"/>
            <a:chExt cx="354057" cy="363632"/>
          </a:xfrm>
          <a:noFill/>
        </p:grpSpPr>
        <p:sp>
          <p:nvSpPr>
            <p:cNvPr id="9811" name="شكل حر: شكل 10907">
              <a:extLst>
                <a:ext uri="{FF2B5EF4-FFF2-40B4-BE49-F238E27FC236}">
                  <a16:creationId xmlns:a16="http://schemas.microsoft.com/office/drawing/2014/main" id="{6143ED46-C8C7-2B5F-C518-D1E8DA8260BA}"/>
                </a:ext>
              </a:extLst>
            </p:cNvPr>
            <p:cNvSpPr/>
            <p:nvPr/>
          </p:nvSpPr>
          <p:spPr>
            <a:xfrm>
              <a:off x="9463961" y="4522523"/>
              <a:ext cx="2824" cy="187352"/>
            </a:xfrm>
            <a:custGeom>
              <a:avLst/>
              <a:gdLst>
                <a:gd name="connsiteX0" fmla="*/ 0 w 2824"/>
                <a:gd name="connsiteY0" fmla="*/ 0 h 187352"/>
                <a:gd name="connsiteX1" fmla="*/ 0 w 2824"/>
                <a:gd name="connsiteY1" fmla="*/ 187352 h 187352"/>
              </a:gdLst>
              <a:ahLst/>
              <a:cxnLst>
                <a:cxn ang="0">
                  <a:pos x="connsiteX0" y="connsiteY0"/>
                </a:cxn>
                <a:cxn ang="0">
                  <a:pos x="connsiteX1" y="connsiteY1"/>
                </a:cxn>
              </a:cxnLst>
              <a:rect l="l" t="t" r="r" b="b"/>
              <a:pathLst>
                <a:path w="2824" h="187352">
                  <a:moveTo>
                    <a:pt x="0" y="0"/>
                  </a:moveTo>
                  <a:lnTo>
                    <a:pt x="0" y="187352"/>
                  </a:lnTo>
                </a:path>
              </a:pathLst>
            </a:custGeom>
            <a:ln w="8472" cap="flat">
              <a:solidFill>
                <a:srgbClr val="01355A"/>
              </a:solidFill>
              <a:prstDash val="solid"/>
              <a:miter/>
            </a:ln>
          </p:spPr>
          <p:txBody>
            <a:bodyPr rtlCol="1" anchor="ctr"/>
            <a:lstStyle/>
            <a:p>
              <a:endParaRPr lang="ar-SA"/>
            </a:p>
          </p:txBody>
        </p:sp>
        <p:sp>
          <p:nvSpPr>
            <p:cNvPr id="9812" name="شكل حر: شكل 10908">
              <a:extLst>
                <a:ext uri="{FF2B5EF4-FFF2-40B4-BE49-F238E27FC236}">
                  <a16:creationId xmlns:a16="http://schemas.microsoft.com/office/drawing/2014/main" id="{8FA10B5B-49A3-D20E-2316-DBADBB4AEFCC}"/>
                </a:ext>
              </a:extLst>
            </p:cNvPr>
            <p:cNvSpPr/>
            <p:nvPr/>
          </p:nvSpPr>
          <p:spPr>
            <a:xfrm>
              <a:off x="9502714" y="4586668"/>
              <a:ext cx="2824" cy="123206"/>
            </a:xfrm>
            <a:custGeom>
              <a:avLst/>
              <a:gdLst>
                <a:gd name="connsiteX0" fmla="*/ 0 w 2824"/>
                <a:gd name="connsiteY0" fmla="*/ 123207 h 123206"/>
                <a:gd name="connsiteX1" fmla="*/ 0 w 2824"/>
                <a:gd name="connsiteY1" fmla="*/ 0 h 123206"/>
              </a:gdLst>
              <a:ahLst/>
              <a:cxnLst>
                <a:cxn ang="0">
                  <a:pos x="connsiteX0" y="connsiteY0"/>
                </a:cxn>
                <a:cxn ang="0">
                  <a:pos x="connsiteX1" y="connsiteY1"/>
                </a:cxn>
              </a:cxnLst>
              <a:rect l="l" t="t" r="r" b="b"/>
              <a:pathLst>
                <a:path w="2824" h="123206">
                  <a:moveTo>
                    <a:pt x="0" y="123207"/>
                  </a:moveTo>
                  <a:lnTo>
                    <a:pt x="0" y="0"/>
                  </a:lnTo>
                </a:path>
              </a:pathLst>
            </a:custGeom>
            <a:ln w="8472" cap="flat">
              <a:solidFill>
                <a:srgbClr val="01355A"/>
              </a:solidFill>
              <a:prstDash val="solid"/>
              <a:miter/>
            </a:ln>
          </p:spPr>
          <p:txBody>
            <a:bodyPr rtlCol="1" anchor="ctr"/>
            <a:lstStyle/>
            <a:p>
              <a:endParaRPr lang="ar-SA"/>
            </a:p>
          </p:txBody>
        </p:sp>
        <p:sp>
          <p:nvSpPr>
            <p:cNvPr id="9813" name="شكل حر: شكل 10909">
              <a:extLst>
                <a:ext uri="{FF2B5EF4-FFF2-40B4-BE49-F238E27FC236}">
                  <a16:creationId xmlns:a16="http://schemas.microsoft.com/office/drawing/2014/main" id="{A8EB1131-B811-526B-F55E-5E9AA8AF7C8B}"/>
                </a:ext>
              </a:extLst>
            </p:cNvPr>
            <p:cNvSpPr/>
            <p:nvPr/>
          </p:nvSpPr>
          <p:spPr>
            <a:xfrm>
              <a:off x="9541495" y="4522523"/>
              <a:ext cx="2824" cy="33866"/>
            </a:xfrm>
            <a:custGeom>
              <a:avLst/>
              <a:gdLst>
                <a:gd name="connsiteX0" fmla="*/ 0 w 2824"/>
                <a:gd name="connsiteY0" fmla="*/ 0 h 33866"/>
                <a:gd name="connsiteX1" fmla="*/ 0 w 2824"/>
                <a:gd name="connsiteY1" fmla="*/ 33866 h 33866"/>
              </a:gdLst>
              <a:ahLst/>
              <a:cxnLst>
                <a:cxn ang="0">
                  <a:pos x="connsiteX0" y="connsiteY0"/>
                </a:cxn>
                <a:cxn ang="0">
                  <a:pos x="connsiteX1" y="connsiteY1"/>
                </a:cxn>
              </a:cxnLst>
              <a:rect l="l" t="t" r="r" b="b"/>
              <a:pathLst>
                <a:path w="2824" h="33866">
                  <a:moveTo>
                    <a:pt x="0" y="0"/>
                  </a:moveTo>
                  <a:lnTo>
                    <a:pt x="0" y="33866"/>
                  </a:lnTo>
                </a:path>
              </a:pathLst>
            </a:custGeom>
            <a:ln w="8472" cap="flat">
              <a:solidFill>
                <a:srgbClr val="01355A"/>
              </a:solidFill>
              <a:prstDash val="solid"/>
              <a:miter/>
            </a:ln>
          </p:spPr>
          <p:txBody>
            <a:bodyPr rtlCol="1" anchor="ctr"/>
            <a:lstStyle/>
            <a:p>
              <a:endParaRPr lang="ar-SA"/>
            </a:p>
          </p:txBody>
        </p:sp>
        <p:sp>
          <p:nvSpPr>
            <p:cNvPr id="9814" name="شكل حر: شكل 10910">
              <a:extLst>
                <a:ext uri="{FF2B5EF4-FFF2-40B4-BE49-F238E27FC236}">
                  <a16:creationId xmlns:a16="http://schemas.microsoft.com/office/drawing/2014/main" id="{06C92EF4-DAAD-BF2E-F62E-0E8F4E94F871}"/>
                </a:ext>
              </a:extLst>
            </p:cNvPr>
            <p:cNvSpPr/>
            <p:nvPr/>
          </p:nvSpPr>
          <p:spPr>
            <a:xfrm rot="-1349998">
              <a:off x="9466252" y="4379340"/>
              <a:ext cx="72929" cy="72929"/>
            </a:xfrm>
            <a:custGeom>
              <a:avLst/>
              <a:gdLst>
                <a:gd name="connsiteX0" fmla="*/ 72930 w 72929"/>
                <a:gd name="connsiteY0" fmla="*/ 36465 h 72929"/>
                <a:gd name="connsiteX1" fmla="*/ 36465 w 72929"/>
                <a:gd name="connsiteY1" fmla="*/ 72930 h 72929"/>
                <a:gd name="connsiteX2" fmla="*/ 1 w 72929"/>
                <a:gd name="connsiteY2" fmla="*/ 36465 h 72929"/>
                <a:gd name="connsiteX3" fmla="*/ 36465 w 72929"/>
                <a:gd name="connsiteY3" fmla="*/ 0 h 72929"/>
                <a:gd name="connsiteX4" fmla="*/ 72930 w 72929"/>
                <a:gd name="connsiteY4" fmla="*/ 36465 h 729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929" h="72929">
                  <a:moveTo>
                    <a:pt x="72930" y="36465"/>
                  </a:moveTo>
                  <a:cubicBezTo>
                    <a:pt x="72930" y="56604"/>
                    <a:pt x="56604" y="72930"/>
                    <a:pt x="36465" y="72930"/>
                  </a:cubicBezTo>
                  <a:cubicBezTo>
                    <a:pt x="16327" y="72930"/>
                    <a:pt x="1" y="56604"/>
                    <a:pt x="1" y="36465"/>
                  </a:cubicBezTo>
                  <a:cubicBezTo>
                    <a:pt x="1" y="16326"/>
                    <a:pt x="16327" y="0"/>
                    <a:pt x="36465" y="0"/>
                  </a:cubicBezTo>
                  <a:cubicBezTo>
                    <a:pt x="56604" y="0"/>
                    <a:pt x="72930" y="16326"/>
                    <a:pt x="72930" y="36465"/>
                  </a:cubicBezTo>
                  <a:close/>
                </a:path>
              </a:pathLst>
            </a:custGeom>
            <a:noFill/>
            <a:ln w="8472" cap="flat">
              <a:solidFill>
                <a:srgbClr val="01355A"/>
              </a:solidFill>
              <a:prstDash val="solid"/>
              <a:miter/>
            </a:ln>
          </p:spPr>
          <p:txBody>
            <a:bodyPr rtlCol="1" anchor="ctr"/>
            <a:lstStyle/>
            <a:p>
              <a:endParaRPr lang="ar-SA"/>
            </a:p>
          </p:txBody>
        </p:sp>
        <p:sp>
          <p:nvSpPr>
            <p:cNvPr id="9815" name="شكل حر: شكل 10911">
              <a:extLst>
                <a:ext uri="{FF2B5EF4-FFF2-40B4-BE49-F238E27FC236}">
                  <a16:creationId xmlns:a16="http://schemas.microsoft.com/office/drawing/2014/main" id="{88BED274-F5D5-C32F-F205-0D9756319AC6}"/>
                </a:ext>
              </a:extLst>
            </p:cNvPr>
            <p:cNvSpPr/>
            <p:nvPr/>
          </p:nvSpPr>
          <p:spPr>
            <a:xfrm>
              <a:off x="9433286" y="4470777"/>
              <a:ext cx="138882" cy="89114"/>
            </a:xfrm>
            <a:custGeom>
              <a:avLst/>
              <a:gdLst>
                <a:gd name="connsiteX0" fmla="*/ 0 w 138882"/>
                <a:gd name="connsiteY0" fmla="*/ 89115 h 89114"/>
                <a:gd name="connsiteX1" fmla="*/ 0 w 138882"/>
                <a:gd name="connsiteY1" fmla="*/ 23726 h 89114"/>
                <a:gd name="connsiteX2" fmla="*/ 23726 w 138882"/>
                <a:gd name="connsiteY2" fmla="*/ 0 h 89114"/>
                <a:gd name="connsiteX3" fmla="*/ 115157 w 138882"/>
                <a:gd name="connsiteY3" fmla="*/ 0 h 89114"/>
                <a:gd name="connsiteX4" fmla="*/ 138883 w 138882"/>
                <a:gd name="connsiteY4" fmla="*/ 23726 h 89114"/>
                <a:gd name="connsiteX5" fmla="*/ 138883 w 138882"/>
                <a:gd name="connsiteY5" fmla="*/ 89115 h 89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882" h="89114">
                  <a:moveTo>
                    <a:pt x="0" y="89115"/>
                  </a:moveTo>
                  <a:lnTo>
                    <a:pt x="0" y="23726"/>
                  </a:lnTo>
                  <a:cubicBezTo>
                    <a:pt x="0" y="10620"/>
                    <a:pt x="10620" y="0"/>
                    <a:pt x="23726" y="0"/>
                  </a:cubicBezTo>
                  <a:lnTo>
                    <a:pt x="115157" y="0"/>
                  </a:lnTo>
                  <a:cubicBezTo>
                    <a:pt x="128262" y="0"/>
                    <a:pt x="138883" y="10620"/>
                    <a:pt x="138883" y="23726"/>
                  </a:cubicBezTo>
                  <a:lnTo>
                    <a:pt x="138883" y="89115"/>
                  </a:lnTo>
                </a:path>
              </a:pathLst>
            </a:custGeom>
            <a:noFill/>
            <a:ln w="8472" cap="flat">
              <a:solidFill>
                <a:srgbClr val="01355A"/>
              </a:solidFill>
              <a:prstDash val="solid"/>
              <a:miter/>
            </a:ln>
          </p:spPr>
          <p:txBody>
            <a:bodyPr rtlCol="1" anchor="ctr"/>
            <a:lstStyle/>
            <a:p>
              <a:endParaRPr lang="ar-SA"/>
            </a:p>
          </p:txBody>
        </p:sp>
        <p:sp>
          <p:nvSpPr>
            <p:cNvPr id="9816" name="شكل حر: شكل 10912">
              <a:extLst>
                <a:ext uri="{FF2B5EF4-FFF2-40B4-BE49-F238E27FC236}">
                  <a16:creationId xmlns:a16="http://schemas.microsoft.com/office/drawing/2014/main" id="{E2827892-623A-09E9-74C6-3D3930A5E2FE}"/>
                </a:ext>
              </a:extLst>
            </p:cNvPr>
            <p:cNvSpPr/>
            <p:nvPr/>
          </p:nvSpPr>
          <p:spPr>
            <a:xfrm>
              <a:off x="9463961" y="4586668"/>
              <a:ext cx="49796" cy="2824"/>
            </a:xfrm>
            <a:custGeom>
              <a:avLst/>
              <a:gdLst>
                <a:gd name="connsiteX0" fmla="*/ 0 w 49796"/>
                <a:gd name="connsiteY0" fmla="*/ 0 h 2824"/>
                <a:gd name="connsiteX1" fmla="*/ 49797 w 49796"/>
                <a:gd name="connsiteY1" fmla="*/ 0 h 2824"/>
              </a:gdLst>
              <a:ahLst/>
              <a:cxnLst>
                <a:cxn ang="0">
                  <a:pos x="connsiteX0" y="connsiteY0"/>
                </a:cxn>
                <a:cxn ang="0">
                  <a:pos x="connsiteX1" y="connsiteY1"/>
                </a:cxn>
              </a:cxnLst>
              <a:rect l="l" t="t" r="r" b="b"/>
              <a:pathLst>
                <a:path w="49796" h="2824">
                  <a:moveTo>
                    <a:pt x="0" y="0"/>
                  </a:moveTo>
                  <a:lnTo>
                    <a:pt x="49797" y="0"/>
                  </a:lnTo>
                </a:path>
              </a:pathLst>
            </a:custGeom>
            <a:ln w="8472" cap="flat">
              <a:solidFill>
                <a:srgbClr val="01355A"/>
              </a:solidFill>
              <a:prstDash val="solid"/>
              <a:miter/>
            </a:ln>
          </p:spPr>
          <p:txBody>
            <a:bodyPr rtlCol="1" anchor="ctr"/>
            <a:lstStyle/>
            <a:p>
              <a:endParaRPr lang="ar-SA"/>
            </a:p>
          </p:txBody>
        </p:sp>
        <p:sp>
          <p:nvSpPr>
            <p:cNvPr id="9817" name="شكل حر: شكل 10913">
              <a:extLst>
                <a:ext uri="{FF2B5EF4-FFF2-40B4-BE49-F238E27FC236}">
                  <a16:creationId xmlns:a16="http://schemas.microsoft.com/office/drawing/2014/main" id="{FD37E9BA-9A1A-8BB2-38D0-11590FD9D9D7}"/>
                </a:ext>
              </a:extLst>
            </p:cNvPr>
            <p:cNvSpPr/>
            <p:nvPr/>
          </p:nvSpPr>
          <p:spPr>
            <a:xfrm>
              <a:off x="9449103" y="4709593"/>
              <a:ext cx="53610" cy="22200"/>
            </a:xfrm>
            <a:custGeom>
              <a:avLst/>
              <a:gdLst>
                <a:gd name="connsiteX0" fmla="*/ 53611 w 53610"/>
                <a:gd name="connsiteY0" fmla="*/ 22201 h 22200"/>
                <a:gd name="connsiteX1" fmla="*/ 0 w 53610"/>
                <a:gd name="connsiteY1" fmla="*/ 22201 h 22200"/>
                <a:gd name="connsiteX2" fmla="*/ 22201 w 53610"/>
                <a:gd name="connsiteY2" fmla="*/ 0 h 22200"/>
                <a:gd name="connsiteX3" fmla="*/ 53611 w 53610"/>
                <a:gd name="connsiteY3" fmla="*/ 0 h 22200"/>
                <a:gd name="connsiteX4" fmla="*/ 53611 w 53610"/>
                <a:gd name="connsiteY4" fmla="*/ 22201 h 22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10" h="22200">
                  <a:moveTo>
                    <a:pt x="53611" y="22201"/>
                  </a:moveTo>
                  <a:lnTo>
                    <a:pt x="0" y="22201"/>
                  </a:lnTo>
                  <a:cubicBezTo>
                    <a:pt x="0" y="9942"/>
                    <a:pt x="9942" y="0"/>
                    <a:pt x="22201" y="0"/>
                  </a:cubicBezTo>
                  <a:lnTo>
                    <a:pt x="53611" y="0"/>
                  </a:lnTo>
                  <a:lnTo>
                    <a:pt x="53611" y="22201"/>
                  </a:lnTo>
                  <a:close/>
                </a:path>
              </a:pathLst>
            </a:custGeom>
            <a:noFill/>
            <a:ln w="8472" cap="flat">
              <a:solidFill>
                <a:srgbClr val="01355A"/>
              </a:solidFill>
              <a:prstDash val="solid"/>
              <a:miter/>
            </a:ln>
          </p:spPr>
          <p:txBody>
            <a:bodyPr rtlCol="1" anchor="ctr"/>
            <a:lstStyle/>
            <a:p>
              <a:endParaRPr lang="ar-SA"/>
            </a:p>
          </p:txBody>
        </p:sp>
        <p:sp>
          <p:nvSpPr>
            <p:cNvPr id="9818" name="شكل حر: شكل 10914">
              <a:extLst>
                <a:ext uri="{FF2B5EF4-FFF2-40B4-BE49-F238E27FC236}">
                  <a16:creationId xmlns:a16="http://schemas.microsoft.com/office/drawing/2014/main" id="{81604921-95CA-DB0D-7D28-849A65A5B4F6}"/>
                </a:ext>
              </a:extLst>
            </p:cNvPr>
            <p:cNvSpPr/>
            <p:nvPr/>
          </p:nvSpPr>
          <p:spPr>
            <a:xfrm>
              <a:off x="9502714" y="4709593"/>
              <a:ext cx="53609" cy="22200"/>
            </a:xfrm>
            <a:custGeom>
              <a:avLst/>
              <a:gdLst>
                <a:gd name="connsiteX0" fmla="*/ 0 w 53609"/>
                <a:gd name="connsiteY0" fmla="*/ 22201 h 22200"/>
                <a:gd name="connsiteX1" fmla="*/ 53610 w 53609"/>
                <a:gd name="connsiteY1" fmla="*/ 22201 h 22200"/>
                <a:gd name="connsiteX2" fmla="*/ 31409 w 53609"/>
                <a:gd name="connsiteY2" fmla="*/ 0 h 22200"/>
                <a:gd name="connsiteX3" fmla="*/ 0 w 53609"/>
                <a:gd name="connsiteY3" fmla="*/ 0 h 22200"/>
                <a:gd name="connsiteX4" fmla="*/ 0 w 53609"/>
                <a:gd name="connsiteY4" fmla="*/ 22201 h 22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09" h="22200">
                  <a:moveTo>
                    <a:pt x="0" y="22201"/>
                  </a:moveTo>
                  <a:lnTo>
                    <a:pt x="53610" y="22201"/>
                  </a:lnTo>
                  <a:cubicBezTo>
                    <a:pt x="53610" y="9942"/>
                    <a:pt x="43667" y="0"/>
                    <a:pt x="31409" y="0"/>
                  </a:cubicBezTo>
                  <a:lnTo>
                    <a:pt x="0" y="0"/>
                  </a:lnTo>
                  <a:lnTo>
                    <a:pt x="0" y="22201"/>
                  </a:lnTo>
                  <a:close/>
                </a:path>
              </a:pathLst>
            </a:custGeom>
            <a:noFill/>
            <a:ln w="8472" cap="flat">
              <a:solidFill>
                <a:srgbClr val="01355A"/>
              </a:solidFill>
              <a:prstDash val="solid"/>
              <a:miter/>
            </a:ln>
          </p:spPr>
          <p:txBody>
            <a:bodyPr rtlCol="1" anchor="ctr"/>
            <a:lstStyle/>
            <a:p>
              <a:endParaRPr lang="ar-SA"/>
            </a:p>
          </p:txBody>
        </p:sp>
        <p:sp>
          <p:nvSpPr>
            <p:cNvPr id="9819" name="شكل حر: شكل 10915">
              <a:extLst>
                <a:ext uri="{FF2B5EF4-FFF2-40B4-BE49-F238E27FC236}">
                  <a16:creationId xmlns:a16="http://schemas.microsoft.com/office/drawing/2014/main" id="{573065A2-2074-B614-0968-E3B52E3AC7EA}"/>
                </a:ext>
              </a:extLst>
            </p:cNvPr>
            <p:cNvSpPr/>
            <p:nvPr/>
          </p:nvSpPr>
          <p:spPr>
            <a:xfrm>
              <a:off x="9522626" y="4584183"/>
              <a:ext cx="99057" cy="97757"/>
            </a:xfrm>
            <a:custGeom>
              <a:avLst/>
              <a:gdLst>
                <a:gd name="connsiteX0" fmla="*/ 73834 w 99057"/>
                <a:gd name="connsiteY0" fmla="*/ 0 h 97757"/>
                <a:gd name="connsiteX1" fmla="*/ 91205 w 99057"/>
                <a:gd name="connsiteY1" fmla="*/ 0 h 97757"/>
                <a:gd name="connsiteX2" fmla="*/ 99057 w 99057"/>
                <a:gd name="connsiteY2" fmla="*/ 97758 h 97757"/>
                <a:gd name="connsiteX3" fmla="*/ 0 w 99057"/>
                <a:gd name="connsiteY3" fmla="*/ 97758 h 97757"/>
                <a:gd name="connsiteX4" fmla="*/ 7852 w 99057"/>
                <a:gd name="connsiteY4" fmla="*/ 0 h 97757"/>
                <a:gd name="connsiteX5" fmla="*/ 25224 w 99057"/>
                <a:gd name="connsiteY5" fmla="*/ 0 h 97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057" h="97757">
                  <a:moveTo>
                    <a:pt x="73834" y="0"/>
                  </a:moveTo>
                  <a:lnTo>
                    <a:pt x="91205" y="0"/>
                  </a:lnTo>
                  <a:lnTo>
                    <a:pt x="99057" y="97758"/>
                  </a:lnTo>
                  <a:lnTo>
                    <a:pt x="0" y="97758"/>
                  </a:lnTo>
                  <a:lnTo>
                    <a:pt x="7852" y="0"/>
                  </a:lnTo>
                  <a:lnTo>
                    <a:pt x="25224" y="0"/>
                  </a:lnTo>
                </a:path>
              </a:pathLst>
            </a:custGeom>
            <a:noFill/>
            <a:ln w="8472" cap="flat">
              <a:solidFill>
                <a:srgbClr val="01355A"/>
              </a:solidFill>
              <a:prstDash val="solid"/>
              <a:miter/>
            </a:ln>
          </p:spPr>
          <p:txBody>
            <a:bodyPr rtlCol="1" anchor="ctr"/>
            <a:lstStyle/>
            <a:p>
              <a:endParaRPr lang="ar-SA"/>
            </a:p>
          </p:txBody>
        </p:sp>
        <p:sp>
          <p:nvSpPr>
            <p:cNvPr id="9820" name="شكل حر: شكل 10916">
              <a:extLst>
                <a:ext uri="{FF2B5EF4-FFF2-40B4-BE49-F238E27FC236}">
                  <a16:creationId xmlns:a16="http://schemas.microsoft.com/office/drawing/2014/main" id="{7EF96DEE-4535-F4F9-758D-3A8A14072ECA}"/>
                </a:ext>
              </a:extLst>
            </p:cNvPr>
            <p:cNvSpPr/>
            <p:nvPr/>
          </p:nvSpPr>
          <p:spPr>
            <a:xfrm>
              <a:off x="9547850" y="4559863"/>
              <a:ext cx="48638" cy="36295"/>
            </a:xfrm>
            <a:custGeom>
              <a:avLst/>
              <a:gdLst>
                <a:gd name="connsiteX0" fmla="*/ 2937 w 48638"/>
                <a:gd name="connsiteY0" fmla="*/ 35900 h 36295"/>
                <a:gd name="connsiteX1" fmla="*/ 0 w 48638"/>
                <a:gd name="connsiteY1" fmla="*/ 24319 h 36295"/>
                <a:gd name="connsiteX2" fmla="*/ 24319 w 48638"/>
                <a:gd name="connsiteY2" fmla="*/ 0 h 36295"/>
                <a:gd name="connsiteX3" fmla="*/ 48639 w 48638"/>
                <a:gd name="connsiteY3" fmla="*/ 24319 h 36295"/>
                <a:gd name="connsiteX4" fmla="*/ 45475 w 48638"/>
                <a:gd name="connsiteY4" fmla="*/ 36295 h 362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38" h="36295">
                  <a:moveTo>
                    <a:pt x="2937" y="35900"/>
                  </a:moveTo>
                  <a:cubicBezTo>
                    <a:pt x="1073" y="32454"/>
                    <a:pt x="0" y="28500"/>
                    <a:pt x="0" y="24319"/>
                  </a:cubicBezTo>
                  <a:cubicBezTo>
                    <a:pt x="0" y="10903"/>
                    <a:pt x="10874" y="0"/>
                    <a:pt x="24319" y="0"/>
                  </a:cubicBezTo>
                  <a:cubicBezTo>
                    <a:pt x="37764" y="0"/>
                    <a:pt x="48639" y="10874"/>
                    <a:pt x="48639" y="24319"/>
                  </a:cubicBezTo>
                  <a:cubicBezTo>
                    <a:pt x="48639" y="28669"/>
                    <a:pt x="47480" y="32765"/>
                    <a:pt x="45475" y="36295"/>
                  </a:cubicBezTo>
                </a:path>
              </a:pathLst>
            </a:custGeom>
            <a:noFill/>
            <a:ln w="8472" cap="flat">
              <a:solidFill>
                <a:srgbClr val="01355A"/>
              </a:solidFill>
              <a:prstDash val="solid"/>
              <a:miter/>
            </a:ln>
          </p:spPr>
          <p:txBody>
            <a:bodyPr rtlCol="1" anchor="ctr"/>
            <a:lstStyle/>
            <a:p>
              <a:endParaRPr lang="ar-SA"/>
            </a:p>
          </p:txBody>
        </p:sp>
        <p:sp>
          <p:nvSpPr>
            <p:cNvPr id="9821" name="شكل حر: شكل 10917">
              <a:extLst>
                <a:ext uri="{FF2B5EF4-FFF2-40B4-BE49-F238E27FC236}">
                  <a16:creationId xmlns:a16="http://schemas.microsoft.com/office/drawing/2014/main" id="{850F0529-7535-D359-5FEE-7BF9A4F257EF}"/>
                </a:ext>
              </a:extLst>
            </p:cNvPr>
            <p:cNvSpPr/>
            <p:nvPr/>
          </p:nvSpPr>
          <p:spPr>
            <a:xfrm>
              <a:off x="9547850" y="4559863"/>
              <a:ext cx="48638" cy="36295"/>
            </a:xfrm>
            <a:custGeom>
              <a:avLst/>
              <a:gdLst>
                <a:gd name="connsiteX0" fmla="*/ 2937 w 48638"/>
                <a:gd name="connsiteY0" fmla="*/ 35900 h 36295"/>
                <a:gd name="connsiteX1" fmla="*/ 0 w 48638"/>
                <a:gd name="connsiteY1" fmla="*/ 24319 h 36295"/>
                <a:gd name="connsiteX2" fmla="*/ 24319 w 48638"/>
                <a:gd name="connsiteY2" fmla="*/ 0 h 36295"/>
                <a:gd name="connsiteX3" fmla="*/ 48639 w 48638"/>
                <a:gd name="connsiteY3" fmla="*/ 24319 h 36295"/>
                <a:gd name="connsiteX4" fmla="*/ 45475 w 48638"/>
                <a:gd name="connsiteY4" fmla="*/ 36295 h 362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38" h="36295">
                  <a:moveTo>
                    <a:pt x="2937" y="35900"/>
                  </a:moveTo>
                  <a:cubicBezTo>
                    <a:pt x="1073" y="32454"/>
                    <a:pt x="0" y="28500"/>
                    <a:pt x="0" y="24319"/>
                  </a:cubicBezTo>
                  <a:cubicBezTo>
                    <a:pt x="0" y="10903"/>
                    <a:pt x="10874" y="0"/>
                    <a:pt x="24319" y="0"/>
                  </a:cubicBezTo>
                  <a:cubicBezTo>
                    <a:pt x="37764" y="0"/>
                    <a:pt x="48639" y="10874"/>
                    <a:pt x="48639" y="24319"/>
                  </a:cubicBezTo>
                  <a:cubicBezTo>
                    <a:pt x="48639" y="28669"/>
                    <a:pt x="47480" y="32765"/>
                    <a:pt x="45475" y="36295"/>
                  </a:cubicBezTo>
                </a:path>
              </a:pathLst>
            </a:custGeom>
            <a:noFill/>
            <a:ln w="8472" cap="flat">
              <a:solidFill>
                <a:srgbClr val="01355A"/>
              </a:solidFill>
              <a:prstDash val="solid"/>
              <a:miter/>
            </a:ln>
          </p:spPr>
          <p:txBody>
            <a:bodyPr rtlCol="1" anchor="ctr"/>
            <a:lstStyle/>
            <a:p>
              <a:endParaRPr lang="ar-SA"/>
            </a:p>
          </p:txBody>
        </p:sp>
        <p:sp>
          <p:nvSpPr>
            <p:cNvPr id="9822" name="شكل حر: شكل 10918">
              <a:extLst>
                <a:ext uri="{FF2B5EF4-FFF2-40B4-BE49-F238E27FC236}">
                  <a16:creationId xmlns:a16="http://schemas.microsoft.com/office/drawing/2014/main" id="{BAF08106-2375-F54D-DA65-6812006BB42C}"/>
                </a:ext>
              </a:extLst>
            </p:cNvPr>
            <p:cNvSpPr/>
            <p:nvPr/>
          </p:nvSpPr>
          <p:spPr>
            <a:xfrm>
              <a:off x="9561493" y="4584183"/>
              <a:ext cx="21325" cy="2824"/>
            </a:xfrm>
            <a:custGeom>
              <a:avLst/>
              <a:gdLst>
                <a:gd name="connsiteX0" fmla="*/ 0 w 21325"/>
                <a:gd name="connsiteY0" fmla="*/ 0 h 2824"/>
                <a:gd name="connsiteX1" fmla="*/ 21325 w 21325"/>
                <a:gd name="connsiteY1" fmla="*/ 0 h 2824"/>
              </a:gdLst>
              <a:ahLst/>
              <a:cxnLst>
                <a:cxn ang="0">
                  <a:pos x="connsiteX0" y="connsiteY0"/>
                </a:cxn>
                <a:cxn ang="0">
                  <a:pos x="connsiteX1" y="connsiteY1"/>
                </a:cxn>
              </a:cxnLst>
              <a:rect l="l" t="t" r="r" b="b"/>
              <a:pathLst>
                <a:path w="21325" h="2824">
                  <a:moveTo>
                    <a:pt x="0" y="0"/>
                  </a:moveTo>
                  <a:lnTo>
                    <a:pt x="21325" y="0"/>
                  </a:lnTo>
                </a:path>
              </a:pathLst>
            </a:custGeom>
            <a:ln w="8472" cap="flat">
              <a:solidFill>
                <a:srgbClr val="01355A"/>
              </a:solidFill>
              <a:prstDash val="solid"/>
              <a:miter/>
            </a:ln>
          </p:spPr>
          <p:txBody>
            <a:bodyPr rtlCol="1" anchor="ctr"/>
            <a:lstStyle/>
            <a:p>
              <a:endParaRPr lang="ar-SA"/>
            </a:p>
          </p:txBody>
        </p:sp>
        <p:sp>
          <p:nvSpPr>
            <p:cNvPr id="9823" name="شكل حر: شكل 10919">
              <a:extLst>
                <a:ext uri="{FF2B5EF4-FFF2-40B4-BE49-F238E27FC236}">
                  <a16:creationId xmlns:a16="http://schemas.microsoft.com/office/drawing/2014/main" id="{B4FE9851-6142-484C-6D58-21400A6D8038}"/>
                </a:ext>
              </a:extLst>
            </p:cNvPr>
            <p:cNvSpPr/>
            <p:nvPr/>
          </p:nvSpPr>
          <p:spPr>
            <a:xfrm>
              <a:off x="9267626" y="4438662"/>
              <a:ext cx="119337" cy="169953"/>
            </a:xfrm>
            <a:custGeom>
              <a:avLst/>
              <a:gdLst>
                <a:gd name="connsiteX0" fmla="*/ 0 w 119337"/>
                <a:gd name="connsiteY0" fmla="*/ 0 h 169953"/>
                <a:gd name="connsiteX1" fmla="*/ 119337 w 119337"/>
                <a:gd name="connsiteY1" fmla="*/ 0 h 169953"/>
                <a:gd name="connsiteX2" fmla="*/ 119337 w 119337"/>
                <a:gd name="connsiteY2" fmla="*/ 169953 h 169953"/>
                <a:gd name="connsiteX3" fmla="*/ 0 w 119337"/>
                <a:gd name="connsiteY3" fmla="*/ 169953 h 169953"/>
              </a:gdLst>
              <a:ahLst/>
              <a:cxnLst>
                <a:cxn ang="0">
                  <a:pos x="connsiteX0" y="connsiteY0"/>
                </a:cxn>
                <a:cxn ang="0">
                  <a:pos x="connsiteX1" y="connsiteY1"/>
                </a:cxn>
                <a:cxn ang="0">
                  <a:pos x="connsiteX2" y="connsiteY2"/>
                </a:cxn>
                <a:cxn ang="0">
                  <a:pos x="connsiteX3" y="connsiteY3"/>
                </a:cxn>
              </a:cxnLst>
              <a:rect l="l" t="t" r="r" b="b"/>
              <a:pathLst>
                <a:path w="119337" h="169953">
                  <a:moveTo>
                    <a:pt x="0" y="0"/>
                  </a:moveTo>
                  <a:lnTo>
                    <a:pt x="119337" y="0"/>
                  </a:lnTo>
                  <a:lnTo>
                    <a:pt x="119337" y="169953"/>
                  </a:lnTo>
                  <a:lnTo>
                    <a:pt x="0" y="169953"/>
                  </a:lnTo>
                </a:path>
              </a:pathLst>
            </a:custGeom>
            <a:noFill/>
            <a:ln w="8472" cap="flat">
              <a:solidFill>
                <a:srgbClr val="01355A"/>
              </a:solidFill>
              <a:prstDash val="solid"/>
              <a:miter/>
            </a:ln>
          </p:spPr>
          <p:txBody>
            <a:bodyPr rtlCol="1" anchor="ctr"/>
            <a:lstStyle/>
            <a:p>
              <a:endParaRPr lang="ar-SA"/>
            </a:p>
          </p:txBody>
        </p:sp>
        <p:sp>
          <p:nvSpPr>
            <p:cNvPr id="9824" name="شكل حر: شكل 10920">
              <a:extLst>
                <a:ext uri="{FF2B5EF4-FFF2-40B4-BE49-F238E27FC236}">
                  <a16:creationId xmlns:a16="http://schemas.microsoft.com/office/drawing/2014/main" id="{9F8EB056-627B-2111-768D-45039CEF7F37}"/>
                </a:ext>
              </a:extLst>
            </p:cNvPr>
            <p:cNvSpPr/>
            <p:nvPr/>
          </p:nvSpPr>
          <p:spPr>
            <a:xfrm>
              <a:off x="9267626" y="4379346"/>
              <a:ext cx="163456" cy="59315"/>
            </a:xfrm>
            <a:custGeom>
              <a:avLst/>
              <a:gdLst>
                <a:gd name="connsiteX0" fmla="*/ 119337 w 163456"/>
                <a:gd name="connsiteY0" fmla="*/ 59315 h 59315"/>
                <a:gd name="connsiteX1" fmla="*/ 163457 w 163456"/>
                <a:gd name="connsiteY1" fmla="*/ 59315 h 59315"/>
                <a:gd name="connsiteX2" fmla="*/ 140860 w 163456"/>
                <a:gd name="connsiteY2" fmla="*/ 0 h 59315"/>
                <a:gd name="connsiteX3" fmla="*/ 0 w 163456"/>
                <a:gd name="connsiteY3" fmla="*/ 0 h 59315"/>
              </a:gdLst>
              <a:ahLst/>
              <a:cxnLst>
                <a:cxn ang="0">
                  <a:pos x="connsiteX0" y="connsiteY0"/>
                </a:cxn>
                <a:cxn ang="0">
                  <a:pos x="connsiteX1" y="connsiteY1"/>
                </a:cxn>
                <a:cxn ang="0">
                  <a:pos x="connsiteX2" y="connsiteY2"/>
                </a:cxn>
                <a:cxn ang="0">
                  <a:pos x="connsiteX3" y="connsiteY3"/>
                </a:cxn>
              </a:cxnLst>
              <a:rect l="l" t="t" r="r" b="b"/>
              <a:pathLst>
                <a:path w="163456" h="59315">
                  <a:moveTo>
                    <a:pt x="119337" y="59315"/>
                  </a:moveTo>
                  <a:lnTo>
                    <a:pt x="163457" y="59315"/>
                  </a:lnTo>
                  <a:lnTo>
                    <a:pt x="140860" y="0"/>
                  </a:lnTo>
                  <a:lnTo>
                    <a:pt x="0" y="0"/>
                  </a:lnTo>
                </a:path>
              </a:pathLst>
            </a:custGeom>
            <a:noFill/>
            <a:ln w="8472" cap="flat">
              <a:solidFill>
                <a:srgbClr val="01355A"/>
              </a:solidFill>
              <a:prstDash val="solid"/>
              <a:miter/>
            </a:ln>
          </p:spPr>
          <p:txBody>
            <a:bodyPr rtlCol="1" anchor="ctr"/>
            <a:lstStyle/>
            <a:p>
              <a:endParaRPr lang="ar-SA"/>
            </a:p>
          </p:txBody>
        </p:sp>
        <p:sp>
          <p:nvSpPr>
            <p:cNvPr id="9825" name="شكل حر: شكل 10921">
              <a:extLst>
                <a:ext uri="{FF2B5EF4-FFF2-40B4-BE49-F238E27FC236}">
                  <a16:creationId xmlns:a16="http://schemas.microsoft.com/office/drawing/2014/main" id="{2C8792DC-6090-4D2B-B1AC-7C3F90A22D10}"/>
                </a:ext>
              </a:extLst>
            </p:cNvPr>
            <p:cNvSpPr/>
            <p:nvPr/>
          </p:nvSpPr>
          <p:spPr>
            <a:xfrm>
              <a:off x="9267626" y="4489730"/>
              <a:ext cx="39769" cy="53666"/>
            </a:xfrm>
            <a:custGeom>
              <a:avLst/>
              <a:gdLst>
                <a:gd name="connsiteX0" fmla="*/ 0 w 39769"/>
                <a:gd name="connsiteY0" fmla="*/ 0 h 53666"/>
                <a:gd name="connsiteX1" fmla="*/ 39770 w 39769"/>
                <a:gd name="connsiteY1" fmla="*/ 0 h 53666"/>
                <a:gd name="connsiteX2" fmla="*/ 39770 w 39769"/>
                <a:gd name="connsiteY2" fmla="*/ 53666 h 53666"/>
                <a:gd name="connsiteX3" fmla="*/ 0 w 39769"/>
                <a:gd name="connsiteY3" fmla="*/ 53666 h 53666"/>
              </a:gdLst>
              <a:ahLst/>
              <a:cxnLst>
                <a:cxn ang="0">
                  <a:pos x="connsiteX0" y="connsiteY0"/>
                </a:cxn>
                <a:cxn ang="0">
                  <a:pos x="connsiteX1" y="connsiteY1"/>
                </a:cxn>
                <a:cxn ang="0">
                  <a:pos x="connsiteX2" y="connsiteY2"/>
                </a:cxn>
                <a:cxn ang="0">
                  <a:pos x="connsiteX3" y="connsiteY3"/>
                </a:cxn>
              </a:cxnLst>
              <a:rect l="l" t="t" r="r" b="b"/>
              <a:pathLst>
                <a:path w="39769" h="53666">
                  <a:moveTo>
                    <a:pt x="0" y="0"/>
                  </a:moveTo>
                  <a:lnTo>
                    <a:pt x="39770" y="0"/>
                  </a:lnTo>
                  <a:lnTo>
                    <a:pt x="39770" y="53666"/>
                  </a:lnTo>
                  <a:lnTo>
                    <a:pt x="0" y="53666"/>
                  </a:lnTo>
                </a:path>
              </a:pathLst>
            </a:custGeom>
            <a:noFill/>
            <a:ln w="8472" cap="flat">
              <a:solidFill>
                <a:srgbClr val="17A3A3"/>
              </a:solidFill>
              <a:prstDash val="solid"/>
              <a:miter/>
            </a:ln>
          </p:spPr>
          <p:txBody>
            <a:bodyPr rtlCol="1" anchor="ctr"/>
            <a:lstStyle/>
            <a:p>
              <a:endParaRPr lang="ar-SA"/>
            </a:p>
          </p:txBody>
        </p:sp>
        <p:sp>
          <p:nvSpPr>
            <p:cNvPr id="9826" name="شكل حر: شكل 10922">
              <a:extLst>
                <a:ext uri="{FF2B5EF4-FFF2-40B4-BE49-F238E27FC236}">
                  <a16:creationId xmlns:a16="http://schemas.microsoft.com/office/drawing/2014/main" id="{B7191400-53A6-8193-A6FA-0EF6EF4B4190}"/>
                </a:ext>
              </a:extLst>
            </p:cNvPr>
            <p:cNvSpPr/>
            <p:nvPr/>
          </p:nvSpPr>
          <p:spPr>
            <a:xfrm>
              <a:off x="9284602" y="4662592"/>
              <a:ext cx="129505" cy="2824"/>
            </a:xfrm>
            <a:custGeom>
              <a:avLst/>
              <a:gdLst>
                <a:gd name="connsiteX0" fmla="*/ 129505 w 129505"/>
                <a:gd name="connsiteY0" fmla="*/ 0 h 2824"/>
                <a:gd name="connsiteX1" fmla="*/ 0 w 129505"/>
                <a:gd name="connsiteY1" fmla="*/ 0 h 2824"/>
              </a:gdLst>
              <a:ahLst/>
              <a:cxnLst>
                <a:cxn ang="0">
                  <a:pos x="connsiteX0" y="connsiteY0"/>
                </a:cxn>
                <a:cxn ang="0">
                  <a:pos x="connsiteX1" y="connsiteY1"/>
                </a:cxn>
              </a:cxnLst>
              <a:rect l="l" t="t" r="r" b="b"/>
              <a:pathLst>
                <a:path w="129505" h="2824">
                  <a:moveTo>
                    <a:pt x="129505" y="0"/>
                  </a:moveTo>
                  <a:lnTo>
                    <a:pt x="0" y="0"/>
                  </a:lnTo>
                </a:path>
              </a:pathLst>
            </a:custGeom>
            <a:ln w="8472" cap="flat">
              <a:solidFill>
                <a:srgbClr val="01355A"/>
              </a:solidFill>
              <a:prstDash val="solid"/>
              <a:miter/>
            </a:ln>
          </p:spPr>
          <p:txBody>
            <a:bodyPr rtlCol="1" anchor="ctr"/>
            <a:lstStyle/>
            <a:p>
              <a:endParaRPr lang="ar-SA"/>
            </a:p>
          </p:txBody>
        </p:sp>
        <p:sp>
          <p:nvSpPr>
            <p:cNvPr id="9827" name="شكل حر: شكل 10923">
              <a:extLst>
                <a:ext uri="{FF2B5EF4-FFF2-40B4-BE49-F238E27FC236}">
                  <a16:creationId xmlns:a16="http://schemas.microsoft.com/office/drawing/2014/main" id="{AF67E5F1-1FCC-5F91-86C3-AA908BC0BAEF}"/>
                </a:ext>
              </a:extLst>
            </p:cNvPr>
            <p:cNvSpPr/>
            <p:nvPr/>
          </p:nvSpPr>
          <p:spPr>
            <a:xfrm>
              <a:off x="9376711" y="4709875"/>
              <a:ext cx="37397" cy="2824"/>
            </a:xfrm>
            <a:custGeom>
              <a:avLst/>
              <a:gdLst>
                <a:gd name="connsiteX0" fmla="*/ 37397 w 37397"/>
                <a:gd name="connsiteY0" fmla="*/ 0 h 2824"/>
                <a:gd name="connsiteX1" fmla="*/ 0 w 37397"/>
                <a:gd name="connsiteY1" fmla="*/ 0 h 2824"/>
              </a:gdLst>
              <a:ahLst/>
              <a:cxnLst>
                <a:cxn ang="0">
                  <a:pos x="connsiteX0" y="connsiteY0"/>
                </a:cxn>
                <a:cxn ang="0">
                  <a:pos x="connsiteX1" y="connsiteY1"/>
                </a:cxn>
              </a:cxnLst>
              <a:rect l="l" t="t" r="r" b="b"/>
              <a:pathLst>
                <a:path w="37397" h="2824">
                  <a:moveTo>
                    <a:pt x="37397" y="0"/>
                  </a:moveTo>
                  <a:lnTo>
                    <a:pt x="0" y="0"/>
                  </a:lnTo>
                </a:path>
              </a:pathLst>
            </a:custGeom>
            <a:ln w="8472" cap="flat">
              <a:solidFill>
                <a:srgbClr val="01355A"/>
              </a:solidFill>
              <a:prstDash val="solid"/>
              <a:miter/>
            </a:ln>
          </p:spPr>
          <p:txBody>
            <a:bodyPr rtlCol="1" anchor="ctr"/>
            <a:lstStyle/>
            <a:p>
              <a:endParaRPr lang="ar-SA"/>
            </a:p>
          </p:txBody>
        </p:sp>
        <p:sp>
          <p:nvSpPr>
            <p:cNvPr id="9828" name="شكل حر: شكل 10924">
              <a:extLst>
                <a:ext uri="{FF2B5EF4-FFF2-40B4-BE49-F238E27FC236}">
                  <a16:creationId xmlns:a16="http://schemas.microsoft.com/office/drawing/2014/main" id="{F501D075-06F4-9508-6499-DA017F5DA2B4}"/>
                </a:ext>
              </a:extLst>
            </p:cNvPr>
            <p:cNvSpPr/>
            <p:nvPr/>
          </p:nvSpPr>
          <p:spPr>
            <a:xfrm>
              <a:off x="9284602" y="4709875"/>
              <a:ext cx="67732" cy="2824"/>
            </a:xfrm>
            <a:custGeom>
              <a:avLst/>
              <a:gdLst>
                <a:gd name="connsiteX0" fmla="*/ 67733 w 67732"/>
                <a:gd name="connsiteY0" fmla="*/ 0 h 2824"/>
                <a:gd name="connsiteX1" fmla="*/ 0 w 67732"/>
                <a:gd name="connsiteY1" fmla="*/ 0 h 2824"/>
              </a:gdLst>
              <a:ahLst/>
              <a:cxnLst>
                <a:cxn ang="0">
                  <a:pos x="connsiteX0" y="connsiteY0"/>
                </a:cxn>
                <a:cxn ang="0">
                  <a:pos x="connsiteX1" y="connsiteY1"/>
                </a:cxn>
              </a:cxnLst>
              <a:rect l="l" t="t" r="r" b="b"/>
              <a:pathLst>
                <a:path w="67732" h="2824">
                  <a:moveTo>
                    <a:pt x="67733" y="0"/>
                  </a:moveTo>
                  <a:lnTo>
                    <a:pt x="0" y="0"/>
                  </a:lnTo>
                </a:path>
              </a:pathLst>
            </a:custGeom>
            <a:ln w="8472" cap="flat">
              <a:solidFill>
                <a:srgbClr val="01355A"/>
              </a:solidFill>
              <a:prstDash val="solid"/>
              <a:miter/>
            </a:ln>
          </p:spPr>
          <p:txBody>
            <a:bodyPr rtlCol="1" anchor="ctr"/>
            <a:lstStyle/>
            <a:p>
              <a:endParaRPr lang="ar-SA"/>
            </a:p>
          </p:txBody>
        </p:sp>
      </p:grpSp>
      <p:grpSp>
        <p:nvGrpSpPr>
          <p:cNvPr id="9829" name="رسم 8014">
            <a:extLst>
              <a:ext uri="{FF2B5EF4-FFF2-40B4-BE49-F238E27FC236}">
                <a16:creationId xmlns:a16="http://schemas.microsoft.com/office/drawing/2014/main" id="{5F41F583-7FFE-10BF-534F-ADBB8E159296}"/>
              </a:ext>
            </a:extLst>
          </p:cNvPr>
          <p:cNvGrpSpPr/>
          <p:nvPr/>
        </p:nvGrpSpPr>
        <p:grpSpPr>
          <a:xfrm>
            <a:off x="9454422" y="5706585"/>
            <a:ext cx="254007" cy="273544"/>
            <a:chOff x="8782098" y="5949653"/>
            <a:chExt cx="303615" cy="347052"/>
          </a:xfrm>
          <a:noFill/>
        </p:grpSpPr>
        <p:grpSp>
          <p:nvGrpSpPr>
            <p:cNvPr id="9830" name="رسم 8014">
              <a:extLst>
                <a:ext uri="{FF2B5EF4-FFF2-40B4-BE49-F238E27FC236}">
                  <a16:creationId xmlns:a16="http://schemas.microsoft.com/office/drawing/2014/main" id="{D45CDCA3-3155-609E-536C-845934C7A6B1}"/>
                </a:ext>
              </a:extLst>
            </p:cNvPr>
            <p:cNvGrpSpPr/>
            <p:nvPr/>
          </p:nvGrpSpPr>
          <p:grpSpPr>
            <a:xfrm>
              <a:off x="8782098" y="6096845"/>
              <a:ext cx="137121" cy="199860"/>
              <a:chOff x="8782098" y="6096845"/>
              <a:chExt cx="137121" cy="199860"/>
            </a:xfrm>
            <a:noFill/>
          </p:grpSpPr>
          <p:grpSp>
            <p:nvGrpSpPr>
              <p:cNvPr id="9841" name="رسم 8014">
                <a:extLst>
                  <a:ext uri="{FF2B5EF4-FFF2-40B4-BE49-F238E27FC236}">
                    <a16:creationId xmlns:a16="http://schemas.microsoft.com/office/drawing/2014/main" id="{5F16AAFB-80B2-F994-3D6E-21667F90FB81}"/>
                  </a:ext>
                </a:extLst>
              </p:cNvPr>
              <p:cNvGrpSpPr/>
              <p:nvPr/>
            </p:nvGrpSpPr>
            <p:grpSpPr>
              <a:xfrm>
                <a:off x="8782098" y="6096845"/>
                <a:ext cx="120512" cy="199860"/>
                <a:chOff x="8782098" y="6096845"/>
                <a:chExt cx="120512" cy="199860"/>
              </a:xfrm>
              <a:noFill/>
            </p:grpSpPr>
            <p:sp>
              <p:nvSpPr>
                <p:cNvPr id="9846" name="شكل حر: شكل 10928">
                  <a:extLst>
                    <a:ext uri="{FF2B5EF4-FFF2-40B4-BE49-F238E27FC236}">
                      <a16:creationId xmlns:a16="http://schemas.microsoft.com/office/drawing/2014/main" id="{4E7A4D93-39FD-DCA1-837F-3E036D64A4FC}"/>
                    </a:ext>
                  </a:extLst>
                </p:cNvPr>
                <p:cNvSpPr/>
                <p:nvPr/>
              </p:nvSpPr>
              <p:spPr>
                <a:xfrm rot="-4603200">
                  <a:off x="8788157" y="6102905"/>
                  <a:ext cx="59710" cy="59710"/>
                </a:xfrm>
                <a:custGeom>
                  <a:avLst/>
                  <a:gdLst>
                    <a:gd name="connsiteX0" fmla="*/ 59711 w 59710"/>
                    <a:gd name="connsiteY0" fmla="*/ 29856 h 59710"/>
                    <a:gd name="connsiteX1" fmla="*/ 29855 w 59710"/>
                    <a:gd name="connsiteY1" fmla="*/ 59711 h 59710"/>
                    <a:gd name="connsiteX2" fmla="*/ 0 w 59710"/>
                    <a:gd name="connsiteY2" fmla="*/ 29856 h 59710"/>
                    <a:gd name="connsiteX3" fmla="*/ 29855 w 59710"/>
                    <a:gd name="connsiteY3" fmla="*/ 0 h 59710"/>
                    <a:gd name="connsiteX4" fmla="*/ 59711 w 59710"/>
                    <a:gd name="connsiteY4" fmla="*/ 29856 h 5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710" h="59710">
                      <a:moveTo>
                        <a:pt x="59711" y="29856"/>
                      </a:moveTo>
                      <a:cubicBezTo>
                        <a:pt x="59711" y="46344"/>
                        <a:pt x="46344" y="59711"/>
                        <a:pt x="29855" y="59711"/>
                      </a:cubicBezTo>
                      <a:cubicBezTo>
                        <a:pt x="13367" y="59711"/>
                        <a:pt x="0" y="46344"/>
                        <a:pt x="0" y="29856"/>
                      </a:cubicBezTo>
                      <a:cubicBezTo>
                        <a:pt x="0" y="13367"/>
                        <a:pt x="13367" y="0"/>
                        <a:pt x="29855" y="0"/>
                      </a:cubicBezTo>
                      <a:cubicBezTo>
                        <a:pt x="46344" y="0"/>
                        <a:pt x="59711" y="13367"/>
                        <a:pt x="59711" y="29856"/>
                      </a:cubicBezTo>
                      <a:close/>
                    </a:path>
                  </a:pathLst>
                </a:custGeom>
                <a:noFill/>
                <a:ln w="8472" cap="flat">
                  <a:solidFill>
                    <a:srgbClr val="01355A"/>
                  </a:solidFill>
                  <a:prstDash val="solid"/>
                  <a:miter/>
                </a:ln>
              </p:spPr>
              <p:txBody>
                <a:bodyPr rtlCol="1" anchor="ctr"/>
                <a:lstStyle/>
                <a:p>
                  <a:endParaRPr lang="ar-SA"/>
                </a:p>
              </p:txBody>
            </p:sp>
            <p:sp>
              <p:nvSpPr>
                <p:cNvPr id="9847" name="شكل حر: شكل 10929">
                  <a:extLst>
                    <a:ext uri="{FF2B5EF4-FFF2-40B4-BE49-F238E27FC236}">
                      <a16:creationId xmlns:a16="http://schemas.microsoft.com/office/drawing/2014/main" id="{C5B20377-11C4-96C2-3E1C-56DC13478EDD}"/>
                    </a:ext>
                  </a:extLst>
                </p:cNvPr>
                <p:cNvSpPr/>
                <p:nvPr/>
              </p:nvSpPr>
              <p:spPr>
                <a:xfrm>
                  <a:off x="8818270" y="6208834"/>
                  <a:ext cx="84340" cy="34515"/>
                </a:xfrm>
                <a:custGeom>
                  <a:avLst/>
                  <a:gdLst>
                    <a:gd name="connsiteX0" fmla="*/ 0 w 84340"/>
                    <a:gd name="connsiteY0" fmla="*/ 0 h 34515"/>
                    <a:gd name="connsiteX1" fmla="*/ 0 w 84340"/>
                    <a:gd name="connsiteY1" fmla="*/ 12457 h 34515"/>
                    <a:gd name="connsiteX2" fmla="*/ 22060 w 84340"/>
                    <a:gd name="connsiteY2" fmla="*/ 34516 h 34515"/>
                    <a:gd name="connsiteX3" fmla="*/ 84341 w 84340"/>
                    <a:gd name="connsiteY3" fmla="*/ 34516 h 34515"/>
                  </a:gdLst>
                  <a:ahLst/>
                  <a:cxnLst>
                    <a:cxn ang="0">
                      <a:pos x="connsiteX0" y="connsiteY0"/>
                    </a:cxn>
                    <a:cxn ang="0">
                      <a:pos x="connsiteX1" y="connsiteY1"/>
                    </a:cxn>
                    <a:cxn ang="0">
                      <a:pos x="connsiteX2" y="connsiteY2"/>
                    </a:cxn>
                    <a:cxn ang="0">
                      <a:pos x="connsiteX3" y="connsiteY3"/>
                    </a:cxn>
                  </a:cxnLst>
                  <a:rect l="l" t="t" r="r" b="b"/>
                  <a:pathLst>
                    <a:path w="84340" h="34515">
                      <a:moveTo>
                        <a:pt x="0" y="0"/>
                      </a:moveTo>
                      <a:lnTo>
                        <a:pt x="0" y="12457"/>
                      </a:lnTo>
                      <a:cubicBezTo>
                        <a:pt x="0" y="24630"/>
                        <a:pt x="9858" y="34516"/>
                        <a:pt x="22060" y="34516"/>
                      </a:cubicBezTo>
                      <a:lnTo>
                        <a:pt x="84341" y="34516"/>
                      </a:lnTo>
                    </a:path>
                  </a:pathLst>
                </a:custGeom>
                <a:noFill/>
                <a:ln w="8472" cap="flat">
                  <a:solidFill>
                    <a:srgbClr val="01355A"/>
                  </a:solidFill>
                  <a:prstDash val="solid"/>
                  <a:miter/>
                </a:ln>
              </p:spPr>
              <p:txBody>
                <a:bodyPr rtlCol="1" anchor="ctr"/>
                <a:lstStyle/>
                <a:p>
                  <a:endParaRPr lang="ar-SA"/>
                </a:p>
              </p:txBody>
            </p:sp>
            <p:sp>
              <p:nvSpPr>
                <p:cNvPr id="9848" name="شكل حر: شكل 10930">
                  <a:extLst>
                    <a:ext uri="{FF2B5EF4-FFF2-40B4-BE49-F238E27FC236}">
                      <a16:creationId xmlns:a16="http://schemas.microsoft.com/office/drawing/2014/main" id="{B5573E82-70DF-2E96-E579-E1A56D1936B6}"/>
                    </a:ext>
                  </a:extLst>
                </p:cNvPr>
                <p:cNvSpPr/>
                <p:nvPr/>
              </p:nvSpPr>
              <p:spPr>
                <a:xfrm>
                  <a:off x="8839652" y="6260777"/>
                  <a:ext cx="11947" cy="35928"/>
                </a:xfrm>
                <a:custGeom>
                  <a:avLst/>
                  <a:gdLst>
                    <a:gd name="connsiteX0" fmla="*/ 0 w 11947"/>
                    <a:gd name="connsiteY0" fmla="*/ 35928 h 35928"/>
                    <a:gd name="connsiteX1" fmla="*/ 0 w 11947"/>
                    <a:gd name="connsiteY1" fmla="*/ 35928 h 35928"/>
                    <a:gd name="connsiteX2" fmla="*/ 11948 w 11947"/>
                    <a:gd name="connsiteY2" fmla="*/ 0 h 35928"/>
                  </a:gdLst>
                  <a:ahLst/>
                  <a:cxnLst>
                    <a:cxn ang="0">
                      <a:pos x="connsiteX0" y="connsiteY0"/>
                    </a:cxn>
                    <a:cxn ang="0">
                      <a:pos x="connsiteX1" y="connsiteY1"/>
                    </a:cxn>
                    <a:cxn ang="0">
                      <a:pos x="connsiteX2" y="connsiteY2"/>
                    </a:cxn>
                  </a:cxnLst>
                  <a:rect l="l" t="t" r="r" b="b"/>
                  <a:pathLst>
                    <a:path w="11947" h="35928">
                      <a:moveTo>
                        <a:pt x="0" y="35928"/>
                      </a:moveTo>
                      <a:lnTo>
                        <a:pt x="0" y="35928"/>
                      </a:lnTo>
                      <a:cubicBezTo>
                        <a:pt x="5988" y="24687"/>
                        <a:pt x="10027" y="12513"/>
                        <a:pt x="11948" y="0"/>
                      </a:cubicBezTo>
                    </a:path>
                  </a:pathLst>
                </a:custGeom>
                <a:noFill/>
                <a:ln w="8472" cap="flat">
                  <a:solidFill>
                    <a:srgbClr val="01355A"/>
                  </a:solidFill>
                  <a:prstDash val="solid"/>
                  <a:miter/>
                </a:ln>
              </p:spPr>
              <p:txBody>
                <a:bodyPr rtlCol="1" anchor="ctr"/>
                <a:lstStyle/>
                <a:p>
                  <a:endParaRPr lang="ar-SA"/>
                </a:p>
              </p:txBody>
            </p:sp>
            <p:sp>
              <p:nvSpPr>
                <p:cNvPr id="9849" name="شكل حر: شكل 10931">
                  <a:extLst>
                    <a:ext uri="{FF2B5EF4-FFF2-40B4-BE49-F238E27FC236}">
                      <a16:creationId xmlns:a16="http://schemas.microsoft.com/office/drawing/2014/main" id="{F8FA1DA8-839F-BAEC-6A56-7495730047D7}"/>
                    </a:ext>
                  </a:extLst>
                </p:cNvPr>
                <p:cNvSpPr/>
                <p:nvPr/>
              </p:nvSpPr>
              <p:spPr>
                <a:xfrm>
                  <a:off x="8783669" y="6178159"/>
                  <a:ext cx="69201" cy="118546"/>
                </a:xfrm>
                <a:custGeom>
                  <a:avLst/>
                  <a:gdLst>
                    <a:gd name="connsiteX0" fmla="*/ 69201 w 69201"/>
                    <a:gd name="connsiteY0" fmla="*/ 48949 h 118546"/>
                    <a:gd name="connsiteX1" fmla="*/ 69201 w 69201"/>
                    <a:gd name="connsiteY1" fmla="*/ 34601 h 118546"/>
                    <a:gd name="connsiteX2" fmla="*/ 34601 w 69201"/>
                    <a:gd name="connsiteY2" fmla="*/ 0 h 118546"/>
                    <a:gd name="connsiteX3" fmla="*/ 34601 w 69201"/>
                    <a:gd name="connsiteY3" fmla="*/ 0 h 118546"/>
                    <a:gd name="connsiteX4" fmla="*/ 0 w 69201"/>
                    <a:gd name="connsiteY4" fmla="*/ 34601 h 118546"/>
                    <a:gd name="connsiteX5" fmla="*/ 0 w 69201"/>
                    <a:gd name="connsiteY5" fmla="*/ 65586 h 118546"/>
                    <a:gd name="connsiteX6" fmla="*/ 13219 w 69201"/>
                    <a:gd name="connsiteY6" fmla="*/ 118546 h 118546"/>
                    <a:gd name="connsiteX7" fmla="*/ 13219 w 69201"/>
                    <a:gd name="connsiteY7" fmla="*/ 118546 h 118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01" h="118546">
                      <a:moveTo>
                        <a:pt x="69201" y="48949"/>
                      </a:moveTo>
                      <a:lnTo>
                        <a:pt x="69201" y="34601"/>
                      </a:lnTo>
                      <a:cubicBezTo>
                        <a:pt x="69201" y="15507"/>
                        <a:pt x="53723" y="0"/>
                        <a:pt x="34601" y="0"/>
                      </a:cubicBezTo>
                      <a:lnTo>
                        <a:pt x="34601" y="0"/>
                      </a:lnTo>
                      <a:cubicBezTo>
                        <a:pt x="15507" y="0"/>
                        <a:pt x="0" y="15478"/>
                        <a:pt x="0" y="34601"/>
                      </a:cubicBezTo>
                      <a:lnTo>
                        <a:pt x="0" y="65586"/>
                      </a:lnTo>
                      <a:cubicBezTo>
                        <a:pt x="0" y="84059"/>
                        <a:pt x="4547" y="102248"/>
                        <a:pt x="13219" y="118546"/>
                      </a:cubicBezTo>
                      <a:lnTo>
                        <a:pt x="13219" y="118546"/>
                      </a:lnTo>
                    </a:path>
                  </a:pathLst>
                </a:custGeom>
                <a:noFill/>
                <a:ln w="8472" cap="flat">
                  <a:solidFill>
                    <a:srgbClr val="01355A"/>
                  </a:solidFill>
                  <a:prstDash val="solid"/>
                  <a:miter/>
                </a:ln>
              </p:spPr>
              <p:txBody>
                <a:bodyPr rtlCol="1" anchor="ctr"/>
                <a:lstStyle/>
                <a:p>
                  <a:endParaRPr lang="ar-SA"/>
                </a:p>
              </p:txBody>
            </p:sp>
          </p:grpSp>
          <p:grpSp>
            <p:nvGrpSpPr>
              <p:cNvPr id="9842" name="رسم 8014">
                <a:extLst>
                  <a:ext uri="{FF2B5EF4-FFF2-40B4-BE49-F238E27FC236}">
                    <a16:creationId xmlns:a16="http://schemas.microsoft.com/office/drawing/2014/main" id="{FAC326AE-194B-5DD0-9358-C3A4CFDDC75F}"/>
                  </a:ext>
                </a:extLst>
              </p:cNvPr>
              <p:cNvGrpSpPr/>
              <p:nvPr/>
            </p:nvGrpSpPr>
            <p:grpSpPr>
              <a:xfrm>
                <a:off x="8872416" y="6103224"/>
                <a:ext cx="46802" cy="76770"/>
                <a:chOff x="8872416" y="6103224"/>
                <a:chExt cx="46802" cy="76770"/>
              </a:xfrm>
              <a:noFill/>
            </p:grpSpPr>
            <p:sp>
              <p:nvSpPr>
                <p:cNvPr id="9843" name="شكل حر: شكل 10933">
                  <a:extLst>
                    <a:ext uri="{FF2B5EF4-FFF2-40B4-BE49-F238E27FC236}">
                      <a16:creationId xmlns:a16="http://schemas.microsoft.com/office/drawing/2014/main" id="{E57FE05C-F60C-070B-5DED-ED2A28E96525}"/>
                    </a:ext>
                  </a:extLst>
                </p:cNvPr>
                <p:cNvSpPr/>
                <p:nvPr/>
              </p:nvSpPr>
              <p:spPr>
                <a:xfrm>
                  <a:off x="8903288" y="6103224"/>
                  <a:ext cx="15930" cy="76770"/>
                </a:xfrm>
                <a:custGeom>
                  <a:avLst/>
                  <a:gdLst>
                    <a:gd name="connsiteX0" fmla="*/ 0 w 15930"/>
                    <a:gd name="connsiteY0" fmla="*/ 76771 h 76770"/>
                    <a:gd name="connsiteX1" fmla="*/ 15931 w 15930"/>
                    <a:gd name="connsiteY1" fmla="*/ 38386 h 76770"/>
                    <a:gd name="connsiteX2" fmla="*/ 0 w 15930"/>
                    <a:gd name="connsiteY2" fmla="*/ 0 h 76770"/>
                  </a:gdLst>
                  <a:ahLst/>
                  <a:cxnLst>
                    <a:cxn ang="0">
                      <a:pos x="connsiteX0" y="connsiteY0"/>
                    </a:cxn>
                    <a:cxn ang="0">
                      <a:pos x="connsiteX1" y="connsiteY1"/>
                    </a:cxn>
                    <a:cxn ang="0">
                      <a:pos x="connsiteX2" y="connsiteY2"/>
                    </a:cxn>
                  </a:cxnLst>
                  <a:rect l="l" t="t" r="r" b="b"/>
                  <a:pathLst>
                    <a:path w="15930" h="76770">
                      <a:moveTo>
                        <a:pt x="0" y="76771"/>
                      </a:moveTo>
                      <a:cubicBezTo>
                        <a:pt x="9830" y="66942"/>
                        <a:pt x="15931" y="53355"/>
                        <a:pt x="15931" y="38386"/>
                      </a:cubicBezTo>
                      <a:cubicBezTo>
                        <a:pt x="15931" y="23416"/>
                        <a:pt x="9830" y="9829"/>
                        <a:pt x="0" y="0"/>
                      </a:cubicBezTo>
                    </a:path>
                  </a:pathLst>
                </a:custGeom>
                <a:noFill/>
                <a:ln w="8472" cap="flat">
                  <a:solidFill>
                    <a:srgbClr val="01355A"/>
                  </a:solidFill>
                  <a:prstDash val="solid"/>
                  <a:miter/>
                </a:ln>
              </p:spPr>
              <p:txBody>
                <a:bodyPr rtlCol="1" anchor="ctr"/>
                <a:lstStyle/>
                <a:p>
                  <a:endParaRPr lang="ar-SA"/>
                </a:p>
              </p:txBody>
            </p:sp>
            <p:sp>
              <p:nvSpPr>
                <p:cNvPr id="9844" name="شكل حر: شكل 10934">
                  <a:extLst>
                    <a:ext uri="{FF2B5EF4-FFF2-40B4-BE49-F238E27FC236}">
                      <a16:creationId xmlns:a16="http://schemas.microsoft.com/office/drawing/2014/main" id="{5EB608D6-9195-A106-3A3D-7B56DBB6CD70}"/>
                    </a:ext>
                  </a:extLst>
                </p:cNvPr>
                <p:cNvSpPr/>
                <p:nvPr/>
              </p:nvSpPr>
              <p:spPr>
                <a:xfrm>
                  <a:off x="8889053" y="6117460"/>
                  <a:ext cx="10026" cy="48299"/>
                </a:xfrm>
                <a:custGeom>
                  <a:avLst/>
                  <a:gdLst>
                    <a:gd name="connsiteX0" fmla="*/ 0 w 10026"/>
                    <a:gd name="connsiteY0" fmla="*/ 48299 h 48299"/>
                    <a:gd name="connsiteX1" fmla="*/ 10027 w 10026"/>
                    <a:gd name="connsiteY1" fmla="*/ 24150 h 48299"/>
                    <a:gd name="connsiteX2" fmla="*/ 0 w 10026"/>
                    <a:gd name="connsiteY2" fmla="*/ 0 h 48299"/>
                  </a:gdLst>
                  <a:ahLst/>
                  <a:cxnLst>
                    <a:cxn ang="0">
                      <a:pos x="connsiteX0" y="connsiteY0"/>
                    </a:cxn>
                    <a:cxn ang="0">
                      <a:pos x="connsiteX1" y="connsiteY1"/>
                    </a:cxn>
                    <a:cxn ang="0">
                      <a:pos x="connsiteX2" y="connsiteY2"/>
                    </a:cxn>
                  </a:cxnLst>
                  <a:rect l="l" t="t" r="r" b="b"/>
                  <a:pathLst>
                    <a:path w="10026" h="48299">
                      <a:moveTo>
                        <a:pt x="0" y="48299"/>
                      </a:moveTo>
                      <a:cubicBezTo>
                        <a:pt x="6186" y="42114"/>
                        <a:pt x="10027" y="33555"/>
                        <a:pt x="10027" y="24150"/>
                      </a:cubicBezTo>
                      <a:cubicBezTo>
                        <a:pt x="10027" y="14744"/>
                        <a:pt x="6186" y="6186"/>
                        <a:pt x="0" y="0"/>
                      </a:cubicBezTo>
                    </a:path>
                  </a:pathLst>
                </a:custGeom>
                <a:noFill/>
                <a:ln w="8472" cap="flat">
                  <a:solidFill>
                    <a:srgbClr val="01355A"/>
                  </a:solidFill>
                  <a:prstDash val="solid"/>
                  <a:miter/>
                </a:ln>
              </p:spPr>
              <p:txBody>
                <a:bodyPr rtlCol="1" anchor="ctr"/>
                <a:lstStyle/>
                <a:p>
                  <a:endParaRPr lang="ar-SA"/>
                </a:p>
              </p:txBody>
            </p:sp>
            <p:sp>
              <p:nvSpPr>
                <p:cNvPr id="9845" name="شكل حر: شكل 10935">
                  <a:extLst>
                    <a:ext uri="{FF2B5EF4-FFF2-40B4-BE49-F238E27FC236}">
                      <a16:creationId xmlns:a16="http://schemas.microsoft.com/office/drawing/2014/main" id="{CEE3A14E-0617-542B-D3AA-6C3784672DDE}"/>
                    </a:ext>
                  </a:extLst>
                </p:cNvPr>
                <p:cNvSpPr/>
                <p:nvPr/>
              </p:nvSpPr>
              <p:spPr>
                <a:xfrm>
                  <a:off x="8872416" y="6129521"/>
                  <a:ext cx="4999" cy="24177"/>
                </a:xfrm>
                <a:custGeom>
                  <a:avLst/>
                  <a:gdLst>
                    <a:gd name="connsiteX0" fmla="*/ 0 w 4999"/>
                    <a:gd name="connsiteY0" fmla="*/ 24178 h 24177"/>
                    <a:gd name="connsiteX1" fmla="*/ 5000 w 4999"/>
                    <a:gd name="connsiteY1" fmla="*/ 12089 h 24177"/>
                    <a:gd name="connsiteX2" fmla="*/ 0 w 4999"/>
                    <a:gd name="connsiteY2" fmla="*/ 0 h 24177"/>
                  </a:gdLst>
                  <a:ahLst/>
                  <a:cxnLst>
                    <a:cxn ang="0">
                      <a:pos x="connsiteX0" y="connsiteY0"/>
                    </a:cxn>
                    <a:cxn ang="0">
                      <a:pos x="connsiteX1" y="connsiteY1"/>
                    </a:cxn>
                    <a:cxn ang="0">
                      <a:pos x="connsiteX2" y="connsiteY2"/>
                    </a:cxn>
                  </a:cxnLst>
                  <a:rect l="l" t="t" r="r" b="b"/>
                  <a:pathLst>
                    <a:path w="4999" h="24177">
                      <a:moveTo>
                        <a:pt x="0" y="24178"/>
                      </a:moveTo>
                      <a:cubicBezTo>
                        <a:pt x="3107" y="21071"/>
                        <a:pt x="5000" y="16806"/>
                        <a:pt x="5000" y="12089"/>
                      </a:cubicBezTo>
                      <a:cubicBezTo>
                        <a:pt x="5000" y="7372"/>
                        <a:pt x="3079" y="3107"/>
                        <a:pt x="0" y="0"/>
                      </a:cubicBezTo>
                    </a:path>
                  </a:pathLst>
                </a:custGeom>
                <a:noFill/>
                <a:ln w="8472" cap="flat">
                  <a:solidFill>
                    <a:srgbClr val="01355A"/>
                  </a:solidFill>
                  <a:prstDash val="solid"/>
                  <a:miter/>
                </a:ln>
              </p:spPr>
              <p:txBody>
                <a:bodyPr rtlCol="1" anchor="ctr"/>
                <a:lstStyle/>
                <a:p>
                  <a:endParaRPr lang="ar-SA"/>
                </a:p>
              </p:txBody>
            </p:sp>
          </p:grpSp>
        </p:grpSp>
        <p:grpSp>
          <p:nvGrpSpPr>
            <p:cNvPr id="9831" name="رسم 8014">
              <a:extLst>
                <a:ext uri="{FF2B5EF4-FFF2-40B4-BE49-F238E27FC236}">
                  <a16:creationId xmlns:a16="http://schemas.microsoft.com/office/drawing/2014/main" id="{E6480C19-A18E-4844-EFEC-60AC8EE6E26C}"/>
                </a:ext>
              </a:extLst>
            </p:cNvPr>
            <p:cNvGrpSpPr/>
            <p:nvPr/>
          </p:nvGrpSpPr>
          <p:grpSpPr>
            <a:xfrm>
              <a:off x="8962378" y="6094055"/>
              <a:ext cx="123334" cy="202651"/>
              <a:chOff x="8962378" y="6094055"/>
              <a:chExt cx="123334" cy="202651"/>
            </a:xfrm>
            <a:noFill/>
          </p:grpSpPr>
          <p:sp>
            <p:nvSpPr>
              <p:cNvPr id="9837" name="شكل حر: شكل 10937">
                <a:extLst>
                  <a:ext uri="{FF2B5EF4-FFF2-40B4-BE49-F238E27FC236}">
                    <a16:creationId xmlns:a16="http://schemas.microsoft.com/office/drawing/2014/main" id="{02BFFD00-A07A-07C0-B188-6F6CC64EFAD1}"/>
                  </a:ext>
                </a:extLst>
              </p:cNvPr>
              <p:cNvSpPr/>
              <p:nvPr/>
            </p:nvSpPr>
            <p:spPr>
              <a:xfrm rot="-4050002">
                <a:off x="9016849" y="6103207"/>
                <a:ext cx="59710" cy="59710"/>
              </a:xfrm>
              <a:custGeom>
                <a:avLst/>
                <a:gdLst>
                  <a:gd name="connsiteX0" fmla="*/ 59711 w 59710"/>
                  <a:gd name="connsiteY0" fmla="*/ 29856 h 59710"/>
                  <a:gd name="connsiteX1" fmla="*/ 29855 w 59710"/>
                  <a:gd name="connsiteY1" fmla="*/ 59711 h 59710"/>
                  <a:gd name="connsiteX2" fmla="*/ 0 w 59710"/>
                  <a:gd name="connsiteY2" fmla="*/ 29856 h 59710"/>
                  <a:gd name="connsiteX3" fmla="*/ 29855 w 59710"/>
                  <a:gd name="connsiteY3" fmla="*/ 0 h 59710"/>
                  <a:gd name="connsiteX4" fmla="*/ 59711 w 59710"/>
                  <a:gd name="connsiteY4" fmla="*/ 29856 h 597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710" h="59710">
                    <a:moveTo>
                      <a:pt x="59711" y="29856"/>
                    </a:moveTo>
                    <a:cubicBezTo>
                      <a:pt x="59711" y="46344"/>
                      <a:pt x="46344" y="59711"/>
                      <a:pt x="29855" y="59711"/>
                    </a:cubicBezTo>
                    <a:cubicBezTo>
                      <a:pt x="13367" y="59711"/>
                      <a:pt x="0" y="46344"/>
                      <a:pt x="0" y="29856"/>
                    </a:cubicBezTo>
                    <a:cubicBezTo>
                      <a:pt x="0" y="13367"/>
                      <a:pt x="13367" y="0"/>
                      <a:pt x="29855" y="0"/>
                    </a:cubicBezTo>
                    <a:cubicBezTo>
                      <a:pt x="46344" y="0"/>
                      <a:pt x="59711" y="13367"/>
                      <a:pt x="59711" y="29856"/>
                    </a:cubicBezTo>
                    <a:close/>
                  </a:path>
                </a:pathLst>
              </a:custGeom>
              <a:noFill/>
              <a:ln w="8472" cap="flat">
                <a:solidFill>
                  <a:srgbClr val="01355A"/>
                </a:solidFill>
                <a:prstDash val="solid"/>
                <a:miter/>
              </a:ln>
            </p:spPr>
            <p:txBody>
              <a:bodyPr rtlCol="1" anchor="ctr"/>
              <a:lstStyle/>
              <a:p>
                <a:endParaRPr lang="ar-SA"/>
              </a:p>
            </p:txBody>
          </p:sp>
          <p:sp>
            <p:nvSpPr>
              <p:cNvPr id="9838" name="شكل حر: شكل 10938">
                <a:extLst>
                  <a:ext uri="{FF2B5EF4-FFF2-40B4-BE49-F238E27FC236}">
                    <a16:creationId xmlns:a16="http://schemas.microsoft.com/office/drawing/2014/main" id="{8B25B7D3-AB6F-7905-19D2-A8E12AEBEA07}"/>
                  </a:ext>
                </a:extLst>
              </p:cNvPr>
              <p:cNvSpPr/>
              <p:nvPr/>
            </p:nvSpPr>
            <p:spPr>
              <a:xfrm>
                <a:off x="8962378" y="6208834"/>
                <a:ext cx="84340" cy="34515"/>
              </a:xfrm>
              <a:custGeom>
                <a:avLst/>
                <a:gdLst>
                  <a:gd name="connsiteX0" fmla="*/ 84341 w 84340"/>
                  <a:gd name="connsiteY0" fmla="*/ 0 h 34515"/>
                  <a:gd name="connsiteX1" fmla="*/ 84341 w 84340"/>
                  <a:gd name="connsiteY1" fmla="*/ 12457 h 34515"/>
                  <a:gd name="connsiteX2" fmla="*/ 62281 w 84340"/>
                  <a:gd name="connsiteY2" fmla="*/ 34516 h 34515"/>
                  <a:gd name="connsiteX3" fmla="*/ 0 w 84340"/>
                  <a:gd name="connsiteY3" fmla="*/ 34516 h 34515"/>
                </a:gdLst>
                <a:ahLst/>
                <a:cxnLst>
                  <a:cxn ang="0">
                    <a:pos x="connsiteX0" y="connsiteY0"/>
                  </a:cxn>
                  <a:cxn ang="0">
                    <a:pos x="connsiteX1" y="connsiteY1"/>
                  </a:cxn>
                  <a:cxn ang="0">
                    <a:pos x="connsiteX2" y="connsiteY2"/>
                  </a:cxn>
                  <a:cxn ang="0">
                    <a:pos x="connsiteX3" y="connsiteY3"/>
                  </a:cxn>
                </a:cxnLst>
                <a:rect l="l" t="t" r="r" b="b"/>
                <a:pathLst>
                  <a:path w="84340" h="34515">
                    <a:moveTo>
                      <a:pt x="84341" y="0"/>
                    </a:moveTo>
                    <a:lnTo>
                      <a:pt x="84341" y="12457"/>
                    </a:lnTo>
                    <a:cubicBezTo>
                      <a:pt x="84341" y="24630"/>
                      <a:pt x="74483" y="34516"/>
                      <a:pt x="62281" y="34516"/>
                    </a:cubicBezTo>
                    <a:lnTo>
                      <a:pt x="0" y="34516"/>
                    </a:lnTo>
                  </a:path>
                </a:pathLst>
              </a:custGeom>
              <a:noFill/>
              <a:ln w="8472" cap="flat">
                <a:solidFill>
                  <a:srgbClr val="01355A"/>
                </a:solidFill>
                <a:prstDash val="solid"/>
                <a:miter/>
              </a:ln>
            </p:spPr>
            <p:txBody>
              <a:bodyPr rtlCol="1" anchor="ctr"/>
              <a:lstStyle/>
              <a:p>
                <a:endParaRPr lang="ar-SA"/>
              </a:p>
            </p:txBody>
          </p:sp>
          <p:sp>
            <p:nvSpPr>
              <p:cNvPr id="9839" name="شكل حر: شكل 10939">
                <a:extLst>
                  <a:ext uri="{FF2B5EF4-FFF2-40B4-BE49-F238E27FC236}">
                    <a16:creationId xmlns:a16="http://schemas.microsoft.com/office/drawing/2014/main" id="{E737ADF7-5F81-7958-34DC-78961110E6D4}"/>
                  </a:ext>
                </a:extLst>
              </p:cNvPr>
              <p:cNvSpPr/>
              <p:nvPr/>
            </p:nvSpPr>
            <p:spPr>
              <a:xfrm>
                <a:off x="9013390" y="6260777"/>
                <a:ext cx="11947" cy="35928"/>
              </a:xfrm>
              <a:custGeom>
                <a:avLst/>
                <a:gdLst>
                  <a:gd name="connsiteX0" fmla="*/ 11948 w 11947"/>
                  <a:gd name="connsiteY0" fmla="*/ 35928 h 35928"/>
                  <a:gd name="connsiteX1" fmla="*/ 11948 w 11947"/>
                  <a:gd name="connsiteY1" fmla="*/ 35928 h 35928"/>
                  <a:gd name="connsiteX2" fmla="*/ 0 w 11947"/>
                  <a:gd name="connsiteY2" fmla="*/ 0 h 35928"/>
                </a:gdLst>
                <a:ahLst/>
                <a:cxnLst>
                  <a:cxn ang="0">
                    <a:pos x="connsiteX0" y="connsiteY0"/>
                  </a:cxn>
                  <a:cxn ang="0">
                    <a:pos x="connsiteX1" y="connsiteY1"/>
                  </a:cxn>
                  <a:cxn ang="0">
                    <a:pos x="connsiteX2" y="connsiteY2"/>
                  </a:cxn>
                </a:cxnLst>
                <a:rect l="l" t="t" r="r" b="b"/>
                <a:pathLst>
                  <a:path w="11947" h="35928">
                    <a:moveTo>
                      <a:pt x="11948" y="35928"/>
                    </a:moveTo>
                    <a:lnTo>
                      <a:pt x="11948" y="35928"/>
                    </a:lnTo>
                    <a:cubicBezTo>
                      <a:pt x="5959" y="24687"/>
                      <a:pt x="1920" y="12513"/>
                      <a:pt x="0" y="0"/>
                    </a:cubicBezTo>
                  </a:path>
                </a:pathLst>
              </a:custGeom>
              <a:noFill/>
              <a:ln w="8472" cap="flat">
                <a:solidFill>
                  <a:srgbClr val="01355A"/>
                </a:solidFill>
                <a:prstDash val="solid"/>
                <a:miter/>
              </a:ln>
            </p:spPr>
            <p:txBody>
              <a:bodyPr rtlCol="1" anchor="ctr"/>
              <a:lstStyle/>
              <a:p>
                <a:endParaRPr lang="ar-SA"/>
              </a:p>
            </p:txBody>
          </p:sp>
          <p:sp>
            <p:nvSpPr>
              <p:cNvPr id="9840" name="شكل حر: شكل 10940">
                <a:extLst>
                  <a:ext uri="{FF2B5EF4-FFF2-40B4-BE49-F238E27FC236}">
                    <a16:creationId xmlns:a16="http://schemas.microsoft.com/office/drawing/2014/main" id="{94B84B99-50DB-E25E-44D6-66807405E24F}"/>
                  </a:ext>
                </a:extLst>
              </p:cNvPr>
              <p:cNvSpPr/>
              <p:nvPr/>
            </p:nvSpPr>
            <p:spPr>
              <a:xfrm>
                <a:off x="9012118" y="6178159"/>
                <a:ext cx="69201" cy="118546"/>
              </a:xfrm>
              <a:custGeom>
                <a:avLst/>
                <a:gdLst>
                  <a:gd name="connsiteX0" fmla="*/ 0 w 69201"/>
                  <a:gd name="connsiteY0" fmla="*/ 48949 h 118546"/>
                  <a:gd name="connsiteX1" fmla="*/ 0 w 69201"/>
                  <a:gd name="connsiteY1" fmla="*/ 34601 h 118546"/>
                  <a:gd name="connsiteX2" fmla="*/ 34601 w 69201"/>
                  <a:gd name="connsiteY2" fmla="*/ 0 h 118546"/>
                  <a:gd name="connsiteX3" fmla="*/ 34601 w 69201"/>
                  <a:gd name="connsiteY3" fmla="*/ 0 h 118546"/>
                  <a:gd name="connsiteX4" fmla="*/ 69201 w 69201"/>
                  <a:gd name="connsiteY4" fmla="*/ 34601 h 118546"/>
                  <a:gd name="connsiteX5" fmla="*/ 69201 w 69201"/>
                  <a:gd name="connsiteY5" fmla="*/ 65586 h 118546"/>
                  <a:gd name="connsiteX6" fmla="*/ 55983 w 69201"/>
                  <a:gd name="connsiteY6" fmla="*/ 118546 h 118546"/>
                  <a:gd name="connsiteX7" fmla="*/ 55983 w 69201"/>
                  <a:gd name="connsiteY7" fmla="*/ 118546 h 118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201" h="118546">
                    <a:moveTo>
                      <a:pt x="0" y="48949"/>
                    </a:moveTo>
                    <a:lnTo>
                      <a:pt x="0" y="34601"/>
                    </a:lnTo>
                    <a:cubicBezTo>
                      <a:pt x="0" y="15507"/>
                      <a:pt x="15478" y="0"/>
                      <a:pt x="34601" y="0"/>
                    </a:cubicBezTo>
                    <a:lnTo>
                      <a:pt x="34601" y="0"/>
                    </a:lnTo>
                    <a:cubicBezTo>
                      <a:pt x="53695" y="0"/>
                      <a:pt x="69201" y="15478"/>
                      <a:pt x="69201" y="34601"/>
                    </a:cubicBezTo>
                    <a:lnTo>
                      <a:pt x="69201" y="65586"/>
                    </a:lnTo>
                    <a:cubicBezTo>
                      <a:pt x="69201" y="84059"/>
                      <a:pt x="64654" y="102248"/>
                      <a:pt x="55983" y="118546"/>
                    </a:cubicBezTo>
                    <a:lnTo>
                      <a:pt x="55983" y="118546"/>
                    </a:lnTo>
                  </a:path>
                </a:pathLst>
              </a:custGeom>
              <a:noFill/>
              <a:ln w="8472" cap="flat">
                <a:solidFill>
                  <a:srgbClr val="01355A"/>
                </a:solidFill>
                <a:prstDash val="solid"/>
                <a:miter/>
              </a:ln>
            </p:spPr>
            <p:txBody>
              <a:bodyPr rtlCol="1" anchor="ctr"/>
              <a:lstStyle/>
              <a:p>
                <a:endParaRPr lang="ar-SA"/>
              </a:p>
            </p:txBody>
          </p:sp>
        </p:grpSp>
        <p:sp>
          <p:nvSpPr>
            <p:cNvPr id="9832" name="شكل حر: شكل 10941">
              <a:extLst>
                <a:ext uri="{FF2B5EF4-FFF2-40B4-BE49-F238E27FC236}">
                  <a16:creationId xmlns:a16="http://schemas.microsoft.com/office/drawing/2014/main" id="{6EB4D95B-FE05-4D54-4233-4657F2EEC9F9}"/>
                </a:ext>
              </a:extLst>
            </p:cNvPr>
            <p:cNvSpPr/>
            <p:nvPr/>
          </p:nvSpPr>
          <p:spPr>
            <a:xfrm>
              <a:off x="8901481" y="5949653"/>
              <a:ext cx="146283" cy="136651"/>
            </a:xfrm>
            <a:custGeom>
              <a:avLst/>
              <a:gdLst>
                <a:gd name="connsiteX0" fmla="*/ 120213 w 146283"/>
                <a:gd name="connsiteY0" fmla="*/ 111344 h 136651"/>
                <a:gd name="connsiteX1" fmla="*/ 146283 w 146283"/>
                <a:gd name="connsiteY1" fmla="*/ 136652 h 136651"/>
                <a:gd name="connsiteX2" fmla="*/ 146283 w 146283"/>
                <a:gd name="connsiteY2" fmla="*/ 27031 h 136651"/>
                <a:gd name="connsiteX3" fmla="*/ 119252 w 146283"/>
                <a:gd name="connsiteY3" fmla="*/ 0 h 136651"/>
                <a:gd name="connsiteX4" fmla="*/ 27031 w 146283"/>
                <a:gd name="connsiteY4" fmla="*/ 0 h 136651"/>
                <a:gd name="connsiteX5" fmla="*/ 0 w 146283"/>
                <a:gd name="connsiteY5" fmla="*/ 27031 h 136651"/>
                <a:gd name="connsiteX6" fmla="*/ 0 w 146283"/>
                <a:gd name="connsiteY6" fmla="*/ 84341 h 136651"/>
                <a:gd name="connsiteX7" fmla="*/ 27031 w 146283"/>
                <a:gd name="connsiteY7" fmla="*/ 111372 h 136651"/>
                <a:gd name="connsiteX8" fmla="*/ 120213 w 146283"/>
                <a:gd name="connsiteY8" fmla="*/ 111372 h 136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6283" h="136651">
                  <a:moveTo>
                    <a:pt x="120213" y="111344"/>
                  </a:moveTo>
                  <a:lnTo>
                    <a:pt x="146283" y="136652"/>
                  </a:lnTo>
                  <a:lnTo>
                    <a:pt x="146283" y="27031"/>
                  </a:lnTo>
                  <a:cubicBezTo>
                    <a:pt x="146283" y="12117"/>
                    <a:pt x="134194" y="0"/>
                    <a:pt x="119252" y="0"/>
                  </a:cubicBezTo>
                  <a:lnTo>
                    <a:pt x="27031" y="0"/>
                  </a:lnTo>
                  <a:cubicBezTo>
                    <a:pt x="12117" y="0"/>
                    <a:pt x="0" y="12089"/>
                    <a:pt x="0" y="27031"/>
                  </a:cubicBezTo>
                  <a:lnTo>
                    <a:pt x="0" y="84341"/>
                  </a:lnTo>
                  <a:cubicBezTo>
                    <a:pt x="0" y="99255"/>
                    <a:pt x="12089" y="111372"/>
                    <a:pt x="27031" y="111372"/>
                  </a:cubicBezTo>
                  <a:lnTo>
                    <a:pt x="120213" y="111372"/>
                  </a:lnTo>
                  <a:close/>
                </a:path>
              </a:pathLst>
            </a:custGeom>
            <a:noFill/>
            <a:ln w="8472" cap="flat">
              <a:solidFill>
                <a:srgbClr val="17A3A3"/>
              </a:solidFill>
              <a:prstDash val="solid"/>
              <a:miter/>
            </a:ln>
          </p:spPr>
          <p:txBody>
            <a:bodyPr rtlCol="1" anchor="ctr"/>
            <a:lstStyle/>
            <a:p>
              <a:endParaRPr lang="ar-SA"/>
            </a:p>
          </p:txBody>
        </p:sp>
        <p:grpSp>
          <p:nvGrpSpPr>
            <p:cNvPr id="9833" name="رسم 8014">
              <a:extLst>
                <a:ext uri="{FF2B5EF4-FFF2-40B4-BE49-F238E27FC236}">
                  <a16:creationId xmlns:a16="http://schemas.microsoft.com/office/drawing/2014/main" id="{C5777558-EA94-D3A9-1F65-1E2CAB2AAB7A}"/>
                </a:ext>
              </a:extLst>
            </p:cNvPr>
            <p:cNvGrpSpPr/>
            <p:nvPr/>
          </p:nvGrpSpPr>
          <p:grpSpPr>
            <a:xfrm>
              <a:off x="8960401" y="5966827"/>
              <a:ext cx="28414" cy="72845"/>
              <a:chOff x="8960401" y="5966827"/>
              <a:chExt cx="28414" cy="72845"/>
            </a:xfrm>
            <a:noFill/>
          </p:grpSpPr>
          <p:sp>
            <p:nvSpPr>
              <p:cNvPr id="9834" name="شكل حر: شكل 10943">
                <a:extLst>
                  <a:ext uri="{FF2B5EF4-FFF2-40B4-BE49-F238E27FC236}">
                    <a16:creationId xmlns:a16="http://schemas.microsoft.com/office/drawing/2014/main" id="{D6B2EB0F-4534-2A6D-0F9D-C43CA65E2C78}"/>
                  </a:ext>
                </a:extLst>
              </p:cNvPr>
              <p:cNvSpPr/>
              <p:nvPr/>
            </p:nvSpPr>
            <p:spPr>
              <a:xfrm>
                <a:off x="8960401" y="5974792"/>
                <a:ext cx="28414" cy="56829"/>
              </a:xfrm>
              <a:custGeom>
                <a:avLst/>
                <a:gdLst>
                  <a:gd name="connsiteX0" fmla="*/ 0 w 28414"/>
                  <a:gd name="connsiteY0" fmla="*/ 42622 h 56829"/>
                  <a:gd name="connsiteX1" fmla="*/ 14207 w 28414"/>
                  <a:gd name="connsiteY1" fmla="*/ 56830 h 56829"/>
                  <a:gd name="connsiteX2" fmla="*/ 28414 w 28414"/>
                  <a:gd name="connsiteY2" fmla="*/ 42622 h 56829"/>
                  <a:gd name="connsiteX3" fmla="*/ 14207 w 28414"/>
                  <a:gd name="connsiteY3" fmla="*/ 28415 h 56829"/>
                  <a:gd name="connsiteX4" fmla="*/ 0 w 28414"/>
                  <a:gd name="connsiteY4" fmla="*/ 14208 h 56829"/>
                  <a:gd name="connsiteX5" fmla="*/ 14207 w 28414"/>
                  <a:gd name="connsiteY5" fmla="*/ 0 h 56829"/>
                  <a:gd name="connsiteX6" fmla="*/ 28414 w 28414"/>
                  <a:gd name="connsiteY6" fmla="*/ 14208 h 5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414" h="56829">
                    <a:moveTo>
                      <a:pt x="0" y="42622"/>
                    </a:moveTo>
                    <a:cubicBezTo>
                      <a:pt x="0" y="50474"/>
                      <a:pt x="6355" y="56830"/>
                      <a:pt x="14207" y="56830"/>
                    </a:cubicBezTo>
                    <a:cubicBezTo>
                      <a:pt x="22059" y="56830"/>
                      <a:pt x="28414" y="50474"/>
                      <a:pt x="28414" y="42622"/>
                    </a:cubicBezTo>
                    <a:cubicBezTo>
                      <a:pt x="28414" y="34770"/>
                      <a:pt x="22596" y="31155"/>
                      <a:pt x="14207" y="28415"/>
                    </a:cubicBezTo>
                    <a:cubicBezTo>
                      <a:pt x="6750" y="25986"/>
                      <a:pt x="0" y="22060"/>
                      <a:pt x="0" y="14208"/>
                    </a:cubicBezTo>
                    <a:cubicBezTo>
                      <a:pt x="0" y="6355"/>
                      <a:pt x="6355" y="0"/>
                      <a:pt x="14207" y="0"/>
                    </a:cubicBezTo>
                    <a:cubicBezTo>
                      <a:pt x="22059" y="0"/>
                      <a:pt x="28414" y="6355"/>
                      <a:pt x="28414" y="14208"/>
                    </a:cubicBezTo>
                  </a:path>
                </a:pathLst>
              </a:custGeom>
              <a:noFill/>
              <a:ln w="8472" cap="flat">
                <a:solidFill>
                  <a:srgbClr val="17A3A3"/>
                </a:solidFill>
                <a:prstDash val="solid"/>
                <a:miter/>
              </a:ln>
            </p:spPr>
            <p:txBody>
              <a:bodyPr rtlCol="1" anchor="ctr"/>
              <a:lstStyle/>
              <a:p>
                <a:endParaRPr lang="ar-SA"/>
              </a:p>
            </p:txBody>
          </p:sp>
          <p:sp>
            <p:nvSpPr>
              <p:cNvPr id="9835" name="شكل حر: شكل 10944">
                <a:extLst>
                  <a:ext uri="{FF2B5EF4-FFF2-40B4-BE49-F238E27FC236}">
                    <a16:creationId xmlns:a16="http://schemas.microsoft.com/office/drawing/2014/main" id="{A8253C25-B9E1-B6AC-1820-9A9C05914F84}"/>
                  </a:ext>
                </a:extLst>
              </p:cNvPr>
              <p:cNvSpPr/>
              <p:nvPr/>
            </p:nvSpPr>
            <p:spPr>
              <a:xfrm>
                <a:off x="8974636" y="5966827"/>
                <a:ext cx="2824" cy="8021"/>
              </a:xfrm>
              <a:custGeom>
                <a:avLst/>
                <a:gdLst>
                  <a:gd name="connsiteX0" fmla="*/ 0 w 2824"/>
                  <a:gd name="connsiteY0" fmla="*/ 0 h 8021"/>
                  <a:gd name="connsiteX1" fmla="*/ 0 w 2824"/>
                  <a:gd name="connsiteY1" fmla="*/ 8022 h 8021"/>
                </a:gdLst>
                <a:ahLst/>
                <a:cxnLst>
                  <a:cxn ang="0">
                    <a:pos x="connsiteX0" y="connsiteY0"/>
                  </a:cxn>
                  <a:cxn ang="0">
                    <a:pos x="connsiteX1" y="connsiteY1"/>
                  </a:cxn>
                </a:cxnLst>
                <a:rect l="l" t="t" r="r" b="b"/>
                <a:pathLst>
                  <a:path w="2824" h="8021">
                    <a:moveTo>
                      <a:pt x="0" y="0"/>
                    </a:moveTo>
                    <a:lnTo>
                      <a:pt x="0" y="8022"/>
                    </a:lnTo>
                  </a:path>
                </a:pathLst>
              </a:custGeom>
              <a:ln w="8472" cap="flat">
                <a:solidFill>
                  <a:srgbClr val="17A3A3"/>
                </a:solidFill>
                <a:prstDash val="solid"/>
                <a:miter/>
              </a:ln>
            </p:spPr>
            <p:txBody>
              <a:bodyPr rtlCol="1" anchor="ctr"/>
              <a:lstStyle/>
              <a:p>
                <a:endParaRPr lang="ar-SA"/>
              </a:p>
            </p:txBody>
          </p:sp>
          <p:sp>
            <p:nvSpPr>
              <p:cNvPr id="9836" name="شكل حر: شكل 10945">
                <a:extLst>
                  <a:ext uri="{FF2B5EF4-FFF2-40B4-BE49-F238E27FC236}">
                    <a16:creationId xmlns:a16="http://schemas.microsoft.com/office/drawing/2014/main" id="{7C9384B1-D2BC-9690-B787-E34277A31C43}"/>
                  </a:ext>
                </a:extLst>
              </p:cNvPr>
              <p:cNvSpPr/>
              <p:nvPr/>
            </p:nvSpPr>
            <p:spPr>
              <a:xfrm>
                <a:off x="8974636" y="6031650"/>
                <a:ext cx="2824" cy="8021"/>
              </a:xfrm>
              <a:custGeom>
                <a:avLst/>
                <a:gdLst>
                  <a:gd name="connsiteX0" fmla="*/ 0 w 2824"/>
                  <a:gd name="connsiteY0" fmla="*/ 0 h 8021"/>
                  <a:gd name="connsiteX1" fmla="*/ 0 w 2824"/>
                  <a:gd name="connsiteY1" fmla="*/ 8022 h 8021"/>
                </a:gdLst>
                <a:ahLst/>
                <a:cxnLst>
                  <a:cxn ang="0">
                    <a:pos x="connsiteX0" y="connsiteY0"/>
                  </a:cxn>
                  <a:cxn ang="0">
                    <a:pos x="connsiteX1" y="connsiteY1"/>
                  </a:cxn>
                </a:cxnLst>
                <a:rect l="l" t="t" r="r" b="b"/>
                <a:pathLst>
                  <a:path w="2824" h="8021">
                    <a:moveTo>
                      <a:pt x="0" y="0"/>
                    </a:moveTo>
                    <a:lnTo>
                      <a:pt x="0" y="8022"/>
                    </a:lnTo>
                  </a:path>
                </a:pathLst>
              </a:custGeom>
              <a:ln w="8472" cap="flat">
                <a:solidFill>
                  <a:srgbClr val="17A3A3"/>
                </a:solidFill>
                <a:prstDash val="solid"/>
                <a:miter/>
              </a:ln>
            </p:spPr>
            <p:txBody>
              <a:bodyPr rtlCol="1" anchor="ctr"/>
              <a:lstStyle/>
              <a:p>
                <a:endParaRPr lang="ar-SA"/>
              </a:p>
            </p:txBody>
          </p:sp>
        </p:grpSp>
      </p:grpSp>
      <p:grpSp>
        <p:nvGrpSpPr>
          <p:cNvPr id="9850" name="رسم 8014">
            <a:extLst>
              <a:ext uri="{FF2B5EF4-FFF2-40B4-BE49-F238E27FC236}">
                <a16:creationId xmlns:a16="http://schemas.microsoft.com/office/drawing/2014/main" id="{43F8F64B-3754-6F8D-8827-0C1B74A9E3FD}"/>
              </a:ext>
            </a:extLst>
          </p:cNvPr>
          <p:cNvGrpSpPr/>
          <p:nvPr/>
        </p:nvGrpSpPr>
        <p:grpSpPr>
          <a:xfrm>
            <a:off x="10335745" y="5736196"/>
            <a:ext cx="308943" cy="246739"/>
            <a:chOff x="9268277" y="6503688"/>
            <a:chExt cx="369280" cy="313044"/>
          </a:xfrm>
          <a:noFill/>
        </p:grpSpPr>
        <p:sp>
          <p:nvSpPr>
            <p:cNvPr id="9851" name="شكل حر: شكل 10961">
              <a:extLst>
                <a:ext uri="{FF2B5EF4-FFF2-40B4-BE49-F238E27FC236}">
                  <a16:creationId xmlns:a16="http://schemas.microsoft.com/office/drawing/2014/main" id="{7015A99A-8E29-6EF9-0AEC-497C3D93CA74}"/>
                </a:ext>
              </a:extLst>
            </p:cNvPr>
            <p:cNvSpPr/>
            <p:nvPr/>
          </p:nvSpPr>
          <p:spPr>
            <a:xfrm>
              <a:off x="9268277" y="6503688"/>
              <a:ext cx="270534" cy="313044"/>
            </a:xfrm>
            <a:custGeom>
              <a:avLst/>
              <a:gdLst>
                <a:gd name="connsiteX0" fmla="*/ 270535 w 270534"/>
                <a:gd name="connsiteY0" fmla="*/ 0 h 313044"/>
                <a:gd name="connsiteX1" fmla="*/ 230907 w 270534"/>
                <a:gd name="connsiteY1" fmla="*/ 39628 h 313044"/>
                <a:gd name="connsiteX2" fmla="*/ 230907 w 270534"/>
                <a:gd name="connsiteY2" fmla="*/ 313044 h 313044"/>
                <a:gd name="connsiteX3" fmla="*/ 0 w 270534"/>
                <a:gd name="connsiteY3" fmla="*/ 313044 h 313044"/>
                <a:gd name="connsiteX4" fmla="*/ 0 w 270534"/>
                <a:gd name="connsiteY4" fmla="*/ 39628 h 313044"/>
                <a:gd name="connsiteX5" fmla="*/ 39628 w 270534"/>
                <a:gd name="connsiteY5" fmla="*/ 0 h 313044"/>
                <a:gd name="connsiteX6" fmla="*/ 115609 w 270534"/>
                <a:gd name="connsiteY6" fmla="*/ 0 h 313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0534" h="313044">
                  <a:moveTo>
                    <a:pt x="270535" y="0"/>
                  </a:moveTo>
                  <a:cubicBezTo>
                    <a:pt x="248644" y="0"/>
                    <a:pt x="230907" y="17738"/>
                    <a:pt x="230907" y="39628"/>
                  </a:cubicBezTo>
                  <a:lnTo>
                    <a:pt x="230907" y="313044"/>
                  </a:lnTo>
                  <a:lnTo>
                    <a:pt x="0" y="313044"/>
                  </a:lnTo>
                  <a:lnTo>
                    <a:pt x="0" y="39628"/>
                  </a:lnTo>
                  <a:cubicBezTo>
                    <a:pt x="0" y="17738"/>
                    <a:pt x="17738" y="0"/>
                    <a:pt x="39628" y="0"/>
                  </a:cubicBezTo>
                  <a:lnTo>
                    <a:pt x="115609" y="0"/>
                  </a:lnTo>
                </a:path>
              </a:pathLst>
            </a:custGeom>
            <a:noFill/>
            <a:ln w="8472" cap="flat">
              <a:solidFill>
                <a:srgbClr val="01355A"/>
              </a:solidFill>
              <a:prstDash val="solid"/>
              <a:miter/>
            </a:ln>
          </p:spPr>
          <p:txBody>
            <a:bodyPr rtlCol="1" anchor="ctr"/>
            <a:lstStyle/>
            <a:p>
              <a:endParaRPr lang="ar-SA"/>
            </a:p>
          </p:txBody>
        </p:sp>
        <p:sp>
          <p:nvSpPr>
            <p:cNvPr id="9852" name="شكل حر: شكل 10962">
              <a:extLst>
                <a:ext uri="{FF2B5EF4-FFF2-40B4-BE49-F238E27FC236}">
                  <a16:creationId xmlns:a16="http://schemas.microsoft.com/office/drawing/2014/main" id="{3899934C-5269-3D06-E640-0C48A9B7990B}"/>
                </a:ext>
              </a:extLst>
            </p:cNvPr>
            <p:cNvSpPr/>
            <p:nvPr/>
          </p:nvSpPr>
          <p:spPr>
            <a:xfrm rot="10800000">
              <a:off x="9543472" y="6678104"/>
              <a:ext cx="94085" cy="138628"/>
            </a:xfrm>
            <a:custGeom>
              <a:avLst/>
              <a:gdLst>
                <a:gd name="connsiteX0" fmla="*/ 52593 w 94085"/>
                <a:gd name="connsiteY0" fmla="*/ 0 h 138628"/>
                <a:gd name="connsiteX1" fmla="*/ 94085 w 94085"/>
                <a:gd name="connsiteY1" fmla="*/ 41493 h 138628"/>
                <a:gd name="connsiteX2" fmla="*/ 94085 w 94085"/>
                <a:gd name="connsiteY2" fmla="*/ 97136 h 138628"/>
                <a:gd name="connsiteX3" fmla="*/ 52593 w 94085"/>
                <a:gd name="connsiteY3" fmla="*/ 138628 h 138628"/>
                <a:gd name="connsiteX4" fmla="*/ 41493 w 94085"/>
                <a:gd name="connsiteY4" fmla="*/ 138628 h 138628"/>
                <a:gd name="connsiteX5" fmla="*/ 0 w 94085"/>
                <a:gd name="connsiteY5" fmla="*/ 97136 h 138628"/>
                <a:gd name="connsiteX6" fmla="*/ 0 w 94085"/>
                <a:gd name="connsiteY6" fmla="*/ 41493 h 138628"/>
                <a:gd name="connsiteX7" fmla="*/ 41493 w 94085"/>
                <a:gd name="connsiteY7" fmla="*/ 0 h 138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4085" h="138628">
                  <a:moveTo>
                    <a:pt x="52593" y="0"/>
                  </a:moveTo>
                  <a:cubicBezTo>
                    <a:pt x="75508" y="0"/>
                    <a:pt x="94085" y="18577"/>
                    <a:pt x="94085" y="41493"/>
                  </a:cubicBezTo>
                  <a:lnTo>
                    <a:pt x="94085" y="97136"/>
                  </a:lnTo>
                  <a:cubicBezTo>
                    <a:pt x="94085" y="120052"/>
                    <a:pt x="75508" y="138628"/>
                    <a:pt x="52593" y="138628"/>
                  </a:cubicBezTo>
                  <a:lnTo>
                    <a:pt x="41493" y="138628"/>
                  </a:lnTo>
                  <a:cubicBezTo>
                    <a:pt x="18577" y="138628"/>
                    <a:pt x="0" y="120052"/>
                    <a:pt x="0" y="97136"/>
                  </a:cubicBezTo>
                  <a:lnTo>
                    <a:pt x="0" y="41493"/>
                  </a:lnTo>
                  <a:cubicBezTo>
                    <a:pt x="0" y="18577"/>
                    <a:pt x="18577" y="0"/>
                    <a:pt x="41493" y="0"/>
                  </a:cubicBezTo>
                  <a:close/>
                </a:path>
              </a:pathLst>
            </a:custGeom>
            <a:noFill/>
            <a:ln w="8472" cap="flat">
              <a:solidFill>
                <a:srgbClr val="01355A"/>
              </a:solidFill>
              <a:prstDash val="solid"/>
              <a:miter/>
            </a:ln>
          </p:spPr>
          <p:txBody>
            <a:bodyPr rtlCol="1" anchor="ctr"/>
            <a:lstStyle/>
            <a:p>
              <a:endParaRPr lang="ar-SA"/>
            </a:p>
          </p:txBody>
        </p:sp>
        <p:sp>
          <p:nvSpPr>
            <p:cNvPr id="9853" name="شكل حر: شكل 10963">
              <a:extLst>
                <a:ext uri="{FF2B5EF4-FFF2-40B4-BE49-F238E27FC236}">
                  <a16:creationId xmlns:a16="http://schemas.microsoft.com/office/drawing/2014/main" id="{416085E8-7AD6-CA23-E3B5-F06BB32FF31E}"/>
                </a:ext>
              </a:extLst>
            </p:cNvPr>
            <p:cNvSpPr/>
            <p:nvPr/>
          </p:nvSpPr>
          <p:spPr>
            <a:xfrm>
              <a:off x="9538811" y="6503717"/>
              <a:ext cx="51717" cy="174387"/>
            </a:xfrm>
            <a:custGeom>
              <a:avLst/>
              <a:gdLst>
                <a:gd name="connsiteX0" fmla="*/ 51718 w 51717"/>
                <a:gd name="connsiteY0" fmla="*/ 174388 h 174387"/>
                <a:gd name="connsiteX1" fmla="*/ 51718 w 51717"/>
                <a:gd name="connsiteY1" fmla="*/ 50023 h 174387"/>
                <a:gd name="connsiteX2" fmla="*/ 5028 w 51717"/>
                <a:gd name="connsiteY2" fmla="*/ 0 h 174387"/>
                <a:gd name="connsiteX3" fmla="*/ 0 w 51717"/>
                <a:gd name="connsiteY3" fmla="*/ 0 h 174387"/>
              </a:gdLst>
              <a:ahLst/>
              <a:cxnLst>
                <a:cxn ang="0">
                  <a:pos x="connsiteX0" y="connsiteY0"/>
                </a:cxn>
                <a:cxn ang="0">
                  <a:pos x="connsiteX1" y="connsiteY1"/>
                </a:cxn>
                <a:cxn ang="0">
                  <a:pos x="connsiteX2" y="connsiteY2"/>
                </a:cxn>
                <a:cxn ang="0">
                  <a:pos x="connsiteX3" y="connsiteY3"/>
                </a:cxn>
              </a:cxnLst>
              <a:rect l="l" t="t" r="r" b="b"/>
              <a:pathLst>
                <a:path w="51717" h="174387">
                  <a:moveTo>
                    <a:pt x="51718" y="174388"/>
                  </a:moveTo>
                  <a:lnTo>
                    <a:pt x="51718" y="50023"/>
                  </a:lnTo>
                  <a:cubicBezTo>
                    <a:pt x="51718" y="22398"/>
                    <a:pt x="32680" y="0"/>
                    <a:pt x="5028" y="0"/>
                  </a:cubicBezTo>
                  <a:lnTo>
                    <a:pt x="0" y="0"/>
                  </a:lnTo>
                </a:path>
              </a:pathLst>
            </a:custGeom>
            <a:noFill/>
            <a:ln w="8472" cap="flat">
              <a:solidFill>
                <a:srgbClr val="01355A"/>
              </a:solidFill>
              <a:prstDash val="solid"/>
              <a:miter/>
            </a:ln>
          </p:spPr>
          <p:txBody>
            <a:bodyPr rtlCol="1" anchor="ctr"/>
            <a:lstStyle/>
            <a:p>
              <a:endParaRPr lang="ar-SA"/>
            </a:p>
          </p:txBody>
        </p:sp>
        <p:grpSp>
          <p:nvGrpSpPr>
            <p:cNvPr id="9854" name="رسم 8014">
              <a:extLst>
                <a:ext uri="{FF2B5EF4-FFF2-40B4-BE49-F238E27FC236}">
                  <a16:creationId xmlns:a16="http://schemas.microsoft.com/office/drawing/2014/main" id="{82607033-049D-2AAF-7988-493F90470F5F}"/>
                </a:ext>
              </a:extLst>
            </p:cNvPr>
            <p:cNvGrpSpPr/>
            <p:nvPr/>
          </p:nvGrpSpPr>
          <p:grpSpPr>
            <a:xfrm>
              <a:off x="9579005" y="6678104"/>
              <a:ext cx="23048" cy="49853"/>
              <a:chOff x="9579005" y="6678104"/>
              <a:chExt cx="23048" cy="49853"/>
            </a:xfrm>
            <a:noFill/>
          </p:grpSpPr>
          <p:sp>
            <p:nvSpPr>
              <p:cNvPr id="9861" name="شكل حر: شكل 10965">
                <a:extLst>
                  <a:ext uri="{FF2B5EF4-FFF2-40B4-BE49-F238E27FC236}">
                    <a16:creationId xmlns:a16="http://schemas.microsoft.com/office/drawing/2014/main" id="{7649F439-E301-24B1-3502-DBEA5FE97542}"/>
                  </a:ext>
                </a:extLst>
              </p:cNvPr>
              <p:cNvSpPr/>
              <p:nvPr/>
            </p:nvSpPr>
            <p:spPr>
              <a:xfrm>
                <a:off x="9590529" y="6678104"/>
                <a:ext cx="2824" cy="26804"/>
              </a:xfrm>
              <a:custGeom>
                <a:avLst/>
                <a:gdLst>
                  <a:gd name="connsiteX0" fmla="*/ 0 w 2824"/>
                  <a:gd name="connsiteY0" fmla="*/ 26805 h 26804"/>
                  <a:gd name="connsiteX1" fmla="*/ 0 w 2824"/>
                  <a:gd name="connsiteY1" fmla="*/ 0 h 26804"/>
                </a:gdLst>
                <a:ahLst/>
                <a:cxnLst>
                  <a:cxn ang="0">
                    <a:pos x="connsiteX0" y="connsiteY0"/>
                  </a:cxn>
                  <a:cxn ang="0">
                    <a:pos x="connsiteX1" y="connsiteY1"/>
                  </a:cxn>
                </a:cxnLst>
                <a:rect l="l" t="t" r="r" b="b"/>
                <a:pathLst>
                  <a:path w="2824" h="26804">
                    <a:moveTo>
                      <a:pt x="0" y="26805"/>
                    </a:moveTo>
                    <a:lnTo>
                      <a:pt x="0" y="0"/>
                    </a:lnTo>
                  </a:path>
                </a:pathLst>
              </a:custGeom>
              <a:ln w="8472" cap="flat">
                <a:solidFill>
                  <a:srgbClr val="01355A"/>
                </a:solidFill>
                <a:prstDash val="solid"/>
                <a:miter/>
              </a:ln>
            </p:spPr>
            <p:txBody>
              <a:bodyPr rtlCol="1" anchor="ctr"/>
              <a:lstStyle/>
              <a:p>
                <a:endParaRPr lang="ar-SA"/>
              </a:p>
            </p:txBody>
          </p:sp>
          <p:sp>
            <p:nvSpPr>
              <p:cNvPr id="9862" name="شكل حر: شكل 10966">
                <a:extLst>
                  <a:ext uri="{FF2B5EF4-FFF2-40B4-BE49-F238E27FC236}">
                    <a16:creationId xmlns:a16="http://schemas.microsoft.com/office/drawing/2014/main" id="{7A5A3567-1C96-C5EB-3F22-968CA0956D2E}"/>
                  </a:ext>
                </a:extLst>
              </p:cNvPr>
              <p:cNvSpPr/>
              <p:nvPr/>
            </p:nvSpPr>
            <p:spPr>
              <a:xfrm>
                <a:off x="9579005" y="6704909"/>
                <a:ext cx="23048" cy="23048"/>
              </a:xfrm>
              <a:custGeom>
                <a:avLst/>
                <a:gdLst>
                  <a:gd name="connsiteX0" fmla="*/ 23048 w 23048"/>
                  <a:gd name="connsiteY0" fmla="*/ 11524 h 23048"/>
                  <a:gd name="connsiteX1" fmla="*/ 11524 w 23048"/>
                  <a:gd name="connsiteY1" fmla="*/ 23048 h 23048"/>
                  <a:gd name="connsiteX2" fmla="*/ 0 w 23048"/>
                  <a:gd name="connsiteY2" fmla="*/ 11524 h 23048"/>
                  <a:gd name="connsiteX3" fmla="*/ 11524 w 23048"/>
                  <a:gd name="connsiteY3" fmla="*/ 0 h 23048"/>
                  <a:gd name="connsiteX4" fmla="*/ 23048 w 23048"/>
                  <a:gd name="connsiteY4" fmla="*/ 11524 h 230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48" h="23048">
                    <a:moveTo>
                      <a:pt x="23048" y="11524"/>
                    </a:moveTo>
                    <a:cubicBezTo>
                      <a:pt x="23048" y="17907"/>
                      <a:pt x="17879" y="23048"/>
                      <a:pt x="11524" y="23048"/>
                    </a:cubicBezTo>
                    <a:cubicBezTo>
                      <a:pt x="5168" y="23048"/>
                      <a:pt x="0" y="17879"/>
                      <a:pt x="0" y="11524"/>
                    </a:cubicBezTo>
                    <a:cubicBezTo>
                      <a:pt x="0" y="5168"/>
                      <a:pt x="5168" y="0"/>
                      <a:pt x="11524" y="0"/>
                    </a:cubicBezTo>
                    <a:cubicBezTo>
                      <a:pt x="17879" y="0"/>
                      <a:pt x="23048" y="5168"/>
                      <a:pt x="23048" y="11524"/>
                    </a:cubicBezTo>
                    <a:close/>
                  </a:path>
                </a:pathLst>
              </a:custGeom>
              <a:noFill/>
              <a:ln w="8472" cap="flat">
                <a:solidFill>
                  <a:srgbClr val="01355A"/>
                </a:solidFill>
                <a:prstDash val="solid"/>
                <a:miter/>
              </a:ln>
            </p:spPr>
            <p:txBody>
              <a:bodyPr rtlCol="1" anchor="ctr"/>
              <a:lstStyle/>
              <a:p>
                <a:endParaRPr lang="ar-SA"/>
              </a:p>
            </p:txBody>
          </p:sp>
        </p:grpSp>
        <p:sp>
          <p:nvSpPr>
            <p:cNvPr id="9855" name="شكل حر: شكل 10967">
              <a:extLst>
                <a:ext uri="{FF2B5EF4-FFF2-40B4-BE49-F238E27FC236}">
                  <a16:creationId xmlns:a16="http://schemas.microsoft.com/office/drawing/2014/main" id="{4F1E5DB4-6F3D-DCE8-3717-C9ED3E21D5DD}"/>
                </a:ext>
              </a:extLst>
            </p:cNvPr>
            <p:cNvSpPr/>
            <p:nvPr/>
          </p:nvSpPr>
          <p:spPr>
            <a:xfrm>
              <a:off x="9428230" y="6503688"/>
              <a:ext cx="51491" cy="2824"/>
            </a:xfrm>
            <a:custGeom>
              <a:avLst/>
              <a:gdLst>
                <a:gd name="connsiteX0" fmla="*/ 0 w 51491"/>
                <a:gd name="connsiteY0" fmla="*/ 0 h 2824"/>
                <a:gd name="connsiteX1" fmla="*/ 51491 w 51491"/>
                <a:gd name="connsiteY1" fmla="*/ 0 h 2824"/>
              </a:gdLst>
              <a:ahLst/>
              <a:cxnLst>
                <a:cxn ang="0">
                  <a:pos x="connsiteX0" y="connsiteY0"/>
                </a:cxn>
                <a:cxn ang="0">
                  <a:pos x="connsiteX1" y="connsiteY1"/>
                </a:cxn>
              </a:cxnLst>
              <a:rect l="l" t="t" r="r" b="b"/>
              <a:pathLst>
                <a:path w="51491" h="2824">
                  <a:moveTo>
                    <a:pt x="0" y="0"/>
                  </a:moveTo>
                  <a:lnTo>
                    <a:pt x="51491" y="0"/>
                  </a:lnTo>
                </a:path>
              </a:pathLst>
            </a:custGeom>
            <a:ln w="8472" cap="flat">
              <a:solidFill>
                <a:srgbClr val="01355A"/>
              </a:solidFill>
              <a:prstDash val="solid"/>
              <a:miter/>
            </a:ln>
          </p:spPr>
          <p:txBody>
            <a:bodyPr rtlCol="1" anchor="ctr"/>
            <a:lstStyle/>
            <a:p>
              <a:endParaRPr lang="ar-SA"/>
            </a:p>
          </p:txBody>
        </p:sp>
        <p:sp>
          <p:nvSpPr>
            <p:cNvPr id="9856" name="شكل حر: شكل 10968">
              <a:extLst>
                <a:ext uri="{FF2B5EF4-FFF2-40B4-BE49-F238E27FC236}">
                  <a16:creationId xmlns:a16="http://schemas.microsoft.com/office/drawing/2014/main" id="{576D1792-AC19-2947-267F-7C17EB5CC5DB}"/>
                </a:ext>
              </a:extLst>
            </p:cNvPr>
            <p:cNvSpPr/>
            <p:nvPr/>
          </p:nvSpPr>
          <p:spPr>
            <a:xfrm>
              <a:off x="9335077" y="6684375"/>
              <a:ext cx="97672" cy="97672"/>
            </a:xfrm>
            <a:custGeom>
              <a:avLst/>
              <a:gdLst>
                <a:gd name="connsiteX0" fmla="*/ 97673 w 97672"/>
                <a:gd name="connsiteY0" fmla="*/ 48837 h 97672"/>
                <a:gd name="connsiteX1" fmla="*/ 48837 w 97672"/>
                <a:gd name="connsiteY1" fmla="*/ 97673 h 97672"/>
                <a:gd name="connsiteX2" fmla="*/ 0 w 97672"/>
                <a:gd name="connsiteY2" fmla="*/ 48837 h 97672"/>
                <a:gd name="connsiteX3" fmla="*/ 48837 w 97672"/>
                <a:gd name="connsiteY3" fmla="*/ 0 h 97672"/>
                <a:gd name="connsiteX4" fmla="*/ 97673 w 97672"/>
                <a:gd name="connsiteY4" fmla="*/ 48837 h 976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672" h="97672">
                  <a:moveTo>
                    <a:pt x="97673" y="48837"/>
                  </a:moveTo>
                  <a:cubicBezTo>
                    <a:pt x="97673" y="75808"/>
                    <a:pt x="75808" y="97673"/>
                    <a:pt x="48837" y="97673"/>
                  </a:cubicBezTo>
                  <a:cubicBezTo>
                    <a:pt x="21865" y="97673"/>
                    <a:pt x="0" y="75808"/>
                    <a:pt x="0" y="48837"/>
                  </a:cubicBezTo>
                  <a:cubicBezTo>
                    <a:pt x="0" y="21865"/>
                    <a:pt x="21865" y="0"/>
                    <a:pt x="48837" y="0"/>
                  </a:cubicBezTo>
                  <a:cubicBezTo>
                    <a:pt x="75808" y="0"/>
                    <a:pt x="97673" y="21865"/>
                    <a:pt x="97673" y="48837"/>
                  </a:cubicBezTo>
                  <a:close/>
                </a:path>
              </a:pathLst>
            </a:custGeom>
            <a:noFill/>
            <a:ln w="8472" cap="flat">
              <a:solidFill>
                <a:srgbClr val="17A3A3"/>
              </a:solidFill>
              <a:prstDash val="solid"/>
              <a:miter/>
            </a:ln>
          </p:spPr>
          <p:txBody>
            <a:bodyPr rtlCol="1" anchor="ctr"/>
            <a:lstStyle/>
            <a:p>
              <a:endParaRPr lang="ar-SA"/>
            </a:p>
          </p:txBody>
        </p:sp>
        <p:sp>
          <p:nvSpPr>
            <p:cNvPr id="9857" name="شكل حر: شكل 10969">
              <a:extLst>
                <a:ext uri="{FF2B5EF4-FFF2-40B4-BE49-F238E27FC236}">
                  <a16:creationId xmlns:a16="http://schemas.microsoft.com/office/drawing/2014/main" id="{CB514050-B6F8-E5A3-A44A-D81D96490668}"/>
                </a:ext>
              </a:extLst>
            </p:cNvPr>
            <p:cNvSpPr/>
            <p:nvPr/>
          </p:nvSpPr>
          <p:spPr>
            <a:xfrm>
              <a:off x="9364763" y="6714089"/>
              <a:ext cx="38272" cy="38272"/>
            </a:xfrm>
            <a:custGeom>
              <a:avLst/>
              <a:gdLst>
                <a:gd name="connsiteX0" fmla="*/ 0 w 38272"/>
                <a:gd name="connsiteY0" fmla="*/ 0 h 38272"/>
                <a:gd name="connsiteX1" fmla="*/ 38273 w 38272"/>
                <a:gd name="connsiteY1" fmla="*/ 38273 h 38272"/>
              </a:gdLst>
              <a:ahLst/>
              <a:cxnLst>
                <a:cxn ang="0">
                  <a:pos x="connsiteX0" y="connsiteY0"/>
                </a:cxn>
                <a:cxn ang="0">
                  <a:pos x="connsiteX1" y="connsiteY1"/>
                </a:cxn>
              </a:cxnLst>
              <a:rect l="l" t="t" r="r" b="b"/>
              <a:pathLst>
                <a:path w="38272" h="38272">
                  <a:moveTo>
                    <a:pt x="0" y="0"/>
                  </a:moveTo>
                  <a:lnTo>
                    <a:pt x="38273" y="38273"/>
                  </a:lnTo>
                </a:path>
              </a:pathLst>
            </a:custGeom>
            <a:ln w="8472" cap="flat">
              <a:solidFill>
                <a:srgbClr val="17A3A3"/>
              </a:solidFill>
              <a:prstDash val="solid"/>
              <a:miter/>
            </a:ln>
          </p:spPr>
          <p:txBody>
            <a:bodyPr rtlCol="1" anchor="ctr"/>
            <a:lstStyle/>
            <a:p>
              <a:endParaRPr lang="ar-SA"/>
            </a:p>
          </p:txBody>
        </p:sp>
        <p:sp>
          <p:nvSpPr>
            <p:cNvPr id="9858" name="شكل حر: شكل 10970">
              <a:extLst>
                <a:ext uri="{FF2B5EF4-FFF2-40B4-BE49-F238E27FC236}">
                  <a16:creationId xmlns:a16="http://schemas.microsoft.com/office/drawing/2014/main" id="{DEE0D426-BB93-FDD5-FBCF-52042410A5F7}"/>
                </a:ext>
              </a:extLst>
            </p:cNvPr>
            <p:cNvSpPr/>
            <p:nvPr/>
          </p:nvSpPr>
          <p:spPr>
            <a:xfrm>
              <a:off x="9364763" y="6714089"/>
              <a:ext cx="38272" cy="38272"/>
            </a:xfrm>
            <a:custGeom>
              <a:avLst/>
              <a:gdLst>
                <a:gd name="connsiteX0" fmla="*/ 0 w 38272"/>
                <a:gd name="connsiteY0" fmla="*/ 38273 h 38272"/>
                <a:gd name="connsiteX1" fmla="*/ 38273 w 38272"/>
                <a:gd name="connsiteY1" fmla="*/ 0 h 38272"/>
              </a:gdLst>
              <a:ahLst/>
              <a:cxnLst>
                <a:cxn ang="0">
                  <a:pos x="connsiteX0" y="connsiteY0"/>
                </a:cxn>
                <a:cxn ang="0">
                  <a:pos x="connsiteX1" y="connsiteY1"/>
                </a:cxn>
              </a:cxnLst>
              <a:rect l="l" t="t" r="r" b="b"/>
              <a:pathLst>
                <a:path w="38272" h="38272">
                  <a:moveTo>
                    <a:pt x="0" y="38273"/>
                  </a:moveTo>
                  <a:lnTo>
                    <a:pt x="38273" y="0"/>
                  </a:lnTo>
                </a:path>
              </a:pathLst>
            </a:custGeom>
            <a:ln w="8472" cap="flat">
              <a:solidFill>
                <a:srgbClr val="17A3A3"/>
              </a:solidFill>
              <a:prstDash val="solid"/>
              <a:miter/>
            </a:ln>
          </p:spPr>
          <p:txBody>
            <a:bodyPr rtlCol="1" anchor="ctr"/>
            <a:lstStyle/>
            <a:p>
              <a:endParaRPr lang="ar-SA"/>
            </a:p>
          </p:txBody>
        </p:sp>
        <p:sp>
          <p:nvSpPr>
            <p:cNvPr id="9859" name="شكل حر: شكل 10971">
              <a:extLst>
                <a:ext uri="{FF2B5EF4-FFF2-40B4-BE49-F238E27FC236}">
                  <a16:creationId xmlns:a16="http://schemas.microsoft.com/office/drawing/2014/main" id="{B2583953-9EED-5B3E-CF40-A17402D08E8D}"/>
                </a:ext>
              </a:extLst>
            </p:cNvPr>
            <p:cNvSpPr/>
            <p:nvPr/>
          </p:nvSpPr>
          <p:spPr>
            <a:xfrm>
              <a:off x="9338805" y="6544955"/>
              <a:ext cx="90216" cy="90216"/>
            </a:xfrm>
            <a:custGeom>
              <a:avLst/>
              <a:gdLst>
                <a:gd name="connsiteX0" fmla="*/ 90216 w 90216"/>
                <a:gd name="connsiteY0" fmla="*/ 45108 h 90216"/>
                <a:gd name="connsiteX1" fmla="*/ 45108 w 90216"/>
                <a:gd name="connsiteY1" fmla="*/ 90216 h 90216"/>
                <a:gd name="connsiteX2" fmla="*/ 0 w 90216"/>
                <a:gd name="connsiteY2" fmla="*/ 45108 h 90216"/>
                <a:gd name="connsiteX3" fmla="*/ 45108 w 90216"/>
                <a:gd name="connsiteY3" fmla="*/ 0 h 90216"/>
                <a:gd name="connsiteX4" fmla="*/ 90216 w 90216"/>
                <a:gd name="connsiteY4" fmla="*/ 45108 h 902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216" h="90216">
                  <a:moveTo>
                    <a:pt x="90216" y="45108"/>
                  </a:moveTo>
                  <a:cubicBezTo>
                    <a:pt x="90216" y="70020"/>
                    <a:pt x="70021" y="90216"/>
                    <a:pt x="45108" y="90216"/>
                  </a:cubicBezTo>
                  <a:cubicBezTo>
                    <a:pt x="20195" y="90216"/>
                    <a:pt x="0" y="70020"/>
                    <a:pt x="0" y="45108"/>
                  </a:cubicBezTo>
                  <a:cubicBezTo>
                    <a:pt x="0" y="20195"/>
                    <a:pt x="20195" y="0"/>
                    <a:pt x="45108" y="0"/>
                  </a:cubicBezTo>
                  <a:cubicBezTo>
                    <a:pt x="70021" y="0"/>
                    <a:pt x="90216" y="20195"/>
                    <a:pt x="90216" y="45108"/>
                  </a:cubicBezTo>
                  <a:close/>
                </a:path>
              </a:pathLst>
            </a:custGeom>
            <a:noFill/>
            <a:ln w="8472" cap="flat">
              <a:solidFill>
                <a:srgbClr val="17A3A3"/>
              </a:solidFill>
              <a:prstDash val="solid"/>
              <a:miter/>
            </a:ln>
          </p:spPr>
          <p:txBody>
            <a:bodyPr rtlCol="1" anchor="ctr"/>
            <a:lstStyle/>
            <a:p>
              <a:endParaRPr lang="ar-SA"/>
            </a:p>
          </p:txBody>
        </p:sp>
        <p:sp>
          <p:nvSpPr>
            <p:cNvPr id="9860" name="شكل حر: شكل 10972">
              <a:extLst>
                <a:ext uri="{FF2B5EF4-FFF2-40B4-BE49-F238E27FC236}">
                  <a16:creationId xmlns:a16="http://schemas.microsoft.com/office/drawing/2014/main" id="{0F415094-40BB-E83E-0F77-2A3FC2BDE530}"/>
                </a:ext>
              </a:extLst>
            </p:cNvPr>
            <p:cNvSpPr/>
            <p:nvPr/>
          </p:nvSpPr>
          <p:spPr>
            <a:xfrm>
              <a:off x="9364565" y="6575658"/>
              <a:ext cx="40362" cy="30505"/>
            </a:xfrm>
            <a:custGeom>
              <a:avLst/>
              <a:gdLst>
                <a:gd name="connsiteX0" fmla="*/ 0 w 40362"/>
                <a:gd name="connsiteY0" fmla="*/ 16749 h 30505"/>
                <a:gd name="connsiteX1" fmla="*/ 15422 w 40362"/>
                <a:gd name="connsiteY1" fmla="*/ 30505 h 30505"/>
                <a:gd name="connsiteX2" fmla="*/ 40363 w 40362"/>
                <a:gd name="connsiteY2" fmla="*/ 0 h 30505"/>
              </a:gdLst>
              <a:ahLst/>
              <a:cxnLst>
                <a:cxn ang="0">
                  <a:pos x="connsiteX0" y="connsiteY0"/>
                </a:cxn>
                <a:cxn ang="0">
                  <a:pos x="connsiteX1" y="connsiteY1"/>
                </a:cxn>
                <a:cxn ang="0">
                  <a:pos x="connsiteX2" y="connsiteY2"/>
                </a:cxn>
              </a:cxnLst>
              <a:rect l="l" t="t" r="r" b="b"/>
              <a:pathLst>
                <a:path w="40362" h="30505">
                  <a:moveTo>
                    <a:pt x="0" y="16749"/>
                  </a:moveTo>
                  <a:lnTo>
                    <a:pt x="15422" y="30505"/>
                  </a:lnTo>
                  <a:lnTo>
                    <a:pt x="40363" y="0"/>
                  </a:lnTo>
                </a:path>
              </a:pathLst>
            </a:custGeom>
            <a:noFill/>
            <a:ln w="8472" cap="flat">
              <a:solidFill>
                <a:srgbClr val="17A3A3"/>
              </a:solidFill>
              <a:prstDash val="solid"/>
              <a:miter/>
            </a:ln>
          </p:spPr>
          <p:txBody>
            <a:bodyPr rtlCol="1" anchor="ctr"/>
            <a:lstStyle/>
            <a:p>
              <a:endParaRPr lang="ar-SA"/>
            </a:p>
          </p:txBody>
        </p:sp>
      </p:grpSp>
      <p:grpSp>
        <p:nvGrpSpPr>
          <p:cNvPr id="9863" name="رسم 8014">
            <a:extLst>
              <a:ext uri="{FF2B5EF4-FFF2-40B4-BE49-F238E27FC236}">
                <a16:creationId xmlns:a16="http://schemas.microsoft.com/office/drawing/2014/main" id="{BFBB5414-A178-DAE5-1FE1-2FED8E36B929}"/>
              </a:ext>
            </a:extLst>
          </p:cNvPr>
          <p:cNvGrpSpPr/>
          <p:nvPr/>
        </p:nvGrpSpPr>
        <p:grpSpPr>
          <a:xfrm>
            <a:off x="8544014" y="5689555"/>
            <a:ext cx="305164" cy="280400"/>
            <a:chOff x="5619555" y="5928046"/>
            <a:chExt cx="364762" cy="355751"/>
          </a:xfrm>
          <a:noFill/>
        </p:grpSpPr>
        <p:sp>
          <p:nvSpPr>
            <p:cNvPr id="9864" name="شكل حر: شكل 10974">
              <a:extLst>
                <a:ext uri="{FF2B5EF4-FFF2-40B4-BE49-F238E27FC236}">
                  <a16:creationId xmlns:a16="http://schemas.microsoft.com/office/drawing/2014/main" id="{530A3816-1791-59B5-3EF4-AC3F604075A7}"/>
                </a:ext>
              </a:extLst>
            </p:cNvPr>
            <p:cNvSpPr/>
            <p:nvPr/>
          </p:nvSpPr>
          <p:spPr>
            <a:xfrm>
              <a:off x="5710307" y="6198976"/>
              <a:ext cx="31974" cy="15648"/>
            </a:xfrm>
            <a:custGeom>
              <a:avLst/>
              <a:gdLst>
                <a:gd name="connsiteX0" fmla="*/ 31974 w 31974"/>
                <a:gd name="connsiteY0" fmla="*/ 0 h 15648"/>
                <a:gd name="connsiteX1" fmla="*/ 15987 w 31974"/>
                <a:gd name="connsiteY1" fmla="*/ 15648 h 15648"/>
                <a:gd name="connsiteX2" fmla="*/ 0 w 31974"/>
                <a:gd name="connsiteY2" fmla="*/ 0 h 15648"/>
              </a:gdLst>
              <a:ahLst/>
              <a:cxnLst>
                <a:cxn ang="0">
                  <a:pos x="connsiteX0" y="connsiteY0"/>
                </a:cxn>
                <a:cxn ang="0">
                  <a:pos x="connsiteX1" y="connsiteY1"/>
                </a:cxn>
                <a:cxn ang="0">
                  <a:pos x="connsiteX2" y="connsiteY2"/>
                </a:cxn>
              </a:cxnLst>
              <a:rect l="l" t="t" r="r" b="b"/>
              <a:pathLst>
                <a:path w="31974" h="15648">
                  <a:moveTo>
                    <a:pt x="31974" y="0"/>
                  </a:moveTo>
                  <a:lnTo>
                    <a:pt x="15987" y="15648"/>
                  </a:lnTo>
                  <a:lnTo>
                    <a:pt x="0" y="0"/>
                  </a:lnTo>
                </a:path>
              </a:pathLst>
            </a:custGeom>
            <a:noFill/>
            <a:ln w="8472" cap="flat">
              <a:solidFill>
                <a:srgbClr val="01355A"/>
              </a:solidFill>
              <a:prstDash val="solid"/>
              <a:miter/>
            </a:ln>
          </p:spPr>
          <p:txBody>
            <a:bodyPr rtlCol="1" anchor="ctr"/>
            <a:lstStyle/>
            <a:p>
              <a:endParaRPr lang="ar-SA"/>
            </a:p>
          </p:txBody>
        </p:sp>
        <p:sp>
          <p:nvSpPr>
            <p:cNvPr id="9865" name="شكل حر: شكل 10975">
              <a:extLst>
                <a:ext uri="{FF2B5EF4-FFF2-40B4-BE49-F238E27FC236}">
                  <a16:creationId xmlns:a16="http://schemas.microsoft.com/office/drawing/2014/main" id="{5B05F77B-4581-7639-8083-395DB0BE4293}"/>
                </a:ext>
              </a:extLst>
            </p:cNvPr>
            <p:cNvSpPr/>
            <p:nvPr/>
          </p:nvSpPr>
          <p:spPr>
            <a:xfrm>
              <a:off x="5754060" y="6091107"/>
              <a:ext cx="78946" cy="192690"/>
            </a:xfrm>
            <a:custGeom>
              <a:avLst/>
              <a:gdLst>
                <a:gd name="connsiteX0" fmla="*/ 78946 w 78946"/>
                <a:gd name="connsiteY0" fmla="*/ 192691 h 192690"/>
                <a:gd name="connsiteX1" fmla="*/ 70614 w 78946"/>
                <a:gd name="connsiteY1" fmla="*/ 127416 h 192690"/>
                <a:gd name="connsiteX2" fmla="*/ 56547 w 78946"/>
                <a:gd name="connsiteY2" fmla="*/ 103887 h 192690"/>
                <a:gd name="connsiteX3" fmla="*/ 42764 w 78946"/>
                <a:gd name="connsiteY3" fmla="*/ 96656 h 192690"/>
                <a:gd name="connsiteX4" fmla="*/ 7174 w 78946"/>
                <a:gd name="connsiteY4" fmla="*/ 86318 h 192690"/>
                <a:gd name="connsiteX5" fmla="*/ 5000 w 78946"/>
                <a:gd name="connsiteY5" fmla="*/ 85301 h 192690"/>
                <a:gd name="connsiteX6" fmla="*/ 1638 w 78946"/>
                <a:gd name="connsiteY6" fmla="*/ 79765 h 192690"/>
                <a:gd name="connsiteX7" fmla="*/ 0 w 78946"/>
                <a:gd name="connsiteY7" fmla="*/ 65671 h 192690"/>
                <a:gd name="connsiteX8" fmla="*/ 20873 w 78946"/>
                <a:gd name="connsiteY8" fmla="*/ 32877 h 192690"/>
                <a:gd name="connsiteX9" fmla="*/ 32115 w 78946"/>
                <a:gd name="connsiteY9" fmla="*/ 16326 h 192690"/>
                <a:gd name="connsiteX10" fmla="*/ 22314 w 78946"/>
                <a:gd name="connsiteY10" fmla="*/ 0 h 192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946" h="192690">
                  <a:moveTo>
                    <a:pt x="78946" y="192691"/>
                  </a:moveTo>
                  <a:lnTo>
                    <a:pt x="70614" y="127416"/>
                  </a:lnTo>
                  <a:cubicBezTo>
                    <a:pt x="68778" y="118236"/>
                    <a:pt x="63778" y="109875"/>
                    <a:pt x="56547" y="103887"/>
                  </a:cubicBezTo>
                  <a:cubicBezTo>
                    <a:pt x="51915" y="100074"/>
                    <a:pt x="47227" y="97645"/>
                    <a:pt x="42764" y="96656"/>
                  </a:cubicBezTo>
                  <a:lnTo>
                    <a:pt x="7174" y="86318"/>
                  </a:lnTo>
                  <a:cubicBezTo>
                    <a:pt x="6412" y="86092"/>
                    <a:pt x="5677" y="85754"/>
                    <a:pt x="5000" y="85301"/>
                  </a:cubicBezTo>
                  <a:cubicBezTo>
                    <a:pt x="3136" y="84030"/>
                    <a:pt x="1893" y="82025"/>
                    <a:pt x="1638" y="79765"/>
                  </a:cubicBezTo>
                  <a:lnTo>
                    <a:pt x="0" y="65671"/>
                  </a:lnTo>
                  <a:cubicBezTo>
                    <a:pt x="9971" y="57931"/>
                    <a:pt x="17343" y="46379"/>
                    <a:pt x="20873" y="32877"/>
                  </a:cubicBezTo>
                  <a:cubicBezTo>
                    <a:pt x="27229" y="32313"/>
                    <a:pt x="32115" y="25251"/>
                    <a:pt x="32115" y="16326"/>
                  </a:cubicBezTo>
                  <a:cubicBezTo>
                    <a:pt x="32115" y="8079"/>
                    <a:pt x="27963" y="1412"/>
                    <a:pt x="22314" y="0"/>
                  </a:cubicBezTo>
                </a:path>
              </a:pathLst>
            </a:custGeom>
            <a:noFill/>
            <a:ln w="8472" cap="flat">
              <a:solidFill>
                <a:srgbClr val="01355A"/>
              </a:solidFill>
              <a:prstDash val="solid"/>
              <a:miter/>
            </a:ln>
          </p:spPr>
          <p:txBody>
            <a:bodyPr rtlCol="1" anchor="ctr"/>
            <a:lstStyle/>
            <a:p>
              <a:endParaRPr lang="ar-SA"/>
            </a:p>
          </p:txBody>
        </p:sp>
        <p:sp>
          <p:nvSpPr>
            <p:cNvPr id="9866" name="شكل حر: شكل 10976">
              <a:extLst>
                <a:ext uri="{FF2B5EF4-FFF2-40B4-BE49-F238E27FC236}">
                  <a16:creationId xmlns:a16="http://schemas.microsoft.com/office/drawing/2014/main" id="{D94C27FB-26E2-9F17-32E5-319624EB6489}"/>
                </a:ext>
              </a:extLst>
            </p:cNvPr>
            <p:cNvSpPr/>
            <p:nvPr/>
          </p:nvSpPr>
          <p:spPr>
            <a:xfrm>
              <a:off x="5619555" y="6091220"/>
              <a:ext cx="78946" cy="192577"/>
            </a:xfrm>
            <a:custGeom>
              <a:avLst/>
              <a:gdLst>
                <a:gd name="connsiteX0" fmla="*/ 56378 w 78946"/>
                <a:gd name="connsiteY0" fmla="*/ 0 h 192577"/>
                <a:gd name="connsiteX1" fmla="*/ 46888 w 78946"/>
                <a:gd name="connsiteY1" fmla="*/ 16241 h 192577"/>
                <a:gd name="connsiteX2" fmla="*/ 58073 w 78946"/>
                <a:gd name="connsiteY2" fmla="*/ 32793 h 192577"/>
                <a:gd name="connsiteX3" fmla="*/ 78946 w 78946"/>
                <a:gd name="connsiteY3" fmla="*/ 65586 h 192577"/>
                <a:gd name="connsiteX4" fmla="*/ 77308 w 78946"/>
                <a:gd name="connsiteY4" fmla="*/ 79652 h 192577"/>
                <a:gd name="connsiteX5" fmla="*/ 73947 w 78946"/>
                <a:gd name="connsiteY5" fmla="*/ 85188 h 192577"/>
                <a:gd name="connsiteX6" fmla="*/ 71772 w 78946"/>
                <a:gd name="connsiteY6" fmla="*/ 86205 h 192577"/>
                <a:gd name="connsiteX7" fmla="*/ 36324 w 78946"/>
                <a:gd name="connsiteY7" fmla="*/ 96486 h 192577"/>
                <a:gd name="connsiteX8" fmla="*/ 22427 w 78946"/>
                <a:gd name="connsiteY8" fmla="*/ 103774 h 192577"/>
                <a:gd name="connsiteX9" fmla="*/ 8333 w 78946"/>
                <a:gd name="connsiteY9" fmla="*/ 127303 h 192577"/>
                <a:gd name="connsiteX10" fmla="*/ 0 w 78946"/>
                <a:gd name="connsiteY10" fmla="*/ 192577 h 192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946" h="192577">
                  <a:moveTo>
                    <a:pt x="56378" y="0"/>
                  </a:moveTo>
                  <a:cubicBezTo>
                    <a:pt x="50870" y="1582"/>
                    <a:pt x="46888" y="8134"/>
                    <a:pt x="46888" y="16241"/>
                  </a:cubicBezTo>
                  <a:cubicBezTo>
                    <a:pt x="46888" y="25138"/>
                    <a:pt x="51746" y="32200"/>
                    <a:pt x="58073" y="32793"/>
                  </a:cubicBezTo>
                  <a:cubicBezTo>
                    <a:pt x="61632" y="46294"/>
                    <a:pt x="69004" y="57847"/>
                    <a:pt x="78946" y="65586"/>
                  </a:cubicBezTo>
                  <a:lnTo>
                    <a:pt x="77308" y="79652"/>
                  </a:lnTo>
                  <a:cubicBezTo>
                    <a:pt x="77054" y="81912"/>
                    <a:pt x="75811" y="83917"/>
                    <a:pt x="73947" y="85188"/>
                  </a:cubicBezTo>
                  <a:cubicBezTo>
                    <a:pt x="73269" y="85640"/>
                    <a:pt x="72563" y="85979"/>
                    <a:pt x="71772" y="86205"/>
                  </a:cubicBezTo>
                  <a:lnTo>
                    <a:pt x="36324" y="96486"/>
                  </a:lnTo>
                  <a:cubicBezTo>
                    <a:pt x="31720" y="97503"/>
                    <a:pt x="27031" y="99960"/>
                    <a:pt x="22427" y="103774"/>
                  </a:cubicBezTo>
                  <a:cubicBezTo>
                    <a:pt x="15168" y="109790"/>
                    <a:pt x="10169" y="118123"/>
                    <a:pt x="8333" y="127303"/>
                  </a:cubicBezTo>
                  <a:lnTo>
                    <a:pt x="0" y="192577"/>
                  </a:lnTo>
                </a:path>
              </a:pathLst>
            </a:custGeom>
            <a:noFill/>
            <a:ln w="8472" cap="flat">
              <a:solidFill>
                <a:srgbClr val="01355A"/>
              </a:solidFill>
              <a:prstDash val="solid"/>
              <a:miter/>
            </a:ln>
          </p:spPr>
          <p:txBody>
            <a:bodyPr rtlCol="1" anchor="ctr"/>
            <a:lstStyle/>
            <a:p>
              <a:endParaRPr lang="ar-SA"/>
            </a:p>
          </p:txBody>
        </p:sp>
        <p:sp>
          <p:nvSpPr>
            <p:cNvPr id="9867" name="شكل حر: شكل 10977">
              <a:extLst>
                <a:ext uri="{FF2B5EF4-FFF2-40B4-BE49-F238E27FC236}">
                  <a16:creationId xmlns:a16="http://schemas.microsoft.com/office/drawing/2014/main" id="{BC558B63-888D-27ED-E16D-EDA09C3425D6}"/>
                </a:ext>
              </a:extLst>
            </p:cNvPr>
            <p:cNvSpPr/>
            <p:nvPr/>
          </p:nvSpPr>
          <p:spPr>
            <a:xfrm>
              <a:off x="5675837" y="6060601"/>
              <a:ext cx="6224" cy="30646"/>
            </a:xfrm>
            <a:custGeom>
              <a:avLst/>
              <a:gdLst>
                <a:gd name="connsiteX0" fmla="*/ 6225 w 6224"/>
                <a:gd name="connsiteY0" fmla="*/ 0 h 30646"/>
                <a:gd name="connsiteX1" fmla="*/ 96 w 6224"/>
                <a:gd name="connsiteY1" fmla="*/ 30647 h 30646"/>
              </a:gdLst>
              <a:ahLst/>
              <a:cxnLst>
                <a:cxn ang="0">
                  <a:pos x="connsiteX0" y="connsiteY0"/>
                </a:cxn>
                <a:cxn ang="0">
                  <a:pos x="connsiteX1" y="connsiteY1"/>
                </a:cxn>
              </a:cxnLst>
              <a:rect l="l" t="t" r="r" b="b"/>
              <a:pathLst>
                <a:path w="6224" h="30646">
                  <a:moveTo>
                    <a:pt x="6225" y="0"/>
                  </a:moveTo>
                  <a:cubicBezTo>
                    <a:pt x="-1260" y="10988"/>
                    <a:pt x="96" y="30647"/>
                    <a:pt x="96" y="30647"/>
                  </a:cubicBezTo>
                </a:path>
              </a:pathLst>
            </a:custGeom>
            <a:noFill/>
            <a:ln w="8472" cap="flat">
              <a:solidFill>
                <a:srgbClr val="01355A"/>
              </a:solidFill>
              <a:prstDash val="solid"/>
              <a:miter/>
            </a:ln>
          </p:spPr>
          <p:txBody>
            <a:bodyPr rtlCol="1" anchor="ctr"/>
            <a:lstStyle/>
            <a:p>
              <a:endParaRPr lang="ar-SA"/>
            </a:p>
          </p:txBody>
        </p:sp>
        <p:sp>
          <p:nvSpPr>
            <p:cNvPr id="9868" name="شكل حر: شكل 10978">
              <a:extLst>
                <a:ext uri="{FF2B5EF4-FFF2-40B4-BE49-F238E27FC236}">
                  <a16:creationId xmlns:a16="http://schemas.microsoft.com/office/drawing/2014/main" id="{8C26C551-8A53-BF39-CCC8-9631AC0601F2}"/>
                </a:ext>
              </a:extLst>
            </p:cNvPr>
            <p:cNvSpPr/>
            <p:nvPr/>
          </p:nvSpPr>
          <p:spPr>
            <a:xfrm>
              <a:off x="5773125" y="6067239"/>
              <a:ext cx="3249" cy="23895"/>
            </a:xfrm>
            <a:custGeom>
              <a:avLst/>
              <a:gdLst>
                <a:gd name="connsiteX0" fmla="*/ 3220 w 3249"/>
                <a:gd name="connsiteY0" fmla="*/ 23896 h 23895"/>
                <a:gd name="connsiteX1" fmla="*/ 0 w 3249"/>
                <a:gd name="connsiteY1" fmla="*/ 0 h 23895"/>
              </a:gdLst>
              <a:ahLst/>
              <a:cxnLst>
                <a:cxn ang="0">
                  <a:pos x="connsiteX0" y="connsiteY0"/>
                </a:cxn>
                <a:cxn ang="0">
                  <a:pos x="connsiteX1" y="connsiteY1"/>
                </a:cxn>
              </a:cxnLst>
              <a:rect l="l" t="t" r="r" b="b"/>
              <a:pathLst>
                <a:path w="3249" h="23895">
                  <a:moveTo>
                    <a:pt x="3220" y="23896"/>
                  </a:moveTo>
                  <a:cubicBezTo>
                    <a:pt x="3220" y="23896"/>
                    <a:pt x="3785" y="12654"/>
                    <a:pt x="0" y="0"/>
                  </a:cubicBezTo>
                </a:path>
              </a:pathLst>
            </a:custGeom>
            <a:noFill/>
            <a:ln w="8472" cap="flat">
              <a:solidFill>
                <a:srgbClr val="01355A"/>
              </a:solidFill>
              <a:prstDash val="solid"/>
              <a:miter/>
            </a:ln>
          </p:spPr>
          <p:txBody>
            <a:bodyPr rtlCol="1" anchor="ctr"/>
            <a:lstStyle/>
            <a:p>
              <a:endParaRPr lang="ar-SA"/>
            </a:p>
          </p:txBody>
        </p:sp>
        <p:sp>
          <p:nvSpPr>
            <p:cNvPr id="9869" name="شكل حر: شكل 10979">
              <a:extLst>
                <a:ext uri="{FF2B5EF4-FFF2-40B4-BE49-F238E27FC236}">
                  <a16:creationId xmlns:a16="http://schemas.microsoft.com/office/drawing/2014/main" id="{B48B3AA0-61FE-A479-2E35-0C45251A23C6}"/>
                </a:ext>
              </a:extLst>
            </p:cNvPr>
            <p:cNvSpPr/>
            <p:nvPr/>
          </p:nvSpPr>
          <p:spPr>
            <a:xfrm>
              <a:off x="5697258" y="6167596"/>
              <a:ext cx="58044" cy="25985"/>
            </a:xfrm>
            <a:custGeom>
              <a:avLst/>
              <a:gdLst>
                <a:gd name="connsiteX0" fmla="*/ 58045 w 58044"/>
                <a:gd name="connsiteY0" fmla="*/ 0 h 25985"/>
                <a:gd name="connsiteX1" fmla="*/ 29036 w 58044"/>
                <a:gd name="connsiteY1" fmla="*/ 25986 h 25985"/>
                <a:gd name="connsiteX2" fmla="*/ 0 w 58044"/>
                <a:gd name="connsiteY2" fmla="*/ 0 h 25985"/>
              </a:gdLst>
              <a:ahLst/>
              <a:cxnLst>
                <a:cxn ang="0">
                  <a:pos x="connsiteX0" y="connsiteY0"/>
                </a:cxn>
                <a:cxn ang="0">
                  <a:pos x="connsiteX1" y="connsiteY1"/>
                </a:cxn>
                <a:cxn ang="0">
                  <a:pos x="connsiteX2" y="connsiteY2"/>
                </a:cxn>
              </a:cxnLst>
              <a:rect l="l" t="t" r="r" b="b"/>
              <a:pathLst>
                <a:path w="58044" h="25985">
                  <a:moveTo>
                    <a:pt x="58045" y="0"/>
                  </a:moveTo>
                  <a:lnTo>
                    <a:pt x="29036" y="25986"/>
                  </a:lnTo>
                  <a:lnTo>
                    <a:pt x="0" y="0"/>
                  </a:lnTo>
                </a:path>
              </a:pathLst>
            </a:custGeom>
            <a:noFill/>
            <a:ln w="8472" cap="flat">
              <a:solidFill>
                <a:srgbClr val="01355A"/>
              </a:solidFill>
              <a:prstDash val="solid"/>
              <a:miter/>
            </a:ln>
          </p:spPr>
          <p:txBody>
            <a:bodyPr rtlCol="1" anchor="ctr"/>
            <a:lstStyle/>
            <a:p>
              <a:endParaRPr lang="ar-SA"/>
            </a:p>
          </p:txBody>
        </p:sp>
        <p:sp>
          <p:nvSpPr>
            <p:cNvPr id="9870" name="شكل حر: شكل 10980">
              <a:extLst>
                <a:ext uri="{FF2B5EF4-FFF2-40B4-BE49-F238E27FC236}">
                  <a16:creationId xmlns:a16="http://schemas.microsoft.com/office/drawing/2014/main" id="{29F382B2-500E-0EF7-FE6C-4C2DA7792F5F}"/>
                </a:ext>
              </a:extLst>
            </p:cNvPr>
            <p:cNvSpPr/>
            <p:nvPr/>
          </p:nvSpPr>
          <p:spPr>
            <a:xfrm>
              <a:off x="5682062" y="6016991"/>
              <a:ext cx="94364" cy="44088"/>
            </a:xfrm>
            <a:custGeom>
              <a:avLst/>
              <a:gdLst>
                <a:gd name="connsiteX0" fmla="*/ 0 w 94364"/>
                <a:gd name="connsiteY0" fmla="*/ 43611 h 44088"/>
                <a:gd name="connsiteX1" fmla="*/ 36578 w 94364"/>
                <a:gd name="connsiteY1" fmla="*/ 6270 h 44088"/>
                <a:gd name="connsiteX2" fmla="*/ 65219 w 94364"/>
                <a:gd name="connsiteY2" fmla="*/ 0 h 44088"/>
                <a:gd name="connsiteX3" fmla="*/ 65304 w 94364"/>
                <a:gd name="connsiteY3" fmla="*/ 141 h 44088"/>
                <a:gd name="connsiteX4" fmla="*/ 65897 w 94364"/>
                <a:gd name="connsiteY4" fmla="*/ 7033 h 44088"/>
                <a:gd name="connsiteX5" fmla="*/ 65897 w 94364"/>
                <a:gd name="connsiteY5" fmla="*/ 7033 h 44088"/>
                <a:gd name="connsiteX6" fmla="*/ 94312 w 94364"/>
                <a:gd name="connsiteY6" fmla="*/ 4773 h 44088"/>
                <a:gd name="connsiteX7" fmla="*/ 91996 w 94364"/>
                <a:gd name="connsiteY7" fmla="*/ 30194 h 44088"/>
                <a:gd name="connsiteX8" fmla="*/ 78381 w 94364"/>
                <a:gd name="connsiteY8" fmla="*/ 43187 h 44088"/>
                <a:gd name="connsiteX9" fmla="*/ 66010 w 94364"/>
                <a:gd name="connsiteY9" fmla="*/ 43667 h 44088"/>
                <a:gd name="connsiteX10" fmla="*/ 41408 w 94364"/>
                <a:gd name="connsiteY10" fmla="*/ 38498 h 44088"/>
                <a:gd name="connsiteX11" fmla="*/ 16524 w 94364"/>
                <a:gd name="connsiteY11" fmla="*/ 38696 h 44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364" h="44088">
                  <a:moveTo>
                    <a:pt x="0" y="43611"/>
                  </a:moveTo>
                  <a:cubicBezTo>
                    <a:pt x="198" y="21325"/>
                    <a:pt x="19009" y="8587"/>
                    <a:pt x="36578" y="6270"/>
                  </a:cubicBezTo>
                  <a:cubicBezTo>
                    <a:pt x="40900" y="5706"/>
                    <a:pt x="55333" y="4011"/>
                    <a:pt x="65219" y="0"/>
                  </a:cubicBezTo>
                  <a:lnTo>
                    <a:pt x="65304" y="141"/>
                  </a:lnTo>
                  <a:cubicBezTo>
                    <a:pt x="66603" y="2203"/>
                    <a:pt x="66829" y="4773"/>
                    <a:pt x="65897" y="7033"/>
                  </a:cubicBezTo>
                  <a:lnTo>
                    <a:pt x="65897" y="7033"/>
                  </a:lnTo>
                  <a:cubicBezTo>
                    <a:pt x="76517" y="9886"/>
                    <a:pt x="85245" y="8558"/>
                    <a:pt x="94312" y="4773"/>
                  </a:cubicBezTo>
                  <a:cubicBezTo>
                    <a:pt x="94425" y="11242"/>
                    <a:pt x="94594" y="24291"/>
                    <a:pt x="91996" y="30194"/>
                  </a:cubicBezTo>
                  <a:cubicBezTo>
                    <a:pt x="89397" y="36126"/>
                    <a:pt x="84567" y="41323"/>
                    <a:pt x="78381" y="43187"/>
                  </a:cubicBezTo>
                  <a:cubicBezTo>
                    <a:pt x="74399" y="44402"/>
                    <a:pt x="70134" y="44204"/>
                    <a:pt x="66010" y="43667"/>
                  </a:cubicBezTo>
                  <a:cubicBezTo>
                    <a:pt x="57706" y="42566"/>
                    <a:pt x="49656" y="40108"/>
                    <a:pt x="41408" y="38498"/>
                  </a:cubicBezTo>
                  <a:cubicBezTo>
                    <a:pt x="33188" y="36917"/>
                    <a:pt x="24545" y="36239"/>
                    <a:pt x="16524" y="38696"/>
                  </a:cubicBezTo>
                </a:path>
              </a:pathLst>
            </a:custGeom>
            <a:noFill/>
            <a:ln w="8472" cap="flat">
              <a:solidFill>
                <a:srgbClr val="01355A"/>
              </a:solidFill>
              <a:prstDash val="solid"/>
              <a:miter/>
            </a:ln>
          </p:spPr>
          <p:txBody>
            <a:bodyPr rtlCol="1" anchor="ctr"/>
            <a:lstStyle/>
            <a:p>
              <a:endParaRPr lang="ar-SA"/>
            </a:p>
          </p:txBody>
        </p:sp>
        <p:sp>
          <p:nvSpPr>
            <p:cNvPr id="9871" name="شكل حر: شكل 10981">
              <a:extLst>
                <a:ext uri="{FF2B5EF4-FFF2-40B4-BE49-F238E27FC236}">
                  <a16:creationId xmlns:a16="http://schemas.microsoft.com/office/drawing/2014/main" id="{6274F290-7893-D046-4E3E-A7885661D11A}"/>
                </a:ext>
              </a:extLst>
            </p:cNvPr>
            <p:cNvSpPr/>
            <p:nvPr/>
          </p:nvSpPr>
          <p:spPr>
            <a:xfrm>
              <a:off x="5804111" y="6105032"/>
              <a:ext cx="98265" cy="32285"/>
            </a:xfrm>
            <a:custGeom>
              <a:avLst/>
              <a:gdLst>
                <a:gd name="connsiteX0" fmla="*/ 0 w 98265"/>
                <a:gd name="connsiteY0" fmla="*/ 0 h 32285"/>
                <a:gd name="connsiteX1" fmla="*/ 75585 w 98265"/>
                <a:gd name="connsiteY1" fmla="*/ 32285 h 32285"/>
                <a:gd name="connsiteX2" fmla="*/ 98266 w 98265"/>
                <a:gd name="connsiteY2" fmla="*/ 29827 h 32285"/>
              </a:gdLst>
              <a:ahLst/>
              <a:cxnLst>
                <a:cxn ang="0">
                  <a:pos x="connsiteX0" y="connsiteY0"/>
                </a:cxn>
                <a:cxn ang="0">
                  <a:pos x="connsiteX1" y="connsiteY1"/>
                </a:cxn>
                <a:cxn ang="0">
                  <a:pos x="connsiteX2" y="connsiteY2"/>
                </a:cxn>
              </a:cxnLst>
              <a:rect l="l" t="t" r="r" b="b"/>
              <a:pathLst>
                <a:path w="98265" h="32285">
                  <a:moveTo>
                    <a:pt x="0" y="0"/>
                  </a:moveTo>
                  <a:cubicBezTo>
                    <a:pt x="19037" y="19885"/>
                    <a:pt x="45871" y="32285"/>
                    <a:pt x="75585" y="32285"/>
                  </a:cubicBezTo>
                  <a:cubicBezTo>
                    <a:pt x="83381" y="32285"/>
                    <a:pt x="90979" y="31438"/>
                    <a:pt x="98266" y="29827"/>
                  </a:cubicBezTo>
                </a:path>
              </a:pathLst>
            </a:custGeom>
            <a:noFill/>
            <a:ln w="8472" cap="flat">
              <a:solidFill>
                <a:srgbClr val="01355A"/>
              </a:solidFill>
              <a:prstDash val="solid"/>
              <a:miter/>
            </a:ln>
          </p:spPr>
          <p:txBody>
            <a:bodyPr rtlCol="1" anchor="ctr"/>
            <a:lstStyle/>
            <a:p>
              <a:endParaRPr lang="ar-SA"/>
            </a:p>
          </p:txBody>
        </p:sp>
        <p:sp>
          <p:nvSpPr>
            <p:cNvPr id="9872" name="شكل حر: شكل 10982">
              <a:extLst>
                <a:ext uri="{FF2B5EF4-FFF2-40B4-BE49-F238E27FC236}">
                  <a16:creationId xmlns:a16="http://schemas.microsoft.com/office/drawing/2014/main" id="{0879EFA9-7AF1-A5AC-483D-70C7876C0E41}"/>
                </a:ext>
              </a:extLst>
            </p:cNvPr>
            <p:cNvSpPr/>
            <p:nvPr/>
          </p:nvSpPr>
          <p:spPr>
            <a:xfrm>
              <a:off x="5781684" y="5928046"/>
              <a:ext cx="202632" cy="178624"/>
            </a:xfrm>
            <a:custGeom>
              <a:avLst/>
              <a:gdLst>
                <a:gd name="connsiteX0" fmla="*/ 171987 w 202632"/>
                <a:gd name="connsiteY0" fmla="*/ 178624 h 178624"/>
                <a:gd name="connsiteX1" fmla="*/ 202633 w 202632"/>
                <a:gd name="connsiteY1" fmla="*/ 104621 h 178624"/>
                <a:gd name="connsiteX2" fmla="*/ 98012 w 202632"/>
                <a:gd name="connsiteY2" fmla="*/ 0 h 178624"/>
                <a:gd name="connsiteX3" fmla="*/ 0 w 202632"/>
                <a:gd name="connsiteY3" fmla="*/ 67902 h 178624"/>
              </a:gdLst>
              <a:ahLst/>
              <a:cxnLst>
                <a:cxn ang="0">
                  <a:pos x="connsiteX0" y="connsiteY0"/>
                </a:cxn>
                <a:cxn ang="0">
                  <a:pos x="connsiteX1" y="connsiteY1"/>
                </a:cxn>
                <a:cxn ang="0">
                  <a:pos x="connsiteX2" y="connsiteY2"/>
                </a:cxn>
                <a:cxn ang="0">
                  <a:pos x="connsiteX3" y="connsiteY3"/>
                </a:cxn>
              </a:cxnLst>
              <a:rect l="l" t="t" r="r" b="b"/>
              <a:pathLst>
                <a:path w="202632" h="178624">
                  <a:moveTo>
                    <a:pt x="171987" y="178624"/>
                  </a:moveTo>
                  <a:cubicBezTo>
                    <a:pt x="190911" y="159700"/>
                    <a:pt x="202633" y="133516"/>
                    <a:pt x="202633" y="104621"/>
                  </a:cubicBezTo>
                  <a:cubicBezTo>
                    <a:pt x="202633" y="46831"/>
                    <a:pt x="155774" y="0"/>
                    <a:pt x="98012" y="0"/>
                  </a:cubicBezTo>
                  <a:cubicBezTo>
                    <a:pt x="53158" y="0"/>
                    <a:pt x="14885" y="28245"/>
                    <a:pt x="0" y="67902"/>
                  </a:cubicBezTo>
                </a:path>
              </a:pathLst>
            </a:custGeom>
            <a:noFill/>
            <a:ln w="8472" cap="flat">
              <a:solidFill>
                <a:srgbClr val="01355A"/>
              </a:solidFill>
              <a:prstDash val="solid"/>
              <a:miter/>
            </a:ln>
          </p:spPr>
          <p:txBody>
            <a:bodyPr rtlCol="1" anchor="ctr"/>
            <a:lstStyle/>
            <a:p>
              <a:endParaRPr lang="ar-SA"/>
            </a:p>
          </p:txBody>
        </p:sp>
        <p:sp>
          <p:nvSpPr>
            <p:cNvPr id="9873" name="شكل حر: شكل 10983">
              <a:extLst>
                <a:ext uri="{FF2B5EF4-FFF2-40B4-BE49-F238E27FC236}">
                  <a16:creationId xmlns:a16="http://schemas.microsoft.com/office/drawing/2014/main" id="{AE5D74B9-A982-F4AA-C87C-133AF39A06D6}"/>
                </a:ext>
              </a:extLst>
            </p:cNvPr>
            <p:cNvSpPr/>
            <p:nvPr/>
          </p:nvSpPr>
          <p:spPr>
            <a:xfrm>
              <a:off x="5819815" y="5972787"/>
              <a:ext cx="119760" cy="119760"/>
            </a:xfrm>
            <a:custGeom>
              <a:avLst/>
              <a:gdLst>
                <a:gd name="connsiteX0" fmla="*/ 102927 w 119760"/>
                <a:gd name="connsiteY0" fmla="*/ 101514 h 119760"/>
                <a:gd name="connsiteX1" fmla="*/ 119761 w 119760"/>
                <a:gd name="connsiteY1" fmla="*/ 59880 h 119760"/>
                <a:gd name="connsiteX2" fmla="*/ 59881 w 119760"/>
                <a:gd name="connsiteY2" fmla="*/ 0 h 119760"/>
                <a:gd name="connsiteX3" fmla="*/ 0 w 119760"/>
                <a:gd name="connsiteY3" fmla="*/ 59880 h 119760"/>
                <a:gd name="connsiteX4" fmla="*/ 59881 w 119760"/>
                <a:gd name="connsiteY4" fmla="*/ 119761 h 119760"/>
                <a:gd name="connsiteX5" fmla="*/ 72308 w 119760"/>
                <a:gd name="connsiteY5" fmla="*/ 118461 h 119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60" h="119760">
                  <a:moveTo>
                    <a:pt x="102927" y="101514"/>
                  </a:moveTo>
                  <a:cubicBezTo>
                    <a:pt x="113349" y="90724"/>
                    <a:pt x="119761" y="76065"/>
                    <a:pt x="119761" y="59880"/>
                  </a:cubicBezTo>
                  <a:cubicBezTo>
                    <a:pt x="119761" y="26805"/>
                    <a:pt x="92956" y="0"/>
                    <a:pt x="59881" y="0"/>
                  </a:cubicBezTo>
                  <a:cubicBezTo>
                    <a:pt x="26805" y="0"/>
                    <a:pt x="0" y="26805"/>
                    <a:pt x="0" y="59880"/>
                  </a:cubicBezTo>
                  <a:cubicBezTo>
                    <a:pt x="0" y="92956"/>
                    <a:pt x="26805" y="119761"/>
                    <a:pt x="59881" y="119761"/>
                  </a:cubicBezTo>
                  <a:cubicBezTo>
                    <a:pt x="64146" y="119761"/>
                    <a:pt x="68298" y="119309"/>
                    <a:pt x="72308" y="118461"/>
                  </a:cubicBezTo>
                </a:path>
              </a:pathLst>
            </a:custGeom>
            <a:noFill/>
            <a:ln w="8472" cap="flat">
              <a:solidFill>
                <a:srgbClr val="01355A"/>
              </a:solidFill>
              <a:prstDash val="solid"/>
              <a:miter/>
            </a:ln>
          </p:spPr>
          <p:txBody>
            <a:bodyPr rtlCol="1" anchor="ctr"/>
            <a:lstStyle/>
            <a:p>
              <a:endParaRPr lang="ar-SA"/>
            </a:p>
          </p:txBody>
        </p:sp>
        <p:sp>
          <p:nvSpPr>
            <p:cNvPr id="9874" name="شكل حر: شكل 10984">
              <a:extLst>
                <a:ext uri="{FF2B5EF4-FFF2-40B4-BE49-F238E27FC236}">
                  <a16:creationId xmlns:a16="http://schemas.microsoft.com/office/drawing/2014/main" id="{65C42623-71A9-71BD-2D45-E138925FF69C}"/>
                </a:ext>
              </a:extLst>
            </p:cNvPr>
            <p:cNvSpPr/>
            <p:nvPr/>
          </p:nvSpPr>
          <p:spPr>
            <a:xfrm>
              <a:off x="5879667" y="6032667"/>
              <a:ext cx="50305" cy="91571"/>
            </a:xfrm>
            <a:custGeom>
              <a:avLst/>
              <a:gdLst>
                <a:gd name="connsiteX0" fmla="*/ 0 w 50305"/>
                <a:gd name="connsiteY0" fmla="*/ 0 h 91571"/>
                <a:gd name="connsiteX1" fmla="*/ 50305 w 50305"/>
                <a:gd name="connsiteY1" fmla="*/ 91572 h 91571"/>
              </a:gdLst>
              <a:ahLst/>
              <a:cxnLst>
                <a:cxn ang="0">
                  <a:pos x="connsiteX0" y="connsiteY0"/>
                </a:cxn>
                <a:cxn ang="0">
                  <a:pos x="connsiteX1" y="connsiteY1"/>
                </a:cxn>
              </a:cxnLst>
              <a:rect l="l" t="t" r="r" b="b"/>
              <a:pathLst>
                <a:path w="50305" h="91571">
                  <a:moveTo>
                    <a:pt x="0" y="0"/>
                  </a:moveTo>
                  <a:lnTo>
                    <a:pt x="50305" y="91572"/>
                  </a:lnTo>
                </a:path>
              </a:pathLst>
            </a:custGeom>
            <a:ln w="8472" cap="flat">
              <a:solidFill>
                <a:srgbClr val="17A3A3"/>
              </a:solidFill>
              <a:prstDash val="solid"/>
              <a:miter/>
            </a:ln>
          </p:spPr>
          <p:txBody>
            <a:bodyPr rtlCol="1" anchor="ctr"/>
            <a:lstStyle/>
            <a:p>
              <a:endParaRPr lang="ar-SA"/>
            </a:p>
          </p:txBody>
        </p:sp>
        <p:sp>
          <p:nvSpPr>
            <p:cNvPr id="9875" name="شكل حر: شكل 10985">
              <a:extLst>
                <a:ext uri="{FF2B5EF4-FFF2-40B4-BE49-F238E27FC236}">
                  <a16:creationId xmlns:a16="http://schemas.microsoft.com/office/drawing/2014/main" id="{D879834D-B89A-7E1F-A997-5EA6B5EBEAF3}"/>
                </a:ext>
              </a:extLst>
            </p:cNvPr>
            <p:cNvSpPr/>
            <p:nvPr/>
          </p:nvSpPr>
          <p:spPr>
            <a:xfrm>
              <a:off x="5922996" y="6124239"/>
              <a:ext cx="33131" cy="26155"/>
            </a:xfrm>
            <a:custGeom>
              <a:avLst/>
              <a:gdLst>
                <a:gd name="connsiteX0" fmla="*/ 0 w 33131"/>
                <a:gd name="connsiteY0" fmla="*/ 26155 h 26155"/>
                <a:gd name="connsiteX1" fmla="*/ 6977 w 33131"/>
                <a:gd name="connsiteY1" fmla="*/ 0 h 26155"/>
                <a:gd name="connsiteX2" fmla="*/ 33132 w 33131"/>
                <a:gd name="connsiteY2" fmla="*/ 6948 h 26155"/>
              </a:gdLst>
              <a:ahLst/>
              <a:cxnLst>
                <a:cxn ang="0">
                  <a:pos x="connsiteX0" y="connsiteY0"/>
                </a:cxn>
                <a:cxn ang="0">
                  <a:pos x="connsiteX1" y="connsiteY1"/>
                </a:cxn>
                <a:cxn ang="0">
                  <a:pos x="connsiteX2" y="connsiteY2"/>
                </a:cxn>
              </a:cxnLst>
              <a:rect l="l" t="t" r="r" b="b"/>
              <a:pathLst>
                <a:path w="33131" h="26155">
                  <a:moveTo>
                    <a:pt x="0" y="26155"/>
                  </a:moveTo>
                  <a:lnTo>
                    <a:pt x="6977" y="0"/>
                  </a:lnTo>
                  <a:lnTo>
                    <a:pt x="33132" y="6948"/>
                  </a:lnTo>
                </a:path>
              </a:pathLst>
            </a:custGeom>
            <a:noFill/>
            <a:ln w="8472" cap="flat">
              <a:solidFill>
                <a:srgbClr val="17A3A3"/>
              </a:solidFill>
              <a:prstDash val="solid"/>
              <a:miter/>
            </a:ln>
          </p:spPr>
          <p:txBody>
            <a:bodyPr rtlCol="1" anchor="ctr"/>
            <a:lstStyle/>
            <a:p>
              <a:endParaRPr lang="ar-SA"/>
            </a:p>
          </p:txBody>
        </p:sp>
        <p:sp>
          <p:nvSpPr>
            <p:cNvPr id="9876" name="شكل حر: شكل 10986">
              <a:extLst>
                <a:ext uri="{FF2B5EF4-FFF2-40B4-BE49-F238E27FC236}">
                  <a16:creationId xmlns:a16="http://schemas.microsoft.com/office/drawing/2014/main" id="{1AE21F09-C025-ABE6-695E-E6BB79875B63}"/>
                </a:ext>
              </a:extLst>
            </p:cNvPr>
            <p:cNvSpPr/>
            <p:nvPr/>
          </p:nvSpPr>
          <p:spPr>
            <a:xfrm>
              <a:off x="5934803" y="6145028"/>
              <a:ext cx="33131" cy="26155"/>
            </a:xfrm>
            <a:custGeom>
              <a:avLst/>
              <a:gdLst>
                <a:gd name="connsiteX0" fmla="*/ 0 w 33131"/>
                <a:gd name="connsiteY0" fmla="*/ 26155 h 26155"/>
                <a:gd name="connsiteX1" fmla="*/ 6977 w 33131"/>
                <a:gd name="connsiteY1" fmla="*/ 0 h 26155"/>
                <a:gd name="connsiteX2" fmla="*/ 33132 w 33131"/>
                <a:gd name="connsiteY2" fmla="*/ 6948 h 26155"/>
              </a:gdLst>
              <a:ahLst/>
              <a:cxnLst>
                <a:cxn ang="0">
                  <a:pos x="connsiteX0" y="connsiteY0"/>
                </a:cxn>
                <a:cxn ang="0">
                  <a:pos x="connsiteX1" y="connsiteY1"/>
                </a:cxn>
                <a:cxn ang="0">
                  <a:pos x="connsiteX2" y="connsiteY2"/>
                </a:cxn>
              </a:cxnLst>
              <a:rect l="l" t="t" r="r" b="b"/>
              <a:pathLst>
                <a:path w="33131" h="26155">
                  <a:moveTo>
                    <a:pt x="0" y="26155"/>
                  </a:moveTo>
                  <a:lnTo>
                    <a:pt x="6977" y="0"/>
                  </a:lnTo>
                  <a:lnTo>
                    <a:pt x="33132" y="6948"/>
                  </a:lnTo>
                </a:path>
              </a:pathLst>
            </a:custGeom>
            <a:noFill/>
            <a:ln w="8472" cap="flat">
              <a:solidFill>
                <a:srgbClr val="17A3A3"/>
              </a:solidFill>
              <a:prstDash val="solid"/>
              <a:miter/>
            </a:ln>
          </p:spPr>
          <p:txBody>
            <a:bodyPr rtlCol="1" anchor="ctr"/>
            <a:lstStyle/>
            <a:p>
              <a:endParaRPr lang="ar-SA"/>
            </a:p>
          </p:txBody>
        </p:sp>
        <p:sp>
          <p:nvSpPr>
            <p:cNvPr id="9877" name="شكل حر: شكل 10987">
              <a:extLst>
                <a:ext uri="{FF2B5EF4-FFF2-40B4-BE49-F238E27FC236}">
                  <a16:creationId xmlns:a16="http://schemas.microsoft.com/office/drawing/2014/main" id="{8F9EC584-1813-4634-32EA-4F5B29D6AE4F}"/>
                </a:ext>
              </a:extLst>
            </p:cNvPr>
            <p:cNvSpPr/>
            <p:nvPr/>
          </p:nvSpPr>
          <p:spPr>
            <a:xfrm>
              <a:off x="5946637" y="6165816"/>
              <a:ext cx="33131" cy="26155"/>
            </a:xfrm>
            <a:custGeom>
              <a:avLst/>
              <a:gdLst>
                <a:gd name="connsiteX0" fmla="*/ 0 w 33131"/>
                <a:gd name="connsiteY0" fmla="*/ 26155 h 26155"/>
                <a:gd name="connsiteX1" fmla="*/ 6948 w 33131"/>
                <a:gd name="connsiteY1" fmla="*/ 0 h 26155"/>
                <a:gd name="connsiteX2" fmla="*/ 33132 w 33131"/>
                <a:gd name="connsiteY2" fmla="*/ 6948 h 26155"/>
              </a:gdLst>
              <a:ahLst/>
              <a:cxnLst>
                <a:cxn ang="0">
                  <a:pos x="connsiteX0" y="connsiteY0"/>
                </a:cxn>
                <a:cxn ang="0">
                  <a:pos x="connsiteX1" y="connsiteY1"/>
                </a:cxn>
                <a:cxn ang="0">
                  <a:pos x="connsiteX2" y="connsiteY2"/>
                </a:cxn>
              </a:cxnLst>
              <a:rect l="l" t="t" r="r" b="b"/>
              <a:pathLst>
                <a:path w="33131" h="26155">
                  <a:moveTo>
                    <a:pt x="0" y="26155"/>
                  </a:moveTo>
                  <a:lnTo>
                    <a:pt x="6948" y="0"/>
                  </a:lnTo>
                  <a:lnTo>
                    <a:pt x="33132" y="6948"/>
                  </a:lnTo>
                </a:path>
              </a:pathLst>
            </a:custGeom>
            <a:noFill/>
            <a:ln w="8472" cap="flat">
              <a:solidFill>
                <a:srgbClr val="17A3A3"/>
              </a:solidFill>
              <a:prstDash val="solid"/>
              <a:miter/>
            </a:ln>
          </p:spPr>
          <p:txBody>
            <a:bodyPr rtlCol="1" anchor="ctr"/>
            <a:lstStyle/>
            <a:p>
              <a:endParaRPr lang="ar-SA"/>
            </a:p>
          </p:txBody>
        </p:sp>
        <p:sp>
          <p:nvSpPr>
            <p:cNvPr id="9878" name="شكل حر: شكل 10988">
              <a:extLst>
                <a:ext uri="{FF2B5EF4-FFF2-40B4-BE49-F238E27FC236}">
                  <a16:creationId xmlns:a16="http://schemas.microsoft.com/office/drawing/2014/main" id="{DD051E18-3AE2-C68B-23B5-074EF5959797}"/>
                </a:ext>
              </a:extLst>
            </p:cNvPr>
            <p:cNvSpPr/>
            <p:nvPr/>
          </p:nvSpPr>
          <p:spPr>
            <a:xfrm>
              <a:off x="5873143" y="6031876"/>
              <a:ext cx="27228" cy="21579"/>
            </a:xfrm>
            <a:custGeom>
              <a:avLst/>
              <a:gdLst>
                <a:gd name="connsiteX0" fmla="*/ 27229 w 27228"/>
                <a:gd name="connsiteY0" fmla="*/ 4717 h 21579"/>
                <a:gd name="connsiteX1" fmla="*/ 6299 w 27228"/>
                <a:gd name="connsiteY1" fmla="*/ 0 h 21579"/>
                <a:gd name="connsiteX2" fmla="*/ 0 w 27228"/>
                <a:gd name="connsiteY2" fmla="*/ 21579 h 21579"/>
              </a:gdLst>
              <a:ahLst/>
              <a:cxnLst>
                <a:cxn ang="0">
                  <a:pos x="connsiteX0" y="connsiteY0"/>
                </a:cxn>
                <a:cxn ang="0">
                  <a:pos x="connsiteX1" y="connsiteY1"/>
                </a:cxn>
                <a:cxn ang="0">
                  <a:pos x="connsiteX2" y="connsiteY2"/>
                </a:cxn>
              </a:cxnLst>
              <a:rect l="l" t="t" r="r" b="b"/>
              <a:pathLst>
                <a:path w="27228" h="21579">
                  <a:moveTo>
                    <a:pt x="27229" y="4717"/>
                  </a:moveTo>
                  <a:lnTo>
                    <a:pt x="6299" y="0"/>
                  </a:lnTo>
                  <a:lnTo>
                    <a:pt x="0" y="21579"/>
                  </a:lnTo>
                </a:path>
              </a:pathLst>
            </a:custGeom>
            <a:noFill/>
            <a:ln w="8472" cap="flat">
              <a:solidFill>
                <a:srgbClr val="17A3A3"/>
              </a:solidFill>
              <a:prstDash val="solid"/>
              <a:miter/>
            </a:ln>
          </p:spPr>
          <p:txBody>
            <a:bodyPr rtlCol="1" anchor="ctr"/>
            <a:lstStyle/>
            <a:p>
              <a:endParaRPr lang="ar-SA"/>
            </a:p>
          </p:txBody>
        </p:sp>
      </p:grpSp>
      <p:grpSp>
        <p:nvGrpSpPr>
          <p:cNvPr id="9879" name="رسم 8014">
            <a:extLst>
              <a:ext uri="{FF2B5EF4-FFF2-40B4-BE49-F238E27FC236}">
                <a16:creationId xmlns:a16="http://schemas.microsoft.com/office/drawing/2014/main" id="{9689C9B3-A0FC-E6E9-E580-E0F14F955D8C}"/>
              </a:ext>
            </a:extLst>
          </p:cNvPr>
          <p:cNvGrpSpPr/>
          <p:nvPr/>
        </p:nvGrpSpPr>
        <p:grpSpPr>
          <a:xfrm>
            <a:off x="10373120" y="4902807"/>
            <a:ext cx="235994" cy="264729"/>
            <a:chOff x="9312952" y="5446345"/>
            <a:chExt cx="282084" cy="335869"/>
          </a:xfrm>
          <a:noFill/>
        </p:grpSpPr>
        <p:sp>
          <p:nvSpPr>
            <p:cNvPr id="9880" name="شكل حر: شكل 10990">
              <a:extLst>
                <a:ext uri="{FF2B5EF4-FFF2-40B4-BE49-F238E27FC236}">
                  <a16:creationId xmlns:a16="http://schemas.microsoft.com/office/drawing/2014/main" id="{BCD9B650-60BC-7047-7999-C6A62413CF09}"/>
                </a:ext>
              </a:extLst>
            </p:cNvPr>
            <p:cNvSpPr/>
            <p:nvPr/>
          </p:nvSpPr>
          <p:spPr>
            <a:xfrm>
              <a:off x="9312952" y="5549358"/>
              <a:ext cx="89829" cy="232855"/>
            </a:xfrm>
            <a:custGeom>
              <a:avLst/>
              <a:gdLst>
                <a:gd name="connsiteX0" fmla="*/ 25853 w 89829"/>
                <a:gd name="connsiteY0" fmla="*/ 0 h 232855"/>
                <a:gd name="connsiteX1" fmla="*/ 24385 w 89829"/>
                <a:gd name="connsiteY1" fmla="*/ 4774 h 232855"/>
                <a:gd name="connsiteX2" fmla="*/ 21673 w 89829"/>
                <a:gd name="connsiteY2" fmla="*/ 46549 h 232855"/>
                <a:gd name="connsiteX3" fmla="*/ 22605 w 89829"/>
                <a:gd name="connsiteY3" fmla="*/ 52367 h 232855"/>
                <a:gd name="connsiteX4" fmla="*/ 16532 w 89829"/>
                <a:gd name="connsiteY4" fmla="*/ 82166 h 232855"/>
                <a:gd name="connsiteX5" fmla="*/ 912 w 89829"/>
                <a:gd name="connsiteY5" fmla="*/ 104875 h 232855"/>
                <a:gd name="connsiteX6" fmla="*/ 7889 w 89829"/>
                <a:gd name="connsiteY6" fmla="*/ 116908 h 232855"/>
                <a:gd name="connsiteX7" fmla="*/ 14216 w 89829"/>
                <a:gd name="connsiteY7" fmla="*/ 118405 h 232855"/>
                <a:gd name="connsiteX8" fmla="*/ 15261 w 89829"/>
                <a:gd name="connsiteY8" fmla="*/ 122840 h 232855"/>
                <a:gd name="connsiteX9" fmla="*/ 16871 w 89829"/>
                <a:gd name="connsiteY9" fmla="*/ 130833 h 232855"/>
                <a:gd name="connsiteX10" fmla="*/ 18029 w 89829"/>
                <a:gd name="connsiteY10" fmla="*/ 134900 h 232855"/>
                <a:gd name="connsiteX11" fmla="*/ 22323 w 89829"/>
                <a:gd name="connsiteY11" fmla="*/ 143657 h 232855"/>
                <a:gd name="connsiteX12" fmla="*/ 24413 w 89829"/>
                <a:gd name="connsiteY12" fmla="*/ 146933 h 232855"/>
                <a:gd name="connsiteX13" fmla="*/ 42123 w 89829"/>
                <a:gd name="connsiteY13" fmla="*/ 178794 h 232855"/>
                <a:gd name="connsiteX14" fmla="*/ 60369 w 89829"/>
                <a:gd name="connsiteY14" fmla="*/ 177014 h 232855"/>
                <a:gd name="connsiteX15" fmla="*/ 87316 w 89829"/>
                <a:gd name="connsiteY15" fmla="*/ 197238 h 232855"/>
                <a:gd name="connsiteX16" fmla="*/ 89829 w 89829"/>
                <a:gd name="connsiteY16" fmla="*/ 232856 h 232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9829" h="232855">
                  <a:moveTo>
                    <a:pt x="25853" y="0"/>
                  </a:moveTo>
                  <a:cubicBezTo>
                    <a:pt x="25316" y="1582"/>
                    <a:pt x="24808" y="3164"/>
                    <a:pt x="24385" y="4774"/>
                  </a:cubicBezTo>
                  <a:cubicBezTo>
                    <a:pt x="21504" y="15451"/>
                    <a:pt x="19639" y="29517"/>
                    <a:pt x="21673" y="46549"/>
                  </a:cubicBezTo>
                  <a:cubicBezTo>
                    <a:pt x="21899" y="48498"/>
                    <a:pt x="22266" y="50418"/>
                    <a:pt x="22605" y="52367"/>
                  </a:cubicBezTo>
                  <a:cubicBezTo>
                    <a:pt x="23424" y="56971"/>
                    <a:pt x="24667" y="69795"/>
                    <a:pt x="16532" y="82166"/>
                  </a:cubicBezTo>
                  <a:lnTo>
                    <a:pt x="912" y="104875"/>
                  </a:lnTo>
                  <a:cubicBezTo>
                    <a:pt x="912" y="104875"/>
                    <a:pt x="-3720" y="114790"/>
                    <a:pt x="7889" y="116908"/>
                  </a:cubicBezTo>
                  <a:cubicBezTo>
                    <a:pt x="7889" y="116908"/>
                    <a:pt x="11476" y="117219"/>
                    <a:pt x="14216" y="118405"/>
                  </a:cubicBezTo>
                  <a:cubicBezTo>
                    <a:pt x="15968" y="119140"/>
                    <a:pt x="16504" y="121399"/>
                    <a:pt x="15261" y="122840"/>
                  </a:cubicBezTo>
                  <a:cubicBezTo>
                    <a:pt x="13538" y="124845"/>
                    <a:pt x="11956" y="128178"/>
                    <a:pt x="16871" y="130833"/>
                  </a:cubicBezTo>
                  <a:cubicBezTo>
                    <a:pt x="18340" y="131624"/>
                    <a:pt x="18877" y="133432"/>
                    <a:pt x="18029" y="134900"/>
                  </a:cubicBezTo>
                  <a:cubicBezTo>
                    <a:pt x="16447" y="137612"/>
                    <a:pt x="15572" y="141651"/>
                    <a:pt x="22323" y="143657"/>
                  </a:cubicBezTo>
                  <a:cubicBezTo>
                    <a:pt x="23763" y="144080"/>
                    <a:pt x="24695" y="145464"/>
                    <a:pt x="24413" y="146933"/>
                  </a:cubicBezTo>
                  <a:cubicBezTo>
                    <a:pt x="22831" y="155096"/>
                    <a:pt x="20035" y="179133"/>
                    <a:pt x="42123" y="178794"/>
                  </a:cubicBezTo>
                  <a:lnTo>
                    <a:pt x="60369" y="177014"/>
                  </a:lnTo>
                  <a:cubicBezTo>
                    <a:pt x="73249" y="175772"/>
                    <a:pt x="85056" y="184500"/>
                    <a:pt x="87316" y="197238"/>
                  </a:cubicBezTo>
                  <a:cubicBezTo>
                    <a:pt x="88813" y="205542"/>
                    <a:pt x="89829" y="217010"/>
                    <a:pt x="89829" y="232856"/>
                  </a:cubicBezTo>
                </a:path>
              </a:pathLst>
            </a:custGeom>
            <a:noFill/>
            <a:ln w="8472" cap="flat">
              <a:solidFill>
                <a:srgbClr val="01355A"/>
              </a:solidFill>
              <a:prstDash val="solid"/>
              <a:miter/>
            </a:ln>
          </p:spPr>
          <p:txBody>
            <a:bodyPr rtlCol="1" anchor="ctr"/>
            <a:lstStyle/>
            <a:p>
              <a:endParaRPr lang="ar-SA"/>
            </a:p>
          </p:txBody>
        </p:sp>
        <p:sp>
          <p:nvSpPr>
            <p:cNvPr id="9881" name="شكل حر: شكل 10991">
              <a:extLst>
                <a:ext uri="{FF2B5EF4-FFF2-40B4-BE49-F238E27FC236}">
                  <a16:creationId xmlns:a16="http://schemas.microsoft.com/office/drawing/2014/main" id="{4B63C5D5-ADD1-955B-D61B-48A57E629B19}"/>
                </a:ext>
              </a:extLst>
            </p:cNvPr>
            <p:cNvSpPr/>
            <p:nvPr/>
          </p:nvSpPr>
          <p:spPr>
            <a:xfrm>
              <a:off x="9455616" y="5578056"/>
              <a:ext cx="88195" cy="203621"/>
            </a:xfrm>
            <a:custGeom>
              <a:avLst/>
              <a:gdLst>
                <a:gd name="connsiteX0" fmla="*/ 86839 w 88195"/>
                <a:gd name="connsiteY0" fmla="*/ 203621 h 203621"/>
                <a:gd name="connsiteX1" fmla="*/ 82405 w 88195"/>
                <a:gd name="connsiteY1" fmla="*/ 181872 h 203621"/>
                <a:gd name="connsiteX2" fmla="*/ 79297 w 88195"/>
                <a:gd name="connsiteY2" fmla="*/ 178652 h 203621"/>
                <a:gd name="connsiteX3" fmla="*/ 60458 w 88195"/>
                <a:gd name="connsiteY3" fmla="*/ 99339 h 203621"/>
                <a:gd name="connsiteX4" fmla="*/ 68225 w 88195"/>
                <a:gd name="connsiteY4" fmla="*/ 91515 h 203621"/>
                <a:gd name="connsiteX5" fmla="*/ 75738 w 88195"/>
                <a:gd name="connsiteY5" fmla="*/ 84962 h 203621"/>
                <a:gd name="connsiteX6" fmla="*/ 75738 w 88195"/>
                <a:gd name="connsiteY6" fmla="*/ 82335 h 203621"/>
                <a:gd name="connsiteX7" fmla="*/ 69185 w 88195"/>
                <a:gd name="connsiteY7" fmla="*/ 75783 h 203621"/>
                <a:gd name="connsiteX8" fmla="*/ 60683 w 88195"/>
                <a:gd name="connsiteY8" fmla="*/ 73862 h 203621"/>
                <a:gd name="connsiteX9" fmla="*/ 61559 w 88195"/>
                <a:gd name="connsiteY9" fmla="*/ 65840 h 203621"/>
                <a:gd name="connsiteX10" fmla="*/ 68988 w 88195"/>
                <a:gd name="connsiteY10" fmla="*/ 43272 h 203621"/>
                <a:gd name="connsiteX11" fmla="*/ 65457 w 88195"/>
                <a:gd name="connsiteY11" fmla="*/ 23246 h 203621"/>
                <a:gd name="connsiteX12" fmla="*/ 49160 w 88195"/>
                <a:gd name="connsiteY12" fmla="*/ 2457 h 203621"/>
                <a:gd name="connsiteX13" fmla="*/ 39104 w 88195"/>
                <a:gd name="connsiteY13" fmla="*/ 2457 h 203621"/>
                <a:gd name="connsiteX14" fmla="*/ 22806 w 88195"/>
                <a:gd name="connsiteY14" fmla="*/ 23246 h 203621"/>
                <a:gd name="connsiteX15" fmla="*/ 19276 w 88195"/>
                <a:gd name="connsiteY15" fmla="*/ 43272 h 203621"/>
                <a:gd name="connsiteX16" fmla="*/ 27580 w 88195"/>
                <a:gd name="connsiteY16" fmla="*/ 73834 h 203621"/>
                <a:gd name="connsiteX17" fmla="*/ 24840 w 88195"/>
                <a:gd name="connsiteY17" fmla="*/ 75754 h 203621"/>
                <a:gd name="connsiteX18" fmla="*/ 20010 w 88195"/>
                <a:gd name="connsiteY18" fmla="*/ 75754 h 203621"/>
                <a:gd name="connsiteX19" fmla="*/ 13457 w 88195"/>
                <a:gd name="connsiteY19" fmla="*/ 82307 h 203621"/>
                <a:gd name="connsiteX20" fmla="*/ 13457 w 88195"/>
                <a:gd name="connsiteY20" fmla="*/ 84934 h 203621"/>
                <a:gd name="connsiteX21" fmla="*/ 20010 w 88195"/>
                <a:gd name="connsiteY21" fmla="*/ 91487 h 203621"/>
                <a:gd name="connsiteX22" fmla="*/ 28060 w 88195"/>
                <a:gd name="connsiteY22" fmla="*/ 100808 h 203621"/>
                <a:gd name="connsiteX23" fmla="*/ 8966 w 88195"/>
                <a:gd name="connsiteY23" fmla="*/ 178652 h 203621"/>
                <a:gd name="connsiteX24" fmla="*/ 1424 w 88195"/>
                <a:gd name="connsiteY24" fmla="*/ 203593 h 203621"/>
                <a:gd name="connsiteX25" fmla="*/ 86839 w 88195"/>
                <a:gd name="connsiteY25" fmla="*/ 203593 h 203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8195" h="203621">
                  <a:moveTo>
                    <a:pt x="86839" y="203621"/>
                  </a:moveTo>
                  <a:cubicBezTo>
                    <a:pt x="89691" y="196137"/>
                    <a:pt x="87969" y="187663"/>
                    <a:pt x="82405" y="181872"/>
                  </a:cubicBezTo>
                  <a:lnTo>
                    <a:pt x="79297" y="178652"/>
                  </a:lnTo>
                  <a:cubicBezTo>
                    <a:pt x="63677" y="162468"/>
                    <a:pt x="56080" y="122529"/>
                    <a:pt x="60458" y="99339"/>
                  </a:cubicBezTo>
                  <a:cubicBezTo>
                    <a:pt x="61220" y="95328"/>
                    <a:pt x="64355" y="92278"/>
                    <a:pt x="68225" y="91515"/>
                  </a:cubicBezTo>
                  <a:cubicBezTo>
                    <a:pt x="73281" y="91515"/>
                    <a:pt x="75738" y="88408"/>
                    <a:pt x="75738" y="84962"/>
                  </a:cubicBezTo>
                  <a:lnTo>
                    <a:pt x="75738" y="82335"/>
                  </a:lnTo>
                  <a:cubicBezTo>
                    <a:pt x="75738" y="78720"/>
                    <a:pt x="72801" y="75783"/>
                    <a:pt x="69185" y="75783"/>
                  </a:cubicBezTo>
                  <a:cubicBezTo>
                    <a:pt x="63677" y="75783"/>
                    <a:pt x="61418" y="76319"/>
                    <a:pt x="60683" y="73862"/>
                  </a:cubicBezTo>
                  <a:cubicBezTo>
                    <a:pt x="59836" y="71037"/>
                    <a:pt x="60430" y="67732"/>
                    <a:pt x="61559" y="65840"/>
                  </a:cubicBezTo>
                  <a:lnTo>
                    <a:pt x="68988" y="43272"/>
                  </a:lnTo>
                  <a:cubicBezTo>
                    <a:pt x="71247" y="36437"/>
                    <a:pt x="69920" y="28923"/>
                    <a:pt x="65457" y="23246"/>
                  </a:cubicBezTo>
                  <a:lnTo>
                    <a:pt x="49160" y="2457"/>
                  </a:lnTo>
                  <a:cubicBezTo>
                    <a:pt x="46589" y="-819"/>
                    <a:pt x="41646" y="-819"/>
                    <a:pt x="39104" y="2457"/>
                  </a:cubicBezTo>
                  <a:lnTo>
                    <a:pt x="22806" y="23246"/>
                  </a:lnTo>
                  <a:cubicBezTo>
                    <a:pt x="18372" y="28923"/>
                    <a:pt x="17044" y="36437"/>
                    <a:pt x="19276" y="43272"/>
                  </a:cubicBezTo>
                  <a:cubicBezTo>
                    <a:pt x="28399" y="71009"/>
                    <a:pt x="28682" y="70105"/>
                    <a:pt x="27580" y="73834"/>
                  </a:cubicBezTo>
                  <a:cubicBezTo>
                    <a:pt x="27213" y="75104"/>
                    <a:pt x="26083" y="75754"/>
                    <a:pt x="24840" y="75754"/>
                  </a:cubicBezTo>
                  <a:lnTo>
                    <a:pt x="20010" y="75754"/>
                  </a:lnTo>
                  <a:cubicBezTo>
                    <a:pt x="16395" y="75754"/>
                    <a:pt x="13457" y="78692"/>
                    <a:pt x="13457" y="82307"/>
                  </a:cubicBezTo>
                  <a:lnTo>
                    <a:pt x="13457" y="84934"/>
                  </a:lnTo>
                  <a:cubicBezTo>
                    <a:pt x="13457" y="88549"/>
                    <a:pt x="16395" y="91487"/>
                    <a:pt x="20010" y="91487"/>
                  </a:cubicBezTo>
                  <a:cubicBezTo>
                    <a:pt x="24049" y="92278"/>
                    <a:pt x="27071" y="95074"/>
                    <a:pt x="28060" y="100808"/>
                  </a:cubicBezTo>
                  <a:cubicBezTo>
                    <a:pt x="31845" y="122952"/>
                    <a:pt x="24557" y="162496"/>
                    <a:pt x="8966" y="178652"/>
                  </a:cubicBezTo>
                  <a:cubicBezTo>
                    <a:pt x="6876" y="180799"/>
                    <a:pt x="-3801" y="189838"/>
                    <a:pt x="1424" y="203593"/>
                  </a:cubicBezTo>
                  <a:lnTo>
                    <a:pt x="86839" y="203593"/>
                  </a:lnTo>
                  <a:close/>
                </a:path>
              </a:pathLst>
            </a:custGeom>
            <a:noFill/>
            <a:ln w="8472" cap="flat">
              <a:solidFill>
                <a:srgbClr val="17A3A3"/>
              </a:solidFill>
              <a:prstDash val="solid"/>
              <a:miter/>
            </a:ln>
          </p:spPr>
          <p:txBody>
            <a:bodyPr rtlCol="1" anchor="ctr"/>
            <a:lstStyle/>
            <a:p>
              <a:endParaRPr lang="ar-SA"/>
            </a:p>
          </p:txBody>
        </p:sp>
        <p:sp>
          <p:nvSpPr>
            <p:cNvPr id="9882" name="شكل حر: شكل 10992">
              <a:extLst>
                <a:ext uri="{FF2B5EF4-FFF2-40B4-BE49-F238E27FC236}">
                  <a16:creationId xmlns:a16="http://schemas.microsoft.com/office/drawing/2014/main" id="{46E9A8FC-203D-2D72-6C57-BFA0E65BE26B}"/>
                </a:ext>
              </a:extLst>
            </p:cNvPr>
            <p:cNvSpPr/>
            <p:nvPr/>
          </p:nvSpPr>
          <p:spPr>
            <a:xfrm>
              <a:off x="9499691" y="5539219"/>
              <a:ext cx="2824" cy="38865"/>
            </a:xfrm>
            <a:custGeom>
              <a:avLst/>
              <a:gdLst>
                <a:gd name="connsiteX0" fmla="*/ 0 w 2824"/>
                <a:gd name="connsiteY0" fmla="*/ 38866 h 38865"/>
                <a:gd name="connsiteX1" fmla="*/ 0 w 2824"/>
                <a:gd name="connsiteY1" fmla="*/ 0 h 38865"/>
              </a:gdLst>
              <a:ahLst/>
              <a:cxnLst>
                <a:cxn ang="0">
                  <a:pos x="connsiteX0" y="connsiteY0"/>
                </a:cxn>
                <a:cxn ang="0">
                  <a:pos x="connsiteX1" y="connsiteY1"/>
                </a:cxn>
              </a:cxnLst>
              <a:rect l="l" t="t" r="r" b="b"/>
              <a:pathLst>
                <a:path w="2824" h="38865">
                  <a:moveTo>
                    <a:pt x="0" y="38866"/>
                  </a:moveTo>
                  <a:lnTo>
                    <a:pt x="0" y="0"/>
                  </a:lnTo>
                </a:path>
              </a:pathLst>
            </a:custGeom>
            <a:ln w="8472" cap="flat">
              <a:solidFill>
                <a:srgbClr val="17A3A3"/>
              </a:solidFill>
              <a:prstDash val="solid"/>
              <a:miter/>
            </a:ln>
          </p:spPr>
          <p:txBody>
            <a:bodyPr rtlCol="1" anchor="ctr"/>
            <a:lstStyle/>
            <a:p>
              <a:endParaRPr lang="ar-SA"/>
            </a:p>
          </p:txBody>
        </p:sp>
        <p:sp>
          <p:nvSpPr>
            <p:cNvPr id="9883" name="شكل حر: شكل 10993">
              <a:extLst>
                <a:ext uri="{FF2B5EF4-FFF2-40B4-BE49-F238E27FC236}">
                  <a16:creationId xmlns:a16="http://schemas.microsoft.com/office/drawing/2014/main" id="{DD27B075-8037-F251-09A0-2BC2A9FCB449}"/>
                </a:ext>
              </a:extLst>
            </p:cNvPr>
            <p:cNvSpPr/>
            <p:nvPr/>
          </p:nvSpPr>
          <p:spPr>
            <a:xfrm>
              <a:off x="9484072" y="5557324"/>
              <a:ext cx="31239" cy="2824"/>
            </a:xfrm>
            <a:custGeom>
              <a:avLst/>
              <a:gdLst>
                <a:gd name="connsiteX0" fmla="*/ 0 w 31239"/>
                <a:gd name="connsiteY0" fmla="*/ 0 h 2824"/>
                <a:gd name="connsiteX1" fmla="*/ 31240 w 31239"/>
                <a:gd name="connsiteY1" fmla="*/ 0 h 2824"/>
              </a:gdLst>
              <a:ahLst/>
              <a:cxnLst>
                <a:cxn ang="0">
                  <a:pos x="connsiteX0" y="connsiteY0"/>
                </a:cxn>
                <a:cxn ang="0">
                  <a:pos x="connsiteX1" y="connsiteY1"/>
                </a:cxn>
              </a:cxnLst>
              <a:rect l="l" t="t" r="r" b="b"/>
              <a:pathLst>
                <a:path w="31239" h="2824">
                  <a:moveTo>
                    <a:pt x="0" y="0"/>
                  </a:moveTo>
                  <a:lnTo>
                    <a:pt x="31240" y="0"/>
                  </a:lnTo>
                </a:path>
              </a:pathLst>
            </a:custGeom>
            <a:ln w="8472" cap="flat">
              <a:solidFill>
                <a:srgbClr val="17A3A3"/>
              </a:solidFill>
              <a:prstDash val="solid"/>
              <a:miter/>
            </a:ln>
          </p:spPr>
          <p:txBody>
            <a:bodyPr rtlCol="1" anchor="ctr"/>
            <a:lstStyle/>
            <a:p>
              <a:endParaRPr lang="ar-SA"/>
            </a:p>
          </p:txBody>
        </p:sp>
        <p:sp>
          <p:nvSpPr>
            <p:cNvPr id="9884" name="شكل حر: شكل 10994">
              <a:extLst>
                <a:ext uri="{FF2B5EF4-FFF2-40B4-BE49-F238E27FC236}">
                  <a16:creationId xmlns:a16="http://schemas.microsoft.com/office/drawing/2014/main" id="{29FAD529-1EA4-AC5D-69C4-5591D502892F}"/>
                </a:ext>
              </a:extLst>
            </p:cNvPr>
            <p:cNvSpPr/>
            <p:nvPr/>
          </p:nvSpPr>
          <p:spPr>
            <a:xfrm>
              <a:off x="9329478" y="5480036"/>
              <a:ext cx="118740" cy="189139"/>
            </a:xfrm>
            <a:custGeom>
              <a:avLst/>
              <a:gdLst>
                <a:gd name="connsiteX0" fmla="*/ 118524 w 118740"/>
                <a:gd name="connsiteY0" fmla="*/ 189140 h 189139"/>
                <a:gd name="connsiteX1" fmla="*/ 79375 w 118740"/>
                <a:gd name="connsiteY1" fmla="*/ 110278 h 189139"/>
                <a:gd name="connsiteX2" fmla="*/ 37939 w 118740"/>
                <a:gd name="connsiteY2" fmla="*/ 90535 h 189139"/>
                <a:gd name="connsiteX3" fmla="*/ 4016 w 118740"/>
                <a:gd name="connsiteY3" fmla="*/ 60905 h 189139"/>
                <a:gd name="connsiteX4" fmla="*/ 10287 w 118740"/>
                <a:gd name="connsiteY4" fmla="*/ 14527 h 189139"/>
                <a:gd name="connsiteX5" fmla="*/ 55339 w 118740"/>
                <a:gd name="connsiteY5" fmla="*/ 1901 h 189139"/>
                <a:gd name="connsiteX6" fmla="*/ 92736 w 118740"/>
                <a:gd name="connsiteY6" fmla="*/ 29892 h 189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740" h="189139">
                  <a:moveTo>
                    <a:pt x="118524" y="189140"/>
                  </a:moveTo>
                  <a:cubicBezTo>
                    <a:pt x="120783" y="158437"/>
                    <a:pt x="105220" y="127028"/>
                    <a:pt x="79375" y="110278"/>
                  </a:cubicBezTo>
                  <a:cubicBezTo>
                    <a:pt x="66524" y="101946"/>
                    <a:pt x="51752" y="97173"/>
                    <a:pt x="37939" y="90535"/>
                  </a:cubicBezTo>
                  <a:cubicBezTo>
                    <a:pt x="24128" y="83897"/>
                    <a:pt x="10626" y="74718"/>
                    <a:pt x="4016" y="60905"/>
                  </a:cubicBezTo>
                  <a:cubicBezTo>
                    <a:pt x="-3130" y="46020"/>
                    <a:pt x="-559" y="26983"/>
                    <a:pt x="10287" y="14527"/>
                  </a:cubicBezTo>
                  <a:cubicBezTo>
                    <a:pt x="21133" y="2070"/>
                    <a:pt x="39606" y="-3127"/>
                    <a:pt x="55339" y="1901"/>
                  </a:cubicBezTo>
                  <a:cubicBezTo>
                    <a:pt x="55339" y="1901"/>
                    <a:pt x="84262" y="10826"/>
                    <a:pt x="92736" y="29892"/>
                  </a:cubicBezTo>
                </a:path>
              </a:pathLst>
            </a:custGeom>
            <a:noFill/>
            <a:ln w="8472" cap="flat">
              <a:solidFill>
                <a:srgbClr val="01355A"/>
              </a:solidFill>
              <a:prstDash val="solid"/>
              <a:miter/>
            </a:ln>
          </p:spPr>
          <p:txBody>
            <a:bodyPr rtlCol="1" anchor="ctr"/>
            <a:lstStyle/>
            <a:p>
              <a:endParaRPr lang="ar-SA"/>
            </a:p>
          </p:txBody>
        </p:sp>
        <p:sp>
          <p:nvSpPr>
            <p:cNvPr id="9885" name="شكل حر: شكل 10995">
              <a:extLst>
                <a:ext uri="{FF2B5EF4-FFF2-40B4-BE49-F238E27FC236}">
                  <a16:creationId xmlns:a16="http://schemas.microsoft.com/office/drawing/2014/main" id="{EF05D9FF-A419-9F19-89C0-6107030C4BA0}"/>
                </a:ext>
              </a:extLst>
            </p:cNvPr>
            <p:cNvSpPr/>
            <p:nvPr/>
          </p:nvSpPr>
          <p:spPr>
            <a:xfrm>
              <a:off x="9367164" y="5446345"/>
              <a:ext cx="227872" cy="179502"/>
            </a:xfrm>
            <a:custGeom>
              <a:avLst/>
              <a:gdLst>
                <a:gd name="connsiteX0" fmla="*/ 0 w 227872"/>
                <a:gd name="connsiteY0" fmla="*/ 33671 h 179502"/>
                <a:gd name="connsiteX1" fmla="*/ 89057 w 227872"/>
                <a:gd name="connsiteY1" fmla="*/ 2 h 179502"/>
                <a:gd name="connsiteX2" fmla="*/ 220202 w 227872"/>
                <a:gd name="connsiteY2" fmla="*/ 84739 h 179502"/>
                <a:gd name="connsiteX3" fmla="*/ 216105 w 227872"/>
                <a:gd name="connsiteY3" fmla="*/ 179502 h 179502"/>
              </a:gdLst>
              <a:ahLst/>
              <a:cxnLst>
                <a:cxn ang="0">
                  <a:pos x="connsiteX0" y="connsiteY0"/>
                </a:cxn>
                <a:cxn ang="0">
                  <a:pos x="connsiteX1" y="connsiteY1"/>
                </a:cxn>
                <a:cxn ang="0">
                  <a:pos x="connsiteX2" y="connsiteY2"/>
                </a:cxn>
                <a:cxn ang="0">
                  <a:pos x="connsiteX3" y="connsiteY3"/>
                </a:cxn>
              </a:cxnLst>
              <a:rect l="l" t="t" r="r" b="b"/>
              <a:pathLst>
                <a:path w="227872" h="179502">
                  <a:moveTo>
                    <a:pt x="0" y="33671"/>
                  </a:moveTo>
                  <a:cubicBezTo>
                    <a:pt x="0" y="33671"/>
                    <a:pt x="31409" y="-309"/>
                    <a:pt x="89057" y="2"/>
                  </a:cubicBezTo>
                  <a:cubicBezTo>
                    <a:pt x="151565" y="341"/>
                    <a:pt x="199328" y="29123"/>
                    <a:pt x="220202" y="84739"/>
                  </a:cubicBezTo>
                  <a:cubicBezTo>
                    <a:pt x="232008" y="116176"/>
                    <a:pt x="229833" y="150381"/>
                    <a:pt x="216105" y="179502"/>
                  </a:cubicBezTo>
                </a:path>
              </a:pathLst>
            </a:custGeom>
            <a:noFill/>
            <a:ln w="8472" cap="flat">
              <a:solidFill>
                <a:srgbClr val="01355A"/>
              </a:solidFill>
              <a:prstDash val="solid"/>
              <a:miter/>
            </a:ln>
          </p:spPr>
          <p:txBody>
            <a:bodyPr rtlCol="1" anchor="ctr"/>
            <a:lstStyle/>
            <a:p>
              <a:endParaRPr lang="ar-SA"/>
            </a:p>
          </p:txBody>
        </p:sp>
        <p:sp>
          <p:nvSpPr>
            <p:cNvPr id="9886" name="شكل حر: شكل 10996">
              <a:extLst>
                <a:ext uri="{FF2B5EF4-FFF2-40B4-BE49-F238E27FC236}">
                  <a16:creationId xmlns:a16="http://schemas.microsoft.com/office/drawing/2014/main" id="{616656EB-F0A4-F666-C29E-A5B8CDB7A332}"/>
                </a:ext>
              </a:extLst>
            </p:cNvPr>
            <p:cNvSpPr/>
            <p:nvPr/>
          </p:nvSpPr>
          <p:spPr>
            <a:xfrm>
              <a:off x="9565673" y="5605228"/>
              <a:ext cx="27499" cy="136792"/>
            </a:xfrm>
            <a:custGeom>
              <a:avLst/>
              <a:gdLst>
                <a:gd name="connsiteX0" fmla="*/ 5113 w 27499"/>
                <a:gd name="connsiteY0" fmla="*/ 0 h 136792"/>
                <a:gd name="connsiteX1" fmla="*/ 27427 w 27499"/>
                <a:gd name="connsiteY1" fmla="*/ 69314 h 136792"/>
                <a:gd name="connsiteX2" fmla="*/ 0 w 27499"/>
                <a:gd name="connsiteY2" fmla="*/ 136793 h 136792"/>
              </a:gdLst>
              <a:ahLst/>
              <a:cxnLst>
                <a:cxn ang="0">
                  <a:pos x="connsiteX0" y="connsiteY0"/>
                </a:cxn>
                <a:cxn ang="0">
                  <a:pos x="connsiteX1" y="connsiteY1"/>
                </a:cxn>
                <a:cxn ang="0">
                  <a:pos x="connsiteX2" y="connsiteY2"/>
                </a:cxn>
              </a:cxnLst>
              <a:rect l="l" t="t" r="r" b="b"/>
              <a:pathLst>
                <a:path w="27499" h="136792">
                  <a:moveTo>
                    <a:pt x="5113" y="0"/>
                  </a:moveTo>
                  <a:cubicBezTo>
                    <a:pt x="20309" y="19574"/>
                    <a:pt x="28359" y="44571"/>
                    <a:pt x="27427" y="69314"/>
                  </a:cubicBezTo>
                  <a:cubicBezTo>
                    <a:pt x="26495" y="94058"/>
                    <a:pt x="16609" y="118405"/>
                    <a:pt x="0" y="136793"/>
                  </a:cubicBezTo>
                </a:path>
              </a:pathLst>
            </a:custGeom>
            <a:noFill/>
            <a:ln w="8472" cap="flat">
              <a:solidFill>
                <a:srgbClr val="01355A"/>
              </a:solidFill>
              <a:prstDash val="solid"/>
              <a:miter/>
            </a:ln>
          </p:spPr>
          <p:txBody>
            <a:bodyPr rtlCol="1" anchor="ctr"/>
            <a:lstStyle/>
            <a:p>
              <a:endParaRPr lang="ar-SA"/>
            </a:p>
          </p:txBody>
        </p:sp>
        <p:sp>
          <p:nvSpPr>
            <p:cNvPr id="9887" name="شكل حر: شكل 10997">
              <a:extLst>
                <a:ext uri="{FF2B5EF4-FFF2-40B4-BE49-F238E27FC236}">
                  <a16:creationId xmlns:a16="http://schemas.microsoft.com/office/drawing/2014/main" id="{21E3B931-C0BE-3B1E-24B5-C63A63C716A3}"/>
                </a:ext>
              </a:extLst>
            </p:cNvPr>
            <p:cNvSpPr/>
            <p:nvPr/>
          </p:nvSpPr>
          <p:spPr>
            <a:xfrm>
              <a:off x="9397330" y="5548398"/>
              <a:ext cx="59004" cy="52254"/>
            </a:xfrm>
            <a:custGeom>
              <a:avLst/>
              <a:gdLst>
                <a:gd name="connsiteX0" fmla="*/ 0 w 59004"/>
                <a:gd name="connsiteY0" fmla="*/ 0 h 52254"/>
                <a:gd name="connsiteX1" fmla="*/ 59004 w 59004"/>
                <a:gd name="connsiteY1" fmla="*/ 52254 h 52254"/>
              </a:gdLst>
              <a:ahLst/>
              <a:cxnLst>
                <a:cxn ang="0">
                  <a:pos x="connsiteX0" y="connsiteY0"/>
                </a:cxn>
                <a:cxn ang="0">
                  <a:pos x="connsiteX1" y="connsiteY1"/>
                </a:cxn>
              </a:cxnLst>
              <a:rect l="l" t="t" r="r" b="b"/>
              <a:pathLst>
                <a:path w="59004" h="52254">
                  <a:moveTo>
                    <a:pt x="0" y="0"/>
                  </a:moveTo>
                  <a:cubicBezTo>
                    <a:pt x="26748" y="6045"/>
                    <a:pt x="49796" y="26438"/>
                    <a:pt x="59004" y="52254"/>
                  </a:cubicBezTo>
                </a:path>
              </a:pathLst>
            </a:custGeom>
            <a:noFill/>
            <a:ln w="8472" cap="flat">
              <a:solidFill>
                <a:srgbClr val="01355A"/>
              </a:solidFill>
              <a:prstDash val="solid"/>
              <a:miter/>
            </a:ln>
          </p:spPr>
          <p:txBody>
            <a:bodyPr rtlCol="1" anchor="ctr"/>
            <a:lstStyle/>
            <a:p>
              <a:endParaRPr lang="ar-SA"/>
            </a:p>
          </p:txBody>
        </p:sp>
      </p:grpSp>
      <p:grpSp>
        <p:nvGrpSpPr>
          <p:cNvPr id="9888" name="رسم 8014">
            <a:extLst>
              <a:ext uri="{FF2B5EF4-FFF2-40B4-BE49-F238E27FC236}">
                <a16:creationId xmlns:a16="http://schemas.microsoft.com/office/drawing/2014/main" id="{86A9F227-14D0-9D07-D334-4AD6575372B9}"/>
              </a:ext>
            </a:extLst>
          </p:cNvPr>
          <p:cNvGrpSpPr/>
          <p:nvPr/>
        </p:nvGrpSpPr>
        <p:grpSpPr>
          <a:xfrm>
            <a:off x="10344716" y="3235904"/>
            <a:ext cx="312323" cy="290952"/>
            <a:chOff x="10328866" y="6455699"/>
            <a:chExt cx="373320" cy="369139"/>
          </a:xfrm>
          <a:noFill/>
        </p:grpSpPr>
        <p:sp>
          <p:nvSpPr>
            <p:cNvPr id="9889" name="شكل حر: شكل 11015">
              <a:extLst>
                <a:ext uri="{FF2B5EF4-FFF2-40B4-BE49-F238E27FC236}">
                  <a16:creationId xmlns:a16="http://schemas.microsoft.com/office/drawing/2014/main" id="{72D7E8EE-9F34-2EED-304F-EDC09E7BFAA9}"/>
                </a:ext>
              </a:extLst>
            </p:cNvPr>
            <p:cNvSpPr/>
            <p:nvPr/>
          </p:nvSpPr>
          <p:spPr>
            <a:xfrm>
              <a:off x="10650214" y="6714287"/>
              <a:ext cx="51971" cy="110552"/>
            </a:xfrm>
            <a:custGeom>
              <a:avLst/>
              <a:gdLst>
                <a:gd name="connsiteX0" fmla="*/ 51971 w 51971"/>
                <a:gd name="connsiteY0" fmla="*/ 110552 h 110552"/>
                <a:gd name="connsiteX1" fmla="*/ 0 w 51971"/>
                <a:gd name="connsiteY1" fmla="*/ 110552 h 110552"/>
                <a:gd name="connsiteX2" fmla="*/ 0 w 51971"/>
                <a:gd name="connsiteY2" fmla="*/ 0 h 110552"/>
                <a:gd name="connsiteX3" fmla="*/ 51971 w 51971"/>
                <a:gd name="connsiteY3" fmla="*/ 0 h 110552"/>
              </a:gdLst>
              <a:ahLst/>
              <a:cxnLst>
                <a:cxn ang="0">
                  <a:pos x="connsiteX0" y="connsiteY0"/>
                </a:cxn>
                <a:cxn ang="0">
                  <a:pos x="connsiteX1" y="connsiteY1"/>
                </a:cxn>
                <a:cxn ang="0">
                  <a:pos x="connsiteX2" y="connsiteY2"/>
                </a:cxn>
                <a:cxn ang="0">
                  <a:pos x="connsiteX3" y="connsiteY3"/>
                </a:cxn>
              </a:cxnLst>
              <a:rect l="l" t="t" r="r" b="b"/>
              <a:pathLst>
                <a:path w="51971" h="110552">
                  <a:moveTo>
                    <a:pt x="51971" y="110552"/>
                  </a:moveTo>
                  <a:lnTo>
                    <a:pt x="0" y="110552"/>
                  </a:lnTo>
                  <a:lnTo>
                    <a:pt x="0" y="0"/>
                  </a:lnTo>
                  <a:lnTo>
                    <a:pt x="51971" y="0"/>
                  </a:lnTo>
                </a:path>
              </a:pathLst>
            </a:custGeom>
            <a:noFill/>
            <a:ln w="8472" cap="flat">
              <a:solidFill>
                <a:srgbClr val="01355A"/>
              </a:solidFill>
              <a:prstDash val="solid"/>
              <a:miter/>
            </a:ln>
          </p:spPr>
          <p:txBody>
            <a:bodyPr rtlCol="1" anchor="ctr"/>
            <a:lstStyle/>
            <a:p>
              <a:endParaRPr lang="ar-SA"/>
            </a:p>
          </p:txBody>
        </p:sp>
        <p:sp>
          <p:nvSpPr>
            <p:cNvPr id="9890" name="شكل حر: شكل 11016">
              <a:extLst>
                <a:ext uri="{FF2B5EF4-FFF2-40B4-BE49-F238E27FC236}">
                  <a16:creationId xmlns:a16="http://schemas.microsoft.com/office/drawing/2014/main" id="{0D422FA5-3695-54EB-3D6C-9CE2A10D5E77}"/>
                </a:ext>
              </a:extLst>
            </p:cNvPr>
            <p:cNvSpPr/>
            <p:nvPr/>
          </p:nvSpPr>
          <p:spPr>
            <a:xfrm>
              <a:off x="10630725" y="6729624"/>
              <a:ext cx="19489" cy="79878"/>
            </a:xfrm>
            <a:custGeom>
              <a:avLst/>
              <a:gdLst>
                <a:gd name="connsiteX0" fmla="*/ 19490 w 19489"/>
                <a:gd name="connsiteY0" fmla="*/ 0 h 79878"/>
                <a:gd name="connsiteX1" fmla="*/ 0 w 19489"/>
                <a:gd name="connsiteY1" fmla="*/ 0 h 79878"/>
                <a:gd name="connsiteX2" fmla="*/ 0 w 19489"/>
                <a:gd name="connsiteY2" fmla="*/ 79878 h 79878"/>
                <a:gd name="connsiteX3" fmla="*/ 19490 w 19489"/>
                <a:gd name="connsiteY3" fmla="*/ 79878 h 79878"/>
              </a:gdLst>
              <a:ahLst/>
              <a:cxnLst>
                <a:cxn ang="0">
                  <a:pos x="connsiteX0" y="connsiteY0"/>
                </a:cxn>
                <a:cxn ang="0">
                  <a:pos x="connsiteX1" y="connsiteY1"/>
                </a:cxn>
                <a:cxn ang="0">
                  <a:pos x="connsiteX2" y="connsiteY2"/>
                </a:cxn>
                <a:cxn ang="0">
                  <a:pos x="connsiteX3" y="connsiteY3"/>
                </a:cxn>
              </a:cxnLst>
              <a:rect l="l" t="t" r="r" b="b"/>
              <a:pathLst>
                <a:path w="19489" h="79878">
                  <a:moveTo>
                    <a:pt x="19490" y="0"/>
                  </a:moveTo>
                  <a:lnTo>
                    <a:pt x="0" y="0"/>
                  </a:lnTo>
                  <a:lnTo>
                    <a:pt x="0" y="79878"/>
                  </a:lnTo>
                  <a:lnTo>
                    <a:pt x="19490" y="79878"/>
                  </a:lnTo>
                </a:path>
              </a:pathLst>
            </a:custGeom>
            <a:noFill/>
            <a:ln w="8472" cap="flat">
              <a:solidFill>
                <a:srgbClr val="01355A"/>
              </a:solidFill>
              <a:prstDash val="solid"/>
              <a:miter/>
            </a:ln>
          </p:spPr>
          <p:txBody>
            <a:bodyPr rtlCol="1" anchor="ctr"/>
            <a:lstStyle/>
            <a:p>
              <a:endParaRPr lang="ar-SA"/>
            </a:p>
          </p:txBody>
        </p:sp>
        <p:sp>
          <p:nvSpPr>
            <p:cNvPr id="9891" name="شكل حر: شكل 11017">
              <a:extLst>
                <a:ext uri="{FF2B5EF4-FFF2-40B4-BE49-F238E27FC236}">
                  <a16:creationId xmlns:a16="http://schemas.microsoft.com/office/drawing/2014/main" id="{FF630277-9185-A7D5-A577-618FAFBF0384}"/>
                </a:ext>
              </a:extLst>
            </p:cNvPr>
            <p:cNvSpPr/>
            <p:nvPr/>
          </p:nvSpPr>
          <p:spPr>
            <a:xfrm>
              <a:off x="10445775" y="6693287"/>
              <a:ext cx="124419" cy="84747"/>
            </a:xfrm>
            <a:custGeom>
              <a:avLst/>
              <a:gdLst>
                <a:gd name="connsiteX0" fmla="*/ 124420 w 124419"/>
                <a:gd name="connsiteY0" fmla="*/ 28230 h 84747"/>
                <a:gd name="connsiteX1" fmla="*/ 47451 w 124419"/>
                <a:gd name="connsiteY1" fmla="*/ 11029 h 84747"/>
                <a:gd name="connsiteX2" fmla="*/ 14516 w 124419"/>
                <a:gd name="connsiteY2" fmla="*/ 380 h 84747"/>
                <a:gd name="connsiteX3" fmla="*/ 4603 w 124419"/>
                <a:gd name="connsiteY3" fmla="*/ 5436 h 84747"/>
                <a:gd name="connsiteX4" fmla="*/ 4603 w 124419"/>
                <a:gd name="connsiteY4" fmla="*/ 5436 h 84747"/>
                <a:gd name="connsiteX5" fmla="*/ 8980 w 124419"/>
                <a:gd name="connsiteY5" fmla="*/ 15096 h 84747"/>
                <a:gd name="connsiteX6" fmla="*/ 73210 w 124419"/>
                <a:gd name="connsiteY6" fmla="*/ 42184 h 84747"/>
                <a:gd name="connsiteX7" fmla="*/ 72279 w 124419"/>
                <a:gd name="connsiteY7" fmla="*/ 54809 h 84747"/>
                <a:gd name="connsiteX8" fmla="*/ 6438 w 124419"/>
                <a:gd name="connsiteY8" fmla="*/ 67774 h 84747"/>
                <a:gd name="connsiteX9" fmla="*/ 309 w 124419"/>
                <a:gd name="connsiteY9" fmla="*/ 78394 h 84747"/>
                <a:gd name="connsiteX10" fmla="*/ 309 w 124419"/>
                <a:gd name="connsiteY10" fmla="*/ 78394 h 84747"/>
                <a:gd name="connsiteX11" fmla="*/ 10562 w 124419"/>
                <a:gd name="connsiteY11" fmla="*/ 84524 h 84747"/>
                <a:gd name="connsiteX12" fmla="*/ 98151 w 124419"/>
                <a:gd name="connsiteY12" fmla="*/ 75654 h 84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4419" h="84747">
                  <a:moveTo>
                    <a:pt x="124420" y="28230"/>
                  </a:moveTo>
                  <a:cubicBezTo>
                    <a:pt x="99253" y="24869"/>
                    <a:pt x="71601" y="18853"/>
                    <a:pt x="47451" y="11029"/>
                  </a:cubicBezTo>
                  <a:lnTo>
                    <a:pt x="14516" y="380"/>
                  </a:lnTo>
                  <a:cubicBezTo>
                    <a:pt x="10392" y="-947"/>
                    <a:pt x="5958" y="1312"/>
                    <a:pt x="4603" y="5436"/>
                  </a:cubicBezTo>
                  <a:lnTo>
                    <a:pt x="4603" y="5436"/>
                  </a:lnTo>
                  <a:cubicBezTo>
                    <a:pt x="3331" y="9306"/>
                    <a:pt x="5252" y="13514"/>
                    <a:pt x="8980" y="15096"/>
                  </a:cubicBezTo>
                  <a:lnTo>
                    <a:pt x="73210" y="42184"/>
                  </a:lnTo>
                  <a:cubicBezTo>
                    <a:pt x="79057" y="44697"/>
                    <a:pt x="78436" y="53171"/>
                    <a:pt x="72279" y="54809"/>
                  </a:cubicBezTo>
                  <a:lnTo>
                    <a:pt x="6438" y="67774"/>
                  </a:lnTo>
                  <a:cubicBezTo>
                    <a:pt x="1806" y="68989"/>
                    <a:pt x="-962" y="73762"/>
                    <a:pt x="309" y="78394"/>
                  </a:cubicBezTo>
                  <a:lnTo>
                    <a:pt x="309" y="78394"/>
                  </a:lnTo>
                  <a:cubicBezTo>
                    <a:pt x="1524" y="82857"/>
                    <a:pt x="6043" y="85568"/>
                    <a:pt x="10562" y="84524"/>
                  </a:cubicBezTo>
                  <a:lnTo>
                    <a:pt x="98151" y="75654"/>
                  </a:lnTo>
                </a:path>
              </a:pathLst>
            </a:custGeom>
            <a:noFill/>
            <a:ln w="8472" cap="flat">
              <a:solidFill>
                <a:srgbClr val="01355A"/>
              </a:solidFill>
              <a:prstDash val="solid"/>
              <a:miter/>
            </a:ln>
          </p:spPr>
          <p:txBody>
            <a:bodyPr rtlCol="1" anchor="ctr"/>
            <a:lstStyle/>
            <a:p>
              <a:endParaRPr lang="ar-SA"/>
            </a:p>
          </p:txBody>
        </p:sp>
        <p:sp>
          <p:nvSpPr>
            <p:cNvPr id="9892" name="شكل حر: شكل 11018">
              <a:extLst>
                <a:ext uri="{FF2B5EF4-FFF2-40B4-BE49-F238E27FC236}">
                  <a16:creationId xmlns:a16="http://schemas.microsoft.com/office/drawing/2014/main" id="{DD04F675-E98D-C3C8-6F28-262CA04F390D}"/>
                </a:ext>
              </a:extLst>
            </p:cNvPr>
            <p:cNvSpPr/>
            <p:nvPr/>
          </p:nvSpPr>
          <p:spPr>
            <a:xfrm>
              <a:off x="10534409" y="6713806"/>
              <a:ext cx="96315" cy="52600"/>
            </a:xfrm>
            <a:custGeom>
              <a:avLst/>
              <a:gdLst>
                <a:gd name="connsiteX0" fmla="*/ 96316 w 96315"/>
                <a:gd name="connsiteY0" fmla="*/ 15818 h 52600"/>
                <a:gd name="connsiteX1" fmla="*/ 64991 w 96315"/>
                <a:gd name="connsiteY1" fmla="*/ 2373 h 52600"/>
                <a:gd name="connsiteX2" fmla="*/ 36379 w 96315"/>
                <a:gd name="connsiteY2" fmla="*/ 7118 h 52600"/>
                <a:gd name="connsiteX3" fmla="*/ 2118 w 96315"/>
                <a:gd name="connsiteY3" fmla="*/ 39827 h 52600"/>
                <a:gd name="connsiteX4" fmla="*/ 4433 w 96315"/>
                <a:gd name="connsiteY4" fmla="*/ 51181 h 52600"/>
                <a:gd name="connsiteX5" fmla="*/ 29063 w 96315"/>
                <a:gd name="connsiteY5" fmla="*/ 45701 h 52600"/>
                <a:gd name="connsiteX6" fmla="*/ 49739 w 96315"/>
                <a:gd name="connsiteY6" fmla="*/ 26042 h 52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315" h="52600">
                  <a:moveTo>
                    <a:pt x="96316" y="15818"/>
                  </a:moveTo>
                  <a:lnTo>
                    <a:pt x="64991" y="2373"/>
                  </a:lnTo>
                  <a:cubicBezTo>
                    <a:pt x="55388" y="-2062"/>
                    <a:pt x="44034" y="-169"/>
                    <a:pt x="36379" y="7118"/>
                  </a:cubicBezTo>
                  <a:lnTo>
                    <a:pt x="2118" y="39827"/>
                  </a:lnTo>
                  <a:cubicBezTo>
                    <a:pt x="-1526" y="43301"/>
                    <a:pt x="-283" y="49373"/>
                    <a:pt x="4433" y="51181"/>
                  </a:cubicBezTo>
                  <a:cubicBezTo>
                    <a:pt x="10393" y="53441"/>
                    <a:pt x="19065" y="53893"/>
                    <a:pt x="29063" y="45701"/>
                  </a:cubicBezTo>
                  <a:lnTo>
                    <a:pt x="49739" y="26042"/>
                  </a:lnTo>
                </a:path>
              </a:pathLst>
            </a:custGeom>
            <a:noFill/>
            <a:ln w="8472" cap="flat">
              <a:solidFill>
                <a:srgbClr val="01355A"/>
              </a:solidFill>
              <a:prstDash val="solid"/>
              <a:miter/>
            </a:ln>
          </p:spPr>
          <p:txBody>
            <a:bodyPr rtlCol="1" anchor="ctr"/>
            <a:lstStyle/>
            <a:p>
              <a:endParaRPr lang="ar-SA"/>
            </a:p>
          </p:txBody>
        </p:sp>
        <p:sp>
          <p:nvSpPr>
            <p:cNvPr id="9893" name="شكل حر: شكل 11019">
              <a:extLst>
                <a:ext uri="{FF2B5EF4-FFF2-40B4-BE49-F238E27FC236}">
                  <a16:creationId xmlns:a16="http://schemas.microsoft.com/office/drawing/2014/main" id="{25E5C729-772F-736F-813C-6DD3C161129C}"/>
                </a:ext>
              </a:extLst>
            </p:cNvPr>
            <p:cNvSpPr/>
            <p:nvPr/>
          </p:nvSpPr>
          <p:spPr>
            <a:xfrm>
              <a:off x="10570195" y="6753124"/>
              <a:ext cx="60529" cy="15816"/>
            </a:xfrm>
            <a:custGeom>
              <a:avLst/>
              <a:gdLst>
                <a:gd name="connsiteX0" fmla="*/ 0 w 60529"/>
                <a:gd name="connsiteY0" fmla="*/ 0 h 15816"/>
                <a:gd name="connsiteX1" fmla="*/ 60530 w 60529"/>
                <a:gd name="connsiteY1" fmla="*/ 1892 h 15816"/>
              </a:gdLst>
              <a:ahLst/>
              <a:cxnLst>
                <a:cxn ang="0">
                  <a:pos x="connsiteX0" y="connsiteY0"/>
                </a:cxn>
                <a:cxn ang="0">
                  <a:pos x="connsiteX1" y="connsiteY1"/>
                </a:cxn>
              </a:cxnLst>
              <a:rect l="l" t="t" r="r" b="b"/>
              <a:pathLst>
                <a:path w="60529" h="15816">
                  <a:moveTo>
                    <a:pt x="0" y="0"/>
                  </a:moveTo>
                  <a:cubicBezTo>
                    <a:pt x="0" y="0"/>
                    <a:pt x="25731" y="34290"/>
                    <a:pt x="60530" y="1892"/>
                  </a:cubicBezTo>
                </a:path>
              </a:pathLst>
            </a:custGeom>
            <a:noFill/>
            <a:ln w="8472" cap="flat">
              <a:solidFill>
                <a:srgbClr val="01355A"/>
              </a:solidFill>
              <a:prstDash val="solid"/>
              <a:miter/>
            </a:ln>
          </p:spPr>
          <p:txBody>
            <a:bodyPr rtlCol="1" anchor="ctr"/>
            <a:lstStyle/>
            <a:p>
              <a:endParaRPr lang="ar-SA"/>
            </a:p>
          </p:txBody>
        </p:sp>
        <p:sp>
          <p:nvSpPr>
            <p:cNvPr id="9894" name="شكل حر: شكل 11020">
              <a:extLst>
                <a:ext uri="{FF2B5EF4-FFF2-40B4-BE49-F238E27FC236}">
                  <a16:creationId xmlns:a16="http://schemas.microsoft.com/office/drawing/2014/main" id="{71A6B0BA-2497-D888-73D0-5162D8442AAB}"/>
                </a:ext>
              </a:extLst>
            </p:cNvPr>
            <p:cNvSpPr/>
            <p:nvPr/>
          </p:nvSpPr>
          <p:spPr>
            <a:xfrm>
              <a:off x="10544003" y="6766258"/>
              <a:ext cx="48703" cy="18387"/>
            </a:xfrm>
            <a:custGeom>
              <a:avLst/>
              <a:gdLst>
                <a:gd name="connsiteX0" fmla="*/ 206 w 48703"/>
                <a:gd name="connsiteY0" fmla="*/ 0 h 18387"/>
                <a:gd name="connsiteX1" fmla="*/ 206 w 48703"/>
                <a:gd name="connsiteY1" fmla="*/ 0 h 18387"/>
                <a:gd name="connsiteX2" fmla="*/ 15853 w 48703"/>
                <a:gd name="connsiteY2" fmla="*/ 18388 h 18387"/>
                <a:gd name="connsiteX3" fmla="*/ 48703 w 48703"/>
                <a:gd name="connsiteY3" fmla="*/ 18388 h 18387"/>
              </a:gdLst>
              <a:ahLst/>
              <a:cxnLst>
                <a:cxn ang="0">
                  <a:pos x="connsiteX0" y="connsiteY0"/>
                </a:cxn>
                <a:cxn ang="0">
                  <a:pos x="connsiteX1" y="connsiteY1"/>
                </a:cxn>
                <a:cxn ang="0">
                  <a:pos x="connsiteX2" y="connsiteY2"/>
                </a:cxn>
                <a:cxn ang="0">
                  <a:pos x="connsiteX3" y="connsiteY3"/>
                </a:cxn>
              </a:cxnLst>
              <a:rect l="l" t="t" r="r" b="b"/>
              <a:pathLst>
                <a:path w="48703" h="18387">
                  <a:moveTo>
                    <a:pt x="206" y="0"/>
                  </a:moveTo>
                  <a:lnTo>
                    <a:pt x="206" y="0"/>
                  </a:lnTo>
                  <a:cubicBezTo>
                    <a:pt x="-1348" y="9631"/>
                    <a:pt x="6081" y="18388"/>
                    <a:pt x="15853" y="18388"/>
                  </a:cubicBezTo>
                  <a:lnTo>
                    <a:pt x="48703" y="18388"/>
                  </a:lnTo>
                </a:path>
              </a:pathLst>
            </a:custGeom>
            <a:noFill/>
            <a:ln w="8472" cap="flat">
              <a:solidFill>
                <a:srgbClr val="01355A"/>
              </a:solidFill>
              <a:prstDash val="solid"/>
              <a:miter/>
            </a:ln>
          </p:spPr>
          <p:txBody>
            <a:bodyPr rtlCol="1" anchor="ctr"/>
            <a:lstStyle/>
            <a:p>
              <a:endParaRPr lang="ar-SA"/>
            </a:p>
          </p:txBody>
        </p:sp>
        <p:sp>
          <p:nvSpPr>
            <p:cNvPr id="9895" name="شكل حر: شكل 11021">
              <a:extLst>
                <a:ext uri="{FF2B5EF4-FFF2-40B4-BE49-F238E27FC236}">
                  <a16:creationId xmlns:a16="http://schemas.microsoft.com/office/drawing/2014/main" id="{4E3D10D6-9373-D90A-49C2-20AD96775DB0}"/>
                </a:ext>
              </a:extLst>
            </p:cNvPr>
            <p:cNvSpPr/>
            <p:nvPr/>
          </p:nvSpPr>
          <p:spPr>
            <a:xfrm>
              <a:off x="10551772" y="6782584"/>
              <a:ext cx="78980" cy="23793"/>
            </a:xfrm>
            <a:custGeom>
              <a:avLst/>
              <a:gdLst>
                <a:gd name="connsiteX0" fmla="*/ 232 w 78980"/>
                <a:gd name="connsiteY0" fmla="*/ 0 h 23793"/>
                <a:gd name="connsiteX1" fmla="*/ 232 w 78980"/>
                <a:gd name="connsiteY1" fmla="*/ 0 h 23793"/>
                <a:gd name="connsiteX2" fmla="*/ 13874 w 78980"/>
                <a:gd name="connsiteY2" fmla="*/ 23105 h 23793"/>
                <a:gd name="connsiteX3" fmla="*/ 78980 w 78980"/>
                <a:gd name="connsiteY3" fmla="*/ 8841 h 23793"/>
              </a:gdLst>
              <a:ahLst/>
              <a:cxnLst>
                <a:cxn ang="0">
                  <a:pos x="connsiteX0" y="connsiteY0"/>
                </a:cxn>
                <a:cxn ang="0">
                  <a:pos x="connsiteX1" y="connsiteY1"/>
                </a:cxn>
                <a:cxn ang="0">
                  <a:pos x="connsiteX2" y="connsiteY2"/>
                </a:cxn>
                <a:cxn ang="0">
                  <a:pos x="connsiteX3" y="connsiteY3"/>
                </a:cxn>
              </a:cxnLst>
              <a:rect l="l" t="t" r="r" b="b"/>
              <a:pathLst>
                <a:path w="78980" h="23793">
                  <a:moveTo>
                    <a:pt x="232" y="0"/>
                  </a:moveTo>
                  <a:lnTo>
                    <a:pt x="232" y="0"/>
                  </a:lnTo>
                  <a:cubicBezTo>
                    <a:pt x="-1180" y="9886"/>
                    <a:pt x="3904" y="22116"/>
                    <a:pt x="13874" y="23105"/>
                  </a:cubicBezTo>
                  <a:cubicBezTo>
                    <a:pt x="34974" y="25223"/>
                    <a:pt x="58870" y="22992"/>
                    <a:pt x="78980" y="8841"/>
                  </a:cubicBezTo>
                </a:path>
              </a:pathLst>
            </a:custGeom>
            <a:noFill/>
            <a:ln w="8472" cap="flat">
              <a:solidFill>
                <a:srgbClr val="01355A"/>
              </a:solidFill>
              <a:prstDash val="solid"/>
              <a:miter/>
            </a:ln>
          </p:spPr>
          <p:txBody>
            <a:bodyPr rtlCol="1" anchor="ctr"/>
            <a:lstStyle/>
            <a:p>
              <a:endParaRPr lang="ar-SA"/>
            </a:p>
          </p:txBody>
        </p:sp>
        <p:grpSp>
          <p:nvGrpSpPr>
            <p:cNvPr id="9896" name="رسم 8014">
              <a:extLst>
                <a:ext uri="{FF2B5EF4-FFF2-40B4-BE49-F238E27FC236}">
                  <a16:creationId xmlns:a16="http://schemas.microsoft.com/office/drawing/2014/main" id="{E02C8B3D-18A1-4C17-2568-E2C93E66F5FB}"/>
                </a:ext>
              </a:extLst>
            </p:cNvPr>
            <p:cNvGrpSpPr/>
            <p:nvPr/>
          </p:nvGrpSpPr>
          <p:grpSpPr>
            <a:xfrm>
              <a:off x="10328866" y="6455699"/>
              <a:ext cx="233883" cy="124637"/>
              <a:chOff x="10328866" y="6455699"/>
              <a:chExt cx="233883" cy="124637"/>
            </a:xfrm>
            <a:noFill/>
          </p:grpSpPr>
          <p:sp>
            <p:nvSpPr>
              <p:cNvPr id="9907" name="شكل حر: شكل 11023">
                <a:extLst>
                  <a:ext uri="{FF2B5EF4-FFF2-40B4-BE49-F238E27FC236}">
                    <a16:creationId xmlns:a16="http://schemas.microsoft.com/office/drawing/2014/main" id="{D5CD9AAC-28C8-683D-DE6F-8A26F2C45F5F}"/>
                  </a:ext>
                </a:extLst>
              </p:cNvPr>
              <p:cNvSpPr/>
              <p:nvPr/>
            </p:nvSpPr>
            <p:spPr>
              <a:xfrm>
                <a:off x="10328866" y="6455699"/>
                <a:ext cx="51943" cy="116173"/>
              </a:xfrm>
              <a:custGeom>
                <a:avLst/>
                <a:gdLst>
                  <a:gd name="connsiteX0" fmla="*/ 0 w 51943"/>
                  <a:gd name="connsiteY0" fmla="*/ 116173 h 116173"/>
                  <a:gd name="connsiteX1" fmla="*/ 51943 w 51943"/>
                  <a:gd name="connsiteY1" fmla="*/ 116173 h 116173"/>
                  <a:gd name="connsiteX2" fmla="*/ 51943 w 51943"/>
                  <a:gd name="connsiteY2" fmla="*/ 0 h 116173"/>
                  <a:gd name="connsiteX3" fmla="*/ 0 w 51943"/>
                  <a:gd name="connsiteY3" fmla="*/ 0 h 116173"/>
                </a:gdLst>
                <a:ahLst/>
                <a:cxnLst>
                  <a:cxn ang="0">
                    <a:pos x="connsiteX0" y="connsiteY0"/>
                  </a:cxn>
                  <a:cxn ang="0">
                    <a:pos x="connsiteX1" y="connsiteY1"/>
                  </a:cxn>
                  <a:cxn ang="0">
                    <a:pos x="connsiteX2" y="connsiteY2"/>
                  </a:cxn>
                  <a:cxn ang="0">
                    <a:pos x="connsiteX3" y="connsiteY3"/>
                  </a:cxn>
                </a:cxnLst>
                <a:rect l="l" t="t" r="r" b="b"/>
                <a:pathLst>
                  <a:path w="51943" h="116173">
                    <a:moveTo>
                      <a:pt x="0" y="116173"/>
                    </a:moveTo>
                    <a:lnTo>
                      <a:pt x="51943" y="116173"/>
                    </a:lnTo>
                    <a:lnTo>
                      <a:pt x="51943" y="0"/>
                    </a:lnTo>
                    <a:lnTo>
                      <a:pt x="0" y="0"/>
                    </a:lnTo>
                  </a:path>
                </a:pathLst>
              </a:custGeom>
              <a:noFill/>
              <a:ln w="8472" cap="flat">
                <a:solidFill>
                  <a:srgbClr val="01355A"/>
                </a:solidFill>
                <a:prstDash val="solid"/>
                <a:miter/>
              </a:ln>
            </p:spPr>
            <p:txBody>
              <a:bodyPr rtlCol="1" anchor="ctr"/>
              <a:lstStyle/>
              <a:p>
                <a:endParaRPr lang="ar-SA"/>
              </a:p>
            </p:txBody>
          </p:sp>
          <p:grpSp>
            <p:nvGrpSpPr>
              <p:cNvPr id="9908" name="رسم 8014">
                <a:extLst>
                  <a:ext uri="{FF2B5EF4-FFF2-40B4-BE49-F238E27FC236}">
                    <a16:creationId xmlns:a16="http://schemas.microsoft.com/office/drawing/2014/main" id="{76D865B2-C06C-5152-B4CD-A47E8A5553A2}"/>
                  </a:ext>
                </a:extLst>
              </p:cNvPr>
              <p:cNvGrpSpPr/>
              <p:nvPr/>
            </p:nvGrpSpPr>
            <p:grpSpPr>
              <a:xfrm>
                <a:off x="10380809" y="6473833"/>
                <a:ext cx="181940" cy="106503"/>
                <a:chOff x="10380809" y="6473833"/>
                <a:chExt cx="181940" cy="106503"/>
              </a:xfrm>
              <a:noFill/>
            </p:grpSpPr>
            <p:sp>
              <p:nvSpPr>
                <p:cNvPr id="9909" name="شكل حر: شكل 11025">
                  <a:extLst>
                    <a:ext uri="{FF2B5EF4-FFF2-40B4-BE49-F238E27FC236}">
                      <a16:creationId xmlns:a16="http://schemas.microsoft.com/office/drawing/2014/main" id="{51C83595-0C1B-633A-6F82-B39468736BC7}"/>
                    </a:ext>
                  </a:extLst>
                </p:cNvPr>
                <p:cNvSpPr/>
                <p:nvPr/>
              </p:nvSpPr>
              <p:spPr>
                <a:xfrm>
                  <a:off x="10380809" y="6473833"/>
                  <a:ext cx="19489" cy="79906"/>
                </a:xfrm>
                <a:custGeom>
                  <a:avLst/>
                  <a:gdLst>
                    <a:gd name="connsiteX0" fmla="*/ 0 w 19489"/>
                    <a:gd name="connsiteY0" fmla="*/ 0 h 79906"/>
                    <a:gd name="connsiteX1" fmla="*/ 19489 w 19489"/>
                    <a:gd name="connsiteY1" fmla="*/ 0 h 79906"/>
                    <a:gd name="connsiteX2" fmla="*/ 19489 w 19489"/>
                    <a:gd name="connsiteY2" fmla="*/ 79907 h 79906"/>
                    <a:gd name="connsiteX3" fmla="*/ 0 w 19489"/>
                    <a:gd name="connsiteY3" fmla="*/ 79907 h 79906"/>
                  </a:gdLst>
                  <a:ahLst/>
                  <a:cxnLst>
                    <a:cxn ang="0">
                      <a:pos x="connsiteX0" y="connsiteY0"/>
                    </a:cxn>
                    <a:cxn ang="0">
                      <a:pos x="connsiteX1" y="connsiteY1"/>
                    </a:cxn>
                    <a:cxn ang="0">
                      <a:pos x="connsiteX2" y="connsiteY2"/>
                    </a:cxn>
                    <a:cxn ang="0">
                      <a:pos x="connsiteX3" y="connsiteY3"/>
                    </a:cxn>
                  </a:cxnLst>
                  <a:rect l="l" t="t" r="r" b="b"/>
                  <a:pathLst>
                    <a:path w="19489" h="79906">
                      <a:moveTo>
                        <a:pt x="0" y="0"/>
                      </a:moveTo>
                      <a:lnTo>
                        <a:pt x="19489" y="0"/>
                      </a:lnTo>
                      <a:lnTo>
                        <a:pt x="19489" y="79907"/>
                      </a:lnTo>
                      <a:lnTo>
                        <a:pt x="0" y="79907"/>
                      </a:lnTo>
                    </a:path>
                  </a:pathLst>
                </a:custGeom>
                <a:noFill/>
                <a:ln w="8472" cap="flat">
                  <a:solidFill>
                    <a:srgbClr val="01355A"/>
                  </a:solidFill>
                  <a:prstDash val="solid"/>
                  <a:miter/>
                </a:ln>
              </p:spPr>
              <p:txBody>
                <a:bodyPr rtlCol="1" anchor="ctr"/>
                <a:lstStyle/>
                <a:p>
                  <a:endParaRPr lang="ar-SA"/>
                </a:p>
              </p:txBody>
            </p:sp>
            <p:sp>
              <p:nvSpPr>
                <p:cNvPr id="9910" name="شكل حر: شكل 11026">
                  <a:extLst>
                    <a:ext uri="{FF2B5EF4-FFF2-40B4-BE49-F238E27FC236}">
                      <a16:creationId xmlns:a16="http://schemas.microsoft.com/office/drawing/2014/main" id="{149E40C1-C13C-6F56-C699-0A6306DB4C01}"/>
                    </a:ext>
                  </a:extLst>
                </p:cNvPr>
                <p:cNvSpPr/>
                <p:nvPr/>
              </p:nvSpPr>
              <p:spPr>
                <a:xfrm>
                  <a:off x="10400242" y="6473861"/>
                  <a:ext cx="162506" cy="78329"/>
                </a:xfrm>
                <a:custGeom>
                  <a:avLst/>
                  <a:gdLst>
                    <a:gd name="connsiteX0" fmla="*/ 127160 w 162506"/>
                    <a:gd name="connsiteY0" fmla="*/ 56717 h 78329"/>
                    <a:gd name="connsiteX1" fmla="*/ 114846 w 162506"/>
                    <a:gd name="connsiteY1" fmla="*/ 50559 h 78329"/>
                    <a:gd name="connsiteX2" fmla="*/ 103265 w 162506"/>
                    <a:gd name="connsiteY2" fmla="*/ 54203 h 78329"/>
                    <a:gd name="connsiteX3" fmla="*/ 103265 w 162506"/>
                    <a:gd name="connsiteY3" fmla="*/ 54203 h 78329"/>
                    <a:gd name="connsiteX4" fmla="*/ 106824 w 162506"/>
                    <a:gd name="connsiteY4" fmla="*/ 66038 h 78329"/>
                    <a:gd name="connsiteX5" fmla="*/ 128376 w 162506"/>
                    <a:gd name="connsiteY5" fmla="*/ 77534 h 78329"/>
                    <a:gd name="connsiteX6" fmla="*/ 134872 w 162506"/>
                    <a:gd name="connsiteY6" fmla="*/ 77449 h 78329"/>
                    <a:gd name="connsiteX7" fmla="*/ 159304 w 162506"/>
                    <a:gd name="connsiteY7" fmla="*/ 63524 h 78329"/>
                    <a:gd name="connsiteX8" fmla="*/ 161196 w 162506"/>
                    <a:gd name="connsiteY8" fmla="*/ 54175 h 78329"/>
                    <a:gd name="connsiteX9" fmla="*/ 126935 w 162506"/>
                    <a:gd name="connsiteY9" fmla="*/ 9208 h 78329"/>
                    <a:gd name="connsiteX10" fmla="*/ 108321 w 162506"/>
                    <a:gd name="connsiteY10" fmla="*/ 0 h 78329"/>
                    <a:gd name="connsiteX11" fmla="*/ 0 w 162506"/>
                    <a:gd name="connsiteY11" fmla="*/ 0 h 78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2506" h="78329">
                      <a:moveTo>
                        <a:pt x="127160" y="56717"/>
                      </a:moveTo>
                      <a:lnTo>
                        <a:pt x="114846" y="50559"/>
                      </a:lnTo>
                      <a:cubicBezTo>
                        <a:pt x="110637" y="48441"/>
                        <a:pt x="105525" y="50079"/>
                        <a:pt x="103265" y="54203"/>
                      </a:cubicBezTo>
                      <a:lnTo>
                        <a:pt x="103265" y="54203"/>
                      </a:lnTo>
                      <a:cubicBezTo>
                        <a:pt x="100978" y="58468"/>
                        <a:pt x="102559" y="63778"/>
                        <a:pt x="106824" y="66038"/>
                      </a:cubicBezTo>
                      <a:lnTo>
                        <a:pt x="128376" y="77534"/>
                      </a:lnTo>
                      <a:cubicBezTo>
                        <a:pt x="130409" y="78636"/>
                        <a:pt x="132866" y="78579"/>
                        <a:pt x="134872" y="77449"/>
                      </a:cubicBezTo>
                      <a:lnTo>
                        <a:pt x="159304" y="63524"/>
                      </a:lnTo>
                      <a:cubicBezTo>
                        <a:pt x="162637" y="61632"/>
                        <a:pt x="163541" y="57225"/>
                        <a:pt x="161196" y="54175"/>
                      </a:cubicBezTo>
                      <a:lnTo>
                        <a:pt x="126935" y="9208"/>
                      </a:lnTo>
                      <a:cubicBezTo>
                        <a:pt x="122500" y="3389"/>
                        <a:pt x="115637" y="0"/>
                        <a:pt x="108321" y="0"/>
                      </a:cubicBezTo>
                      <a:lnTo>
                        <a:pt x="0" y="0"/>
                      </a:lnTo>
                    </a:path>
                  </a:pathLst>
                </a:custGeom>
                <a:noFill/>
                <a:ln w="8472" cap="flat">
                  <a:solidFill>
                    <a:srgbClr val="01355A"/>
                  </a:solidFill>
                  <a:prstDash val="solid"/>
                  <a:miter/>
                </a:ln>
              </p:spPr>
              <p:txBody>
                <a:bodyPr rtlCol="1" anchor="ctr"/>
                <a:lstStyle/>
                <a:p>
                  <a:endParaRPr lang="ar-SA"/>
                </a:p>
              </p:txBody>
            </p:sp>
            <p:sp>
              <p:nvSpPr>
                <p:cNvPr id="9911" name="شكل حر: شكل 11027">
                  <a:extLst>
                    <a:ext uri="{FF2B5EF4-FFF2-40B4-BE49-F238E27FC236}">
                      <a16:creationId xmlns:a16="http://schemas.microsoft.com/office/drawing/2014/main" id="{02D4539A-A8DA-33C1-4F40-A05DAE798D95}"/>
                    </a:ext>
                  </a:extLst>
                </p:cNvPr>
                <p:cNvSpPr/>
                <p:nvPr/>
              </p:nvSpPr>
              <p:spPr>
                <a:xfrm>
                  <a:off x="10400298" y="6532810"/>
                  <a:ext cx="150495" cy="47527"/>
                </a:xfrm>
                <a:custGeom>
                  <a:avLst/>
                  <a:gdLst>
                    <a:gd name="connsiteX0" fmla="*/ 143968 w 150495"/>
                    <a:gd name="connsiteY0" fmla="*/ 13332 h 47527"/>
                    <a:gd name="connsiteX1" fmla="*/ 144335 w 150495"/>
                    <a:gd name="connsiteY1" fmla="*/ 13557 h 47527"/>
                    <a:gd name="connsiteX2" fmla="*/ 144476 w 150495"/>
                    <a:gd name="connsiteY2" fmla="*/ 36041 h 47527"/>
                    <a:gd name="connsiteX3" fmla="*/ 131624 w 150495"/>
                    <a:gd name="connsiteY3" fmla="*/ 44627 h 47527"/>
                    <a:gd name="connsiteX4" fmla="*/ 118264 w 150495"/>
                    <a:gd name="connsiteY4" fmla="*/ 47085 h 47527"/>
                    <a:gd name="connsiteX5" fmla="*/ 51746 w 150495"/>
                    <a:gd name="connsiteY5" fmla="*/ 11722 h 47527"/>
                    <a:gd name="connsiteX6" fmla="*/ 25506 w 150495"/>
                    <a:gd name="connsiteY6" fmla="*/ 0 h 47527"/>
                    <a:gd name="connsiteX7" fmla="*/ 0 w 150495"/>
                    <a:gd name="connsiteY7" fmla="*/ 0 h 4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0495" h="47527">
                      <a:moveTo>
                        <a:pt x="143968" y="13332"/>
                      </a:moveTo>
                      <a:cubicBezTo>
                        <a:pt x="143968" y="13332"/>
                        <a:pt x="144222" y="13472"/>
                        <a:pt x="144335" y="13557"/>
                      </a:cubicBezTo>
                      <a:cubicBezTo>
                        <a:pt x="152554" y="18670"/>
                        <a:pt x="152497" y="30646"/>
                        <a:pt x="144476" y="36041"/>
                      </a:cubicBezTo>
                      <a:lnTo>
                        <a:pt x="131624" y="44627"/>
                      </a:lnTo>
                      <a:cubicBezTo>
                        <a:pt x="127698" y="47255"/>
                        <a:pt x="122840" y="48158"/>
                        <a:pt x="118264" y="47085"/>
                      </a:cubicBezTo>
                      <a:cubicBezTo>
                        <a:pt x="81743" y="38555"/>
                        <a:pt x="61745" y="22652"/>
                        <a:pt x="51746" y="11722"/>
                      </a:cubicBezTo>
                      <a:cubicBezTo>
                        <a:pt x="44996" y="4321"/>
                        <a:pt x="35533" y="0"/>
                        <a:pt x="25506" y="0"/>
                      </a:cubicBezTo>
                      <a:lnTo>
                        <a:pt x="0" y="0"/>
                      </a:lnTo>
                    </a:path>
                  </a:pathLst>
                </a:custGeom>
                <a:noFill/>
                <a:ln w="8472" cap="flat">
                  <a:solidFill>
                    <a:srgbClr val="01355A"/>
                  </a:solidFill>
                  <a:prstDash val="solid"/>
                  <a:miter/>
                </a:ln>
              </p:spPr>
              <p:txBody>
                <a:bodyPr rtlCol="1" anchor="ctr"/>
                <a:lstStyle/>
                <a:p>
                  <a:endParaRPr lang="ar-SA"/>
                </a:p>
              </p:txBody>
            </p:sp>
            <p:sp>
              <p:nvSpPr>
                <p:cNvPr id="9912" name="شكل حر: شكل 11028">
                  <a:extLst>
                    <a:ext uri="{FF2B5EF4-FFF2-40B4-BE49-F238E27FC236}">
                      <a16:creationId xmlns:a16="http://schemas.microsoft.com/office/drawing/2014/main" id="{CFF200D7-E6D4-D82D-8D01-583EF8EC8112}"/>
                    </a:ext>
                  </a:extLst>
                </p:cNvPr>
                <p:cNvSpPr/>
                <p:nvPr/>
              </p:nvSpPr>
              <p:spPr>
                <a:xfrm>
                  <a:off x="10531442" y="6552186"/>
                  <a:ext cx="3611" cy="24206"/>
                </a:xfrm>
                <a:custGeom>
                  <a:avLst/>
                  <a:gdLst>
                    <a:gd name="connsiteX0" fmla="*/ 0 w 3611"/>
                    <a:gd name="connsiteY0" fmla="*/ 0 h 24206"/>
                    <a:gd name="connsiteX1" fmla="*/ 2034 w 3611"/>
                    <a:gd name="connsiteY1" fmla="*/ 24207 h 24206"/>
                  </a:gdLst>
                  <a:ahLst/>
                  <a:cxnLst>
                    <a:cxn ang="0">
                      <a:pos x="connsiteX0" y="connsiteY0"/>
                    </a:cxn>
                    <a:cxn ang="0">
                      <a:pos x="connsiteX1" y="connsiteY1"/>
                    </a:cxn>
                  </a:cxnLst>
                  <a:rect l="l" t="t" r="r" b="b"/>
                  <a:pathLst>
                    <a:path w="3611" h="24206">
                      <a:moveTo>
                        <a:pt x="0" y="0"/>
                      </a:moveTo>
                      <a:cubicBezTo>
                        <a:pt x="0" y="0"/>
                        <a:pt x="6524" y="8672"/>
                        <a:pt x="2034" y="24207"/>
                      </a:cubicBezTo>
                    </a:path>
                  </a:pathLst>
                </a:custGeom>
                <a:noFill/>
                <a:ln w="8472" cap="flat">
                  <a:solidFill>
                    <a:srgbClr val="01355A"/>
                  </a:solidFill>
                  <a:prstDash val="solid"/>
                  <a:miter/>
                </a:ln>
              </p:spPr>
              <p:txBody>
                <a:bodyPr rtlCol="1" anchor="ctr"/>
                <a:lstStyle/>
                <a:p>
                  <a:endParaRPr lang="ar-SA"/>
                </a:p>
              </p:txBody>
            </p:sp>
          </p:grpSp>
        </p:grpSp>
        <p:grpSp>
          <p:nvGrpSpPr>
            <p:cNvPr id="9897" name="رسم 8014">
              <a:extLst>
                <a:ext uri="{FF2B5EF4-FFF2-40B4-BE49-F238E27FC236}">
                  <a16:creationId xmlns:a16="http://schemas.microsoft.com/office/drawing/2014/main" id="{21C07A1A-18DE-0350-541F-4E0699F76870}"/>
                </a:ext>
              </a:extLst>
            </p:cNvPr>
            <p:cNvGrpSpPr/>
            <p:nvPr/>
          </p:nvGrpSpPr>
          <p:grpSpPr>
            <a:xfrm>
              <a:off x="10453484" y="6606445"/>
              <a:ext cx="110665" cy="55699"/>
              <a:chOff x="10453484" y="6606445"/>
              <a:chExt cx="110665" cy="55699"/>
            </a:xfrm>
            <a:noFill/>
          </p:grpSpPr>
          <p:grpSp>
            <p:nvGrpSpPr>
              <p:cNvPr id="9898" name="رسم 8014">
                <a:extLst>
                  <a:ext uri="{FF2B5EF4-FFF2-40B4-BE49-F238E27FC236}">
                    <a16:creationId xmlns:a16="http://schemas.microsoft.com/office/drawing/2014/main" id="{6E13FDD4-BE37-70B7-3272-06707E292AEC}"/>
                  </a:ext>
                </a:extLst>
              </p:cNvPr>
              <p:cNvGrpSpPr/>
              <p:nvPr/>
            </p:nvGrpSpPr>
            <p:grpSpPr>
              <a:xfrm>
                <a:off x="10536272" y="6606445"/>
                <a:ext cx="27877" cy="55699"/>
                <a:chOff x="10536272" y="6606445"/>
                <a:chExt cx="27877" cy="55699"/>
              </a:xfrm>
              <a:noFill/>
            </p:grpSpPr>
            <p:sp>
              <p:nvSpPr>
                <p:cNvPr id="9905" name="شكل حر: شكل 11031">
                  <a:extLst>
                    <a:ext uri="{FF2B5EF4-FFF2-40B4-BE49-F238E27FC236}">
                      <a16:creationId xmlns:a16="http://schemas.microsoft.com/office/drawing/2014/main" id="{56BC2D4A-5041-816F-AD6A-8F7B4409677E}"/>
                    </a:ext>
                  </a:extLst>
                </p:cNvPr>
                <p:cNvSpPr/>
                <p:nvPr/>
              </p:nvSpPr>
              <p:spPr>
                <a:xfrm>
                  <a:off x="10536300" y="6606445"/>
                  <a:ext cx="27849" cy="27850"/>
                </a:xfrm>
                <a:custGeom>
                  <a:avLst/>
                  <a:gdLst>
                    <a:gd name="connsiteX0" fmla="*/ 0 w 27849"/>
                    <a:gd name="connsiteY0" fmla="*/ 13926 h 27850"/>
                    <a:gd name="connsiteX1" fmla="*/ 13925 w 27849"/>
                    <a:gd name="connsiteY1" fmla="*/ 0 h 27850"/>
                    <a:gd name="connsiteX2" fmla="*/ 27850 w 27849"/>
                    <a:gd name="connsiteY2" fmla="*/ 13926 h 27850"/>
                    <a:gd name="connsiteX3" fmla="*/ 13925 w 27849"/>
                    <a:gd name="connsiteY3" fmla="*/ 27850 h 27850"/>
                  </a:gdLst>
                  <a:ahLst/>
                  <a:cxnLst>
                    <a:cxn ang="0">
                      <a:pos x="connsiteX0" y="connsiteY0"/>
                    </a:cxn>
                    <a:cxn ang="0">
                      <a:pos x="connsiteX1" y="connsiteY1"/>
                    </a:cxn>
                    <a:cxn ang="0">
                      <a:pos x="connsiteX2" y="connsiteY2"/>
                    </a:cxn>
                    <a:cxn ang="0">
                      <a:pos x="connsiteX3" y="connsiteY3"/>
                    </a:cxn>
                  </a:cxnLst>
                  <a:rect l="l" t="t" r="r" b="b"/>
                  <a:pathLst>
                    <a:path w="27849" h="27850">
                      <a:moveTo>
                        <a:pt x="0" y="13926"/>
                      </a:moveTo>
                      <a:cubicBezTo>
                        <a:pt x="0" y="6242"/>
                        <a:pt x="6242" y="0"/>
                        <a:pt x="13925" y="0"/>
                      </a:cubicBezTo>
                      <a:cubicBezTo>
                        <a:pt x="21608" y="0"/>
                        <a:pt x="27850" y="6242"/>
                        <a:pt x="27850" y="13926"/>
                      </a:cubicBezTo>
                      <a:cubicBezTo>
                        <a:pt x="27850" y="21608"/>
                        <a:pt x="21608" y="27850"/>
                        <a:pt x="13925" y="27850"/>
                      </a:cubicBezTo>
                    </a:path>
                  </a:pathLst>
                </a:custGeom>
                <a:noFill/>
                <a:ln w="8472" cap="flat">
                  <a:solidFill>
                    <a:srgbClr val="17A3A3"/>
                  </a:solidFill>
                  <a:prstDash val="solid"/>
                  <a:miter/>
                </a:ln>
              </p:spPr>
              <p:txBody>
                <a:bodyPr rtlCol="1" anchor="ctr"/>
                <a:lstStyle/>
                <a:p>
                  <a:endParaRPr lang="ar-SA"/>
                </a:p>
              </p:txBody>
            </p:sp>
            <p:sp>
              <p:nvSpPr>
                <p:cNvPr id="9906" name="شكل حر: شكل 11032">
                  <a:extLst>
                    <a:ext uri="{FF2B5EF4-FFF2-40B4-BE49-F238E27FC236}">
                      <a16:creationId xmlns:a16="http://schemas.microsoft.com/office/drawing/2014/main" id="{0A626640-4CFE-52B0-E02A-9148DF5802B7}"/>
                    </a:ext>
                  </a:extLst>
                </p:cNvPr>
                <p:cNvSpPr/>
                <p:nvPr/>
              </p:nvSpPr>
              <p:spPr>
                <a:xfrm>
                  <a:off x="10536272" y="6634296"/>
                  <a:ext cx="27849" cy="27849"/>
                </a:xfrm>
                <a:custGeom>
                  <a:avLst/>
                  <a:gdLst>
                    <a:gd name="connsiteX0" fmla="*/ 13925 w 27849"/>
                    <a:gd name="connsiteY0" fmla="*/ 0 h 27849"/>
                    <a:gd name="connsiteX1" fmla="*/ 27850 w 27849"/>
                    <a:gd name="connsiteY1" fmla="*/ 13925 h 27849"/>
                    <a:gd name="connsiteX2" fmla="*/ 13925 w 27849"/>
                    <a:gd name="connsiteY2" fmla="*/ 27850 h 27849"/>
                    <a:gd name="connsiteX3" fmla="*/ 0 w 27849"/>
                    <a:gd name="connsiteY3" fmla="*/ 13925 h 27849"/>
                  </a:gdLst>
                  <a:ahLst/>
                  <a:cxnLst>
                    <a:cxn ang="0">
                      <a:pos x="connsiteX0" y="connsiteY0"/>
                    </a:cxn>
                    <a:cxn ang="0">
                      <a:pos x="connsiteX1" y="connsiteY1"/>
                    </a:cxn>
                    <a:cxn ang="0">
                      <a:pos x="connsiteX2" y="connsiteY2"/>
                    </a:cxn>
                    <a:cxn ang="0">
                      <a:pos x="connsiteX3" y="connsiteY3"/>
                    </a:cxn>
                  </a:cxnLst>
                  <a:rect l="l" t="t" r="r" b="b"/>
                  <a:pathLst>
                    <a:path w="27849" h="27849">
                      <a:moveTo>
                        <a:pt x="13925" y="0"/>
                      </a:moveTo>
                      <a:cubicBezTo>
                        <a:pt x="21608" y="0"/>
                        <a:pt x="27850" y="6242"/>
                        <a:pt x="27850" y="13925"/>
                      </a:cubicBezTo>
                      <a:cubicBezTo>
                        <a:pt x="27850" y="21608"/>
                        <a:pt x="21608" y="27850"/>
                        <a:pt x="13925" y="27850"/>
                      </a:cubicBezTo>
                      <a:cubicBezTo>
                        <a:pt x="6242" y="27850"/>
                        <a:pt x="0" y="21608"/>
                        <a:pt x="0" y="13925"/>
                      </a:cubicBezTo>
                    </a:path>
                  </a:pathLst>
                </a:custGeom>
                <a:noFill/>
                <a:ln w="8472" cap="flat">
                  <a:solidFill>
                    <a:srgbClr val="17A3A3"/>
                  </a:solidFill>
                  <a:prstDash val="solid"/>
                  <a:miter/>
                </a:ln>
              </p:spPr>
              <p:txBody>
                <a:bodyPr rtlCol="1" anchor="ctr"/>
                <a:lstStyle/>
                <a:p>
                  <a:endParaRPr lang="ar-SA"/>
                </a:p>
              </p:txBody>
            </p:sp>
          </p:grpSp>
          <p:grpSp>
            <p:nvGrpSpPr>
              <p:cNvPr id="9899" name="رسم 8014">
                <a:extLst>
                  <a:ext uri="{FF2B5EF4-FFF2-40B4-BE49-F238E27FC236}">
                    <a16:creationId xmlns:a16="http://schemas.microsoft.com/office/drawing/2014/main" id="{7C799F40-DAAF-B040-4188-5B0EF49914BE}"/>
                  </a:ext>
                </a:extLst>
              </p:cNvPr>
              <p:cNvGrpSpPr/>
              <p:nvPr/>
            </p:nvGrpSpPr>
            <p:grpSpPr>
              <a:xfrm>
                <a:off x="10453484" y="6607971"/>
                <a:ext cx="25138" cy="54146"/>
                <a:chOff x="10453484" y="6607971"/>
                <a:chExt cx="25138" cy="54146"/>
              </a:xfrm>
              <a:noFill/>
            </p:grpSpPr>
            <p:sp>
              <p:nvSpPr>
                <p:cNvPr id="9903" name="شكل حر: شكل 11034">
                  <a:extLst>
                    <a:ext uri="{FF2B5EF4-FFF2-40B4-BE49-F238E27FC236}">
                      <a16:creationId xmlns:a16="http://schemas.microsoft.com/office/drawing/2014/main" id="{5AD3D7B2-EEA4-9F51-8F94-D47AD32A7FC4}"/>
                    </a:ext>
                  </a:extLst>
                </p:cNvPr>
                <p:cNvSpPr/>
                <p:nvPr/>
              </p:nvSpPr>
              <p:spPr>
                <a:xfrm>
                  <a:off x="10453484" y="6607971"/>
                  <a:ext cx="16297" cy="54146"/>
                </a:xfrm>
                <a:custGeom>
                  <a:avLst/>
                  <a:gdLst>
                    <a:gd name="connsiteX0" fmla="*/ 16298 w 16297"/>
                    <a:gd name="connsiteY0" fmla="*/ 54146 h 54146"/>
                    <a:gd name="connsiteX1" fmla="*/ 16298 w 16297"/>
                    <a:gd name="connsiteY1" fmla="*/ 0 h 54146"/>
                    <a:gd name="connsiteX2" fmla="*/ 0 w 16297"/>
                    <a:gd name="connsiteY2" fmla="*/ 12004 h 54146"/>
                  </a:gdLst>
                  <a:ahLst/>
                  <a:cxnLst>
                    <a:cxn ang="0">
                      <a:pos x="connsiteX0" y="connsiteY0"/>
                    </a:cxn>
                    <a:cxn ang="0">
                      <a:pos x="connsiteX1" y="connsiteY1"/>
                    </a:cxn>
                    <a:cxn ang="0">
                      <a:pos x="connsiteX2" y="connsiteY2"/>
                    </a:cxn>
                  </a:cxnLst>
                  <a:rect l="l" t="t" r="r" b="b"/>
                  <a:pathLst>
                    <a:path w="16297" h="54146">
                      <a:moveTo>
                        <a:pt x="16298" y="54146"/>
                      </a:moveTo>
                      <a:lnTo>
                        <a:pt x="16298" y="0"/>
                      </a:lnTo>
                      <a:lnTo>
                        <a:pt x="0" y="12004"/>
                      </a:lnTo>
                    </a:path>
                  </a:pathLst>
                </a:custGeom>
                <a:noFill/>
                <a:ln w="8472" cap="flat">
                  <a:solidFill>
                    <a:srgbClr val="17A3A3"/>
                  </a:solidFill>
                  <a:prstDash val="solid"/>
                  <a:miter/>
                </a:ln>
              </p:spPr>
              <p:txBody>
                <a:bodyPr rtlCol="1" anchor="ctr"/>
                <a:lstStyle/>
                <a:p>
                  <a:endParaRPr lang="ar-SA"/>
                </a:p>
              </p:txBody>
            </p:sp>
            <p:sp>
              <p:nvSpPr>
                <p:cNvPr id="9904" name="شكل حر: شكل 11035">
                  <a:extLst>
                    <a:ext uri="{FF2B5EF4-FFF2-40B4-BE49-F238E27FC236}">
                      <a16:creationId xmlns:a16="http://schemas.microsoft.com/office/drawing/2014/main" id="{FEF98AF1-CA96-A149-327D-41E50A162ADD}"/>
                    </a:ext>
                  </a:extLst>
                </p:cNvPr>
                <p:cNvSpPr/>
                <p:nvPr/>
              </p:nvSpPr>
              <p:spPr>
                <a:xfrm>
                  <a:off x="10460122" y="6662117"/>
                  <a:ext cx="18500" cy="2824"/>
                </a:xfrm>
                <a:custGeom>
                  <a:avLst/>
                  <a:gdLst>
                    <a:gd name="connsiteX0" fmla="*/ 0 w 18500"/>
                    <a:gd name="connsiteY0" fmla="*/ 0 h 2824"/>
                    <a:gd name="connsiteX1" fmla="*/ 18501 w 18500"/>
                    <a:gd name="connsiteY1" fmla="*/ 0 h 2824"/>
                  </a:gdLst>
                  <a:ahLst/>
                  <a:cxnLst>
                    <a:cxn ang="0">
                      <a:pos x="connsiteX0" y="connsiteY0"/>
                    </a:cxn>
                    <a:cxn ang="0">
                      <a:pos x="connsiteX1" y="connsiteY1"/>
                    </a:cxn>
                  </a:cxnLst>
                  <a:rect l="l" t="t" r="r" b="b"/>
                  <a:pathLst>
                    <a:path w="18500" h="2824">
                      <a:moveTo>
                        <a:pt x="0" y="0"/>
                      </a:moveTo>
                      <a:lnTo>
                        <a:pt x="18501" y="0"/>
                      </a:lnTo>
                    </a:path>
                  </a:pathLst>
                </a:custGeom>
                <a:ln w="8472" cap="flat">
                  <a:solidFill>
                    <a:srgbClr val="17A3A3"/>
                  </a:solidFill>
                  <a:prstDash val="solid"/>
                  <a:miter/>
                </a:ln>
              </p:spPr>
              <p:txBody>
                <a:bodyPr rtlCol="1" anchor="ctr"/>
                <a:lstStyle/>
                <a:p>
                  <a:endParaRPr lang="ar-SA"/>
                </a:p>
              </p:txBody>
            </p:sp>
          </p:grpSp>
          <p:grpSp>
            <p:nvGrpSpPr>
              <p:cNvPr id="9900" name="رسم 8014">
                <a:extLst>
                  <a:ext uri="{FF2B5EF4-FFF2-40B4-BE49-F238E27FC236}">
                    <a16:creationId xmlns:a16="http://schemas.microsoft.com/office/drawing/2014/main" id="{88E5FDD1-DC8F-196B-8899-EC80C1F47B14}"/>
                  </a:ext>
                </a:extLst>
              </p:cNvPr>
              <p:cNvGrpSpPr/>
              <p:nvPr/>
            </p:nvGrpSpPr>
            <p:grpSpPr>
              <a:xfrm>
                <a:off x="10505315" y="6619015"/>
                <a:ext cx="1920" cy="30420"/>
                <a:chOff x="10505315" y="6619015"/>
                <a:chExt cx="1920" cy="30420"/>
              </a:xfrm>
              <a:noFill/>
            </p:grpSpPr>
            <p:sp>
              <p:nvSpPr>
                <p:cNvPr id="9901" name="شكل حر: شكل 11037">
                  <a:extLst>
                    <a:ext uri="{FF2B5EF4-FFF2-40B4-BE49-F238E27FC236}">
                      <a16:creationId xmlns:a16="http://schemas.microsoft.com/office/drawing/2014/main" id="{CE80EC61-ACE2-A592-DC94-5B147C4656EF}"/>
                    </a:ext>
                  </a:extLst>
                </p:cNvPr>
                <p:cNvSpPr/>
                <p:nvPr/>
              </p:nvSpPr>
              <p:spPr>
                <a:xfrm>
                  <a:off x="10505315" y="6619015"/>
                  <a:ext cx="1920" cy="1920"/>
                </a:xfrm>
                <a:custGeom>
                  <a:avLst/>
                  <a:gdLst>
                    <a:gd name="connsiteX0" fmla="*/ 1921 w 1920"/>
                    <a:gd name="connsiteY0" fmla="*/ 960 h 1920"/>
                    <a:gd name="connsiteX1" fmla="*/ 960 w 1920"/>
                    <a:gd name="connsiteY1" fmla="*/ 1921 h 1920"/>
                    <a:gd name="connsiteX2" fmla="*/ 0 w 1920"/>
                    <a:gd name="connsiteY2" fmla="*/ 960 h 1920"/>
                    <a:gd name="connsiteX3" fmla="*/ 960 w 1920"/>
                    <a:gd name="connsiteY3" fmla="*/ 0 h 1920"/>
                    <a:gd name="connsiteX4" fmla="*/ 1921 w 1920"/>
                    <a:gd name="connsiteY4" fmla="*/ 960 h 1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0" h="1920">
                      <a:moveTo>
                        <a:pt x="1921" y="960"/>
                      </a:moveTo>
                      <a:cubicBezTo>
                        <a:pt x="1921" y="1491"/>
                        <a:pt x="1490" y="1921"/>
                        <a:pt x="960" y="1921"/>
                      </a:cubicBezTo>
                      <a:cubicBezTo>
                        <a:pt x="430" y="1921"/>
                        <a:pt x="0" y="1491"/>
                        <a:pt x="0" y="960"/>
                      </a:cubicBezTo>
                      <a:cubicBezTo>
                        <a:pt x="0" y="430"/>
                        <a:pt x="430" y="0"/>
                        <a:pt x="960" y="0"/>
                      </a:cubicBezTo>
                      <a:cubicBezTo>
                        <a:pt x="1490" y="0"/>
                        <a:pt x="1921" y="430"/>
                        <a:pt x="1921" y="960"/>
                      </a:cubicBezTo>
                      <a:close/>
                    </a:path>
                  </a:pathLst>
                </a:custGeom>
                <a:noFill/>
                <a:ln w="8472" cap="flat">
                  <a:solidFill>
                    <a:srgbClr val="17A3A3"/>
                  </a:solidFill>
                  <a:prstDash val="solid"/>
                  <a:miter/>
                </a:ln>
              </p:spPr>
              <p:txBody>
                <a:bodyPr rtlCol="1" anchor="ctr"/>
                <a:lstStyle/>
                <a:p>
                  <a:endParaRPr lang="ar-SA"/>
                </a:p>
              </p:txBody>
            </p:sp>
            <p:sp>
              <p:nvSpPr>
                <p:cNvPr id="9902" name="شكل حر: شكل 11038">
                  <a:extLst>
                    <a:ext uri="{FF2B5EF4-FFF2-40B4-BE49-F238E27FC236}">
                      <a16:creationId xmlns:a16="http://schemas.microsoft.com/office/drawing/2014/main" id="{2AF1A020-78F5-9D3D-83C0-068EBD97149A}"/>
                    </a:ext>
                  </a:extLst>
                </p:cNvPr>
                <p:cNvSpPr/>
                <p:nvPr/>
              </p:nvSpPr>
              <p:spPr>
                <a:xfrm>
                  <a:off x="10505315" y="6647514"/>
                  <a:ext cx="1920" cy="1920"/>
                </a:xfrm>
                <a:custGeom>
                  <a:avLst/>
                  <a:gdLst>
                    <a:gd name="connsiteX0" fmla="*/ 1921 w 1920"/>
                    <a:gd name="connsiteY0" fmla="*/ 961 h 1920"/>
                    <a:gd name="connsiteX1" fmla="*/ 960 w 1920"/>
                    <a:gd name="connsiteY1" fmla="*/ 1921 h 1920"/>
                    <a:gd name="connsiteX2" fmla="*/ 0 w 1920"/>
                    <a:gd name="connsiteY2" fmla="*/ 961 h 1920"/>
                    <a:gd name="connsiteX3" fmla="*/ 960 w 1920"/>
                    <a:gd name="connsiteY3" fmla="*/ 0 h 1920"/>
                    <a:gd name="connsiteX4" fmla="*/ 1921 w 1920"/>
                    <a:gd name="connsiteY4" fmla="*/ 961 h 1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0" h="1920">
                      <a:moveTo>
                        <a:pt x="1921" y="961"/>
                      </a:moveTo>
                      <a:cubicBezTo>
                        <a:pt x="1921" y="1491"/>
                        <a:pt x="1490" y="1921"/>
                        <a:pt x="960" y="1921"/>
                      </a:cubicBezTo>
                      <a:cubicBezTo>
                        <a:pt x="430" y="1921"/>
                        <a:pt x="0" y="1491"/>
                        <a:pt x="0" y="961"/>
                      </a:cubicBezTo>
                      <a:cubicBezTo>
                        <a:pt x="0" y="430"/>
                        <a:pt x="430" y="0"/>
                        <a:pt x="960" y="0"/>
                      </a:cubicBezTo>
                      <a:cubicBezTo>
                        <a:pt x="1490" y="0"/>
                        <a:pt x="1921" y="430"/>
                        <a:pt x="1921" y="961"/>
                      </a:cubicBezTo>
                      <a:close/>
                    </a:path>
                  </a:pathLst>
                </a:custGeom>
                <a:noFill/>
                <a:ln w="8472" cap="flat">
                  <a:solidFill>
                    <a:srgbClr val="17A3A3"/>
                  </a:solidFill>
                  <a:prstDash val="solid"/>
                  <a:miter/>
                </a:ln>
              </p:spPr>
              <p:txBody>
                <a:bodyPr rtlCol="1" anchor="ctr"/>
                <a:lstStyle/>
                <a:p>
                  <a:endParaRPr lang="ar-SA"/>
                </a:p>
              </p:txBody>
            </p:sp>
          </p:grpSp>
        </p:grpSp>
      </p:grpSp>
      <p:grpSp>
        <p:nvGrpSpPr>
          <p:cNvPr id="9913" name="رسم 8014">
            <a:extLst>
              <a:ext uri="{FF2B5EF4-FFF2-40B4-BE49-F238E27FC236}">
                <a16:creationId xmlns:a16="http://schemas.microsoft.com/office/drawing/2014/main" id="{C356B39F-2EFA-39C6-0E2D-2F230C1D55A6}"/>
              </a:ext>
            </a:extLst>
          </p:cNvPr>
          <p:cNvGrpSpPr/>
          <p:nvPr/>
        </p:nvGrpSpPr>
        <p:grpSpPr>
          <a:xfrm>
            <a:off x="5047049" y="4868720"/>
            <a:ext cx="250028" cy="289057"/>
            <a:chOff x="5114166" y="4361698"/>
            <a:chExt cx="298858" cy="366734"/>
          </a:xfrm>
          <a:noFill/>
        </p:grpSpPr>
        <p:grpSp>
          <p:nvGrpSpPr>
            <p:cNvPr id="9914" name="رسم 8014">
              <a:extLst>
                <a:ext uri="{FF2B5EF4-FFF2-40B4-BE49-F238E27FC236}">
                  <a16:creationId xmlns:a16="http://schemas.microsoft.com/office/drawing/2014/main" id="{1DF1BFDE-50DD-4946-EC6C-8131C13430F3}"/>
                </a:ext>
              </a:extLst>
            </p:cNvPr>
            <p:cNvGrpSpPr/>
            <p:nvPr/>
          </p:nvGrpSpPr>
          <p:grpSpPr>
            <a:xfrm>
              <a:off x="5114166" y="4361698"/>
              <a:ext cx="298858" cy="366734"/>
              <a:chOff x="5114166" y="4361698"/>
              <a:chExt cx="298858" cy="366734"/>
            </a:xfrm>
            <a:noFill/>
          </p:grpSpPr>
          <p:sp>
            <p:nvSpPr>
              <p:cNvPr id="9923" name="شكل حر: شكل 11041">
                <a:extLst>
                  <a:ext uri="{FF2B5EF4-FFF2-40B4-BE49-F238E27FC236}">
                    <a16:creationId xmlns:a16="http://schemas.microsoft.com/office/drawing/2014/main" id="{779CE4C2-6ED3-4D93-EA1B-86D8128F48D0}"/>
                  </a:ext>
                </a:extLst>
              </p:cNvPr>
              <p:cNvSpPr/>
              <p:nvPr/>
            </p:nvSpPr>
            <p:spPr>
              <a:xfrm rot="-1349998">
                <a:off x="5124245" y="4371777"/>
                <a:ext cx="65755" cy="65755"/>
              </a:xfrm>
              <a:custGeom>
                <a:avLst/>
                <a:gdLst>
                  <a:gd name="connsiteX0" fmla="*/ 65755 w 65755"/>
                  <a:gd name="connsiteY0" fmla="*/ 32878 h 65755"/>
                  <a:gd name="connsiteX1" fmla="*/ 32878 w 65755"/>
                  <a:gd name="connsiteY1" fmla="*/ 65756 h 65755"/>
                  <a:gd name="connsiteX2" fmla="*/ 0 w 65755"/>
                  <a:gd name="connsiteY2" fmla="*/ 32878 h 65755"/>
                  <a:gd name="connsiteX3" fmla="*/ 32878 w 65755"/>
                  <a:gd name="connsiteY3" fmla="*/ 0 h 65755"/>
                  <a:gd name="connsiteX4" fmla="*/ 65755 w 65755"/>
                  <a:gd name="connsiteY4" fmla="*/ 32878 h 65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55" h="65755">
                    <a:moveTo>
                      <a:pt x="65755" y="32878"/>
                    </a:moveTo>
                    <a:cubicBezTo>
                      <a:pt x="65755" y="51036"/>
                      <a:pt x="51036" y="65756"/>
                      <a:pt x="32878" y="65756"/>
                    </a:cubicBezTo>
                    <a:cubicBezTo>
                      <a:pt x="14720" y="65756"/>
                      <a:pt x="0" y="51036"/>
                      <a:pt x="0" y="32878"/>
                    </a:cubicBezTo>
                    <a:cubicBezTo>
                      <a:pt x="0" y="14720"/>
                      <a:pt x="14720" y="0"/>
                      <a:pt x="32878" y="0"/>
                    </a:cubicBezTo>
                    <a:cubicBezTo>
                      <a:pt x="51036" y="0"/>
                      <a:pt x="65755" y="14720"/>
                      <a:pt x="65755" y="32878"/>
                    </a:cubicBezTo>
                    <a:close/>
                  </a:path>
                </a:pathLst>
              </a:custGeom>
              <a:noFill/>
              <a:ln w="8472" cap="flat">
                <a:solidFill>
                  <a:srgbClr val="01355A"/>
                </a:solidFill>
                <a:prstDash val="solid"/>
                <a:miter/>
              </a:ln>
            </p:spPr>
            <p:txBody>
              <a:bodyPr rtlCol="1" anchor="ctr"/>
              <a:lstStyle/>
              <a:p>
                <a:endParaRPr lang="ar-SA"/>
              </a:p>
            </p:txBody>
          </p:sp>
          <p:sp>
            <p:nvSpPr>
              <p:cNvPr id="9924" name="شكل حر: شكل 11042">
                <a:extLst>
                  <a:ext uri="{FF2B5EF4-FFF2-40B4-BE49-F238E27FC236}">
                    <a16:creationId xmlns:a16="http://schemas.microsoft.com/office/drawing/2014/main" id="{BFECFBA2-5A3B-D359-4D2A-6FFCDFC425E2}"/>
                  </a:ext>
                </a:extLst>
              </p:cNvPr>
              <p:cNvSpPr/>
              <p:nvPr/>
            </p:nvSpPr>
            <p:spPr>
              <a:xfrm>
                <a:off x="5180649" y="4584917"/>
                <a:ext cx="2824" cy="114196"/>
              </a:xfrm>
              <a:custGeom>
                <a:avLst/>
                <a:gdLst>
                  <a:gd name="connsiteX0" fmla="*/ 0 w 2824"/>
                  <a:gd name="connsiteY0" fmla="*/ 0 h 114196"/>
                  <a:gd name="connsiteX1" fmla="*/ 0 w 2824"/>
                  <a:gd name="connsiteY1" fmla="*/ 114197 h 114196"/>
                </a:gdLst>
                <a:ahLst/>
                <a:cxnLst>
                  <a:cxn ang="0">
                    <a:pos x="connsiteX0" y="connsiteY0"/>
                  </a:cxn>
                  <a:cxn ang="0">
                    <a:pos x="connsiteX1" y="connsiteY1"/>
                  </a:cxn>
                </a:cxnLst>
                <a:rect l="l" t="t" r="r" b="b"/>
                <a:pathLst>
                  <a:path w="2824" h="114196">
                    <a:moveTo>
                      <a:pt x="0" y="0"/>
                    </a:moveTo>
                    <a:lnTo>
                      <a:pt x="0" y="114197"/>
                    </a:lnTo>
                  </a:path>
                </a:pathLst>
              </a:custGeom>
              <a:ln w="8472" cap="flat">
                <a:solidFill>
                  <a:srgbClr val="01355A"/>
                </a:solidFill>
                <a:prstDash val="solid"/>
                <a:miter/>
              </a:ln>
            </p:spPr>
            <p:txBody>
              <a:bodyPr rtlCol="1" anchor="ctr"/>
              <a:lstStyle/>
              <a:p>
                <a:endParaRPr lang="ar-SA"/>
              </a:p>
            </p:txBody>
          </p:sp>
          <p:sp>
            <p:nvSpPr>
              <p:cNvPr id="9925" name="شكل حر: شكل 11043">
                <a:extLst>
                  <a:ext uri="{FF2B5EF4-FFF2-40B4-BE49-F238E27FC236}">
                    <a16:creationId xmlns:a16="http://schemas.microsoft.com/office/drawing/2014/main" id="{44EA96B2-AD88-4AB6-53EC-C2B271CAFC9A}"/>
                  </a:ext>
                </a:extLst>
              </p:cNvPr>
              <p:cNvSpPr/>
              <p:nvPr/>
            </p:nvSpPr>
            <p:spPr>
              <a:xfrm>
                <a:off x="5133592" y="4584917"/>
                <a:ext cx="2824" cy="112247"/>
              </a:xfrm>
              <a:custGeom>
                <a:avLst/>
                <a:gdLst>
                  <a:gd name="connsiteX0" fmla="*/ 0 w 2824"/>
                  <a:gd name="connsiteY0" fmla="*/ 112247 h 112247"/>
                  <a:gd name="connsiteX1" fmla="*/ 0 w 2824"/>
                  <a:gd name="connsiteY1" fmla="*/ 0 h 112247"/>
                </a:gdLst>
                <a:ahLst/>
                <a:cxnLst>
                  <a:cxn ang="0">
                    <a:pos x="connsiteX0" y="connsiteY0"/>
                  </a:cxn>
                  <a:cxn ang="0">
                    <a:pos x="connsiteX1" y="connsiteY1"/>
                  </a:cxn>
                </a:cxnLst>
                <a:rect l="l" t="t" r="r" b="b"/>
                <a:pathLst>
                  <a:path w="2824" h="112247">
                    <a:moveTo>
                      <a:pt x="0" y="112247"/>
                    </a:moveTo>
                    <a:lnTo>
                      <a:pt x="0" y="0"/>
                    </a:lnTo>
                  </a:path>
                </a:pathLst>
              </a:custGeom>
              <a:ln w="8472" cap="flat">
                <a:solidFill>
                  <a:srgbClr val="01355A"/>
                </a:solidFill>
                <a:prstDash val="solid"/>
                <a:miter/>
              </a:ln>
            </p:spPr>
            <p:txBody>
              <a:bodyPr rtlCol="1" anchor="ctr"/>
              <a:lstStyle/>
              <a:p>
                <a:endParaRPr lang="ar-SA"/>
              </a:p>
            </p:txBody>
          </p:sp>
          <p:sp>
            <p:nvSpPr>
              <p:cNvPr id="9926" name="شكل حر: شكل 11044">
                <a:extLst>
                  <a:ext uri="{FF2B5EF4-FFF2-40B4-BE49-F238E27FC236}">
                    <a16:creationId xmlns:a16="http://schemas.microsoft.com/office/drawing/2014/main" id="{7902EE2B-4FBB-5F86-8AC9-0847A47A08ED}"/>
                  </a:ext>
                </a:extLst>
              </p:cNvPr>
              <p:cNvSpPr/>
              <p:nvPr/>
            </p:nvSpPr>
            <p:spPr>
              <a:xfrm>
                <a:off x="5157120" y="4488092"/>
                <a:ext cx="255903" cy="173314"/>
              </a:xfrm>
              <a:custGeom>
                <a:avLst/>
                <a:gdLst>
                  <a:gd name="connsiteX0" fmla="*/ 0 w 255903"/>
                  <a:gd name="connsiteY0" fmla="*/ 0 h 173314"/>
                  <a:gd name="connsiteX1" fmla="*/ 0 w 255903"/>
                  <a:gd name="connsiteY1" fmla="*/ 13727 h 173314"/>
                  <a:gd name="connsiteX2" fmla="*/ 24291 w 255903"/>
                  <a:gd name="connsiteY2" fmla="*/ 38019 h 173314"/>
                  <a:gd name="connsiteX3" fmla="*/ 92899 w 255903"/>
                  <a:gd name="connsiteY3" fmla="*/ 38019 h 173314"/>
                  <a:gd name="connsiteX4" fmla="*/ 92899 w 255903"/>
                  <a:gd name="connsiteY4" fmla="*/ 173314 h 173314"/>
                  <a:gd name="connsiteX5" fmla="*/ 255904 w 255903"/>
                  <a:gd name="connsiteY5" fmla="*/ 173314 h 173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5903" h="173314">
                    <a:moveTo>
                      <a:pt x="0" y="0"/>
                    </a:moveTo>
                    <a:lnTo>
                      <a:pt x="0" y="13727"/>
                    </a:lnTo>
                    <a:cubicBezTo>
                      <a:pt x="0" y="27144"/>
                      <a:pt x="10874" y="38019"/>
                      <a:pt x="24291" y="38019"/>
                    </a:cubicBezTo>
                    <a:lnTo>
                      <a:pt x="92899" y="38019"/>
                    </a:lnTo>
                    <a:lnTo>
                      <a:pt x="92899" y="173314"/>
                    </a:lnTo>
                    <a:lnTo>
                      <a:pt x="255904" y="173314"/>
                    </a:lnTo>
                  </a:path>
                </a:pathLst>
              </a:custGeom>
              <a:noFill/>
              <a:ln w="8472" cap="flat">
                <a:solidFill>
                  <a:srgbClr val="01355A"/>
                </a:solidFill>
                <a:prstDash val="solid"/>
                <a:miter/>
              </a:ln>
            </p:spPr>
            <p:txBody>
              <a:bodyPr rtlCol="1" anchor="ctr"/>
              <a:lstStyle/>
              <a:p>
                <a:endParaRPr lang="ar-SA"/>
              </a:p>
            </p:txBody>
          </p:sp>
          <p:sp>
            <p:nvSpPr>
              <p:cNvPr id="9927" name="شكل حر: شكل 11045">
                <a:extLst>
                  <a:ext uri="{FF2B5EF4-FFF2-40B4-BE49-F238E27FC236}">
                    <a16:creationId xmlns:a16="http://schemas.microsoft.com/office/drawing/2014/main" id="{30F808F2-DA57-6732-175A-A8D5A1949B64}"/>
                  </a:ext>
                </a:extLst>
              </p:cNvPr>
              <p:cNvSpPr/>
              <p:nvPr/>
            </p:nvSpPr>
            <p:spPr>
              <a:xfrm>
                <a:off x="5133563" y="4697165"/>
                <a:ext cx="67535" cy="31267"/>
              </a:xfrm>
              <a:custGeom>
                <a:avLst/>
                <a:gdLst>
                  <a:gd name="connsiteX0" fmla="*/ 67535 w 67535"/>
                  <a:gd name="connsiteY0" fmla="*/ 31268 h 31267"/>
                  <a:gd name="connsiteX1" fmla="*/ 0 w 67535"/>
                  <a:gd name="connsiteY1" fmla="*/ 31268 h 31267"/>
                  <a:gd name="connsiteX2" fmla="*/ 0 w 67535"/>
                  <a:gd name="connsiteY2" fmla="*/ 0 h 31267"/>
                  <a:gd name="connsiteX3" fmla="*/ 36267 w 67535"/>
                  <a:gd name="connsiteY3" fmla="*/ 0 h 31267"/>
                  <a:gd name="connsiteX4" fmla="*/ 67535 w 67535"/>
                  <a:gd name="connsiteY4" fmla="*/ 31268 h 31267"/>
                  <a:gd name="connsiteX5" fmla="*/ 67535 w 67535"/>
                  <a:gd name="connsiteY5" fmla="*/ 31268 h 31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35" h="31267">
                    <a:moveTo>
                      <a:pt x="67535" y="31268"/>
                    </a:moveTo>
                    <a:lnTo>
                      <a:pt x="0" y="31268"/>
                    </a:lnTo>
                    <a:lnTo>
                      <a:pt x="0" y="0"/>
                    </a:lnTo>
                    <a:lnTo>
                      <a:pt x="36267" y="0"/>
                    </a:lnTo>
                    <a:cubicBezTo>
                      <a:pt x="53525" y="0"/>
                      <a:pt x="67535" y="14010"/>
                      <a:pt x="67535" y="31268"/>
                    </a:cubicBezTo>
                    <a:lnTo>
                      <a:pt x="67535" y="31268"/>
                    </a:lnTo>
                    <a:close/>
                  </a:path>
                </a:pathLst>
              </a:custGeom>
              <a:noFill/>
              <a:ln w="8472" cap="flat">
                <a:solidFill>
                  <a:srgbClr val="01355A"/>
                </a:solidFill>
                <a:prstDash val="solid"/>
                <a:miter/>
              </a:ln>
            </p:spPr>
            <p:txBody>
              <a:bodyPr rtlCol="1" anchor="ctr"/>
              <a:lstStyle/>
              <a:p>
                <a:endParaRPr lang="ar-SA"/>
              </a:p>
            </p:txBody>
          </p:sp>
          <p:sp>
            <p:nvSpPr>
              <p:cNvPr id="9928" name="شكل حر: شكل 11046">
                <a:extLst>
                  <a:ext uri="{FF2B5EF4-FFF2-40B4-BE49-F238E27FC236}">
                    <a16:creationId xmlns:a16="http://schemas.microsoft.com/office/drawing/2014/main" id="{EE20DD67-ECAE-BC01-6FFA-7C35DF06DD49}"/>
                  </a:ext>
                </a:extLst>
              </p:cNvPr>
              <p:cNvSpPr/>
              <p:nvPr/>
            </p:nvSpPr>
            <p:spPr>
              <a:xfrm>
                <a:off x="5119017" y="4454310"/>
                <a:ext cx="76206" cy="130607"/>
              </a:xfrm>
              <a:custGeom>
                <a:avLst/>
                <a:gdLst>
                  <a:gd name="connsiteX0" fmla="*/ 76206 w 76206"/>
                  <a:gd name="connsiteY0" fmla="*/ 53921 h 130607"/>
                  <a:gd name="connsiteX1" fmla="*/ 76206 w 76206"/>
                  <a:gd name="connsiteY1" fmla="*/ 38103 h 130607"/>
                  <a:gd name="connsiteX2" fmla="*/ 38103 w 76206"/>
                  <a:gd name="connsiteY2" fmla="*/ 0 h 130607"/>
                  <a:gd name="connsiteX3" fmla="*/ 38103 w 76206"/>
                  <a:gd name="connsiteY3" fmla="*/ 0 h 130607"/>
                  <a:gd name="connsiteX4" fmla="*/ 0 w 76206"/>
                  <a:gd name="connsiteY4" fmla="*/ 38103 h 130607"/>
                  <a:gd name="connsiteX5" fmla="*/ 0 w 76206"/>
                  <a:gd name="connsiteY5" fmla="*/ 72252 h 130607"/>
                  <a:gd name="connsiteX6" fmla="*/ 14575 w 76206"/>
                  <a:gd name="connsiteY6" fmla="*/ 130607 h 130607"/>
                  <a:gd name="connsiteX7" fmla="*/ 61632 w 76206"/>
                  <a:gd name="connsiteY7" fmla="*/ 130607 h 130607"/>
                  <a:gd name="connsiteX8" fmla="*/ 74766 w 76206"/>
                  <a:gd name="connsiteY8" fmla="*/ 91035 h 130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06" h="130607">
                    <a:moveTo>
                      <a:pt x="76206" y="53921"/>
                    </a:moveTo>
                    <a:lnTo>
                      <a:pt x="76206" y="38103"/>
                    </a:lnTo>
                    <a:cubicBezTo>
                      <a:pt x="76206" y="17060"/>
                      <a:pt x="59146" y="0"/>
                      <a:pt x="38103" y="0"/>
                    </a:cubicBezTo>
                    <a:lnTo>
                      <a:pt x="38103" y="0"/>
                    </a:lnTo>
                    <a:cubicBezTo>
                      <a:pt x="17060" y="0"/>
                      <a:pt x="0" y="17060"/>
                      <a:pt x="0" y="38103"/>
                    </a:cubicBezTo>
                    <a:lnTo>
                      <a:pt x="0" y="72252"/>
                    </a:lnTo>
                    <a:cubicBezTo>
                      <a:pt x="0" y="92589"/>
                      <a:pt x="5000" y="112643"/>
                      <a:pt x="14575" y="130607"/>
                    </a:cubicBezTo>
                    <a:lnTo>
                      <a:pt x="61632" y="130607"/>
                    </a:lnTo>
                    <a:cubicBezTo>
                      <a:pt x="68241" y="118207"/>
                      <a:pt x="72676" y="104819"/>
                      <a:pt x="74766" y="91035"/>
                    </a:cubicBezTo>
                  </a:path>
                </a:pathLst>
              </a:custGeom>
              <a:noFill/>
              <a:ln w="8472" cap="flat">
                <a:solidFill>
                  <a:srgbClr val="01355A"/>
                </a:solidFill>
                <a:prstDash val="solid"/>
                <a:miter/>
              </a:ln>
            </p:spPr>
            <p:txBody>
              <a:bodyPr rtlCol="1" anchor="ctr"/>
              <a:lstStyle/>
              <a:p>
                <a:endParaRPr lang="ar-SA"/>
              </a:p>
            </p:txBody>
          </p:sp>
        </p:grpSp>
        <p:sp>
          <p:nvSpPr>
            <p:cNvPr id="9915" name="شكل حر: شكل 11047">
              <a:extLst>
                <a:ext uri="{FF2B5EF4-FFF2-40B4-BE49-F238E27FC236}">
                  <a16:creationId xmlns:a16="http://schemas.microsoft.com/office/drawing/2014/main" id="{254A9A9F-71B8-9CBD-4B4B-728FD43BA3A6}"/>
                </a:ext>
              </a:extLst>
            </p:cNvPr>
            <p:cNvSpPr/>
            <p:nvPr/>
          </p:nvSpPr>
          <p:spPr>
            <a:xfrm>
              <a:off x="5361307" y="4677732"/>
              <a:ext cx="42763" cy="42763"/>
            </a:xfrm>
            <a:custGeom>
              <a:avLst/>
              <a:gdLst>
                <a:gd name="connsiteX0" fmla="*/ 42764 w 42763"/>
                <a:gd name="connsiteY0" fmla="*/ 21382 h 42763"/>
                <a:gd name="connsiteX1" fmla="*/ 21382 w 42763"/>
                <a:gd name="connsiteY1" fmla="*/ 42764 h 42763"/>
                <a:gd name="connsiteX2" fmla="*/ 0 w 42763"/>
                <a:gd name="connsiteY2" fmla="*/ 21382 h 42763"/>
                <a:gd name="connsiteX3" fmla="*/ 21382 w 42763"/>
                <a:gd name="connsiteY3" fmla="*/ 0 h 42763"/>
                <a:gd name="connsiteX4" fmla="*/ 42764 w 42763"/>
                <a:gd name="connsiteY4" fmla="*/ 21382 h 42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763" h="42763">
                  <a:moveTo>
                    <a:pt x="42764" y="21382"/>
                  </a:moveTo>
                  <a:cubicBezTo>
                    <a:pt x="42764" y="33191"/>
                    <a:pt x="33191" y="42764"/>
                    <a:pt x="21382" y="42764"/>
                  </a:cubicBezTo>
                  <a:cubicBezTo>
                    <a:pt x="9573" y="42764"/>
                    <a:pt x="0" y="33191"/>
                    <a:pt x="0" y="21382"/>
                  </a:cubicBezTo>
                  <a:cubicBezTo>
                    <a:pt x="0" y="9573"/>
                    <a:pt x="9573" y="0"/>
                    <a:pt x="21382" y="0"/>
                  </a:cubicBezTo>
                  <a:cubicBezTo>
                    <a:pt x="33191" y="0"/>
                    <a:pt x="42764" y="9573"/>
                    <a:pt x="42764" y="21382"/>
                  </a:cubicBezTo>
                  <a:close/>
                </a:path>
              </a:pathLst>
            </a:custGeom>
            <a:noFill/>
            <a:ln w="8472" cap="flat">
              <a:solidFill>
                <a:srgbClr val="01355A"/>
              </a:solidFill>
              <a:prstDash val="solid"/>
              <a:miter/>
            </a:ln>
          </p:spPr>
          <p:txBody>
            <a:bodyPr rtlCol="1" anchor="ctr"/>
            <a:lstStyle/>
            <a:p>
              <a:endParaRPr lang="ar-SA"/>
            </a:p>
          </p:txBody>
        </p:sp>
        <p:sp>
          <p:nvSpPr>
            <p:cNvPr id="9916" name="شكل حر: شكل 11048">
              <a:extLst>
                <a:ext uri="{FF2B5EF4-FFF2-40B4-BE49-F238E27FC236}">
                  <a16:creationId xmlns:a16="http://schemas.microsoft.com/office/drawing/2014/main" id="{F70FF0A8-7D66-D1FE-47D7-380913668743}"/>
                </a:ext>
              </a:extLst>
            </p:cNvPr>
            <p:cNvSpPr/>
            <p:nvPr/>
          </p:nvSpPr>
          <p:spPr>
            <a:xfrm>
              <a:off x="5263690" y="4677732"/>
              <a:ext cx="42763" cy="42763"/>
            </a:xfrm>
            <a:custGeom>
              <a:avLst/>
              <a:gdLst>
                <a:gd name="connsiteX0" fmla="*/ 42764 w 42763"/>
                <a:gd name="connsiteY0" fmla="*/ 21382 h 42763"/>
                <a:gd name="connsiteX1" fmla="*/ 21382 w 42763"/>
                <a:gd name="connsiteY1" fmla="*/ 42764 h 42763"/>
                <a:gd name="connsiteX2" fmla="*/ 0 w 42763"/>
                <a:gd name="connsiteY2" fmla="*/ 21382 h 42763"/>
                <a:gd name="connsiteX3" fmla="*/ 21382 w 42763"/>
                <a:gd name="connsiteY3" fmla="*/ 0 h 42763"/>
                <a:gd name="connsiteX4" fmla="*/ 42764 w 42763"/>
                <a:gd name="connsiteY4" fmla="*/ 21382 h 42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763" h="42763">
                  <a:moveTo>
                    <a:pt x="42764" y="21382"/>
                  </a:moveTo>
                  <a:cubicBezTo>
                    <a:pt x="42764" y="33191"/>
                    <a:pt x="33191" y="42764"/>
                    <a:pt x="21382" y="42764"/>
                  </a:cubicBezTo>
                  <a:cubicBezTo>
                    <a:pt x="9573" y="42764"/>
                    <a:pt x="0" y="33191"/>
                    <a:pt x="0" y="21382"/>
                  </a:cubicBezTo>
                  <a:cubicBezTo>
                    <a:pt x="0" y="9573"/>
                    <a:pt x="9573" y="0"/>
                    <a:pt x="21382" y="0"/>
                  </a:cubicBezTo>
                  <a:cubicBezTo>
                    <a:pt x="33191" y="0"/>
                    <a:pt x="42764" y="9573"/>
                    <a:pt x="42764" y="21382"/>
                  </a:cubicBezTo>
                  <a:close/>
                </a:path>
              </a:pathLst>
            </a:custGeom>
            <a:noFill/>
            <a:ln w="8472" cap="flat">
              <a:solidFill>
                <a:srgbClr val="01355A"/>
              </a:solidFill>
              <a:prstDash val="solid"/>
              <a:miter/>
            </a:ln>
          </p:spPr>
          <p:txBody>
            <a:bodyPr rtlCol="1" anchor="ctr"/>
            <a:lstStyle/>
            <a:p>
              <a:endParaRPr lang="ar-SA"/>
            </a:p>
          </p:txBody>
        </p:sp>
        <p:sp>
          <p:nvSpPr>
            <p:cNvPr id="9917" name="شكل حر: شكل 11049">
              <a:extLst>
                <a:ext uri="{FF2B5EF4-FFF2-40B4-BE49-F238E27FC236}">
                  <a16:creationId xmlns:a16="http://schemas.microsoft.com/office/drawing/2014/main" id="{87B5D15E-4F96-B85F-853D-C4938C46FD5E}"/>
                </a:ext>
              </a:extLst>
            </p:cNvPr>
            <p:cNvSpPr/>
            <p:nvPr/>
          </p:nvSpPr>
          <p:spPr>
            <a:xfrm>
              <a:off x="5346365" y="4584917"/>
              <a:ext cx="57705" cy="57705"/>
            </a:xfrm>
            <a:custGeom>
              <a:avLst/>
              <a:gdLst>
                <a:gd name="connsiteX0" fmla="*/ 0 w 57705"/>
                <a:gd name="connsiteY0" fmla="*/ 57706 h 57705"/>
                <a:gd name="connsiteX1" fmla="*/ 0 w 57705"/>
                <a:gd name="connsiteY1" fmla="*/ 0 h 57705"/>
                <a:gd name="connsiteX2" fmla="*/ 57706 w 57705"/>
                <a:gd name="connsiteY2" fmla="*/ 0 h 57705"/>
                <a:gd name="connsiteX3" fmla="*/ 57706 w 57705"/>
                <a:gd name="connsiteY3" fmla="*/ 57706 h 57705"/>
              </a:gdLst>
              <a:ahLst/>
              <a:cxnLst>
                <a:cxn ang="0">
                  <a:pos x="connsiteX0" y="connsiteY0"/>
                </a:cxn>
                <a:cxn ang="0">
                  <a:pos x="connsiteX1" y="connsiteY1"/>
                </a:cxn>
                <a:cxn ang="0">
                  <a:pos x="connsiteX2" y="connsiteY2"/>
                </a:cxn>
                <a:cxn ang="0">
                  <a:pos x="connsiteX3" y="connsiteY3"/>
                </a:cxn>
              </a:cxnLst>
              <a:rect l="l" t="t" r="r" b="b"/>
              <a:pathLst>
                <a:path w="57705" h="57705">
                  <a:moveTo>
                    <a:pt x="0" y="57706"/>
                  </a:moveTo>
                  <a:lnTo>
                    <a:pt x="0" y="0"/>
                  </a:lnTo>
                  <a:lnTo>
                    <a:pt x="57706" y="0"/>
                  </a:lnTo>
                  <a:lnTo>
                    <a:pt x="57706" y="57706"/>
                  </a:lnTo>
                </a:path>
              </a:pathLst>
            </a:custGeom>
            <a:noFill/>
            <a:ln w="8472" cap="flat">
              <a:solidFill>
                <a:srgbClr val="17A3A3"/>
              </a:solidFill>
              <a:prstDash val="solid"/>
              <a:miter/>
            </a:ln>
          </p:spPr>
          <p:txBody>
            <a:bodyPr rtlCol="1" anchor="ctr"/>
            <a:lstStyle/>
            <a:p>
              <a:endParaRPr lang="ar-SA"/>
            </a:p>
          </p:txBody>
        </p:sp>
        <p:sp>
          <p:nvSpPr>
            <p:cNvPr id="9918" name="شكل حر: شكل 11050">
              <a:extLst>
                <a:ext uri="{FF2B5EF4-FFF2-40B4-BE49-F238E27FC236}">
                  <a16:creationId xmlns:a16="http://schemas.microsoft.com/office/drawing/2014/main" id="{AEFA7896-F149-A17B-E8D4-3EADFCAD7717}"/>
                </a:ext>
              </a:extLst>
            </p:cNvPr>
            <p:cNvSpPr/>
            <p:nvPr/>
          </p:nvSpPr>
          <p:spPr>
            <a:xfrm>
              <a:off x="5309053" y="4513484"/>
              <a:ext cx="57705" cy="57705"/>
            </a:xfrm>
            <a:custGeom>
              <a:avLst/>
              <a:gdLst>
                <a:gd name="connsiteX0" fmla="*/ 0 w 57705"/>
                <a:gd name="connsiteY0" fmla="*/ 57706 h 57705"/>
                <a:gd name="connsiteX1" fmla="*/ 0 w 57705"/>
                <a:gd name="connsiteY1" fmla="*/ 0 h 57705"/>
                <a:gd name="connsiteX2" fmla="*/ 57705 w 57705"/>
                <a:gd name="connsiteY2" fmla="*/ 0 h 57705"/>
                <a:gd name="connsiteX3" fmla="*/ 57705 w 57705"/>
                <a:gd name="connsiteY3" fmla="*/ 57706 h 57705"/>
              </a:gdLst>
              <a:ahLst/>
              <a:cxnLst>
                <a:cxn ang="0">
                  <a:pos x="connsiteX0" y="connsiteY0"/>
                </a:cxn>
                <a:cxn ang="0">
                  <a:pos x="connsiteX1" y="connsiteY1"/>
                </a:cxn>
                <a:cxn ang="0">
                  <a:pos x="connsiteX2" y="connsiteY2"/>
                </a:cxn>
                <a:cxn ang="0">
                  <a:pos x="connsiteX3" y="connsiteY3"/>
                </a:cxn>
              </a:cxnLst>
              <a:rect l="l" t="t" r="r" b="b"/>
              <a:pathLst>
                <a:path w="57705" h="57705">
                  <a:moveTo>
                    <a:pt x="0" y="57706"/>
                  </a:moveTo>
                  <a:lnTo>
                    <a:pt x="0" y="0"/>
                  </a:lnTo>
                  <a:lnTo>
                    <a:pt x="57705" y="0"/>
                  </a:lnTo>
                  <a:lnTo>
                    <a:pt x="57705" y="57706"/>
                  </a:lnTo>
                </a:path>
              </a:pathLst>
            </a:custGeom>
            <a:noFill/>
            <a:ln w="8472" cap="flat">
              <a:solidFill>
                <a:srgbClr val="17A3A3"/>
              </a:solidFill>
              <a:prstDash val="solid"/>
              <a:miter/>
            </a:ln>
          </p:spPr>
          <p:txBody>
            <a:bodyPr rtlCol="1" anchor="ctr"/>
            <a:lstStyle/>
            <a:p>
              <a:endParaRPr lang="ar-SA"/>
            </a:p>
          </p:txBody>
        </p:sp>
        <p:sp>
          <p:nvSpPr>
            <p:cNvPr id="9919" name="شكل حر: شكل 11051">
              <a:extLst>
                <a:ext uri="{FF2B5EF4-FFF2-40B4-BE49-F238E27FC236}">
                  <a16:creationId xmlns:a16="http://schemas.microsoft.com/office/drawing/2014/main" id="{45EBAE05-CAE1-6782-6704-9119AC1EA344}"/>
                </a:ext>
              </a:extLst>
            </p:cNvPr>
            <p:cNvSpPr/>
            <p:nvPr/>
          </p:nvSpPr>
          <p:spPr>
            <a:xfrm>
              <a:off x="5271288" y="4584917"/>
              <a:ext cx="57733" cy="57705"/>
            </a:xfrm>
            <a:custGeom>
              <a:avLst/>
              <a:gdLst>
                <a:gd name="connsiteX0" fmla="*/ 0 w 57733"/>
                <a:gd name="connsiteY0" fmla="*/ 57706 h 57705"/>
                <a:gd name="connsiteX1" fmla="*/ 0 w 57733"/>
                <a:gd name="connsiteY1" fmla="*/ 0 h 57705"/>
                <a:gd name="connsiteX2" fmla="*/ 57734 w 57733"/>
                <a:gd name="connsiteY2" fmla="*/ 0 h 57705"/>
                <a:gd name="connsiteX3" fmla="*/ 57734 w 57733"/>
                <a:gd name="connsiteY3" fmla="*/ 57706 h 57705"/>
              </a:gdLst>
              <a:ahLst/>
              <a:cxnLst>
                <a:cxn ang="0">
                  <a:pos x="connsiteX0" y="connsiteY0"/>
                </a:cxn>
                <a:cxn ang="0">
                  <a:pos x="connsiteX1" y="connsiteY1"/>
                </a:cxn>
                <a:cxn ang="0">
                  <a:pos x="connsiteX2" y="connsiteY2"/>
                </a:cxn>
                <a:cxn ang="0">
                  <a:pos x="connsiteX3" y="connsiteY3"/>
                </a:cxn>
              </a:cxnLst>
              <a:rect l="l" t="t" r="r" b="b"/>
              <a:pathLst>
                <a:path w="57733" h="57705">
                  <a:moveTo>
                    <a:pt x="0" y="57706"/>
                  </a:moveTo>
                  <a:lnTo>
                    <a:pt x="0" y="0"/>
                  </a:lnTo>
                  <a:lnTo>
                    <a:pt x="57734" y="0"/>
                  </a:lnTo>
                  <a:lnTo>
                    <a:pt x="57734" y="57706"/>
                  </a:lnTo>
                </a:path>
              </a:pathLst>
            </a:custGeom>
            <a:noFill/>
            <a:ln w="8472" cap="flat">
              <a:solidFill>
                <a:srgbClr val="17A3A3"/>
              </a:solidFill>
              <a:prstDash val="solid"/>
              <a:miter/>
            </a:ln>
          </p:spPr>
          <p:txBody>
            <a:bodyPr rtlCol="1" anchor="ctr"/>
            <a:lstStyle/>
            <a:p>
              <a:endParaRPr lang="ar-SA"/>
            </a:p>
          </p:txBody>
        </p:sp>
        <p:grpSp>
          <p:nvGrpSpPr>
            <p:cNvPr id="9920" name="رسم 8014">
              <a:extLst>
                <a:ext uri="{FF2B5EF4-FFF2-40B4-BE49-F238E27FC236}">
                  <a16:creationId xmlns:a16="http://schemas.microsoft.com/office/drawing/2014/main" id="{4FB9514A-72E8-C67C-0F70-B6D61827AEB9}"/>
                </a:ext>
              </a:extLst>
            </p:cNvPr>
            <p:cNvGrpSpPr/>
            <p:nvPr/>
          </p:nvGrpSpPr>
          <p:grpSpPr>
            <a:xfrm>
              <a:off x="5300155" y="4454310"/>
              <a:ext cx="105525" cy="43356"/>
              <a:chOff x="5300155" y="4454310"/>
              <a:chExt cx="105525" cy="43356"/>
            </a:xfrm>
            <a:noFill/>
          </p:grpSpPr>
          <p:sp>
            <p:nvSpPr>
              <p:cNvPr id="9921" name="شكل حر: شكل 11053">
                <a:extLst>
                  <a:ext uri="{FF2B5EF4-FFF2-40B4-BE49-F238E27FC236}">
                    <a16:creationId xmlns:a16="http://schemas.microsoft.com/office/drawing/2014/main" id="{C69FCDCA-AA4D-77D6-FEAD-4AF89F6CE782}"/>
                  </a:ext>
                </a:extLst>
              </p:cNvPr>
              <p:cNvSpPr/>
              <p:nvPr/>
            </p:nvSpPr>
            <p:spPr>
              <a:xfrm>
                <a:off x="5300155" y="4476003"/>
                <a:ext cx="83663" cy="2824"/>
              </a:xfrm>
              <a:custGeom>
                <a:avLst/>
                <a:gdLst>
                  <a:gd name="connsiteX0" fmla="*/ 0 w 83663"/>
                  <a:gd name="connsiteY0" fmla="*/ 0 h 2824"/>
                  <a:gd name="connsiteX1" fmla="*/ 83663 w 83663"/>
                  <a:gd name="connsiteY1" fmla="*/ 0 h 2824"/>
                </a:gdLst>
                <a:ahLst/>
                <a:cxnLst>
                  <a:cxn ang="0">
                    <a:pos x="connsiteX0" y="connsiteY0"/>
                  </a:cxn>
                  <a:cxn ang="0">
                    <a:pos x="connsiteX1" y="connsiteY1"/>
                  </a:cxn>
                </a:cxnLst>
                <a:rect l="l" t="t" r="r" b="b"/>
                <a:pathLst>
                  <a:path w="83663" h="2824">
                    <a:moveTo>
                      <a:pt x="0" y="0"/>
                    </a:moveTo>
                    <a:lnTo>
                      <a:pt x="83663" y="0"/>
                    </a:lnTo>
                  </a:path>
                </a:pathLst>
              </a:custGeom>
              <a:ln w="8472" cap="flat">
                <a:solidFill>
                  <a:srgbClr val="17A3A3"/>
                </a:solidFill>
                <a:prstDash val="solid"/>
                <a:miter/>
              </a:ln>
            </p:spPr>
            <p:txBody>
              <a:bodyPr rtlCol="1" anchor="ctr"/>
              <a:lstStyle/>
              <a:p>
                <a:endParaRPr lang="ar-SA"/>
              </a:p>
            </p:txBody>
          </p:sp>
          <p:sp>
            <p:nvSpPr>
              <p:cNvPr id="9922" name="شكل حر: شكل 11054">
                <a:extLst>
                  <a:ext uri="{FF2B5EF4-FFF2-40B4-BE49-F238E27FC236}">
                    <a16:creationId xmlns:a16="http://schemas.microsoft.com/office/drawing/2014/main" id="{03ECEA1A-AF96-1144-6245-2CB637EE4706}"/>
                  </a:ext>
                </a:extLst>
              </p:cNvPr>
              <p:cNvSpPr/>
              <p:nvPr/>
            </p:nvSpPr>
            <p:spPr>
              <a:xfrm>
                <a:off x="5383818" y="4454310"/>
                <a:ext cx="21861" cy="43356"/>
              </a:xfrm>
              <a:custGeom>
                <a:avLst/>
                <a:gdLst>
                  <a:gd name="connsiteX0" fmla="*/ 0 w 21861"/>
                  <a:gd name="connsiteY0" fmla="*/ 0 h 43356"/>
                  <a:gd name="connsiteX1" fmla="*/ 21862 w 21861"/>
                  <a:gd name="connsiteY1" fmla="*/ 21862 h 43356"/>
                  <a:gd name="connsiteX2" fmla="*/ 367 w 21861"/>
                  <a:gd name="connsiteY2" fmla="*/ 43357 h 43356"/>
                </a:gdLst>
                <a:ahLst/>
                <a:cxnLst>
                  <a:cxn ang="0">
                    <a:pos x="connsiteX0" y="connsiteY0"/>
                  </a:cxn>
                  <a:cxn ang="0">
                    <a:pos x="connsiteX1" y="connsiteY1"/>
                  </a:cxn>
                  <a:cxn ang="0">
                    <a:pos x="connsiteX2" y="connsiteY2"/>
                  </a:cxn>
                </a:cxnLst>
                <a:rect l="l" t="t" r="r" b="b"/>
                <a:pathLst>
                  <a:path w="21861" h="43356">
                    <a:moveTo>
                      <a:pt x="0" y="0"/>
                    </a:moveTo>
                    <a:lnTo>
                      <a:pt x="21862" y="21862"/>
                    </a:lnTo>
                    <a:lnTo>
                      <a:pt x="367" y="43357"/>
                    </a:lnTo>
                  </a:path>
                </a:pathLst>
              </a:custGeom>
              <a:noFill/>
              <a:ln w="8472" cap="flat">
                <a:solidFill>
                  <a:srgbClr val="17A3A3"/>
                </a:solidFill>
                <a:prstDash val="solid"/>
                <a:miter/>
              </a:ln>
            </p:spPr>
            <p:txBody>
              <a:bodyPr rtlCol="1" anchor="ctr"/>
              <a:lstStyle/>
              <a:p>
                <a:endParaRPr lang="ar-SA"/>
              </a:p>
            </p:txBody>
          </p:sp>
        </p:grpSp>
      </p:grpSp>
      <p:grpSp>
        <p:nvGrpSpPr>
          <p:cNvPr id="9929" name="رسم 8014">
            <a:extLst>
              <a:ext uri="{FF2B5EF4-FFF2-40B4-BE49-F238E27FC236}">
                <a16:creationId xmlns:a16="http://schemas.microsoft.com/office/drawing/2014/main" id="{AE2A8FF5-224B-1B5A-4A44-1705AC478846}"/>
              </a:ext>
            </a:extLst>
          </p:cNvPr>
          <p:cNvGrpSpPr/>
          <p:nvPr/>
        </p:nvGrpSpPr>
        <p:grpSpPr>
          <a:xfrm>
            <a:off x="8956559" y="4504949"/>
            <a:ext cx="317896" cy="232282"/>
            <a:chOff x="9787202" y="3900171"/>
            <a:chExt cx="379981" cy="294703"/>
          </a:xfrm>
          <a:noFill/>
        </p:grpSpPr>
        <p:sp>
          <p:nvSpPr>
            <p:cNvPr id="9930" name="شكل حر: شكل 11056">
              <a:extLst>
                <a:ext uri="{FF2B5EF4-FFF2-40B4-BE49-F238E27FC236}">
                  <a16:creationId xmlns:a16="http://schemas.microsoft.com/office/drawing/2014/main" id="{3209BFD2-EF9A-89C5-BDC7-9B74A0C5C66E}"/>
                </a:ext>
              </a:extLst>
            </p:cNvPr>
            <p:cNvSpPr/>
            <p:nvPr/>
          </p:nvSpPr>
          <p:spPr>
            <a:xfrm>
              <a:off x="9836604" y="3959082"/>
              <a:ext cx="258784" cy="136368"/>
            </a:xfrm>
            <a:custGeom>
              <a:avLst/>
              <a:gdLst>
                <a:gd name="connsiteX0" fmla="*/ 187098 w 258784"/>
                <a:gd name="connsiteY0" fmla="*/ 0 h 136368"/>
                <a:gd name="connsiteX1" fmla="*/ 143176 w 258784"/>
                <a:gd name="connsiteY1" fmla="*/ 0 h 136368"/>
                <a:gd name="connsiteX2" fmla="*/ 0 w 258784"/>
                <a:gd name="connsiteY2" fmla="*/ 0 h 136368"/>
                <a:gd name="connsiteX3" fmla="*/ 44487 w 258784"/>
                <a:gd name="connsiteY3" fmla="*/ 136369 h 136368"/>
                <a:gd name="connsiteX4" fmla="*/ 143176 w 258784"/>
                <a:gd name="connsiteY4" fmla="*/ 136341 h 136368"/>
                <a:gd name="connsiteX5" fmla="*/ 241922 w 258784"/>
                <a:gd name="connsiteY5" fmla="*/ 136341 h 136368"/>
                <a:gd name="connsiteX6" fmla="*/ 258785 w 258784"/>
                <a:gd name="connsiteY6" fmla="*/ 84567 h 136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8784" h="136368">
                  <a:moveTo>
                    <a:pt x="187098" y="0"/>
                  </a:moveTo>
                  <a:lnTo>
                    <a:pt x="143176" y="0"/>
                  </a:lnTo>
                  <a:lnTo>
                    <a:pt x="0" y="0"/>
                  </a:lnTo>
                  <a:lnTo>
                    <a:pt x="44487" y="136369"/>
                  </a:lnTo>
                  <a:lnTo>
                    <a:pt x="143176" y="136341"/>
                  </a:lnTo>
                  <a:lnTo>
                    <a:pt x="241922" y="136341"/>
                  </a:lnTo>
                  <a:lnTo>
                    <a:pt x="258785" y="84567"/>
                  </a:lnTo>
                </a:path>
              </a:pathLst>
            </a:custGeom>
            <a:noFill/>
            <a:ln w="8472" cap="flat">
              <a:solidFill>
                <a:srgbClr val="01355A"/>
              </a:solidFill>
              <a:prstDash val="solid"/>
              <a:miter/>
            </a:ln>
          </p:spPr>
          <p:txBody>
            <a:bodyPr rtlCol="1" anchor="ctr"/>
            <a:lstStyle/>
            <a:p>
              <a:endParaRPr lang="ar-SA"/>
            </a:p>
          </p:txBody>
        </p:sp>
        <p:sp>
          <p:nvSpPr>
            <p:cNvPr id="9931" name="شكل حر: شكل 11057">
              <a:extLst>
                <a:ext uri="{FF2B5EF4-FFF2-40B4-BE49-F238E27FC236}">
                  <a16:creationId xmlns:a16="http://schemas.microsoft.com/office/drawing/2014/main" id="{05C0B4FC-6AEE-8851-F438-98F9DDE0B269}"/>
                </a:ext>
              </a:extLst>
            </p:cNvPr>
            <p:cNvSpPr/>
            <p:nvPr/>
          </p:nvSpPr>
          <p:spPr>
            <a:xfrm>
              <a:off x="9787202" y="3913861"/>
              <a:ext cx="49401" cy="45221"/>
            </a:xfrm>
            <a:custGeom>
              <a:avLst/>
              <a:gdLst>
                <a:gd name="connsiteX0" fmla="*/ 49401 w 49401"/>
                <a:gd name="connsiteY0" fmla="*/ 45221 h 45221"/>
                <a:gd name="connsiteX1" fmla="*/ 38611 w 49401"/>
                <a:gd name="connsiteY1" fmla="*/ 16862 h 45221"/>
                <a:gd name="connsiteX2" fmla="*/ 14179 w 49401"/>
                <a:gd name="connsiteY2" fmla="*/ 0 h 45221"/>
                <a:gd name="connsiteX3" fmla="*/ 0 w 49401"/>
                <a:gd name="connsiteY3" fmla="*/ 0 h 45221"/>
              </a:gdLst>
              <a:ahLst/>
              <a:cxnLst>
                <a:cxn ang="0">
                  <a:pos x="connsiteX0" y="connsiteY0"/>
                </a:cxn>
                <a:cxn ang="0">
                  <a:pos x="connsiteX1" y="connsiteY1"/>
                </a:cxn>
                <a:cxn ang="0">
                  <a:pos x="connsiteX2" y="connsiteY2"/>
                </a:cxn>
                <a:cxn ang="0">
                  <a:pos x="connsiteX3" y="connsiteY3"/>
                </a:cxn>
              </a:cxnLst>
              <a:rect l="l" t="t" r="r" b="b"/>
              <a:pathLst>
                <a:path w="49401" h="45221">
                  <a:moveTo>
                    <a:pt x="49401" y="45221"/>
                  </a:moveTo>
                  <a:lnTo>
                    <a:pt x="38611" y="16862"/>
                  </a:lnTo>
                  <a:cubicBezTo>
                    <a:pt x="34741" y="6722"/>
                    <a:pt x="25025" y="0"/>
                    <a:pt x="14179" y="0"/>
                  </a:cubicBezTo>
                  <a:lnTo>
                    <a:pt x="0" y="0"/>
                  </a:lnTo>
                </a:path>
              </a:pathLst>
            </a:custGeom>
            <a:noFill/>
            <a:ln w="8472" cap="flat">
              <a:solidFill>
                <a:srgbClr val="01355A"/>
              </a:solidFill>
              <a:prstDash val="solid"/>
              <a:miter/>
            </a:ln>
          </p:spPr>
          <p:txBody>
            <a:bodyPr rtlCol="1" anchor="ctr"/>
            <a:lstStyle/>
            <a:p>
              <a:endParaRPr lang="ar-SA"/>
            </a:p>
          </p:txBody>
        </p:sp>
        <p:sp>
          <p:nvSpPr>
            <p:cNvPr id="9932" name="شكل حر: شكل 11058">
              <a:extLst>
                <a:ext uri="{FF2B5EF4-FFF2-40B4-BE49-F238E27FC236}">
                  <a16:creationId xmlns:a16="http://schemas.microsoft.com/office/drawing/2014/main" id="{CFEFBB38-4A35-275B-21DC-B055345F3795}"/>
                </a:ext>
              </a:extLst>
            </p:cNvPr>
            <p:cNvSpPr/>
            <p:nvPr/>
          </p:nvSpPr>
          <p:spPr>
            <a:xfrm>
              <a:off x="9905409" y="4151829"/>
              <a:ext cx="43046" cy="43046"/>
            </a:xfrm>
            <a:custGeom>
              <a:avLst/>
              <a:gdLst>
                <a:gd name="connsiteX0" fmla="*/ 43046 w 43046"/>
                <a:gd name="connsiteY0" fmla="*/ 21523 h 43046"/>
                <a:gd name="connsiteX1" fmla="*/ 21522 w 43046"/>
                <a:gd name="connsiteY1" fmla="*/ 43046 h 43046"/>
                <a:gd name="connsiteX2" fmla="*/ -1 w 43046"/>
                <a:gd name="connsiteY2" fmla="*/ 21523 h 43046"/>
                <a:gd name="connsiteX3" fmla="*/ 21522 w 43046"/>
                <a:gd name="connsiteY3" fmla="*/ 0 h 43046"/>
                <a:gd name="connsiteX4" fmla="*/ 43046 w 43046"/>
                <a:gd name="connsiteY4" fmla="*/ 21523 h 430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046" h="43046">
                  <a:moveTo>
                    <a:pt x="43046" y="21523"/>
                  </a:moveTo>
                  <a:cubicBezTo>
                    <a:pt x="43046" y="33410"/>
                    <a:pt x="33410" y="43046"/>
                    <a:pt x="21522" y="43046"/>
                  </a:cubicBezTo>
                  <a:cubicBezTo>
                    <a:pt x="9635" y="43046"/>
                    <a:pt x="-1" y="33410"/>
                    <a:pt x="-1" y="21523"/>
                  </a:cubicBezTo>
                  <a:cubicBezTo>
                    <a:pt x="-1" y="9636"/>
                    <a:pt x="9635" y="0"/>
                    <a:pt x="21522" y="0"/>
                  </a:cubicBezTo>
                  <a:cubicBezTo>
                    <a:pt x="33410" y="0"/>
                    <a:pt x="43046" y="9636"/>
                    <a:pt x="43046" y="21523"/>
                  </a:cubicBezTo>
                  <a:close/>
                </a:path>
              </a:pathLst>
            </a:custGeom>
            <a:noFill/>
            <a:ln w="8472" cap="flat">
              <a:solidFill>
                <a:srgbClr val="01355A"/>
              </a:solidFill>
              <a:prstDash val="solid"/>
              <a:miter/>
            </a:ln>
          </p:spPr>
          <p:txBody>
            <a:bodyPr rtlCol="1" anchor="ctr"/>
            <a:lstStyle/>
            <a:p>
              <a:endParaRPr lang="ar-SA"/>
            </a:p>
          </p:txBody>
        </p:sp>
        <p:sp>
          <p:nvSpPr>
            <p:cNvPr id="9933" name="شكل حر: شكل 11059">
              <a:extLst>
                <a:ext uri="{FF2B5EF4-FFF2-40B4-BE49-F238E27FC236}">
                  <a16:creationId xmlns:a16="http://schemas.microsoft.com/office/drawing/2014/main" id="{16FD36A8-76FC-26FB-8E63-0BB715DB63E3}"/>
                </a:ext>
              </a:extLst>
            </p:cNvPr>
            <p:cNvSpPr/>
            <p:nvPr/>
          </p:nvSpPr>
          <p:spPr>
            <a:xfrm>
              <a:off x="10011104" y="4151829"/>
              <a:ext cx="43046" cy="43046"/>
            </a:xfrm>
            <a:custGeom>
              <a:avLst/>
              <a:gdLst>
                <a:gd name="connsiteX0" fmla="*/ 43046 w 43046"/>
                <a:gd name="connsiteY0" fmla="*/ 21523 h 43046"/>
                <a:gd name="connsiteX1" fmla="*/ 21523 w 43046"/>
                <a:gd name="connsiteY1" fmla="*/ 43046 h 43046"/>
                <a:gd name="connsiteX2" fmla="*/ 0 w 43046"/>
                <a:gd name="connsiteY2" fmla="*/ 21523 h 43046"/>
                <a:gd name="connsiteX3" fmla="*/ 21523 w 43046"/>
                <a:gd name="connsiteY3" fmla="*/ 0 h 43046"/>
                <a:gd name="connsiteX4" fmla="*/ 43046 w 43046"/>
                <a:gd name="connsiteY4" fmla="*/ 21523 h 430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046" h="43046">
                  <a:moveTo>
                    <a:pt x="43046" y="21523"/>
                  </a:moveTo>
                  <a:cubicBezTo>
                    <a:pt x="43046" y="33410"/>
                    <a:pt x="33410" y="43046"/>
                    <a:pt x="21523" y="43046"/>
                  </a:cubicBezTo>
                  <a:cubicBezTo>
                    <a:pt x="9636" y="43046"/>
                    <a:pt x="0" y="33410"/>
                    <a:pt x="0" y="21523"/>
                  </a:cubicBezTo>
                  <a:cubicBezTo>
                    <a:pt x="0" y="9636"/>
                    <a:pt x="9636" y="0"/>
                    <a:pt x="21523" y="0"/>
                  </a:cubicBezTo>
                  <a:cubicBezTo>
                    <a:pt x="33410" y="0"/>
                    <a:pt x="43046" y="9636"/>
                    <a:pt x="43046" y="21523"/>
                  </a:cubicBezTo>
                  <a:close/>
                </a:path>
              </a:pathLst>
            </a:custGeom>
            <a:noFill/>
            <a:ln w="8472" cap="flat">
              <a:solidFill>
                <a:srgbClr val="01355A"/>
              </a:solidFill>
              <a:prstDash val="solid"/>
              <a:miter/>
            </a:ln>
          </p:spPr>
          <p:txBody>
            <a:bodyPr rtlCol="1" anchor="ctr"/>
            <a:lstStyle/>
            <a:p>
              <a:endParaRPr lang="ar-SA"/>
            </a:p>
          </p:txBody>
        </p:sp>
        <p:sp>
          <p:nvSpPr>
            <p:cNvPr id="9934" name="شكل حر: شكل 11060">
              <a:extLst>
                <a:ext uri="{FF2B5EF4-FFF2-40B4-BE49-F238E27FC236}">
                  <a16:creationId xmlns:a16="http://schemas.microsoft.com/office/drawing/2014/main" id="{7172B5AA-3A89-55D6-5E7F-2089B06A1A9A}"/>
                </a:ext>
              </a:extLst>
            </p:cNvPr>
            <p:cNvSpPr/>
            <p:nvPr/>
          </p:nvSpPr>
          <p:spPr>
            <a:xfrm>
              <a:off x="9899308" y="4125194"/>
              <a:ext cx="160942" cy="2824"/>
            </a:xfrm>
            <a:custGeom>
              <a:avLst/>
              <a:gdLst>
                <a:gd name="connsiteX0" fmla="*/ 0 w 160942"/>
                <a:gd name="connsiteY0" fmla="*/ 0 h 2824"/>
                <a:gd name="connsiteX1" fmla="*/ 160943 w 160942"/>
                <a:gd name="connsiteY1" fmla="*/ 0 h 2824"/>
              </a:gdLst>
              <a:ahLst/>
              <a:cxnLst>
                <a:cxn ang="0">
                  <a:pos x="connsiteX0" y="connsiteY0"/>
                </a:cxn>
                <a:cxn ang="0">
                  <a:pos x="connsiteX1" y="connsiteY1"/>
                </a:cxn>
              </a:cxnLst>
              <a:rect l="l" t="t" r="r" b="b"/>
              <a:pathLst>
                <a:path w="160942" h="2824">
                  <a:moveTo>
                    <a:pt x="0" y="0"/>
                  </a:moveTo>
                  <a:lnTo>
                    <a:pt x="160943" y="0"/>
                  </a:lnTo>
                </a:path>
              </a:pathLst>
            </a:custGeom>
            <a:ln w="8472" cap="flat">
              <a:solidFill>
                <a:srgbClr val="01355A"/>
              </a:solidFill>
              <a:prstDash val="solid"/>
              <a:miter/>
            </a:ln>
          </p:spPr>
          <p:txBody>
            <a:bodyPr rtlCol="1" anchor="ctr"/>
            <a:lstStyle/>
            <a:p>
              <a:endParaRPr lang="ar-SA"/>
            </a:p>
          </p:txBody>
        </p:sp>
        <p:sp>
          <p:nvSpPr>
            <p:cNvPr id="9935" name="شكل حر: شكل 11061">
              <a:extLst>
                <a:ext uri="{FF2B5EF4-FFF2-40B4-BE49-F238E27FC236}">
                  <a16:creationId xmlns:a16="http://schemas.microsoft.com/office/drawing/2014/main" id="{C6CA63FD-8A97-48DE-9F42-7DD09629A9FE}"/>
                </a:ext>
              </a:extLst>
            </p:cNvPr>
            <p:cNvSpPr/>
            <p:nvPr/>
          </p:nvSpPr>
          <p:spPr>
            <a:xfrm rot="-4050002">
              <a:off x="10041965" y="3916814"/>
              <a:ext cx="108575" cy="108575"/>
            </a:xfrm>
            <a:custGeom>
              <a:avLst/>
              <a:gdLst>
                <a:gd name="connsiteX0" fmla="*/ 108576 w 108575"/>
                <a:gd name="connsiteY0" fmla="*/ 54288 h 108575"/>
                <a:gd name="connsiteX1" fmla="*/ 54288 w 108575"/>
                <a:gd name="connsiteY1" fmla="*/ 108576 h 108575"/>
                <a:gd name="connsiteX2" fmla="*/ 0 w 108575"/>
                <a:gd name="connsiteY2" fmla="*/ 54288 h 108575"/>
                <a:gd name="connsiteX3" fmla="*/ 54288 w 108575"/>
                <a:gd name="connsiteY3" fmla="*/ 0 h 108575"/>
                <a:gd name="connsiteX4" fmla="*/ 108576 w 108575"/>
                <a:gd name="connsiteY4" fmla="*/ 54288 h 10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575" h="108575">
                  <a:moveTo>
                    <a:pt x="108576" y="54288"/>
                  </a:moveTo>
                  <a:cubicBezTo>
                    <a:pt x="108576" y="84270"/>
                    <a:pt x="84270" y="108576"/>
                    <a:pt x="54288" y="108576"/>
                  </a:cubicBezTo>
                  <a:cubicBezTo>
                    <a:pt x="24305" y="108576"/>
                    <a:pt x="0" y="84270"/>
                    <a:pt x="0" y="54288"/>
                  </a:cubicBezTo>
                  <a:cubicBezTo>
                    <a:pt x="0" y="24306"/>
                    <a:pt x="24305" y="0"/>
                    <a:pt x="54288" y="0"/>
                  </a:cubicBezTo>
                  <a:cubicBezTo>
                    <a:pt x="84270" y="0"/>
                    <a:pt x="108576" y="24306"/>
                    <a:pt x="108576" y="54288"/>
                  </a:cubicBezTo>
                  <a:close/>
                </a:path>
              </a:pathLst>
            </a:custGeom>
            <a:noFill/>
            <a:ln w="8472" cap="flat">
              <a:solidFill>
                <a:srgbClr val="17A3A3"/>
              </a:solidFill>
              <a:prstDash val="solid"/>
              <a:miter/>
            </a:ln>
          </p:spPr>
          <p:txBody>
            <a:bodyPr rtlCol="1" anchor="ctr"/>
            <a:lstStyle/>
            <a:p>
              <a:endParaRPr lang="ar-SA"/>
            </a:p>
          </p:txBody>
        </p:sp>
        <p:sp>
          <p:nvSpPr>
            <p:cNvPr id="9936" name="شكل حر: شكل 11062">
              <a:extLst>
                <a:ext uri="{FF2B5EF4-FFF2-40B4-BE49-F238E27FC236}">
                  <a16:creationId xmlns:a16="http://schemas.microsoft.com/office/drawing/2014/main" id="{E6C59AD9-7284-7503-3760-0DD1F3BF9C0F}"/>
                </a:ext>
              </a:extLst>
            </p:cNvPr>
            <p:cNvSpPr/>
            <p:nvPr/>
          </p:nvSpPr>
          <p:spPr>
            <a:xfrm>
              <a:off x="10072961" y="3953744"/>
              <a:ext cx="48610" cy="36747"/>
            </a:xfrm>
            <a:custGeom>
              <a:avLst/>
              <a:gdLst>
                <a:gd name="connsiteX0" fmla="*/ 0 w 48610"/>
                <a:gd name="connsiteY0" fmla="*/ 20196 h 36747"/>
                <a:gd name="connsiteX1" fmla="*/ 18586 w 48610"/>
                <a:gd name="connsiteY1" fmla="*/ 36747 h 36747"/>
                <a:gd name="connsiteX2" fmla="*/ 48610 w 48610"/>
                <a:gd name="connsiteY2" fmla="*/ 0 h 36747"/>
              </a:gdLst>
              <a:ahLst/>
              <a:cxnLst>
                <a:cxn ang="0">
                  <a:pos x="connsiteX0" y="connsiteY0"/>
                </a:cxn>
                <a:cxn ang="0">
                  <a:pos x="connsiteX1" y="connsiteY1"/>
                </a:cxn>
                <a:cxn ang="0">
                  <a:pos x="connsiteX2" y="connsiteY2"/>
                </a:cxn>
              </a:cxnLst>
              <a:rect l="l" t="t" r="r" b="b"/>
              <a:pathLst>
                <a:path w="48610" h="36747">
                  <a:moveTo>
                    <a:pt x="0" y="20196"/>
                  </a:moveTo>
                  <a:lnTo>
                    <a:pt x="18586" y="36747"/>
                  </a:lnTo>
                  <a:lnTo>
                    <a:pt x="48610" y="0"/>
                  </a:lnTo>
                </a:path>
              </a:pathLst>
            </a:custGeom>
            <a:noFill/>
            <a:ln w="8472" cap="flat">
              <a:solidFill>
                <a:srgbClr val="17A3A3"/>
              </a:solidFill>
              <a:prstDash val="solid"/>
              <a:miter/>
            </a:ln>
          </p:spPr>
          <p:txBody>
            <a:bodyPr rtlCol="1" anchor="ctr"/>
            <a:lstStyle/>
            <a:p>
              <a:endParaRPr lang="ar-SA"/>
            </a:p>
          </p:txBody>
        </p:sp>
      </p:grpSp>
      <p:grpSp>
        <p:nvGrpSpPr>
          <p:cNvPr id="9937" name="رسم 8014">
            <a:extLst>
              <a:ext uri="{FF2B5EF4-FFF2-40B4-BE49-F238E27FC236}">
                <a16:creationId xmlns:a16="http://schemas.microsoft.com/office/drawing/2014/main" id="{41EDDB82-4EA9-D4B7-C136-9E469D2E9FB0}"/>
              </a:ext>
            </a:extLst>
          </p:cNvPr>
          <p:cNvGrpSpPr/>
          <p:nvPr/>
        </p:nvGrpSpPr>
        <p:grpSpPr>
          <a:xfrm>
            <a:off x="4587029" y="5283229"/>
            <a:ext cx="309133" cy="288237"/>
            <a:chOff x="4564304" y="4887596"/>
            <a:chExt cx="369507" cy="365694"/>
          </a:xfrm>
          <a:noFill/>
        </p:grpSpPr>
        <p:sp>
          <p:nvSpPr>
            <p:cNvPr id="9938" name="شكل حر: شكل 11077">
              <a:extLst>
                <a:ext uri="{FF2B5EF4-FFF2-40B4-BE49-F238E27FC236}">
                  <a16:creationId xmlns:a16="http://schemas.microsoft.com/office/drawing/2014/main" id="{3C68183C-0A19-701E-4FB3-8EA279FE5CBF}"/>
                </a:ext>
              </a:extLst>
            </p:cNvPr>
            <p:cNvSpPr/>
            <p:nvPr/>
          </p:nvSpPr>
          <p:spPr>
            <a:xfrm>
              <a:off x="4564304" y="4887596"/>
              <a:ext cx="221642" cy="232686"/>
            </a:xfrm>
            <a:custGeom>
              <a:avLst/>
              <a:gdLst>
                <a:gd name="connsiteX0" fmla="*/ 187691 w 221642"/>
                <a:gd name="connsiteY0" fmla="*/ 208254 h 232686"/>
                <a:gd name="connsiteX1" fmla="*/ 116343 w 221642"/>
                <a:gd name="connsiteY1" fmla="*/ 232686 h 232686"/>
                <a:gd name="connsiteX2" fmla="*/ 0 w 221642"/>
                <a:gd name="connsiteY2" fmla="*/ 116343 h 232686"/>
                <a:gd name="connsiteX3" fmla="*/ 116343 w 221642"/>
                <a:gd name="connsiteY3" fmla="*/ 0 h 232686"/>
                <a:gd name="connsiteX4" fmla="*/ 221642 w 221642"/>
                <a:gd name="connsiteY4" fmla="*/ 66829 h 2326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642" h="232686">
                  <a:moveTo>
                    <a:pt x="187691" y="208254"/>
                  </a:moveTo>
                  <a:cubicBezTo>
                    <a:pt x="168004" y="223563"/>
                    <a:pt x="143233" y="232686"/>
                    <a:pt x="116343" y="232686"/>
                  </a:cubicBezTo>
                  <a:cubicBezTo>
                    <a:pt x="52085" y="232686"/>
                    <a:pt x="0" y="180601"/>
                    <a:pt x="0" y="116343"/>
                  </a:cubicBezTo>
                  <a:cubicBezTo>
                    <a:pt x="0" y="52084"/>
                    <a:pt x="52085" y="0"/>
                    <a:pt x="116343" y="0"/>
                  </a:cubicBezTo>
                  <a:cubicBezTo>
                    <a:pt x="162892" y="0"/>
                    <a:pt x="203057" y="27341"/>
                    <a:pt x="221642" y="66829"/>
                  </a:cubicBezTo>
                </a:path>
              </a:pathLst>
            </a:custGeom>
            <a:noFill/>
            <a:ln w="8472" cap="flat">
              <a:solidFill>
                <a:srgbClr val="17A3A3"/>
              </a:solidFill>
              <a:prstDash val="solid"/>
              <a:miter/>
            </a:ln>
          </p:spPr>
          <p:txBody>
            <a:bodyPr rtlCol="1" anchor="ctr"/>
            <a:lstStyle/>
            <a:p>
              <a:endParaRPr lang="ar-SA"/>
            </a:p>
          </p:txBody>
        </p:sp>
        <p:sp>
          <p:nvSpPr>
            <p:cNvPr id="9939" name="شكل حر: شكل 11078">
              <a:extLst>
                <a:ext uri="{FF2B5EF4-FFF2-40B4-BE49-F238E27FC236}">
                  <a16:creationId xmlns:a16="http://schemas.microsoft.com/office/drawing/2014/main" id="{511ED3FF-E43A-06BF-823F-0312FB7A18F5}"/>
                </a:ext>
              </a:extLst>
            </p:cNvPr>
            <p:cNvSpPr/>
            <p:nvPr/>
          </p:nvSpPr>
          <p:spPr>
            <a:xfrm>
              <a:off x="4701521" y="5043934"/>
              <a:ext cx="181166" cy="209355"/>
            </a:xfrm>
            <a:custGeom>
              <a:avLst/>
              <a:gdLst>
                <a:gd name="connsiteX0" fmla="*/ 61236 w 181166"/>
                <a:gd name="connsiteY0" fmla="*/ 0 h 209355"/>
                <a:gd name="connsiteX1" fmla="*/ 50926 w 181166"/>
                <a:gd name="connsiteY1" fmla="*/ 17653 h 209355"/>
                <a:gd name="connsiteX2" fmla="*/ 63100 w 181166"/>
                <a:gd name="connsiteY2" fmla="*/ 35646 h 209355"/>
                <a:gd name="connsiteX3" fmla="*/ 85781 w 181166"/>
                <a:gd name="connsiteY3" fmla="*/ 71292 h 209355"/>
                <a:gd name="connsiteX4" fmla="*/ 84002 w 181166"/>
                <a:gd name="connsiteY4" fmla="*/ 86601 h 209355"/>
                <a:gd name="connsiteX5" fmla="*/ 80358 w 181166"/>
                <a:gd name="connsiteY5" fmla="*/ 92617 h 209355"/>
                <a:gd name="connsiteX6" fmla="*/ 78014 w 181166"/>
                <a:gd name="connsiteY6" fmla="*/ 93719 h 209355"/>
                <a:gd name="connsiteX7" fmla="*/ 39459 w 181166"/>
                <a:gd name="connsiteY7" fmla="*/ 104904 h 209355"/>
                <a:gd name="connsiteX8" fmla="*/ 24348 w 181166"/>
                <a:gd name="connsiteY8" fmla="*/ 112812 h 209355"/>
                <a:gd name="connsiteX9" fmla="*/ 9038 w 181166"/>
                <a:gd name="connsiteY9" fmla="*/ 138403 h 209355"/>
                <a:gd name="connsiteX10" fmla="*/ 0 w 181166"/>
                <a:gd name="connsiteY10" fmla="*/ 209355 h 209355"/>
                <a:gd name="connsiteX11" fmla="*/ 181166 w 181166"/>
                <a:gd name="connsiteY11" fmla="*/ 209355 h 209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1166" h="209355">
                  <a:moveTo>
                    <a:pt x="61236" y="0"/>
                  </a:moveTo>
                  <a:cubicBezTo>
                    <a:pt x="55248" y="1723"/>
                    <a:pt x="50926" y="8841"/>
                    <a:pt x="50926" y="17653"/>
                  </a:cubicBezTo>
                  <a:cubicBezTo>
                    <a:pt x="50926" y="27342"/>
                    <a:pt x="56208" y="34996"/>
                    <a:pt x="63100" y="35646"/>
                  </a:cubicBezTo>
                  <a:cubicBezTo>
                    <a:pt x="66970" y="50305"/>
                    <a:pt x="74963" y="62874"/>
                    <a:pt x="85781" y="71292"/>
                  </a:cubicBezTo>
                  <a:lnTo>
                    <a:pt x="84002" y="86601"/>
                  </a:lnTo>
                  <a:cubicBezTo>
                    <a:pt x="83719" y="89030"/>
                    <a:pt x="82392" y="91233"/>
                    <a:pt x="80358" y="92617"/>
                  </a:cubicBezTo>
                  <a:cubicBezTo>
                    <a:pt x="79624" y="93097"/>
                    <a:pt x="78833" y="93464"/>
                    <a:pt x="78014" y="93719"/>
                  </a:cubicBezTo>
                  <a:lnTo>
                    <a:pt x="39459" y="104904"/>
                  </a:lnTo>
                  <a:cubicBezTo>
                    <a:pt x="34459" y="106005"/>
                    <a:pt x="29375" y="108660"/>
                    <a:pt x="24348" y="112812"/>
                  </a:cubicBezTo>
                  <a:cubicBezTo>
                    <a:pt x="16439" y="119337"/>
                    <a:pt x="11015" y="128432"/>
                    <a:pt x="9038" y="138403"/>
                  </a:cubicBezTo>
                  <a:lnTo>
                    <a:pt x="0" y="209355"/>
                  </a:lnTo>
                  <a:lnTo>
                    <a:pt x="181166" y="209355"/>
                  </a:lnTo>
                </a:path>
              </a:pathLst>
            </a:custGeom>
            <a:noFill/>
            <a:ln w="8472" cap="flat">
              <a:solidFill>
                <a:srgbClr val="01355A"/>
              </a:solidFill>
              <a:prstDash val="solid"/>
              <a:miter/>
            </a:ln>
          </p:spPr>
          <p:txBody>
            <a:bodyPr rtlCol="1" anchor="ctr"/>
            <a:lstStyle/>
            <a:p>
              <a:endParaRPr lang="ar-SA"/>
            </a:p>
          </p:txBody>
        </p:sp>
        <p:sp>
          <p:nvSpPr>
            <p:cNvPr id="9940" name="شكل حر: شكل 11079">
              <a:extLst>
                <a:ext uri="{FF2B5EF4-FFF2-40B4-BE49-F238E27FC236}">
                  <a16:creationId xmlns:a16="http://schemas.microsoft.com/office/drawing/2014/main" id="{17A41B39-7DC5-CBBA-EED9-C92B54051CA6}"/>
                </a:ext>
              </a:extLst>
            </p:cNvPr>
            <p:cNvSpPr/>
            <p:nvPr/>
          </p:nvSpPr>
          <p:spPr>
            <a:xfrm>
              <a:off x="4848030" y="5043934"/>
              <a:ext cx="85781" cy="209355"/>
            </a:xfrm>
            <a:custGeom>
              <a:avLst/>
              <a:gdLst>
                <a:gd name="connsiteX0" fmla="*/ 24545 w 85781"/>
                <a:gd name="connsiteY0" fmla="*/ 0 h 209355"/>
                <a:gd name="connsiteX1" fmla="*/ 34855 w 85781"/>
                <a:gd name="connsiteY1" fmla="*/ 17653 h 209355"/>
                <a:gd name="connsiteX2" fmla="*/ 22681 w 85781"/>
                <a:gd name="connsiteY2" fmla="*/ 35646 h 209355"/>
                <a:gd name="connsiteX3" fmla="*/ 0 w 85781"/>
                <a:gd name="connsiteY3" fmla="*/ 71292 h 209355"/>
                <a:gd name="connsiteX4" fmla="*/ 1779 w 85781"/>
                <a:gd name="connsiteY4" fmla="*/ 86601 h 209355"/>
                <a:gd name="connsiteX5" fmla="*/ 5423 w 85781"/>
                <a:gd name="connsiteY5" fmla="*/ 92617 h 209355"/>
                <a:gd name="connsiteX6" fmla="*/ 7768 w 85781"/>
                <a:gd name="connsiteY6" fmla="*/ 93719 h 209355"/>
                <a:gd name="connsiteX7" fmla="*/ 46322 w 85781"/>
                <a:gd name="connsiteY7" fmla="*/ 104904 h 209355"/>
                <a:gd name="connsiteX8" fmla="*/ 61434 w 85781"/>
                <a:gd name="connsiteY8" fmla="*/ 112812 h 209355"/>
                <a:gd name="connsiteX9" fmla="*/ 76743 w 85781"/>
                <a:gd name="connsiteY9" fmla="*/ 138403 h 209355"/>
                <a:gd name="connsiteX10" fmla="*/ 85781 w 85781"/>
                <a:gd name="connsiteY10" fmla="*/ 209355 h 209355"/>
                <a:gd name="connsiteX11" fmla="*/ 34629 w 85781"/>
                <a:gd name="connsiteY11" fmla="*/ 209355 h 209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5781" h="209355">
                  <a:moveTo>
                    <a:pt x="24545" y="0"/>
                  </a:moveTo>
                  <a:cubicBezTo>
                    <a:pt x="30533" y="1723"/>
                    <a:pt x="34855" y="8841"/>
                    <a:pt x="34855" y="17653"/>
                  </a:cubicBezTo>
                  <a:cubicBezTo>
                    <a:pt x="34855" y="27342"/>
                    <a:pt x="29573" y="34996"/>
                    <a:pt x="22681" y="35646"/>
                  </a:cubicBezTo>
                  <a:cubicBezTo>
                    <a:pt x="18811" y="50305"/>
                    <a:pt x="10818" y="62874"/>
                    <a:pt x="0" y="71292"/>
                  </a:cubicBezTo>
                  <a:lnTo>
                    <a:pt x="1779" y="86601"/>
                  </a:lnTo>
                  <a:cubicBezTo>
                    <a:pt x="2062" y="89030"/>
                    <a:pt x="3389" y="91233"/>
                    <a:pt x="5423" y="92617"/>
                  </a:cubicBezTo>
                  <a:cubicBezTo>
                    <a:pt x="6157" y="93097"/>
                    <a:pt x="6948" y="93464"/>
                    <a:pt x="7768" y="93719"/>
                  </a:cubicBezTo>
                  <a:lnTo>
                    <a:pt x="46322" y="104904"/>
                  </a:lnTo>
                  <a:cubicBezTo>
                    <a:pt x="51322" y="106005"/>
                    <a:pt x="56406" y="108660"/>
                    <a:pt x="61434" y="112812"/>
                  </a:cubicBezTo>
                  <a:cubicBezTo>
                    <a:pt x="69342" y="119337"/>
                    <a:pt x="74766" y="128432"/>
                    <a:pt x="76743" y="138403"/>
                  </a:cubicBezTo>
                  <a:lnTo>
                    <a:pt x="85781" y="209355"/>
                  </a:lnTo>
                  <a:lnTo>
                    <a:pt x="34629" y="209355"/>
                  </a:lnTo>
                </a:path>
              </a:pathLst>
            </a:custGeom>
            <a:noFill/>
            <a:ln w="8472" cap="flat">
              <a:solidFill>
                <a:srgbClr val="01355A"/>
              </a:solidFill>
              <a:prstDash val="solid"/>
              <a:miter/>
            </a:ln>
          </p:spPr>
          <p:txBody>
            <a:bodyPr rtlCol="1" anchor="ctr"/>
            <a:lstStyle/>
            <a:p>
              <a:endParaRPr lang="ar-SA"/>
            </a:p>
          </p:txBody>
        </p:sp>
        <p:sp>
          <p:nvSpPr>
            <p:cNvPr id="9941" name="شكل حر: شكل 11080">
              <a:extLst>
                <a:ext uri="{FF2B5EF4-FFF2-40B4-BE49-F238E27FC236}">
                  <a16:creationId xmlns:a16="http://schemas.microsoft.com/office/drawing/2014/main" id="{0278DF94-026A-E124-EBEA-D84AF11FBAAA}"/>
                </a:ext>
              </a:extLst>
            </p:cNvPr>
            <p:cNvSpPr/>
            <p:nvPr/>
          </p:nvSpPr>
          <p:spPr>
            <a:xfrm>
              <a:off x="4762649" y="5010661"/>
              <a:ext cx="6773" cy="33301"/>
            </a:xfrm>
            <a:custGeom>
              <a:avLst/>
              <a:gdLst>
                <a:gd name="connsiteX0" fmla="*/ 6774 w 6773"/>
                <a:gd name="connsiteY0" fmla="*/ 0 h 33301"/>
                <a:gd name="connsiteX1" fmla="*/ 108 w 6773"/>
                <a:gd name="connsiteY1" fmla="*/ 33302 h 33301"/>
              </a:gdLst>
              <a:ahLst/>
              <a:cxnLst>
                <a:cxn ang="0">
                  <a:pos x="connsiteX0" y="connsiteY0"/>
                </a:cxn>
                <a:cxn ang="0">
                  <a:pos x="connsiteX1" y="connsiteY1"/>
                </a:cxn>
              </a:cxnLst>
              <a:rect l="l" t="t" r="r" b="b"/>
              <a:pathLst>
                <a:path w="6773" h="33301">
                  <a:moveTo>
                    <a:pt x="6774" y="0"/>
                  </a:moveTo>
                  <a:cubicBezTo>
                    <a:pt x="-1389" y="11948"/>
                    <a:pt x="108" y="33302"/>
                    <a:pt x="108" y="33302"/>
                  </a:cubicBezTo>
                </a:path>
              </a:pathLst>
            </a:custGeom>
            <a:noFill/>
            <a:ln w="8472" cap="flat">
              <a:solidFill>
                <a:srgbClr val="01355A"/>
              </a:solidFill>
              <a:prstDash val="solid"/>
              <a:miter/>
            </a:ln>
          </p:spPr>
          <p:txBody>
            <a:bodyPr rtlCol="1" anchor="ctr"/>
            <a:lstStyle/>
            <a:p>
              <a:endParaRPr lang="ar-SA"/>
            </a:p>
          </p:txBody>
        </p:sp>
        <p:sp>
          <p:nvSpPr>
            <p:cNvPr id="9942" name="شكل حر: شكل 11081">
              <a:extLst>
                <a:ext uri="{FF2B5EF4-FFF2-40B4-BE49-F238E27FC236}">
                  <a16:creationId xmlns:a16="http://schemas.microsoft.com/office/drawing/2014/main" id="{C2BB5A04-2B41-95A4-7086-338D2574DAD3}"/>
                </a:ext>
              </a:extLst>
            </p:cNvPr>
            <p:cNvSpPr/>
            <p:nvPr/>
          </p:nvSpPr>
          <p:spPr>
            <a:xfrm>
              <a:off x="4868395" y="5017892"/>
              <a:ext cx="3535" cy="25957"/>
            </a:xfrm>
            <a:custGeom>
              <a:avLst/>
              <a:gdLst>
                <a:gd name="connsiteX0" fmla="*/ 3502 w 3535"/>
                <a:gd name="connsiteY0" fmla="*/ 25957 h 25957"/>
                <a:gd name="connsiteX1" fmla="*/ 0 w 3535"/>
                <a:gd name="connsiteY1" fmla="*/ 0 h 25957"/>
              </a:gdLst>
              <a:ahLst/>
              <a:cxnLst>
                <a:cxn ang="0">
                  <a:pos x="connsiteX0" y="connsiteY0"/>
                </a:cxn>
                <a:cxn ang="0">
                  <a:pos x="connsiteX1" y="connsiteY1"/>
                </a:cxn>
              </a:cxnLst>
              <a:rect l="l" t="t" r="r" b="b"/>
              <a:pathLst>
                <a:path w="3535" h="25957">
                  <a:moveTo>
                    <a:pt x="3502" y="25957"/>
                  </a:moveTo>
                  <a:cubicBezTo>
                    <a:pt x="3502" y="25957"/>
                    <a:pt x="4124" y="13756"/>
                    <a:pt x="0" y="0"/>
                  </a:cubicBezTo>
                </a:path>
              </a:pathLst>
            </a:custGeom>
            <a:noFill/>
            <a:ln w="8472" cap="flat">
              <a:solidFill>
                <a:srgbClr val="01355A"/>
              </a:solidFill>
              <a:prstDash val="solid"/>
              <a:miter/>
            </a:ln>
          </p:spPr>
          <p:txBody>
            <a:bodyPr rtlCol="1" anchor="ctr"/>
            <a:lstStyle/>
            <a:p>
              <a:endParaRPr lang="ar-SA"/>
            </a:p>
          </p:txBody>
        </p:sp>
        <p:sp>
          <p:nvSpPr>
            <p:cNvPr id="9943" name="شكل حر: شكل 11082">
              <a:extLst>
                <a:ext uri="{FF2B5EF4-FFF2-40B4-BE49-F238E27FC236}">
                  <a16:creationId xmlns:a16="http://schemas.microsoft.com/office/drawing/2014/main" id="{3DCF5BDC-8A51-B7B9-077D-32892DBB4D1C}"/>
                </a:ext>
              </a:extLst>
            </p:cNvPr>
            <p:cNvSpPr/>
            <p:nvPr/>
          </p:nvSpPr>
          <p:spPr>
            <a:xfrm>
              <a:off x="4785946" y="5126948"/>
              <a:ext cx="63072" cy="28245"/>
            </a:xfrm>
            <a:custGeom>
              <a:avLst/>
              <a:gdLst>
                <a:gd name="connsiteX0" fmla="*/ 63072 w 63072"/>
                <a:gd name="connsiteY0" fmla="*/ 0 h 28245"/>
                <a:gd name="connsiteX1" fmla="*/ 31550 w 63072"/>
                <a:gd name="connsiteY1" fmla="*/ 28245 h 28245"/>
                <a:gd name="connsiteX2" fmla="*/ 0 w 63072"/>
                <a:gd name="connsiteY2" fmla="*/ 0 h 28245"/>
              </a:gdLst>
              <a:ahLst/>
              <a:cxnLst>
                <a:cxn ang="0">
                  <a:pos x="connsiteX0" y="connsiteY0"/>
                </a:cxn>
                <a:cxn ang="0">
                  <a:pos x="connsiteX1" y="connsiteY1"/>
                </a:cxn>
                <a:cxn ang="0">
                  <a:pos x="connsiteX2" y="connsiteY2"/>
                </a:cxn>
              </a:cxnLst>
              <a:rect l="l" t="t" r="r" b="b"/>
              <a:pathLst>
                <a:path w="63072" h="28245">
                  <a:moveTo>
                    <a:pt x="63072" y="0"/>
                  </a:moveTo>
                  <a:lnTo>
                    <a:pt x="31550" y="28245"/>
                  </a:lnTo>
                  <a:lnTo>
                    <a:pt x="0" y="0"/>
                  </a:lnTo>
                </a:path>
              </a:pathLst>
            </a:custGeom>
            <a:noFill/>
            <a:ln w="8472" cap="flat">
              <a:solidFill>
                <a:srgbClr val="01355A"/>
              </a:solidFill>
              <a:prstDash val="solid"/>
              <a:miter/>
            </a:ln>
          </p:spPr>
          <p:txBody>
            <a:bodyPr rtlCol="1" anchor="ctr"/>
            <a:lstStyle/>
            <a:p>
              <a:endParaRPr lang="ar-SA"/>
            </a:p>
          </p:txBody>
        </p:sp>
        <p:sp>
          <p:nvSpPr>
            <p:cNvPr id="9944" name="شكل حر: شكل 11083">
              <a:extLst>
                <a:ext uri="{FF2B5EF4-FFF2-40B4-BE49-F238E27FC236}">
                  <a16:creationId xmlns:a16="http://schemas.microsoft.com/office/drawing/2014/main" id="{23238052-8715-30B1-E767-D835D2B340E0}"/>
                </a:ext>
              </a:extLst>
            </p:cNvPr>
            <p:cNvSpPr/>
            <p:nvPr/>
          </p:nvSpPr>
          <p:spPr>
            <a:xfrm>
              <a:off x="4769423" y="4963237"/>
              <a:ext cx="102556" cy="47922"/>
            </a:xfrm>
            <a:custGeom>
              <a:avLst/>
              <a:gdLst>
                <a:gd name="connsiteX0" fmla="*/ 0 w 102556"/>
                <a:gd name="connsiteY0" fmla="*/ 47424 h 47922"/>
                <a:gd name="connsiteX1" fmla="*/ 39742 w 102556"/>
                <a:gd name="connsiteY1" fmla="*/ 6835 h 47922"/>
                <a:gd name="connsiteX2" fmla="*/ 70868 w 102556"/>
                <a:gd name="connsiteY2" fmla="*/ 0 h 47922"/>
                <a:gd name="connsiteX3" fmla="*/ 70953 w 102556"/>
                <a:gd name="connsiteY3" fmla="*/ 141 h 47922"/>
                <a:gd name="connsiteX4" fmla="*/ 71602 w 102556"/>
                <a:gd name="connsiteY4" fmla="*/ 7626 h 47922"/>
                <a:gd name="connsiteX5" fmla="*/ 71602 w 102556"/>
                <a:gd name="connsiteY5" fmla="*/ 7626 h 47922"/>
                <a:gd name="connsiteX6" fmla="*/ 102503 w 102556"/>
                <a:gd name="connsiteY6" fmla="*/ 5169 h 47922"/>
                <a:gd name="connsiteX7" fmla="*/ 99989 w 102556"/>
                <a:gd name="connsiteY7" fmla="*/ 32821 h 47922"/>
                <a:gd name="connsiteX8" fmla="*/ 85188 w 102556"/>
                <a:gd name="connsiteY8" fmla="*/ 46944 h 47922"/>
                <a:gd name="connsiteX9" fmla="*/ 71744 w 102556"/>
                <a:gd name="connsiteY9" fmla="*/ 47452 h 47922"/>
                <a:gd name="connsiteX10" fmla="*/ 45023 w 102556"/>
                <a:gd name="connsiteY10" fmla="*/ 41860 h 47922"/>
                <a:gd name="connsiteX11" fmla="*/ 17964 w 102556"/>
                <a:gd name="connsiteY11" fmla="*/ 42085 h 47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2556" h="47922">
                  <a:moveTo>
                    <a:pt x="0" y="47424"/>
                  </a:moveTo>
                  <a:cubicBezTo>
                    <a:pt x="226" y="23189"/>
                    <a:pt x="20648" y="9349"/>
                    <a:pt x="39742" y="6835"/>
                  </a:cubicBezTo>
                  <a:cubicBezTo>
                    <a:pt x="44430" y="6214"/>
                    <a:pt x="60135" y="4378"/>
                    <a:pt x="70868" y="0"/>
                  </a:cubicBezTo>
                  <a:lnTo>
                    <a:pt x="70953" y="141"/>
                  </a:lnTo>
                  <a:cubicBezTo>
                    <a:pt x="72365" y="2373"/>
                    <a:pt x="72591" y="5169"/>
                    <a:pt x="71602" y="7626"/>
                  </a:cubicBezTo>
                  <a:lnTo>
                    <a:pt x="71602" y="7626"/>
                  </a:lnTo>
                  <a:cubicBezTo>
                    <a:pt x="83155" y="10733"/>
                    <a:pt x="92645" y="9293"/>
                    <a:pt x="102503" y="5169"/>
                  </a:cubicBezTo>
                  <a:cubicBezTo>
                    <a:pt x="102616" y="12202"/>
                    <a:pt x="102814" y="26381"/>
                    <a:pt x="99989" y="32821"/>
                  </a:cubicBezTo>
                  <a:cubicBezTo>
                    <a:pt x="97164" y="39261"/>
                    <a:pt x="91911" y="44910"/>
                    <a:pt x="85188" y="46944"/>
                  </a:cubicBezTo>
                  <a:cubicBezTo>
                    <a:pt x="80867" y="48271"/>
                    <a:pt x="76206" y="48045"/>
                    <a:pt x="71744" y="47452"/>
                  </a:cubicBezTo>
                  <a:cubicBezTo>
                    <a:pt x="62705" y="46266"/>
                    <a:pt x="53949" y="43583"/>
                    <a:pt x="45023" y="41860"/>
                  </a:cubicBezTo>
                  <a:cubicBezTo>
                    <a:pt x="36070" y="40137"/>
                    <a:pt x="26692" y="39402"/>
                    <a:pt x="17964" y="42085"/>
                  </a:cubicBezTo>
                </a:path>
              </a:pathLst>
            </a:custGeom>
            <a:noFill/>
            <a:ln w="8472" cap="flat">
              <a:solidFill>
                <a:srgbClr val="01355A"/>
              </a:solidFill>
              <a:prstDash val="solid"/>
              <a:miter/>
            </a:ln>
          </p:spPr>
          <p:txBody>
            <a:bodyPr rtlCol="1" anchor="ctr"/>
            <a:lstStyle/>
            <a:p>
              <a:endParaRPr lang="ar-SA"/>
            </a:p>
          </p:txBody>
        </p:sp>
        <p:sp>
          <p:nvSpPr>
            <p:cNvPr id="9945" name="شكل حر: شكل 11084">
              <a:extLst>
                <a:ext uri="{FF2B5EF4-FFF2-40B4-BE49-F238E27FC236}">
                  <a16:creationId xmlns:a16="http://schemas.microsoft.com/office/drawing/2014/main" id="{C6D33C22-5FA6-F9BD-C20E-C44CA880C134}"/>
                </a:ext>
              </a:extLst>
            </p:cNvPr>
            <p:cNvSpPr/>
            <p:nvPr/>
          </p:nvSpPr>
          <p:spPr>
            <a:xfrm>
              <a:off x="4833257" y="4986398"/>
              <a:ext cx="23754" cy="10021"/>
            </a:xfrm>
            <a:custGeom>
              <a:avLst/>
              <a:gdLst>
                <a:gd name="connsiteX0" fmla="*/ 23755 w 23754"/>
                <a:gd name="connsiteY0" fmla="*/ 0 h 10021"/>
                <a:gd name="connsiteX1" fmla="*/ 14010 w 23754"/>
                <a:gd name="connsiteY1" fmla="*/ 9519 h 10021"/>
                <a:gd name="connsiteX2" fmla="*/ 0 w 23754"/>
                <a:gd name="connsiteY2" fmla="*/ 8304 h 10021"/>
              </a:gdLst>
              <a:ahLst/>
              <a:cxnLst>
                <a:cxn ang="0">
                  <a:pos x="connsiteX0" y="connsiteY0"/>
                </a:cxn>
                <a:cxn ang="0">
                  <a:pos x="connsiteX1" y="connsiteY1"/>
                </a:cxn>
                <a:cxn ang="0">
                  <a:pos x="connsiteX2" y="connsiteY2"/>
                </a:cxn>
              </a:cxnLst>
              <a:rect l="l" t="t" r="r" b="b"/>
              <a:pathLst>
                <a:path w="23754" h="10021">
                  <a:moveTo>
                    <a:pt x="23755" y="0"/>
                  </a:moveTo>
                  <a:cubicBezTo>
                    <a:pt x="22455" y="4576"/>
                    <a:pt x="18614" y="8304"/>
                    <a:pt x="14010" y="9519"/>
                  </a:cubicBezTo>
                  <a:cubicBezTo>
                    <a:pt x="9434" y="10733"/>
                    <a:pt x="4576" y="9519"/>
                    <a:pt x="0" y="8304"/>
                  </a:cubicBezTo>
                </a:path>
              </a:pathLst>
            </a:custGeom>
            <a:noFill/>
            <a:ln w="8472" cap="flat">
              <a:solidFill>
                <a:srgbClr val="01355A"/>
              </a:solidFill>
              <a:prstDash val="solid"/>
              <a:miter/>
            </a:ln>
          </p:spPr>
          <p:txBody>
            <a:bodyPr rtlCol="1" anchor="ctr"/>
            <a:lstStyle/>
            <a:p>
              <a:endParaRPr lang="ar-SA"/>
            </a:p>
          </p:txBody>
        </p:sp>
        <p:sp>
          <p:nvSpPr>
            <p:cNvPr id="9946" name="شكل حر: شكل 11085">
              <a:extLst>
                <a:ext uri="{FF2B5EF4-FFF2-40B4-BE49-F238E27FC236}">
                  <a16:creationId xmlns:a16="http://schemas.microsoft.com/office/drawing/2014/main" id="{8C3E6553-D104-252C-2E51-605976543AFB}"/>
                </a:ext>
              </a:extLst>
            </p:cNvPr>
            <p:cNvSpPr/>
            <p:nvPr/>
          </p:nvSpPr>
          <p:spPr>
            <a:xfrm>
              <a:off x="4817497" y="5155193"/>
              <a:ext cx="2824" cy="52367"/>
            </a:xfrm>
            <a:custGeom>
              <a:avLst/>
              <a:gdLst>
                <a:gd name="connsiteX0" fmla="*/ 0 w 2824"/>
                <a:gd name="connsiteY0" fmla="*/ 0 h 52367"/>
                <a:gd name="connsiteX1" fmla="*/ 0 w 2824"/>
                <a:gd name="connsiteY1" fmla="*/ 52367 h 52367"/>
              </a:gdLst>
              <a:ahLst/>
              <a:cxnLst>
                <a:cxn ang="0">
                  <a:pos x="connsiteX0" y="connsiteY0"/>
                </a:cxn>
                <a:cxn ang="0">
                  <a:pos x="connsiteX1" y="connsiteY1"/>
                </a:cxn>
              </a:cxnLst>
              <a:rect l="l" t="t" r="r" b="b"/>
              <a:pathLst>
                <a:path w="2824" h="52367">
                  <a:moveTo>
                    <a:pt x="0" y="0"/>
                  </a:moveTo>
                  <a:lnTo>
                    <a:pt x="0" y="52367"/>
                  </a:lnTo>
                </a:path>
              </a:pathLst>
            </a:custGeom>
            <a:ln w="8472" cap="flat">
              <a:solidFill>
                <a:srgbClr val="01355A"/>
              </a:solidFill>
              <a:prstDash val="solid"/>
              <a:miter/>
            </a:ln>
          </p:spPr>
          <p:txBody>
            <a:bodyPr rtlCol="1" anchor="ctr"/>
            <a:lstStyle/>
            <a:p>
              <a:endParaRPr lang="ar-SA"/>
            </a:p>
          </p:txBody>
        </p:sp>
        <p:grpSp>
          <p:nvGrpSpPr>
            <p:cNvPr id="9947" name="رسم 8014">
              <a:extLst>
                <a:ext uri="{FF2B5EF4-FFF2-40B4-BE49-F238E27FC236}">
                  <a16:creationId xmlns:a16="http://schemas.microsoft.com/office/drawing/2014/main" id="{57DA12BC-AAB2-CF09-849E-B0C0F8447D13}"/>
                </a:ext>
              </a:extLst>
            </p:cNvPr>
            <p:cNvGrpSpPr/>
            <p:nvPr/>
          </p:nvGrpSpPr>
          <p:grpSpPr>
            <a:xfrm>
              <a:off x="4797781" y="5030855"/>
              <a:ext cx="39374" cy="79315"/>
              <a:chOff x="4797781" y="5030855"/>
              <a:chExt cx="39374" cy="79315"/>
            </a:xfrm>
            <a:noFill/>
          </p:grpSpPr>
          <p:sp>
            <p:nvSpPr>
              <p:cNvPr id="9948" name="شكل حر: شكل 11087">
                <a:extLst>
                  <a:ext uri="{FF2B5EF4-FFF2-40B4-BE49-F238E27FC236}">
                    <a16:creationId xmlns:a16="http://schemas.microsoft.com/office/drawing/2014/main" id="{7DD996C1-6245-7D65-21C2-BD26D997BCC3}"/>
                  </a:ext>
                </a:extLst>
              </p:cNvPr>
              <p:cNvSpPr/>
              <p:nvPr/>
            </p:nvSpPr>
            <p:spPr>
              <a:xfrm>
                <a:off x="4797781" y="5030855"/>
                <a:ext cx="39374" cy="59091"/>
              </a:xfrm>
              <a:custGeom>
                <a:avLst/>
                <a:gdLst>
                  <a:gd name="connsiteX0" fmla="*/ 19715 w 39374"/>
                  <a:gd name="connsiteY0" fmla="*/ 59092 h 59091"/>
                  <a:gd name="connsiteX1" fmla="*/ 19715 w 39374"/>
                  <a:gd name="connsiteY1" fmla="*/ 51239 h 59091"/>
                  <a:gd name="connsiteX2" fmla="*/ 29093 w 39374"/>
                  <a:gd name="connsiteY2" fmla="*/ 35958 h 59091"/>
                  <a:gd name="connsiteX3" fmla="*/ 29093 w 39374"/>
                  <a:gd name="connsiteY3" fmla="*/ 35958 h 59091"/>
                  <a:gd name="connsiteX4" fmla="*/ 39374 w 39374"/>
                  <a:gd name="connsiteY4" fmla="*/ 19943 h 59091"/>
                  <a:gd name="connsiteX5" fmla="*/ 39374 w 39374"/>
                  <a:gd name="connsiteY5" fmla="*/ 18870 h 59091"/>
                  <a:gd name="connsiteX6" fmla="*/ 20789 w 39374"/>
                  <a:gd name="connsiteY6" fmla="*/ 30 h 59091"/>
                  <a:gd name="connsiteX7" fmla="*/ 0 w 39374"/>
                  <a:gd name="connsiteY7" fmla="*/ 19689 h 5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374" h="59091">
                    <a:moveTo>
                      <a:pt x="19715" y="59092"/>
                    </a:moveTo>
                    <a:lnTo>
                      <a:pt x="19715" y="51239"/>
                    </a:lnTo>
                    <a:cubicBezTo>
                      <a:pt x="19715" y="44771"/>
                      <a:pt x="23359" y="38868"/>
                      <a:pt x="29093" y="35958"/>
                    </a:cubicBezTo>
                    <a:lnTo>
                      <a:pt x="29093" y="35958"/>
                    </a:lnTo>
                    <a:cubicBezTo>
                      <a:pt x="35165" y="32880"/>
                      <a:pt x="39290" y="26750"/>
                      <a:pt x="39374" y="19943"/>
                    </a:cubicBezTo>
                    <a:cubicBezTo>
                      <a:pt x="39374" y="19576"/>
                      <a:pt x="39374" y="19209"/>
                      <a:pt x="39374" y="18870"/>
                    </a:cubicBezTo>
                    <a:cubicBezTo>
                      <a:pt x="38951" y="8843"/>
                      <a:pt x="30816" y="567"/>
                      <a:pt x="20789" y="30"/>
                    </a:cubicBezTo>
                    <a:cubicBezTo>
                      <a:pt x="9434" y="-591"/>
                      <a:pt x="0" y="8447"/>
                      <a:pt x="0" y="19689"/>
                    </a:cubicBezTo>
                  </a:path>
                </a:pathLst>
              </a:custGeom>
              <a:noFill/>
              <a:ln w="8472" cap="flat">
                <a:solidFill>
                  <a:srgbClr val="01355A"/>
                </a:solidFill>
                <a:prstDash val="solid"/>
                <a:miter/>
              </a:ln>
            </p:spPr>
            <p:txBody>
              <a:bodyPr rtlCol="1" anchor="ctr"/>
              <a:lstStyle/>
              <a:p>
                <a:endParaRPr lang="ar-SA"/>
              </a:p>
            </p:txBody>
          </p:sp>
          <p:sp>
            <p:nvSpPr>
              <p:cNvPr id="9949" name="شكل حر: شكل 11088">
                <a:extLst>
                  <a:ext uri="{FF2B5EF4-FFF2-40B4-BE49-F238E27FC236}">
                    <a16:creationId xmlns:a16="http://schemas.microsoft.com/office/drawing/2014/main" id="{1AAA3AA7-CE5D-7518-8F9F-DBF6276CCD86}"/>
                  </a:ext>
                </a:extLst>
              </p:cNvPr>
              <p:cNvSpPr/>
              <p:nvPr/>
            </p:nvSpPr>
            <p:spPr>
              <a:xfrm>
                <a:off x="4814729" y="5104690"/>
                <a:ext cx="5479" cy="5479"/>
              </a:xfrm>
              <a:custGeom>
                <a:avLst/>
                <a:gdLst>
                  <a:gd name="connsiteX0" fmla="*/ 5479 w 5479"/>
                  <a:gd name="connsiteY0" fmla="*/ 2740 h 5479"/>
                  <a:gd name="connsiteX1" fmla="*/ 2740 w 5479"/>
                  <a:gd name="connsiteY1" fmla="*/ 5479 h 5479"/>
                  <a:gd name="connsiteX2" fmla="*/ 0 w 5479"/>
                  <a:gd name="connsiteY2" fmla="*/ 2740 h 5479"/>
                  <a:gd name="connsiteX3" fmla="*/ 2740 w 5479"/>
                  <a:gd name="connsiteY3" fmla="*/ 0 h 5479"/>
                  <a:gd name="connsiteX4" fmla="*/ 5479 w 5479"/>
                  <a:gd name="connsiteY4" fmla="*/ 2740 h 5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79" h="5479">
                    <a:moveTo>
                      <a:pt x="5479" y="2740"/>
                    </a:moveTo>
                    <a:cubicBezTo>
                      <a:pt x="5479" y="4237"/>
                      <a:pt x="4265" y="5479"/>
                      <a:pt x="2740" y="5479"/>
                    </a:cubicBezTo>
                    <a:cubicBezTo>
                      <a:pt x="1215" y="5479"/>
                      <a:pt x="0" y="4265"/>
                      <a:pt x="0" y="2740"/>
                    </a:cubicBezTo>
                    <a:cubicBezTo>
                      <a:pt x="0" y="1214"/>
                      <a:pt x="1215" y="0"/>
                      <a:pt x="2740" y="0"/>
                    </a:cubicBezTo>
                    <a:cubicBezTo>
                      <a:pt x="4265" y="0"/>
                      <a:pt x="5479" y="1214"/>
                      <a:pt x="5479" y="2740"/>
                    </a:cubicBezTo>
                    <a:close/>
                  </a:path>
                </a:pathLst>
              </a:custGeom>
              <a:noFill/>
              <a:ln w="8472" cap="flat">
                <a:solidFill>
                  <a:srgbClr val="01355A"/>
                </a:solidFill>
                <a:prstDash val="solid"/>
                <a:miter/>
              </a:ln>
            </p:spPr>
            <p:txBody>
              <a:bodyPr rtlCol="1" anchor="ctr"/>
              <a:lstStyle/>
              <a:p>
                <a:endParaRPr lang="ar-SA"/>
              </a:p>
            </p:txBody>
          </p:sp>
        </p:grpSp>
      </p:grpSp>
      <p:grpSp>
        <p:nvGrpSpPr>
          <p:cNvPr id="9950" name="رسم 8014">
            <a:extLst>
              <a:ext uri="{FF2B5EF4-FFF2-40B4-BE49-F238E27FC236}">
                <a16:creationId xmlns:a16="http://schemas.microsoft.com/office/drawing/2014/main" id="{6EACC642-E537-D061-B330-F0F17F6DE33C}"/>
              </a:ext>
            </a:extLst>
          </p:cNvPr>
          <p:cNvGrpSpPr/>
          <p:nvPr/>
        </p:nvGrpSpPr>
        <p:grpSpPr>
          <a:xfrm>
            <a:off x="4158255" y="4914711"/>
            <a:ext cx="282998" cy="240194"/>
            <a:chOff x="4051790" y="4420048"/>
            <a:chExt cx="338267" cy="304740"/>
          </a:xfrm>
          <a:noFill/>
        </p:grpSpPr>
        <p:sp>
          <p:nvSpPr>
            <p:cNvPr id="9951" name="شكل حر: شكل 11117">
              <a:extLst>
                <a:ext uri="{FF2B5EF4-FFF2-40B4-BE49-F238E27FC236}">
                  <a16:creationId xmlns:a16="http://schemas.microsoft.com/office/drawing/2014/main" id="{CFB7D18E-F47F-A98D-EF09-3F935CA651C6}"/>
                </a:ext>
              </a:extLst>
            </p:cNvPr>
            <p:cNvSpPr/>
            <p:nvPr/>
          </p:nvSpPr>
          <p:spPr>
            <a:xfrm>
              <a:off x="4217676" y="4519727"/>
              <a:ext cx="6552" cy="6552"/>
            </a:xfrm>
            <a:custGeom>
              <a:avLst/>
              <a:gdLst>
                <a:gd name="connsiteX0" fmla="*/ 6553 w 6552"/>
                <a:gd name="connsiteY0" fmla="*/ 3276 h 6552"/>
                <a:gd name="connsiteX1" fmla="*/ 3277 w 6552"/>
                <a:gd name="connsiteY1" fmla="*/ 0 h 6552"/>
                <a:gd name="connsiteX2" fmla="*/ 0 w 6552"/>
                <a:gd name="connsiteY2" fmla="*/ 3276 h 6552"/>
                <a:gd name="connsiteX3" fmla="*/ 3277 w 6552"/>
                <a:gd name="connsiteY3" fmla="*/ 6553 h 6552"/>
                <a:gd name="connsiteX4" fmla="*/ 6553 w 6552"/>
                <a:gd name="connsiteY4" fmla="*/ 3276 h 65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52" h="6552">
                  <a:moveTo>
                    <a:pt x="6553" y="3276"/>
                  </a:moveTo>
                  <a:cubicBezTo>
                    <a:pt x="6553" y="1469"/>
                    <a:pt x="5084" y="0"/>
                    <a:pt x="3277" y="0"/>
                  </a:cubicBezTo>
                  <a:cubicBezTo>
                    <a:pt x="1469" y="0"/>
                    <a:pt x="0" y="1469"/>
                    <a:pt x="0" y="3276"/>
                  </a:cubicBezTo>
                  <a:cubicBezTo>
                    <a:pt x="0" y="5084"/>
                    <a:pt x="1469" y="6553"/>
                    <a:pt x="3277" y="6553"/>
                  </a:cubicBezTo>
                  <a:cubicBezTo>
                    <a:pt x="5084" y="6553"/>
                    <a:pt x="6553" y="5084"/>
                    <a:pt x="6553" y="3276"/>
                  </a:cubicBezTo>
                  <a:close/>
                </a:path>
              </a:pathLst>
            </a:custGeom>
            <a:noFill/>
            <a:ln w="8472" cap="flat">
              <a:solidFill>
                <a:srgbClr val="17A3A3"/>
              </a:solidFill>
              <a:prstDash val="solid"/>
              <a:miter/>
            </a:ln>
          </p:spPr>
          <p:txBody>
            <a:bodyPr rtlCol="1" anchor="ctr"/>
            <a:lstStyle/>
            <a:p>
              <a:endParaRPr lang="ar-SA"/>
            </a:p>
          </p:txBody>
        </p:sp>
        <p:sp>
          <p:nvSpPr>
            <p:cNvPr id="9952" name="شكل حر: شكل 11118">
              <a:extLst>
                <a:ext uri="{FF2B5EF4-FFF2-40B4-BE49-F238E27FC236}">
                  <a16:creationId xmlns:a16="http://schemas.microsoft.com/office/drawing/2014/main" id="{6853846A-664E-5C8B-8529-8283E559B56B}"/>
                </a:ext>
              </a:extLst>
            </p:cNvPr>
            <p:cNvSpPr/>
            <p:nvPr/>
          </p:nvSpPr>
          <p:spPr>
            <a:xfrm>
              <a:off x="4190843" y="4485691"/>
              <a:ext cx="60219" cy="12512"/>
            </a:xfrm>
            <a:custGeom>
              <a:avLst/>
              <a:gdLst>
                <a:gd name="connsiteX0" fmla="*/ 0 w 60219"/>
                <a:gd name="connsiteY0" fmla="*/ 12513 h 12512"/>
                <a:gd name="connsiteX1" fmla="*/ 30081 w 60219"/>
                <a:gd name="connsiteY1" fmla="*/ 0 h 12512"/>
                <a:gd name="connsiteX2" fmla="*/ 60219 w 60219"/>
                <a:gd name="connsiteY2" fmla="*/ 12456 h 12512"/>
              </a:gdLst>
              <a:ahLst/>
              <a:cxnLst>
                <a:cxn ang="0">
                  <a:pos x="connsiteX0" y="connsiteY0"/>
                </a:cxn>
                <a:cxn ang="0">
                  <a:pos x="connsiteX1" y="connsiteY1"/>
                </a:cxn>
                <a:cxn ang="0">
                  <a:pos x="connsiteX2" y="connsiteY2"/>
                </a:cxn>
              </a:cxnLst>
              <a:rect l="l" t="t" r="r" b="b"/>
              <a:pathLst>
                <a:path w="60219" h="12512">
                  <a:moveTo>
                    <a:pt x="0" y="12513"/>
                  </a:moveTo>
                  <a:cubicBezTo>
                    <a:pt x="7654" y="4802"/>
                    <a:pt x="18303" y="0"/>
                    <a:pt x="30081" y="0"/>
                  </a:cubicBezTo>
                  <a:cubicBezTo>
                    <a:pt x="41860" y="0"/>
                    <a:pt x="52508" y="4745"/>
                    <a:pt x="60219" y="12456"/>
                  </a:cubicBezTo>
                </a:path>
              </a:pathLst>
            </a:custGeom>
            <a:noFill/>
            <a:ln w="8472" cap="flat">
              <a:solidFill>
                <a:srgbClr val="17A3A3"/>
              </a:solidFill>
              <a:prstDash val="solid"/>
              <a:miter/>
            </a:ln>
          </p:spPr>
          <p:txBody>
            <a:bodyPr rtlCol="1" anchor="ctr"/>
            <a:lstStyle/>
            <a:p>
              <a:endParaRPr lang="ar-SA"/>
            </a:p>
          </p:txBody>
        </p:sp>
        <p:sp>
          <p:nvSpPr>
            <p:cNvPr id="9953" name="شكل حر: شكل 11119">
              <a:extLst>
                <a:ext uri="{FF2B5EF4-FFF2-40B4-BE49-F238E27FC236}">
                  <a16:creationId xmlns:a16="http://schemas.microsoft.com/office/drawing/2014/main" id="{BEBFFC49-112A-E24F-3AF0-1815BC42D51A}"/>
                </a:ext>
              </a:extLst>
            </p:cNvPr>
            <p:cNvSpPr/>
            <p:nvPr/>
          </p:nvSpPr>
          <p:spPr>
            <a:xfrm>
              <a:off x="4168218" y="4453745"/>
              <a:ext cx="105412" cy="21833"/>
            </a:xfrm>
            <a:custGeom>
              <a:avLst/>
              <a:gdLst>
                <a:gd name="connsiteX0" fmla="*/ 0 w 105412"/>
                <a:gd name="connsiteY0" fmla="*/ 21834 h 21833"/>
                <a:gd name="connsiteX1" fmla="*/ 52706 w 105412"/>
                <a:gd name="connsiteY1" fmla="*/ 0 h 21833"/>
                <a:gd name="connsiteX2" fmla="*/ 105412 w 105412"/>
                <a:gd name="connsiteY2" fmla="*/ 21834 h 21833"/>
              </a:gdLst>
              <a:ahLst/>
              <a:cxnLst>
                <a:cxn ang="0">
                  <a:pos x="connsiteX0" y="connsiteY0"/>
                </a:cxn>
                <a:cxn ang="0">
                  <a:pos x="connsiteX1" y="connsiteY1"/>
                </a:cxn>
                <a:cxn ang="0">
                  <a:pos x="connsiteX2" y="connsiteY2"/>
                </a:cxn>
              </a:cxnLst>
              <a:rect l="l" t="t" r="r" b="b"/>
              <a:pathLst>
                <a:path w="105412" h="21833">
                  <a:moveTo>
                    <a:pt x="0" y="21834"/>
                  </a:moveTo>
                  <a:cubicBezTo>
                    <a:pt x="13473" y="8361"/>
                    <a:pt x="32115" y="0"/>
                    <a:pt x="52706" y="0"/>
                  </a:cubicBezTo>
                  <a:cubicBezTo>
                    <a:pt x="73297" y="0"/>
                    <a:pt x="91939" y="8361"/>
                    <a:pt x="105412" y="21834"/>
                  </a:cubicBezTo>
                </a:path>
              </a:pathLst>
            </a:custGeom>
            <a:noFill/>
            <a:ln w="8472" cap="flat">
              <a:solidFill>
                <a:srgbClr val="17A3A3"/>
              </a:solidFill>
              <a:prstDash val="solid"/>
              <a:miter/>
            </a:ln>
          </p:spPr>
          <p:txBody>
            <a:bodyPr rtlCol="1" anchor="ctr"/>
            <a:lstStyle/>
            <a:p>
              <a:endParaRPr lang="ar-SA"/>
            </a:p>
          </p:txBody>
        </p:sp>
        <p:sp>
          <p:nvSpPr>
            <p:cNvPr id="9954" name="شكل حر: شكل 11120">
              <a:extLst>
                <a:ext uri="{FF2B5EF4-FFF2-40B4-BE49-F238E27FC236}">
                  <a16:creationId xmlns:a16="http://schemas.microsoft.com/office/drawing/2014/main" id="{2EE503B2-0594-795B-AABE-8B08A85FB582}"/>
                </a:ext>
              </a:extLst>
            </p:cNvPr>
            <p:cNvSpPr/>
            <p:nvPr/>
          </p:nvSpPr>
          <p:spPr>
            <a:xfrm>
              <a:off x="4144351" y="4420048"/>
              <a:ext cx="153146" cy="31691"/>
            </a:xfrm>
            <a:custGeom>
              <a:avLst/>
              <a:gdLst>
                <a:gd name="connsiteX0" fmla="*/ 0 w 153146"/>
                <a:gd name="connsiteY0" fmla="*/ 31691 h 31691"/>
                <a:gd name="connsiteX1" fmla="*/ 76573 w 153146"/>
                <a:gd name="connsiteY1" fmla="*/ 0 h 31691"/>
                <a:gd name="connsiteX2" fmla="*/ 153147 w 153146"/>
                <a:gd name="connsiteY2" fmla="*/ 31691 h 31691"/>
              </a:gdLst>
              <a:ahLst/>
              <a:cxnLst>
                <a:cxn ang="0">
                  <a:pos x="connsiteX0" y="connsiteY0"/>
                </a:cxn>
                <a:cxn ang="0">
                  <a:pos x="connsiteX1" y="connsiteY1"/>
                </a:cxn>
                <a:cxn ang="0">
                  <a:pos x="connsiteX2" y="connsiteY2"/>
                </a:cxn>
              </a:cxnLst>
              <a:rect l="l" t="t" r="r" b="b"/>
              <a:pathLst>
                <a:path w="153146" h="31691">
                  <a:moveTo>
                    <a:pt x="0" y="31691"/>
                  </a:moveTo>
                  <a:cubicBezTo>
                    <a:pt x="19602" y="12146"/>
                    <a:pt x="46689" y="0"/>
                    <a:pt x="76573" y="0"/>
                  </a:cubicBezTo>
                  <a:cubicBezTo>
                    <a:pt x="106457" y="0"/>
                    <a:pt x="133544" y="12146"/>
                    <a:pt x="153147" y="31691"/>
                  </a:cubicBezTo>
                </a:path>
              </a:pathLst>
            </a:custGeom>
            <a:noFill/>
            <a:ln w="8472" cap="flat">
              <a:solidFill>
                <a:srgbClr val="17A3A3"/>
              </a:solidFill>
              <a:prstDash val="solid"/>
              <a:miter/>
            </a:ln>
          </p:spPr>
          <p:txBody>
            <a:bodyPr rtlCol="1" anchor="ctr"/>
            <a:lstStyle/>
            <a:p>
              <a:endParaRPr lang="ar-SA"/>
            </a:p>
          </p:txBody>
        </p:sp>
        <p:grpSp>
          <p:nvGrpSpPr>
            <p:cNvPr id="9955" name="رسم 8014">
              <a:extLst>
                <a:ext uri="{FF2B5EF4-FFF2-40B4-BE49-F238E27FC236}">
                  <a16:creationId xmlns:a16="http://schemas.microsoft.com/office/drawing/2014/main" id="{F914CDA6-2902-434D-1DC8-9FAC97F690F5}"/>
                </a:ext>
              </a:extLst>
            </p:cNvPr>
            <p:cNvGrpSpPr/>
            <p:nvPr/>
          </p:nvGrpSpPr>
          <p:grpSpPr>
            <a:xfrm>
              <a:off x="4051790" y="4468969"/>
              <a:ext cx="105186" cy="255819"/>
              <a:chOff x="4051790" y="4468969"/>
              <a:chExt cx="105186" cy="255819"/>
            </a:xfrm>
            <a:noFill/>
          </p:grpSpPr>
          <p:sp>
            <p:nvSpPr>
              <p:cNvPr id="9963" name="شكل حر: شكل 11122">
                <a:extLst>
                  <a:ext uri="{FF2B5EF4-FFF2-40B4-BE49-F238E27FC236}">
                    <a16:creationId xmlns:a16="http://schemas.microsoft.com/office/drawing/2014/main" id="{237F002A-7FD1-430F-AF24-A35B1DEEC6EB}"/>
                  </a:ext>
                </a:extLst>
              </p:cNvPr>
              <p:cNvSpPr/>
              <p:nvPr/>
            </p:nvSpPr>
            <p:spPr>
              <a:xfrm>
                <a:off x="4086730" y="4498401"/>
                <a:ext cx="35306" cy="30335"/>
              </a:xfrm>
              <a:custGeom>
                <a:avLst/>
                <a:gdLst>
                  <a:gd name="connsiteX0" fmla="*/ 35307 w 35306"/>
                  <a:gd name="connsiteY0" fmla="*/ 30336 h 30335"/>
                  <a:gd name="connsiteX1" fmla="*/ 35307 w 35306"/>
                  <a:gd name="connsiteY1" fmla="*/ 17653 h 30335"/>
                  <a:gd name="connsiteX2" fmla="*/ 17653 w 35306"/>
                  <a:gd name="connsiteY2" fmla="*/ 0 h 30335"/>
                  <a:gd name="connsiteX3" fmla="*/ 17653 w 35306"/>
                  <a:gd name="connsiteY3" fmla="*/ 0 h 30335"/>
                  <a:gd name="connsiteX4" fmla="*/ 0 w 35306"/>
                  <a:gd name="connsiteY4" fmla="*/ 17653 h 30335"/>
                  <a:gd name="connsiteX5" fmla="*/ 0 w 35306"/>
                  <a:gd name="connsiteY5" fmla="*/ 30336 h 30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306" h="30335">
                    <a:moveTo>
                      <a:pt x="35307" y="30336"/>
                    </a:moveTo>
                    <a:lnTo>
                      <a:pt x="35307" y="17653"/>
                    </a:lnTo>
                    <a:cubicBezTo>
                      <a:pt x="35307" y="7909"/>
                      <a:pt x="27398" y="0"/>
                      <a:pt x="17653" y="0"/>
                    </a:cubicBezTo>
                    <a:lnTo>
                      <a:pt x="17653" y="0"/>
                    </a:lnTo>
                    <a:cubicBezTo>
                      <a:pt x="7909" y="0"/>
                      <a:pt x="0" y="7909"/>
                      <a:pt x="0" y="17653"/>
                    </a:cubicBezTo>
                    <a:lnTo>
                      <a:pt x="0" y="30336"/>
                    </a:lnTo>
                  </a:path>
                </a:pathLst>
              </a:custGeom>
              <a:noFill/>
              <a:ln w="8472" cap="flat">
                <a:solidFill>
                  <a:srgbClr val="01355A"/>
                </a:solidFill>
                <a:prstDash val="solid"/>
                <a:miter/>
              </a:ln>
            </p:spPr>
            <p:txBody>
              <a:bodyPr rtlCol="1" anchor="ctr"/>
              <a:lstStyle/>
              <a:p>
                <a:endParaRPr lang="ar-SA"/>
              </a:p>
            </p:txBody>
          </p:sp>
          <p:sp>
            <p:nvSpPr>
              <p:cNvPr id="9964" name="شكل حر: شكل 11123">
                <a:extLst>
                  <a:ext uri="{FF2B5EF4-FFF2-40B4-BE49-F238E27FC236}">
                    <a16:creationId xmlns:a16="http://schemas.microsoft.com/office/drawing/2014/main" id="{881BB91E-EE3F-EF2C-08CF-0465B88CC54C}"/>
                  </a:ext>
                </a:extLst>
              </p:cNvPr>
              <p:cNvSpPr/>
              <p:nvPr/>
            </p:nvSpPr>
            <p:spPr>
              <a:xfrm>
                <a:off x="4104412" y="4468969"/>
                <a:ext cx="2824" cy="29431"/>
              </a:xfrm>
              <a:custGeom>
                <a:avLst/>
                <a:gdLst>
                  <a:gd name="connsiteX0" fmla="*/ 0 w 2824"/>
                  <a:gd name="connsiteY0" fmla="*/ 29432 h 29431"/>
                  <a:gd name="connsiteX1" fmla="*/ 0 w 2824"/>
                  <a:gd name="connsiteY1" fmla="*/ 0 h 29431"/>
                </a:gdLst>
                <a:ahLst/>
                <a:cxnLst>
                  <a:cxn ang="0">
                    <a:pos x="connsiteX0" y="connsiteY0"/>
                  </a:cxn>
                  <a:cxn ang="0">
                    <a:pos x="connsiteX1" y="connsiteY1"/>
                  </a:cxn>
                </a:cxnLst>
                <a:rect l="l" t="t" r="r" b="b"/>
                <a:pathLst>
                  <a:path w="2824" h="29431">
                    <a:moveTo>
                      <a:pt x="0" y="29432"/>
                    </a:moveTo>
                    <a:lnTo>
                      <a:pt x="0" y="0"/>
                    </a:lnTo>
                  </a:path>
                </a:pathLst>
              </a:custGeom>
              <a:ln w="8472" cap="flat">
                <a:solidFill>
                  <a:srgbClr val="01355A"/>
                </a:solidFill>
                <a:prstDash val="solid"/>
                <a:miter/>
              </a:ln>
            </p:spPr>
            <p:txBody>
              <a:bodyPr rtlCol="1" anchor="ctr"/>
              <a:lstStyle/>
              <a:p>
                <a:endParaRPr lang="ar-SA"/>
              </a:p>
            </p:txBody>
          </p:sp>
          <p:sp>
            <p:nvSpPr>
              <p:cNvPr id="9965" name="شكل حر: شكل 11124">
                <a:extLst>
                  <a:ext uri="{FF2B5EF4-FFF2-40B4-BE49-F238E27FC236}">
                    <a16:creationId xmlns:a16="http://schemas.microsoft.com/office/drawing/2014/main" id="{1D700C96-E9EB-5F43-58FF-268FC3E9CEDE}"/>
                  </a:ext>
                </a:extLst>
              </p:cNvPr>
              <p:cNvSpPr/>
              <p:nvPr/>
            </p:nvSpPr>
            <p:spPr>
              <a:xfrm>
                <a:off x="4051790" y="4568958"/>
                <a:ext cx="105186" cy="155830"/>
              </a:xfrm>
              <a:custGeom>
                <a:avLst/>
                <a:gdLst>
                  <a:gd name="connsiteX0" fmla="*/ 105186 w 105186"/>
                  <a:gd name="connsiteY0" fmla="*/ 155830 h 155830"/>
                  <a:gd name="connsiteX1" fmla="*/ 105186 w 105186"/>
                  <a:gd name="connsiteY1" fmla="*/ 52593 h 155830"/>
                  <a:gd name="connsiteX2" fmla="*/ 52593 w 105186"/>
                  <a:gd name="connsiteY2" fmla="*/ 0 h 155830"/>
                  <a:gd name="connsiteX3" fmla="*/ 0 w 105186"/>
                  <a:gd name="connsiteY3" fmla="*/ 52593 h 155830"/>
                  <a:gd name="connsiteX4" fmla="*/ 0 w 105186"/>
                  <a:gd name="connsiteY4" fmla="*/ 155830 h 1558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86" h="155830">
                    <a:moveTo>
                      <a:pt x="105186" y="155830"/>
                    </a:moveTo>
                    <a:lnTo>
                      <a:pt x="105186" y="52593"/>
                    </a:lnTo>
                    <a:cubicBezTo>
                      <a:pt x="105186" y="23557"/>
                      <a:pt x="81629" y="0"/>
                      <a:pt x="52593" y="0"/>
                    </a:cubicBezTo>
                    <a:cubicBezTo>
                      <a:pt x="23557" y="0"/>
                      <a:pt x="0" y="23529"/>
                      <a:pt x="0" y="52593"/>
                    </a:cubicBezTo>
                    <a:lnTo>
                      <a:pt x="0" y="155830"/>
                    </a:lnTo>
                  </a:path>
                </a:pathLst>
              </a:custGeom>
              <a:noFill/>
              <a:ln w="8472" cap="flat">
                <a:solidFill>
                  <a:srgbClr val="01355A"/>
                </a:solidFill>
                <a:prstDash val="solid"/>
                <a:miter/>
              </a:ln>
            </p:spPr>
            <p:txBody>
              <a:bodyPr rtlCol="1" anchor="ctr"/>
              <a:lstStyle/>
              <a:p>
                <a:endParaRPr lang="ar-SA"/>
              </a:p>
            </p:txBody>
          </p:sp>
          <p:sp>
            <p:nvSpPr>
              <p:cNvPr id="9966" name="شكل حر: شكل 11125">
                <a:extLst>
                  <a:ext uri="{FF2B5EF4-FFF2-40B4-BE49-F238E27FC236}">
                    <a16:creationId xmlns:a16="http://schemas.microsoft.com/office/drawing/2014/main" id="{2C76B171-A6BD-FDF7-880F-29F3B0365853}"/>
                  </a:ext>
                </a:extLst>
              </p:cNvPr>
              <p:cNvSpPr/>
              <p:nvPr/>
            </p:nvSpPr>
            <p:spPr>
              <a:xfrm>
                <a:off x="4065037" y="4528002"/>
                <a:ext cx="78748" cy="58694"/>
              </a:xfrm>
              <a:custGeom>
                <a:avLst/>
                <a:gdLst>
                  <a:gd name="connsiteX0" fmla="*/ 78748 w 78748"/>
                  <a:gd name="connsiteY0" fmla="*/ 58694 h 58694"/>
                  <a:gd name="connsiteX1" fmla="*/ 78748 w 78748"/>
                  <a:gd name="connsiteY1" fmla="*/ 39374 h 58694"/>
                  <a:gd name="connsiteX2" fmla="*/ 39374 w 78748"/>
                  <a:gd name="connsiteY2" fmla="*/ 0 h 58694"/>
                  <a:gd name="connsiteX3" fmla="*/ 0 w 78748"/>
                  <a:gd name="connsiteY3" fmla="*/ 39374 h 58694"/>
                  <a:gd name="connsiteX4" fmla="*/ 0 w 78748"/>
                  <a:gd name="connsiteY4" fmla="*/ 58694 h 586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748" h="58694">
                    <a:moveTo>
                      <a:pt x="78748" y="58694"/>
                    </a:moveTo>
                    <a:lnTo>
                      <a:pt x="78748" y="39374"/>
                    </a:lnTo>
                    <a:cubicBezTo>
                      <a:pt x="78748" y="17625"/>
                      <a:pt x="61123" y="0"/>
                      <a:pt x="39374" y="0"/>
                    </a:cubicBezTo>
                    <a:cubicBezTo>
                      <a:pt x="17625" y="0"/>
                      <a:pt x="0" y="17625"/>
                      <a:pt x="0" y="39374"/>
                    </a:cubicBezTo>
                    <a:lnTo>
                      <a:pt x="0" y="58694"/>
                    </a:lnTo>
                  </a:path>
                </a:pathLst>
              </a:custGeom>
              <a:noFill/>
              <a:ln w="8472" cap="flat">
                <a:solidFill>
                  <a:srgbClr val="01355A"/>
                </a:solidFill>
                <a:prstDash val="solid"/>
                <a:miter/>
              </a:ln>
            </p:spPr>
            <p:txBody>
              <a:bodyPr rtlCol="1" anchor="ctr"/>
              <a:lstStyle/>
              <a:p>
                <a:endParaRPr lang="ar-SA"/>
              </a:p>
            </p:txBody>
          </p:sp>
        </p:grpSp>
        <p:sp>
          <p:nvSpPr>
            <p:cNvPr id="9956" name="شكل حر: شكل 11126">
              <a:extLst>
                <a:ext uri="{FF2B5EF4-FFF2-40B4-BE49-F238E27FC236}">
                  <a16:creationId xmlns:a16="http://schemas.microsoft.com/office/drawing/2014/main" id="{501E5262-B89E-82E6-661C-25D3951DDFF9}"/>
                </a:ext>
              </a:extLst>
            </p:cNvPr>
            <p:cNvSpPr/>
            <p:nvPr/>
          </p:nvSpPr>
          <p:spPr>
            <a:xfrm>
              <a:off x="4281426" y="4557349"/>
              <a:ext cx="108632" cy="167439"/>
            </a:xfrm>
            <a:custGeom>
              <a:avLst/>
              <a:gdLst>
                <a:gd name="connsiteX0" fmla="*/ 0 w 108632"/>
                <a:gd name="connsiteY0" fmla="*/ 167439 h 167439"/>
                <a:gd name="connsiteX1" fmla="*/ 0 w 108632"/>
                <a:gd name="connsiteY1" fmla="*/ 24461 h 167439"/>
                <a:gd name="connsiteX2" fmla="*/ 24461 w 108632"/>
                <a:gd name="connsiteY2" fmla="*/ 0 h 167439"/>
                <a:gd name="connsiteX3" fmla="*/ 84172 w 108632"/>
                <a:gd name="connsiteY3" fmla="*/ 0 h 167439"/>
                <a:gd name="connsiteX4" fmla="*/ 108632 w 108632"/>
                <a:gd name="connsiteY4" fmla="*/ 24461 h 167439"/>
                <a:gd name="connsiteX5" fmla="*/ 108632 w 108632"/>
                <a:gd name="connsiteY5" fmla="*/ 167439 h 167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632" h="167439">
                  <a:moveTo>
                    <a:pt x="0" y="167439"/>
                  </a:moveTo>
                  <a:lnTo>
                    <a:pt x="0" y="24461"/>
                  </a:lnTo>
                  <a:cubicBezTo>
                    <a:pt x="0" y="10959"/>
                    <a:pt x="10959" y="0"/>
                    <a:pt x="24461" y="0"/>
                  </a:cubicBezTo>
                  <a:lnTo>
                    <a:pt x="84172" y="0"/>
                  </a:lnTo>
                  <a:cubicBezTo>
                    <a:pt x="97673" y="0"/>
                    <a:pt x="108632" y="10959"/>
                    <a:pt x="108632" y="24461"/>
                  </a:cubicBezTo>
                  <a:lnTo>
                    <a:pt x="108632" y="167439"/>
                  </a:lnTo>
                </a:path>
              </a:pathLst>
            </a:custGeom>
            <a:noFill/>
            <a:ln w="8472" cap="flat">
              <a:solidFill>
                <a:srgbClr val="01355A"/>
              </a:solidFill>
              <a:prstDash val="solid"/>
              <a:miter/>
            </a:ln>
          </p:spPr>
          <p:txBody>
            <a:bodyPr rtlCol="1" anchor="ctr"/>
            <a:lstStyle/>
            <a:p>
              <a:endParaRPr lang="ar-SA"/>
            </a:p>
          </p:txBody>
        </p:sp>
        <p:sp>
          <p:nvSpPr>
            <p:cNvPr id="9957" name="شكل حر: شكل 11127">
              <a:extLst>
                <a:ext uri="{FF2B5EF4-FFF2-40B4-BE49-F238E27FC236}">
                  <a16:creationId xmlns:a16="http://schemas.microsoft.com/office/drawing/2014/main" id="{DDE1186A-33C8-0CB8-3AC6-A0981757943E}"/>
                </a:ext>
              </a:extLst>
            </p:cNvPr>
            <p:cNvSpPr/>
            <p:nvPr/>
          </p:nvSpPr>
          <p:spPr>
            <a:xfrm>
              <a:off x="4309276" y="4511479"/>
              <a:ext cx="52931" cy="45870"/>
            </a:xfrm>
            <a:custGeom>
              <a:avLst/>
              <a:gdLst>
                <a:gd name="connsiteX0" fmla="*/ 0 w 52931"/>
                <a:gd name="connsiteY0" fmla="*/ 45871 h 45870"/>
                <a:gd name="connsiteX1" fmla="*/ 0 w 52931"/>
                <a:gd name="connsiteY1" fmla="*/ 26466 h 45870"/>
                <a:gd name="connsiteX2" fmla="*/ 26466 w 52931"/>
                <a:gd name="connsiteY2" fmla="*/ 0 h 45870"/>
                <a:gd name="connsiteX3" fmla="*/ 26466 w 52931"/>
                <a:gd name="connsiteY3" fmla="*/ 0 h 45870"/>
                <a:gd name="connsiteX4" fmla="*/ 52932 w 52931"/>
                <a:gd name="connsiteY4" fmla="*/ 26466 h 45870"/>
                <a:gd name="connsiteX5" fmla="*/ 52932 w 52931"/>
                <a:gd name="connsiteY5" fmla="*/ 45871 h 45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931" h="45870">
                  <a:moveTo>
                    <a:pt x="0" y="45871"/>
                  </a:moveTo>
                  <a:lnTo>
                    <a:pt x="0" y="26466"/>
                  </a:lnTo>
                  <a:cubicBezTo>
                    <a:pt x="0" y="11835"/>
                    <a:pt x="11863" y="0"/>
                    <a:pt x="26466" y="0"/>
                  </a:cubicBezTo>
                  <a:lnTo>
                    <a:pt x="26466" y="0"/>
                  </a:lnTo>
                  <a:cubicBezTo>
                    <a:pt x="41097" y="0"/>
                    <a:pt x="52932" y="11863"/>
                    <a:pt x="52932" y="26466"/>
                  </a:cubicBezTo>
                  <a:lnTo>
                    <a:pt x="52932" y="45871"/>
                  </a:lnTo>
                </a:path>
              </a:pathLst>
            </a:custGeom>
            <a:noFill/>
            <a:ln w="8472" cap="flat">
              <a:solidFill>
                <a:srgbClr val="01355A"/>
              </a:solidFill>
              <a:prstDash val="solid"/>
              <a:miter/>
            </a:ln>
          </p:spPr>
          <p:txBody>
            <a:bodyPr rtlCol="1" anchor="ctr"/>
            <a:lstStyle/>
            <a:p>
              <a:endParaRPr lang="ar-SA"/>
            </a:p>
          </p:txBody>
        </p:sp>
        <p:sp>
          <p:nvSpPr>
            <p:cNvPr id="9958" name="شكل حر: شكل 11128">
              <a:extLst>
                <a:ext uri="{FF2B5EF4-FFF2-40B4-BE49-F238E27FC236}">
                  <a16:creationId xmlns:a16="http://schemas.microsoft.com/office/drawing/2014/main" id="{DF1B35E5-9DF5-75D7-5C7E-3E34CC5D9B82}"/>
                </a:ext>
              </a:extLst>
            </p:cNvPr>
            <p:cNvSpPr/>
            <p:nvPr/>
          </p:nvSpPr>
          <p:spPr>
            <a:xfrm>
              <a:off x="4335742" y="4476172"/>
              <a:ext cx="2824" cy="35306"/>
            </a:xfrm>
            <a:custGeom>
              <a:avLst/>
              <a:gdLst>
                <a:gd name="connsiteX0" fmla="*/ 0 w 2824"/>
                <a:gd name="connsiteY0" fmla="*/ 35307 h 35306"/>
                <a:gd name="connsiteX1" fmla="*/ 0 w 2824"/>
                <a:gd name="connsiteY1" fmla="*/ 0 h 35306"/>
              </a:gdLst>
              <a:ahLst/>
              <a:cxnLst>
                <a:cxn ang="0">
                  <a:pos x="connsiteX0" y="connsiteY0"/>
                </a:cxn>
                <a:cxn ang="0">
                  <a:pos x="connsiteX1" y="connsiteY1"/>
                </a:cxn>
              </a:cxnLst>
              <a:rect l="l" t="t" r="r" b="b"/>
              <a:pathLst>
                <a:path w="2824" h="35306">
                  <a:moveTo>
                    <a:pt x="0" y="35307"/>
                  </a:moveTo>
                  <a:lnTo>
                    <a:pt x="0" y="0"/>
                  </a:lnTo>
                </a:path>
              </a:pathLst>
            </a:custGeom>
            <a:ln w="8472" cap="flat">
              <a:solidFill>
                <a:srgbClr val="01355A"/>
              </a:solidFill>
              <a:prstDash val="solid"/>
              <a:miter/>
            </a:ln>
          </p:spPr>
          <p:txBody>
            <a:bodyPr rtlCol="1" anchor="ctr"/>
            <a:lstStyle/>
            <a:p>
              <a:endParaRPr lang="ar-SA"/>
            </a:p>
          </p:txBody>
        </p:sp>
        <p:sp>
          <p:nvSpPr>
            <p:cNvPr id="9959" name="شكل حر: شكل 11129">
              <a:extLst>
                <a:ext uri="{FF2B5EF4-FFF2-40B4-BE49-F238E27FC236}">
                  <a16:creationId xmlns:a16="http://schemas.microsoft.com/office/drawing/2014/main" id="{0F369813-CEC6-AF95-98EB-464388A5857C}"/>
                </a:ext>
              </a:extLst>
            </p:cNvPr>
            <p:cNvSpPr/>
            <p:nvPr/>
          </p:nvSpPr>
          <p:spPr>
            <a:xfrm>
              <a:off x="4199034" y="4612033"/>
              <a:ext cx="82363" cy="112756"/>
            </a:xfrm>
            <a:custGeom>
              <a:avLst/>
              <a:gdLst>
                <a:gd name="connsiteX0" fmla="*/ 0 w 82363"/>
                <a:gd name="connsiteY0" fmla="*/ 112756 h 112756"/>
                <a:gd name="connsiteX1" fmla="*/ 0 w 82363"/>
                <a:gd name="connsiteY1" fmla="*/ 16467 h 112756"/>
                <a:gd name="connsiteX2" fmla="*/ 16467 w 82363"/>
                <a:gd name="connsiteY2" fmla="*/ 0 h 112756"/>
                <a:gd name="connsiteX3" fmla="*/ 82364 w 82363"/>
                <a:gd name="connsiteY3" fmla="*/ 0 h 112756"/>
              </a:gdLst>
              <a:ahLst/>
              <a:cxnLst>
                <a:cxn ang="0">
                  <a:pos x="connsiteX0" y="connsiteY0"/>
                </a:cxn>
                <a:cxn ang="0">
                  <a:pos x="connsiteX1" y="connsiteY1"/>
                </a:cxn>
                <a:cxn ang="0">
                  <a:pos x="connsiteX2" y="connsiteY2"/>
                </a:cxn>
                <a:cxn ang="0">
                  <a:pos x="connsiteX3" y="connsiteY3"/>
                </a:cxn>
              </a:cxnLst>
              <a:rect l="l" t="t" r="r" b="b"/>
              <a:pathLst>
                <a:path w="82363" h="112756">
                  <a:moveTo>
                    <a:pt x="0" y="112756"/>
                  </a:moveTo>
                  <a:lnTo>
                    <a:pt x="0" y="16467"/>
                  </a:lnTo>
                  <a:cubicBezTo>
                    <a:pt x="0" y="7372"/>
                    <a:pt x="7372" y="0"/>
                    <a:pt x="16467" y="0"/>
                  </a:cubicBezTo>
                  <a:lnTo>
                    <a:pt x="82364" y="0"/>
                  </a:lnTo>
                </a:path>
              </a:pathLst>
            </a:custGeom>
            <a:noFill/>
            <a:ln w="8472" cap="flat">
              <a:solidFill>
                <a:srgbClr val="01355A"/>
              </a:solidFill>
              <a:prstDash val="solid"/>
              <a:miter/>
            </a:ln>
          </p:spPr>
          <p:txBody>
            <a:bodyPr rtlCol="1" anchor="ctr"/>
            <a:lstStyle/>
            <a:p>
              <a:endParaRPr lang="ar-SA"/>
            </a:p>
          </p:txBody>
        </p:sp>
        <p:sp>
          <p:nvSpPr>
            <p:cNvPr id="9960" name="شكل حر: شكل 11130">
              <a:extLst>
                <a:ext uri="{FF2B5EF4-FFF2-40B4-BE49-F238E27FC236}">
                  <a16:creationId xmlns:a16="http://schemas.microsoft.com/office/drawing/2014/main" id="{1BBFCFBC-2E83-1943-FEC4-83EAF4F14CEE}"/>
                </a:ext>
              </a:extLst>
            </p:cNvPr>
            <p:cNvSpPr/>
            <p:nvPr/>
          </p:nvSpPr>
          <p:spPr>
            <a:xfrm>
              <a:off x="4217789" y="4581132"/>
              <a:ext cx="35645" cy="30900"/>
            </a:xfrm>
            <a:custGeom>
              <a:avLst/>
              <a:gdLst>
                <a:gd name="connsiteX0" fmla="*/ 0 w 35645"/>
                <a:gd name="connsiteY0" fmla="*/ 30900 h 30900"/>
                <a:gd name="connsiteX1" fmla="*/ 0 w 35645"/>
                <a:gd name="connsiteY1" fmla="*/ 17823 h 30900"/>
                <a:gd name="connsiteX2" fmla="*/ 17823 w 35645"/>
                <a:gd name="connsiteY2" fmla="*/ 0 h 30900"/>
                <a:gd name="connsiteX3" fmla="*/ 17823 w 35645"/>
                <a:gd name="connsiteY3" fmla="*/ 0 h 30900"/>
                <a:gd name="connsiteX4" fmla="*/ 35646 w 35645"/>
                <a:gd name="connsiteY4" fmla="*/ 17823 h 30900"/>
                <a:gd name="connsiteX5" fmla="*/ 35646 w 35645"/>
                <a:gd name="connsiteY5" fmla="*/ 30900 h 30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645" h="30900">
                  <a:moveTo>
                    <a:pt x="0" y="30900"/>
                  </a:moveTo>
                  <a:lnTo>
                    <a:pt x="0" y="17823"/>
                  </a:lnTo>
                  <a:cubicBezTo>
                    <a:pt x="0" y="7965"/>
                    <a:pt x="7993" y="0"/>
                    <a:pt x="17823" y="0"/>
                  </a:cubicBezTo>
                  <a:lnTo>
                    <a:pt x="17823" y="0"/>
                  </a:lnTo>
                  <a:cubicBezTo>
                    <a:pt x="27680" y="0"/>
                    <a:pt x="35646" y="7993"/>
                    <a:pt x="35646" y="17823"/>
                  </a:cubicBezTo>
                  <a:lnTo>
                    <a:pt x="35646" y="30900"/>
                  </a:lnTo>
                </a:path>
              </a:pathLst>
            </a:custGeom>
            <a:noFill/>
            <a:ln w="8472" cap="flat">
              <a:solidFill>
                <a:srgbClr val="01355A"/>
              </a:solidFill>
              <a:prstDash val="solid"/>
              <a:miter/>
            </a:ln>
          </p:spPr>
          <p:txBody>
            <a:bodyPr rtlCol="1" anchor="ctr"/>
            <a:lstStyle/>
            <a:p>
              <a:endParaRPr lang="ar-SA"/>
            </a:p>
          </p:txBody>
        </p:sp>
        <p:sp>
          <p:nvSpPr>
            <p:cNvPr id="9961" name="شكل حر: شكل 11131">
              <a:extLst>
                <a:ext uri="{FF2B5EF4-FFF2-40B4-BE49-F238E27FC236}">
                  <a16:creationId xmlns:a16="http://schemas.microsoft.com/office/drawing/2014/main" id="{04BBE21C-7694-C1E1-BDF0-6EEA4449D348}"/>
                </a:ext>
              </a:extLst>
            </p:cNvPr>
            <p:cNvSpPr/>
            <p:nvPr/>
          </p:nvSpPr>
          <p:spPr>
            <a:xfrm>
              <a:off x="4235612" y="4557350"/>
              <a:ext cx="2824" cy="23782"/>
            </a:xfrm>
            <a:custGeom>
              <a:avLst/>
              <a:gdLst>
                <a:gd name="connsiteX0" fmla="*/ 0 w 2824"/>
                <a:gd name="connsiteY0" fmla="*/ 23783 h 23782"/>
                <a:gd name="connsiteX1" fmla="*/ 0 w 2824"/>
                <a:gd name="connsiteY1" fmla="*/ 0 h 23782"/>
              </a:gdLst>
              <a:ahLst/>
              <a:cxnLst>
                <a:cxn ang="0">
                  <a:pos x="connsiteX0" y="connsiteY0"/>
                </a:cxn>
                <a:cxn ang="0">
                  <a:pos x="connsiteX1" y="connsiteY1"/>
                </a:cxn>
              </a:cxnLst>
              <a:rect l="l" t="t" r="r" b="b"/>
              <a:pathLst>
                <a:path w="2824" h="23782">
                  <a:moveTo>
                    <a:pt x="0" y="23783"/>
                  </a:moveTo>
                  <a:lnTo>
                    <a:pt x="0" y="0"/>
                  </a:lnTo>
                </a:path>
              </a:pathLst>
            </a:custGeom>
            <a:ln w="8472" cap="flat">
              <a:solidFill>
                <a:srgbClr val="01355A"/>
              </a:solidFill>
              <a:prstDash val="solid"/>
              <a:miter/>
            </a:ln>
          </p:spPr>
          <p:txBody>
            <a:bodyPr rtlCol="1" anchor="ctr"/>
            <a:lstStyle/>
            <a:p>
              <a:endParaRPr lang="ar-SA"/>
            </a:p>
          </p:txBody>
        </p:sp>
        <p:sp>
          <p:nvSpPr>
            <p:cNvPr id="9962" name="شكل حر: شكل 11132">
              <a:extLst>
                <a:ext uri="{FF2B5EF4-FFF2-40B4-BE49-F238E27FC236}">
                  <a16:creationId xmlns:a16="http://schemas.microsoft.com/office/drawing/2014/main" id="{A3027453-7E5E-C780-128F-3588AA5D76C7}"/>
                </a:ext>
              </a:extLst>
            </p:cNvPr>
            <p:cNvSpPr/>
            <p:nvPr/>
          </p:nvSpPr>
          <p:spPr>
            <a:xfrm>
              <a:off x="4156976" y="4656915"/>
              <a:ext cx="42057" cy="2824"/>
            </a:xfrm>
            <a:custGeom>
              <a:avLst/>
              <a:gdLst>
                <a:gd name="connsiteX0" fmla="*/ 0 w 42057"/>
                <a:gd name="connsiteY0" fmla="*/ 0 h 2824"/>
                <a:gd name="connsiteX1" fmla="*/ 42058 w 42057"/>
                <a:gd name="connsiteY1" fmla="*/ 0 h 2824"/>
              </a:gdLst>
              <a:ahLst/>
              <a:cxnLst>
                <a:cxn ang="0">
                  <a:pos x="connsiteX0" y="connsiteY0"/>
                </a:cxn>
                <a:cxn ang="0">
                  <a:pos x="connsiteX1" y="connsiteY1"/>
                </a:cxn>
              </a:cxnLst>
              <a:rect l="l" t="t" r="r" b="b"/>
              <a:pathLst>
                <a:path w="42057" h="2824">
                  <a:moveTo>
                    <a:pt x="0" y="0"/>
                  </a:moveTo>
                  <a:lnTo>
                    <a:pt x="42058" y="0"/>
                  </a:lnTo>
                </a:path>
              </a:pathLst>
            </a:custGeom>
            <a:ln w="8472" cap="flat">
              <a:solidFill>
                <a:srgbClr val="01355A"/>
              </a:solidFill>
              <a:prstDash val="solid"/>
              <a:miter/>
            </a:ln>
          </p:spPr>
          <p:txBody>
            <a:bodyPr rtlCol="1" anchor="ctr"/>
            <a:lstStyle/>
            <a:p>
              <a:endParaRPr lang="ar-SA"/>
            </a:p>
          </p:txBody>
        </p:sp>
      </p:grpSp>
      <p:grpSp>
        <p:nvGrpSpPr>
          <p:cNvPr id="9967" name="رسم 8014">
            <a:extLst>
              <a:ext uri="{FF2B5EF4-FFF2-40B4-BE49-F238E27FC236}">
                <a16:creationId xmlns:a16="http://schemas.microsoft.com/office/drawing/2014/main" id="{0BE051F9-1DA5-0ED8-AFE3-B9E17ADFBC10}"/>
              </a:ext>
            </a:extLst>
          </p:cNvPr>
          <p:cNvGrpSpPr/>
          <p:nvPr/>
        </p:nvGrpSpPr>
        <p:grpSpPr>
          <a:xfrm>
            <a:off x="2852343" y="4860168"/>
            <a:ext cx="252774" cy="306421"/>
            <a:chOff x="2490833" y="4350847"/>
            <a:chExt cx="302141" cy="388765"/>
          </a:xfrm>
          <a:noFill/>
        </p:grpSpPr>
        <p:sp>
          <p:nvSpPr>
            <p:cNvPr id="9968" name="شكل حر: شكل 11143">
              <a:extLst>
                <a:ext uri="{FF2B5EF4-FFF2-40B4-BE49-F238E27FC236}">
                  <a16:creationId xmlns:a16="http://schemas.microsoft.com/office/drawing/2014/main" id="{D23E66D9-7093-5C9B-8EF4-A39F386ED60C}"/>
                </a:ext>
              </a:extLst>
            </p:cNvPr>
            <p:cNvSpPr/>
            <p:nvPr/>
          </p:nvSpPr>
          <p:spPr>
            <a:xfrm rot="-2700000">
              <a:off x="2610674" y="4615514"/>
              <a:ext cx="70048" cy="70048"/>
            </a:xfrm>
            <a:custGeom>
              <a:avLst/>
              <a:gdLst>
                <a:gd name="connsiteX0" fmla="*/ 70049 w 70048"/>
                <a:gd name="connsiteY0" fmla="*/ 35024 h 70048"/>
                <a:gd name="connsiteX1" fmla="*/ 35024 w 70048"/>
                <a:gd name="connsiteY1" fmla="*/ 70049 h 70048"/>
                <a:gd name="connsiteX2" fmla="*/ 0 w 70048"/>
                <a:gd name="connsiteY2" fmla="*/ 35024 h 70048"/>
                <a:gd name="connsiteX3" fmla="*/ 35024 w 70048"/>
                <a:gd name="connsiteY3" fmla="*/ 0 h 70048"/>
                <a:gd name="connsiteX4" fmla="*/ 70049 w 70048"/>
                <a:gd name="connsiteY4" fmla="*/ 35024 h 700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048" h="70048">
                  <a:moveTo>
                    <a:pt x="70049" y="35024"/>
                  </a:moveTo>
                  <a:cubicBezTo>
                    <a:pt x="70049" y="54368"/>
                    <a:pt x="54368" y="70049"/>
                    <a:pt x="35024" y="70049"/>
                  </a:cubicBezTo>
                  <a:cubicBezTo>
                    <a:pt x="15681" y="70049"/>
                    <a:pt x="0" y="54368"/>
                    <a:pt x="0" y="35024"/>
                  </a:cubicBezTo>
                  <a:cubicBezTo>
                    <a:pt x="0" y="15681"/>
                    <a:pt x="15681" y="0"/>
                    <a:pt x="35024" y="0"/>
                  </a:cubicBezTo>
                  <a:cubicBezTo>
                    <a:pt x="54368" y="0"/>
                    <a:pt x="70049" y="15681"/>
                    <a:pt x="70049" y="35024"/>
                  </a:cubicBezTo>
                  <a:close/>
                </a:path>
              </a:pathLst>
            </a:custGeom>
            <a:noFill/>
            <a:ln w="8472" cap="flat">
              <a:solidFill>
                <a:srgbClr val="17A3A3"/>
              </a:solidFill>
              <a:prstDash val="solid"/>
              <a:miter/>
            </a:ln>
          </p:spPr>
          <p:txBody>
            <a:bodyPr rtlCol="1" anchor="ctr"/>
            <a:lstStyle/>
            <a:p>
              <a:endParaRPr lang="ar-SA"/>
            </a:p>
          </p:txBody>
        </p:sp>
        <p:sp>
          <p:nvSpPr>
            <p:cNvPr id="9969" name="شكل حر: شكل 11144">
              <a:extLst>
                <a:ext uri="{FF2B5EF4-FFF2-40B4-BE49-F238E27FC236}">
                  <a16:creationId xmlns:a16="http://schemas.microsoft.com/office/drawing/2014/main" id="{CFC962DD-7482-7A32-953A-3642BD838C99}"/>
                </a:ext>
              </a:extLst>
            </p:cNvPr>
            <p:cNvSpPr/>
            <p:nvPr/>
          </p:nvSpPr>
          <p:spPr>
            <a:xfrm>
              <a:off x="2629913" y="4638583"/>
              <a:ext cx="31578" cy="23867"/>
            </a:xfrm>
            <a:custGeom>
              <a:avLst/>
              <a:gdLst>
                <a:gd name="connsiteX0" fmla="*/ 0 w 31578"/>
                <a:gd name="connsiteY0" fmla="*/ 13134 h 23867"/>
                <a:gd name="connsiteX1" fmla="*/ 12061 w 31578"/>
                <a:gd name="connsiteY1" fmla="*/ 23867 h 23867"/>
                <a:gd name="connsiteX2" fmla="*/ 31578 w 31578"/>
                <a:gd name="connsiteY2" fmla="*/ 0 h 23867"/>
              </a:gdLst>
              <a:ahLst/>
              <a:cxnLst>
                <a:cxn ang="0">
                  <a:pos x="connsiteX0" y="connsiteY0"/>
                </a:cxn>
                <a:cxn ang="0">
                  <a:pos x="connsiteX1" y="connsiteY1"/>
                </a:cxn>
                <a:cxn ang="0">
                  <a:pos x="connsiteX2" y="connsiteY2"/>
                </a:cxn>
              </a:cxnLst>
              <a:rect l="l" t="t" r="r" b="b"/>
              <a:pathLst>
                <a:path w="31578" h="23867">
                  <a:moveTo>
                    <a:pt x="0" y="13134"/>
                  </a:moveTo>
                  <a:lnTo>
                    <a:pt x="12061" y="23867"/>
                  </a:lnTo>
                  <a:lnTo>
                    <a:pt x="31578" y="0"/>
                  </a:lnTo>
                </a:path>
              </a:pathLst>
            </a:custGeom>
            <a:noFill/>
            <a:ln w="8472" cap="flat">
              <a:solidFill>
                <a:srgbClr val="17A3A3"/>
              </a:solidFill>
              <a:prstDash val="solid"/>
              <a:miter/>
            </a:ln>
          </p:spPr>
          <p:txBody>
            <a:bodyPr rtlCol="1" anchor="ctr"/>
            <a:lstStyle/>
            <a:p>
              <a:endParaRPr lang="ar-SA"/>
            </a:p>
          </p:txBody>
        </p:sp>
        <p:sp>
          <p:nvSpPr>
            <p:cNvPr id="9970" name="شكل حر: شكل 11145">
              <a:extLst>
                <a:ext uri="{FF2B5EF4-FFF2-40B4-BE49-F238E27FC236}">
                  <a16:creationId xmlns:a16="http://schemas.microsoft.com/office/drawing/2014/main" id="{8CEC7A24-D78C-2589-B055-4C12232AE9CC}"/>
                </a:ext>
              </a:extLst>
            </p:cNvPr>
            <p:cNvSpPr/>
            <p:nvPr/>
          </p:nvSpPr>
          <p:spPr>
            <a:xfrm>
              <a:off x="2490833" y="4600622"/>
              <a:ext cx="61998" cy="21212"/>
            </a:xfrm>
            <a:custGeom>
              <a:avLst/>
              <a:gdLst>
                <a:gd name="connsiteX0" fmla="*/ 61999 w 61998"/>
                <a:gd name="connsiteY0" fmla="*/ 0 h 21212"/>
                <a:gd name="connsiteX1" fmla="*/ 8050 w 61998"/>
                <a:gd name="connsiteY1" fmla="*/ 0 h 21212"/>
                <a:gd name="connsiteX2" fmla="*/ 0 w 61998"/>
                <a:gd name="connsiteY2" fmla="*/ 8050 h 21212"/>
                <a:gd name="connsiteX3" fmla="*/ 0 w 61998"/>
                <a:gd name="connsiteY3" fmla="*/ 21212 h 21212"/>
                <a:gd name="connsiteX4" fmla="*/ 48695 w 61998"/>
                <a:gd name="connsiteY4" fmla="*/ 21212 h 21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98" h="21212">
                  <a:moveTo>
                    <a:pt x="61999" y="0"/>
                  </a:moveTo>
                  <a:lnTo>
                    <a:pt x="8050" y="0"/>
                  </a:lnTo>
                  <a:cubicBezTo>
                    <a:pt x="3615" y="0"/>
                    <a:pt x="0" y="3587"/>
                    <a:pt x="0" y="8050"/>
                  </a:cubicBezTo>
                  <a:lnTo>
                    <a:pt x="0" y="21212"/>
                  </a:lnTo>
                  <a:cubicBezTo>
                    <a:pt x="0" y="21212"/>
                    <a:pt x="48695" y="21212"/>
                    <a:pt x="48695" y="21212"/>
                  </a:cubicBezTo>
                </a:path>
              </a:pathLst>
            </a:custGeom>
            <a:noFill/>
            <a:ln w="8472" cap="flat">
              <a:solidFill>
                <a:srgbClr val="01355A"/>
              </a:solidFill>
              <a:prstDash val="solid"/>
              <a:miter/>
            </a:ln>
          </p:spPr>
          <p:txBody>
            <a:bodyPr rtlCol="1" anchor="ctr"/>
            <a:lstStyle/>
            <a:p>
              <a:endParaRPr lang="ar-SA"/>
            </a:p>
          </p:txBody>
        </p:sp>
        <p:sp>
          <p:nvSpPr>
            <p:cNvPr id="9971" name="شكل حر: شكل 11146">
              <a:extLst>
                <a:ext uri="{FF2B5EF4-FFF2-40B4-BE49-F238E27FC236}">
                  <a16:creationId xmlns:a16="http://schemas.microsoft.com/office/drawing/2014/main" id="{4C7C6C92-16F9-B05A-69F3-0650A9F014A8}"/>
                </a:ext>
              </a:extLst>
            </p:cNvPr>
            <p:cNvSpPr/>
            <p:nvPr/>
          </p:nvSpPr>
          <p:spPr>
            <a:xfrm>
              <a:off x="2523823" y="4444707"/>
              <a:ext cx="58016" cy="58016"/>
            </a:xfrm>
            <a:custGeom>
              <a:avLst/>
              <a:gdLst>
                <a:gd name="connsiteX0" fmla="*/ 58016 w 58016"/>
                <a:gd name="connsiteY0" fmla="*/ 29008 h 58016"/>
                <a:gd name="connsiteX1" fmla="*/ 29008 w 58016"/>
                <a:gd name="connsiteY1" fmla="*/ 58016 h 58016"/>
                <a:gd name="connsiteX2" fmla="*/ 0 w 58016"/>
                <a:gd name="connsiteY2" fmla="*/ 29008 h 58016"/>
                <a:gd name="connsiteX3" fmla="*/ 29008 w 58016"/>
                <a:gd name="connsiteY3" fmla="*/ 0 h 58016"/>
                <a:gd name="connsiteX4" fmla="*/ 58016 w 58016"/>
                <a:gd name="connsiteY4" fmla="*/ 29008 h 580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016" h="58016">
                  <a:moveTo>
                    <a:pt x="58016" y="29008"/>
                  </a:moveTo>
                  <a:cubicBezTo>
                    <a:pt x="58016" y="45023"/>
                    <a:pt x="45023" y="58016"/>
                    <a:pt x="29008" y="58016"/>
                  </a:cubicBezTo>
                  <a:cubicBezTo>
                    <a:pt x="12993" y="58016"/>
                    <a:pt x="0" y="45023"/>
                    <a:pt x="0" y="29008"/>
                  </a:cubicBezTo>
                  <a:cubicBezTo>
                    <a:pt x="0" y="12993"/>
                    <a:pt x="12993" y="0"/>
                    <a:pt x="29008" y="0"/>
                  </a:cubicBezTo>
                  <a:cubicBezTo>
                    <a:pt x="45023" y="0"/>
                    <a:pt x="58016" y="12993"/>
                    <a:pt x="58016" y="29008"/>
                  </a:cubicBezTo>
                  <a:close/>
                </a:path>
              </a:pathLst>
            </a:custGeom>
            <a:noFill/>
            <a:ln w="8472" cap="flat">
              <a:solidFill>
                <a:srgbClr val="01355A"/>
              </a:solidFill>
              <a:prstDash val="solid"/>
              <a:miter/>
            </a:ln>
          </p:spPr>
          <p:txBody>
            <a:bodyPr rtlCol="1" anchor="ctr"/>
            <a:lstStyle/>
            <a:p>
              <a:endParaRPr lang="ar-SA"/>
            </a:p>
          </p:txBody>
        </p:sp>
        <p:sp>
          <p:nvSpPr>
            <p:cNvPr id="9972" name="شكل حر: شكل 11147">
              <a:extLst>
                <a:ext uri="{FF2B5EF4-FFF2-40B4-BE49-F238E27FC236}">
                  <a16:creationId xmlns:a16="http://schemas.microsoft.com/office/drawing/2014/main" id="{2626B02D-604D-845B-3F14-9B53C760649A}"/>
                </a:ext>
              </a:extLst>
            </p:cNvPr>
            <p:cNvSpPr/>
            <p:nvPr/>
          </p:nvSpPr>
          <p:spPr>
            <a:xfrm>
              <a:off x="2569847" y="4497187"/>
              <a:ext cx="16427" cy="67760"/>
            </a:xfrm>
            <a:custGeom>
              <a:avLst/>
              <a:gdLst>
                <a:gd name="connsiteX0" fmla="*/ 16427 w 16427"/>
                <a:gd name="connsiteY0" fmla="*/ 67761 h 67760"/>
                <a:gd name="connsiteX1" fmla="*/ 17 w 16427"/>
                <a:gd name="connsiteY1" fmla="*/ 19461 h 67760"/>
                <a:gd name="connsiteX2" fmla="*/ 17 w 16427"/>
                <a:gd name="connsiteY2" fmla="*/ 0 h 67760"/>
              </a:gdLst>
              <a:ahLst/>
              <a:cxnLst>
                <a:cxn ang="0">
                  <a:pos x="connsiteX0" y="connsiteY0"/>
                </a:cxn>
                <a:cxn ang="0">
                  <a:pos x="connsiteX1" y="connsiteY1"/>
                </a:cxn>
                <a:cxn ang="0">
                  <a:pos x="connsiteX2" y="connsiteY2"/>
                </a:cxn>
              </a:cxnLst>
              <a:rect l="l" t="t" r="r" b="b"/>
              <a:pathLst>
                <a:path w="16427" h="67760">
                  <a:moveTo>
                    <a:pt x="16427" y="67761"/>
                  </a:moveTo>
                  <a:cubicBezTo>
                    <a:pt x="10750" y="61208"/>
                    <a:pt x="-492" y="44910"/>
                    <a:pt x="17" y="19461"/>
                  </a:cubicBezTo>
                  <a:lnTo>
                    <a:pt x="17" y="0"/>
                  </a:lnTo>
                </a:path>
              </a:pathLst>
            </a:custGeom>
            <a:noFill/>
            <a:ln w="8472" cap="flat">
              <a:solidFill>
                <a:srgbClr val="01355A"/>
              </a:solidFill>
              <a:prstDash val="solid"/>
              <a:miter/>
            </a:ln>
          </p:spPr>
          <p:txBody>
            <a:bodyPr rtlCol="1" anchor="ctr"/>
            <a:lstStyle/>
            <a:p>
              <a:endParaRPr lang="ar-SA"/>
            </a:p>
          </p:txBody>
        </p:sp>
        <p:sp>
          <p:nvSpPr>
            <p:cNvPr id="9973" name="شكل حر: شكل 11148">
              <a:extLst>
                <a:ext uri="{FF2B5EF4-FFF2-40B4-BE49-F238E27FC236}">
                  <a16:creationId xmlns:a16="http://schemas.microsoft.com/office/drawing/2014/main" id="{E39FC87E-891D-9FEE-30D8-3539F7AE63CE}"/>
                </a:ext>
              </a:extLst>
            </p:cNvPr>
            <p:cNvSpPr/>
            <p:nvPr/>
          </p:nvSpPr>
          <p:spPr>
            <a:xfrm>
              <a:off x="2501707" y="4497187"/>
              <a:ext cx="34108" cy="103434"/>
            </a:xfrm>
            <a:custGeom>
              <a:avLst/>
              <a:gdLst>
                <a:gd name="connsiteX0" fmla="*/ 0 w 34108"/>
                <a:gd name="connsiteY0" fmla="*/ 103435 h 103434"/>
                <a:gd name="connsiteX1" fmla="*/ 14518 w 34108"/>
                <a:gd name="connsiteY1" fmla="*/ 71037 h 103434"/>
                <a:gd name="connsiteX2" fmla="*/ 34092 w 34108"/>
                <a:gd name="connsiteY2" fmla="*/ 19461 h 103434"/>
                <a:gd name="connsiteX3" fmla="*/ 34092 w 34108"/>
                <a:gd name="connsiteY3" fmla="*/ 0 h 103434"/>
              </a:gdLst>
              <a:ahLst/>
              <a:cxnLst>
                <a:cxn ang="0">
                  <a:pos x="connsiteX0" y="connsiteY0"/>
                </a:cxn>
                <a:cxn ang="0">
                  <a:pos x="connsiteX1" y="connsiteY1"/>
                </a:cxn>
                <a:cxn ang="0">
                  <a:pos x="connsiteX2" y="connsiteY2"/>
                </a:cxn>
                <a:cxn ang="0">
                  <a:pos x="connsiteX3" y="connsiteY3"/>
                </a:cxn>
              </a:cxnLst>
              <a:rect l="l" t="t" r="r" b="b"/>
              <a:pathLst>
                <a:path w="34108" h="103434">
                  <a:moveTo>
                    <a:pt x="0" y="103435"/>
                  </a:moveTo>
                  <a:cubicBezTo>
                    <a:pt x="283" y="86713"/>
                    <a:pt x="9321" y="77364"/>
                    <a:pt x="14518" y="71037"/>
                  </a:cubicBezTo>
                  <a:cubicBezTo>
                    <a:pt x="14518" y="71037"/>
                    <a:pt x="34770" y="53384"/>
                    <a:pt x="34092" y="19461"/>
                  </a:cubicBezTo>
                  <a:lnTo>
                    <a:pt x="34092" y="0"/>
                  </a:lnTo>
                </a:path>
              </a:pathLst>
            </a:custGeom>
            <a:noFill/>
            <a:ln w="8472" cap="flat">
              <a:solidFill>
                <a:srgbClr val="01355A"/>
              </a:solidFill>
              <a:prstDash val="solid"/>
              <a:miter/>
            </a:ln>
          </p:spPr>
          <p:txBody>
            <a:bodyPr rtlCol="1" anchor="ctr"/>
            <a:lstStyle/>
            <a:p>
              <a:endParaRPr lang="ar-SA"/>
            </a:p>
          </p:txBody>
        </p:sp>
        <p:grpSp>
          <p:nvGrpSpPr>
            <p:cNvPr id="9974" name="رسم 8014">
              <a:extLst>
                <a:ext uri="{FF2B5EF4-FFF2-40B4-BE49-F238E27FC236}">
                  <a16:creationId xmlns:a16="http://schemas.microsoft.com/office/drawing/2014/main" id="{A29C6F99-A529-F976-70A4-0E1B68E0C838}"/>
                </a:ext>
              </a:extLst>
            </p:cNvPr>
            <p:cNvGrpSpPr/>
            <p:nvPr/>
          </p:nvGrpSpPr>
          <p:grpSpPr>
            <a:xfrm>
              <a:off x="2703521" y="4394006"/>
              <a:ext cx="89453" cy="228675"/>
              <a:chOff x="2703521" y="4394006"/>
              <a:chExt cx="89453" cy="228675"/>
            </a:xfrm>
            <a:noFill/>
          </p:grpSpPr>
          <p:sp>
            <p:nvSpPr>
              <p:cNvPr id="9983" name="شكل حر: شكل 11150">
                <a:extLst>
                  <a:ext uri="{FF2B5EF4-FFF2-40B4-BE49-F238E27FC236}">
                    <a16:creationId xmlns:a16="http://schemas.microsoft.com/office/drawing/2014/main" id="{F646FD41-9AF8-3926-CD7D-DDE2068F32B1}"/>
                  </a:ext>
                </a:extLst>
              </p:cNvPr>
              <p:cNvSpPr/>
              <p:nvPr/>
            </p:nvSpPr>
            <p:spPr>
              <a:xfrm>
                <a:off x="2703521" y="4394006"/>
                <a:ext cx="82821" cy="206869"/>
              </a:xfrm>
              <a:custGeom>
                <a:avLst/>
                <a:gdLst>
                  <a:gd name="connsiteX0" fmla="*/ 81319 w 82821"/>
                  <a:gd name="connsiteY0" fmla="*/ 206870 h 206869"/>
                  <a:gd name="connsiteX1" fmla="*/ 76404 w 82821"/>
                  <a:gd name="connsiteY1" fmla="*/ 182777 h 206869"/>
                  <a:gd name="connsiteX2" fmla="*/ 72958 w 82821"/>
                  <a:gd name="connsiteY2" fmla="*/ 179218 h 206869"/>
                  <a:gd name="connsiteX3" fmla="*/ 52085 w 82821"/>
                  <a:gd name="connsiteY3" fmla="*/ 110073 h 206869"/>
                  <a:gd name="connsiteX4" fmla="*/ 60699 w 82821"/>
                  <a:gd name="connsiteY4" fmla="*/ 101401 h 206869"/>
                  <a:gd name="connsiteX5" fmla="*/ 69032 w 82821"/>
                  <a:gd name="connsiteY5" fmla="*/ 94142 h 206869"/>
                  <a:gd name="connsiteX6" fmla="*/ 69032 w 82821"/>
                  <a:gd name="connsiteY6" fmla="*/ 91233 h 206869"/>
                  <a:gd name="connsiteX7" fmla="*/ 61773 w 82821"/>
                  <a:gd name="connsiteY7" fmla="*/ 83974 h 206869"/>
                  <a:gd name="connsiteX8" fmla="*/ 52339 w 82821"/>
                  <a:gd name="connsiteY8" fmla="*/ 81855 h 206869"/>
                  <a:gd name="connsiteX9" fmla="*/ 53327 w 82821"/>
                  <a:gd name="connsiteY9" fmla="*/ 72958 h 206869"/>
                  <a:gd name="connsiteX10" fmla="*/ 61547 w 82821"/>
                  <a:gd name="connsiteY10" fmla="*/ 47961 h 206869"/>
                  <a:gd name="connsiteX11" fmla="*/ 57649 w 82821"/>
                  <a:gd name="connsiteY11" fmla="*/ 25760 h 206869"/>
                  <a:gd name="connsiteX12" fmla="*/ 39572 w 82821"/>
                  <a:gd name="connsiteY12" fmla="*/ 2712 h 206869"/>
                  <a:gd name="connsiteX13" fmla="*/ 28415 w 82821"/>
                  <a:gd name="connsiteY13" fmla="*/ 2712 h 206869"/>
                  <a:gd name="connsiteX14" fmla="*/ 10338 w 82821"/>
                  <a:gd name="connsiteY14" fmla="*/ 25760 h 206869"/>
                  <a:gd name="connsiteX15" fmla="*/ 6440 w 82821"/>
                  <a:gd name="connsiteY15" fmla="*/ 47961 h 206869"/>
                  <a:gd name="connsiteX16" fmla="*/ 15648 w 82821"/>
                  <a:gd name="connsiteY16" fmla="*/ 81855 h 206869"/>
                  <a:gd name="connsiteX17" fmla="*/ 12626 w 82821"/>
                  <a:gd name="connsiteY17" fmla="*/ 83974 h 206869"/>
                  <a:gd name="connsiteX18" fmla="*/ 7259 w 82821"/>
                  <a:gd name="connsiteY18" fmla="*/ 83974 h 206869"/>
                  <a:gd name="connsiteX19" fmla="*/ 0 w 82821"/>
                  <a:gd name="connsiteY19" fmla="*/ 91233 h 206869"/>
                  <a:gd name="connsiteX20" fmla="*/ 0 w 82821"/>
                  <a:gd name="connsiteY20" fmla="*/ 94142 h 206869"/>
                  <a:gd name="connsiteX21" fmla="*/ 7259 w 82821"/>
                  <a:gd name="connsiteY21" fmla="*/ 101401 h 206869"/>
                  <a:gd name="connsiteX22" fmla="*/ 16185 w 82821"/>
                  <a:gd name="connsiteY22" fmla="*/ 111711 h 206869"/>
                  <a:gd name="connsiteX23" fmla="*/ 2118 w 82821"/>
                  <a:gd name="connsiteY23" fmla="*/ 170772 h 2068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821" h="206869">
                    <a:moveTo>
                      <a:pt x="81319" y="206870"/>
                    </a:moveTo>
                    <a:cubicBezTo>
                      <a:pt x="84482" y="198566"/>
                      <a:pt x="82561" y="189160"/>
                      <a:pt x="76404" y="182777"/>
                    </a:cubicBezTo>
                    <a:lnTo>
                      <a:pt x="72958" y="179218"/>
                    </a:lnTo>
                    <a:cubicBezTo>
                      <a:pt x="55644" y="161253"/>
                      <a:pt x="47198" y="135776"/>
                      <a:pt x="52085" y="110073"/>
                    </a:cubicBezTo>
                    <a:cubicBezTo>
                      <a:pt x="52932" y="105610"/>
                      <a:pt x="56406" y="102249"/>
                      <a:pt x="60699" y="101401"/>
                    </a:cubicBezTo>
                    <a:cubicBezTo>
                      <a:pt x="66292" y="101401"/>
                      <a:pt x="69032" y="97955"/>
                      <a:pt x="69032" y="94142"/>
                    </a:cubicBezTo>
                    <a:lnTo>
                      <a:pt x="69032" y="91233"/>
                    </a:lnTo>
                    <a:cubicBezTo>
                      <a:pt x="69032" y="87222"/>
                      <a:pt x="65784" y="83974"/>
                      <a:pt x="61773" y="83974"/>
                    </a:cubicBezTo>
                    <a:cubicBezTo>
                      <a:pt x="55672" y="83974"/>
                      <a:pt x="53158" y="84567"/>
                      <a:pt x="52339" y="81855"/>
                    </a:cubicBezTo>
                    <a:cubicBezTo>
                      <a:pt x="51407" y="78720"/>
                      <a:pt x="52056" y="75077"/>
                      <a:pt x="53327" y="72958"/>
                    </a:cubicBezTo>
                    <a:lnTo>
                      <a:pt x="61547" y="47961"/>
                    </a:lnTo>
                    <a:cubicBezTo>
                      <a:pt x="64032" y="40363"/>
                      <a:pt x="62564" y="32059"/>
                      <a:pt x="57649" y="25760"/>
                    </a:cubicBezTo>
                    <a:lnTo>
                      <a:pt x="39572" y="2712"/>
                    </a:lnTo>
                    <a:cubicBezTo>
                      <a:pt x="36719" y="-904"/>
                      <a:pt x="31239" y="-904"/>
                      <a:pt x="28415" y="2712"/>
                    </a:cubicBezTo>
                    <a:lnTo>
                      <a:pt x="10338" y="25760"/>
                    </a:lnTo>
                    <a:cubicBezTo>
                      <a:pt x="5395" y="32030"/>
                      <a:pt x="3954" y="40363"/>
                      <a:pt x="6440" y="47961"/>
                    </a:cubicBezTo>
                    <a:cubicBezTo>
                      <a:pt x="16552" y="78692"/>
                      <a:pt x="16863" y="77703"/>
                      <a:pt x="15648" y="81855"/>
                    </a:cubicBezTo>
                    <a:cubicBezTo>
                      <a:pt x="15224" y="83268"/>
                      <a:pt x="13982" y="83974"/>
                      <a:pt x="12626" y="83974"/>
                    </a:cubicBezTo>
                    <a:lnTo>
                      <a:pt x="7259" y="83974"/>
                    </a:lnTo>
                    <a:cubicBezTo>
                      <a:pt x="3248" y="83974"/>
                      <a:pt x="0" y="87222"/>
                      <a:pt x="0" y="91233"/>
                    </a:cubicBezTo>
                    <a:lnTo>
                      <a:pt x="0" y="94142"/>
                    </a:lnTo>
                    <a:cubicBezTo>
                      <a:pt x="0" y="98153"/>
                      <a:pt x="3248" y="101401"/>
                      <a:pt x="7259" y="101401"/>
                    </a:cubicBezTo>
                    <a:cubicBezTo>
                      <a:pt x="11722" y="102277"/>
                      <a:pt x="15111" y="105384"/>
                      <a:pt x="16185" y="111711"/>
                    </a:cubicBezTo>
                    <a:cubicBezTo>
                      <a:pt x="19744" y="132613"/>
                      <a:pt x="14433" y="153853"/>
                      <a:pt x="2118" y="170772"/>
                    </a:cubicBezTo>
                  </a:path>
                </a:pathLst>
              </a:custGeom>
              <a:noFill/>
              <a:ln w="8472" cap="flat">
                <a:solidFill>
                  <a:srgbClr val="01355A"/>
                </a:solidFill>
                <a:prstDash val="solid"/>
                <a:miter/>
              </a:ln>
            </p:spPr>
            <p:txBody>
              <a:bodyPr rtlCol="1" anchor="ctr"/>
              <a:lstStyle/>
              <a:p>
                <a:endParaRPr lang="ar-SA"/>
              </a:p>
            </p:txBody>
          </p:sp>
          <p:sp>
            <p:nvSpPr>
              <p:cNvPr id="9984" name="شكل حر: شكل 11151">
                <a:extLst>
                  <a:ext uri="{FF2B5EF4-FFF2-40B4-BE49-F238E27FC236}">
                    <a16:creationId xmlns:a16="http://schemas.microsoft.com/office/drawing/2014/main" id="{5C333236-72B3-D256-4C3D-AF3A7191F814}"/>
                  </a:ext>
                </a:extLst>
              </p:cNvPr>
              <p:cNvSpPr/>
              <p:nvPr/>
            </p:nvSpPr>
            <p:spPr>
              <a:xfrm>
                <a:off x="2739167" y="4602684"/>
                <a:ext cx="53807" cy="19997"/>
              </a:xfrm>
              <a:custGeom>
                <a:avLst/>
                <a:gdLst>
                  <a:gd name="connsiteX0" fmla="*/ 0 w 53807"/>
                  <a:gd name="connsiteY0" fmla="*/ 0 h 19997"/>
                  <a:gd name="connsiteX1" fmla="*/ 46605 w 53807"/>
                  <a:gd name="connsiteY1" fmla="*/ 0 h 19997"/>
                  <a:gd name="connsiteX2" fmla="*/ 53808 w 53807"/>
                  <a:gd name="connsiteY2" fmla="*/ 7202 h 19997"/>
                  <a:gd name="connsiteX3" fmla="*/ 53808 w 53807"/>
                  <a:gd name="connsiteY3" fmla="*/ 19998 h 19997"/>
                  <a:gd name="connsiteX4" fmla="*/ 12230 w 53807"/>
                  <a:gd name="connsiteY4" fmla="*/ 19998 h 19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807" h="19997">
                    <a:moveTo>
                      <a:pt x="0" y="0"/>
                    </a:moveTo>
                    <a:lnTo>
                      <a:pt x="46605" y="0"/>
                    </a:lnTo>
                    <a:cubicBezTo>
                      <a:pt x="50588" y="0"/>
                      <a:pt x="53808" y="3220"/>
                      <a:pt x="53808" y="7202"/>
                    </a:cubicBezTo>
                    <a:lnTo>
                      <a:pt x="53808" y="19998"/>
                    </a:lnTo>
                    <a:lnTo>
                      <a:pt x="12230" y="19998"/>
                    </a:lnTo>
                  </a:path>
                </a:pathLst>
              </a:custGeom>
              <a:noFill/>
              <a:ln w="8472" cap="flat">
                <a:solidFill>
                  <a:srgbClr val="01355A"/>
                </a:solidFill>
                <a:prstDash val="solid"/>
                <a:miter/>
              </a:ln>
            </p:spPr>
            <p:txBody>
              <a:bodyPr rtlCol="1" anchor="ctr"/>
              <a:lstStyle/>
              <a:p>
                <a:endParaRPr lang="ar-SA"/>
              </a:p>
            </p:txBody>
          </p:sp>
        </p:grpSp>
        <p:sp>
          <p:nvSpPr>
            <p:cNvPr id="9975" name="شكل حر: شكل 11152">
              <a:extLst>
                <a:ext uri="{FF2B5EF4-FFF2-40B4-BE49-F238E27FC236}">
                  <a16:creationId xmlns:a16="http://schemas.microsoft.com/office/drawing/2014/main" id="{50DC0F8F-268D-0423-86B0-19999B55CE7B}"/>
                </a:ext>
              </a:extLst>
            </p:cNvPr>
            <p:cNvSpPr/>
            <p:nvPr/>
          </p:nvSpPr>
          <p:spPr>
            <a:xfrm>
              <a:off x="2737444" y="4350847"/>
              <a:ext cx="2824" cy="43130"/>
            </a:xfrm>
            <a:custGeom>
              <a:avLst/>
              <a:gdLst>
                <a:gd name="connsiteX0" fmla="*/ 0 w 2824"/>
                <a:gd name="connsiteY0" fmla="*/ 43131 h 43130"/>
                <a:gd name="connsiteX1" fmla="*/ 0 w 2824"/>
                <a:gd name="connsiteY1" fmla="*/ 0 h 43130"/>
              </a:gdLst>
              <a:ahLst/>
              <a:cxnLst>
                <a:cxn ang="0">
                  <a:pos x="connsiteX0" y="connsiteY0"/>
                </a:cxn>
                <a:cxn ang="0">
                  <a:pos x="connsiteX1" y="connsiteY1"/>
                </a:cxn>
              </a:cxnLst>
              <a:rect l="l" t="t" r="r" b="b"/>
              <a:pathLst>
                <a:path w="2824" h="43130">
                  <a:moveTo>
                    <a:pt x="0" y="43131"/>
                  </a:moveTo>
                  <a:lnTo>
                    <a:pt x="0" y="0"/>
                  </a:lnTo>
                </a:path>
              </a:pathLst>
            </a:custGeom>
            <a:ln w="8472" cap="flat">
              <a:solidFill>
                <a:srgbClr val="01355A"/>
              </a:solidFill>
              <a:prstDash val="solid"/>
              <a:miter/>
            </a:ln>
          </p:spPr>
          <p:txBody>
            <a:bodyPr rtlCol="1" anchor="ctr"/>
            <a:lstStyle/>
            <a:p>
              <a:endParaRPr lang="ar-SA"/>
            </a:p>
          </p:txBody>
        </p:sp>
        <p:sp>
          <p:nvSpPr>
            <p:cNvPr id="9976" name="شكل حر: شكل 11153">
              <a:extLst>
                <a:ext uri="{FF2B5EF4-FFF2-40B4-BE49-F238E27FC236}">
                  <a16:creationId xmlns:a16="http://schemas.microsoft.com/office/drawing/2014/main" id="{2F6E2E6F-44E7-78D9-7112-867246B261EA}"/>
                </a:ext>
              </a:extLst>
            </p:cNvPr>
            <p:cNvSpPr/>
            <p:nvPr/>
          </p:nvSpPr>
          <p:spPr>
            <a:xfrm>
              <a:off x="2720129" y="4370929"/>
              <a:ext cx="34628" cy="2824"/>
            </a:xfrm>
            <a:custGeom>
              <a:avLst/>
              <a:gdLst>
                <a:gd name="connsiteX0" fmla="*/ 0 w 34628"/>
                <a:gd name="connsiteY0" fmla="*/ 0 h 2824"/>
                <a:gd name="connsiteX1" fmla="*/ 34629 w 34628"/>
                <a:gd name="connsiteY1" fmla="*/ 0 h 2824"/>
              </a:gdLst>
              <a:ahLst/>
              <a:cxnLst>
                <a:cxn ang="0">
                  <a:pos x="connsiteX0" y="connsiteY0"/>
                </a:cxn>
                <a:cxn ang="0">
                  <a:pos x="connsiteX1" y="connsiteY1"/>
                </a:cxn>
              </a:cxnLst>
              <a:rect l="l" t="t" r="r" b="b"/>
              <a:pathLst>
                <a:path w="34628" h="2824">
                  <a:moveTo>
                    <a:pt x="0" y="0"/>
                  </a:moveTo>
                  <a:lnTo>
                    <a:pt x="34629" y="0"/>
                  </a:lnTo>
                </a:path>
              </a:pathLst>
            </a:custGeom>
            <a:ln w="8472" cap="flat">
              <a:solidFill>
                <a:srgbClr val="01355A"/>
              </a:solidFill>
              <a:prstDash val="solid"/>
              <a:miter/>
            </a:ln>
          </p:spPr>
          <p:txBody>
            <a:bodyPr rtlCol="1" anchor="ctr"/>
            <a:lstStyle/>
            <a:p>
              <a:endParaRPr lang="ar-SA"/>
            </a:p>
          </p:txBody>
        </p:sp>
        <p:sp>
          <p:nvSpPr>
            <p:cNvPr id="9977" name="شكل حر: شكل 11154">
              <a:extLst>
                <a:ext uri="{FF2B5EF4-FFF2-40B4-BE49-F238E27FC236}">
                  <a16:creationId xmlns:a16="http://schemas.microsoft.com/office/drawing/2014/main" id="{8FBE6A0F-0778-AF80-6C1C-329766E761EE}"/>
                </a:ext>
              </a:extLst>
            </p:cNvPr>
            <p:cNvSpPr/>
            <p:nvPr/>
          </p:nvSpPr>
          <p:spPr>
            <a:xfrm>
              <a:off x="2557991" y="4569071"/>
              <a:ext cx="58505" cy="115185"/>
            </a:xfrm>
            <a:custGeom>
              <a:avLst/>
              <a:gdLst>
                <a:gd name="connsiteX0" fmla="*/ 58505 w 58505"/>
                <a:gd name="connsiteY0" fmla="*/ 0 h 115185"/>
                <a:gd name="connsiteX1" fmla="*/ 37406 w 58505"/>
                <a:gd name="connsiteY1" fmla="*/ 10620 h 115185"/>
                <a:gd name="connsiteX2" fmla="*/ 8398 w 58505"/>
                <a:gd name="connsiteY2" fmla="*/ 44741 h 115185"/>
                <a:gd name="connsiteX3" fmla="*/ 6279 w 58505"/>
                <a:gd name="connsiteY3" fmla="*/ 115185 h 115185"/>
              </a:gdLst>
              <a:ahLst/>
              <a:cxnLst>
                <a:cxn ang="0">
                  <a:pos x="connsiteX0" y="connsiteY0"/>
                </a:cxn>
                <a:cxn ang="0">
                  <a:pos x="connsiteX1" y="connsiteY1"/>
                </a:cxn>
                <a:cxn ang="0">
                  <a:pos x="connsiteX2" y="connsiteY2"/>
                </a:cxn>
                <a:cxn ang="0">
                  <a:pos x="connsiteX3" y="connsiteY3"/>
                </a:cxn>
              </a:cxnLst>
              <a:rect l="l" t="t" r="r" b="b"/>
              <a:pathLst>
                <a:path w="58505" h="115185">
                  <a:moveTo>
                    <a:pt x="58505" y="0"/>
                  </a:moveTo>
                  <a:cubicBezTo>
                    <a:pt x="52376" y="2938"/>
                    <a:pt x="45117" y="5677"/>
                    <a:pt x="37406" y="10620"/>
                  </a:cubicBezTo>
                  <a:cubicBezTo>
                    <a:pt x="24724" y="18783"/>
                    <a:pt x="14894" y="31098"/>
                    <a:pt x="8398" y="44741"/>
                  </a:cubicBezTo>
                  <a:cubicBezTo>
                    <a:pt x="-1996" y="66574"/>
                    <a:pt x="-2787" y="92758"/>
                    <a:pt x="6279" y="115185"/>
                  </a:cubicBezTo>
                </a:path>
              </a:pathLst>
            </a:custGeom>
            <a:noFill/>
            <a:ln w="8472" cap="flat">
              <a:solidFill>
                <a:srgbClr val="17A3A3"/>
              </a:solidFill>
              <a:prstDash val="solid"/>
              <a:miter/>
            </a:ln>
          </p:spPr>
          <p:txBody>
            <a:bodyPr rtlCol="1" anchor="ctr"/>
            <a:lstStyle/>
            <a:p>
              <a:endParaRPr lang="ar-SA"/>
            </a:p>
          </p:txBody>
        </p:sp>
        <p:sp>
          <p:nvSpPr>
            <p:cNvPr id="9978" name="شكل حر: شكل 11155">
              <a:extLst>
                <a:ext uri="{FF2B5EF4-FFF2-40B4-BE49-F238E27FC236}">
                  <a16:creationId xmlns:a16="http://schemas.microsoft.com/office/drawing/2014/main" id="{169B281B-E983-A2A1-33FB-AFB64A75A880}"/>
                </a:ext>
              </a:extLst>
            </p:cNvPr>
            <p:cNvSpPr/>
            <p:nvPr/>
          </p:nvSpPr>
          <p:spPr>
            <a:xfrm>
              <a:off x="2590313" y="4705921"/>
              <a:ext cx="123461" cy="33692"/>
            </a:xfrm>
            <a:custGeom>
              <a:avLst/>
              <a:gdLst>
                <a:gd name="connsiteX0" fmla="*/ 0 w 123461"/>
                <a:gd name="connsiteY0" fmla="*/ 14038 h 33692"/>
                <a:gd name="connsiteX1" fmla="*/ 17371 w 123461"/>
                <a:gd name="connsiteY1" fmla="*/ 25336 h 33692"/>
                <a:gd name="connsiteX2" fmla="*/ 61406 w 123461"/>
                <a:gd name="connsiteY2" fmla="*/ 33386 h 33692"/>
                <a:gd name="connsiteX3" fmla="*/ 123461 w 123461"/>
                <a:gd name="connsiteY3" fmla="*/ 0 h 33692"/>
              </a:gdLst>
              <a:ahLst/>
              <a:cxnLst>
                <a:cxn ang="0">
                  <a:pos x="connsiteX0" y="connsiteY0"/>
                </a:cxn>
                <a:cxn ang="0">
                  <a:pos x="connsiteX1" y="connsiteY1"/>
                </a:cxn>
                <a:cxn ang="0">
                  <a:pos x="connsiteX2" y="connsiteY2"/>
                </a:cxn>
                <a:cxn ang="0">
                  <a:pos x="connsiteX3" y="connsiteY3"/>
                </a:cxn>
              </a:cxnLst>
              <a:rect l="l" t="t" r="r" b="b"/>
              <a:pathLst>
                <a:path w="123461" h="33692">
                  <a:moveTo>
                    <a:pt x="0" y="14038"/>
                  </a:moveTo>
                  <a:cubicBezTo>
                    <a:pt x="4943" y="17569"/>
                    <a:pt x="10366" y="21721"/>
                    <a:pt x="17371" y="25336"/>
                  </a:cubicBezTo>
                  <a:cubicBezTo>
                    <a:pt x="30788" y="32256"/>
                    <a:pt x="46351" y="34601"/>
                    <a:pt x="61406" y="33386"/>
                  </a:cubicBezTo>
                  <a:cubicBezTo>
                    <a:pt x="85499" y="31465"/>
                    <a:pt x="108576" y="19037"/>
                    <a:pt x="123461" y="0"/>
                  </a:cubicBezTo>
                </a:path>
              </a:pathLst>
            </a:custGeom>
            <a:noFill/>
            <a:ln w="8472" cap="flat">
              <a:solidFill>
                <a:srgbClr val="17A3A3"/>
              </a:solidFill>
              <a:prstDash val="solid"/>
              <a:miter/>
            </a:ln>
          </p:spPr>
          <p:txBody>
            <a:bodyPr rtlCol="1" anchor="ctr"/>
            <a:lstStyle/>
            <a:p>
              <a:endParaRPr lang="ar-SA"/>
            </a:p>
          </p:txBody>
        </p:sp>
        <p:sp>
          <p:nvSpPr>
            <p:cNvPr id="9979" name="شكل حر: شكل 11156">
              <a:extLst>
                <a:ext uri="{FF2B5EF4-FFF2-40B4-BE49-F238E27FC236}">
                  <a16:creationId xmlns:a16="http://schemas.microsoft.com/office/drawing/2014/main" id="{B87FC545-B33E-9D86-D355-97DE87E7AFC8}"/>
                </a:ext>
              </a:extLst>
            </p:cNvPr>
            <p:cNvSpPr/>
            <p:nvPr/>
          </p:nvSpPr>
          <p:spPr>
            <a:xfrm>
              <a:off x="2572406" y="4702051"/>
              <a:ext cx="16128" cy="15055"/>
            </a:xfrm>
            <a:custGeom>
              <a:avLst/>
              <a:gdLst>
                <a:gd name="connsiteX0" fmla="*/ 0 w 16128"/>
                <a:gd name="connsiteY0" fmla="*/ 15055 h 15055"/>
                <a:gd name="connsiteX1" fmla="*/ 1073 w 16128"/>
                <a:gd name="connsiteY1" fmla="*/ 0 h 15055"/>
                <a:gd name="connsiteX2" fmla="*/ 16128 w 16128"/>
                <a:gd name="connsiteY2" fmla="*/ 1073 h 15055"/>
              </a:gdLst>
              <a:ahLst/>
              <a:cxnLst>
                <a:cxn ang="0">
                  <a:pos x="connsiteX0" y="connsiteY0"/>
                </a:cxn>
                <a:cxn ang="0">
                  <a:pos x="connsiteX1" y="connsiteY1"/>
                </a:cxn>
                <a:cxn ang="0">
                  <a:pos x="connsiteX2" y="connsiteY2"/>
                </a:cxn>
              </a:cxnLst>
              <a:rect l="l" t="t" r="r" b="b"/>
              <a:pathLst>
                <a:path w="16128" h="15055">
                  <a:moveTo>
                    <a:pt x="0" y="15055"/>
                  </a:moveTo>
                  <a:lnTo>
                    <a:pt x="1073" y="0"/>
                  </a:lnTo>
                  <a:lnTo>
                    <a:pt x="16128" y="1073"/>
                  </a:lnTo>
                </a:path>
              </a:pathLst>
            </a:custGeom>
            <a:noFill/>
            <a:ln w="8472" cap="flat">
              <a:solidFill>
                <a:srgbClr val="17A3A3"/>
              </a:solidFill>
              <a:prstDash val="solid"/>
              <a:miter/>
            </a:ln>
          </p:spPr>
          <p:txBody>
            <a:bodyPr rtlCol="1" anchor="ctr"/>
            <a:lstStyle/>
            <a:p>
              <a:endParaRPr lang="ar-SA"/>
            </a:p>
          </p:txBody>
        </p:sp>
        <p:sp>
          <p:nvSpPr>
            <p:cNvPr id="9980" name="شكل حر: شكل 11157">
              <a:extLst>
                <a:ext uri="{FF2B5EF4-FFF2-40B4-BE49-F238E27FC236}">
                  <a16:creationId xmlns:a16="http://schemas.microsoft.com/office/drawing/2014/main" id="{A5160A50-D6BD-05E3-B990-4CFF83DA87E8}"/>
                </a:ext>
              </a:extLst>
            </p:cNvPr>
            <p:cNvSpPr/>
            <p:nvPr/>
          </p:nvSpPr>
          <p:spPr>
            <a:xfrm>
              <a:off x="2626072" y="4555118"/>
              <a:ext cx="12399" cy="20986"/>
            </a:xfrm>
            <a:custGeom>
              <a:avLst/>
              <a:gdLst>
                <a:gd name="connsiteX0" fmla="*/ 0 w 12399"/>
                <a:gd name="connsiteY0" fmla="*/ 0 h 20986"/>
                <a:gd name="connsiteX1" fmla="*/ 12400 w 12399"/>
                <a:gd name="connsiteY1" fmla="*/ 8587 h 20986"/>
                <a:gd name="connsiteX2" fmla="*/ 3813 w 12399"/>
                <a:gd name="connsiteY2" fmla="*/ 20987 h 20986"/>
              </a:gdLst>
              <a:ahLst/>
              <a:cxnLst>
                <a:cxn ang="0">
                  <a:pos x="connsiteX0" y="connsiteY0"/>
                </a:cxn>
                <a:cxn ang="0">
                  <a:pos x="connsiteX1" y="connsiteY1"/>
                </a:cxn>
                <a:cxn ang="0">
                  <a:pos x="connsiteX2" y="connsiteY2"/>
                </a:cxn>
              </a:cxnLst>
              <a:rect l="l" t="t" r="r" b="b"/>
              <a:pathLst>
                <a:path w="12399" h="20986">
                  <a:moveTo>
                    <a:pt x="0" y="0"/>
                  </a:moveTo>
                  <a:lnTo>
                    <a:pt x="12400" y="8587"/>
                  </a:lnTo>
                  <a:lnTo>
                    <a:pt x="3813" y="20987"/>
                  </a:lnTo>
                </a:path>
              </a:pathLst>
            </a:custGeom>
            <a:noFill/>
            <a:ln w="8472" cap="flat">
              <a:solidFill>
                <a:srgbClr val="17A3A3"/>
              </a:solidFill>
              <a:prstDash val="solid"/>
              <a:miter/>
            </a:ln>
          </p:spPr>
          <p:txBody>
            <a:bodyPr rtlCol="1" anchor="ctr"/>
            <a:lstStyle/>
            <a:p>
              <a:endParaRPr lang="ar-SA"/>
            </a:p>
          </p:txBody>
        </p:sp>
        <p:sp>
          <p:nvSpPr>
            <p:cNvPr id="9981" name="شكل حر: شكل 11158">
              <a:extLst>
                <a:ext uri="{FF2B5EF4-FFF2-40B4-BE49-F238E27FC236}">
                  <a16:creationId xmlns:a16="http://schemas.microsoft.com/office/drawing/2014/main" id="{CD1AB4D2-5EB5-1390-618D-EA4E4BB4A6C5}"/>
                </a:ext>
              </a:extLst>
            </p:cNvPr>
            <p:cNvSpPr/>
            <p:nvPr/>
          </p:nvSpPr>
          <p:spPr>
            <a:xfrm>
              <a:off x="2718378" y="4675161"/>
              <a:ext cx="20449" cy="13275"/>
            </a:xfrm>
            <a:custGeom>
              <a:avLst/>
              <a:gdLst>
                <a:gd name="connsiteX0" fmla="*/ 20450 w 20449"/>
                <a:gd name="connsiteY0" fmla="*/ 6073 h 13275"/>
                <a:gd name="connsiteX1" fmla="*/ 7203 w 20449"/>
                <a:gd name="connsiteY1" fmla="*/ 13276 h 13275"/>
                <a:gd name="connsiteX2" fmla="*/ 0 w 20449"/>
                <a:gd name="connsiteY2" fmla="*/ 0 h 13275"/>
              </a:gdLst>
              <a:ahLst/>
              <a:cxnLst>
                <a:cxn ang="0">
                  <a:pos x="connsiteX0" y="connsiteY0"/>
                </a:cxn>
                <a:cxn ang="0">
                  <a:pos x="connsiteX1" y="connsiteY1"/>
                </a:cxn>
                <a:cxn ang="0">
                  <a:pos x="connsiteX2" y="connsiteY2"/>
                </a:cxn>
              </a:cxnLst>
              <a:rect l="l" t="t" r="r" b="b"/>
              <a:pathLst>
                <a:path w="20449" h="13275">
                  <a:moveTo>
                    <a:pt x="20450" y="6073"/>
                  </a:moveTo>
                  <a:lnTo>
                    <a:pt x="7203" y="13276"/>
                  </a:lnTo>
                  <a:lnTo>
                    <a:pt x="0" y="0"/>
                  </a:lnTo>
                </a:path>
              </a:pathLst>
            </a:custGeom>
            <a:noFill/>
            <a:ln w="8472" cap="flat">
              <a:solidFill>
                <a:srgbClr val="17A3A3"/>
              </a:solidFill>
              <a:prstDash val="solid"/>
              <a:miter/>
            </a:ln>
          </p:spPr>
          <p:txBody>
            <a:bodyPr rtlCol="1" anchor="ctr"/>
            <a:lstStyle/>
            <a:p>
              <a:endParaRPr lang="ar-SA"/>
            </a:p>
          </p:txBody>
        </p:sp>
        <p:sp>
          <p:nvSpPr>
            <p:cNvPr id="9982" name="شكل حر: شكل 11159">
              <a:extLst>
                <a:ext uri="{FF2B5EF4-FFF2-40B4-BE49-F238E27FC236}">
                  <a16:creationId xmlns:a16="http://schemas.microsoft.com/office/drawing/2014/main" id="{B83FB95E-CACE-675E-558E-EA0B9B0C1AF4}"/>
                </a:ext>
              </a:extLst>
            </p:cNvPr>
            <p:cNvSpPr/>
            <p:nvPr/>
          </p:nvSpPr>
          <p:spPr>
            <a:xfrm>
              <a:off x="2657820" y="4565626"/>
              <a:ext cx="75083" cy="99480"/>
            </a:xfrm>
            <a:custGeom>
              <a:avLst/>
              <a:gdLst>
                <a:gd name="connsiteX0" fmla="*/ 73947 w 75083"/>
                <a:gd name="connsiteY0" fmla="*/ 99480 h 99480"/>
                <a:gd name="connsiteX1" fmla="*/ 74992 w 75083"/>
                <a:gd name="connsiteY1" fmla="*/ 79228 h 99480"/>
                <a:gd name="connsiteX2" fmla="*/ 59937 w 75083"/>
                <a:gd name="connsiteY2" fmla="*/ 37058 h 99480"/>
                <a:gd name="connsiteX3" fmla="*/ 0 w 75083"/>
                <a:gd name="connsiteY3" fmla="*/ 0 h 99480"/>
              </a:gdLst>
              <a:ahLst/>
              <a:cxnLst>
                <a:cxn ang="0">
                  <a:pos x="connsiteX0" y="connsiteY0"/>
                </a:cxn>
                <a:cxn ang="0">
                  <a:pos x="connsiteX1" y="connsiteY1"/>
                </a:cxn>
                <a:cxn ang="0">
                  <a:pos x="connsiteX2" y="connsiteY2"/>
                </a:cxn>
                <a:cxn ang="0">
                  <a:pos x="connsiteX3" y="connsiteY3"/>
                </a:cxn>
              </a:cxnLst>
              <a:rect l="l" t="t" r="r" b="b"/>
              <a:pathLst>
                <a:path w="75083" h="99480">
                  <a:moveTo>
                    <a:pt x="73947" y="99480"/>
                  </a:moveTo>
                  <a:cubicBezTo>
                    <a:pt x="74540" y="93521"/>
                    <a:pt x="75359" y="86911"/>
                    <a:pt x="74992" y="79228"/>
                  </a:cubicBezTo>
                  <a:cubicBezTo>
                    <a:pt x="74286" y="64174"/>
                    <a:pt x="68524" y="49486"/>
                    <a:pt x="59937" y="37058"/>
                  </a:cubicBezTo>
                  <a:cubicBezTo>
                    <a:pt x="46210" y="17145"/>
                    <a:pt x="23924" y="3361"/>
                    <a:pt x="0" y="0"/>
                  </a:cubicBezTo>
                </a:path>
              </a:pathLst>
            </a:custGeom>
            <a:noFill/>
            <a:ln w="8472" cap="flat">
              <a:solidFill>
                <a:srgbClr val="17A3A3"/>
              </a:solidFill>
              <a:prstDash val="solid"/>
              <a:miter/>
            </a:ln>
          </p:spPr>
          <p:txBody>
            <a:bodyPr rtlCol="1" anchor="ctr"/>
            <a:lstStyle/>
            <a:p>
              <a:endParaRPr lang="ar-SA"/>
            </a:p>
          </p:txBody>
        </p:sp>
      </p:grpSp>
      <p:grpSp>
        <p:nvGrpSpPr>
          <p:cNvPr id="9985" name="رسم 8014">
            <a:extLst>
              <a:ext uri="{FF2B5EF4-FFF2-40B4-BE49-F238E27FC236}">
                <a16:creationId xmlns:a16="http://schemas.microsoft.com/office/drawing/2014/main" id="{37127C52-194B-4C04-B37C-971C9FCE2223}"/>
              </a:ext>
            </a:extLst>
          </p:cNvPr>
          <p:cNvGrpSpPr/>
          <p:nvPr/>
        </p:nvGrpSpPr>
        <p:grpSpPr>
          <a:xfrm>
            <a:off x="1532889" y="3234045"/>
            <a:ext cx="287818" cy="280089"/>
            <a:chOff x="913690" y="2287741"/>
            <a:chExt cx="344029" cy="355356"/>
          </a:xfrm>
          <a:noFill/>
        </p:grpSpPr>
        <p:sp>
          <p:nvSpPr>
            <p:cNvPr id="9986" name="شكل حر: شكل 11161">
              <a:extLst>
                <a:ext uri="{FF2B5EF4-FFF2-40B4-BE49-F238E27FC236}">
                  <a16:creationId xmlns:a16="http://schemas.microsoft.com/office/drawing/2014/main" id="{5C9A859A-7F12-F370-615D-D85EFF2E54B4}"/>
                </a:ext>
              </a:extLst>
            </p:cNvPr>
            <p:cNvSpPr/>
            <p:nvPr/>
          </p:nvSpPr>
          <p:spPr>
            <a:xfrm>
              <a:off x="1009669" y="2478991"/>
              <a:ext cx="152045" cy="23952"/>
            </a:xfrm>
            <a:custGeom>
              <a:avLst/>
              <a:gdLst>
                <a:gd name="connsiteX0" fmla="*/ 9858 w 152045"/>
                <a:gd name="connsiteY0" fmla="*/ 0 h 23952"/>
                <a:gd name="connsiteX1" fmla="*/ 142188 w 152045"/>
                <a:gd name="connsiteY1" fmla="*/ 0 h 23952"/>
                <a:gd name="connsiteX2" fmla="*/ 152045 w 152045"/>
                <a:gd name="connsiteY2" fmla="*/ 9858 h 23952"/>
                <a:gd name="connsiteX3" fmla="*/ 152045 w 152045"/>
                <a:gd name="connsiteY3" fmla="*/ 14095 h 23952"/>
                <a:gd name="connsiteX4" fmla="*/ 142188 w 152045"/>
                <a:gd name="connsiteY4" fmla="*/ 23952 h 23952"/>
                <a:gd name="connsiteX5" fmla="*/ 9858 w 152045"/>
                <a:gd name="connsiteY5" fmla="*/ 23952 h 23952"/>
                <a:gd name="connsiteX6" fmla="*/ 0 w 152045"/>
                <a:gd name="connsiteY6" fmla="*/ 14095 h 23952"/>
                <a:gd name="connsiteX7" fmla="*/ 0 w 152045"/>
                <a:gd name="connsiteY7" fmla="*/ 9858 h 23952"/>
                <a:gd name="connsiteX8" fmla="*/ 9858 w 152045"/>
                <a:gd name="connsiteY8" fmla="*/ 0 h 23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045" h="23952">
                  <a:moveTo>
                    <a:pt x="9858" y="0"/>
                  </a:moveTo>
                  <a:lnTo>
                    <a:pt x="142188" y="0"/>
                  </a:lnTo>
                  <a:cubicBezTo>
                    <a:pt x="147639" y="0"/>
                    <a:pt x="152045" y="4406"/>
                    <a:pt x="152045" y="9858"/>
                  </a:cubicBezTo>
                  <a:lnTo>
                    <a:pt x="152045" y="14095"/>
                  </a:lnTo>
                  <a:cubicBezTo>
                    <a:pt x="152045" y="19546"/>
                    <a:pt x="147639" y="23952"/>
                    <a:pt x="142188" y="23952"/>
                  </a:cubicBezTo>
                  <a:lnTo>
                    <a:pt x="9858" y="23952"/>
                  </a:lnTo>
                  <a:cubicBezTo>
                    <a:pt x="4406" y="23952"/>
                    <a:pt x="0" y="19546"/>
                    <a:pt x="0" y="14095"/>
                  </a:cubicBezTo>
                  <a:lnTo>
                    <a:pt x="0" y="9858"/>
                  </a:lnTo>
                  <a:cubicBezTo>
                    <a:pt x="0" y="4406"/>
                    <a:pt x="4406" y="0"/>
                    <a:pt x="9858" y="0"/>
                  </a:cubicBezTo>
                  <a:close/>
                </a:path>
              </a:pathLst>
            </a:custGeom>
            <a:noFill/>
            <a:ln w="8472" cap="flat">
              <a:solidFill>
                <a:srgbClr val="17A3A3"/>
              </a:solidFill>
              <a:prstDash val="solid"/>
              <a:miter/>
            </a:ln>
          </p:spPr>
          <p:txBody>
            <a:bodyPr rtlCol="1" anchor="ctr"/>
            <a:lstStyle/>
            <a:p>
              <a:endParaRPr lang="ar-SA"/>
            </a:p>
          </p:txBody>
        </p:sp>
        <p:sp>
          <p:nvSpPr>
            <p:cNvPr id="9987" name="شكل حر: شكل 11162">
              <a:extLst>
                <a:ext uri="{FF2B5EF4-FFF2-40B4-BE49-F238E27FC236}">
                  <a16:creationId xmlns:a16="http://schemas.microsoft.com/office/drawing/2014/main" id="{63C5B174-4186-B95F-89E6-45A673337FBE}"/>
                </a:ext>
              </a:extLst>
            </p:cNvPr>
            <p:cNvSpPr/>
            <p:nvPr/>
          </p:nvSpPr>
          <p:spPr>
            <a:xfrm>
              <a:off x="1050088" y="2287741"/>
              <a:ext cx="71178" cy="71178"/>
            </a:xfrm>
            <a:custGeom>
              <a:avLst/>
              <a:gdLst>
                <a:gd name="connsiteX0" fmla="*/ 71179 w 71178"/>
                <a:gd name="connsiteY0" fmla="*/ 35589 h 71178"/>
                <a:gd name="connsiteX1" fmla="*/ 35589 w 71178"/>
                <a:gd name="connsiteY1" fmla="*/ 71179 h 71178"/>
                <a:gd name="connsiteX2" fmla="*/ 0 w 71178"/>
                <a:gd name="connsiteY2" fmla="*/ 35589 h 71178"/>
                <a:gd name="connsiteX3" fmla="*/ 35589 w 71178"/>
                <a:gd name="connsiteY3" fmla="*/ 0 h 71178"/>
                <a:gd name="connsiteX4" fmla="*/ 71179 w 71178"/>
                <a:gd name="connsiteY4" fmla="*/ 35589 h 71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78" h="71178">
                  <a:moveTo>
                    <a:pt x="71179" y="35589"/>
                  </a:moveTo>
                  <a:cubicBezTo>
                    <a:pt x="71179" y="55248"/>
                    <a:pt x="55248" y="71179"/>
                    <a:pt x="35589" y="71179"/>
                  </a:cubicBezTo>
                  <a:cubicBezTo>
                    <a:pt x="15930" y="71179"/>
                    <a:pt x="0" y="55248"/>
                    <a:pt x="0" y="35589"/>
                  </a:cubicBezTo>
                  <a:cubicBezTo>
                    <a:pt x="0" y="15930"/>
                    <a:pt x="15930" y="0"/>
                    <a:pt x="35589" y="0"/>
                  </a:cubicBezTo>
                  <a:cubicBezTo>
                    <a:pt x="55248" y="0"/>
                    <a:pt x="71179" y="15930"/>
                    <a:pt x="71179" y="35589"/>
                  </a:cubicBezTo>
                  <a:close/>
                </a:path>
              </a:pathLst>
            </a:custGeom>
            <a:noFill/>
            <a:ln w="8472" cap="flat">
              <a:solidFill>
                <a:srgbClr val="17A3A3"/>
              </a:solidFill>
              <a:prstDash val="solid"/>
              <a:miter/>
            </a:ln>
          </p:spPr>
          <p:txBody>
            <a:bodyPr rtlCol="1" anchor="ctr"/>
            <a:lstStyle/>
            <a:p>
              <a:endParaRPr lang="ar-SA"/>
            </a:p>
          </p:txBody>
        </p:sp>
        <p:sp>
          <p:nvSpPr>
            <p:cNvPr id="9988" name="شكل حر: شكل 11163">
              <a:extLst>
                <a:ext uri="{FF2B5EF4-FFF2-40B4-BE49-F238E27FC236}">
                  <a16:creationId xmlns:a16="http://schemas.microsoft.com/office/drawing/2014/main" id="{B6618800-9A82-FCFD-762D-CF1775F4C6B4}"/>
                </a:ext>
              </a:extLst>
            </p:cNvPr>
            <p:cNvSpPr/>
            <p:nvPr/>
          </p:nvSpPr>
          <p:spPr>
            <a:xfrm>
              <a:off x="1106529" y="2352113"/>
              <a:ext cx="41852" cy="126878"/>
            </a:xfrm>
            <a:custGeom>
              <a:avLst/>
              <a:gdLst>
                <a:gd name="connsiteX0" fmla="*/ 41853 w 41852"/>
                <a:gd name="connsiteY0" fmla="*/ 126879 h 126878"/>
                <a:gd name="connsiteX1" fmla="*/ 24030 w 41852"/>
                <a:gd name="connsiteY1" fmla="*/ 87137 h 126878"/>
                <a:gd name="connsiteX2" fmla="*/ 21 w 41852"/>
                <a:gd name="connsiteY2" fmla="*/ 23867 h 126878"/>
                <a:gd name="connsiteX3" fmla="*/ 21 w 41852"/>
                <a:gd name="connsiteY3" fmla="*/ 0 h 126878"/>
              </a:gdLst>
              <a:ahLst/>
              <a:cxnLst>
                <a:cxn ang="0">
                  <a:pos x="connsiteX0" y="connsiteY0"/>
                </a:cxn>
                <a:cxn ang="0">
                  <a:pos x="connsiteX1" y="connsiteY1"/>
                </a:cxn>
                <a:cxn ang="0">
                  <a:pos x="connsiteX2" y="connsiteY2"/>
                </a:cxn>
                <a:cxn ang="0">
                  <a:pos x="connsiteX3" y="connsiteY3"/>
                </a:cxn>
              </a:cxnLst>
              <a:rect l="l" t="t" r="r" b="b"/>
              <a:pathLst>
                <a:path w="41852" h="126878">
                  <a:moveTo>
                    <a:pt x="41853" y="126879"/>
                  </a:moveTo>
                  <a:cubicBezTo>
                    <a:pt x="41486" y="106373"/>
                    <a:pt x="30442" y="94905"/>
                    <a:pt x="24030" y="87137"/>
                  </a:cubicBezTo>
                  <a:cubicBezTo>
                    <a:pt x="24030" y="87137"/>
                    <a:pt x="-826" y="65473"/>
                    <a:pt x="21" y="23867"/>
                  </a:cubicBezTo>
                  <a:lnTo>
                    <a:pt x="21" y="0"/>
                  </a:lnTo>
                </a:path>
              </a:pathLst>
            </a:custGeom>
            <a:noFill/>
            <a:ln w="8472" cap="flat">
              <a:solidFill>
                <a:srgbClr val="17A3A3"/>
              </a:solidFill>
              <a:prstDash val="solid"/>
              <a:miter/>
            </a:ln>
          </p:spPr>
          <p:txBody>
            <a:bodyPr rtlCol="1" anchor="ctr"/>
            <a:lstStyle/>
            <a:p>
              <a:endParaRPr lang="ar-SA"/>
            </a:p>
          </p:txBody>
        </p:sp>
        <p:sp>
          <p:nvSpPr>
            <p:cNvPr id="9989" name="شكل حر: شكل 11164">
              <a:extLst>
                <a:ext uri="{FF2B5EF4-FFF2-40B4-BE49-F238E27FC236}">
                  <a16:creationId xmlns:a16="http://schemas.microsoft.com/office/drawing/2014/main" id="{F07817E9-652A-2E26-5B27-432043B3100B}"/>
                </a:ext>
              </a:extLst>
            </p:cNvPr>
            <p:cNvSpPr/>
            <p:nvPr/>
          </p:nvSpPr>
          <p:spPr>
            <a:xfrm>
              <a:off x="1022972" y="2352113"/>
              <a:ext cx="41852" cy="126878"/>
            </a:xfrm>
            <a:custGeom>
              <a:avLst/>
              <a:gdLst>
                <a:gd name="connsiteX0" fmla="*/ 0 w 41852"/>
                <a:gd name="connsiteY0" fmla="*/ 126879 h 126878"/>
                <a:gd name="connsiteX1" fmla="*/ 17823 w 41852"/>
                <a:gd name="connsiteY1" fmla="*/ 87137 h 126878"/>
                <a:gd name="connsiteX2" fmla="*/ 41832 w 41852"/>
                <a:gd name="connsiteY2" fmla="*/ 23867 h 126878"/>
                <a:gd name="connsiteX3" fmla="*/ 41832 w 41852"/>
                <a:gd name="connsiteY3" fmla="*/ 0 h 126878"/>
              </a:gdLst>
              <a:ahLst/>
              <a:cxnLst>
                <a:cxn ang="0">
                  <a:pos x="connsiteX0" y="connsiteY0"/>
                </a:cxn>
                <a:cxn ang="0">
                  <a:pos x="connsiteX1" y="connsiteY1"/>
                </a:cxn>
                <a:cxn ang="0">
                  <a:pos x="connsiteX2" y="connsiteY2"/>
                </a:cxn>
                <a:cxn ang="0">
                  <a:pos x="connsiteX3" y="connsiteY3"/>
                </a:cxn>
              </a:cxnLst>
              <a:rect l="l" t="t" r="r" b="b"/>
              <a:pathLst>
                <a:path w="41852" h="126878">
                  <a:moveTo>
                    <a:pt x="0" y="126879"/>
                  </a:moveTo>
                  <a:cubicBezTo>
                    <a:pt x="367" y="106373"/>
                    <a:pt x="11411" y="94905"/>
                    <a:pt x="17823" y="87137"/>
                  </a:cubicBezTo>
                  <a:cubicBezTo>
                    <a:pt x="17823" y="87137"/>
                    <a:pt x="42679" y="65473"/>
                    <a:pt x="41832" y="23867"/>
                  </a:cubicBezTo>
                  <a:lnTo>
                    <a:pt x="41832" y="0"/>
                  </a:lnTo>
                </a:path>
              </a:pathLst>
            </a:custGeom>
            <a:noFill/>
            <a:ln w="8472" cap="flat">
              <a:solidFill>
                <a:srgbClr val="17A3A3"/>
              </a:solidFill>
              <a:prstDash val="solid"/>
              <a:miter/>
            </a:ln>
          </p:spPr>
          <p:txBody>
            <a:bodyPr rtlCol="1" anchor="ctr"/>
            <a:lstStyle/>
            <a:p>
              <a:endParaRPr lang="ar-SA"/>
            </a:p>
          </p:txBody>
        </p:sp>
        <p:sp>
          <p:nvSpPr>
            <p:cNvPr id="9990" name="شكل حر: شكل 11165">
              <a:extLst>
                <a:ext uri="{FF2B5EF4-FFF2-40B4-BE49-F238E27FC236}">
                  <a16:creationId xmlns:a16="http://schemas.microsoft.com/office/drawing/2014/main" id="{F3CC36E2-548D-699B-FC5A-580F606CB481}"/>
                </a:ext>
              </a:extLst>
            </p:cNvPr>
            <p:cNvSpPr/>
            <p:nvPr/>
          </p:nvSpPr>
          <p:spPr>
            <a:xfrm>
              <a:off x="913690" y="2469755"/>
              <a:ext cx="344029" cy="173342"/>
            </a:xfrm>
            <a:custGeom>
              <a:avLst/>
              <a:gdLst>
                <a:gd name="connsiteX0" fmla="*/ 74794 w 344029"/>
                <a:gd name="connsiteY0" fmla="*/ 25195 h 173342"/>
                <a:gd name="connsiteX1" fmla="*/ 59570 w 344029"/>
                <a:gd name="connsiteY1" fmla="*/ 25195 h 173342"/>
                <a:gd name="connsiteX2" fmla="*/ 48017 w 344029"/>
                <a:gd name="connsiteY2" fmla="*/ 10507 h 173342"/>
                <a:gd name="connsiteX3" fmla="*/ 48017 w 344029"/>
                <a:gd name="connsiteY3" fmla="*/ 0 h 173342"/>
                <a:gd name="connsiteX4" fmla="*/ 0 w 344029"/>
                <a:gd name="connsiteY4" fmla="*/ 39402 h 173342"/>
                <a:gd name="connsiteX5" fmla="*/ 0 w 344029"/>
                <a:gd name="connsiteY5" fmla="*/ 39402 h 173342"/>
                <a:gd name="connsiteX6" fmla="*/ 48017 w 344029"/>
                <a:gd name="connsiteY6" fmla="*/ 78805 h 173342"/>
                <a:gd name="connsiteX7" fmla="*/ 48017 w 344029"/>
                <a:gd name="connsiteY7" fmla="*/ 68298 h 173342"/>
                <a:gd name="connsiteX8" fmla="*/ 59570 w 344029"/>
                <a:gd name="connsiteY8" fmla="*/ 53610 h 173342"/>
                <a:gd name="connsiteX9" fmla="*/ 124195 w 344029"/>
                <a:gd name="connsiteY9" fmla="*/ 53610 h 173342"/>
                <a:gd name="connsiteX10" fmla="*/ 157271 w 344029"/>
                <a:gd name="connsiteY10" fmla="*/ 86685 h 173342"/>
                <a:gd name="connsiteX11" fmla="*/ 157271 w 344029"/>
                <a:gd name="connsiteY11" fmla="*/ 113773 h 173342"/>
                <a:gd name="connsiteX12" fmla="*/ 142583 w 344029"/>
                <a:gd name="connsiteY12" fmla="*/ 125325 h 173342"/>
                <a:gd name="connsiteX13" fmla="*/ 132076 w 344029"/>
                <a:gd name="connsiteY13" fmla="*/ 125325 h 173342"/>
                <a:gd name="connsiteX14" fmla="*/ 171478 w 344029"/>
                <a:gd name="connsiteY14" fmla="*/ 173342 h 173342"/>
                <a:gd name="connsiteX15" fmla="*/ 171478 w 344029"/>
                <a:gd name="connsiteY15" fmla="*/ 173342 h 173342"/>
                <a:gd name="connsiteX16" fmla="*/ 210881 w 344029"/>
                <a:gd name="connsiteY16" fmla="*/ 125325 h 173342"/>
                <a:gd name="connsiteX17" fmla="*/ 200373 w 344029"/>
                <a:gd name="connsiteY17" fmla="*/ 125325 h 173342"/>
                <a:gd name="connsiteX18" fmla="*/ 185686 w 344029"/>
                <a:gd name="connsiteY18" fmla="*/ 113773 h 173342"/>
                <a:gd name="connsiteX19" fmla="*/ 185686 w 344029"/>
                <a:gd name="connsiteY19" fmla="*/ 86685 h 173342"/>
                <a:gd name="connsiteX20" fmla="*/ 218733 w 344029"/>
                <a:gd name="connsiteY20" fmla="*/ 53610 h 173342"/>
                <a:gd name="connsiteX21" fmla="*/ 284460 w 344029"/>
                <a:gd name="connsiteY21" fmla="*/ 53610 h 173342"/>
                <a:gd name="connsiteX22" fmla="*/ 296013 w 344029"/>
                <a:gd name="connsiteY22" fmla="*/ 68298 h 173342"/>
                <a:gd name="connsiteX23" fmla="*/ 296013 w 344029"/>
                <a:gd name="connsiteY23" fmla="*/ 78805 h 173342"/>
                <a:gd name="connsiteX24" fmla="*/ 344030 w 344029"/>
                <a:gd name="connsiteY24" fmla="*/ 39402 h 173342"/>
                <a:gd name="connsiteX25" fmla="*/ 344030 w 344029"/>
                <a:gd name="connsiteY25" fmla="*/ 39402 h 173342"/>
                <a:gd name="connsiteX26" fmla="*/ 296013 w 344029"/>
                <a:gd name="connsiteY26" fmla="*/ 0 h 173342"/>
                <a:gd name="connsiteX27" fmla="*/ 296013 w 344029"/>
                <a:gd name="connsiteY27" fmla="*/ 10507 h 173342"/>
                <a:gd name="connsiteX28" fmla="*/ 284460 w 344029"/>
                <a:gd name="connsiteY28" fmla="*/ 25195 h 173342"/>
                <a:gd name="connsiteX29" fmla="*/ 269236 w 344029"/>
                <a:gd name="connsiteY29" fmla="*/ 25195 h 173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44029" h="173342">
                  <a:moveTo>
                    <a:pt x="74794" y="25195"/>
                  </a:moveTo>
                  <a:lnTo>
                    <a:pt x="59570" y="25195"/>
                  </a:lnTo>
                  <a:cubicBezTo>
                    <a:pt x="53017" y="24404"/>
                    <a:pt x="48017" y="18049"/>
                    <a:pt x="48017" y="10507"/>
                  </a:cubicBezTo>
                  <a:lnTo>
                    <a:pt x="48017" y="0"/>
                  </a:lnTo>
                  <a:cubicBezTo>
                    <a:pt x="48017" y="0"/>
                    <a:pt x="19828" y="23839"/>
                    <a:pt x="0" y="39402"/>
                  </a:cubicBezTo>
                  <a:lnTo>
                    <a:pt x="0" y="39402"/>
                  </a:lnTo>
                  <a:cubicBezTo>
                    <a:pt x="19828" y="54966"/>
                    <a:pt x="48017" y="78805"/>
                    <a:pt x="48017" y="78805"/>
                  </a:cubicBezTo>
                  <a:lnTo>
                    <a:pt x="48017" y="68298"/>
                  </a:lnTo>
                  <a:cubicBezTo>
                    <a:pt x="48017" y="60728"/>
                    <a:pt x="52989" y="54401"/>
                    <a:pt x="59570" y="53610"/>
                  </a:cubicBezTo>
                  <a:lnTo>
                    <a:pt x="124195" y="53610"/>
                  </a:lnTo>
                  <a:cubicBezTo>
                    <a:pt x="142470" y="53610"/>
                    <a:pt x="157271" y="68410"/>
                    <a:pt x="157271" y="86685"/>
                  </a:cubicBezTo>
                  <a:lnTo>
                    <a:pt x="157271" y="113773"/>
                  </a:lnTo>
                  <a:cubicBezTo>
                    <a:pt x="156480" y="120326"/>
                    <a:pt x="150125" y="125325"/>
                    <a:pt x="142583" y="125325"/>
                  </a:cubicBezTo>
                  <a:lnTo>
                    <a:pt x="132076" y="125325"/>
                  </a:lnTo>
                  <a:cubicBezTo>
                    <a:pt x="132076" y="125325"/>
                    <a:pt x="155915" y="153514"/>
                    <a:pt x="171478" y="173342"/>
                  </a:cubicBezTo>
                  <a:lnTo>
                    <a:pt x="171478" y="173342"/>
                  </a:lnTo>
                  <a:cubicBezTo>
                    <a:pt x="187042" y="153514"/>
                    <a:pt x="210881" y="125325"/>
                    <a:pt x="210881" y="125325"/>
                  </a:cubicBezTo>
                  <a:lnTo>
                    <a:pt x="200373" y="125325"/>
                  </a:lnTo>
                  <a:cubicBezTo>
                    <a:pt x="192804" y="125325"/>
                    <a:pt x="186477" y="120354"/>
                    <a:pt x="185686" y="113773"/>
                  </a:cubicBezTo>
                  <a:lnTo>
                    <a:pt x="185686" y="86685"/>
                  </a:lnTo>
                  <a:cubicBezTo>
                    <a:pt x="185686" y="68410"/>
                    <a:pt x="200486" y="53610"/>
                    <a:pt x="218733" y="53610"/>
                  </a:cubicBezTo>
                  <a:cubicBezTo>
                    <a:pt x="247713" y="53610"/>
                    <a:pt x="285138" y="53610"/>
                    <a:pt x="284460" y="53610"/>
                  </a:cubicBezTo>
                  <a:cubicBezTo>
                    <a:pt x="291013" y="54401"/>
                    <a:pt x="296013" y="60756"/>
                    <a:pt x="296013" y="68298"/>
                  </a:cubicBezTo>
                  <a:lnTo>
                    <a:pt x="296013" y="78805"/>
                  </a:lnTo>
                  <a:cubicBezTo>
                    <a:pt x="296013" y="78805"/>
                    <a:pt x="324202" y="54966"/>
                    <a:pt x="344030" y="39402"/>
                  </a:cubicBezTo>
                  <a:lnTo>
                    <a:pt x="344030" y="39402"/>
                  </a:lnTo>
                  <a:cubicBezTo>
                    <a:pt x="324202" y="23839"/>
                    <a:pt x="296013" y="0"/>
                    <a:pt x="296013" y="0"/>
                  </a:cubicBezTo>
                  <a:lnTo>
                    <a:pt x="296013" y="10507"/>
                  </a:lnTo>
                  <a:cubicBezTo>
                    <a:pt x="296013" y="18077"/>
                    <a:pt x="291041" y="24404"/>
                    <a:pt x="284460" y="25195"/>
                  </a:cubicBezTo>
                  <a:lnTo>
                    <a:pt x="269236" y="25195"/>
                  </a:lnTo>
                </a:path>
              </a:pathLst>
            </a:custGeom>
            <a:noFill/>
            <a:ln w="8472" cap="flat">
              <a:solidFill>
                <a:srgbClr val="01355A"/>
              </a:solidFill>
              <a:prstDash val="solid"/>
              <a:miter/>
            </a:ln>
          </p:spPr>
          <p:txBody>
            <a:bodyPr rtlCol="1" anchor="ctr"/>
            <a:lstStyle/>
            <a:p>
              <a:endParaRPr lang="ar-SA"/>
            </a:p>
          </p:txBody>
        </p:sp>
      </p:grpSp>
      <p:grpSp>
        <p:nvGrpSpPr>
          <p:cNvPr id="9991" name="رسم 8014">
            <a:extLst>
              <a:ext uri="{FF2B5EF4-FFF2-40B4-BE49-F238E27FC236}">
                <a16:creationId xmlns:a16="http://schemas.microsoft.com/office/drawing/2014/main" id="{C37591B0-B628-D028-409F-F35438569F75}"/>
              </a:ext>
            </a:extLst>
          </p:cNvPr>
          <p:cNvGrpSpPr/>
          <p:nvPr/>
        </p:nvGrpSpPr>
        <p:grpSpPr>
          <a:xfrm>
            <a:off x="3278825" y="2824653"/>
            <a:ext cx="307574" cy="275124"/>
            <a:chOff x="3000607" y="1768335"/>
            <a:chExt cx="367643" cy="349057"/>
          </a:xfrm>
          <a:noFill/>
        </p:grpSpPr>
        <p:grpSp>
          <p:nvGrpSpPr>
            <p:cNvPr id="9992" name="رسم 8014">
              <a:extLst>
                <a:ext uri="{FF2B5EF4-FFF2-40B4-BE49-F238E27FC236}">
                  <a16:creationId xmlns:a16="http://schemas.microsoft.com/office/drawing/2014/main" id="{6B684D97-BAAF-D1B7-2DE2-63F6047931B9}"/>
                </a:ext>
              </a:extLst>
            </p:cNvPr>
            <p:cNvGrpSpPr/>
            <p:nvPr/>
          </p:nvGrpSpPr>
          <p:grpSpPr>
            <a:xfrm>
              <a:off x="3000607" y="2030934"/>
              <a:ext cx="189823" cy="86459"/>
              <a:chOff x="3000607" y="2030934"/>
              <a:chExt cx="189823" cy="86459"/>
            </a:xfrm>
            <a:noFill/>
          </p:grpSpPr>
          <p:sp>
            <p:nvSpPr>
              <p:cNvPr id="10010" name="شكل حر: شكل 11168">
                <a:extLst>
                  <a:ext uri="{FF2B5EF4-FFF2-40B4-BE49-F238E27FC236}">
                    <a16:creationId xmlns:a16="http://schemas.microsoft.com/office/drawing/2014/main" id="{3A2F3428-AC2A-852D-E994-CC06F4BCE00A}"/>
                  </a:ext>
                </a:extLst>
              </p:cNvPr>
              <p:cNvSpPr/>
              <p:nvPr/>
            </p:nvSpPr>
            <p:spPr>
              <a:xfrm>
                <a:off x="3028429" y="2041873"/>
                <a:ext cx="123339" cy="37196"/>
              </a:xfrm>
              <a:custGeom>
                <a:avLst/>
                <a:gdLst>
                  <a:gd name="connsiteX0" fmla="*/ 72704 w 123339"/>
                  <a:gd name="connsiteY0" fmla="*/ 36682 h 37196"/>
                  <a:gd name="connsiteX1" fmla="*/ 119083 w 123339"/>
                  <a:gd name="connsiteY1" fmla="*/ 28576 h 37196"/>
                  <a:gd name="connsiteX2" fmla="*/ 108067 w 123339"/>
                  <a:gd name="connsiteY2" fmla="*/ 11290 h 37196"/>
                  <a:gd name="connsiteX3" fmla="*/ 76884 w 123339"/>
                  <a:gd name="connsiteY3" fmla="*/ 12560 h 37196"/>
                  <a:gd name="connsiteX4" fmla="*/ 0 w 123339"/>
                  <a:gd name="connsiteY4" fmla="*/ 12165 h 37196"/>
                  <a:gd name="connsiteX5" fmla="*/ 0 w 123339"/>
                  <a:gd name="connsiteY5" fmla="*/ 12165 h 37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3339" h="37196">
                    <a:moveTo>
                      <a:pt x="72704" y="36682"/>
                    </a:moveTo>
                    <a:cubicBezTo>
                      <a:pt x="81432" y="37699"/>
                      <a:pt x="105327" y="38151"/>
                      <a:pt x="119083" y="28576"/>
                    </a:cubicBezTo>
                    <a:cubicBezTo>
                      <a:pt x="128715" y="21882"/>
                      <a:pt x="120693" y="5132"/>
                      <a:pt x="108067" y="11290"/>
                    </a:cubicBezTo>
                    <a:cubicBezTo>
                      <a:pt x="91572" y="19339"/>
                      <a:pt x="76884" y="12560"/>
                      <a:pt x="76884" y="12560"/>
                    </a:cubicBezTo>
                    <a:cubicBezTo>
                      <a:pt x="47763" y="-5714"/>
                      <a:pt x="20563" y="-2466"/>
                      <a:pt x="0" y="12165"/>
                    </a:cubicBezTo>
                    <a:lnTo>
                      <a:pt x="0" y="12165"/>
                    </a:lnTo>
                  </a:path>
                </a:pathLst>
              </a:custGeom>
              <a:noFill/>
              <a:ln w="8472" cap="flat">
                <a:solidFill>
                  <a:srgbClr val="01355A"/>
                </a:solidFill>
                <a:prstDash val="solid"/>
                <a:miter/>
              </a:ln>
            </p:spPr>
            <p:txBody>
              <a:bodyPr rtlCol="1" anchor="ctr"/>
              <a:lstStyle/>
              <a:p>
                <a:endParaRPr lang="ar-SA"/>
              </a:p>
            </p:txBody>
          </p:sp>
          <p:sp>
            <p:nvSpPr>
              <p:cNvPr id="10011" name="شكل حر: شكل 11169">
                <a:extLst>
                  <a:ext uri="{FF2B5EF4-FFF2-40B4-BE49-F238E27FC236}">
                    <a16:creationId xmlns:a16="http://schemas.microsoft.com/office/drawing/2014/main" id="{314E93A6-A8C3-E07E-DEDB-23DC178F7073}"/>
                  </a:ext>
                </a:extLst>
              </p:cNvPr>
              <p:cNvSpPr/>
              <p:nvPr/>
            </p:nvSpPr>
            <p:spPr>
              <a:xfrm>
                <a:off x="3028457" y="2044141"/>
                <a:ext cx="161973" cy="57891"/>
              </a:xfrm>
              <a:custGeom>
                <a:avLst/>
                <a:gdLst>
                  <a:gd name="connsiteX0" fmla="*/ 0 w 161973"/>
                  <a:gd name="connsiteY0" fmla="*/ 52689 h 57891"/>
                  <a:gd name="connsiteX1" fmla="*/ 81403 w 161973"/>
                  <a:gd name="connsiteY1" fmla="*/ 57774 h 57891"/>
                  <a:gd name="connsiteX2" fmla="*/ 159192 w 161973"/>
                  <a:gd name="connsiteY2" fmla="*/ 15744 h 57891"/>
                  <a:gd name="connsiteX3" fmla="*/ 159192 w 161973"/>
                  <a:gd name="connsiteY3" fmla="*/ 15744 h 57891"/>
                  <a:gd name="connsiteX4" fmla="*/ 159954 w 161973"/>
                  <a:gd name="connsiteY4" fmla="*/ 3429 h 57891"/>
                  <a:gd name="connsiteX5" fmla="*/ 159954 w 161973"/>
                  <a:gd name="connsiteY5" fmla="*/ 3429 h 57891"/>
                  <a:gd name="connsiteX6" fmla="*/ 148769 w 161973"/>
                  <a:gd name="connsiteY6" fmla="*/ 944 h 57891"/>
                  <a:gd name="connsiteX7" fmla="*/ 123348 w 161973"/>
                  <a:gd name="connsiteY7" fmla="*/ 19303 h 57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973" h="57891">
                    <a:moveTo>
                      <a:pt x="0" y="52689"/>
                    </a:moveTo>
                    <a:cubicBezTo>
                      <a:pt x="0" y="52689"/>
                      <a:pt x="33217" y="55034"/>
                      <a:pt x="81403" y="57774"/>
                    </a:cubicBezTo>
                    <a:cubicBezTo>
                      <a:pt x="110751" y="59440"/>
                      <a:pt x="130607" y="43425"/>
                      <a:pt x="159192" y="15744"/>
                    </a:cubicBezTo>
                    <a:lnTo>
                      <a:pt x="159192" y="15744"/>
                    </a:lnTo>
                    <a:cubicBezTo>
                      <a:pt x="162581" y="12468"/>
                      <a:pt x="162920" y="7129"/>
                      <a:pt x="159954" y="3429"/>
                    </a:cubicBezTo>
                    <a:lnTo>
                      <a:pt x="159954" y="3429"/>
                    </a:lnTo>
                    <a:cubicBezTo>
                      <a:pt x="157271" y="68"/>
                      <a:pt x="152610" y="-949"/>
                      <a:pt x="148769" y="944"/>
                    </a:cubicBezTo>
                    <a:lnTo>
                      <a:pt x="123348" y="19303"/>
                    </a:lnTo>
                  </a:path>
                </a:pathLst>
              </a:custGeom>
              <a:noFill/>
              <a:ln w="8472" cap="flat">
                <a:solidFill>
                  <a:srgbClr val="01355A"/>
                </a:solidFill>
                <a:prstDash val="solid"/>
                <a:miter/>
              </a:ln>
            </p:spPr>
            <p:txBody>
              <a:bodyPr rtlCol="1" anchor="ctr"/>
              <a:lstStyle/>
              <a:p>
                <a:endParaRPr lang="ar-SA"/>
              </a:p>
            </p:txBody>
          </p:sp>
          <p:sp>
            <p:nvSpPr>
              <p:cNvPr id="10012" name="شكل حر: شكل 11170">
                <a:extLst>
                  <a:ext uri="{FF2B5EF4-FFF2-40B4-BE49-F238E27FC236}">
                    <a16:creationId xmlns:a16="http://schemas.microsoft.com/office/drawing/2014/main" id="{128E369D-1035-4567-1195-CC71280BDEA8}"/>
                  </a:ext>
                </a:extLst>
              </p:cNvPr>
              <p:cNvSpPr/>
              <p:nvPr/>
            </p:nvSpPr>
            <p:spPr>
              <a:xfrm>
                <a:off x="3000607" y="2030934"/>
                <a:ext cx="27115" cy="86459"/>
              </a:xfrm>
              <a:custGeom>
                <a:avLst/>
                <a:gdLst>
                  <a:gd name="connsiteX0" fmla="*/ 0 w 27115"/>
                  <a:gd name="connsiteY0" fmla="*/ 86459 h 86459"/>
                  <a:gd name="connsiteX1" fmla="*/ 17371 w 27115"/>
                  <a:gd name="connsiteY1" fmla="*/ 86459 h 86459"/>
                  <a:gd name="connsiteX2" fmla="*/ 27116 w 27115"/>
                  <a:gd name="connsiteY2" fmla="*/ 76715 h 86459"/>
                  <a:gd name="connsiteX3" fmla="*/ 27116 w 27115"/>
                  <a:gd name="connsiteY3" fmla="*/ 9745 h 86459"/>
                  <a:gd name="connsiteX4" fmla="*/ 17371 w 27115"/>
                  <a:gd name="connsiteY4" fmla="*/ 0 h 86459"/>
                  <a:gd name="connsiteX5" fmla="*/ 0 w 27115"/>
                  <a:gd name="connsiteY5" fmla="*/ 0 h 86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115" h="86459">
                    <a:moveTo>
                      <a:pt x="0" y="86459"/>
                    </a:moveTo>
                    <a:lnTo>
                      <a:pt x="17371" y="86459"/>
                    </a:lnTo>
                    <a:cubicBezTo>
                      <a:pt x="22738" y="86459"/>
                      <a:pt x="27116" y="82109"/>
                      <a:pt x="27116" y="76715"/>
                    </a:cubicBezTo>
                    <a:lnTo>
                      <a:pt x="27116" y="9745"/>
                    </a:lnTo>
                    <a:cubicBezTo>
                      <a:pt x="27116" y="4378"/>
                      <a:pt x="22766" y="0"/>
                      <a:pt x="17371" y="0"/>
                    </a:cubicBezTo>
                    <a:lnTo>
                      <a:pt x="0" y="0"/>
                    </a:lnTo>
                  </a:path>
                </a:pathLst>
              </a:custGeom>
              <a:noFill/>
              <a:ln w="8472" cap="flat">
                <a:solidFill>
                  <a:srgbClr val="01355A"/>
                </a:solidFill>
                <a:prstDash val="solid"/>
                <a:miter/>
              </a:ln>
            </p:spPr>
            <p:txBody>
              <a:bodyPr rtlCol="1" anchor="ctr"/>
              <a:lstStyle/>
              <a:p>
                <a:endParaRPr lang="ar-SA"/>
              </a:p>
            </p:txBody>
          </p:sp>
        </p:grpSp>
        <p:grpSp>
          <p:nvGrpSpPr>
            <p:cNvPr id="9993" name="رسم 8014">
              <a:extLst>
                <a:ext uri="{FF2B5EF4-FFF2-40B4-BE49-F238E27FC236}">
                  <a16:creationId xmlns:a16="http://schemas.microsoft.com/office/drawing/2014/main" id="{1806FBBE-FF90-583E-AEB0-CFBDACBDA1B7}"/>
                </a:ext>
              </a:extLst>
            </p:cNvPr>
            <p:cNvGrpSpPr/>
            <p:nvPr/>
          </p:nvGrpSpPr>
          <p:grpSpPr>
            <a:xfrm>
              <a:off x="3109832" y="1925973"/>
              <a:ext cx="30956" cy="79285"/>
              <a:chOff x="3109832" y="1925973"/>
              <a:chExt cx="30956" cy="79285"/>
            </a:xfrm>
            <a:noFill/>
          </p:grpSpPr>
          <p:sp>
            <p:nvSpPr>
              <p:cNvPr id="10007" name="شكل حر: شكل 11172">
                <a:extLst>
                  <a:ext uri="{FF2B5EF4-FFF2-40B4-BE49-F238E27FC236}">
                    <a16:creationId xmlns:a16="http://schemas.microsoft.com/office/drawing/2014/main" id="{DB512288-78EF-CF42-40E1-905739BDECAB}"/>
                  </a:ext>
                </a:extLst>
              </p:cNvPr>
              <p:cNvSpPr/>
              <p:nvPr/>
            </p:nvSpPr>
            <p:spPr>
              <a:xfrm>
                <a:off x="3109832" y="1934616"/>
                <a:ext cx="30956" cy="61914"/>
              </a:xfrm>
              <a:custGeom>
                <a:avLst/>
                <a:gdLst>
                  <a:gd name="connsiteX0" fmla="*/ 0 w 30956"/>
                  <a:gd name="connsiteY0" fmla="*/ 46436 h 61914"/>
                  <a:gd name="connsiteX1" fmla="*/ 15478 w 30956"/>
                  <a:gd name="connsiteY1" fmla="*/ 61914 h 61914"/>
                  <a:gd name="connsiteX2" fmla="*/ 30957 w 30956"/>
                  <a:gd name="connsiteY2" fmla="*/ 46436 h 61914"/>
                  <a:gd name="connsiteX3" fmla="*/ 15478 w 30956"/>
                  <a:gd name="connsiteY3" fmla="*/ 30957 h 61914"/>
                  <a:gd name="connsiteX4" fmla="*/ 0 w 30956"/>
                  <a:gd name="connsiteY4" fmla="*/ 15478 h 61914"/>
                  <a:gd name="connsiteX5" fmla="*/ 15478 w 30956"/>
                  <a:gd name="connsiteY5" fmla="*/ 0 h 61914"/>
                  <a:gd name="connsiteX6" fmla="*/ 30957 w 30956"/>
                  <a:gd name="connsiteY6" fmla="*/ 15478 h 61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956" h="61914">
                    <a:moveTo>
                      <a:pt x="0" y="46436"/>
                    </a:moveTo>
                    <a:cubicBezTo>
                      <a:pt x="0" y="54994"/>
                      <a:pt x="6920" y="61914"/>
                      <a:pt x="15478" y="61914"/>
                    </a:cubicBezTo>
                    <a:cubicBezTo>
                      <a:pt x="24037" y="61914"/>
                      <a:pt x="30957" y="54994"/>
                      <a:pt x="30957" y="46436"/>
                    </a:cubicBezTo>
                    <a:cubicBezTo>
                      <a:pt x="30957" y="37877"/>
                      <a:pt x="24602" y="33923"/>
                      <a:pt x="15478" y="30957"/>
                    </a:cubicBezTo>
                    <a:cubicBezTo>
                      <a:pt x="7344" y="28302"/>
                      <a:pt x="0" y="24037"/>
                      <a:pt x="0" y="15478"/>
                    </a:cubicBezTo>
                    <a:cubicBezTo>
                      <a:pt x="0" y="6920"/>
                      <a:pt x="6920" y="0"/>
                      <a:pt x="15478" y="0"/>
                    </a:cubicBezTo>
                    <a:cubicBezTo>
                      <a:pt x="24037" y="0"/>
                      <a:pt x="30957" y="6920"/>
                      <a:pt x="30957" y="15478"/>
                    </a:cubicBezTo>
                  </a:path>
                </a:pathLst>
              </a:custGeom>
              <a:noFill/>
              <a:ln w="8472" cap="flat">
                <a:solidFill>
                  <a:srgbClr val="01355A"/>
                </a:solidFill>
                <a:prstDash val="solid"/>
                <a:miter/>
              </a:ln>
            </p:spPr>
            <p:txBody>
              <a:bodyPr rtlCol="1" anchor="ctr"/>
              <a:lstStyle/>
              <a:p>
                <a:endParaRPr lang="ar-SA"/>
              </a:p>
            </p:txBody>
          </p:sp>
          <p:sp>
            <p:nvSpPr>
              <p:cNvPr id="10008" name="شكل حر: شكل 11173">
                <a:extLst>
                  <a:ext uri="{FF2B5EF4-FFF2-40B4-BE49-F238E27FC236}">
                    <a16:creationId xmlns:a16="http://schemas.microsoft.com/office/drawing/2014/main" id="{6606393E-3FF5-17A1-A04E-32D879D2DF69}"/>
                  </a:ext>
                </a:extLst>
              </p:cNvPr>
              <p:cNvSpPr/>
              <p:nvPr/>
            </p:nvSpPr>
            <p:spPr>
              <a:xfrm>
                <a:off x="3125311" y="1925973"/>
                <a:ext cx="2824" cy="8727"/>
              </a:xfrm>
              <a:custGeom>
                <a:avLst/>
                <a:gdLst>
                  <a:gd name="connsiteX0" fmla="*/ 0 w 2824"/>
                  <a:gd name="connsiteY0" fmla="*/ 0 h 8727"/>
                  <a:gd name="connsiteX1" fmla="*/ 0 w 2824"/>
                  <a:gd name="connsiteY1" fmla="*/ 8728 h 8727"/>
                </a:gdLst>
                <a:ahLst/>
                <a:cxnLst>
                  <a:cxn ang="0">
                    <a:pos x="connsiteX0" y="connsiteY0"/>
                  </a:cxn>
                  <a:cxn ang="0">
                    <a:pos x="connsiteX1" y="connsiteY1"/>
                  </a:cxn>
                </a:cxnLst>
                <a:rect l="l" t="t" r="r" b="b"/>
                <a:pathLst>
                  <a:path w="2824" h="8727">
                    <a:moveTo>
                      <a:pt x="0" y="0"/>
                    </a:moveTo>
                    <a:lnTo>
                      <a:pt x="0" y="8728"/>
                    </a:lnTo>
                  </a:path>
                </a:pathLst>
              </a:custGeom>
              <a:ln w="8472" cap="flat">
                <a:solidFill>
                  <a:srgbClr val="01355A"/>
                </a:solidFill>
                <a:prstDash val="solid"/>
                <a:miter/>
              </a:ln>
            </p:spPr>
            <p:txBody>
              <a:bodyPr rtlCol="1" anchor="ctr"/>
              <a:lstStyle/>
              <a:p>
                <a:endParaRPr lang="ar-SA"/>
              </a:p>
            </p:txBody>
          </p:sp>
          <p:sp>
            <p:nvSpPr>
              <p:cNvPr id="10009" name="شكل حر: شكل 11174">
                <a:extLst>
                  <a:ext uri="{FF2B5EF4-FFF2-40B4-BE49-F238E27FC236}">
                    <a16:creationId xmlns:a16="http://schemas.microsoft.com/office/drawing/2014/main" id="{AA068220-FB4F-2CA0-35F4-1404C6218431}"/>
                  </a:ext>
                </a:extLst>
              </p:cNvPr>
              <p:cNvSpPr/>
              <p:nvPr/>
            </p:nvSpPr>
            <p:spPr>
              <a:xfrm>
                <a:off x="3125311" y="1996531"/>
                <a:ext cx="2824" cy="8727"/>
              </a:xfrm>
              <a:custGeom>
                <a:avLst/>
                <a:gdLst>
                  <a:gd name="connsiteX0" fmla="*/ 0 w 2824"/>
                  <a:gd name="connsiteY0" fmla="*/ 0 h 8727"/>
                  <a:gd name="connsiteX1" fmla="*/ 0 w 2824"/>
                  <a:gd name="connsiteY1" fmla="*/ 8728 h 8727"/>
                </a:gdLst>
                <a:ahLst/>
                <a:cxnLst>
                  <a:cxn ang="0">
                    <a:pos x="connsiteX0" y="connsiteY0"/>
                  </a:cxn>
                  <a:cxn ang="0">
                    <a:pos x="connsiteX1" y="connsiteY1"/>
                  </a:cxn>
                </a:cxnLst>
                <a:rect l="l" t="t" r="r" b="b"/>
                <a:pathLst>
                  <a:path w="2824" h="8727">
                    <a:moveTo>
                      <a:pt x="0" y="0"/>
                    </a:moveTo>
                    <a:lnTo>
                      <a:pt x="0" y="8728"/>
                    </a:lnTo>
                  </a:path>
                </a:pathLst>
              </a:custGeom>
              <a:ln w="8472" cap="flat">
                <a:solidFill>
                  <a:srgbClr val="01355A"/>
                </a:solidFill>
                <a:prstDash val="solid"/>
                <a:miter/>
              </a:ln>
            </p:spPr>
            <p:txBody>
              <a:bodyPr rtlCol="1" anchor="ctr"/>
              <a:lstStyle/>
              <a:p>
                <a:endParaRPr lang="ar-SA"/>
              </a:p>
            </p:txBody>
          </p:sp>
        </p:grpSp>
        <p:sp>
          <p:nvSpPr>
            <p:cNvPr id="9994" name="شكل حر: شكل 11175">
              <a:extLst>
                <a:ext uri="{FF2B5EF4-FFF2-40B4-BE49-F238E27FC236}">
                  <a16:creationId xmlns:a16="http://schemas.microsoft.com/office/drawing/2014/main" id="{480B6B96-E829-EDB9-EC73-41B8DB0F0383}"/>
                </a:ext>
              </a:extLst>
            </p:cNvPr>
            <p:cNvSpPr/>
            <p:nvPr/>
          </p:nvSpPr>
          <p:spPr>
            <a:xfrm rot="-2700000">
              <a:off x="3066816" y="1907108"/>
              <a:ext cx="116992" cy="116992"/>
            </a:xfrm>
            <a:custGeom>
              <a:avLst/>
              <a:gdLst>
                <a:gd name="connsiteX0" fmla="*/ 116993 w 116992"/>
                <a:gd name="connsiteY0" fmla="*/ 58496 h 116992"/>
                <a:gd name="connsiteX1" fmla="*/ 58496 w 116992"/>
                <a:gd name="connsiteY1" fmla="*/ 116993 h 116992"/>
                <a:gd name="connsiteX2" fmla="*/ 0 w 116992"/>
                <a:gd name="connsiteY2" fmla="*/ 58496 h 116992"/>
                <a:gd name="connsiteX3" fmla="*/ 58496 w 116992"/>
                <a:gd name="connsiteY3" fmla="*/ 0 h 116992"/>
                <a:gd name="connsiteX4" fmla="*/ 116993 w 116992"/>
                <a:gd name="connsiteY4" fmla="*/ 58496 h 116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992" h="116992">
                  <a:moveTo>
                    <a:pt x="116993" y="58496"/>
                  </a:moveTo>
                  <a:cubicBezTo>
                    <a:pt x="116993" y="90803"/>
                    <a:pt x="90803" y="116993"/>
                    <a:pt x="58496" y="116993"/>
                  </a:cubicBezTo>
                  <a:cubicBezTo>
                    <a:pt x="26190" y="116993"/>
                    <a:pt x="0" y="90803"/>
                    <a:pt x="0" y="58496"/>
                  </a:cubicBezTo>
                  <a:cubicBezTo>
                    <a:pt x="0" y="26190"/>
                    <a:pt x="26189" y="0"/>
                    <a:pt x="58496" y="0"/>
                  </a:cubicBezTo>
                  <a:cubicBezTo>
                    <a:pt x="90803" y="0"/>
                    <a:pt x="116993" y="26190"/>
                    <a:pt x="116993" y="58496"/>
                  </a:cubicBezTo>
                  <a:close/>
                </a:path>
              </a:pathLst>
            </a:custGeom>
            <a:noFill/>
            <a:ln w="8472" cap="flat">
              <a:solidFill>
                <a:srgbClr val="01355A"/>
              </a:solidFill>
              <a:prstDash val="solid"/>
              <a:miter/>
            </a:ln>
          </p:spPr>
          <p:txBody>
            <a:bodyPr rtlCol="1" anchor="ctr"/>
            <a:lstStyle/>
            <a:p>
              <a:endParaRPr lang="ar-SA"/>
            </a:p>
          </p:txBody>
        </p:sp>
        <p:grpSp>
          <p:nvGrpSpPr>
            <p:cNvPr id="9995" name="رسم 8014">
              <a:extLst>
                <a:ext uri="{FF2B5EF4-FFF2-40B4-BE49-F238E27FC236}">
                  <a16:creationId xmlns:a16="http://schemas.microsoft.com/office/drawing/2014/main" id="{BC4C228D-E212-B108-34A5-A2253DFCE638}"/>
                </a:ext>
              </a:extLst>
            </p:cNvPr>
            <p:cNvGrpSpPr/>
            <p:nvPr/>
          </p:nvGrpSpPr>
          <p:grpSpPr>
            <a:xfrm>
              <a:off x="3157228" y="1775284"/>
              <a:ext cx="186109" cy="163936"/>
              <a:chOff x="3157228" y="1775284"/>
              <a:chExt cx="186109" cy="163936"/>
            </a:xfrm>
            <a:noFill/>
          </p:grpSpPr>
          <p:sp>
            <p:nvSpPr>
              <p:cNvPr id="10005" name="شكل حر: شكل 11177">
                <a:extLst>
                  <a:ext uri="{FF2B5EF4-FFF2-40B4-BE49-F238E27FC236}">
                    <a16:creationId xmlns:a16="http://schemas.microsoft.com/office/drawing/2014/main" id="{FB253079-4A4C-A6EF-2273-4DCD86E9DA10}"/>
                  </a:ext>
                </a:extLst>
              </p:cNvPr>
              <p:cNvSpPr/>
              <p:nvPr/>
            </p:nvSpPr>
            <p:spPr>
              <a:xfrm>
                <a:off x="3157228" y="1819855"/>
                <a:ext cx="186109" cy="119365"/>
              </a:xfrm>
              <a:custGeom>
                <a:avLst/>
                <a:gdLst>
                  <a:gd name="connsiteX0" fmla="*/ 0 w 186109"/>
                  <a:gd name="connsiteY0" fmla="*/ 76319 h 119365"/>
                  <a:gd name="connsiteX1" fmla="*/ 0 w 186109"/>
                  <a:gd name="connsiteY1" fmla="*/ 19376 h 119365"/>
                  <a:gd name="connsiteX2" fmla="*/ 19376 w 186109"/>
                  <a:gd name="connsiteY2" fmla="*/ 0 h 119365"/>
                  <a:gd name="connsiteX3" fmla="*/ 166733 w 186109"/>
                  <a:gd name="connsiteY3" fmla="*/ 0 h 119365"/>
                  <a:gd name="connsiteX4" fmla="*/ 186109 w 186109"/>
                  <a:gd name="connsiteY4" fmla="*/ 19376 h 119365"/>
                  <a:gd name="connsiteX5" fmla="*/ 186109 w 186109"/>
                  <a:gd name="connsiteY5" fmla="*/ 99989 h 119365"/>
                  <a:gd name="connsiteX6" fmla="*/ 166733 w 186109"/>
                  <a:gd name="connsiteY6" fmla="*/ 119365 h 119365"/>
                  <a:gd name="connsiteX7" fmla="*/ 39515 w 186109"/>
                  <a:gd name="connsiteY7" fmla="*/ 119365 h 119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6109" h="119365">
                    <a:moveTo>
                      <a:pt x="0" y="76319"/>
                    </a:moveTo>
                    <a:lnTo>
                      <a:pt x="0" y="19376"/>
                    </a:lnTo>
                    <a:cubicBezTo>
                      <a:pt x="0" y="8671"/>
                      <a:pt x="8671" y="0"/>
                      <a:pt x="19376" y="0"/>
                    </a:cubicBezTo>
                    <a:lnTo>
                      <a:pt x="166733" y="0"/>
                    </a:lnTo>
                    <a:cubicBezTo>
                      <a:pt x="177438" y="0"/>
                      <a:pt x="186109" y="8671"/>
                      <a:pt x="186109" y="19376"/>
                    </a:cubicBezTo>
                    <a:lnTo>
                      <a:pt x="186109" y="99989"/>
                    </a:lnTo>
                    <a:cubicBezTo>
                      <a:pt x="186109" y="110694"/>
                      <a:pt x="177438" y="119365"/>
                      <a:pt x="166733" y="119365"/>
                    </a:cubicBezTo>
                    <a:lnTo>
                      <a:pt x="39515" y="119365"/>
                    </a:lnTo>
                  </a:path>
                </a:pathLst>
              </a:custGeom>
              <a:noFill/>
              <a:ln w="8472" cap="flat">
                <a:solidFill>
                  <a:srgbClr val="17A3A3"/>
                </a:solidFill>
                <a:prstDash val="solid"/>
                <a:miter/>
              </a:ln>
            </p:spPr>
            <p:txBody>
              <a:bodyPr rtlCol="1" anchor="ctr"/>
              <a:lstStyle/>
              <a:p>
                <a:endParaRPr lang="ar-SA"/>
              </a:p>
            </p:txBody>
          </p:sp>
          <p:sp>
            <p:nvSpPr>
              <p:cNvPr id="10006" name="شكل حر: شكل 11178">
                <a:extLst>
                  <a:ext uri="{FF2B5EF4-FFF2-40B4-BE49-F238E27FC236}">
                    <a16:creationId xmlns:a16="http://schemas.microsoft.com/office/drawing/2014/main" id="{53441803-7091-669C-8B15-003DF3E26E51}"/>
                  </a:ext>
                </a:extLst>
              </p:cNvPr>
              <p:cNvSpPr/>
              <p:nvPr/>
            </p:nvSpPr>
            <p:spPr>
              <a:xfrm>
                <a:off x="3213182" y="1775284"/>
                <a:ext cx="74144" cy="44542"/>
              </a:xfrm>
              <a:custGeom>
                <a:avLst/>
                <a:gdLst>
                  <a:gd name="connsiteX0" fmla="*/ 0 w 74144"/>
                  <a:gd name="connsiteY0" fmla="*/ 44543 h 44542"/>
                  <a:gd name="connsiteX1" fmla="*/ 0 w 74144"/>
                  <a:gd name="connsiteY1" fmla="*/ 18049 h 44542"/>
                  <a:gd name="connsiteX2" fmla="*/ 18049 w 74144"/>
                  <a:gd name="connsiteY2" fmla="*/ 0 h 44542"/>
                  <a:gd name="connsiteX3" fmla="*/ 56095 w 74144"/>
                  <a:gd name="connsiteY3" fmla="*/ 0 h 44542"/>
                  <a:gd name="connsiteX4" fmla="*/ 74144 w 74144"/>
                  <a:gd name="connsiteY4" fmla="*/ 18049 h 44542"/>
                  <a:gd name="connsiteX5" fmla="*/ 74144 w 74144"/>
                  <a:gd name="connsiteY5" fmla="*/ 44543 h 44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144" h="44542">
                    <a:moveTo>
                      <a:pt x="0" y="44543"/>
                    </a:moveTo>
                    <a:lnTo>
                      <a:pt x="0" y="18049"/>
                    </a:lnTo>
                    <a:cubicBezTo>
                      <a:pt x="0" y="8078"/>
                      <a:pt x="8078" y="0"/>
                      <a:pt x="18049" y="0"/>
                    </a:cubicBezTo>
                    <a:lnTo>
                      <a:pt x="56095" y="0"/>
                    </a:lnTo>
                    <a:cubicBezTo>
                      <a:pt x="66066" y="0"/>
                      <a:pt x="74144" y="8078"/>
                      <a:pt x="74144" y="18049"/>
                    </a:cubicBezTo>
                    <a:lnTo>
                      <a:pt x="74144" y="44543"/>
                    </a:lnTo>
                  </a:path>
                </a:pathLst>
              </a:custGeom>
              <a:noFill/>
              <a:ln w="8472" cap="flat">
                <a:solidFill>
                  <a:srgbClr val="17A3A3"/>
                </a:solidFill>
                <a:prstDash val="solid"/>
                <a:miter/>
              </a:ln>
            </p:spPr>
            <p:txBody>
              <a:bodyPr rtlCol="1" anchor="ctr"/>
              <a:lstStyle/>
              <a:p>
                <a:endParaRPr lang="ar-SA"/>
              </a:p>
            </p:txBody>
          </p:sp>
        </p:grpSp>
        <p:sp>
          <p:nvSpPr>
            <p:cNvPr id="9996" name="شكل حر: شكل 11179">
              <a:extLst>
                <a:ext uri="{FF2B5EF4-FFF2-40B4-BE49-F238E27FC236}">
                  <a16:creationId xmlns:a16="http://schemas.microsoft.com/office/drawing/2014/main" id="{8E042DFE-5509-B8BA-9909-ECD87C3E5BB7}"/>
                </a:ext>
              </a:extLst>
            </p:cNvPr>
            <p:cNvSpPr/>
            <p:nvPr/>
          </p:nvSpPr>
          <p:spPr>
            <a:xfrm>
              <a:off x="3347941" y="1957015"/>
              <a:ext cx="20308" cy="20308"/>
            </a:xfrm>
            <a:custGeom>
              <a:avLst/>
              <a:gdLst>
                <a:gd name="connsiteX0" fmla="*/ 0 w 20308"/>
                <a:gd name="connsiteY0" fmla="*/ 0 h 20308"/>
                <a:gd name="connsiteX1" fmla="*/ 20309 w 20308"/>
                <a:gd name="connsiteY1" fmla="*/ 20308 h 20308"/>
              </a:gdLst>
              <a:ahLst/>
              <a:cxnLst>
                <a:cxn ang="0">
                  <a:pos x="connsiteX0" y="connsiteY0"/>
                </a:cxn>
                <a:cxn ang="0">
                  <a:pos x="connsiteX1" y="connsiteY1"/>
                </a:cxn>
              </a:cxnLst>
              <a:rect l="l" t="t" r="r" b="b"/>
              <a:pathLst>
                <a:path w="20308" h="20308">
                  <a:moveTo>
                    <a:pt x="0" y="0"/>
                  </a:moveTo>
                  <a:lnTo>
                    <a:pt x="20309" y="20308"/>
                  </a:lnTo>
                </a:path>
              </a:pathLst>
            </a:custGeom>
            <a:ln w="8472" cap="flat">
              <a:solidFill>
                <a:srgbClr val="17A3A3"/>
              </a:solidFill>
              <a:prstDash val="solid"/>
              <a:miter/>
            </a:ln>
          </p:spPr>
          <p:txBody>
            <a:bodyPr rtlCol="1" anchor="ctr"/>
            <a:lstStyle/>
            <a:p>
              <a:endParaRPr lang="ar-SA"/>
            </a:p>
          </p:txBody>
        </p:sp>
        <p:sp>
          <p:nvSpPr>
            <p:cNvPr id="9997" name="شكل حر: شكل 11180">
              <a:extLst>
                <a:ext uri="{FF2B5EF4-FFF2-40B4-BE49-F238E27FC236}">
                  <a16:creationId xmlns:a16="http://schemas.microsoft.com/office/drawing/2014/main" id="{8DE95C15-1E20-7AF7-0023-7DA217E877E4}"/>
                </a:ext>
              </a:extLst>
            </p:cNvPr>
            <p:cNvSpPr/>
            <p:nvPr/>
          </p:nvSpPr>
          <p:spPr>
            <a:xfrm>
              <a:off x="3159233" y="1768335"/>
              <a:ext cx="23443" cy="23415"/>
            </a:xfrm>
            <a:custGeom>
              <a:avLst/>
              <a:gdLst>
                <a:gd name="connsiteX0" fmla="*/ 0 w 23443"/>
                <a:gd name="connsiteY0" fmla="*/ 0 h 23415"/>
                <a:gd name="connsiteX1" fmla="*/ 23444 w 23443"/>
                <a:gd name="connsiteY1" fmla="*/ 23415 h 23415"/>
              </a:gdLst>
              <a:ahLst/>
              <a:cxnLst>
                <a:cxn ang="0">
                  <a:pos x="connsiteX0" y="connsiteY0"/>
                </a:cxn>
                <a:cxn ang="0">
                  <a:pos x="connsiteX1" y="connsiteY1"/>
                </a:cxn>
              </a:cxnLst>
              <a:rect l="l" t="t" r="r" b="b"/>
              <a:pathLst>
                <a:path w="23443" h="23415">
                  <a:moveTo>
                    <a:pt x="0" y="0"/>
                  </a:moveTo>
                  <a:lnTo>
                    <a:pt x="23444" y="23415"/>
                  </a:lnTo>
                </a:path>
              </a:pathLst>
            </a:custGeom>
            <a:ln w="8472" cap="flat">
              <a:solidFill>
                <a:srgbClr val="17A3A3"/>
              </a:solidFill>
              <a:prstDash val="solid"/>
              <a:miter/>
            </a:ln>
          </p:spPr>
          <p:txBody>
            <a:bodyPr rtlCol="1" anchor="ctr"/>
            <a:lstStyle/>
            <a:p>
              <a:endParaRPr lang="ar-SA"/>
            </a:p>
          </p:txBody>
        </p:sp>
        <p:sp>
          <p:nvSpPr>
            <p:cNvPr id="9998" name="شكل حر: شكل 11181">
              <a:extLst>
                <a:ext uri="{FF2B5EF4-FFF2-40B4-BE49-F238E27FC236}">
                  <a16:creationId xmlns:a16="http://schemas.microsoft.com/office/drawing/2014/main" id="{E69D85EF-7B05-2CE3-26AE-BBEFA1A6CA0C}"/>
                </a:ext>
              </a:extLst>
            </p:cNvPr>
            <p:cNvSpPr/>
            <p:nvPr/>
          </p:nvSpPr>
          <p:spPr>
            <a:xfrm>
              <a:off x="3193919" y="1852394"/>
              <a:ext cx="24884" cy="2824"/>
            </a:xfrm>
            <a:custGeom>
              <a:avLst/>
              <a:gdLst>
                <a:gd name="connsiteX0" fmla="*/ 0 w 24884"/>
                <a:gd name="connsiteY0" fmla="*/ 0 h 2824"/>
                <a:gd name="connsiteX1" fmla="*/ 24884 w 24884"/>
                <a:gd name="connsiteY1" fmla="*/ 0 h 2824"/>
              </a:gdLst>
              <a:ahLst/>
              <a:cxnLst>
                <a:cxn ang="0">
                  <a:pos x="connsiteX0" y="connsiteY0"/>
                </a:cxn>
                <a:cxn ang="0">
                  <a:pos x="connsiteX1" y="connsiteY1"/>
                </a:cxn>
              </a:cxnLst>
              <a:rect l="l" t="t" r="r" b="b"/>
              <a:pathLst>
                <a:path w="24884" h="2824">
                  <a:moveTo>
                    <a:pt x="0" y="0"/>
                  </a:moveTo>
                  <a:lnTo>
                    <a:pt x="24884" y="0"/>
                  </a:lnTo>
                </a:path>
              </a:pathLst>
            </a:custGeom>
            <a:ln w="8472" cap="flat">
              <a:solidFill>
                <a:srgbClr val="17A3A3"/>
              </a:solidFill>
              <a:prstDash val="solid"/>
              <a:miter/>
            </a:ln>
          </p:spPr>
          <p:txBody>
            <a:bodyPr rtlCol="1" anchor="ctr"/>
            <a:lstStyle/>
            <a:p>
              <a:endParaRPr lang="ar-SA"/>
            </a:p>
          </p:txBody>
        </p:sp>
        <p:sp>
          <p:nvSpPr>
            <p:cNvPr id="9999" name="شكل حر: شكل 11182">
              <a:extLst>
                <a:ext uri="{FF2B5EF4-FFF2-40B4-BE49-F238E27FC236}">
                  <a16:creationId xmlns:a16="http://schemas.microsoft.com/office/drawing/2014/main" id="{C57F2663-E9E0-358A-F875-AA2B9AFC2C47}"/>
                </a:ext>
              </a:extLst>
            </p:cNvPr>
            <p:cNvSpPr/>
            <p:nvPr/>
          </p:nvSpPr>
          <p:spPr>
            <a:xfrm>
              <a:off x="3232756" y="1852366"/>
              <a:ext cx="32030" cy="49966"/>
            </a:xfrm>
            <a:custGeom>
              <a:avLst/>
              <a:gdLst>
                <a:gd name="connsiteX0" fmla="*/ 16015 w 32030"/>
                <a:gd name="connsiteY0" fmla="*/ 49966 h 49966"/>
                <a:gd name="connsiteX1" fmla="*/ 16015 w 32030"/>
                <a:gd name="connsiteY1" fmla="*/ 49966 h 49966"/>
                <a:gd name="connsiteX2" fmla="*/ 0 w 32030"/>
                <a:gd name="connsiteY2" fmla="*/ 33951 h 49966"/>
                <a:gd name="connsiteX3" fmla="*/ 0 w 32030"/>
                <a:gd name="connsiteY3" fmla="*/ 16015 h 49966"/>
                <a:gd name="connsiteX4" fmla="*/ 16015 w 32030"/>
                <a:gd name="connsiteY4" fmla="*/ 0 h 49966"/>
                <a:gd name="connsiteX5" fmla="*/ 16015 w 32030"/>
                <a:gd name="connsiteY5" fmla="*/ 0 h 49966"/>
                <a:gd name="connsiteX6" fmla="*/ 32030 w 32030"/>
                <a:gd name="connsiteY6" fmla="*/ 16015 h 49966"/>
                <a:gd name="connsiteX7" fmla="*/ 32030 w 32030"/>
                <a:gd name="connsiteY7" fmla="*/ 33951 h 49966"/>
                <a:gd name="connsiteX8" fmla="*/ 16015 w 32030"/>
                <a:gd name="connsiteY8" fmla="*/ 49966 h 49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030" h="49966">
                  <a:moveTo>
                    <a:pt x="16015" y="49966"/>
                  </a:moveTo>
                  <a:lnTo>
                    <a:pt x="16015" y="49966"/>
                  </a:lnTo>
                  <a:cubicBezTo>
                    <a:pt x="7174" y="49966"/>
                    <a:pt x="0" y="42792"/>
                    <a:pt x="0" y="33951"/>
                  </a:cubicBezTo>
                  <a:lnTo>
                    <a:pt x="0" y="16015"/>
                  </a:lnTo>
                  <a:cubicBezTo>
                    <a:pt x="0" y="7174"/>
                    <a:pt x="7174" y="0"/>
                    <a:pt x="16015" y="0"/>
                  </a:cubicBezTo>
                  <a:lnTo>
                    <a:pt x="16015" y="0"/>
                  </a:lnTo>
                  <a:cubicBezTo>
                    <a:pt x="24856" y="0"/>
                    <a:pt x="32030" y="7174"/>
                    <a:pt x="32030" y="16015"/>
                  </a:cubicBezTo>
                  <a:lnTo>
                    <a:pt x="32030" y="33951"/>
                  </a:lnTo>
                  <a:cubicBezTo>
                    <a:pt x="32030" y="42792"/>
                    <a:pt x="24856" y="49966"/>
                    <a:pt x="16015" y="49966"/>
                  </a:cubicBezTo>
                  <a:close/>
                </a:path>
              </a:pathLst>
            </a:custGeom>
            <a:noFill/>
            <a:ln w="8472" cap="flat">
              <a:solidFill>
                <a:srgbClr val="17A3A3"/>
              </a:solidFill>
              <a:prstDash val="solid"/>
              <a:miter/>
            </a:ln>
          </p:spPr>
          <p:txBody>
            <a:bodyPr rtlCol="1" anchor="ctr"/>
            <a:lstStyle/>
            <a:p>
              <a:endParaRPr lang="ar-SA"/>
            </a:p>
          </p:txBody>
        </p:sp>
        <p:grpSp>
          <p:nvGrpSpPr>
            <p:cNvPr id="10000" name="رسم 8014">
              <a:extLst>
                <a:ext uri="{FF2B5EF4-FFF2-40B4-BE49-F238E27FC236}">
                  <a16:creationId xmlns:a16="http://schemas.microsoft.com/office/drawing/2014/main" id="{9A92DD6E-72EB-918D-14D8-2CCFC8A04962}"/>
                </a:ext>
              </a:extLst>
            </p:cNvPr>
            <p:cNvGrpSpPr/>
            <p:nvPr/>
          </p:nvGrpSpPr>
          <p:grpSpPr>
            <a:xfrm>
              <a:off x="3285010" y="1852394"/>
              <a:ext cx="28725" cy="49937"/>
              <a:chOff x="3285010" y="1852394"/>
              <a:chExt cx="28725" cy="49937"/>
            </a:xfrm>
            <a:noFill/>
          </p:grpSpPr>
          <p:sp>
            <p:nvSpPr>
              <p:cNvPr id="10002" name="شكل حر: شكل 11184">
                <a:extLst>
                  <a:ext uri="{FF2B5EF4-FFF2-40B4-BE49-F238E27FC236}">
                    <a16:creationId xmlns:a16="http://schemas.microsoft.com/office/drawing/2014/main" id="{A4007D7A-A4FE-C1F9-F9DC-26E990F90E58}"/>
                  </a:ext>
                </a:extLst>
              </p:cNvPr>
              <p:cNvSpPr/>
              <p:nvPr/>
            </p:nvSpPr>
            <p:spPr>
              <a:xfrm>
                <a:off x="3285010" y="1852394"/>
                <a:ext cx="2824" cy="49937"/>
              </a:xfrm>
              <a:custGeom>
                <a:avLst/>
                <a:gdLst>
                  <a:gd name="connsiteX0" fmla="*/ 0 w 2824"/>
                  <a:gd name="connsiteY0" fmla="*/ 0 h 49937"/>
                  <a:gd name="connsiteX1" fmla="*/ 0 w 2824"/>
                  <a:gd name="connsiteY1" fmla="*/ 49938 h 49937"/>
                </a:gdLst>
                <a:ahLst/>
                <a:cxnLst>
                  <a:cxn ang="0">
                    <a:pos x="connsiteX0" y="connsiteY0"/>
                  </a:cxn>
                  <a:cxn ang="0">
                    <a:pos x="connsiteX1" y="connsiteY1"/>
                  </a:cxn>
                </a:cxnLst>
                <a:rect l="l" t="t" r="r" b="b"/>
                <a:pathLst>
                  <a:path w="2824" h="49937">
                    <a:moveTo>
                      <a:pt x="0" y="0"/>
                    </a:moveTo>
                    <a:lnTo>
                      <a:pt x="0" y="49938"/>
                    </a:lnTo>
                  </a:path>
                </a:pathLst>
              </a:custGeom>
              <a:ln w="8472" cap="flat">
                <a:solidFill>
                  <a:srgbClr val="17A3A3"/>
                </a:solidFill>
                <a:prstDash val="solid"/>
                <a:miter/>
              </a:ln>
            </p:spPr>
            <p:txBody>
              <a:bodyPr rtlCol="1" anchor="ctr"/>
              <a:lstStyle/>
              <a:p>
                <a:endParaRPr lang="ar-SA"/>
              </a:p>
            </p:txBody>
          </p:sp>
          <p:sp>
            <p:nvSpPr>
              <p:cNvPr id="10003" name="شكل حر: شكل 11185">
                <a:extLst>
                  <a:ext uri="{FF2B5EF4-FFF2-40B4-BE49-F238E27FC236}">
                    <a16:creationId xmlns:a16="http://schemas.microsoft.com/office/drawing/2014/main" id="{B1D9EECD-21BD-4BCF-B088-D0A4225AC34D}"/>
                  </a:ext>
                </a:extLst>
              </p:cNvPr>
              <p:cNvSpPr/>
              <p:nvPr/>
            </p:nvSpPr>
            <p:spPr>
              <a:xfrm>
                <a:off x="3285039" y="1852394"/>
                <a:ext cx="28697" cy="24968"/>
              </a:xfrm>
              <a:custGeom>
                <a:avLst/>
                <a:gdLst>
                  <a:gd name="connsiteX0" fmla="*/ 16213 w 28697"/>
                  <a:gd name="connsiteY0" fmla="*/ 24969 h 24968"/>
                  <a:gd name="connsiteX1" fmla="*/ 0 w 28697"/>
                  <a:gd name="connsiteY1" fmla="*/ 24969 h 24968"/>
                  <a:gd name="connsiteX2" fmla="*/ 0 w 28697"/>
                  <a:gd name="connsiteY2" fmla="*/ 0 h 24968"/>
                  <a:gd name="connsiteX3" fmla="*/ 16213 w 28697"/>
                  <a:gd name="connsiteY3" fmla="*/ 0 h 24968"/>
                  <a:gd name="connsiteX4" fmla="*/ 28697 w 28697"/>
                  <a:gd name="connsiteY4" fmla="*/ 12484 h 24968"/>
                  <a:gd name="connsiteX5" fmla="*/ 28697 w 28697"/>
                  <a:gd name="connsiteY5" fmla="*/ 12484 h 24968"/>
                  <a:gd name="connsiteX6" fmla="*/ 16213 w 28697"/>
                  <a:gd name="connsiteY6" fmla="*/ 24969 h 24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97" h="24968">
                    <a:moveTo>
                      <a:pt x="16213" y="24969"/>
                    </a:moveTo>
                    <a:lnTo>
                      <a:pt x="0" y="24969"/>
                    </a:lnTo>
                    <a:lnTo>
                      <a:pt x="0" y="0"/>
                    </a:lnTo>
                    <a:lnTo>
                      <a:pt x="16213" y="0"/>
                    </a:lnTo>
                    <a:cubicBezTo>
                      <a:pt x="23105" y="0"/>
                      <a:pt x="28697" y="5593"/>
                      <a:pt x="28697" y="12484"/>
                    </a:cubicBezTo>
                    <a:lnTo>
                      <a:pt x="28697" y="12484"/>
                    </a:lnTo>
                    <a:cubicBezTo>
                      <a:pt x="28697" y="19376"/>
                      <a:pt x="23105" y="24969"/>
                      <a:pt x="16213" y="24969"/>
                    </a:cubicBezTo>
                    <a:close/>
                  </a:path>
                </a:pathLst>
              </a:custGeom>
              <a:noFill/>
              <a:ln w="8472" cap="flat">
                <a:solidFill>
                  <a:srgbClr val="17A3A3"/>
                </a:solidFill>
                <a:prstDash val="solid"/>
                <a:miter/>
              </a:ln>
            </p:spPr>
            <p:txBody>
              <a:bodyPr rtlCol="1" anchor="ctr"/>
              <a:lstStyle/>
              <a:p>
                <a:endParaRPr lang="ar-SA"/>
              </a:p>
            </p:txBody>
          </p:sp>
          <p:sp>
            <p:nvSpPr>
              <p:cNvPr id="10004" name="شكل حر: شكل 11186">
                <a:extLst>
                  <a:ext uri="{FF2B5EF4-FFF2-40B4-BE49-F238E27FC236}">
                    <a16:creationId xmlns:a16="http://schemas.microsoft.com/office/drawing/2014/main" id="{E77675B1-F61C-9DA3-97E0-1AC101040118}"/>
                  </a:ext>
                </a:extLst>
              </p:cNvPr>
              <p:cNvSpPr/>
              <p:nvPr/>
            </p:nvSpPr>
            <p:spPr>
              <a:xfrm>
                <a:off x="3285039" y="1877363"/>
                <a:ext cx="28697" cy="24969"/>
              </a:xfrm>
              <a:custGeom>
                <a:avLst/>
                <a:gdLst>
                  <a:gd name="connsiteX0" fmla="*/ 16213 w 28697"/>
                  <a:gd name="connsiteY0" fmla="*/ 24969 h 24969"/>
                  <a:gd name="connsiteX1" fmla="*/ 0 w 28697"/>
                  <a:gd name="connsiteY1" fmla="*/ 24969 h 24969"/>
                  <a:gd name="connsiteX2" fmla="*/ 0 w 28697"/>
                  <a:gd name="connsiteY2" fmla="*/ 0 h 24969"/>
                  <a:gd name="connsiteX3" fmla="*/ 16213 w 28697"/>
                  <a:gd name="connsiteY3" fmla="*/ 0 h 24969"/>
                  <a:gd name="connsiteX4" fmla="*/ 28697 w 28697"/>
                  <a:gd name="connsiteY4" fmla="*/ 12485 h 24969"/>
                  <a:gd name="connsiteX5" fmla="*/ 28697 w 28697"/>
                  <a:gd name="connsiteY5" fmla="*/ 12485 h 24969"/>
                  <a:gd name="connsiteX6" fmla="*/ 16213 w 28697"/>
                  <a:gd name="connsiteY6" fmla="*/ 24969 h 24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97" h="24969">
                    <a:moveTo>
                      <a:pt x="16213" y="24969"/>
                    </a:moveTo>
                    <a:lnTo>
                      <a:pt x="0" y="24969"/>
                    </a:lnTo>
                    <a:lnTo>
                      <a:pt x="0" y="0"/>
                    </a:lnTo>
                    <a:lnTo>
                      <a:pt x="16213" y="0"/>
                    </a:lnTo>
                    <a:cubicBezTo>
                      <a:pt x="23105" y="0"/>
                      <a:pt x="28697" y="5593"/>
                      <a:pt x="28697" y="12485"/>
                    </a:cubicBezTo>
                    <a:lnTo>
                      <a:pt x="28697" y="12485"/>
                    </a:lnTo>
                    <a:cubicBezTo>
                      <a:pt x="28697" y="19377"/>
                      <a:pt x="23105" y="24969"/>
                      <a:pt x="16213" y="24969"/>
                    </a:cubicBezTo>
                    <a:close/>
                  </a:path>
                </a:pathLst>
              </a:custGeom>
              <a:noFill/>
              <a:ln w="8472" cap="flat">
                <a:solidFill>
                  <a:srgbClr val="17A3A3"/>
                </a:solidFill>
                <a:prstDash val="solid"/>
                <a:miter/>
              </a:ln>
            </p:spPr>
            <p:txBody>
              <a:bodyPr rtlCol="1" anchor="ctr"/>
              <a:lstStyle/>
              <a:p>
                <a:endParaRPr lang="ar-SA"/>
              </a:p>
            </p:txBody>
          </p:sp>
        </p:grpSp>
        <p:sp>
          <p:nvSpPr>
            <p:cNvPr id="10001" name="شكل حر: شكل 11187">
              <a:extLst>
                <a:ext uri="{FF2B5EF4-FFF2-40B4-BE49-F238E27FC236}">
                  <a16:creationId xmlns:a16="http://schemas.microsoft.com/office/drawing/2014/main" id="{563923BB-7F0E-CE04-EE18-13C47E5F4AAD}"/>
                </a:ext>
              </a:extLst>
            </p:cNvPr>
            <p:cNvSpPr/>
            <p:nvPr/>
          </p:nvSpPr>
          <p:spPr>
            <a:xfrm>
              <a:off x="3184202" y="1852394"/>
              <a:ext cx="22144" cy="49937"/>
            </a:xfrm>
            <a:custGeom>
              <a:avLst/>
              <a:gdLst>
                <a:gd name="connsiteX0" fmla="*/ 0 w 22144"/>
                <a:gd name="connsiteY0" fmla="*/ 38866 h 49937"/>
                <a:gd name="connsiteX1" fmla="*/ 11072 w 22144"/>
                <a:gd name="connsiteY1" fmla="*/ 49938 h 49937"/>
                <a:gd name="connsiteX2" fmla="*/ 11072 w 22144"/>
                <a:gd name="connsiteY2" fmla="*/ 49938 h 49937"/>
                <a:gd name="connsiteX3" fmla="*/ 22145 w 22144"/>
                <a:gd name="connsiteY3" fmla="*/ 38866 h 49937"/>
                <a:gd name="connsiteX4" fmla="*/ 22145 w 22144"/>
                <a:gd name="connsiteY4" fmla="*/ 0 h 499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44" h="49937">
                  <a:moveTo>
                    <a:pt x="0" y="38866"/>
                  </a:moveTo>
                  <a:cubicBezTo>
                    <a:pt x="0" y="44995"/>
                    <a:pt x="4971" y="49938"/>
                    <a:pt x="11072" y="49938"/>
                  </a:cubicBezTo>
                  <a:lnTo>
                    <a:pt x="11072" y="49938"/>
                  </a:lnTo>
                  <a:cubicBezTo>
                    <a:pt x="17202" y="49938"/>
                    <a:pt x="22145" y="44967"/>
                    <a:pt x="22145" y="38866"/>
                  </a:cubicBezTo>
                  <a:lnTo>
                    <a:pt x="22145" y="0"/>
                  </a:lnTo>
                </a:path>
              </a:pathLst>
            </a:custGeom>
            <a:noFill/>
            <a:ln w="8472" cap="flat">
              <a:solidFill>
                <a:srgbClr val="17A3A3"/>
              </a:solidFill>
              <a:prstDash val="solid"/>
              <a:miter/>
            </a:ln>
          </p:spPr>
          <p:txBody>
            <a:bodyPr rtlCol="1" anchor="ctr"/>
            <a:lstStyle/>
            <a:p>
              <a:endParaRPr lang="ar-SA"/>
            </a:p>
          </p:txBody>
        </p:sp>
      </p:grpSp>
      <p:grpSp>
        <p:nvGrpSpPr>
          <p:cNvPr id="10013" name="رسم 8014">
            <a:extLst>
              <a:ext uri="{FF2B5EF4-FFF2-40B4-BE49-F238E27FC236}">
                <a16:creationId xmlns:a16="http://schemas.microsoft.com/office/drawing/2014/main" id="{8636D420-7F4F-0C12-F8AB-A008CCBCED87}"/>
              </a:ext>
            </a:extLst>
          </p:cNvPr>
          <p:cNvGrpSpPr/>
          <p:nvPr/>
        </p:nvGrpSpPr>
        <p:grpSpPr>
          <a:xfrm>
            <a:off x="1992596" y="4470553"/>
            <a:ext cx="249632" cy="282240"/>
            <a:chOff x="1463178" y="3856532"/>
            <a:chExt cx="298385" cy="358086"/>
          </a:xfrm>
          <a:noFill/>
        </p:grpSpPr>
        <p:sp>
          <p:nvSpPr>
            <p:cNvPr id="10014" name="شكل حر: شكل 11189">
              <a:extLst>
                <a:ext uri="{FF2B5EF4-FFF2-40B4-BE49-F238E27FC236}">
                  <a16:creationId xmlns:a16="http://schemas.microsoft.com/office/drawing/2014/main" id="{F8D0199A-2C3D-61B4-CBD8-81046F22CFB3}"/>
                </a:ext>
              </a:extLst>
            </p:cNvPr>
            <p:cNvSpPr/>
            <p:nvPr/>
          </p:nvSpPr>
          <p:spPr>
            <a:xfrm>
              <a:off x="1574889" y="4017494"/>
              <a:ext cx="2824" cy="197125"/>
            </a:xfrm>
            <a:custGeom>
              <a:avLst/>
              <a:gdLst>
                <a:gd name="connsiteX0" fmla="*/ 0 w 2824"/>
                <a:gd name="connsiteY0" fmla="*/ 0 h 197125"/>
                <a:gd name="connsiteX1" fmla="*/ 0 w 2824"/>
                <a:gd name="connsiteY1" fmla="*/ 197125 h 197125"/>
              </a:gdLst>
              <a:ahLst/>
              <a:cxnLst>
                <a:cxn ang="0">
                  <a:pos x="connsiteX0" y="connsiteY0"/>
                </a:cxn>
                <a:cxn ang="0">
                  <a:pos x="connsiteX1" y="connsiteY1"/>
                </a:cxn>
              </a:cxnLst>
              <a:rect l="l" t="t" r="r" b="b"/>
              <a:pathLst>
                <a:path w="2824" h="197125">
                  <a:moveTo>
                    <a:pt x="0" y="0"/>
                  </a:moveTo>
                  <a:lnTo>
                    <a:pt x="0" y="197125"/>
                  </a:lnTo>
                </a:path>
              </a:pathLst>
            </a:custGeom>
            <a:ln w="8472" cap="flat">
              <a:solidFill>
                <a:srgbClr val="01355A"/>
              </a:solidFill>
              <a:prstDash val="solid"/>
              <a:miter/>
            </a:ln>
          </p:spPr>
          <p:txBody>
            <a:bodyPr rtlCol="1" anchor="ctr"/>
            <a:lstStyle/>
            <a:p>
              <a:endParaRPr lang="ar-SA"/>
            </a:p>
          </p:txBody>
        </p:sp>
        <p:sp>
          <p:nvSpPr>
            <p:cNvPr id="10015" name="شكل حر: شكل 11190">
              <a:extLst>
                <a:ext uri="{FF2B5EF4-FFF2-40B4-BE49-F238E27FC236}">
                  <a16:creationId xmlns:a16="http://schemas.microsoft.com/office/drawing/2014/main" id="{38D74F1B-E00B-60A4-F3E6-2DCE6D9013B4}"/>
                </a:ext>
              </a:extLst>
            </p:cNvPr>
            <p:cNvSpPr/>
            <p:nvPr/>
          </p:nvSpPr>
          <p:spPr>
            <a:xfrm>
              <a:off x="1613924" y="4082091"/>
              <a:ext cx="2824" cy="132527"/>
            </a:xfrm>
            <a:custGeom>
              <a:avLst/>
              <a:gdLst>
                <a:gd name="connsiteX0" fmla="*/ 0 w 2824"/>
                <a:gd name="connsiteY0" fmla="*/ 132528 h 132527"/>
                <a:gd name="connsiteX1" fmla="*/ 0 w 2824"/>
                <a:gd name="connsiteY1" fmla="*/ 0 h 132527"/>
              </a:gdLst>
              <a:ahLst/>
              <a:cxnLst>
                <a:cxn ang="0">
                  <a:pos x="connsiteX0" y="connsiteY0"/>
                </a:cxn>
                <a:cxn ang="0">
                  <a:pos x="connsiteX1" y="connsiteY1"/>
                </a:cxn>
              </a:cxnLst>
              <a:rect l="l" t="t" r="r" b="b"/>
              <a:pathLst>
                <a:path w="2824" h="132527">
                  <a:moveTo>
                    <a:pt x="0" y="132528"/>
                  </a:moveTo>
                  <a:lnTo>
                    <a:pt x="0" y="0"/>
                  </a:lnTo>
                </a:path>
              </a:pathLst>
            </a:custGeom>
            <a:ln w="8472" cap="flat">
              <a:solidFill>
                <a:srgbClr val="01355A"/>
              </a:solidFill>
              <a:prstDash val="solid"/>
              <a:miter/>
            </a:ln>
          </p:spPr>
          <p:txBody>
            <a:bodyPr rtlCol="1" anchor="ctr"/>
            <a:lstStyle/>
            <a:p>
              <a:endParaRPr lang="ar-SA"/>
            </a:p>
          </p:txBody>
        </p:sp>
        <p:sp>
          <p:nvSpPr>
            <p:cNvPr id="10016" name="شكل حر: شكل 11191">
              <a:extLst>
                <a:ext uri="{FF2B5EF4-FFF2-40B4-BE49-F238E27FC236}">
                  <a16:creationId xmlns:a16="http://schemas.microsoft.com/office/drawing/2014/main" id="{229CF6AA-3205-EC6E-6B30-FFE3ED172EA2}"/>
                </a:ext>
              </a:extLst>
            </p:cNvPr>
            <p:cNvSpPr/>
            <p:nvPr/>
          </p:nvSpPr>
          <p:spPr>
            <a:xfrm>
              <a:off x="1652931" y="4082091"/>
              <a:ext cx="2824" cy="132527"/>
            </a:xfrm>
            <a:custGeom>
              <a:avLst/>
              <a:gdLst>
                <a:gd name="connsiteX0" fmla="*/ 0 w 2824"/>
                <a:gd name="connsiteY0" fmla="*/ 0 h 132527"/>
                <a:gd name="connsiteX1" fmla="*/ 0 w 2824"/>
                <a:gd name="connsiteY1" fmla="*/ 132528 h 132527"/>
              </a:gdLst>
              <a:ahLst/>
              <a:cxnLst>
                <a:cxn ang="0">
                  <a:pos x="connsiteX0" y="connsiteY0"/>
                </a:cxn>
                <a:cxn ang="0">
                  <a:pos x="connsiteX1" y="connsiteY1"/>
                </a:cxn>
              </a:cxnLst>
              <a:rect l="l" t="t" r="r" b="b"/>
              <a:pathLst>
                <a:path w="2824" h="132527">
                  <a:moveTo>
                    <a:pt x="0" y="0"/>
                  </a:moveTo>
                  <a:lnTo>
                    <a:pt x="0" y="132528"/>
                  </a:lnTo>
                </a:path>
              </a:pathLst>
            </a:custGeom>
            <a:ln w="8472" cap="flat">
              <a:solidFill>
                <a:srgbClr val="01355A"/>
              </a:solidFill>
              <a:prstDash val="solid"/>
              <a:miter/>
            </a:ln>
          </p:spPr>
          <p:txBody>
            <a:bodyPr rtlCol="1" anchor="ctr"/>
            <a:lstStyle/>
            <a:p>
              <a:endParaRPr lang="ar-SA"/>
            </a:p>
          </p:txBody>
        </p:sp>
        <p:sp>
          <p:nvSpPr>
            <p:cNvPr id="10017" name="شكل حر: شكل 11192">
              <a:extLst>
                <a:ext uri="{FF2B5EF4-FFF2-40B4-BE49-F238E27FC236}">
                  <a16:creationId xmlns:a16="http://schemas.microsoft.com/office/drawing/2014/main" id="{FD0A6106-0760-E81C-440D-7E31B09096CA}"/>
                </a:ext>
              </a:extLst>
            </p:cNvPr>
            <p:cNvSpPr/>
            <p:nvPr/>
          </p:nvSpPr>
          <p:spPr>
            <a:xfrm>
              <a:off x="1652931" y="4017494"/>
              <a:ext cx="2824" cy="64597"/>
            </a:xfrm>
            <a:custGeom>
              <a:avLst/>
              <a:gdLst>
                <a:gd name="connsiteX0" fmla="*/ 0 w 2824"/>
                <a:gd name="connsiteY0" fmla="*/ 0 h 64597"/>
                <a:gd name="connsiteX1" fmla="*/ 0 w 2824"/>
                <a:gd name="connsiteY1" fmla="*/ 64597 h 64597"/>
              </a:gdLst>
              <a:ahLst/>
              <a:cxnLst>
                <a:cxn ang="0">
                  <a:pos x="connsiteX0" y="connsiteY0"/>
                </a:cxn>
                <a:cxn ang="0">
                  <a:pos x="connsiteX1" y="connsiteY1"/>
                </a:cxn>
              </a:cxnLst>
              <a:rect l="l" t="t" r="r" b="b"/>
              <a:pathLst>
                <a:path w="2824" h="64597">
                  <a:moveTo>
                    <a:pt x="0" y="0"/>
                  </a:moveTo>
                  <a:lnTo>
                    <a:pt x="0" y="64597"/>
                  </a:lnTo>
                </a:path>
              </a:pathLst>
            </a:custGeom>
            <a:ln w="8472" cap="flat">
              <a:solidFill>
                <a:srgbClr val="01355A"/>
              </a:solidFill>
              <a:prstDash val="solid"/>
              <a:miter/>
            </a:ln>
          </p:spPr>
          <p:txBody>
            <a:bodyPr rtlCol="1" anchor="ctr"/>
            <a:lstStyle/>
            <a:p>
              <a:endParaRPr lang="ar-SA"/>
            </a:p>
          </p:txBody>
        </p:sp>
        <p:sp>
          <p:nvSpPr>
            <p:cNvPr id="10018" name="شكل حر: شكل 11193">
              <a:extLst>
                <a:ext uri="{FF2B5EF4-FFF2-40B4-BE49-F238E27FC236}">
                  <a16:creationId xmlns:a16="http://schemas.microsoft.com/office/drawing/2014/main" id="{463663D4-5EC9-8AAE-E1FC-000F3C2A3AE5}"/>
                </a:ext>
              </a:extLst>
            </p:cNvPr>
            <p:cNvSpPr/>
            <p:nvPr/>
          </p:nvSpPr>
          <p:spPr>
            <a:xfrm>
              <a:off x="1577205" y="3869177"/>
              <a:ext cx="73438" cy="73438"/>
            </a:xfrm>
            <a:custGeom>
              <a:avLst/>
              <a:gdLst>
                <a:gd name="connsiteX0" fmla="*/ 73438 w 73438"/>
                <a:gd name="connsiteY0" fmla="*/ 36719 h 73438"/>
                <a:gd name="connsiteX1" fmla="*/ 36719 w 73438"/>
                <a:gd name="connsiteY1" fmla="*/ 73438 h 73438"/>
                <a:gd name="connsiteX2" fmla="*/ 0 w 73438"/>
                <a:gd name="connsiteY2" fmla="*/ 36719 h 73438"/>
                <a:gd name="connsiteX3" fmla="*/ 36719 w 73438"/>
                <a:gd name="connsiteY3" fmla="*/ 0 h 73438"/>
                <a:gd name="connsiteX4" fmla="*/ 73438 w 73438"/>
                <a:gd name="connsiteY4" fmla="*/ 36719 h 734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38" h="73438">
                  <a:moveTo>
                    <a:pt x="73438" y="36719"/>
                  </a:moveTo>
                  <a:cubicBezTo>
                    <a:pt x="73438" y="57000"/>
                    <a:pt x="56999" y="73438"/>
                    <a:pt x="36719" y="73438"/>
                  </a:cubicBezTo>
                  <a:cubicBezTo>
                    <a:pt x="16439" y="73438"/>
                    <a:pt x="0" y="57000"/>
                    <a:pt x="0" y="36719"/>
                  </a:cubicBezTo>
                  <a:cubicBezTo>
                    <a:pt x="0" y="16439"/>
                    <a:pt x="16439" y="0"/>
                    <a:pt x="36719" y="0"/>
                  </a:cubicBezTo>
                  <a:cubicBezTo>
                    <a:pt x="56999" y="0"/>
                    <a:pt x="73438" y="16439"/>
                    <a:pt x="73438" y="36719"/>
                  </a:cubicBezTo>
                  <a:close/>
                </a:path>
              </a:pathLst>
            </a:custGeom>
            <a:noFill/>
            <a:ln w="8472" cap="flat">
              <a:solidFill>
                <a:srgbClr val="01355A"/>
              </a:solidFill>
              <a:prstDash val="solid"/>
              <a:miter/>
            </a:ln>
          </p:spPr>
          <p:txBody>
            <a:bodyPr rtlCol="1" anchor="ctr"/>
            <a:lstStyle/>
            <a:p>
              <a:endParaRPr lang="ar-SA"/>
            </a:p>
          </p:txBody>
        </p:sp>
        <p:sp>
          <p:nvSpPr>
            <p:cNvPr id="10019" name="شكل حر: شكل 11194">
              <a:extLst>
                <a:ext uri="{FF2B5EF4-FFF2-40B4-BE49-F238E27FC236}">
                  <a16:creationId xmlns:a16="http://schemas.microsoft.com/office/drawing/2014/main" id="{0F52769D-53B8-5429-1D80-912DECCB5C72}"/>
                </a:ext>
              </a:extLst>
            </p:cNvPr>
            <p:cNvSpPr/>
            <p:nvPr/>
          </p:nvSpPr>
          <p:spPr>
            <a:xfrm>
              <a:off x="1574889" y="4082091"/>
              <a:ext cx="78042" cy="2824"/>
            </a:xfrm>
            <a:custGeom>
              <a:avLst/>
              <a:gdLst>
                <a:gd name="connsiteX0" fmla="*/ 0 w 78042"/>
                <a:gd name="connsiteY0" fmla="*/ 0 h 2824"/>
                <a:gd name="connsiteX1" fmla="*/ 78042 w 78042"/>
                <a:gd name="connsiteY1" fmla="*/ 0 h 2824"/>
              </a:gdLst>
              <a:ahLst/>
              <a:cxnLst>
                <a:cxn ang="0">
                  <a:pos x="connsiteX0" y="connsiteY0"/>
                </a:cxn>
                <a:cxn ang="0">
                  <a:pos x="connsiteX1" y="connsiteY1"/>
                </a:cxn>
              </a:cxnLst>
              <a:rect l="l" t="t" r="r" b="b"/>
              <a:pathLst>
                <a:path w="78042" h="2824">
                  <a:moveTo>
                    <a:pt x="0" y="0"/>
                  </a:moveTo>
                  <a:lnTo>
                    <a:pt x="78042" y="0"/>
                  </a:lnTo>
                </a:path>
              </a:pathLst>
            </a:custGeom>
            <a:ln w="8472" cap="flat">
              <a:solidFill>
                <a:srgbClr val="01355A"/>
              </a:solidFill>
              <a:prstDash val="solid"/>
              <a:miter/>
            </a:ln>
          </p:spPr>
          <p:txBody>
            <a:bodyPr rtlCol="1" anchor="ctr"/>
            <a:lstStyle/>
            <a:p>
              <a:endParaRPr lang="ar-SA"/>
            </a:p>
          </p:txBody>
        </p:sp>
        <p:sp>
          <p:nvSpPr>
            <p:cNvPr id="10020" name="شكل حر: شكل 11195">
              <a:extLst>
                <a:ext uri="{FF2B5EF4-FFF2-40B4-BE49-F238E27FC236}">
                  <a16:creationId xmlns:a16="http://schemas.microsoft.com/office/drawing/2014/main" id="{46277AB7-4EF5-380C-A9FB-098757CB3243}"/>
                </a:ext>
              </a:extLst>
            </p:cNvPr>
            <p:cNvSpPr/>
            <p:nvPr/>
          </p:nvSpPr>
          <p:spPr>
            <a:xfrm>
              <a:off x="1613924" y="3965409"/>
              <a:ext cx="2824" cy="42565"/>
            </a:xfrm>
            <a:custGeom>
              <a:avLst/>
              <a:gdLst>
                <a:gd name="connsiteX0" fmla="*/ 0 w 2824"/>
                <a:gd name="connsiteY0" fmla="*/ 0 h 42565"/>
                <a:gd name="connsiteX1" fmla="*/ 0 w 2824"/>
                <a:gd name="connsiteY1" fmla="*/ 42566 h 42565"/>
              </a:gdLst>
              <a:ahLst/>
              <a:cxnLst>
                <a:cxn ang="0">
                  <a:pos x="connsiteX0" y="connsiteY0"/>
                </a:cxn>
                <a:cxn ang="0">
                  <a:pos x="connsiteX1" y="connsiteY1"/>
                </a:cxn>
              </a:cxnLst>
              <a:rect l="l" t="t" r="r" b="b"/>
              <a:pathLst>
                <a:path w="2824" h="42565">
                  <a:moveTo>
                    <a:pt x="0" y="0"/>
                  </a:moveTo>
                  <a:lnTo>
                    <a:pt x="0" y="42566"/>
                  </a:lnTo>
                </a:path>
              </a:pathLst>
            </a:custGeom>
            <a:ln w="8472" cap="flat">
              <a:solidFill>
                <a:srgbClr val="01355A"/>
              </a:solidFill>
              <a:prstDash val="solid"/>
              <a:miter/>
            </a:ln>
          </p:spPr>
          <p:txBody>
            <a:bodyPr rtlCol="1" anchor="ctr"/>
            <a:lstStyle/>
            <a:p>
              <a:endParaRPr lang="ar-SA"/>
            </a:p>
          </p:txBody>
        </p:sp>
        <p:sp>
          <p:nvSpPr>
            <p:cNvPr id="10021" name="شكل حر: شكل 11196">
              <a:extLst>
                <a:ext uri="{FF2B5EF4-FFF2-40B4-BE49-F238E27FC236}">
                  <a16:creationId xmlns:a16="http://schemas.microsoft.com/office/drawing/2014/main" id="{53D7335D-73AF-8427-9C21-F8D0571AE7A1}"/>
                </a:ext>
              </a:extLst>
            </p:cNvPr>
            <p:cNvSpPr/>
            <p:nvPr/>
          </p:nvSpPr>
          <p:spPr>
            <a:xfrm>
              <a:off x="1495152" y="3965438"/>
              <a:ext cx="234465" cy="64192"/>
            </a:xfrm>
            <a:custGeom>
              <a:avLst/>
              <a:gdLst>
                <a:gd name="connsiteX0" fmla="*/ 0 w 234465"/>
                <a:gd name="connsiteY0" fmla="*/ 42537 h 64192"/>
                <a:gd name="connsiteX1" fmla="*/ 31946 w 234465"/>
                <a:gd name="connsiteY1" fmla="*/ 62168 h 64192"/>
                <a:gd name="connsiteX2" fmla="*/ 48865 w 234465"/>
                <a:gd name="connsiteY2" fmla="*/ 53497 h 64192"/>
                <a:gd name="connsiteX3" fmla="*/ 48865 w 234465"/>
                <a:gd name="connsiteY3" fmla="*/ 23896 h 64192"/>
                <a:gd name="connsiteX4" fmla="*/ 72760 w 234465"/>
                <a:gd name="connsiteY4" fmla="*/ 0 h 64192"/>
                <a:gd name="connsiteX5" fmla="*/ 164812 w 234465"/>
                <a:gd name="connsiteY5" fmla="*/ 0 h 64192"/>
                <a:gd name="connsiteX6" fmla="*/ 188708 w 234465"/>
                <a:gd name="connsiteY6" fmla="*/ 23896 h 64192"/>
                <a:gd name="connsiteX7" fmla="*/ 188708 w 234465"/>
                <a:gd name="connsiteY7" fmla="*/ 53440 h 64192"/>
                <a:gd name="connsiteX8" fmla="*/ 205655 w 234465"/>
                <a:gd name="connsiteY8" fmla="*/ 62112 h 64192"/>
                <a:gd name="connsiteX9" fmla="*/ 234466 w 234465"/>
                <a:gd name="connsiteY9" fmla="*/ 42566 h 64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4465" h="64192">
                  <a:moveTo>
                    <a:pt x="0" y="42537"/>
                  </a:moveTo>
                  <a:lnTo>
                    <a:pt x="31946" y="62168"/>
                  </a:lnTo>
                  <a:cubicBezTo>
                    <a:pt x="39007" y="67252"/>
                    <a:pt x="48865" y="62168"/>
                    <a:pt x="48865" y="53497"/>
                  </a:cubicBezTo>
                  <a:lnTo>
                    <a:pt x="48865" y="23896"/>
                  </a:lnTo>
                  <a:cubicBezTo>
                    <a:pt x="48865" y="10705"/>
                    <a:pt x="59570" y="0"/>
                    <a:pt x="72760" y="0"/>
                  </a:cubicBezTo>
                  <a:lnTo>
                    <a:pt x="164812" y="0"/>
                  </a:lnTo>
                  <a:cubicBezTo>
                    <a:pt x="178003" y="0"/>
                    <a:pt x="188708" y="10705"/>
                    <a:pt x="188708" y="23896"/>
                  </a:cubicBezTo>
                  <a:lnTo>
                    <a:pt x="188708" y="53440"/>
                  </a:lnTo>
                  <a:cubicBezTo>
                    <a:pt x="188708" y="62168"/>
                    <a:pt x="198594" y="67196"/>
                    <a:pt x="205655" y="62112"/>
                  </a:cubicBezTo>
                  <a:lnTo>
                    <a:pt x="234466" y="42566"/>
                  </a:lnTo>
                </a:path>
              </a:pathLst>
            </a:custGeom>
            <a:noFill/>
            <a:ln w="8472" cap="flat">
              <a:solidFill>
                <a:srgbClr val="01355A"/>
              </a:solidFill>
              <a:prstDash val="solid"/>
              <a:miter/>
            </a:ln>
          </p:spPr>
          <p:txBody>
            <a:bodyPr rtlCol="1" anchor="ctr"/>
            <a:lstStyle/>
            <a:p>
              <a:endParaRPr lang="ar-SA"/>
            </a:p>
          </p:txBody>
        </p:sp>
        <p:sp>
          <p:nvSpPr>
            <p:cNvPr id="10022" name="شكل حر: شكل 11197">
              <a:extLst>
                <a:ext uri="{FF2B5EF4-FFF2-40B4-BE49-F238E27FC236}">
                  <a16:creationId xmlns:a16="http://schemas.microsoft.com/office/drawing/2014/main" id="{6325418E-135A-F141-E762-BFF77737BD46}"/>
                </a:ext>
              </a:extLst>
            </p:cNvPr>
            <p:cNvSpPr/>
            <p:nvPr/>
          </p:nvSpPr>
          <p:spPr>
            <a:xfrm>
              <a:off x="1697615" y="3856532"/>
              <a:ext cx="63947" cy="96025"/>
            </a:xfrm>
            <a:custGeom>
              <a:avLst/>
              <a:gdLst>
                <a:gd name="connsiteX0" fmla="*/ 31974 w 63947"/>
                <a:gd name="connsiteY0" fmla="*/ 96025 h 96025"/>
                <a:gd name="connsiteX1" fmla="*/ 31974 w 63947"/>
                <a:gd name="connsiteY1" fmla="*/ 83258 h 96025"/>
                <a:gd name="connsiteX2" fmla="*/ 47226 w 63947"/>
                <a:gd name="connsiteY2" fmla="*/ 58431 h 96025"/>
                <a:gd name="connsiteX3" fmla="*/ 47226 w 63947"/>
                <a:gd name="connsiteY3" fmla="*/ 58431 h 96025"/>
                <a:gd name="connsiteX4" fmla="*/ 63948 w 63947"/>
                <a:gd name="connsiteY4" fmla="*/ 32416 h 96025"/>
                <a:gd name="connsiteX5" fmla="*/ 63948 w 63947"/>
                <a:gd name="connsiteY5" fmla="*/ 30637 h 96025"/>
                <a:gd name="connsiteX6" fmla="*/ 33753 w 63947"/>
                <a:gd name="connsiteY6" fmla="*/ 47 h 96025"/>
                <a:gd name="connsiteX7" fmla="*/ 0 w 63947"/>
                <a:gd name="connsiteY7" fmla="*/ 31993 h 9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947" h="96025">
                  <a:moveTo>
                    <a:pt x="31974" y="96025"/>
                  </a:moveTo>
                  <a:lnTo>
                    <a:pt x="31974" y="83258"/>
                  </a:lnTo>
                  <a:cubicBezTo>
                    <a:pt x="31974" y="72779"/>
                    <a:pt x="37877" y="63176"/>
                    <a:pt x="47226" y="58431"/>
                  </a:cubicBezTo>
                  <a:lnTo>
                    <a:pt x="47226" y="58431"/>
                  </a:lnTo>
                  <a:cubicBezTo>
                    <a:pt x="57112" y="53431"/>
                    <a:pt x="63807" y="43489"/>
                    <a:pt x="63948" y="32416"/>
                  </a:cubicBezTo>
                  <a:cubicBezTo>
                    <a:pt x="63948" y="31823"/>
                    <a:pt x="63948" y="31230"/>
                    <a:pt x="63948" y="30637"/>
                  </a:cubicBezTo>
                  <a:cubicBezTo>
                    <a:pt x="63270" y="14339"/>
                    <a:pt x="50023" y="923"/>
                    <a:pt x="33753" y="47"/>
                  </a:cubicBezTo>
                  <a:cubicBezTo>
                    <a:pt x="15281" y="-941"/>
                    <a:pt x="0" y="13746"/>
                    <a:pt x="0" y="31993"/>
                  </a:cubicBezTo>
                </a:path>
              </a:pathLst>
            </a:custGeom>
            <a:noFill/>
            <a:ln w="8472" cap="flat">
              <a:solidFill>
                <a:srgbClr val="17A3A3"/>
              </a:solidFill>
              <a:prstDash val="solid"/>
              <a:miter/>
            </a:ln>
          </p:spPr>
          <p:txBody>
            <a:bodyPr rtlCol="1" anchor="ctr"/>
            <a:lstStyle/>
            <a:p>
              <a:endParaRPr lang="ar-SA"/>
            </a:p>
          </p:txBody>
        </p:sp>
        <p:sp>
          <p:nvSpPr>
            <p:cNvPr id="10023" name="شكل حر: شكل 11198">
              <a:extLst>
                <a:ext uri="{FF2B5EF4-FFF2-40B4-BE49-F238E27FC236}">
                  <a16:creationId xmlns:a16="http://schemas.microsoft.com/office/drawing/2014/main" id="{84958849-5359-AFAB-5748-321C81768ABE}"/>
                </a:ext>
              </a:extLst>
            </p:cNvPr>
            <p:cNvSpPr/>
            <p:nvPr/>
          </p:nvSpPr>
          <p:spPr>
            <a:xfrm>
              <a:off x="1725917" y="3971906"/>
              <a:ext cx="7343" cy="7344"/>
            </a:xfrm>
            <a:custGeom>
              <a:avLst/>
              <a:gdLst>
                <a:gd name="connsiteX0" fmla="*/ 7344 w 7343"/>
                <a:gd name="connsiteY0" fmla="*/ 3672 h 7344"/>
                <a:gd name="connsiteX1" fmla="*/ 3672 w 7343"/>
                <a:gd name="connsiteY1" fmla="*/ 7344 h 7344"/>
                <a:gd name="connsiteX2" fmla="*/ 0 w 7343"/>
                <a:gd name="connsiteY2" fmla="*/ 3672 h 7344"/>
                <a:gd name="connsiteX3" fmla="*/ 3672 w 7343"/>
                <a:gd name="connsiteY3" fmla="*/ 0 h 7344"/>
                <a:gd name="connsiteX4" fmla="*/ 7344 w 7343"/>
                <a:gd name="connsiteY4" fmla="*/ 3672 h 7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3" h="7344">
                  <a:moveTo>
                    <a:pt x="7344" y="3672"/>
                  </a:moveTo>
                  <a:cubicBezTo>
                    <a:pt x="7344" y="5706"/>
                    <a:pt x="5706" y="7344"/>
                    <a:pt x="3672" y="7344"/>
                  </a:cubicBezTo>
                  <a:cubicBezTo>
                    <a:pt x="1638" y="7344"/>
                    <a:pt x="0" y="5706"/>
                    <a:pt x="0" y="3672"/>
                  </a:cubicBezTo>
                  <a:cubicBezTo>
                    <a:pt x="0" y="1638"/>
                    <a:pt x="1638" y="0"/>
                    <a:pt x="3672" y="0"/>
                  </a:cubicBezTo>
                  <a:cubicBezTo>
                    <a:pt x="5706" y="0"/>
                    <a:pt x="7344" y="1638"/>
                    <a:pt x="7344" y="3672"/>
                  </a:cubicBezTo>
                  <a:close/>
                </a:path>
              </a:pathLst>
            </a:custGeom>
            <a:noFill/>
            <a:ln w="8472" cap="flat">
              <a:solidFill>
                <a:srgbClr val="17A3A3"/>
              </a:solidFill>
              <a:prstDash val="solid"/>
              <a:miter/>
            </a:ln>
          </p:spPr>
          <p:txBody>
            <a:bodyPr rtlCol="1" anchor="ctr"/>
            <a:lstStyle/>
            <a:p>
              <a:endParaRPr lang="ar-SA"/>
            </a:p>
          </p:txBody>
        </p:sp>
        <p:sp>
          <p:nvSpPr>
            <p:cNvPr id="10024" name="شكل حر: شكل 11199">
              <a:extLst>
                <a:ext uri="{FF2B5EF4-FFF2-40B4-BE49-F238E27FC236}">
                  <a16:creationId xmlns:a16="http://schemas.microsoft.com/office/drawing/2014/main" id="{2FFE1D62-D803-4442-45DC-A43C3F4BF335}"/>
                </a:ext>
              </a:extLst>
            </p:cNvPr>
            <p:cNvSpPr/>
            <p:nvPr/>
          </p:nvSpPr>
          <p:spPr>
            <a:xfrm>
              <a:off x="1463178" y="3856532"/>
              <a:ext cx="63947" cy="96025"/>
            </a:xfrm>
            <a:custGeom>
              <a:avLst/>
              <a:gdLst>
                <a:gd name="connsiteX0" fmla="*/ 31974 w 63947"/>
                <a:gd name="connsiteY0" fmla="*/ 96025 h 96025"/>
                <a:gd name="connsiteX1" fmla="*/ 31974 w 63947"/>
                <a:gd name="connsiteY1" fmla="*/ 83258 h 96025"/>
                <a:gd name="connsiteX2" fmla="*/ 47226 w 63947"/>
                <a:gd name="connsiteY2" fmla="*/ 58431 h 96025"/>
                <a:gd name="connsiteX3" fmla="*/ 47226 w 63947"/>
                <a:gd name="connsiteY3" fmla="*/ 58431 h 96025"/>
                <a:gd name="connsiteX4" fmla="*/ 63948 w 63947"/>
                <a:gd name="connsiteY4" fmla="*/ 32416 h 96025"/>
                <a:gd name="connsiteX5" fmla="*/ 63948 w 63947"/>
                <a:gd name="connsiteY5" fmla="*/ 30637 h 96025"/>
                <a:gd name="connsiteX6" fmla="*/ 33753 w 63947"/>
                <a:gd name="connsiteY6" fmla="*/ 47 h 96025"/>
                <a:gd name="connsiteX7" fmla="*/ 0 w 63947"/>
                <a:gd name="connsiteY7" fmla="*/ 31993 h 9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947" h="96025">
                  <a:moveTo>
                    <a:pt x="31974" y="96025"/>
                  </a:moveTo>
                  <a:lnTo>
                    <a:pt x="31974" y="83258"/>
                  </a:lnTo>
                  <a:cubicBezTo>
                    <a:pt x="31974" y="72779"/>
                    <a:pt x="37877" y="63176"/>
                    <a:pt x="47226" y="58431"/>
                  </a:cubicBezTo>
                  <a:lnTo>
                    <a:pt x="47226" y="58431"/>
                  </a:lnTo>
                  <a:cubicBezTo>
                    <a:pt x="57112" y="53431"/>
                    <a:pt x="63807" y="43489"/>
                    <a:pt x="63948" y="32416"/>
                  </a:cubicBezTo>
                  <a:cubicBezTo>
                    <a:pt x="63948" y="31823"/>
                    <a:pt x="63948" y="31230"/>
                    <a:pt x="63948" y="30637"/>
                  </a:cubicBezTo>
                  <a:cubicBezTo>
                    <a:pt x="63270" y="14339"/>
                    <a:pt x="50023" y="923"/>
                    <a:pt x="33753" y="47"/>
                  </a:cubicBezTo>
                  <a:cubicBezTo>
                    <a:pt x="15281" y="-941"/>
                    <a:pt x="0" y="13746"/>
                    <a:pt x="0" y="31993"/>
                  </a:cubicBezTo>
                </a:path>
              </a:pathLst>
            </a:custGeom>
            <a:noFill/>
            <a:ln w="8472" cap="flat">
              <a:solidFill>
                <a:srgbClr val="17A3A3"/>
              </a:solidFill>
              <a:prstDash val="solid"/>
              <a:miter/>
            </a:ln>
          </p:spPr>
          <p:txBody>
            <a:bodyPr rtlCol="1" anchor="ctr"/>
            <a:lstStyle/>
            <a:p>
              <a:endParaRPr lang="ar-SA"/>
            </a:p>
          </p:txBody>
        </p:sp>
        <p:sp>
          <p:nvSpPr>
            <p:cNvPr id="10025" name="شكل حر: شكل 11200">
              <a:extLst>
                <a:ext uri="{FF2B5EF4-FFF2-40B4-BE49-F238E27FC236}">
                  <a16:creationId xmlns:a16="http://schemas.microsoft.com/office/drawing/2014/main" id="{AF8A6AF2-E383-335C-60C1-54EE168D51B1}"/>
                </a:ext>
              </a:extLst>
            </p:cNvPr>
            <p:cNvSpPr/>
            <p:nvPr/>
          </p:nvSpPr>
          <p:spPr>
            <a:xfrm>
              <a:off x="1491480" y="3971906"/>
              <a:ext cx="7343" cy="7344"/>
            </a:xfrm>
            <a:custGeom>
              <a:avLst/>
              <a:gdLst>
                <a:gd name="connsiteX0" fmla="*/ 7344 w 7343"/>
                <a:gd name="connsiteY0" fmla="*/ 3672 h 7344"/>
                <a:gd name="connsiteX1" fmla="*/ 3672 w 7343"/>
                <a:gd name="connsiteY1" fmla="*/ 7344 h 7344"/>
                <a:gd name="connsiteX2" fmla="*/ 0 w 7343"/>
                <a:gd name="connsiteY2" fmla="*/ 3672 h 7344"/>
                <a:gd name="connsiteX3" fmla="*/ 3672 w 7343"/>
                <a:gd name="connsiteY3" fmla="*/ 0 h 7344"/>
                <a:gd name="connsiteX4" fmla="*/ 7344 w 7343"/>
                <a:gd name="connsiteY4" fmla="*/ 3672 h 7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3" h="7344">
                  <a:moveTo>
                    <a:pt x="7344" y="3672"/>
                  </a:moveTo>
                  <a:cubicBezTo>
                    <a:pt x="7344" y="5706"/>
                    <a:pt x="5706" y="7344"/>
                    <a:pt x="3672" y="7344"/>
                  </a:cubicBezTo>
                  <a:cubicBezTo>
                    <a:pt x="1638" y="7344"/>
                    <a:pt x="0" y="5706"/>
                    <a:pt x="0" y="3672"/>
                  </a:cubicBezTo>
                  <a:cubicBezTo>
                    <a:pt x="0" y="1638"/>
                    <a:pt x="1638" y="0"/>
                    <a:pt x="3672" y="0"/>
                  </a:cubicBezTo>
                  <a:cubicBezTo>
                    <a:pt x="5706" y="0"/>
                    <a:pt x="7344" y="1638"/>
                    <a:pt x="7344" y="3672"/>
                  </a:cubicBezTo>
                  <a:close/>
                </a:path>
              </a:pathLst>
            </a:custGeom>
            <a:noFill/>
            <a:ln w="8472" cap="flat">
              <a:solidFill>
                <a:srgbClr val="17A3A3"/>
              </a:solidFill>
              <a:prstDash val="solid"/>
              <a:miter/>
            </a:ln>
          </p:spPr>
          <p:txBody>
            <a:bodyPr rtlCol="1" anchor="ctr"/>
            <a:lstStyle/>
            <a:p>
              <a:endParaRPr lang="ar-SA"/>
            </a:p>
          </p:txBody>
        </p:sp>
      </p:grpSp>
      <p:grpSp>
        <p:nvGrpSpPr>
          <p:cNvPr id="10026" name="رسم 8014">
            <a:extLst>
              <a:ext uri="{FF2B5EF4-FFF2-40B4-BE49-F238E27FC236}">
                <a16:creationId xmlns:a16="http://schemas.microsoft.com/office/drawing/2014/main" id="{C11F65C8-9504-B3FE-8CF2-6B42EF3016CC}"/>
              </a:ext>
            </a:extLst>
          </p:cNvPr>
          <p:cNvGrpSpPr/>
          <p:nvPr/>
        </p:nvGrpSpPr>
        <p:grpSpPr>
          <a:xfrm>
            <a:off x="3280219" y="4444118"/>
            <a:ext cx="291953" cy="298880"/>
            <a:chOff x="3002273" y="3822994"/>
            <a:chExt cx="348972" cy="379197"/>
          </a:xfrm>
          <a:noFill/>
        </p:grpSpPr>
        <p:grpSp>
          <p:nvGrpSpPr>
            <p:cNvPr id="10027" name="رسم 8014">
              <a:extLst>
                <a:ext uri="{FF2B5EF4-FFF2-40B4-BE49-F238E27FC236}">
                  <a16:creationId xmlns:a16="http://schemas.microsoft.com/office/drawing/2014/main" id="{B21719D0-27D0-F50E-9EF5-2378D9627738}"/>
                </a:ext>
              </a:extLst>
            </p:cNvPr>
            <p:cNvGrpSpPr/>
            <p:nvPr/>
          </p:nvGrpSpPr>
          <p:grpSpPr>
            <a:xfrm>
              <a:off x="3166125" y="3915877"/>
              <a:ext cx="149700" cy="285495"/>
              <a:chOff x="3166125" y="3915877"/>
              <a:chExt cx="149700" cy="285495"/>
            </a:xfrm>
            <a:noFill/>
          </p:grpSpPr>
          <p:sp>
            <p:nvSpPr>
              <p:cNvPr id="10040" name="شكل حر: شكل 11203">
                <a:extLst>
                  <a:ext uri="{FF2B5EF4-FFF2-40B4-BE49-F238E27FC236}">
                    <a16:creationId xmlns:a16="http://schemas.microsoft.com/office/drawing/2014/main" id="{B2886959-6914-EC4A-9E99-1D63E881341A}"/>
                  </a:ext>
                </a:extLst>
              </p:cNvPr>
              <p:cNvSpPr/>
              <p:nvPr/>
            </p:nvSpPr>
            <p:spPr>
              <a:xfrm>
                <a:off x="3192055" y="4044497"/>
                <a:ext cx="2824" cy="156875"/>
              </a:xfrm>
              <a:custGeom>
                <a:avLst/>
                <a:gdLst>
                  <a:gd name="connsiteX0" fmla="*/ 0 w 2824"/>
                  <a:gd name="connsiteY0" fmla="*/ 0 h 156875"/>
                  <a:gd name="connsiteX1" fmla="*/ 0 w 2824"/>
                  <a:gd name="connsiteY1" fmla="*/ 156875 h 156875"/>
                </a:gdLst>
                <a:ahLst/>
                <a:cxnLst>
                  <a:cxn ang="0">
                    <a:pos x="connsiteX0" y="connsiteY0"/>
                  </a:cxn>
                  <a:cxn ang="0">
                    <a:pos x="connsiteX1" y="connsiteY1"/>
                  </a:cxn>
                </a:cxnLst>
                <a:rect l="l" t="t" r="r" b="b"/>
                <a:pathLst>
                  <a:path w="2824" h="156875">
                    <a:moveTo>
                      <a:pt x="0" y="0"/>
                    </a:moveTo>
                    <a:lnTo>
                      <a:pt x="0" y="156875"/>
                    </a:lnTo>
                  </a:path>
                </a:pathLst>
              </a:custGeom>
              <a:ln w="8472" cap="flat">
                <a:solidFill>
                  <a:srgbClr val="01355A"/>
                </a:solidFill>
                <a:prstDash val="solid"/>
                <a:miter/>
              </a:ln>
            </p:spPr>
            <p:txBody>
              <a:bodyPr rtlCol="1" anchor="ctr"/>
              <a:lstStyle/>
              <a:p>
                <a:endParaRPr lang="ar-SA"/>
              </a:p>
            </p:txBody>
          </p:sp>
          <p:sp>
            <p:nvSpPr>
              <p:cNvPr id="10041" name="شكل حر: شكل 11204">
                <a:extLst>
                  <a:ext uri="{FF2B5EF4-FFF2-40B4-BE49-F238E27FC236}">
                    <a16:creationId xmlns:a16="http://schemas.microsoft.com/office/drawing/2014/main" id="{67BE2B27-89E9-6C83-AA66-2AFA827A65A5}"/>
                  </a:ext>
                </a:extLst>
              </p:cNvPr>
              <p:cNvSpPr/>
              <p:nvPr/>
            </p:nvSpPr>
            <p:spPr>
              <a:xfrm>
                <a:off x="3224819" y="4098756"/>
                <a:ext cx="2824" cy="102615"/>
              </a:xfrm>
              <a:custGeom>
                <a:avLst/>
                <a:gdLst>
                  <a:gd name="connsiteX0" fmla="*/ 0 w 2824"/>
                  <a:gd name="connsiteY0" fmla="*/ 102616 h 102615"/>
                  <a:gd name="connsiteX1" fmla="*/ 0 w 2824"/>
                  <a:gd name="connsiteY1" fmla="*/ 0 h 102615"/>
                </a:gdLst>
                <a:ahLst/>
                <a:cxnLst>
                  <a:cxn ang="0">
                    <a:pos x="connsiteX0" y="connsiteY0"/>
                  </a:cxn>
                  <a:cxn ang="0">
                    <a:pos x="connsiteX1" y="connsiteY1"/>
                  </a:cxn>
                </a:cxnLst>
                <a:rect l="l" t="t" r="r" b="b"/>
                <a:pathLst>
                  <a:path w="2824" h="102615">
                    <a:moveTo>
                      <a:pt x="0" y="102616"/>
                    </a:moveTo>
                    <a:lnTo>
                      <a:pt x="0" y="0"/>
                    </a:lnTo>
                  </a:path>
                </a:pathLst>
              </a:custGeom>
              <a:ln w="8472" cap="flat">
                <a:solidFill>
                  <a:srgbClr val="01355A"/>
                </a:solidFill>
                <a:prstDash val="solid"/>
                <a:miter/>
              </a:ln>
            </p:spPr>
            <p:txBody>
              <a:bodyPr rtlCol="1" anchor="ctr"/>
              <a:lstStyle/>
              <a:p>
                <a:endParaRPr lang="ar-SA"/>
              </a:p>
            </p:txBody>
          </p:sp>
          <p:sp>
            <p:nvSpPr>
              <p:cNvPr id="10042" name="شكل حر: شكل 11205">
                <a:extLst>
                  <a:ext uri="{FF2B5EF4-FFF2-40B4-BE49-F238E27FC236}">
                    <a16:creationId xmlns:a16="http://schemas.microsoft.com/office/drawing/2014/main" id="{A61226FD-865B-C383-DE9A-E29A792BF9C8}"/>
                  </a:ext>
                </a:extLst>
              </p:cNvPr>
              <p:cNvSpPr/>
              <p:nvPr/>
            </p:nvSpPr>
            <p:spPr>
              <a:xfrm>
                <a:off x="3257584" y="4098756"/>
                <a:ext cx="2824" cy="102615"/>
              </a:xfrm>
              <a:custGeom>
                <a:avLst/>
                <a:gdLst>
                  <a:gd name="connsiteX0" fmla="*/ 0 w 2824"/>
                  <a:gd name="connsiteY0" fmla="*/ 0 h 102615"/>
                  <a:gd name="connsiteX1" fmla="*/ 0 w 2824"/>
                  <a:gd name="connsiteY1" fmla="*/ 102616 h 102615"/>
                </a:gdLst>
                <a:ahLst/>
                <a:cxnLst>
                  <a:cxn ang="0">
                    <a:pos x="connsiteX0" y="connsiteY0"/>
                  </a:cxn>
                  <a:cxn ang="0">
                    <a:pos x="connsiteX1" y="connsiteY1"/>
                  </a:cxn>
                </a:cxnLst>
                <a:rect l="l" t="t" r="r" b="b"/>
                <a:pathLst>
                  <a:path w="2824" h="102615">
                    <a:moveTo>
                      <a:pt x="0" y="0"/>
                    </a:moveTo>
                    <a:lnTo>
                      <a:pt x="0" y="102616"/>
                    </a:lnTo>
                  </a:path>
                </a:pathLst>
              </a:custGeom>
              <a:ln w="8472" cap="flat">
                <a:solidFill>
                  <a:srgbClr val="01355A"/>
                </a:solidFill>
                <a:prstDash val="solid"/>
                <a:miter/>
              </a:ln>
            </p:spPr>
            <p:txBody>
              <a:bodyPr rtlCol="1" anchor="ctr"/>
              <a:lstStyle/>
              <a:p>
                <a:endParaRPr lang="ar-SA"/>
              </a:p>
            </p:txBody>
          </p:sp>
          <p:sp>
            <p:nvSpPr>
              <p:cNvPr id="10043" name="شكل حر: شكل 11206">
                <a:extLst>
                  <a:ext uri="{FF2B5EF4-FFF2-40B4-BE49-F238E27FC236}">
                    <a16:creationId xmlns:a16="http://schemas.microsoft.com/office/drawing/2014/main" id="{93D5E95A-1D74-2DDA-0C5E-C6F08DF917D2}"/>
                  </a:ext>
                </a:extLst>
              </p:cNvPr>
              <p:cNvSpPr/>
              <p:nvPr/>
            </p:nvSpPr>
            <p:spPr>
              <a:xfrm>
                <a:off x="3257584" y="4044497"/>
                <a:ext cx="2824" cy="54259"/>
              </a:xfrm>
              <a:custGeom>
                <a:avLst/>
                <a:gdLst>
                  <a:gd name="connsiteX0" fmla="*/ 0 w 2824"/>
                  <a:gd name="connsiteY0" fmla="*/ 0 h 54259"/>
                  <a:gd name="connsiteX1" fmla="*/ 0 w 2824"/>
                  <a:gd name="connsiteY1" fmla="*/ 54260 h 54259"/>
                </a:gdLst>
                <a:ahLst/>
                <a:cxnLst>
                  <a:cxn ang="0">
                    <a:pos x="connsiteX0" y="connsiteY0"/>
                  </a:cxn>
                  <a:cxn ang="0">
                    <a:pos x="connsiteX1" y="connsiteY1"/>
                  </a:cxn>
                </a:cxnLst>
                <a:rect l="l" t="t" r="r" b="b"/>
                <a:pathLst>
                  <a:path w="2824" h="54259">
                    <a:moveTo>
                      <a:pt x="0" y="0"/>
                    </a:moveTo>
                    <a:lnTo>
                      <a:pt x="0" y="54260"/>
                    </a:lnTo>
                  </a:path>
                </a:pathLst>
              </a:custGeom>
              <a:ln w="8472" cap="flat">
                <a:solidFill>
                  <a:srgbClr val="01355A"/>
                </a:solidFill>
                <a:prstDash val="solid"/>
                <a:miter/>
              </a:ln>
            </p:spPr>
            <p:txBody>
              <a:bodyPr rtlCol="1" anchor="ctr"/>
              <a:lstStyle/>
              <a:p>
                <a:endParaRPr lang="ar-SA"/>
              </a:p>
            </p:txBody>
          </p:sp>
          <p:sp>
            <p:nvSpPr>
              <p:cNvPr id="10044" name="شكل حر: شكل 11207">
                <a:extLst>
                  <a:ext uri="{FF2B5EF4-FFF2-40B4-BE49-F238E27FC236}">
                    <a16:creationId xmlns:a16="http://schemas.microsoft.com/office/drawing/2014/main" id="{75A8A6BD-97D3-5A6D-18BF-AD2156F754D1}"/>
                  </a:ext>
                </a:extLst>
              </p:cNvPr>
              <p:cNvSpPr/>
              <p:nvPr/>
            </p:nvSpPr>
            <p:spPr>
              <a:xfrm rot="-4945801">
                <a:off x="3193867" y="3919671"/>
                <a:ext cx="61688" cy="61688"/>
              </a:xfrm>
              <a:custGeom>
                <a:avLst/>
                <a:gdLst>
                  <a:gd name="connsiteX0" fmla="*/ 61688 w 61688"/>
                  <a:gd name="connsiteY0" fmla="*/ 30844 h 61688"/>
                  <a:gd name="connsiteX1" fmla="*/ 30844 w 61688"/>
                  <a:gd name="connsiteY1" fmla="*/ 61688 h 61688"/>
                  <a:gd name="connsiteX2" fmla="*/ 0 w 61688"/>
                  <a:gd name="connsiteY2" fmla="*/ 30844 h 61688"/>
                  <a:gd name="connsiteX3" fmla="*/ 30844 w 61688"/>
                  <a:gd name="connsiteY3" fmla="*/ 0 h 61688"/>
                  <a:gd name="connsiteX4" fmla="*/ 61688 w 61688"/>
                  <a:gd name="connsiteY4" fmla="*/ 30844 h 61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688" h="61688">
                    <a:moveTo>
                      <a:pt x="61688" y="30844"/>
                    </a:moveTo>
                    <a:cubicBezTo>
                      <a:pt x="61688" y="47879"/>
                      <a:pt x="47879" y="61688"/>
                      <a:pt x="30844" y="61688"/>
                    </a:cubicBezTo>
                    <a:cubicBezTo>
                      <a:pt x="13809" y="61688"/>
                      <a:pt x="0" y="47879"/>
                      <a:pt x="0" y="30844"/>
                    </a:cubicBezTo>
                    <a:cubicBezTo>
                      <a:pt x="0" y="13809"/>
                      <a:pt x="13809" y="0"/>
                      <a:pt x="30844" y="0"/>
                    </a:cubicBezTo>
                    <a:cubicBezTo>
                      <a:pt x="47879" y="0"/>
                      <a:pt x="61688" y="13809"/>
                      <a:pt x="61688" y="30844"/>
                    </a:cubicBezTo>
                    <a:close/>
                  </a:path>
                </a:pathLst>
              </a:custGeom>
              <a:noFill/>
              <a:ln w="8472" cap="flat">
                <a:solidFill>
                  <a:srgbClr val="01355A"/>
                </a:solidFill>
                <a:prstDash val="solid"/>
                <a:miter/>
              </a:ln>
            </p:spPr>
            <p:txBody>
              <a:bodyPr rtlCol="1" anchor="ctr"/>
              <a:lstStyle/>
              <a:p>
                <a:endParaRPr lang="ar-SA"/>
              </a:p>
            </p:txBody>
          </p:sp>
          <p:sp>
            <p:nvSpPr>
              <p:cNvPr id="10045" name="شكل حر: شكل 11208">
                <a:extLst>
                  <a:ext uri="{FF2B5EF4-FFF2-40B4-BE49-F238E27FC236}">
                    <a16:creationId xmlns:a16="http://schemas.microsoft.com/office/drawing/2014/main" id="{2F5EF6CB-D7D5-50D7-BA15-BAA5D6467864}"/>
                  </a:ext>
                </a:extLst>
              </p:cNvPr>
              <p:cNvSpPr/>
              <p:nvPr/>
            </p:nvSpPr>
            <p:spPr>
              <a:xfrm>
                <a:off x="3166125" y="4000801"/>
                <a:ext cx="149700" cy="97955"/>
              </a:xfrm>
              <a:custGeom>
                <a:avLst/>
                <a:gdLst>
                  <a:gd name="connsiteX0" fmla="*/ 0 w 149700"/>
                  <a:gd name="connsiteY0" fmla="*/ 97955 h 97955"/>
                  <a:gd name="connsiteX1" fmla="*/ 0 w 149700"/>
                  <a:gd name="connsiteY1" fmla="*/ 20055 h 97955"/>
                  <a:gd name="connsiteX2" fmla="*/ 20054 w 149700"/>
                  <a:gd name="connsiteY2" fmla="*/ 0 h 97955"/>
                  <a:gd name="connsiteX3" fmla="*/ 87730 w 149700"/>
                  <a:gd name="connsiteY3" fmla="*/ 0 h 97955"/>
                  <a:gd name="connsiteX4" fmla="*/ 101119 w 149700"/>
                  <a:gd name="connsiteY4" fmla="*/ 8841 h 97955"/>
                  <a:gd name="connsiteX5" fmla="*/ 109197 w 149700"/>
                  <a:gd name="connsiteY5" fmla="*/ 27794 h 97955"/>
                  <a:gd name="connsiteX6" fmla="*/ 149701 w 149700"/>
                  <a:gd name="connsiteY6" fmla="*/ 35731 h 97955"/>
                  <a:gd name="connsiteX7" fmla="*/ 149701 w 149700"/>
                  <a:gd name="connsiteY7" fmla="*/ 35731 h 97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700" h="97955">
                    <a:moveTo>
                      <a:pt x="0" y="97955"/>
                    </a:moveTo>
                    <a:lnTo>
                      <a:pt x="0" y="20055"/>
                    </a:lnTo>
                    <a:cubicBezTo>
                      <a:pt x="0" y="8982"/>
                      <a:pt x="8982" y="0"/>
                      <a:pt x="20054" y="0"/>
                    </a:cubicBezTo>
                    <a:lnTo>
                      <a:pt x="87730" y="0"/>
                    </a:lnTo>
                    <a:cubicBezTo>
                      <a:pt x="93549" y="0"/>
                      <a:pt x="98831" y="3474"/>
                      <a:pt x="101119" y="8841"/>
                    </a:cubicBezTo>
                    <a:lnTo>
                      <a:pt x="109197" y="27794"/>
                    </a:lnTo>
                    <a:cubicBezTo>
                      <a:pt x="116117" y="44007"/>
                      <a:pt x="137188" y="48130"/>
                      <a:pt x="149701" y="35731"/>
                    </a:cubicBezTo>
                    <a:lnTo>
                      <a:pt x="149701" y="35731"/>
                    </a:lnTo>
                  </a:path>
                </a:pathLst>
              </a:custGeom>
              <a:noFill/>
              <a:ln w="8472" cap="flat">
                <a:solidFill>
                  <a:srgbClr val="01355A"/>
                </a:solidFill>
                <a:prstDash val="solid"/>
                <a:miter/>
              </a:ln>
            </p:spPr>
            <p:txBody>
              <a:bodyPr rtlCol="1" anchor="ctr"/>
              <a:lstStyle/>
              <a:p>
                <a:endParaRPr lang="ar-SA"/>
              </a:p>
            </p:txBody>
          </p:sp>
          <p:sp>
            <p:nvSpPr>
              <p:cNvPr id="10046" name="شكل حر: شكل 11209">
                <a:extLst>
                  <a:ext uri="{FF2B5EF4-FFF2-40B4-BE49-F238E27FC236}">
                    <a16:creationId xmlns:a16="http://schemas.microsoft.com/office/drawing/2014/main" id="{C66A68E3-DFE4-A64D-E1E3-EA78063866FD}"/>
                  </a:ext>
                </a:extLst>
              </p:cNvPr>
              <p:cNvSpPr/>
              <p:nvPr/>
            </p:nvSpPr>
            <p:spPr>
              <a:xfrm>
                <a:off x="3192055" y="4098756"/>
                <a:ext cx="65529" cy="2824"/>
              </a:xfrm>
              <a:custGeom>
                <a:avLst/>
                <a:gdLst>
                  <a:gd name="connsiteX0" fmla="*/ 0 w 65529"/>
                  <a:gd name="connsiteY0" fmla="*/ 0 h 2824"/>
                  <a:gd name="connsiteX1" fmla="*/ 65530 w 65529"/>
                  <a:gd name="connsiteY1" fmla="*/ 0 h 2824"/>
                </a:gdLst>
                <a:ahLst/>
                <a:cxnLst>
                  <a:cxn ang="0">
                    <a:pos x="connsiteX0" y="connsiteY0"/>
                  </a:cxn>
                  <a:cxn ang="0">
                    <a:pos x="connsiteX1" y="connsiteY1"/>
                  </a:cxn>
                </a:cxnLst>
                <a:rect l="l" t="t" r="r" b="b"/>
                <a:pathLst>
                  <a:path w="65529" h="2824">
                    <a:moveTo>
                      <a:pt x="0" y="0"/>
                    </a:moveTo>
                    <a:lnTo>
                      <a:pt x="65530" y="0"/>
                    </a:lnTo>
                  </a:path>
                </a:pathLst>
              </a:custGeom>
              <a:ln w="8472" cap="flat">
                <a:solidFill>
                  <a:srgbClr val="01355A"/>
                </a:solidFill>
                <a:prstDash val="solid"/>
                <a:miter/>
              </a:ln>
            </p:spPr>
            <p:txBody>
              <a:bodyPr rtlCol="1" anchor="ctr"/>
              <a:lstStyle/>
              <a:p>
                <a:endParaRPr lang="ar-SA"/>
              </a:p>
            </p:txBody>
          </p:sp>
          <p:sp>
            <p:nvSpPr>
              <p:cNvPr id="10047" name="شكل حر: شكل 11210">
                <a:extLst>
                  <a:ext uri="{FF2B5EF4-FFF2-40B4-BE49-F238E27FC236}">
                    <a16:creationId xmlns:a16="http://schemas.microsoft.com/office/drawing/2014/main" id="{26EEB34C-E106-98C1-FB83-4F31AF3F8CC2}"/>
                  </a:ext>
                </a:extLst>
              </p:cNvPr>
              <p:cNvSpPr/>
              <p:nvPr/>
            </p:nvSpPr>
            <p:spPr>
              <a:xfrm>
                <a:off x="3224819" y="4000773"/>
                <a:ext cx="2824" cy="35758"/>
              </a:xfrm>
              <a:custGeom>
                <a:avLst/>
                <a:gdLst>
                  <a:gd name="connsiteX0" fmla="*/ 0 w 2824"/>
                  <a:gd name="connsiteY0" fmla="*/ 0 h 35758"/>
                  <a:gd name="connsiteX1" fmla="*/ 0 w 2824"/>
                  <a:gd name="connsiteY1" fmla="*/ 35759 h 35758"/>
                </a:gdLst>
                <a:ahLst/>
                <a:cxnLst>
                  <a:cxn ang="0">
                    <a:pos x="connsiteX0" y="connsiteY0"/>
                  </a:cxn>
                  <a:cxn ang="0">
                    <a:pos x="connsiteX1" y="connsiteY1"/>
                  </a:cxn>
                </a:cxnLst>
                <a:rect l="l" t="t" r="r" b="b"/>
                <a:pathLst>
                  <a:path w="2824" h="35758">
                    <a:moveTo>
                      <a:pt x="0" y="0"/>
                    </a:moveTo>
                    <a:lnTo>
                      <a:pt x="0" y="35759"/>
                    </a:lnTo>
                  </a:path>
                </a:pathLst>
              </a:custGeom>
              <a:ln w="8472" cap="flat">
                <a:solidFill>
                  <a:srgbClr val="01355A"/>
                </a:solidFill>
                <a:prstDash val="solid"/>
                <a:miter/>
              </a:ln>
            </p:spPr>
            <p:txBody>
              <a:bodyPr rtlCol="1" anchor="ctr"/>
              <a:lstStyle/>
              <a:p>
                <a:endParaRPr lang="ar-SA"/>
              </a:p>
            </p:txBody>
          </p:sp>
        </p:grpSp>
        <p:sp>
          <p:nvSpPr>
            <p:cNvPr id="10028" name="شكل حر: شكل 11211">
              <a:extLst>
                <a:ext uri="{FF2B5EF4-FFF2-40B4-BE49-F238E27FC236}">
                  <a16:creationId xmlns:a16="http://schemas.microsoft.com/office/drawing/2014/main" id="{B995DB74-E477-FFDC-BE55-979581A91AF0}"/>
                </a:ext>
              </a:extLst>
            </p:cNvPr>
            <p:cNvSpPr/>
            <p:nvPr/>
          </p:nvSpPr>
          <p:spPr>
            <a:xfrm>
              <a:off x="3315826" y="3980972"/>
              <a:ext cx="2824" cy="55558"/>
            </a:xfrm>
            <a:custGeom>
              <a:avLst/>
              <a:gdLst>
                <a:gd name="connsiteX0" fmla="*/ 0 w 2824"/>
                <a:gd name="connsiteY0" fmla="*/ 55559 h 55558"/>
                <a:gd name="connsiteX1" fmla="*/ 0 w 2824"/>
                <a:gd name="connsiteY1" fmla="*/ 0 h 55558"/>
              </a:gdLst>
              <a:ahLst/>
              <a:cxnLst>
                <a:cxn ang="0">
                  <a:pos x="connsiteX0" y="connsiteY0"/>
                </a:cxn>
                <a:cxn ang="0">
                  <a:pos x="connsiteX1" y="connsiteY1"/>
                </a:cxn>
              </a:cxnLst>
              <a:rect l="l" t="t" r="r" b="b"/>
              <a:pathLst>
                <a:path w="2824" h="55558">
                  <a:moveTo>
                    <a:pt x="0" y="55559"/>
                  </a:moveTo>
                  <a:lnTo>
                    <a:pt x="0" y="0"/>
                  </a:lnTo>
                </a:path>
              </a:pathLst>
            </a:custGeom>
            <a:ln w="8472" cap="flat">
              <a:solidFill>
                <a:srgbClr val="01355A"/>
              </a:solidFill>
              <a:prstDash val="solid"/>
              <a:miter/>
            </a:ln>
          </p:spPr>
          <p:txBody>
            <a:bodyPr rtlCol="1" anchor="ctr"/>
            <a:lstStyle/>
            <a:p>
              <a:endParaRPr lang="ar-SA"/>
            </a:p>
          </p:txBody>
        </p:sp>
        <p:sp>
          <p:nvSpPr>
            <p:cNvPr id="10029" name="شكل حر: شكل 11212">
              <a:extLst>
                <a:ext uri="{FF2B5EF4-FFF2-40B4-BE49-F238E27FC236}">
                  <a16:creationId xmlns:a16="http://schemas.microsoft.com/office/drawing/2014/main" id="{9EC6166A-D793-5BEA-0934-DFCE457B7DCA}"/>
                </a:ext>
              </a:extLst>
            </p:cNvPr>
            <p:cNvSpPr/>
            <p:nvPr/>
          </p:nvSpPr>
          <p:spPr>
            <a:xfrm>
              <a:off x="3280406" y="3936429"/>
              <a:ext cx="70839" cy="44543"/>
            </a:xfrm>
            <a:custGeom>
              <a:avLst/>
              <a:gdLst>
                <a:gd name="connsiteX0" fmla="*/ 0 w 70839"/>
                <a:gd name="connsiteY0" fmla="*/ 0 h 44543"/>
                <a:gd name="connsiteX1" fmla="*/ 70840 w 70839"/>
                <a:gd name="connsiteY1" fmla="*/ 0 h 44543"/>
                <a:gd name="connsiteX2" fmla="*/ 70840 w 70839"/>
                <a:gd name="connsiteY2" fmla="*/ 44543 h 44543"/>
                <a:gd name="connsiteX3" fmla="*/ 0 w 70839"/>
                <a:gd name="connsiteY3" fmla="*/ 44543 h 44543"/>
              </a:gdLst>
              <a:ahLst/>
              <a:cxnLst>
                <a:cxn ang="0">
                  <a:pos x="connsiteX0" y="connsiteY0"/>
                </a:cxn>
                <a:cxn ang="0">
                  <a:pos x="connsiteX1" y="connsiteY1"/>
                </a:cxn>
                <a:cxn ang="0">
                  <a:pos x="connsiteX2" y="connsiteY2"/>
                </a:cxn>
                <a:cxn ang="0">
                  <a:pos x="connsiteX3" y="connsiteY3"/>
                </a:cxn>
              </a:cxnLst>
              <a:rect l="l" t="t" r="r" b="b"/>
              <a:pathLst>
                <a:path w="70839" h="44543">
                  <a:moveTo>
                    <a:pt x="0" y="0"/>
                  </a:moveTo>
                  <a:lnTo>
                    <a:pt x="70840" y="0"/>
                  </a:lnTo>
                  <a:lnTo>
                    <a:pt x="70840" y="44543"/>
                  </a:lnTo>
                  <a:lnTo>
                    <a:pt x="0" y="44543"/>
                  </a:lnTo>
                  <a:close/>
                </a:path>
              </a:pathLst>
            </a:custGeom>
            <a:noFill/>
            <a:ln w="8472" cap="flat">
              <a:solidFill>
                <a:srgbClr val="17A3A3"/>
              </a:solidFill>
              <a:prstDash val="solid"/>
              <a:miter/>
            </a:ln>
          </p:spPr>
          <p:txBody>
            <a:bodyPr rtlCol="1" anchor="ctr"/>
            <a:lstStyle/>
            <a:p>
              <a:endParaRPr lang="ar-SA"/>
            </a:p>
          </p:txBody>
        </p:sp>
        <p:sp>
          <p:nvSpPr>
            <p:cNvPr id="10030" name="شكل حر: شكل 11213">
              <a:extLst>
                <a:ext uri="{FF2B5EF4-FFF2-40B4-BE49-F238E27FC236}">
                  <a16:creationId xmlns:a16="http://schemas.microsoft.com/office/drawing/2014/main" id="{A9EA3775-8C08-F987-82F1-72506513E71A}"/>
                </a:ext>
              </a:extLst>
            </p:cNvPr>
            <p:cNvSpPr/>
            <p:nvPr/>
          </p:nvSpPr>
          <p:spPr>
            <a:xfrm>
              <a:off x="3157595" y="3822994"/>
              <a:ext cx="95441" cy="74993"/>
            </a:xfrm>
            <a:custGeom>
              <a:avLst/>
              <a:gdLst>
                <a:gd name="connsiteX0" fmla="*/ 23924 w 95441"/>
                <a:gd name="connsiteY0" fmla="*/ 74994 h 74993"/>
                <a:gd name="connsiteX1" fmla="*/ 48158 w 95441"/>
                <a:gd name="connsiteY1" fmla="*/ 67819 h 74993"/>
                <a:gd name="connsiteX2" fmla="*/ 72732 w 95441"/>
                <a:gd name="connsiteY2" fmla="*/ 62283 h 74993"/>
                <a:gd name="connsiteX3" fmla="*/ 95441 w 95441"/>
                <a:gd name="connsiteY3" fmla="*/ 68215 h 74993"/>
                <a:gd name="connsiteX4" fmla="*/ 95441 w 95441"/>
                <a:gd name="connsiteY4" fmla="*/ 5933 h 74993"/>
                <a:gd name="connsiteX5" fmla="*/ 72732 w 95441"/>
                <a:gd name="connsiteY5" fmla="*/ 2 h 74993"/>
                <a:gd name="connsiteX6" fmla="*/ 48158 w 95441"/>
                <a:gd name="connsiteY6" fmla="*/ 5538 h 74993"/>
                <a:gd name="connsiteX7" fmla="*/ 23924 w 95441"/>
                <a:gd name="connsiteY7" fmla="*/ 12712 h 74993"/>
                <a:gd name="connsiteX8" fmla="*/ 0 w 95441"/>
                <a:gd name="connsiteY8" fmla="*/ 6950 h 74993"/>
                <a:gd name="connsiteX9" fmla="*/ 0 w 95441"/>
                <a:gd name="connsiteY9" fmla="*/ 69232 h 74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441" h="74993">
                  <a:moveTo>
                    <a:pt x="23924" y="74994"/>
                  </a:moveTo>
                  <a:cubicBezTo>
                    <a:pt x="32313" y="73949"/>
                    <a:pt x="40222" y="70729"/>
                    <a:pt x="48158" y="67819"/>
                  </a:cubicBezTo>
                  <a:cubicBezTo>
                    <a:pt x="56067" y="64910"/>
                    <a:pt x="64287" y="62199"/>
                    <a:pt x="72732" y="62283"/>
                  </a:cubicBezTo>
                  <a:cubicBezTo>
                    <a:pt x="80613" y="62340"/>
                    <a:pt x="88324" y="64853"/>
                    <a:pt x="95441" y="68215"/>
                  </a:cubicBezTo>
                  <a:lnTo>
                    <a:pt x="95441" y="5933"/>
                  </a:lnTo>
                  <a:cubicBezTo>
                    <a:pt x="88324" y="2544"/>
                    <a:pt x="80613" y="58"/>
                    <a:pt x="72732" y="2"/>
                  </a:cubicBezTo>
                  <a:cubicBezTo>
                    <a:pt x="64287" y="-83"/>
                    <a:pt x="56095" y="2629"/>
                    <a:pt x="48158" y="5538"/>
                  </a:cubicBezTo>
                  <a:cubicBezTo>
                    <a:pt x="40250" y="8447"/>
                    <a:pt x="32313" y="11667"/>
                    <a:pt x="23924" y="12712"/>
                  </a:cubicBezTo>
                  <a:cubicBezTo>
                    <a:pt x="15535" y="13757"/>
                    <a:pt x="6468" y="12373"/>
                    <a:pt x="0" y="6950"/>
                  </a:cubicBezTo>
                  <a:lnTo>
                    <a:pt x="0" y="69232"/>
                  </a:lnTo>
                </a:path>
              </a:pathLst>
            </a:custGeom>
            <a:noFill/>
            <a:ln w="8472" cap="flat">
              <a:solidFill>
                <a:srgbClr val="17A3A3"/>
              </a:solidFill>
              <a:prstDash val="solid"/>
              <a:miter/>
            </a:ln>
          </p:spPr>
          <p:txBody>
            <a:bodyPr rtlCol="1" anchor="ctr"/>
            <a:lstStyle/>
            <a:p>
              <a:endParaRPr lang="ar-SA"/>
            </a:p>
          </p:txBody>
        </p:sp>
        <p:sp>
          <p:nvSpPr>
            <p:cNvPr id="10031" name="شكل حر: شكل 11214">
              <a:extLst>
                <a:ext uri="{FF2B5EF4-FFF2-40B4-BE49-F238E27FC236}">
                  <a16:creationId xmlns:a16="http://schemas.microsoft.com/office/drawing/2014/main" id="{F8319845-899E-44BF-8E5B-43C4D80E8852}"/>
                </a:ext>
              </a:extLst>
            </p:cNvPr>
            <p:cNvSpPr/>
            <p:nvPr/>
          </p:nvSpPr>
          <p:spPr>
            <a:xfrm>
              <a:off x="3027807" y="4020714"/>
              <a:ext cx="2824" cy="181477"/>
            </a:xfrm>
            <a:custGeom>
              <a:avLst/>
              <a:gdLst>
                <a:gd name="connsiteX0" fmla="*/ 0 w 2824"/>
                <a:gd name="connsiteY0" fmla="*/ 0 h 181477"/>
                <a:gd name="connsiteX1" fmla="*/ 0 w 2824"/>
                <a:gd name="connsiteY1" fmla="*/ 181477 h 181477"/>
              </a:gdLst>
              <a:ahLst/>
              <a:cxnLst>
                <a:cxn ang="0">
                  <a:pos x="connsiteX0" y="connsiteY0"/>
                </a:cxn>
                <a:cxn ang="0">
                  <a:pos x="connsiteX1" y="connsiteY1"/>
                </a:cxn>
              </a:cxnLst>
              <a:rect l="l" t="t" r="r" b="b"/>
              <a:pathLst>
                <a:path w="2824" h="181477">
                  <a:moveTo>
                    <a:pt x="0" y="0"/>
                  </a:moveTo>
                  <a:lnTo>
                    <a:pt x="0" y="181477"/>
                  </a:lnTo>
                </a:path>
              </a:pathLst>
            </a:custGeom>
            <a:ln w="8472" cap="flat">
              <a:solidFill>
                <a:srgbClr val="01355A"/>
              </a:solidFill>
              <a:prstDash val="solid"/>
              <a:miter/>
            </a:ln>
          </p:spPr>
          <p:txBody>
            <a:bodyPr rtlCol="1" anchor="ctr"/>
            <a:lstStyle/>
            <a:p>
              <a:endParaRPr lang="ar-SA"/>
            </a:p>
          </p:txBody>
        </p:sp>
        <p:sp>
          <p:nvSpPr>
            <p:cNvPr id="10032" name="شكل حر: شكل 11215">
              <a:extLst>
                <a:ext uri="{FF2B5EF4-FFF2-40B4-BE49-F238E27FC236}">
                  <a16:creationId xmlns:a16="http://schemas.microsoft.com/office/drawing/2014/main" id="{8D6C371B-9B89-4D47-A045-C69DC06BF949}"/>
                </a:ext>
              </a:extLst>
            </p:cNvPr>
            <p:cNvSpPr/>
            <p:nvPr/>
          </p:nvSpPr>
          <p:spPr>
            <a:xfrm>
              <a:off x="3066701" y="4090706"/>
              <a:ext cx="2824" cy="111484"/>
            </a:xfrm>
            <a:custGeom>
              <a:avLst/>
              <a:gdLst>
                <a:gd name="connsiteX0" fmla="*/ 0 w 2824"/>
                <a:gd name="connsiteY0" fmla="*/ 111485 h 111484"/>
                <a:gd name="connsiteX1" fmla="*/ 0 w 2824"/>
                <a:gd name="connsiteY1" fmla="*/ 0 h 111484"/>
              </a:gdLst>
              <a:ahLst/>
              <a:cxnLst>
                <a:cxn ang="0">
                  <a:pos x="connsiteX0" y="connsiteY0"/>
                </a:cxn>
                <a:cxn ang="0">
                  <a:pos x="connsiteX1" y="connsiteY1"/>
                </a:cxn>
              </a:cxnLst>
              <a:rect l="l" t="t" r="r" b="b"/>
              <a:pathLst>
                <a:path w="2824" h="111484">
                  <a:moveTo>
                    <a:pt x="0" y="111485"/>
                  </a:moveTo>
                  <a:lnTo>
                    <a:pt x="0" y="0"/>
                  </a:lnTo>
                </a:path>
              </a:pathLst>
            </a:custGeom>
            <a:ln w="8472" cap="flat">
              <a:solidFill>
                <a:srgbClr val="01355A"/>
              </a:solidFill>
              <a:prstDash val="solid"/>
              <a:miter/>
            </a:ln>
          </p:spPr>
          <p:txBody>
            <a:bodyPr rtlCol="1" anchor="ctr"/>
            <a:lstStyle/>
            <a:p>
              <a:endParaRPr lang="ar-SA"/>
            </a:p>
          </p:txBody>
        </p:sp>
        <p:sp>
          <p:nvSpPr>
            <p:cNvPr id="10033" name="شكل حر: شكل 11216">
              <a:extLst>
                <a:ext uri="{FF2B5EF4-FFF2-40B4-BE49-F238E27FC236}">
                  <a16:creationId xmlns:a16="http://schemas.microsoft.com/office/drawing/2014/main" id="{5320B01A-2FA8-2818-3195-968DE3CC898A}"/>
                </a:ext>
              </a:extLst>
            </p:cNvPr>
            <p:cNvSpPr/>
            <p:nvPr/>
          </p:nvSpPr>
          <p:spPr>
            <a:xfrm>
              <a:off x="3105595" y="4090706"/>
              <a:ext cx="2824" cy="111484"/>
            </a:xfrm>
            <a:custGeom>
              <a:avLst/>
              <a:gdLst>
                <a:gd name="connsiteX0" fmla="*/ 0 w 2824"/>
                <a:gd name="connsiteY0" fmla="*/ 0 h 111484"/>
                <a:gd name="connsiteX1" fmla="*/ 0 w 2824"/>
                <a:gd name="connsiteY1" fmla="*/ 111485 h 111484"/>
              </a:gdLst>
              <a:ahLst/>
              <a:cxnLst>
                <a:cxn ang="0">
                  <a:pos x="connsiteX0" y="connsiteY0"/>
                </a:cxn>
                <a:cxn ang="0">
                  <a:pos x="connsiteX1" y="connsiteY1"/>
                </a:cxn>
              </a:cxnLst>
              <a:rect l="l" t="t" r="r" b="b"/>
              <a:pathLst>
                <a:path w="2824" h="111484">
                  <a:moveTo>
                    <a:pt x="0" y="0"/>
                  </a:moveTo>
                  <a:lnTo>
                    <a:pt x="0" y="111485"/>
                  </a:lnTo>
                </a:path>
              </a:pathLst>
            </a:custGeom>
            <a:ln w="8472" cap="flat">
              <a:solidFill>
                <a:srgbClr val="01355A"/>
              </a:solidFill>
              <a:prstDash val="solid"/>
              <a:miter/>
            </a:ln>
          </p:spPr>
          <p:txBody>
            <a:bodyPr rtlCol="1" anchor="ctr"/>
            <a:lstStyle/>
            <a:p>
              <a:endParaRPr lang="ar-SA"/>
            </a:p>
          </p:txBody>
        </p:sp>
        <p:sp>
          <p:nvSpPr>
            <p:cNvPr id="10034" name="شكل حر: شكل 11217">
              <a:extLst>
                <a:ext uri="{FF2B5EF4-FFF2-40B4-BE49-F238E27FC236}">
                  <a16:creationId xmlns:a16="http://schemas.microsoft.com/office/drawing/2014/main" id="{76CD5CBE-3DC1-4E66-77FA-84F890AEB956}"/>
                </a:ext>
              </a:extLst>
            </p:cNvPr>
            <p:cNvSpPr/>
            <p:nvPr/>
          </p:nvSpPr>
          <p:spPr>
            <a:xfrm>
              <a:off x="3105595" y="4020714"/>
              <a:ext cx="2824" cy="69992"/>
            </a:xfrm>
            <a:custGeom>
              <a:avLst/>
              <a:gdLst>
                <a:gd name="connsiteX0" fmla="*/ 0 w 2824"/>
                <a:gd name="connsiteY0" fmla="*/ 0 h 69992"/>
                <a:gd name="connsiteX1" fmla="*/ 0 w 2824"/>
                <a:gd name="connsiteY1" fmla="*/ 69992 h 69992"/>
              </a:gdLst>
              <a:ahLst/>
              <a:cxnLst>
                <a:cxn ang="0">
                  <a:pos x="connsiteX0" y="connsiteY0"/>
                </a:cxn>
                <a:cxn ang="0">
                  <a:pos x="connsiteX1" y="connsiteY1"/>
                </a:cxn>
              </a:cxnLst>
              <a:rect l="l" t="t" r="r" b="b"/>
              <a:pathLst>
                <a:path w="2824" h="69992">
                  <a:moveTo>
                    <a:pt x="0" y="0"/>
                  </a:moveTo>
                  <a:lnTo>
                    <a:pt x="0" y="69992"/>
                  </a:lnTo>
                </a:path>
              </a:pathLst>
            </a:custGeom>
            <a:ln w="8472" cap="flat">
              <a:solidFill>
                <a:srgbClr val="01355A"/>
              </a:solidFill>
              <a:prstDash val="solid"/>
              <a:miter/>
            </a:ln>
          </p:spPr>
          <p:txBody>
            <a:bodyPr rtlCol="1" anchor="ctr"/>
            <a:lstStyle/>
            <a:p>
              <a:endParaRPr lang="ar-SA"/>
            </a:p>
          </p:txBody>
        </p:sp>
        <p:sp>
          <p:nvSpPr>
            <p:cNvPr id="10035" name="شكل حر: شكل 11218">
              <a:extLst>
                <a:ext uri="{FF2B5EF4-FFF2-40B4-BE49-F238E27FC236}">
                  <a16:creationId xmlns:a16="http://schemas.microsoft.com/office/drawing/2014/main" id="{A5D06659-BC3B-F39E-9117-C2287C053578}"/>
                </a:ext>
              </a:extLst>
            </p:cNvPr>
            <p:cNvSpPr/>
            <p:nvPr/>
          </p:nvSpPr>
          <p:spPr>
            <a:xfrm rot="-4848600">
              <a:off x="3037297" y="3920172"/>
              <a:ext cx="58920" cy="58920"/>
            </a:xfrm>
            <a:custGeom>
              <a:avLst/>
              <a:gdLst>
                <a:gd name="connsiteX0" fmla="*/ 58920 w 58920"/>
                <a:gd name="connsiteY0" fmla="*/ 29460 h 58920"/>
                <a:gd name="connsiteX1" fmla="*/ 29460 w 58920"/>
                <a:gd name="connsiteY1" fmla="*/ 58920 h 58920"/>
                <a:gd name="connsiteX2" fmla="*/ 0 w 58920"/>
                <a:gd name="connsiteY2" fmla="*/ 29460 h 58920"/>
                <a:gd name="connsiteX3" fmla="*/ 29460 w 58920"/>
                <a:gd name="connsiteY3" fmla="*/ 0 h 58920"/>
                <a:gd name="connsiteX4" fmla="*/ 58920 w 58920"/>
                <a:gd name="connsiteY4" fmla="*/ 29460 h 58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920" h="58920">
                  <a:moveTo>
                    <a:pt x="58920" y="29460"/>
                  </a:moveTo>
                  <a:cubicBezTo>
                    <a:pt x="58920" y="45731"/>
                    <a:pt x="45730" y="58920"/>
                    <a:pt x="29460" y="58920"/>
                  </a:cubicBezTo>
                  <a:cubicBezTo>
                    <a:pt x="13190" y="58920"/>
                    <a:pt x="0" y="45731"/>
                    <a:pt x="0" y="29460"/>
                  </a:cubicBezTo>
                  <a:cubicBezTo>
                    <a:pt x="0" y="13190"/>
                    <a:pt x="13190" y="0"/>
                    <a:pt x="29460" y="0"/>
                  </a:cubicBezTo>
                  <a:cubicBezTo>
                    <a:pt x="45730" y="0"/>
                    <a:pt x="58920" y="13190"/>
                    <a:pt x="58920" y="29460"/>
                  </a:cubicBezTo>
                  <a:close/>
                </a:path>
              </a:pathLst>
            </a:custGeom>
            <a:noFill/>
            <a:ln w="8472" cap="flat">
              <a:solidFill>
                <a:srgbClr val="01355A"/>
              </a:solidFill>
              <a:prstDash val="solid"/>
              <a:miter/>
            </a:ln>
          </p:spPr>
          <p:txBody>
            <a:bodyPr rtlCol="1" anchor="ctr"/>
            <a:lstStyle/>
            <a:p>
              <a:endParaRPr lang="ar-SA"/>
            </a:p>
          </p:txBody>
        </p:sp>
        <p:sp>
          <p:nvSpPr>
            <p:cNvPr id="10036" name="شكل حر: شكل 11219">
              <a:extLst>
                <a:ext uri="{FF2B5EF4-FFF2-40B4-BE49-F238E27FC236}">
                  <a16:creationId xmlns:a16="http://schemas.microsoft.com/office/drawing/2014/main" id="{1C50B3BB-484B-2C81-F0FA-760D596FBED5}"/>
                </a:ext>
              </a:extLst>
            </p:cNvPr>
            <p:cNvSpPr/>
            <p:nvPr/>
          </p:nvSpPr>
          <p:spPr>
            <a:xfrm>
              <a:off x="3027807" y="4090706"/>
              <a:ext cx="77788" cy="2824"/>
            </a:xfrm>
            <a:custGeom>
              <a:avLst/>
              <a:gdLst>
                <a:gd name="connsiteX0" fmla="*/ 0 w 77788"/>
                <a:gd name="connsiteY0" fmla="*/ 0 h 2824"/>
                <a:gd name="connsiteX1" fmla="*/ 77788 w 77788"/>
                <a:gd name="connsiteY1" fmla="*/ 0 h 2824"/>
              </a:gdLst>
              <a:ahLst/>
              <a:cxnLst>
                <a:cxn ang="0">
                  <a:pos x="connsiteX0" y="connsiteY0"/>
                </a:cxn>
                <a:cxn ang="0">
                  <a:pos x="connsiteX1" y="connsiteY1"/>
                </a:cxn>
              </a:cxnLst>
              <a:rect l="l" t="t" r="r" b="b"/>
              <a:pathLst>
                <a:path w="77788" h="2824">
                  <a:moveTo>
                    <a:pt x="0" y="0"/>
                  </a:moveTo>
                  <a:lnTo>
                    <a:pt x="77788" y="0"/>
                  </a:lnTo>
                </a:path>
              </a:pathLst>
            </a:custGeom>
            <a:ln w="8472" cap="flat">
              <a:solidFill>
                <a:srgbClr val="01355A"/>
              </a:solidFill>
              <a:prstDash val="solid"/>
              <a:miter/>
            </a:ln>
          </p:spPr>
          <p:txBody>
            <a:bodyPr rtlCol="1" anchor="ctr"/>
            <a:lstStyle/>
            <a:p>
              <a:endParaRPr lang="ar-SA"/>
            </a:p>
          </p:txBody>
        </p:sp>
        <p:sp>
          <p:nvSpPr>
            <p:cNvPr id="10037" name="شكل حر: شكل 11220">
              <a:extLst>
                <a:ext uri="{FF2B5EF4-FFF2-40B4-BE49-F238E27FC236}">
                  <a16:creationId xmlns:a16="http://schemas.microsoft.com/office/drawing/2014/main" id="{4DA66A46-8BAE-7A0B-82E1-01A2B3E0F8DF}"/>
                </a:ext>
              </a:extLst>
            </p:cNvPr>
            <p:cNvSpPr/>
            <p:nvPr/>
          </p:nvSpPr>
          <p:spPr>
            <a:xfrm>
              <a:off x="3066701" y="3997157"/>
              <a:ext cx="2824" cy="34120"/>
            </a:xfrm>
            <a:custGeom>
              <a:avLst/>
              <a:gdLst>
                <a:gd name="connsiteX0" fmla="*/ 0 w 2824"/>
                <a:gd name="connsiteY0" fmla="*/ 0 h 34120"/>
                <a:gd name="connsiteX1" fmla="*/ 0 w 2824"/>
                <a:gd name="connsiteY1" fmla="*/ 34120 h 34120"/>
              </a:gdLst>
              <a:ahLst/>
              <a:cxnLst>
                <a:cxn ang="0">
                  <a:pos x="connsiteX0" y="connsiteY0"/>
                </a:cxn>
                <a:cxn ang="0">
                  <a:pos x="connsiteX1" y="connsiteY1"/>
                </a:cxn>
              </a:cxnLst>
              <a:rect l="l" t="t" r="r" b="b"/>
              <a:pathLst>
                <a:path w="2824" h="34120">
                  <a:moveTo>
                    <a:pt x="0" y="0"/>
                  </a:moveTo>
                  <a:lnTo>
                    <a:pt x="0" y="34120"/>
                  </a:lnTo>
                </a:path>
              </a:pathLst>
            </a:custGeom>
            <a:ln w="8472" cap="flat">
              <a:solidFill>
                <a:srgbClr val="01355A"/>
              </a:solidFill>
              <a:prstDash val="solid"/>
              <a:miter/>
            </a:ln>
          </p:spPr>
          <p:txBody>
            <a:bodyPr rtlCol="1" anchor="ctr"/>
            <a:lstStyle/>
            <a:p>
              <a:endParaRPr lang="ar-SA"/>
            </a:p>
          </p:txBody>
        </p:sp>
        <p:sp>
          <p:nvSpPr>
            <p:cNvPr id="10038" name="شكل حر: شكل 11221">
              <a:extLst>
                <a:ext uri="{FF2B5EF4-FFF2-40B4-BE49-F238E27FC236}">
                  <a16:creationId xmlns:a16="http://schemas.microsoft.com/office/drawing/2014/main" id="{09D9D70C-9AFC-7626-B25F-0B78B3AF735A}"/>
                </a:ext>
              </a:extLst>
            </p:cNvPr>
            <p:cNvSpPr/>
            <p:nvPr/>
          </p:nvSpPr>
          <p:spPr>
            <a:xfrm>
              <a:off x="3066701" y="3892225"/>
              <a:ext cx="90893" cy="104931"/>
            </a:xfrm>
            <a:custGeom>
              <a:avLst/>
              <a:gdLst>
                <a:gd name="connsiteX0" fmla="*/ 0 w 90893"/>
                <a:gd name="connsiteY0" fmla="*/ 104932 h 104931"/>
                <a:gd name="connsiteX1" fmla="*/ 48300 w 90893"/>
                <a:gd name="connsiteY1" fmla="*/ 104932 h 104931"/>
                <a:gd name="connsiteX2" fmla="*/ 90894 w 90893"/>
                <a:gd name="connsiteY2" fmla="*/ 62366 h 104931"/>
                <a:gd name="connsiteX3" fmla="*/ 90894 w 90893"/>
                <a:gd name="connsiteY3" fmla="*/ 0 h 104931"/>
              </a:gdLst>
              <a:ahLst/>
              <a:cxnLst>
                <a:cxn ang="0">
                  <a:pos x="connsiteX0" y="connsiteY0"/>
                </a:cxn>
                <a:cxn ang="0">
                  <a:pos x="connsiteX1" y="connsiteY1"/>
                </a:cxn>
                <a:cxn ang="0">
                  <a:pos x="connsiteX2" y="connsiteY2"/>
                </a:cxn>
                <a:cxn ang="0">
                  <a:pos x="connsiteX3" y="connsiteY3"/>
                </a:cxn>
              </a:cxnLst>
              <a:rect l="l" t="t" r="r" b="b"/>
              <a:pathLst>
                <a:path w="90893" h="104931">
                  <a:moveTo>
                    <a:pt x="0" y="104932"/>
                  </a:moveTo>
                  <a:lnTo>
                    <a:pt x="48300" y="104932"/>
                  </a:lnTo>
                  <a:lnTo>
                    <a:pt x="90894" y="62366"/>
                  </a:lnTo>
                  <a:lnTo>
                    <a:pt x="90894" y="0"/>
                  </a:lnTo>
                </a:path>
              </a:pathLst>
            </a:custGeom>
            <a:noFill/>
            <a:ln w="8472" cap="flat">
              <a:solidFill>
                <a:srgbClr val="01355A"/>
              </a:solidFill>
              <a:prstDash val="solid"/>
              <a:miter/>
            </a:ln>
          </p:spPr>
          <p:txBody>
            <a:bodyPr rtlCol="1" anchor="ctr"/>
            <a:lstStyle/>
            <a:p>
              <a:endParaRPr lang="ar-SA"/>
            </a:p>
          </p:txBody>
        </p:sp>
        <p:sp>
          <p:nvSpPr>
            <p:cNvPr id="10039" name="شكل حر: شكل 11222">
              <a:extLst>
                <a:ext uri="{FF2B5EF4-FFF2-40B4-BE49-F238E27FC236}">
                  <a16:creationId xmlns:a16="http://schemas.microsoft.com/office/drawing/2014/main" id="{8DDD0C44-72A6-C482-232E-825197A5F5C7}"/>
                </a:ext>
              </a:extLst>
            </p:cNvPr>
            <p:cNvSpPr/>
            <p:nvPr/>
          </p:nvSpPr>
          <p:spPr>
            <a:xfrm>
              <a:off x="3002273" y="3997157"/>
              <a:ext cx="64427" cy="101570"/>
            </a:xfrm>
            <a:custGeom>
              <a:avLst/>
              <a:gdLst>
                <a:gd name="connsiteX0" fmla="*/ 64428 w 64427"/>
                <a:gd name="connsiteY0" fmla="*/ 0 h 101570"/>
                <a:gd name="connsiteX1" fmla="*/ 24489 w 64427"/>
                <a:gd name="connsiteY1" fmla="*/ 0 h 101570"/>
                <a:gd name="connsiteX2" fmla="*/ 0 w 64427"/>
                <a:gd name="connsiteY2" fmla="*/ 24489 h 101570"/>
                <a:gd name="connsiteX3" fmla="*/ 0 w 64427"/>
                <a:gd name="connsiteY3" fmla="*/ 101571 h 101570"/>
              </a:gdLst>
              <a:ahLst/>
              <a:cxnLst>
                <a:cxn ang="0">
                  <a:pos x="connsiteX0" y="connsiteY0"/>
                </a:cxn>
                <a:cxn ang="0">
                  <a:pos x="connsiteX1" y="connsiteY1"/>
                </a:cxn>
                <a:cxn ang="0">
                  <a:pos x="connsiteX2" y="connsiteY2"/>
                </a:cxn>
                <a:cxn ang="0">
                  <a:pos x="connsiteX3" y="connsiteY3"/>
                </a:cxn>
              </a:cxnLst>
              <a:rect l="l" t="t" r="r" b="b"/>
              <a:pathLst>
                <a:path w="64427" h="101570">
                  <a:moveTo>
                    <a:pt x="64428" y="0"/>
                  </a:moveTo>
                  <a:lnTo>
                    <a:pt x="24489" y="0"/>
                  </a:lnTo>
                  <a:cubicBezTo>
                    <a:pt x="10959" y="0"/>
                    <a:pt x="0" y="10959"/>
                    <a:pt x="0" y="24489"/>
                  </a:cubicBezTo>
                  <a:lnTo>
                    <a:pt x="0" y="101571"/>
                  </a:lnTo>
                </a:path>
              </a:pathLst>
            </a:custGeom>
            <a:noFill/>
            <a:ln w="8472" cap="flat">
              <a:solidFill>
                <a:srgbClr val="01355A"/>
              </a:solidFill>
              <a:prstDash val="solid"/>
              <a:miter/>
            </a:ln>
          </p:spPr>
          <p:txBody>
            <a:bodyPr rtlCol="1" anchor="ctr"/>
            <a:lstStyle/>
            <a:p>
              <a:endParaRPr lang="ar-SA"/>
            </a:p>
          </p:txBody>
        </p:sp>
      </p:grpSp>
      <p:grpSp>
        <p:nvGrpSpPr>
          <p:cNvPr id="10048" name="رسم 8014">
            <a:extLst>
              <a:ext uri="{FF2B5EF4-FFF2-40B4-BE49-F238E27FC236}">
                <a16:creationId xmlns:a16="http://schemas.microsoft.com/office/drawing/2014/main" id="{5D31E114-1DF9-BE10-525A-EFC160BCFF5B}"/>
              </a:ext>
            </a:extLst>
          </p:cNvPr>
          <p:cNvGrpSpPr/>
          <p:nvPr/>
        </p:nvGrpSpPr>
        <p:grpSpPr>
          <a:xfrm>
            <a:off x="1965374" y="5678038"/>
            <a:ext cx="297152" cy="302551"/>
            <a:chOff x="1430639" y="5388501"/>
            <a:chExt cx="355186" cy="383855"/>
          </a:xfrm>
          <a:noFill/>
        </p:grpSpPr>
        <p:sp>
          <p:nvSpPr>
            <p:cNvPr id="10049" name="شكل حر: شكل 11224">
              <a:extLst>
                <a:ext uri="{FF2B5EF4-FFF2-40B4-BE49-F238E27FC236}">
                  <a16:creationId xmlns:a16="http://schemas.microsoft.com/office/drawing/2014/main" id="{EFD103EB-F3B4-77CE-9A68-BF26C2DB433C}"/>
                </a:ext>
              </a:extLst>
            </p:cNvPr>
            <p:cNvSpPr/>
            <p:nvPr/>
          </p:nvSpPr>
          <p:spPr>
            <a:xfrm>
              <a:off x="1430639" y="5753517"/>
              <a:ext cx="100243" cy="18839"/>
            </a:xfrm>
            <a:custGeom>
              <a:avLst/>
              <a:gdLst>
                <a:gd name="connsiteX0" fmla="*/ 100243 w 100243"/>
                <a:gd name="connsiteY0" fmla="*/ 18840 h 18839"/>
                <a:gd name="connsiteX1" fmla="*/ 100243 w 100243"/>
                <a:gd name="connsiteY1" fmla="*/ 6497 h 18839"/>
                <a:gd name="connsiteX2" fmla="*/ 93747 w 100243"/>
                <a:gd name="connsiteY2" fmla="*/ 0 h 18839"/>
                <a:gd name="connsiteX3" fmla="*/ 6496 w 100243"/>
                <a:gd name="connsiteY3" fmla="*/ 0 h 18839"/>
                <a:gd name="connsiteX4" fmla="*/ 0 w 100243"/>
                <a:gd name="connsiteY4" fmla="*/ 6497 h 18839"/>
                <a:gd name="connsiteX5" fmla="*/ 0 w 100243"/>
                <a:gd name="connsiteY5" fmla="*/ 18840 h 18839"/>
                <a:gd name="connsiteX6" fmla="*/ 100243 w 100243"/>
                <a:gd name="connsiteY6" fmla="*/ 18840 h 18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243" h="18839">
                  <a:moveTo>
                    <a:pt x="100243" y="18840"/>
                  </a:moveTo>
                  <a:lnTo>
                    <a:pt x="100243" y="6497"/>
                  </a:lnTo>
                  <a:cubicBezTo>
                    <a:pt x="100243" y="2909"/>
                    <a:pt x="97334" y="0"/>
                    <a:pt x="93747" y="0"/>
                  </a:cubicBezTo>
                  <a:lnTo>
                    <a:pt x="6496" y="0"/>
                  </a:lnTo>
                  <a:cubicBezTo>
                    <a:pt x="2909" y="0"/>
                    <a:pt x="0" y="2909"/>
                    <a:pt x="0" y="6497"/>
                  </a:cubicBezTo>
                  <a:lnTo>
                    <a:pt x="0" y="18840"/>
                  </a:lnTo>
                  <a:cubicBezTo>
                    <a:pt x="0" y="18840"/>
                    <a:pt x="100243" y="18840"/>
                    <a:pt x="100243" y="18840"/>
                  </a:cubicBezTo>
                  <a:close/>
                </a:path>
              </a:pathLst>
            </a:custGeom>
            <a:noFill/>
            <a:ln w="8472" cap="flat">
              <a:solidFill>
                <a:srgbClr val="01355A"/>
              </a:solidFill>
              <a:prstDash val="solid"/>
              <a:miter/>
            </a:ln>
          </p:spPr>
          <p:txBody>
            <a:bodyPr rtlCol="1" anchor="ctr"/>
            <a:lstStyle/>
            <a:p>
              <a:endParaRPr lang="ar-SA"/>
            </a:p>
          </p:txBody>
        </p:sp>
        <p:sp>
          <p:nvSpPr>
            <p:cNvPr id="10050" name="شكل حر: شكل 11225">
              <a:extLst>
                <a:ext uri="{FF2B5EF4-FFF2-40B4-BE49-F238E27FC236}">
                  <a16:creationId xmlns:a16="http://schemas.microsoft.com/office/drawing/2014/main" id="{C8DA76AE-31E1-EBB0-34B8-84A9F86E42E9}"/>
                </a:ext>
              </a:extLst>
            </p:cNvPr>
            <p:cNvSpPr/>
            <p:nvPr/>
          </p:nvSpPr>
          <p:spPr>
            <a:xfrm>
              <a:off x="1457303" y="5627457"/>
              <a:ext cx="46915" cy="46915"/>
            </a:xfrm>
            <a:custGeom>
              <a:avLst/>
              <a:gdLst>
                <a:gd name="connsiteX0" fmla="*/ 46916 w 46915"/>
                <a:gd name="connsiteY0" fmla="*/ 23444 h 46915"/>
                <a:gd name="connsiteX1" fmla="*/ 23444 w 46915"/>
                <a:gd name="connsiteY1" fmla="*/ 46916 h 46915"/>
                <a:gd name="connsiteX2" fmla="*/ 0 w 46915"/>
                <a:gd name="connsiteY2" fmla="*/ 23444 h 46915"/>
                <a:gd name="connsiteX3" fmla="*/ 23472 w 46915"/>
                <a:gd name="connsiteY3" fmla="*/ 0 h 46915"/>
                <a:gd name="connsiteX4" fmla="*/ 46916 w 46915"/>
                <a:gd name="connsiteY4" fmla="*/ 23444 h 469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915" h="46915">
                  <a:moveTo>
                    <a:pt x="46916" y="23444"/>
                  </a:moveTo>
                  <a:cubicBezTo>
                    <a:pt x="46916" y="36408"/>
                    <a:pt x="36408" y="46916"/>
                    <a:pt x="23444" y="46916"/>
                  </a:cubicBezTo>
                  <a:cubicBezTo>
                    <a:pt x="10479" y="46916"/>
                    <a:pt x="0" y="36408"/>
                    <a:pt x="0" y="23444"/>
                  </a:cubicBezTo>
                  <a:cubicBezTo>
                    <a:pt x="0" y="10479"/>
                    <a:pt x="10507" y="0"/>
                    <a:pt x="23472" y="0"/>
                  </a:cubicBezTo>
                  <a:cubicBezTo>
                    <a:pt x="36437" y="0"/>
                    <a:pt x="46916" y="10508"/>
                    <a:pt x="46916" y="23444"/>
                  </a:cubicBezTo>
                  <a:close/>
                </a:path>
              </a:pathLst>
            </a:custGeom>
            <a:noFill/>
            <a:ln w="8472" cap="flat">
              <a:solidFill>
                <a:srgbClr val="01355A"/>
              </a:solidFill>
              <a:prstDash val="solid"/>
              <a:miter/>
            </a:ln>
          </p:spPr>
          <p:txBody>
            <a:bodyPr rtlCol="1" anchor="ctr"/>
            <a:lstStyle/>
            <a:p>
              <a:endParaRPr lang="ar-SA"/>
            </a:p>
          </p:txBody>
        </p:sp>
        <p:sp>
          <p:nvSpPr>
            <p:cNvPr id="10051" name="شكل حر: شكل 11226">
              <a:extLst>
                <a:ext uri="{FF2B5EF4-FFF2-40B4-BE49-F238E27FC236}">
                  <a16:creationId xmlns:a16="http://schemas.microsoft.com/office/drawing/2014/main" id="{7F9CEC9B-79D5-0CE6-754C-0F891B518664}"/>
                </a:ext>
              </a:extLst>
            </p:cNvPr>
            <p:cNvSpPr/>
            <p:nvPr/>
          </p:nvSpPr>
          <p:spPr>
            <a:xfrm>
              <a:off x="1494516" y="5669854"/>
              <a:ext cx="27581" cy="83663"/>
            </a:xfrm>
            <a:custGeom>
              <a:avLst/>
              <a:gdLst>
                <a:gd name="connsiteX0" fmla="*/ 27582 w 27581"/>
                <a:gd name="connsiteY0" fmla="*/ 83663 h 83663"/>
                <a:gd name="connsiteX1" fmla="*/ 15832 w 27581"/>
                <a:gd name="connsiteY1" fmla="*/ 57451 h 83663"/>
                <a:gd name="connsiteX2" fmla="*/ 14 w 27581"/>
                <a:gd name="connsiteY2" fmla="*/ 15733 h 83663"/>
                <a:gd name="connsiteX3" fmla="*/ 14 w 27581"/>
                <a:gd name="connsiteY3" fmla="*/ 0 h 83663"/>
              </a:gdLst>
              <a:ahLst/>
              <a:cxnLst>
                <a:cxn ang="0">
                  <a:pos x="connsiteX0" y="connsiteY0"/>
                </a:cxn>
                <a:cxn ang="0">
                  <a:pos x="connsiteX1" y="connsiteY1"/>
                </a:cxn>
                <a:cxn ang="0">
                  <a:pos x="connsiteX2" y="connsiteY2"/>
                </a:cxn>
                <a:cxn ang="0">
                  <a:pos x="connsiteX3" y="connsiteY3"/>
                </a:cxn>
              </a:cxnLst>
              <a:rect l="l" t="t" r="r" b="b"/>
              <a:pathLst>
                <a:path w="27581" h="83663">
                  <a:moveTo>
                    <a:pt x="27582" y="83663"/>
                  </a:moveTo>
                  <a:cubicBezTo>
                    <a:pt x="27356" y="70134"/>
                    <a:pt x="20069" y="62564"/>
                    <a:pt x="15832" y="57451"/>
                  </a:cubicBezTo>
                  <a:cubicBezTo>
                    <a:pt x="15832" y="57451"/>
                    <a:pt x="-551" y="43187"/>
                    <a:pt x="14" y="15733"/>
                  </a:cubicBezTo>
                  <a:lnTo>
                    <a:pt x="14" y="0"/>
                  </a:lnTo>
                </a:path>
              </a:pathLst>
            </a:custGeom>
            <a:noFill/>
            <a:ln w="8472" cap="flat">
              <a:solidFill>
                <a:srgbClr val="01355A"/>
              </a:solidFill>
              <a:prstDash val="solid"/>
              <a:miter/>
            </a:ln>
          </p:spPr>
          <p:txBody>
            <a:bodyPr rtlCol="1" anchor="ctr"/>
            <a:lstStyle/>
            <a:p>
              <a:endParaRPr lang="ar-SA"/>
            </a:p>
          </p:txBody>
        </p:sp>
        <p:sp>
          <p:nvSpPr>
            <p:cNvPr id="10052" name="شكل حر: شكل 11227">
              <a:extLst>
                <a:ext uri="{FF2B5EF4-FFF2-40B4-BE49-F238E27FC236}">
                  <a16:creationId xmlns:a16="http://schemas.microsoft.com/office/drawing/2014/main" id="{B3996355-BCB9-4C0E-95BD-A74E2BA8CFAC}"/>
                </a:ext>
              </a:extLst>
            </p:cNvPr>
            <p:cNvSpPr/>
            <p:nvPr/>
          </p:nvSpPr>
          <p:spPr>
            <a:xfrm>
              <a:off x="1439423" y="5669854"/>
              <a:ext cx="27581" cy="83663"/>
            </a:xfrm>
            <a:custGeom>
              <a:avLst/>
              <a:gdLst>
                <a:gd name="connsiteX0" fmla="*/ 0 w 27581"/>
                <a:gd name="connsiteY0" fmla="*/ 83663 h 83663"/>
                <a:gd name="connsiteX1" fmla="*/ 11750 w 27581"/>
                <a:gd name="connsiteY1" fmla="*/ 57451 h 83663"/>
                <a:gd name="connsiteX2" fmla="*/ 27568 w 27581"/>
                <a:gd name="connsiteY2" fmla="*/ 15733 h 83663"/>
                <a:gd name="connsiteX3" fmla="*/ 27568 w 27581"/>
                <a:gd name="connsiteY3" fmla="*/ 0 h 83663"/>
              </a:gdLst>
              <a:ahLst/>
              <a:cxnLst>
                <a:cxn ang="0">
                  <a:pos x="connsiteX0" y="connsiteY0"/>
                </a:cxn>
                <a:cxn ang="0">
                  <a:pos x="connsiteX1" y="connsiteY1"/>
                </a:cxn>
                <a:cxn ang="0">
                  <a:pos x="connsiteX2" y="connsiteY2"/>
                </a:cxn>
                <a:cxn ang="0">
                  <a:pos x="connsiteX3" y="connsiteY3"/>
                </a:cxn>
              </a:cxnLst>
              <a:rect l="l" t="t" r="r" b="b"/>
              <a:pathLst>
                <a:path w="27581" h="83663">
                  <a:moveTo>
                    <a:pt x="0" y="83663"/>
                  </a:moveTo>
                  <a:cubicBezTo>
                    <a:pt x="226" y="70134"/>
                    <a:pt x="7513" y="62564"/>
                    <a:pt x="11750" y="57451"/>
                  </a:cubicBezTo>
                  <a:cubicBezTo>
                    <a:pt x="11750" y="57451"/>
                    <a:pt x="28133" y="43187"/>
                    <a:pt x="27568" y="15733"/>
                  </a:cubicBezTo>
                  <a:lnTo>
                    <a:pt x="27568" y="0"/>
                  </a:lnTo>
                </a:path>
              </a:pathLst>
            </a:custGeom>
            <a:noFill/>
            <a:ln w="8472" cap="flat">
              <a:solidFill>
                <a:srgbClr val="01355A"/>
              </a:solidFill>
              <a:prstDash val="solid"/>
              <a:miter/>
            </a:ln>
          </p:spPr>
          <p:txBody>
            <a:bodyPr rtlCol="1" anchor="ctr"/>
            <a:lstStyle/>
            <a:p>
              <a:endParaRPr lang="ar-SA"/>
            </a:p>
          </p:txBody>
        </p:sp>
        <p:sp>
          <p:nvSpPr>
            <p:cNvPr id="10053" name="شكل حر: شكل 11228">
              <a:extLst>
                <a:ext uri="{FF2B5EF4-FFF2-40B4-BE49-F238E27FC236}">
                  <a16:creationId xmlns:a16="http://schemas.microsoft.com/office/drawing/2014/main" id="{9EB77132-13F2-B182-882C-889190994DC5}"/>
                </a:ext>
              </a:extLst>
            </p:cNvPr>
            <p:cNvSpPr/>
            <p:nvPr/>
          </p:nvSpPr>
          <p:spPr>
            <a:xfrm>
              <a:off x="1558111" y="5753517"/>
              <a:ext cx="100243" cy="18839"/>
            </a:xfrm>
            <a:custGeom>
              <a:avLst/>
              <a:gdLst>
                <a:gd name="connsiteX0" fmla="*/ 100243 w 100243"/>
                <a:gd name="connsiteY0" fmla="*/ 18840 h 18839"/>
                <a:gd name="connsiteX1" fmla="*/ 100243 w 100243"/>
                <a:gd name="connsiteY1" fmla="*/ 6497 h 18839"/>
                <a:gd name="connsiteX2" fmla="*/ 93747 w 100243"/>
                <a:gd name="connsiteY2" fmla="*/ 0 h 18839"/>
                <a:gd name="connsiteX3" fmla="*/ 6496 w 100243"/>
                <a:gd name="connsiteY3" fmla="*/ 0 h 18839"/>
                <a:gd name="connsiteX4" fmla="*/ 0 w 100243"/>
                <a:gd name="connsiteY4" fmla="*/ 6497 h 18839"/>
                <a:gd name="connsiteX5" fmla="*/ 0 w 100243"/>
                <a:gd name="connsiteY5" fmla="*/ 18840 h 18839"/>
                <a:gd name="connsiteX6" fmla="*/ 100243 w 100243"/>
                <a:gd name="connsiteY6" fmla="*/ 18840 h 18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243" h="18839">
                  <a:moveTo>
                    <a:pt x="100243" y="18840"/>
                  </a:moveTo>
                  <a:lnTo>
                    <a:pt x="100243" y="6497"/>
                  </a:lnTo>
                  <a:cubicBezTo>
                    <a:pt x="100243" y="2909"/>
                    <a:pt x="97334" y="0"/>
                    <a:pt x="93747" y="0"/>
                  </a:cubicBezTo>
                  <a:lnTo>
                    <a:pt x="6496" y="0"/>
                  </a:lnTo>
                  <a:cubicBezTo>
                    <a:pt x="2909" y="0"/>
                    <a:pt x="0" y="2909"/>
                    <a:pt x="0" y="6497"/>
                  </a:cubicBezTo>
                  <a:lnTo>
                    <a:pt x="0" y="18840"/>
                  </a:lnTo>
                  <a:cubicBezTo>
                    <a:pt x="0" y="18840"/>
                    <a:pt x="100243" y="18840"/>
                    <a:pt x="100243" y="18840"/>
                  </a:cubicBezTo>
                  <a:close/>
                </a:path>
              </a:pathLst>
            </a:custGeom>
            <a:noFill/>
            <a:ln w="8472" cap="flat">
              <a:solidFill>
                <a:srgbClr val="01355A"/>
              </a:solidFill>
              <a:prstDash val="solid"/>
              <a:miter/>
            </a:ln>
          </p:spPr>
          <p:txBody>
            <a:bodyPr rtlCol="1" anchor="ctr"/>
            <a:lstStyle/>
            <a:p>
              <a:endParaRPr lang="ar-SA"/>
            </a:p>
          </p:txBody>
        </p:sp>
        <p:sp>
          <p:nvSpPr>
            <p:cNvPr id="10054" name="شكل حر: شكل 11229">
              <a:extLst>
                <a:ext uri="{FF2B5EF4-FFF2-40B4-BE49-F238E27FC236}">
                  <a16:creationId xmlns:a16="http://schemas.microsoft.com/office/drawing/2014/main" id="{65B6F3E7-62DE-2A6A-93EB-EAC73472FD46}"/>
                </a:ext>
              </a:extLst>
            </p:cNvPr>
            <p:cNvSpPr/>
            <p:nvPr/>
          </p:nvSpPr>
          <p:spPr>
            <a:xfrm>
              <a:off x="1584775" y="5627457"/>
              <a:ext cx="46915" cy="46915"/>
            </a:xfrm>
            <a:custGeom>
              <a:avLst/>
              <a:gdLst>
                <a:gd name="connsiteX0" fmla="*/ 46916 w 46915"/>
                <a:gd name="connsiteY0" fmla="*/ 23444 h 46915"/>
                <a:gd name="connsiteX1" fmla="*/ 23444 w 46915"/>
                <a:gd name="connsiteY1" fmla="*/ 46916 h 46915"/>
                <a:gd name="connsiteX2" fmla="*/ 0 w 46915"/>
                <a:gd name="connsiteY2" fmla="*/ 23444 h 46915"/>
                <a:gd name="connsiteX3" fmla="*/ 23444 w 46915"/>
                <a:gd name="connsiteY3" fmla="*/ 0 h 46915"/>
                <a:gd name="connsiteX4" fmla="*/ 46916 w 46915"/>
                <a:gd name="connsiteY4" fmla="*/ 23444 h 469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915" h="46915">
                  <a:moveTo>
                    <a:pt x="46916" y="23444"/>
                  </a:moveTo>
                  <a:cubicBezTo>
                    <a:pt x="46916" y="36408"/>
                    <a:pt x="36408" y="46916"/>
                    <a:pt x="23444" y="46916"/>
                  </a:cubicBezTo>
                  <a:cubicBezTo>
                    <a:pt x="10479" y="46916"/>
                    <a:pt x="0" y="36408"/>
                    <a:pt x="0" y="23444"/>
                  </a:cubicBezTo>
                  <a:cubicBezTo>
                    <a:pt x="0" y="10479"/>
                    <a:pt x="10507" y="0"/>
                    <a:pt x="23444" y="0"/>
                  </a:cubicBezTo>
                  <a:cubicBezTo>
                    <a:pt x="36380" y="0"/>
                    <a:pt x="46916" y="10508"/>
                    <a:pt x="46916" y="23444"/>
                  </a:cubicBezTo>
                  <a:close/>
                </a:path>
              </a:pathLst>
            </a:custGeom>
            <a:noFill/>
            <a:ln w="8472" cap="flat">
              <a:solidFill>
                <a:srgbClr val="01355A"/>
              </a:solidFill>
              <a:prstDash val="solid"/>
              <a:miter/>
            </a:ln>
          </p:spPr>
          <p:txBody>
            <a:bodyPr rtlCol="1" anchor="ctr"/>
            <a:lstStyle/>
            <a:p>
              <a:endParaRPr lang="ar-SA"/>
            </a:p>
          </p:txBody>
        </p:sp>
        <p:sp>
          <p:nvSpPr>
            <p:cNvPr id="10055" name="شكل حر: شكل 11230">
              <a:extLst>
                <a:ext uri="{FF2B5EF4-FFF2-40B4-BE49-F238E27FC236}">
                  <a16:creationId xmlns:a16="http://schemas.microsoft.com/office/drawing/2014/main" id="{6637E08B-A318-91DB-4C01-42BBCE40CA3A}"/>
                </a:ext>
              </a:extLst>
            </p:cNvPr>
            <p:cNvSpPr/>
            <p:nvPr/>
          </p:nvSpPr>
          <p:spPr>
            <a:xfrm>
              <a:off x="1621988" y="5669854"/>
              <a:ext cx="27581" cy="83663"/>
            </a:xfrm>
            <a:custGeom>
              <a:avLst/>
              <a:gdLst>
                <a:gd name="connsiteX0" fmla="*/ 27582 w 27581"/>
                <a:gd name="connsiteY0" fmla="*/ 83663 h 83663"/>
                <a:gd name="connsiteX1" fmla="*/ 15832 w 27581"/>
                <a:gd name="connsiteY1" fmla="*/ 57451 h 83663"/>
                <a:gd name="connsiteX2" fmla="*/ 14 w 27581"/>
                <a:gd name="connsiteY2" fmla="*/ 15733 h 83663"/>
                <a:gd name="connsiteX3" fmla="*/ 14 w 27581"/>
                <a:gd name="connsiteY3" fmla="*/ 0 h 83663"/>
              </a:gdLst>
              <a:ahLst/>
              <a:cxnLst>
                <a:cxn ang="0">
                  <a:pos x="connsiteX0" y="connsiteY0"/>
                </a:cxn>
                <a:cxn ang="0">
                  <a:pos x="connsiteX1" y="connsiteY1"/>
                </a:cxn>
                <a:cxn ang="0">
                  <a:pos x="connsiteX2" y="connsiteY2"/>
                </a:cxn>
                <a:cxn ang="0">
                  <a:pos x="connsiteX3" y="connsiteY3"/>
                </a:cxn>
              </a:cxnLst>
              <a:rect l="l" t="t" r="r" b="b"/>
              <a:pathLst>
                <a:path w="27581" h="83663">
                  <a:moveTo>
                    <a:pt x="27582" y="83663"/>
                  </a:moveTo>
                  <a:cubicBezTo>
                    <a:pt x="27356" y="70134"/>
                    <a:pt x="20069" y="62564"/>
                    <a:pt x="15832" y="57451"/>
                  </a:cubicBezTo>
                  <a:cubicBezTo>
                    <a:pt x="15832" y="57451"/>
                    <a:pt x="-551" y="43187"/>
                    <a:pt x="14" y="15733"/>
                  </a:cubicBezTo>
                  <a:lnTo>
                    <a:pt x="14" y="0"/>
                  </a:lnTo>
                </a:path>
              </a:pathLst>
            </a:custGeom>
            <a:noFill/>
            <a:ln w="8472" cap="flat">
              <a:solidFill>
                <a:srgbClr val="01355A"/>
              </a:solidFill>
              <a:prstDash val="solid"/>
              <a:miter/>
            </a:ln>
          </p:spPr>
          <p:txBody>
            <a:bodyPr rtlCol="1" anchor="ctr"/>
            <a:lstStyle/>
            <a:p>
              <a:endParaRPr lang="ar-SA"/>
            </a:p>
          </p:txBody>
        </p:sp>
        <p:sp>
          <p:nvSpPr>
            <p:cNvPr id="10056" name="شكل حر: شكل 11231">
              <a:extLst>
                <a:ext uri="{FF2B5EF4-FFF2-40B4-BE49-F238E27FC236}">
                  <a16:creationId xmlns:a16="http://schemas.microsoft.com/office/drawing/2014/main" id="{4ACB1BD3-AE9A-4347-9EB2-B6E62ACDB36D}"/>
                </a:ext>
              </a:extLst>
            </p:cNvPr>
            <p:cNvSpPr/>
            <p:nvPr/>
          </p:nvSpPr>
          <p:spPr>
            <a:xfrm>
              <a:off x="1566895" y="5669854"/>
              <a:ext cx="27581" cy="83663"/>
            </a:xfrm>
            <a:custGeom>
              <a:avLst/>
              <a:gdLst>
                <a:gd name="connsiteX0" fmla="*/ 0 w 27581"/>
                <a:gd name="connsiteY0" fmla="*/ 83663 h 83663"/>
                <a:gd name="connsiteX1" fmla="*/ 11750 w 27581"/>
                <a:gd name="connsiteY1" fmla="*/ 57451 h 83663"/>
                <a:gd name="connsiteX2" fmla="*/ 27568 w 27581"/>
                <a:gd name="connsiteY2" fmla="*/ 15733 h 83663"/>
                <a:gd name="connsiteX3" fmla="*/ 27568 w 27581"/>
                <a:gd name="connsiteY3" fmla="*/ 0 h 83663"/>
              </a:gdLst>
              <a:ahLst/>
              <a:cxnLst>
                <a:cxn ang="0">
                  <a:pos x="connsiteX0" y="connsiteY0"/>
                </a:cxn>
                <a:cxn ang="0">
                  <a:pos x="connsiteX1" y="connsiteY1"/>
                </a:cxn>
                <a:cxn ang="0">
                  <a:pos x="connsiteX2" y="connsiteY2"/>
                </a:cxn>
                <a:cxn ang="0">
                  <a:pos x="connsiteX3" y="connsiteY3"/>
                </a:cxn>
              </a:cxnLst>
              <a:rect l="l" t="t" r="r" b="b"/>
              <a:pathLst>
                <a:path w="27581" h="83663">
                  <a:moveTo>
                    <a:pt x="0" y="83663"/>
                  </a:moveTo>
                  <a:cubicBezTo>
                    <a:pt x="226" y="70134"/>
                    <a:pt x="7513" y="62564"/>
                    <a:pt x="11750" y="57451"/>
                  </a:cubicBezTo>
                  <a:cubicBezTo>
                    <a:pt x="11750" y="57451"/>
                    <a:pt x="28132" y="43187"/>
                    <a:pt x="27568" y="15733"/>
                  </a:cubicBezTo>
                  <a:lnTo>
                    <a:pt x="27568" y="0"/>
                  </a:lnTo>
                </a:path>
              </a:pathLst>
            </a:custGeom>
            <a:noFill/>
            <a:ln w="8472" cap="flat">
              <a:solidFill>
                <a:srgbClr val="01355A"/>
              </a:solidFill>
              <a:prstDash val="solid"/>
              <a:miter/>
            </a:ln>
          </p:spPr>
          <p:txBody>
            <a:bodyPr rtlCol="1" anchor="ctr"/>
            <a:lstStyle/>
            <a:p>
              <a:endParaRPr lang="ar-SA"/>
            </a:p>
          </p:txBody>
        </p:sp>
        <p:sp>
          <p:nvSpPr>
            <p:cNvPr id="10057" name="شكل حر: شكل 11232">
              <a:extLst>
                <a:ext uri="{FF2B5EF4-FFF2-40B4-BE49-F238E27FC236}">
                  <a16:creationId xmlns:a16="http://schemas.microsoft.com/office/drawing/2014/main" id="{8D1C75DE-8D9D-229C-E483-D0B952D33477}"/>
                </a:ext>
              </a:extLst>
            </p:cNvPr>
            <p:cNvSpPr/>
            <p:nvPr/>
          </p:nvSpPr>
          <p:spPr>
            <a:xfrm>
              <a:off x="1685583" y="5753517"/>
              <a:ext cx="100243" cy="18839"/>
            </a:xfrm>
            <a:custGeom>
              <a:avLst/>
              <a:gdLst>
                <a:gd name="connsiteX0" fmla="*/ 100243 w 100243"/>
                <a:gd name="connsiteY0" fmla="*/ 18840 h 18839"/>
                <a:gd name="connsiteX1" fmla="*/ 100243 w 100243"/>
                <a:gd name="connsiteY1" fmla="*/ 6497 h 18839"/>
                <a:gd name="connsiteX2" fmla="*/ 93747 w 100243"/>
                <a:gd name="connsiteY2" fmla="*/ 0 h 18839"/>
                <a:gd name="connsiteX3" fmla="*/ 6496 w 100243"/>
                <a:gd name="connsiteY3" fmla="*/ 0 h 18839"/>
                <a:gd name="connsiteX4" fmla="*/ 0 w 100243"/>
                <a:gd name="connsiteY4" fmla="*/ 6497 h 18839"/>
                <a:gd name="connsiteX5" fmla="*/ 0 w 100243"/>
                <a:gd name="connsiteY5" fmla="*/ 18840 h 18839"/>
                <a:gd name="connsiteX6" fmla="*/ 100243 w 100243"/>
                <a:gd name="connsiteY6" fmla="*/ 18840 h 18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243" h="18839">
                  <a:moveTo>
                    <a:pt x="100243" y="18840"/>
                  </a:moveTo>
                  <a:lnTo>
                    <a:pt x="100243" y="6497"/>
                  </a:lnTo>
                  <a:cubicBezTo>
                    <a:pt x="100243" y="2909"/>
                    <a:pt x="97334" y="0"/>
                    <a:pt x="93747" y="0"/>
                  </a:cubicBezTo>
                  <a:lnTo>
                    <a:pt x="6496" y="0"/>
                  </a:lnTo>
                  <a:cubicBezTo>
                    <a:pt x="2909" y="0"/>
                    <a:pt x="0" y="2909"/>
                    <a:pt x="0" y="6497"/>
                  </a:cubicBezTo>
                  <a:lnTo>
                    <a:pt x="0" y="18840"/>
                  </a:lnTo>
                  <a:lnTo>
                    <a:pt x="100243" y="18840"/>
                  </a:lnTo>
                </a:path>
              </a:pathLst>
            </a:custGeom>
            <a:noFill/>
            <a:ln w="8472" cap="flat">
              <a:solidFill>
                <a:srgbClr val="01355A"/>
              </a:solidFill>
              <a:prstDash val="solid"/>
              <a:miter/>
            </a:ln>
          </p:spPr>
          <p:txBody>
            <a:bodyPr rtlCol="1" anchor="ctr"/>
            <a:lstStyle/>
            <a:p>
              <a:endParaRPr lang="ar-SA"/>
            </a:p>
          </p:txBody>
        </p:sp>
        <p:sp>
          <p:nvSpPr>
            <p:cNvPr id="10058" name="شكل حر: شكل 11233">
              <a:extLst>
                <a:ext uri="{FF2B5EF4-FFF2-40B4-BE49-F238E27FC236}">
                  <a16:creationId xmlns:a16="http://schemas.microsoft.com/office/drawing/2014/main" id="{91AFED15-9029-E708-C5C9-E0B2780EA072}"/>
                </a:ext>
              </a:extLst>
            </p:cNvPr>
            <p:cNvSpPr/>
            <p:nvPr/>
          </p:nvSpPr>
          <p:spPr>
            <a:xfrm>
              <a:off x="1712246" y="5627457"/>
              <a:ext cx="46915" cy="46915"/>
            </a:xfrm>
            <a:custGeom>
              <a:avLst/>
              <a:gdLst>
                <a:gd name="connsiteX0" fmla="*/ 46916 w 46915"/>
                <a:gd name="connsiteY0" fmla="*/ 23444 h 46915"/>
                <a:gd name="connsiteX1" fmla="*/ 23444 w 46915"/>
                <a:gd name="connsiteY1" fmla="*/ 46916 h 46915"/>
                <a:gd name="connsiteX2" fmla="*/ 0 w 46915"/>
                <a:gd name="connsiteY2" fmla="*/ 23444 h 46915"/>
                <a:gd name="connsiteX3" fmla="*/ 23444 w 46915"/>
                <a:gd name="connsiteY3" fmla="*/ 0 h 46915"/>
                <a:gd name="connsiteX4" fmla="*/ 46887 w 46915"/>
                <a:gd name="connsiteY4" fmla="*/ 23444 h 469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915" h="46915">
                  <a:moveTo>
                    <a:pt x="46916" y="23444"/>
                  </a:moveTo>
                  <a:cubicBezTo>
                    <a:pt x="46916" y="36408"/>
                    <a:pt x="36408" y="46916"/>
                    <a:pt x="23444" y="46916"/>
                  </a:cubicBezTo>
                  <a:cubicBezTo>
                    <a:pt x="10479" y="46916"/>
                    <a:pt x="0" y="36408"/>
                    <a:pt x="0" y="23444"/>
                  </a:cubicBezTo>
                  <a:cubicBezTo>
                    <a:pt x="0" y="10479"/>
                    <a:pt x="10507" y="0"/>
                    <a:pt x="23444" y="0"/>
                  </a:cubicBezTo>
                  <a:cubicBezTo>
                    <a:pt x="36380" y="0"/>
                    <a:pt x="46887" y="10508"/>
                    <a:pt x="46887" y="23444"/>
                  </a:cubicBezTo>
                  <a:close/>
                </a:path>
              </a:pathLst>
            </a:custGeom>
            <a:noFill/>
            <a:ln w="8472" cap="flat">
              <a:solidFill>
                <a:srgbClr val="01355A"/>
              </a:solidFill>
              <a:prstDash val="solid"/>
              <a:miter/>
            </a:ln>
          </p:spPr>
          <p:txBody>
            <a:bodyPr rtlCol="1" anchor="ctr"/>
            <a:lstStyle/>
            <a:p>
              <a:endParaRPr lang="ar-SA"/>
            </a:p>
          </p:txBody>
        </p:sp>
        <p:sp>
          <p:nvSpPr>
            <p:cNvPr id="10059" name="شكل حر: شكل 11234">
              <a:extLst>
                <a:ext uri="{FF2B5EF4-FFF2-40B4-BE49-F238E27FC236}">
                  <a16:creationId xmlns:a16="http://schemas.microsoft.com/office/drawing/2014/main" id="{BB59A34A-C49B-48EE-E5FA-6E7854D56EE5}"/>
                </a:ext>
              </a:extLst>
            </p:cNvPr>
            <p:cNvSpPr/>
            <p:nvPr/>
          </p:nvSpPr>
          <p:spPr>
            <a:xfrm>
              <a:off x="1749460" y="5669854"/>
              <a:ext cx="27581" cy="83663"/>
            </a:xfrm>
            <a:custGeom>
              <a:avLst/>
              <a:gdLst>
                <a:gd name="connsiteX0" fmla="*/ 27582 w 27581"/>
                <a:gd name="connsiteY0" fmla="*/ 83663 h 83663"/>
                <a:gd name="connsiteX1" fmla="*/ 15832 w 27581"/>
                <a:gd name="connsiteY1" fmla="*/ 57451 h 83663"/>
                <a:gd name="connsiteX2" fmla="*/ 14 w 27581"/>
                <a:gd name="connsiteY2" fmla="*/ 15733 h 83663"/>
                <a:gd name="connsiteX3" fmla="*/ 14 w 27581"/>
                <a:gd name="connsiteY3" fmla="*/ 0 h 83663"/>
              </a:gdLst>
              <a:ahLst/>
              <a:cxnLst>
                <a:cxn ang="0">
                  <a:pos x="connsiteX0" y="connsiteY0"/>
                </a:cxn>
                <a:cxn ang="0">
                  <a:pos x="connsiteX1" y="connsiteY1"/>
                </a:cxn>
                <a:cxn ang="0">
                  <a:pos x="connsiteX2" y="connsiteY2"/>
                </a:cxn>
                <a:cxn ang="0">
                  <a:pos x="connsiteX3" y="connsiteY3"/>
                </a:cxn>
              </a:cxnLst>
              <a:rect l="l" t="t" r="r" b="b"/>
              <a:pathLst>
                <a:path w="27581" h="83663">
                  <a:moveTo>
                    <a:pt x="27582" y="83663"/>
                  </a:moveTo>
                  <a:cubicBezTo>
                    <a:pt x="27356" y="70134"/>
                    <a:pt x="20069" y="62564"/>
                    <a:pt x="15832" y="57451"/>
                  </a:cubicBezTo>
                  <a:cubicBezTo>
                    <a:pt x="15832" y="57451"/>
                    <a:pt x="-551" y="43187"/>
                    <a:pt x="14" y="15733"/>
                  </a:cubicBezTo>
                  <a:lnTo>
                    <a:pt x="14" y="0"/>
                  </a:lnTo>
                </a:path>
              </a:pathLst>
            </a:custGeom>
            <a:noFill/>
            <a:ln w="8472" cap="flat">
              <a:solidFill>
                <a:srgbClr val="01355A"/>
              </a:solidFill>
              <a:prstDash val="solid"/>
              <a:miter/>
            </a:ln>
          </p:spPr>
          <p:txBody>
            <a:bodyPr rtlCol="1" anchor="ctr"/>
            <a:lstStyle/>
            <a:p>
              <a:endParaRPr lang="ar-SA"/>
            </a:p>
          </p:txBody>
        </p:sp>
        <p:sp>
          <p:nvSpPr>
            <p:cNvPr id="10060" name="شكل حر: شكل 11235">
              <a:extLst>
                <a:ext uri="{FF2B5EF4-FFF2-40B4-BE49-F238E27FC236}">
                  <a16:creationId xmlns:a16="http://schemas.microsoft.com/office/drawing/2014/main" id="{A30F8E88-0CBD-66EE-1EB6-0F8E6FF8D615}"/>
                </a:ext>
              </a:extLst>
            </p:cNvPr>
            <p:cNvSpPr/>
            <p:nvPr/>
          </p:nvSpPr>
          <p:spPr>
            <a:xfrm>
              <a:off x="1694367" y="5669854"/>
              <a:ext cx="27581" cy="83663"/>
            </a:xfrm>
            <a:custGeom>
              <a:avLst/>
              <a:gdLst>
                <a:gd name="connsiteX0" fmla="*/ 0 w 27581"/>
                <a:gd name="connsiteY0" fmla="*/ 83663 h 83663"/>
                <a:gd name="connsiteX1" fmla="*/ 11750 w 27581"/>
                <a:gd name="connsiteY1" fmla="*/ 57451 h 83663"/>
                <a:gd name="connsiteX2" fmla="*/ 27568 w 27581"/>
                <a:gd name="connsiteY2" fmla="*/ 15733 h 83663"/>
                <a:gd name="connsiteX3" fmla="*/ 27568 w 27581"/>
                <a:gd name="connsiteY3" fmla="*/ 0 h 83663"/>
              </a:gdLst>
              <a:ahLst/>
              <a:cxnLst>
                <a:cxn ang="0">
                  <a:pos x="connsiteX0" y="connsiteY0"/>
                </a:cxn>
                <a:cxn ang="0">
                  <a:pos x="connsiteX1" y="connsiteY1"/>
                </a:cxn>
                <a:cxn ang="0">
                  <a:pos x="connsiteX2" y="connsiteY2"/>
                </a:cxn>
                <a:cxn ang="0">
                  <a:pos x="connsiteX3" y="connsiteY3"/>
                </a:cxn>
              </a:cxnLst>
              <a:rect l="l" t="t" r="r" b="b"/>
              <a:pathLst>
                <a:path w="27581" h="83663">
                  <a:moveTo>
                    <a:pt x="0" y="83663"/>
                  </a:moveTo>
                  <a:cubicBezTo>
                    <a:pt x="226" y="70134"/>
                    <a:pt x="7513" y="62564"/>
                    <a:pt x="11750" y="57451"/>
                  </a:cubicBezTo>
                  <a:cubicBezTo>
                    <a:pt x="11750" y="57451"/>
                    <a:pt x="28132" y="43187"/>
                    <a:pt x="27568" y="15733"/>
                  </a:cubicBezTo>
                  <a:lnTo>
                    <a:pt x="27568" y="0"/>
                  </a:lnTo>
                </a:path>
              </a:pathLst>
            </a:custGeom>
            <a:noFill/>
            <a:ln w="8472" cap="flat">
              <a:solidFill>
                <a:srgbClr val="01355A"/>
              </a:solidFill>
              <a:prstDash val="solid"/>
              <a:miter/>
            </a:ln>
          </p:spPr>
          <p:txBody>
            <a:bodyPr rtlCol="1" anchor="ctr"/>
            <a:lstStyle/>
            <a:p>
              <a:endParaRPr lang="ar-SA"/>
            </a:p>
          </p:txBody>
        </p:sp>
        <p:sp>
          <p:nvSpPr>
            <p:cNvPr id="10061" name="شكل حر: شكل 11236">
              <a:extLst>
                <a:ext uri="{FF2B5EF4-FFF2-40B4-BE49-F238E27FC236}">
                  <a16:creationId xmlns:a16="http://schemas.microsoft.com/office/drawing/2014/main" id="{A5209944-79CC-C83D-FF5A-C8422D6A3F8C}"/>
                </a:ext>
              </a:extLst>
            </p:cNvPr>
            <p:cNvSpPr/>
            <p:nvPr/>
          </p:nvSpPr>
          <p:spPr>
            <a:xfrm>
              <a:off x="1608190" y="5388501"/>
              <a:ext cx="2824" cy="39939"/>
            </a:xfrm>
            <a:custGeom>
              <a:avLst/>
              <a:gdLst>
                <a:gd name="connsiteX0" fmla="*/ 0 w 2824"/>
                <a:gd name="connsiteY0" fmla="*/ 39939 h 39939"/>
                <a:gd name="connsiteX1" fmla="*/ 0 w 2824"/>
                <a:gd name="connsiteY1" fmla="*/ 0 h 39939"/>
              </a:gdLst>
              <a:ahLst/>
              <a:cxnLst>
                <a:cxn ang="0">
                  <a:pos x="connsiteX0" y="connsiteY0"/>
                </a:cxn>
                <a:cxn ang="0">
                  <a:pos x="connsiteX1" y="connsiteY1"/>
                </a:cxn>
              </a:cxnLst>
              <a:rect l="l" t="t" r="r" b="b"/>
              <a:pathLst>
                <a:path w="2824" h="39939">
                  <a:moveTo>
                    <a:pt x="0" y="39939"/>
                  </a:moveTo>
                  <a:lnTo>
                    <a:pt x="0" y="0"/>
                  </a:lnTo>
                </a:path>
              </a:pathLst>
            </a:custGeom>
            <a:ln w="8472" cap="flat">
              <a:solidFill>
                <a:srgbClr val="17A3A3"/>
              </a:solidFill>
              <a:prstDash val="solid"/>
              <a:miter/>
            </a:ln>
          </p:spPr>
          <p:txBody>
            <a:bodyPr rtlCol="1" anchor="ctr"/>
            <a:lstStyle/>
            <a:p>
              <a:endParaRPr lang="ar-SA"/>
            </a:p>
          </p:txBody>
        </p:sp>
        <p:sp>
          <p:nvSpPr>
            <p:cNvPr id="10062" name="شكل حر: شكل 11237">
              <a:extLst>
                <a:ext uri="{FF2B5EF4-FFF2-40B4-BE49-F238E27FC236}">
                  <a16:creationId xmlns:a16="http://schemas.microsoft.com/office/drawing/2014/main" id="{9B6754CB-DBE4-FC26-BC1B-6FDEDFB9529E}"/>
                </a:ext>
              </a:extLst>
            </p:cNvPr>
            <p:cNvSpPr/>
            <p:nvPr/>
          </p:nvSpPr>
          <p:spPr>
            <a:xfrm>
              <a:off x="1592147" y="5407086"/>
              <a:ext cx="32086" cy="2824"/>
            </a:xfrm>
            <a:custGeom>
              <a:avLst/>
              <a:gdLst>
                <a:gd name="connsiteX0" fmla="*/ 0 w 32086"/>
                <a:gd name="connsiteY0" fmla="*/ 0 h 2824"/>
                <a:gd name="connsiteX1" fmla="*/ 32087 w 32086"/>
                <a:gd name="connsiteY1" fmla="*/ 0 h 2824"/>
              </a:gdLst>
              <a:ahLst/>
              <a:cxnLst>
                <a:cxn ang="0">
                  <a:pos x="connsiteX0" y="connsiteY0"/>
                </a:cxn>
                <a:cxn ang="0">
                  <a:pos x="connsiteX1" y="connsiteY1"/>
                </a:cxn>
              </a:cxnLst>
              <a:rect l="l" t="t" r="r" b="b"/>
              <a:pathLst>
                <a:path w="32086" h="2824">
                  <a:moveTo>
                    <a:pt x="0" y="0"/>
                  </a:moveTo>
                  <a:lnTo>
                    <a:pt x="32087" y="0"/>
                  </a:lnTo>
                </a:path>
              </a:pathLst>
            </a:custGeom>
            <a:ln w="8472" cap="flat">
              <a:solidFill>
                <a:srgbClr val="17A3A3"/>
              </a:solidFill>
              <a:prstDash val="solid"/>
              <a:miter/>
            </a:ln>
          </p:spPr>
          <p:txBody>
            <a:bodyPr rtlCol="1" anchor="ctr"/>
            <a:lstStyle/>
            <a:p>
              <a:endParaRPr lang="ar-SA"/>
            </a:p>
          </p:txBody>
        </p:sp>
        <p:sp>
          <p:nvSpPr>
            <p:cNvPr id="10063" name="شكل حر: شكل 11238">
              <a:extLst>
                <a:ext uri="{FF2B5EF4-FFF2-40B4-BE49-F238E27FC236}">
                  <a16:creationId xmlns:a16="http://schemas.microsoft.com/office/drawing/2014/main" id="{DEC08271-943E-ED8C-8547-2C7D1B85E243}"/>
                </a:ext>
              </a:extLst>
            </p:cNvPr>
            <p:cNvSpPr/>
            <p:nvPr/>
          </p:nvSpPr>
          <p:spPr>
            <a:xfrm>
              <a:off x="1482865" y="5514136"/>
              <a:ext cx="80047" cy="69116"/>
            </a:xfrm>
            <a:custGeom>
              <a:avLst/>
              <a:gdLst>
                <a:gd name="connsiteX0" fmla="*/ 80048 w 80047"/>
                <a:gd name="connsiteY0" fmla="*/ 0 h 69116"/>
                <a:gd name="connsiteX1" fmla="*/ 0 w 80047"/>
                <a:gd name="connsiteY1" fmla="*/ 69117 h 69116"/>
              </a:gdLst>
              <a:ahLst/>
              <a:cxnLst>
                <a:cxn ang="0">
                  <a:pos x="connsiteX0" y="connsiteY0"/>
                </a:cxn>
                <a:cxn ang="0">
                  <a:pos x="connsiteX1" y="connsiteY1"/>
                </a:cxn>
              </a:cxnLst>
              <a:rect l="l" t="t" r="r" b="b"/>
              <a:pathLst>
                <a:path w="80047" h="69116">
                  <a:moveTo>
                    <a:pt x="80048" y="0"/>
                  </a:moveTo>
                  <a:cubicBezTo>
                    <a:pt x="80048" y="0"/>
                    <a:pt x="17484" y="5480"/>
                    <a:pt x="0" y="69117"/>
                  </a:cubicBezTo>
                </a:path>
              </a:pathLst>
            </a:custGeom>
            <a:noFill/>
            <a:ln w="8472" cap="flat">
              <a:solidFill>
                <a:srgbClr val="17A3A3"/>
              </a:solidFill>
              <a:prstDash val="solid"/>
              <a:miter/>
            </a:ln>
          </p:spPr>
          <p:txBody>
            <a:bodyPr rtlCol="1" anchor="ctr"/>
            <a:lstStyle/>
            <a:p>
              <a:endParaRPr lang="ar-SA"/>
            </a:p>
          </p:txBody>
        </p:sp>
        <p:sp>
          <p:nvSpPr>
            <p:cNvPr id="10064" name="شكل حر: شكل 11239">
              <a:extLst>
                <a:ext uri="{FF2B5EF4-FFF2-40B4-BE49-F238E27FC236}">
                  <a16:creationId xmlns:a16="http://schemas.microsoft.com/office/drawing/2014/main" id="{5B0CE521-9DA0-FC60-8686-12EB796956E5}"/>
                </a:ext>
              </a:extLst>
            </p:cNvPr>
            <p:cNvSpPr/>
            <p:nvPr/>
          </p:nvSpPr>
          <p:spPr>
            <a:xfrm>
              <a:off x="1466341" y="5595201"/>
              <a:ext cx="14405" cy="14433"/>
            </a:xfrm>
            <a:custGeom>
              <a:avLst/>
              <a:gdLst>
                <a:gd name="connsiteX0" fmla="*/ 14405 w 14405"/>
                <a:gd name="connsiteY0" fmla="*/ 14434 h 14433"/>
                <a:gd name="connsiteX1" fmla="*/ 0 w 14405"/>
                <a:gd name="connsiteY1" fmla="*/ 0 h 14433"/>
              </a:gdLst>
              <a:ahLst/>
              <a:cxnLst>
                <a:cxn ang="0">
                  <a:pos x="connsiteX0" y="connsiteY0"/>
                </a:cxn>
                <a:cxn ang="0">
                  <a:pos x="connsiteX1" y="connsiteY1"/>
                </a:cxn>
              </a:cxnLst>
              <a:rect l="l" t="t" r="r" b="b"/>
              <a:pathLst>
                <a:path w="14405" h="14433">
                  <a:moveTo>
                    <a:pt x="14405" y="14434"/>
                  </a:moveTo>
                  <a:lnTo>
                    <a:pt x="0" y="0"/>
                  </a:lnTo>
                </a:path>
              </a:pathLst>
            </a:custGeom>
            <a:ln w="8472" cap="flat">
              <a:solidFill>
                <a:srgbClr val="17A3A3"/>
              </a:solidFill>
              <a:prstDash val="solid"/>
              <a:miter/>
            </a:ln>
          </p:spPr>
          <p:txBody>
            <a:bodyPr rtlCol="1" anchor="ctr"/>
            <a:lstStyle/>
            <a:p>
              <a:endParaRPr lang="ar-SA"/>
            </a:p>
          </p:txBody>
        </p:sp>
        <p:sp>
          <p:nvSpPr>
            <p:cNvPr id="10065" name="شكل حر: شكل 11240">
              <a:extLst>
                <a:ext uri="{FF2B5EF4-FFF2-40B4-BE49-F238E27FC236}">
                  <a16:creationId xmlns:a16="http://schemas.microsoft.com/office/drawing/2014/main" id="{836712EC-0746-FACA-C466-77D6A6A0678B}"/>
                </a:ext>
              </a:extLst>
            </p:cNvPr>
            <p:cNvSpPr/>
            <p:nvPr/>
          </p:nvSpPr>
          <p:spPr>
            <a:xfrm>
              <a:off x="1480746" y="5595201"/>
              <a:ext cx="14433" cy="14433"/>
            </a:xfrm>
            <a:custGeom>
              <a:avLst/>
              <a:gdLst>
                <a:gd name="connsiteX0" fmla="*/ 0 w 14433"/>
                <a:gd name="connsiteY0" fmla="*/ 14434 h 14433"/>
                <a:gd name="connsiteX1" fmla="*/ 14433 w 14433"/>
                <a:gd name="connsiteY1" fmla="*/ 0 h 14433"/>
              </a:gdLst>
              <a:ahLst/>
              <a:cxnLst>
                <a:cxn ang="0">
                  <a:pos x="connsiteX0" y="connsiteY0"/>
                </a:cxn>
                <a:cxn ang="0">
                  <a:pos x="connsiteX1" y="connsiteY1"/>
                </a:cxn>
              </a:cxnLst>
              <a:rect l="l" t="t" r="r" b="b"/>
              <a:pathLst>
                <a:path w="14433" h="14433">
                  <a:moveTo>
                    <a:pt x="0" y="14434"/>
                  </a:moveTo>
                  <a:lnTo>
                    <a:pt x="14433" y="0"/>
                  </a:lnTo>
                </a:path>
              </a:pathLst>
            </a:custGeom>
            <a:ln w="8472" cap="flat">
              <a:solidFill>
                <a:srgbClr val="17A3A3"/>
              </a:solidFill>
              <a:prstDash val="solid"/>
              <a:miter/>
            </a:ln>
          </p:spPr>
          <p:txBody>
            <a:bodyPr rtlCol="1" anchor="ctr"/>
            <a:lstStyle/>
            <a:p>
              <a:endParaRPr lang="ar-SA"/>
            </a:p>
          </p:txBody>
        </p:sp>
        <p:sp>
          <p:nvSpPr>
            <p:cNvPr id="10066" name="شكل حر: شكل 11241">
              <a:extLst>
                <a:ext uri="{FF2B5EF4-FFF2-40B4-BE49-F238E27FC236}">
                  <a16:creationId xmlns:a16="http://schemas.microsoft.com/office/drawing/2014/main" id="{FCC3BF8F-EC5E-50A0-FD0B-B0FA68C1EEC1}"/>
                </a:ext>
              </a:extLst>
            </p:cNvPr>
            <p:cNvSpPr/>
            <p:nvPr/>
          </p:nvSpPr>
          <p:spPr>
            <a:xfrm>
              <a:off x="1653468" y="5514136"/>
              <a:ext cx="79991" cy="68890"/>
            </a:xfrm>
            <a:custGeom>
              <a:avLst/>
              <a:gdLst>
                <a:gd name="connsiteX0" fmla="*/ 0 w 79991"/>
                <a:gd name="connsiteY0" fmla="*/ 0 h 68890"/>
                <a:gd name="connsiteX1" fmla="*/ 79991 w 79991"/>
                <a:gd name="connsiteY1" fmla="*/ 68891 h 68890"/>
              </a:gdLst>
              <a:ahLst/>
              <a:cxnLst>
                <a:cxn ang="0">
                  <a:pos x="connsiteX0" y="connsiteY0"/>
                </a:cxn>
                <a:cxn ang="0">
                  <a:pos x="connsiteX1" y="connsiteY1"/>
                </a:cxn>
              </a:cxnLst>
              <a:rect l="l" t="t" r="r" b="b"/>
              <a:pathLst>
                <a:path w="79991" h="68890">
                  <a:moveTo>
                    <a:pt x="0" y="0"/>
                  </a:moveTo>
                  <a:cubicBezTo>
                    <a:pt x="0" y="0"/>
                    <a:pt x="62422" y="5452"/>
                    <a:pt x="79991" y="68891"/>
                  </a:cubicBezTo>
                </a:path>
              </a:pathLst>
            </a:custGeom>
            <a:noFill/>
            <a:ln w="8472" cap="flat">
              <a:solidFill>
                <a:srgbClr val="17A3A3"/>
              </a:solidFill>
              <a:prstDash val="solid"/>
              <a:miter/>
            </a:ln>
          </p:spPr>
          <p:txBody>
            <a:bodyPr rtlCol="1" anchor="ctr"/>
            <a:lstStyle/>
            <a:p>
              <a:endParaRPr lang="ar-SA"/>
            </a:p>
          </p:txBody>
        </p:sp>
        <p:sp>
          <p:nvSpPr>
            <p:cNvPr id="10067" name="شكل حر: شكل 11242">
              <a:extLst>
                <a:ext uri="{FF2B5EF4-FFF2-40B4-BE49-F238E27FC236}">
                  <a16:creationId xmlns:a16="http://schemas.microsoft.com/office/drawing/2014/main" id="{74D95F0C-881E-3179-FFC1-84AFAB160350}"/>
                </a:ext>
              </a:extLst>
            </p:cNvPr>
            <p:cNvSpPr/>
            <p:nvPr/>
          </p:nvSpPr>
          <p:spPr>
            <a:xfrm>
              <a:off x="1735605" y="5595201"/>
              <a:ext cx="14433" cy="14433"/>
            </a:xfrm>
            <a:custGeom>
              <a:avLst/>
              <a:gdLst>
                <a:gd name="connsiteX0" fmla="*/ 0 w 14433"/>
                <a:gd name="connsiteY0" fmla="*/ 14434 h 14433"/>
                <a:gd name="connsiteX1" fmla="*/ 14433 w 14433"/>
                <a:gd name="connsiteY1" fmla="*/ 0 h 14433"/>
              </a:gdLst>
              <a:ahLst/>
              <a:cxnLst>
                <a:cxn ang="0">
                  <a:pos x="connsiteX0" y="connsiteY0"/>
                </a:cxn>
                <a:cxn ang="0">
                  <a:pos x="connsiteX1" y="connsiteY1"/>
                </a:cxn>
              </a:cxnLst>
              <a:rect l="l" t="t" r="r" b="b"/>
              <a:pathLst>
                <a:path w="14433" h="14433">
                  <a:moveTo>
                    <a:pt x="0" y="14434"/>
                  </a:moveTo>
                  <a:lnTo>
                    <a:pt x="14433" y="0"/>
                  </a:lnTo>
                </a:path>
              </a:pathLst>
            </a:custGeom>
            <a:ln w="8472" cap="flat">
              <a:solidFill>
                <a:srgbClr val="17A3A3"/>
              </a:solidFill>
              <a:prstDash val="solid"/>
              <a:miter/>
            </a:ln>
          </p:spPr>
          <p:txBody>
            <a:bodyPr rtlCol="1" anchor="ctr"/>
            <a:lstStyle/>
            <a:p>
              <a:endParaRPr lang="ar-SA"/>
            </a:p>
          </p:txBody>
        </p:sp>
        <p:sp>
          <p:nvSpPr>
            <p:cNvPr id="10068" name="شكل حر: شكل 11243">
              <a:extLst>
                <a:ext uri="{FF2B5EF4-FFF2-40B4-BE49-F238E27FC236}">
                  <a16:creationId xmlns:a16="http://schemas.microsoft.com/office/drawing/2014/main" id="{1AE0CB34-A22F-B2A8-A78F-808664AC58B4}"/>
                </a:ext>
              </a:extLst>
            </p:cNvPr>
            <p:cNvSpPr/>
            <p:nvPr/>
          </p:nvSpPr>
          <p:spPr>
            <a:xfrm>
              <a:off x="1721200" y="5595201"/>
              <a:ext cx="14405" cy="14433"/>
            </a:xfrm>
            <a:custGeom>
              <a:avLst/>
              <a:gdLst>
                <a:gd name="connsiteX0" fmla="*/ 14405 w 14405"/>
                <a:gd name="connsiteY0" fmla="*/ 14434 h 14433"/>
                <a:gd name="connsiteX1" fmla="*/ 0 w 14405"/>
                <a:gd name="connsiteY1" fmla="*/ 0 h 14433"/>
              </a:gdLst>
              <a:ahLst/>
              <a:cxnLst>
                <a:cxn ang="0">
                  <a:pos x="connsiteX0" y="connsiteY0"/>
                </a:cxn>
                <a:cxn ang="0">
                  <a:pos x="connsiteX1" y="connsiteY1"/>
                </a:cxn>
              </a:cxnLst>
              <a:rect l="l" t="t" r="r" b="b"/>
              <a:pathLst>
                <a:path w="14405" h="14433">
                  <a:moveTo>
                    <a:pt x="14405" y="14434"/>
                  </a:moveTo>
                  <a:lnTo>
                    <a:pt x="0" y="0"/>
                  </a:lnTo>
                </a:path>
              </a:pathLst>
            </a:custGeom>
            <a:ln w="8472" cap="flat">
              <a:solidFill>
                <a:srgbClr val="17A3A3"/>
              </a:solidFill>
              <a:prstDash val="solid"/>
              <a:miter/>
            </a:ln>
          </p:spPr>
          <p:txBody>
            <a:bodyPr rtlCol="1" anchor="ctr"/>
            <a:lstStyle/>
            <a:p>
              <a:endParaRPr lang="ar-SA"/>
            </a:p>
          </p:txBody>
        </p:sp>
        <p:sp>
          <p:nvSpPr>
            <p:cNvPr id="10069" name="شكل حر: شكل 11244">
              <a:extLst>
                <a:ext uri="{FF2B5EF4-FFF2-40B4-BE49-F238E27FC236}">
                  <a16:creationId xmlns:a16="http://schemas.microsoft.com/office/drawing/2014/main" id="{043CD8A0-3D45-5303-A9DB-52BAA649EA60}"/>
                </a:ext>
              </a:extLst>
            </p:cNvPr>
            <p:cNvSpPr/>
            <p:nvPr/>
          </p:nvSpPr>
          <p:spPr>
            <a:xfrm>
              <a:off x="1562935" y="5428433"/>
              <a:ext cx="90545" cy="191652"/>
            </a:xfrm>
            <a:custGeom>
              <a:avLst/>
              <a:gdLst>
                <a:gd name="connsiteX0" fmla="*/ 89148 w 90545"/>
                <a:gd name="connsiteY0" fmla="*/ 191653 h 191652"/>
                <a:gd name="connsiteX1" fmla="*/ 84601 w 90545"/>
                <a:gd name="connsiteY1" fmla="*/ 169339 h 191652"/>
                <a:gd name="connsiteX2" fmla="*/ 81409 w 90545"/>
                <a:gd name="connsiteY2" fmla="*/ 166034 h 191652"/>
                <a:gd name="connsiteX3" fmla="*/ 62089 w 90545"/>
                <a:gd name="connsiteY3" fmla="*/ 101973 h 191652"/>
                <a:gd name="connsiteX4" fmla="*/ 70083 w 90545"/>
                <a:gd name="connsiteY4" fmla="*/ 93923 h 191652"/>
                <a:gd name="connsiteX5" fmla="*/ 77794 w 90545"/>
                <a:gd name="connsiteY5" fmla="*/ 87201 h 191652"/>
                <a:gd name="connsiteX6" fmla="*/ 77794 w 90545"/>
                <a:gd name="connsiteY6" fmla="*/ 84489 h 191652"/>
                <a:gd name="connsiteX7" fmla="*/ 71071 w 90545"/>
                <a:gd name="connsiteY7" fmla="*/ 77767 h 191652"/>
                <a:gd name="connsiteX8" fmla="*/ 62315 w 90545"/>
                <a:gd name="connsiteY8" fmla="*/ 75790 h 191652"/>
                <a:gd name="connsiteX9" fmla="*/ 63219 w 90545"/>
                <a:gd name="connsiteY9" fmla="*/ 67570 h 191652"/>
                <a:gd name="connsiteX10" fmla="*/ 70845 w 90545"/>
                <a:gd name="connsiteY10" fmla="*/ 44409 h 191652"/>
                <a:gd name="connsiteX11" fmla="*/ 67230 w 90545"/>
                <a:gd name="connsiteY11" fmla="*/ 23846 h 191652"/>
                <a:gd name="connsiteX12" fmla="*/ 50480 w 90545"/>
                <a:gd name="connsiteY12" fmla="*/ 2521 h 191652"/>
                <a:gd name="connsiteX13" fmla="*/ 40142 w 90545"/>
                <a:gd name="connsiteY13" fmla="*/ 2521 h 191652"/>
                <a:gd name="connsiteX14" fmla="*/ 23393 w 90545"/>
                <a:gd name="connsiteY14" fmla="*/ 23846 h 191652"/>
                <a:gd name="connsiteX15" fmla="*/ 19777 w 90545"/>
                <a:gd name="connsiteY15" fmla="*/ 44409 h 191652"/>
                <a:gd name="connsiteX16" fmla="*/ 28307 w 90545"/>
                <a:gd name="connsiteY16" fmla="*/ 75790 h 191652"/>
                <a:gd name="connsiteX17" fmla="*/ 25511 w 90545"/>
                <a:gd name="connsiteY17" fmla="*/ 77767 h 191652"/>
                <a:gd name="connsiteX18" fmla="*/ 20540 w 90545"/>
                <a:gd name="connsiteY18" fmla="*/ 77767 h 191652"/>
                <a:gd name="connsiteX19" fmla="*/ 13818 w 90545"/>
                <a:gd name="connsiteY19" fmla="*/ 84489 h 191652"/>
                <a:gd name="connsiteX20" fmla="*/ 13818 w 90545"/>
                <a:gd name="connsiteY20" fmla="*/ 87201 h 191652"/>
                <a:gd name="connsiteX21" fmla="*/ 20540 w 90545"/>
                <a:gd name="connsiteY21" fmla="*/ 93923 h 191652"/>
                <a:gd name="connsiteX22" fmla="*/ 28816 w 90545"/>
                <a:gd name="connsiteY22" fmla="*/ 103470 h 191652"/>
                <a:gd name="connsiteX23" fmla="*/ 9214 w 90545"/>
                <a:gd name="connsiteY23" fmla="*/ 166006 h 191652"/>
                <a:gd name="connsiteX24" fmla="*/ 1474 w 90545"/>
                <a:gd name="connsiteY24" fmla="*/ 191624 h 191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0545" h="191652">
                  <a:moveTo>
                    <a:pt x="89148" y="191653"/>
                  </a:moveTo>
                  <a:cubicBezTo>
                    <a:pt x="92086" y="183970"/>
                    <a:pt x="90306" y="175270"/>
                    <a:pt x="84601" y="169339"/>
                  </a:cubicBezTo>
                  <a:lnTo>
                    <a:pt x="81409" y="166034"/>
                  </a:lnTo>
                  <a:cubicBezTo>
                    <a:pt x="65394" y="149397"/>
                    <a:pt x="57570" y="125813"/>
                    <a:pt x="62089" y="101973"/>
                  </a:cubicBezTo>
                  <a:cubicBezTo>
                    <a:pt x="62880" y="97850"/>
                    <a:pt x="66100" y="94714"/>
                    <a:pt x="70083" y="93923"/>
                  </a:cubicBezTo>
                  <a:cubicBezTo>
                    <a:pt x="75280" y="93923"/>
                    <a:pt x="77794" y="90732"/>
                    <a:pt x="77794" y="87201"/>
                  </a:cubicBezTo>
                  <a:lnTo>
                    <a:pt x="77794" y="84489"/>
                  </a:lnTo>
                  <a:cubicBezTo>
                    <a:pt x="77794" y="80761"/>
                    <a:pt x="74771" y="77767"/>
                    <a:pt x="71071" y="77767"/>
                  </a:cubicBezTo>
                  <a:cubicBezTo>
                    <a:pt x="65422" y="77767"/>
                    <a:pt x="63078" y="78332"/>
                    <a:pt x="62315" y="75790"/>
                  </a:cubicBezTo>
                  <a:cubicBezTo>
                    <a:pt x="61439" y="72881"/>
                    <a:pt x="62061" y="69519"/>
                    <a:pt x="63219" y="67570"/>
                  </a:cubicBezTo>
                  <a:lnTo>
                    <a:pt x="70845" y="44409"/>
                  </a:lnTo>
                  <a:cubicBezTo>
                    <a:pt x="73161" y="37376"/>
                    <a:pt x="71806" y="29665"/>
                    <a:pt x="67230" y="23846"/>
                  </a:cubicBezTo>
                  <a:lnTo>
                    <a:pt x="50480" y="2521"/>
                  </a:lnTo>
                  <a:cubicBezTo>
                    <a:pt x="47853" y="-840"/>
                    <a:pt x="42769" y="-840"/>
                    <a:pt x="40142" y="2521"/>
                  </a:cubicBezTo>
                  <a:lnTo>
                    <a:pt x="23393" y="23846"/>
                  </a:lnTo>
                  <a:cubicBezTo>
                    <a:pt x="18817" y="29665"/>
                    <a:pt x="17461" y="37376"/>
                    <a:pt x="19777" y="44409"/>
                  </a:cubicBezTo>
                  <a:cubicBezTo>
                    <a:pt x="29127" y="72881"/>
                    <a:pt x="29437" y="71977"/>
                    <a:pt x="28307" y="75790"/>
                  </a:cubicBezTo>
                  <a:cubicBezTo>
                    <a:pt x="27912" y="77089"/>
                    <a:pt x="26782" y="77767"/>
                    <a:pt x="25511" y="77767"/>
                  </a:cubicBezTo>
                  <a:lnTo>
                    <a:pt x="20540" y="77767"/>
                  </a:lnTo>
                  <a:cubicBezTo>
                    <a:pt x="16812" y="77767"/>
                    <a:pt x="13818" y="80789"/>
                    <a:pt x="13818" y="84489"/>
                  </a:cubicBezTo>
                  <a:lnTo>
                    <a:pt x="13818" y="87201"/>
                  </a:lnTo>
                  <a:cubicBezTo>
                    <a:pt x="13818" y="90929"/>
                    <a:pt x="16840" y="93923"/>
                    <a:pt x="20540" y="93923"/>
                  </a:cubicBezTo>
                  <a:cubicBezTo>
                    <a:pt x="24692" y="94743"/>
                    <a:pt x="27799" y="97595"/>
                    <a:pt x="28816" y="103470"/>
                  </a:cubicBezTo>
                  <a:cubicBezTo>
                    <a:pt x="32686" y="126208"/>
                    <a:pt x="25200" y="149397"/>
                    <a:pt x="9214" y="166006"/>
                  </a:cubicBezTo>
                  <a:cubicBezTo>
                    <a:pt x="7067" y="168237"/>
                    <a:pt x="-3921" y="177502"/>
                    <a:pt x="1474" y="191624"/>
                  </a:cubicBezTo>
                </a:path>
              </a:pathLst>
            </a:custGeom>
            <a:noFill/>
            <a:ln w="8472" cap="flat">
              <a:solidFill>
                <a:srgbClr val="17A3A3"/>
              </a:solidFill>
              <a:prstDash val="solid"/>
              <a:miter/>
            </a:ln>
          </p:spPr>
          <p:txBody>
            <a:bodyPr rtlCol="1" anchor="ctr"/>
            <a:lstStyle/>
            <a:p>
              <a:endParaRPr lang="ar-SA"/>
            </a:p>
          </p:txBody>
        </p:sp>
      </p:grpSp>
      <p:grpSp>
        <p:nvGrpSpPr>
          <p:cNvPr id="10070" name="رسم 8014">
            <a:extLst>
              <a:ext uri="{FF2B5EF4-FFF2-40B4-BE49-F238E27FC236}">
                <a16:creationId xmlns:a16="http://schemas.microsoft.com/office/drawing/2014/main" id="{36354B31-4B89-14B3-8440-C1BFCCBC1A34}"/>
              </a:ext>
            </a:extLst>
          </p:cNvPr>
          <p:cNvGrpSpPr/>
          <p:nvPr/>
        </p:nvGrpSpPr>
        <p:grpSpPr>
          <a:xfrm>
            <a:off x="1520436" y="5681444"/>
            <a:ext cx="300909" cy="305713"/>
            <a:chOff x="898805" y="5392822"/>
            <a:chExt cx="359677" cy="387866"/>
          </a:xfrm>
          <a:noFill/>
        </p:grpSpPr>
        <p:sp>
          <p:nvSpPr>
            <p:cNvPr id="10071" name="شكل حر: شكل 11246">
              <a:extLst>
                <a:ext uri="{FF2B5EF4-FFF2-40B4-BE49-F238E27FC236}">
                  <a16:creationId xmlns:a16="http://schemas.microsoft.com/office/drawing/2014/main" id="{7414402E-1866-4485-08EE-6AB652E02EF7}"/>
                </a:ext>
              </a:extLst>
            </p:cNvPr>
            <p:cNvSpPr/>
            <p:nvPr/>
          </p:nvSpPr>
          <p:spPr>
            <a:xfrm>
              <a:off x="1033366" y="5760239"/>
              <a:ext cx="44910" cy="20449"/>
            </a:xfrm>
            <a:custGeom>
              <a:avLst/>
              <a:gdLst>
                <a:gd name="connsiteX0" fmla="*/ 0 w 44910"/>
                <a:gd name="connsiteY0" fmla="*/ 20450 h 20449"/>
                <a:gd name="connsiteX1" fmla="*/ 0 w 44910"/>
                <a:gd name="connsiteY1" fmla="*/ 0 h 20449"/>
                <a:gd name="connsiteX2" fmla="*/ 44910 w 44910"/>
                <a:gd name="connsiteY2" fmla="*/ 0 h 20449"/>
                <a:gd name="connsiteX3" fmla="*/ 44910 w 44910"/>
                <a:gd name="connsiteY3" fmla="*/ 20450 h 20449"/>
              </a:gdLst>
              <a:ahLst/>
              <a:cxnLst>
                <a:cxn ang="0">
                  <a:pos x="connsiteX0" y="connsiteY0"/>
                </a:cxn>
                <a:cxn ang="0">
                  <a:pos x="connsiteX1" y="connsiteY1"/>
                </a:cxn>
                <a:cxn ang="0">
                  <a:pos x="connsiteX2" y="connsiteY2"/>
                </a:cxn>
                <a:cxn ang="0">
                  <a:pos x="connsiteX3" y="connsiteY3"/>
                </a:cxn>
              </a:cxnLst>
              <a:rect l="l" t="t" r="r" b="b"/>
              <a:pathLst>
                <a:path w="44910" h="20449">
                  <a:moveTo>
                    <a:pt x="0" y="20450"/>
                  </a:moveTo>
                  <a:lnTo>
                    <a:pt x="0" y="0"/>
                  </a:lnTo>
                  <a:lnTo>
                    <a:pt x="44910" y="0"/>
                  </a:lnTo>
                  <a:lnTo>
                    <a:pt x="44910" y="20450"/>
                  </a:lnTo>
                </a:path>
              </a:pathLst>
            </a:custGeom>
            <a:noFill/>
            <a:ln w="8472" cap="flat">
              <a:solidFill>
                <a:srgbClr val="01355A"/>
              </a:solidFill>
              <a:prstDash val="solid"/>
              <a:miter/>
            </a:ln>
          </p:spPr>
          <p:txBody>
            <a:bodyPr rtlCol="1" anchor="ctr"/>
            <a:lstStyle/>
            <a:p>
              <a:endParaRPr lang="ar-SA"/>
            </a:p>
          </p:txBody>
        </p:sp>
        <p:sp>
          <p:nvSpPr>
            <p:cNvPr id="10072" name="شكل حر: شكل 11247">
              <a:extLst>
                <a:ext uri="{FF2B5EF4-FFF2-40B4-BE49-F238E27FC236}">
                  <a16:creationId xmlns:a16="http://schemas.microsoft.com/office/drawing/2014/main" id="{1F57E19B-4ED7-1CBB-4DED-625B3CCA02BC}"/>
                </a:ext>
              </a:extLst>
            </p:cNvPr>
            <p:cNvSpPr/>
            <p:nvPr/>
          </p:nvSpPr>
          <p:spPr>
            <a:xfrm>
              <a:off x="1078277" y="5760239"/>
              <a:ext cx="44882" cy="20449"/>
            </a:xfrm>
            <a:custGeom>
              <a:avLst/>
              <a:gdLst>
                <a:gd name="connsiteX0" fmla="*/ 0 w 44882"/>
                <a:gd name="connsiteY0" fmla="*/ 20450 h 20449"/>
                <a:gd name="connsiteX1" fmla="*/ 0 w 44882"/>
                <a:gd name="connsiteY1" fmla="*/ 0 h 20449"/>
                <a:gd name="connsiteX2" fmla="*/ 44882 w 44882"/>
                <a:gd name="connsiteY2" fmla="*/ 0 h 20449"/>
                <a:gd name="connsiteX3" fmla="*/ 44882 w 44882"/>
                <a:gd name="connsiteY3" fmla="*/ 20450 h 20449"/>
              </a:gdLst>
              <a:ahLst/>
              <a:cxnLst>
                <a:cxn ang="0">
                  <a:pos x="connsiteX0" y="connsiteY0"/>
                </a:cxn>
                <a:cxn ang="0">
                  <a:pos x="connsiteX1" y="connsiteY1"/>
                </a:cxn>
                <a:cxn ang="0">
                  <a:pos x="connsiteX2" y="connsiteY2"/>
                </a:cxn>
                <a:cxn ang="0">
                  <a:pos x="connsiteX3" y="connsiteY3"/>
                </a:cxn>
              </a:cxnLst>
              <a:rect l="l" t="t" r="r" b="b"/>
              <a:pathLst>
                <a:path w="44882" h="20449">
                  <a:moveTo>
                    <a:pt x="0" y="20450"/>
                  </a:moveTo>
                  <a:lnTo>
                    <a:pt x="0" y="0"/>
                  </a:lnTo>
                  <a:lnTo>
                    <a:pt x="44882" y="0"/>
                  </a:lnTo>
                  <a:lnTo>
                    <a:pt x="44882" y="20450"/>
                  </a:lnTo>
                </a:path>
              </a:pathLst>
            </a:custGeom>
            <a:noFill/>
            <a:ln w="8472" cap="flat">
              <a:solidFill>
                <a:srgbClr val="01355A"/>
              </a:solidFill>
              <a:prstDash val="solid"/>
              <a:miter/>
            </a:ln>
          </p:spPr>
          <p:txBody>
            <a:bodyPr rtlCol="1" anchor="ctr"/>
            <a:lstStyle/>
            <a:p>
              <a:endParaRPr lang="ar-SA"/>
            </a:p>
          </p:txBody>
        </p:sp>
        <p:sp>
          <p:nvSpPr>
            <p:cNvPr id="10073" name="شكل حر: شكل 11248">
              <a:extLst>
                <a:ext uri="{FF2B5EF4-FFF2-40B4-BE49-F238E27FC236}">
                  <a16:creationId xmlns:a16="http://schemas.microsoft.com/office/drawing/2014/main" id="{AEE21F94-EDC0-9594-6836-89BD2CE2EC60}"/>
                </a:ext>
              </a:extLst>
            </p:cNvPr>
            <p:cNvSpPr/>
            <p:nvPr/>
          </p:nvSpPr>
          <p:spPr>
            <a:xfrm>
              <a:off x="1055822" y="5739790"/>
              <a:ext cx="44910" cy="20449"/>
            </a:xfrm>
            <a:custGeom>
              <a:avLst/>
              <a:gdLst>
                <a:gd name="connsiteX0" fmla="*/ 0 w 44910"/>
                <a:gd name="connsiteY0" fmla="*/ 20450 h 20449"/>
                <a:gd name="connsiteX1" fmla="*/ 0 w 44910"/>
                <a:gd name="connsiteY1" fmla="*/ 0 h 20449"/>
                <a:gd name="connsiteX2" fmla="*/ 44910 w 44910"/>
                <a:gd name="connsiteY2" fmla="*/ 0 h 20449"/>
                <a:gd name="connsiteX3" fmla="*/ 44910 w 44910"/>
                <a:gd name="connsiteY3" fmla="*/ 20450 h 20449"/>
              </a:gdLst>
              <a:ahLst/>
              <a:cxnLst>
                <a:cxn ang="0">
                  <a:pos x="connsiteX0" y="connsiteY0"/>
                </a:cxn>
                <a:cxn ang="0">
                  <a:pos x="connsiteX1" y="connsiteY1"/>
                </a:cxn>
                <a:cxn ang="0">
                  <a:pos x="connsiteX2" y="connsiteY2"/>
                </a:cxn>
                <a:cxn ang="0">
                  <a:pos x="connsiteX3" y="connsiteY3"/>
                </a:cxn>
              </a:cxnLst>
              <a:rect l="l" t="t" r="r" b="b"/>
              <a:pathLst>
                <a:path w="44910" h="20449">
                  <a:moveTo>
                    <a:pt x="0" y="20450"/>
                  </a:moveTo>
                  <a:lnTo>
                    <a:pt x="0" y="0"/>
                  </a:lnTo>
                  <a:lnTo>
                    <a:pt x="44910" y="0"/>
                  </a:lnTo>
                  <a:lnTo>
                    <a:pt x="44910" y="20450"/>
                  </a:lnTo>
                </a:path>
              </a:pathLst>
            </a:custGeom>
            <a:noFill/>
            <a:ln w="8472" cap="flat">
              <a:solidFill>
                <a:srgbClr val="01355A"/>
              </a:solidFill>
              <a:prstDash val="solid"/>
              <a:miter/>
            </a:ln>
          </p:spPr>
          <p:txBody>
            <a:bodyPr rtlCol="1" anchor="ctr"/>
            <a:lstStyle/>
            <a:p>
              <a:endParaRPr lang="ar-SA"/>
            </a:p>
          </p:txBody>
        </p:sp>
        <p:sp>
          <p:nvSpPr>
            <p:cNvPr id="10074" name="شكل حر: شكل 11249">
              <a:extLst>
                <a:ext uri="{FF2B5EF4-FFF2-40B4-BE49-F238E27FC236}">
                  <a16:creationId xmlns:a16="http://schemas.microsoft.com/office/drawing/2014/main" id="{390A62AB-EFC4-C88E-8DB8-61F580F2DE51}"/>
                </a:ext>
              </a:extLst>
            </p:cNvPr>
            <p:cNvSpPr/>
            <p:nvPr/>
          </p:nvSpPr>
          <p:spPr>
            <a:xfrm>
              <a:off x="963544" y="5669176"/>
              <a:ext cx="2824" cy="111513"/>
            </a:xfrm>
            <a:custGeom>
              <a:avLst/>
              <a:gdLst>
                <a:gd name="connsiteX0" fmla="*/ 0 w 2824"/>
                <a:gd name="connsiteY0" fmla="*/ 0 h 111513"/>
                <a:gd name="connsiteX1" fmla="*/ 0 w 2824"/>
                <a:gd name="connsiteY1" fmla="*/ 111513 h 111513"/>
              </a:gdLst>
              <a:ahLst/>
              <a:cxnLst>
                <a:cxn ang="0">
                  <a:pos x="connsiteX0" y="connsiteY0"/>
                </a:cxn>
                <a:cxn ang="0">
                  <a:pos x="connsiteX1" y="connsiteY1"/>
                </a:cxn>
              </a:cxnLst>
              <a:rect l="l" t="t" r="r" b="b"/>
              <a:pathLst>
                <a:path w="2824" h="111513">
                  <a:moveTo>
                    <a:pt x="0" y="0"/>
                  </a:moveTo>
                  <a:lnTo>
                    <a:pt x="0" y="111513"/>
                  </a:lnTo>
                </a:path>
              </a:pathLst>
            </a:custGeom>
            <a:ln w="8472" cap="flat">
              <a:solidFill>
                <a:srgbClr val="01355A"/>
              </a:solidFill>
              <a:prstDash val="solid"/>
              <a:miter/>
            </a:ln>
          </p:spPr>
          <p:txBody>
            <a:bodyPr rtlCol="1" anchor="ctr"/>
            <a:lstStyle/>
            <a:p>
              <a:endParaRPr lang="ar-SA"/>
            </a:p>
          </p:txBody>
        </p:sp>
        <p:sp>
          <p:nvSpPr>
            <p:cNvPr id="10075" name="شكل حر: شكل 11250">
              <a:extLst>
                <a:ext uri="{FF2B5EF4-FFF2-40B4-BE49-F238E27FC236}">
                  <a16:creationId xmlns:a16="http://schemas.microsoft.com/office/drawing/2014/main" id="{57952D64-C048-32B7-270D-870DEA74DA09}"/>
                </a:ext>
              </a:extLst>
            </p:cNvPr>
            <p:cNvSpPr/>
            <p:nvPr/>
          </p:nvSpPr>
          <p:spPr>
            <a:xfrm>
              <a:off x="987439" y="5712194"/>
              <a:ext cx="2824" cy="68495"/>
            </a:xfrm>
            <a:custGeom>
              <a:avLst/>
              <a:gdLst>
                <a:gd name="connsiteX0" fmla="*/ 0 w 2824"/>
                <a:gd name="connsiteY0" fmla="*/ 68495 h 68495"/>
                <a:gd name="connsiteX1" fmla="*/ 0 w 2824"/>
                <a:gd name="connsiteY1" fmla="*/ 0 h 68495"/>
              </a:gdLst>
              <a:ahLst/>
              <a:cxnLst>
                <a:cxn ang="0">
                  <a:pos x="connsiteX0" y="connsiteY0"/>
                </a:cxn>
                <a:cxn ang="0">
                  <a:pos x="connsiteX1" y="connsiteY1"/>
                </a:cxn>
              </a:cxnLst>
              <a:rect l="l" t="t" r="r" b="b"/>
              <a:pathLst>
                <a:path w="2824" h="68495">
                  <a:moveTo>
                    <a:pt x="0" y="68495"/>
                  </a:moveTo>
                  <a:lnTo>
                    <a:pt x="0" y="0"/>
                  </a:lnTo>
                </a:path>
              </a:pathLst>
            </a:custGeom>
            <a:ln w="8472" cap="flat">
              <a:solidFill>
                <a:srgbClr val="01355A"/>
              </a:solidFill>
              <a:prstDash val="solid"/>
              <a:miter/>
            </a:ln>
          </p:spPr>
          <p:txBody>
            <a:bodyPr rtlCol="1" anchor="ctr"/>
            <a:lstStyle/>
            <a:p>
              <a:endParaRPr lang="ar-SA"/>
            </a:p>
          </p:txBody>
        </p:sp>
        <p:sp>
          <p:nvSpPr>
            <p:cNvPr id="10076" name="شكل حر: شكل 11251">
              <a:extLst>
                <a:ext uri="{FF2B5EF4-FFF2-40B4-BE49-F238E27FC236}">
                  <a16:creationId xmlns:a16="http://schemas.microsoft.com/office/drawing/2014/main" id="{12260909-5EF3-5DDD-D992-A031E1B8B3FC}"/>
                </a:ext>
              </a:extLst>
            </p:cNvPr>
            <p:cNvSpPr/>
            <p:nvPr/>
          </p:nvSpPr>
          <p:spPr>
            <a:xfrm>
              <a:off x="1011335" y="5712194"/>
              <a:ext cx="2824" cy="68495"/>
            </a:xfrm>
            <a:custGeom>
              <a:avLst/>
              <a:gdLst>
                <a:gd name="connsiteX0" fmla="*/ 0 w 2824"/>
                <a:gd name="connsiteY0" fmla="*/ 0 h 68495"/>
                <a:gd name="connsiteX1" fmla="*/ 0 w 2824"/>
                <a:gd name="connsiteY1" fmla="*/ 68495 h 68495"/>
              </a:gdLst>
              <a:ahLst/>
              <a:cxnLst>
                <a:cxn ang="0">
                  <a:pos x="connsiteX0" y="connsiteY0"/>
                </a:cxn>
                <a:cxn ang="0">
                  <a:pos x="connsiteX1" y="connsiteY1"/>
                </a:cxn>
              </a:cxnLst>
              <a:rect l="l" t="t" r="r" b="b"/>
              <a:pathLst>
                <a:path w="2824" h="68495">
                  <a:moveTo>
                    <a:pt x="0" y="0"/>
                  </a:moveTo>
                  <a:lnTo>
                    <a:pt x="0" y="68495"/>
                  </a:lnTo>
                </a:path>
              </a:pathLst>
            </a:custGeom>
            <a:ln w="8472" cap="flat">
              <a:solidFill>
                <a:srgbClr val="01355A"/>
              </a:solidFill>
              <a:prstDash val="solid"/>
              <a:miter/>
            </a:ln>
          </p:spPr>
          <p:txBody>
            <a:bodyPr rtlCol="1" anchor="ctr"/>
            <a:lstStyle/>
            <a:p>
              <a:endParaRPr lang="ar-SA"/>
            </a:p>
          </p:txBody>
        </p:sp>
        <p:sp>
          <p:nvSpPr>
            <p:cNvPr id="10077" name="شكل حر: شكل 11252">
              <a:extLst>
                <a:ext uri="{FF2B5EF4-FFF2-40B4-BE49-F238E27FC236}">
                  <a16:creationId xmlns:a16="http://schemas.microsoft.com/office/drawing/2014/main" id="{AE63EA54-E6AD-12B0-8E7D-8A5411117C84}"/>
                </a:ext>
              </a:extLst>
            </p:cNvPr>
            <p:cNvSpPr/>
            <p:nvPr/>
          </p:nvSpPr>
          <p:spPr>
            <a:xfrm>
              <a:off x="1011335" y="5669176"/>
              <a:ext cx="2824" cy="43017"/>
            </a:xfrm>
            <a:custGeom>
              <a:avLst/>
              <a:gdLst>
                <a:gd name="connsiteX0" fmla="*/ 0 w 2824"/>
                <a:gd name="connsiteY0" fmla="*/ 0 h 43017"/>
                <a:gd name="connsiteX1" fmla="*/ 0 w 2824"/>
                <a:gd name="connsiteY1" fmla="*/ 43018 h 43017"/>
              </a:gdLst>
              <a:ahLst/>
              <a:cxnLst>
                <a:cxn ang="0">
                  <a:pos x="connsiteX0" y="connsiteY0"/>
                </a:cxn>
                <a:cxn ang="0">
                  <a:pos x="connsiteX1" y="connsiteY1"/>
                </a:cxn>
              </a:cxnLst>
              <a:rect l="l" t="t" r="r" b="b"/>
              <a:pathLst>
                <a:path w="2824" h="43017">
                  <a:moveTo>
                    <a:pt x="0" y="0"/>
                  </a:moveTo>
                  <a:lnTo>
                    <a:pt x="0" y="43018"/>
                  </a:lnTo>
                </a:path>
              </a:pathLst>
            </a:custGeom>
            <a:ln w="8472" cap="flat">
              <a:solidFill>
                <a:srgbClr val="01355A"/>
              </a:solidFill>
              <a:prstDash val="solid"/>
              <a:miter/>
            </a:ln>
          </p:spPr>
          <p:txBody>
            <a:bodyPr rtlCol="1" anchor="ctr"/>
            <a:lstStyle/>
            <a:p>
              <a:endParaRPr lang="ar-SA"/>
            </a:p>
          </p:txBody>
        </p:sp>
        <p:sp>
          <p:nvSpPr>
            <p:cNvPr id="10078" name="شكل حر: شكل 11253">
              <a:extLst>
                <a:ext uri="{FF2B5EF4-FFF2-40B4-BE49-F238E27FC236}">
                  <a16:creationId xmlns:a16="http://schemas.microsoft.com/office/drawing/2014/main" id="{519F9CC0-5763-6FA8-EB8E-BAC10A0627F3}"/>
                </a:ext>
              </a:extLst>
            </p:cNvPr>
            <p:cNvSpPr/>
            <p:nvPr/>
          </p:nvSpPr>
          <p:spPr>
            <a:xfrm>
              <a:off x="969334" y="5606556"/>
              <a:ext cx="36210" cy="36210"/>
            </a:xfrm>
            <a:custGeom>
              <a:avLst/>
              <a:gdLst>
                <a:gd name="connsiteX0" fmla="*/ 36211 w 36210"/>
                <a:gd name="connsiteY0" fmla="*/ 18105 h 36210"/>
                <a:gd name="connsiteX1" fmla="*/ 18105 w 36210"/>
                <a:gd name="connsiteY1" fmla="*/ 36211 h 36210"/>
                <a:gd name="connsiteX2" fmla="*/ 0 w 36210"/>
                <a:gd name="connsiteY2" fmla="*/ 18105 h 36210"/>
                <a:gd name="connsiteX3" fmla="*/ 18105 w 36210"/>
                <a:gd name="connsiteY3" fmla="*/ 0 h 36210"/>
                <a:gd name="connsiteX4" fmla="*/ 36211 w 36210"/>
                <a:gd name="connsiteY4" fmla="*/ 18105 h 362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10" h="36210">
                  <a:moveTo>
                    <a:pt x="36211" y="18105"/>
                  </a:moveTo>
                  <a:cubicBezTo>
                    <a:pt x="36211" y="28104"/>
                    <a:pt x="28104" y="36211"/>
                    <a:pt x="18105" y="36211"/>
                  </a:cubicBezTo>
                  <a:cubicBezTo>
                    <a:pt x="8106" y="36211"/>
                    <a:pt x="0" y="28104"/>
                    <a:pt x="0" y="18105"/>
                  </a:cubicBezTo>
                  <a:cubicBezTo>
                    <a:pt x="0" y="8107"/>
                    <a:pt x="8106" y="0"/>
                    <a:pt x="18105" y="0"/>
                  </a:cubicBezTo>
                  <a:cubicBezTo>
                    <a:pt x="28104" y="0"/>
                    <a:pt x="36211" y="8107"/>
                    <a:pt x="36211" y="18105"/>
                  </a:cubicBezTo>
                  <a:close/>
                </a:path>
              </a:pathLst>
            </a:custGeom>
            <a:noFill/>
            <a:ln w="8472" cap="flat">
              <a:solidFill>
                <a:srgbClr val="01355A"/>
              </a:solidFill>
              <a:prstDash val="solid"/>
              <a:miter/>
            </a:ln>
          </p:spPr>
          <p:txBody>
            <a:bodyPr rtlCol="1" anchor="ctr"/>
            <a:lstStyle/>
            <a:p>
              <a:endParaRPr lang="ar-SA"/>
            </a:p>
          </p:txBody>
        </p:sp>
        <p:sp>
          <p:nvSpPr>
            <p:cNvPr id="10079" name="شكل حر: شكل 11254">
              <a:extLst>
                <a:ext uri="{FF2B5EF4-FFF2-40B4-BE49-F238E27FC236}">
                  <a16:creationId xmlns:a16="http://schemas.microsoft.com/office/drawing/2014/main" id="{F09D2B2B-FDC2-D35F-1945-28886522E3A4}"/>
                </a:ext>
              </a:extLst>
            </p:cNvPr>
            <p:cNvSpPr/>
            <p:nvPr/>
          </p:nvSpPr>
          <p:spPr>
            <a:xfrm>
              <a:off x="963544" y="5712194"/>
              <a:ext cx="47791" cy="2824"/>
            </a:xfrm>
            <a:custGeom>
              <a:avLst/>
              <a:gdLst>
                <a:gd name="connsiteX0" fmla="*/ 0 w 47791"/>
                <a:gd name="connsiteY0" fmla="*/ 0 h 2824"/>
                <a:gd name="connsiteX1" fmla="*/ 47791 w 47791"/>
                <a:gd name="connsiteY1" fmla="*/ 0 h 2824"/>
              </a:gdLst>
              <a:ahLst/>
              <a:cxnLst>
                <a:cxn ang="0">
                  <a:pos x="connsiteX0" y="connsiteY0"/>
                </a:cxn>
                <a:cxn ang="0">
                  <a:pos x="connsiteX1" y="connsiteY1"/>
                </a:cxn>
              </a:cxnLst>
              <a:rect l="l" t="t" r="r" b="b"/>
              <a:pathLst>
                <a:path w="47791" h="2824">
                  <a:moveTo>
                    <a:pt x="0" y="0"/>
                  </a:moveTo>
                  <a:lnTo>
                    <a:pt x="47791" y="0"/>
                  </a:lnTo>
                </a:path>
              </a:pathLst>
            </a:custGeom>
            <a:ln w="8472" cap="flat">
              <a:solidFill>
                <a:srgbClr val="01355A"/>
              </a:solidFill>
              <a:prstDash val="solid"/>
              <a:miter/>
            </a:ln>
          </p:spPr>
          <p:txBody>
            <a:bodyPr rtlCol="1" anchor="ctr"/>
            <a:lstStyle/>
            <a:p>
              <a:endParaRPr lang="ar-SA"/>
            </a:p>
          </p:txBody>
        </p:sp>
        <p:sp>
          <p:nvSpPr>
            <p:cNvPr id="10080" name="شكل حر: شكل 11255">
              <a:extLst>
                <a:ext uri="{FF2B5EF4-FFF2-40B4-BE49-F238E27FC236}">
                  <a16:creationId xmlns:a16="http://schemas.microsoft.com/office/drawing/2014/main" id="{2CB36146-63C4-DA07-9C2F-4F56E5904795}"/>
                </a:ext>
              </a:extLst>
            </p:cNvPr>
            <p:cNvSpPr/>
            <p:nvPr/>
          </p:nvSpPr>
          <p:spPr>
            <a:xfrm>
              <a:off x="987439" y="5654714"/>
              <a:ext cx="2824" cy="20986"/>
            </a:xfrm>
            <a:custGeom>
              <a:avLst/>
              <a:gdLst>
                <a:gd name="connsiteX0" fmla="*/ 0 w 2824"/>
                <a:gd name="connsiteY0" fmla="*/ 0 h 20986"/>
                <a:gd name="connsiteX1" fmla="*/ 0 w 2824"/>
                <a:gd name="connsiteY1" fmla="*/ 20987 h 20986"/>
              </a:gdLst>
              <a:ahLst/>
              <a:cxnLst>
                <a:cxn ang="0">
                  <a:pos x="connsiteX0" y="connsiteY0"/>
                </a:cxn>
                <a:cxn ang="0">
                  <a:pos x="connsiteX1" y="connsiteY1"/>
                </a:cxn>
              </a:cxnLst>
              <a:rect l="l" t="t" r="r" b="b"/>
              <a:pathLst>
                <a:path w="2824" h="20986">
                  <a:moveTo>
                    <a:pt x="0" y="0"/>
                  </a:moveTo>
                  <a:lnTo>
                    <a:pt x="0" y="20987"/>
                  </a:lnTo>
                </a:path>
              </a:pathLst>
            </a:custGeom>
            <a:ln w="8472" cap="flat">
              <a:solidFill>
                <a:srgbClr val="01355A"/>
              </a:solidFill>
              <a:prstDash val="solid"/>
              <a:miter/>
            </a:ln>
          </p:spPr>
          <p:txBody>
            <a:bodyPr rtlCol="1" anchor="ctr"/>
            <a:lstStyle/>
            <a:p>
              <a:endParaRPr lang="ar-SA"/>
            </a:p>
          </p:txBody>
        </p:sp>
        <p:sp>
          <p:nvSpPr>
            <p:cNvPr id="10081" name="شكل حر: شكل 11256">
              <a:extLst>
                <a:ext uri="{FF2B5EF4-FFF2-40B4-BE49-F238E27FC236}">
                  <a16:creationId xmlns:a16="http://schemas.microsoft.com/office/drawing/2014/main" id="{892018BE-729C-59CB-8D14-05E85E87712E}"/>
                </a:ext>
              </a:extLst>
            </p:cNvPr>
            <p:cNvSpPr/>
            <p:nvPr/>
          </p:nvSpPr>
          <p:spPr>
            <a:xfrm>
              <a:off x="987439" y="5600229"/>
              <a:ext cx="47367" cy="54485"/>
            </a:xfrm>
            <a:custGeom>
              <a:avLst/>
              <a:gdLst>
                <a:gd name="connsiteX0" fmla="*/ 0 w 47367"/>
                <a:gd name="connsiteY0" fmla="*/ 54486 h 54485"/>
                <a:gd name="connsiteX1" fmla="*/ 21212 w 47367"/>
                <a:gd name="connsiteY1" fmla="*/ 54486 h 54485"/>
                <a:gd name="connsiteX2" fmla="*/ 47368 w 47367"/>
                <a:gd name="connsiteY2" fmla="*/ 28330 h 54485"/>
                <a:gd name="connsiteX3" fmla="*/ 47368 w 47367"/>
                <a:gd name="connsiteY3" fmla="*/ 0 h 54485"/>
              </a:gdLst>
              <a:ahLst/>
              <a:cxnLst>
                <a:cxn ang="0">
                  <a:pos x="connsiteX0" y="connsiteY0"/>
                </a:cxn>
                <a:cxn ang="0">
                  <a:pos x="connsiteX1" y="connsiteY1"/>
                </a:cxn>
                <a:cxn ang="0">
                  <a:pos x="connsiteX2" y="connsiteY2"/>
                </a:cxn>
                <a:cxn ang="0">
                  <a:pos x="connsiteX3" y="connsiteY3"/>
                </a:cxn>
              </a:cxnLst>
              <a:rect l="l" t="t" r="r" b="b"/>
              <a:pathLst>
                <a:path w="47367" h="54485">
                  <a:moveTo>
                    <a:pt x="0" y="54486"/>
                  </a:moveTo>
                  <a:lnTo>
                    <a:pt x="21212" y="54486"/>
                  </a:lnTo>
                  <a:lnTo>
                    <a:pt x="47368" y="28330"/>
                  </a:lnTo>
                  <a:lnTo>
                    <a:pt x="47368" y="0"/>
                  </a:lnTo>
                </a:path>
              </a:pathLst>
            </a:custGeom>
            <a:noFill/>
            <a:ln w="8472" cap="flat">
              <a:solidFill>
                <a:srgbClr val="01355A"/>
              </a:solidFill>
              <a:prstDash val="solid"/>
              <a:miter/>
            </a:ln>
          </p:spPr>
          <p:txBody>
            <a:bodyPr rtlCol="1" anchor="ctr"/>
            <a:lstStyle/>
            <a:p>
              <a:endParaRPr lang="ar-SA"/>
            </a:p>
          </p:txBody>
        </p:sp>
        <p:sp>
          <p:nvSpPr>
            <p:cNvPr id="10082" name="شكل حر: شكل 11257">
              <a:extLst>
                <a:ext uri="{FF2B5EF4-FFF2-40B4-BE49-F238E27FC236}">
                  <a16:creationId xmlns:a16="http://schemas.microsoft.com/office/drawing/2014/main" id="{511838E7-6330-A7C3-59FB-96D5EE2731D0}"/>
                </a:ext>
              </a:extLst>
            </p:cNvPr>
            <p:cNvSpPr/>
            <p:nvPr/>
          </p:nvSpPr>
          <p:spPr>
            <a:xfrm>
              <a:off x="940072" y="5600229"/>
              <a:ext cx="47367" cy="54485"/>
            </a:xfrm>
            <a:custGeom>
              <a:avLst/>
              <a:gdLst>
                <a:gd name="connsiteX0" fmla="*/ 47368 w 47367"/>
                <a:gd name="connsiteY0" fmla="*/ 54486 h 54485"/>
                <a:gd name="connsiteX1" fmla="*/ 26155 w 47367"/>
                <a:gd name="connsiteY1" fmla="*/ 54486 h 54485"/>
                <a:gd name="connsiteX2" fmla="*/ 0 w 47367"/>
                <a:gd name="connsiteY2" fmla="*/ 28330 h 54485"/>
                <a:gd name="connsiteX3" fmla="*/ 0 w 47367"/>
                <a:gd name="connsiteY3" fmla="*/ 0 h 54485"/>
              </a:gdLst>
              <a:ahLst/>
              <a:cxnLst>
                <a:cxn ang="0">
                  <a:pos x="connsiteX0" y="connsiteY0"/>
                </a:cxn>
                <a:cxn ang="0">
                  <a:pos x="connsiteX1" y="connsiteY1"/>
                </a:cxn>
                <a:cxn ang="0">
                  <a:pos x="connsiteX2" y="connsiteY2"/>
                </a:cxn>
                <a:cxn ang="0">
                  <a:pos x="connsiteX3" y="connsiteY3"/>
                </a:cxn>
              </a:cxnLst>
              <a:rect l="l" t="t" r="r" b="b"/>
              <a:pathLst>
                <a:path w="47367" h="54485">
                  <a:moveTo>
                    <a:pt x="47368" y="54486"/>
                  </a:moveTo>
                  <a:lnTo>
                    <a:pt x="26155" y="54486"/>
                  </a:lnTo>
                  <a:lnTo>
                    <a:pt x="0" y="28330"/>
                  </a:lnTo>
                  <a:lnTo>
                    <a:pt x="0" y="0"/>
                  </a:lnTo>
                </a:path>
              </a:pathLst>
            </a:custGeom>
            <a:noFill/>
            <a:ln w="8472" cap="flat">
              <a:solidFill>
                <a:srgbClr val="01355A"/>
              </a:solidFill>
              <a:prstDash val="solid"/>
              <a:miter/>
            </a:ln>
          </p:spPr>
          <p:txBody>
            <a:bodyPr rtlCol="1" anchor="ctr"/>
            <a:lstStyle/>
            <a:p>
              <a:endParaRPr lang="ar-SA"/>
            </a:p>
          </p:txBody>
        </p:sp>
        <p:sp>
          <p:nvSpPr>
            <p:cNvPr id="10083" name="شكل حر: شكل 11258">
              <a:extLst>
                <a:ext uri="{FF2B5EF4-FFF2-40B4-BE49-F238E27FC236}">
                  <a16:creationId xmlns:a16="http://schemas.microsoft.com/office/drawing/2014/main" id="{75654FB0-44B1-E324-D164-39929C39E1F6}"/>
                </a:ext>
              </a:extLst>
            </p:cNvPr>
            <p:cNvSpPr/>
            <p:nvPr/>
          </p:nvSpPr>
          <p:spPr>
            <a:xfrm>
              <a:off x="1147930" y="5669176"/>
              <a:ext cx="2824" cy="111513"/>
            </a:xfrm>
            <a:custGeom>
              <a:avLst/>
              <a:gdLst>
                <a:gd name="connsiteX0" fmla="*/ 0 w 2824"/>
                <a:gd name="connsiteY0" fmla="*/ 0 h 111513"/>
                <a:gd name="connsiteX1" fmla="*/ 0 w 2824"/>
                <a:gd name="connsiteY1" fmla="*/ 111513 h 111513"/>
              </a:gdLst>
              <a:ahLst/>
              <a:cxnLst>
                <a:cxn ang="0">
                  <a:pos x="connsiteX0" y="connsiteY0"/>
                </a:cxn>
                <a:cxn ang="0">
                  <a:pos x="connsiteX1" y="connsiteY1"/>
                </a:cxn>
              </a:cxnLst>
              <a:rect l="l" t="t" r="r" b="b"/>
              <a:pathLst>
                <a:path w="2824" h="111513">
                  <a:moveTo>
                    <a:pt x="0" y="0"/>
                  </a:moveTo>
                  <a:lnTo>
                    <a:pt x="0" y="111513"/>
                  </a:lnTo>
                </a:path>
              </a:pathLst>
            </a:custGeom>
            <a:ln w="8472" cap="flat">
              <a:solidFill>
                <a:srgbClr val="01355A"/>
              </a:solidFill>
              <a:prstDash val="solid"/>
              <a:miter/>
            </a:ln>
          </p:spPr>
          <p:txBody>
            <a:bodyPr rtlCol="1" anchor="ctr"/>
            <a:lstStyle/>
            <a:p>
              <a:endParaRPr lang="ar-SA"/>
            </a:p>
          </p:txBody>
        </p:sp>
        <p:sp>
          <p:nvSpPr>
            <p:cNvPr id="10084" name="شكل حر: شكل 11259">
              <a:extLst>
                <a:ext uri="{FF2B5EF4-FFF2-40B4-BE49-F238E27FC236}">
                  <a16:creationId xmlns:a16="http://schemas.microsoft.com/office/drawing/2014/main" id="{31A28E88-9FB7-CA8E-B406-8D1870284D5B}"/>
                </a:ext>
              </a:extLst>
            </p:cNvPr>
            <p:cNvSpPr/>
            <p:nvPr/>
          </p:nvSpPr>
          <p:spPr>
            <a:xfrm>
              <a:off x="1171826" y="5712194"/>
              <a:ext cx="2824" cy="68495"/>
            </a:xfrm>
            <a:custGeom>
              <a:avLst/>
              <a:gdLst>
                <a:gd name="connsiteX0" fmla="*/ 0 w 2824"/>
                <a:gd name="connsiteY0" fmla="*/ 68495 h 68495"/>
                <a:gd name="connsiteX1" fmla="*/ 0 w 2824"/>
                <a:gd name="connsiteY1" fmla="*/ 0 h 68495"/>
              </a:gdLst>
              <a:ahLst/>
              <a:cxnLst>
                <a:cxn ang="0">
                  <a:pos x="connsiteX0" y="connsiteY0"/>
                </a:cxn>
                <a:cxn ang="0">
                  <a:pos x="connsiteX1" y="connsiteY1"/>
                </a:cxn>
              </a:cxnLst>
              <a:rect l="l" t="t" r="r" b="b"/>
              <a:pathLst>
                <a:path w="2824" h="68495">
                  <a:moveTo>
                    <a:pt x="0" y="68495"/>
                  </a:moveTo>
                  <a:lnTo>
                    <a:pt x="0" y="0"/>
                  </a:lnTo>
                </a:path>
              </a:pathLst>
            </a:custGeom>
            <a:ln w="8472" cap="flat">
              <a:solidFill>
                <a:srgbClr val="01355A"/>
              </a:solidFill>
              <a:prstDash val="solid"/>
              <a:miter/>
            </a:ln>
          </p:spPr>
          <p:txBody>
            <a:bodyPr rtlCol="1" anchor="ctr"/>
            <a:lstStyle/>
            <a:p>
              <a:endParaRPr lang="ar-SA"/>
            </a:p>
          </p:txBody>
        </p:sp>
        <p:sp>
          <p:nvSpPr>
            <p:cNvPr id="10085" name="شكل حر: شكل 11260">
              <a:extLst>
                <a:ext uri="{FF2B5EF4-FFF2-40B4-BE49-F238E27FC236}">
                  <a16:creationId xmlns:a16="http://schemas.microsoft.com/office/drawing/2014/main" id="{18FA1777-89CA-DB45-EE19-DA06F03917D9}"/>
                </a:ext>
              </a:extLst>
            </p:cNvPr>
            <p:cNvSpPr/>
            <p:nvPr/>
          </p:nvSpPr>
          <p:spPr>
            <a:xfrm>
              <a:off x="1195721" y="5712194"/>
              <a:ext cx="2824" cy="68495"/>
            </a:xfrm>
            <a:custGeom>
              <a:avLst/>
              <a:gdLst>
                <a:gd name="connsiteX0" fmla="*/ 0 w 2824"/>
                <a:gd name="connsiteY0" fmla="*/ 0 h 68495"/>
                <a:gd name="connsiteX1" fmla="*/ 0 w 2824"/>
                <a:gd name="connsiteY1" fmla="*/ 68495 h 68495"/>
              </a:gdLst>
              <a:ahLst/>
              <a:cxnLst>
                <a:cxn ang="0">
                  <a:pos x="connsiteX0" y="connsiteY0"/>
                </a:cxn>
                <a:cxn ang="0">
                  <a:pos x="connsiteX1" y="connsiteY1"/>
                </a:cxn>
              </a:cxnLst>
              <a:rect l="l" t="t" r="r" b="b"/>
              <a:pathLst>
                <a:path w="2824" h="68495">
                  <a:moveTo>
                    <a:pt x="0" y="0"/>
                  </a:moveTo>
                  <a:lnTo>
                    <a:pt x="0" y="68495"/>
                  </a:lnTo>
                </a:path>
              </a:pathLst>
            </a:custGeom>
            <a:ln w="8472" cap="flat">
              <a:solidFill>
                <a:srgbClr val="01355A"/>
              </a:solidFill>
              <a:prstDash val="solid"/>
              <a:miter/>
            </a:ln>
          </p:spPr>
          <p:txBody>
            <a:bodyPr rtlCol="1" anchor="ctr"/>
            <a:lstStyle/>
            <a:p>
              <a:endParaRPr lang="ar-SA"/>
            </a:p>
          </p:txBody>
        </p:sp>
        <p:sp>
          <p:nvSpPr>
            <p:cNvPr id="10086" name="شكل حر: شكل 11261">
              <a:extLst>
                <a:ext uri="{FF2B5EF4-FFF2-40B4-BE49-F238E27FC236}">
                  <a16:creationId xmlns:a16="http://schemas.microsoft.com/office/drawing/2014/main" id="{0074BD67-0760-46CC-57BA-BF83C918C949}"/>
                </a:ext>
              </a:extLst>
            </p:cNvPr>
            <p:cNvSpPr/>
            <p:nvPr/>
          </p:nvSpPr>
          <p:spPr>
            <a:xfrm>
              <a:off x="1195721" y="5669176"/>
              <a:ext cx="2824" cy="43017"/>
            </a:xfrm>
            <a:custGeom>
              <a:avLst/>
              <a:gdLst>
                <a:gd name="connsiteX0" fmla="*/ 0 w 2824"/>
                <a:gd name="connsiteY0" fmla="*/ 0 h 43017"/>
                <a:gd name="connsiteX1" fmla="*/ 0 w 2824"/>
                <a:gd name="connsiteY1" fmla="*/ 43018 h 43017"/>
              </a:gdLst>
              <a:ahLst/>
              <a:cxnLst>
                <a:cxn ang="0">
                  <a:pos x="connsiteX0" y="connsiteY0"/>
                </a:cxn>
                <a:cxn ang="0">
                  <a:pos x="connsiteX1" y="connsiteY1"/>
                </a:cxn>
              </a:cxnLst>
              <a:rect l="l" t="t" r="r" b="b"/>
              <a:pathLst>
                <a:path w="2824" h="43017">
                  <a:moveTo>
                    <a:pt x="0" y="0"/>
                  </a:moveTo>
                  <a:lnTo>
                    <a:pt x="0" y="43018"/>
                  </a:lnTo>
                </a:path>
              </a:pathLst>
            </a:custGeom>
            <a:ln w="8472" cap="flat">
              <a:solidFill>
                <a:srgbClr val="01355A"/>
              </a:solidFill>
              <a:prstDash val="solid"/>
              <a:miter/>
            </a:ln>
          </p:spPr>
          <p:txBody>
            <a:bodyPr rtlCol="1" anchor="ctr"/>
            <a:lstStyle/>
            <a:p>
              <a:endParaRPr lang="ar-SA"/>
            </a:p>
          </p:txBody>
        </p:sp>
        <p:sp>
          <p:nvSpPr>
            <p:cNvPr id="10087" name="شكل حر: شكل 11262">
              <a:extLst>
                <a:ext uri="{FF2B5EF4-FFF2-40B4-BE49-F238E27FC236}">
                  <a16:creationId xmlns:a16="http://schemas.microsoft.com/office/drawing/2014/main" id="{B0CF40D9-9425-E8F8-2BD6-BDAFD6640740}"/>
                </a:ext>
              </a:extLst>
            </p:cNvPr>
            <p:cNvSpPr/>
            <p:nvPr/>
          </p:nvSpPr>
          <p:spPr>
            <a:xfrm>
              <a:off x="1153720" y="5606556"/>
              <a:ext cx="36210" cy="36210"/>
            </a:xfrm>
            <a:custGeom>
              <a:avLst/>
              <a:gdLst>
                <a:gd name="connsiteX0" fmla="*/ 36211 w 36210"/>
                <a:gd name="connsiteY0" fmla="*/ 18105 h 36210"/>
                <a:gd name="connsiteX1" fmla="*/ 18105 w 36210"/>
                <a:gd name="connsiteY1" fmla="*/ 36211 h 36210"/>
                <a:gd name="connsiteX2" fmla="*/ 0 w 36210"/>
                <a:gd name="connsiteY2" fmla="*/ 18105 h 36210"/>
                <a:gd name="connsiteX3" fmla="*/ 18105 w 36210"/>
                <a:gd name="connsiteY3" fmla="*/ 0 h 36210"/>
                <a:gd name="connsiteX4" fmla="*/ 36211 w 36210"/>
                <a:gd name="connsiteY4" fmla="*/ 18105 h 362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10" h="36210">
                  <a:moveTo>
                    <a:pt x="36211" y="18105"/>
                  </a:moveTo>
                  <a:cubicBezTo>
                    <a:pt x="36211" y="28104"/>
                    <a:pt x="28104" y="36211"/>
                    <a:pt x="18105" y="36211"/>
                  </a:cubicBezTo>
                  <a:cubicBezTo>
                    <a:pt x="8106" y="36211"/>
                    <a:pt x="0" y="28104"/>
                    <a:pt x="0" y="18105"/>
                  </a:cubicBezTo>
                  <a:cubicBezTo>
                    <a:pt x="0" y="8107"/>
                    <a:pt x="8106" y="0"/>
                    <a:pt x="18105" y="0"/>
                  </a:cubicBezTo>
                  <a:cubicBezTo>
                    <a:pt x="28104" y="0"/>
                    <a:pt x="36211" y="8107"/>
                    <a:pt x="36211" y="18105"/>
                  </a:cubicBezTo>
                  <a:close/>
                </a:path>
              </a:pathLst>
            </a:custGeom>
            <a:noFill/>
            <a:ln w="8472" cap="flat">
              <a:solidFill>
                <a:srgbClr val="01355A"/>
              </a:solidFill>
              <a:prstDash val="solid"/>
              <a:miter/>
            </a:ln>
          </p:spPr>
          <p:txBody>
            <a:bodyPr rtlCol="1" anchor="ctr"/>
            <a:lstStyle/>
            <a:p>
              <a:endParaRPr lang="ar-SA"/>
            </a:p>
          </p:txBody>
        </p:sp>
        <p:sp>
          <p:nvSpPr>
            <p:cNvPr id="10088" name="شكل حر: شكل 11263">
              <a:extLst>
                <a:ext uri="{FF2B5EF4-FFF2-40B4-BE49-F238E27FC236}">
                  <a16:creationId xmlns:a16="http://schemas.microsoft.com/office/drawing/2014/main" id="{0199FAEA-B4A4-E9EE-4EA4-82C4DA05616C}"/>
                </a:ext>
              </a:extLst>
            </p:cNvPr>
            <p:cNvSpPr/>
            <p:nvPr/>
          </p:nvSpPr>
          <p:spPr>
            <a:xfrm>
              <a:off x="1147930" y="5712194"/>
              <a:ext cx="47791" cy="2824"/>
            </a:xfrm>
            <a:custGeom>
              <a:avLst/>
              <a:gdLst>
                <a:gd name="connsiteX0" fmla="*/ 0 w 47791"/>
                <a:gd name="connsiteY0" fmla="*/ 0 h 2824"/>
                <a:gd name="connsiteX1" fmla="*/ 47791 w 47791"/>
                <a:gd name="connsiteY1" fmla="*/ 0 h 2824"/>
              </a:gdLst>
              <a:ahLst/>
              <a:cxnLst>
                <a:cxn ang="0">
                  <a:pos x="connsiteX0" y="connsiteY0"/>
                </a:cxn>
                <a:cxn ang="0">
                  <a:pos x="connsiteX1" y="connsiteY1"/>
                </a:cxn>
              </a:cxnLst>
              <a:rect l="l" t="t" r="r" b="b"/>
              <a:pathLst>
                <a:path w="47791" h="2824">
                  <a:moveTo>
                    <a:pt x="0" y="0"/>
                  </a:moveTo>
                  <a:lnTo>
                    <a:pt x="47791" y="0"/>
                  </a:lnTo>
                </a:path>
              </a:pathLst>
            </a:custGeom>
            <a:ln w="8472" cap="flat">
              <a:solidFill>
                <a:srgbClr val="01355A"/>
              </a:solidFill>
              <a:prstDash val="solid"/>
              <a:miter/>
            </a:ln>
          </p:spPr>
          <p:txBody>
            <a:bodyPr rtlCol="1" anchor="ctr"/>
            <a:lstStyle/>
            <a:p>
              <a:endParaRPr lang="ar-SA"/>
            </a:p>
          </p:txBody>
        </p:sp>
        <p:sp>
          <p:nvSpPr>
            <p:cNvPr id="10089" name="شكل حر: شكل 11264">
              <a:extLst>
                <a:ext uri="{FF2B5EF4-FFF2-40B4-BE49-F238E27FC236}">
                  <a16:creationId xmlns:a16="http://schemas.microsoft.com/office/drawing/2014/main" id="{186124CB-3447-A42C-6FFE-15A716BDFF95}"/>
                </a:ext>
              </a:extLst>
            </p:cNvPr>
            <p:cNvSpPr/>
            <p:nvPr/>
          </p:nvSpPr>
          <p:spPr>
            <a:xfrm>
              <a:off x="1171826" y="5654714"/>
              <a:ext cx="2824" cy="20986"/>
            </a:xfrm>
            <a:custGeom>
              <a:avLst/>
              <a:gdLst>
                <a:gd name="connsiteX0" fmla="*/ 0 w 2824"/>
                <a:gd name="connsiteY0" fmla="*/ 0 h 20986"/>
                <a:gd name="connsiteX1" fmla="*/ 0 w 2824"/>
                <a:gd name="connsiteY1" fmla="*/ 20987 h 20986"/>
              </a:gdLst>
              <a:ahLst/>
              <a:cxnLst>
                <a:cxn ang="0">
                  <a:pos x="connsiteX0" y="connsiteY0"/>
                </a:cxn>
                <a:cxn ang="0">
                  <a:pos x="connsiteX1" y="connsiteY1"/>
                </a:cxn>
              </a:cxnLst>
              <a:rect l="l" t="t" r="r" b="b"/>
              <a:pathLst>
                <a:path w="2824" h="20986">
                  <a:moveTo>
                    <a:pt x="0" y="0"/>
                  </a:moveTo>
                  <a:lnTo>
                    <a:pt x="0" y="20987"/>
                  </a:lnTo>
                </a:path>
              </a:pathLst>
            </a:custGeom>
            <a:ln w="8472" cap="flat">
              <a:solidFill>
                <a:srgbClr val="01355A"/>
              </a:solidFill>
              <a:prstDash val="solid"/>
              <a:miter/>
            </a:ln>
          </p:spPr>
          <p:txBody>
            <a:bodyPr rtlCol="1" anchor="ctr"/>
            <a:lstStyle/>
            <a:p>
              <a:endParaRPr lang="ar-SA"/>
            </a:p>
          </p:txBody>
        </p:sp>
        <p:sp>
          <p:nvSpPr>
            <p:cNvPr id="10090" name="شكل حر: شكل 11265">
              <a:extLst>
                <a:ext uri="{FF2B5EF4-FFF2-40B4-BE49-F238E27FC236}">
                  <a16:creationId xmlns:a16="http://schemas.microsoft.com/office/drawing/2014/main" id="{BE51EF30-BDAE-AB3A-7958-F64D52BF9A36}"/>
                </a:ext>
              </a:extLst>
            </p:cNvPr>
            <p:cNvSpPr/>
            <p:nvPr/>
          </p:nvSpPr>
          <p:spPr>
            <a:xfrm>
              <a:off x="1171826" y="5600229"/>
              <a:ext cx="47367" cy="54485"/>
            </a:xfrm>
            <a:custGeom>
              <a:avLst/>
              <a:gdLst>
                <a:gd name="connsiteX0" fmla="*/ 0 w 47367"/>
                <a:gd name="connsiteY0" fmla="*/ 54486 h 54485"/>
                <a:gd name="connsiteX1" fmla="*/ 21212 w 47367"/>
                <a:gd name="connsiteY1" fmla="*/ 54486 h 54485"/>
                <a:gd name="connsiteX2" fmla="*/ 47368 w 47367"/>
                <a:gd name="connsiteY2" fmla="*/ 28330 h 54485"/>
                <a:gd name="connsiteX3" fmla="*/ 47368 w 47367"/>
                <a:gd name="connsiteY3" fmla="*/ 0 h 54485"/>
              </a:gdLst>
              <a:ahLst/>
              <a:cxnLst>
                <a:cxn ang="0">
                  <a:pos x="connsiteX0" y="connsiteY0"/>
                </a:cxn>
                <a:cxn ang="0">
                  <a:pos x="connsiteX1" y="connsiteY1"/>
                </a:cxn>
                <a:cxn ang="0">
                  <a:pos x="connsiteX2" y="connsiteY2"/>
                </a:cxn>
                <a:cxn ang="0">
                  <a:pos x="connsiteX3" y="connsiteY3"/>
                </a:cxn>
              </a:cxnLst>
              <a:rect l="l" t="t" r="r" b="b"/>
              <a:pathLst>
                <a:path w="47367" h="54485">
                  <a:moveTo>
                    <a:pt x="0" y="54486"/>
                  </a:moveTo>
                  <a:lnTo>
                    <a:pt x="21212" y="54486"/>
                  </a:lnTo>
                  <a:lnTo>
                    <a:pt x="47368" y="28330"/>
                  </a:lnTo>
                  <a:lnTo>
                    <a:pt x="47368" y="0"/>
                  </a:lnTo>
                </a:path>
              </a:pathLst>
            </a:custGeom>
            <a:noFill/>
            <a:ln w="8472" cap="flat">
              <a:solidFill>
                <a:srgbClr val="01355A"/>
              </a:solidFill>
              <a:prstDash val="solid"/>
              <a:miter/>
            </a:ln>
          </p:spPr>
          <p:txBody>
            <a:bodyPr rtlCol="1" anchor="ctr"/>
            <a:lstStyle/>
            <a:p>
              <a:endParaRPr lang="ar-SA"/>
            </a:p>
          </p:txBody>
        </p:sp>
        <p:sp>
          <p:nvSpPr>
            <p:cNvPr id="10091" name="شكل حر: شكل 11266">
              <a:extLst>
                <a:ext uri="{FF2B5EF4-FFF2-40B4-BE49-F238E27FC236}">
                  <a16:creationId xmlns:a16="http://schemas.microsoft.com/office/drawing/2014/main" id="{78DD299B-D202-40F5-3A7D-77ADFDF90FE6}"/>
                </a:ext>
              </a:extLst>
            </p:cNvPr>
            <p:cNvSpPr/>
            <p:nvPr/>
          </p:nvSpPr>
          <p:spPr>
            <a:xfrm>
              <a:off x="1124458" y="5600229"/>
              <a:ext cx="47367" cy="54485"/>
            </a:xfrm>
            <a:custGeom>
              <a:avLst/>
              <a:gdLst>
                <a:gd name="connsiteX0" fmla="*/ 47368 w 47367"/>
                <a:gd name="connsiteY0" fmla="*/ 54486 h 54485"/>
                <a:gd name="connsiteX1" fmla="*/ 26184 w 47367"/>
                <a:gd name="connsiteY1" fmla="*/ 54486 h 54485"/>
                <a:gd name="connsiteX2" fmla="*/ 0 w 47367"/>
                <a:gd name="connsiteY2" fmla="*/ 28330 h 54485"/>
                <a:gd name="connsiteX3" fmla="*/ 0 w 47367"/>
                <a:gd name="connsiteY3" fmla="*/ 0 h 54485"/>
              </a:gdLst>
              <a:ahLst/>
              <a:cxnLst>
                <a:cxn ang="0">
                  <a:pos x="connsiteX0" y="connsiteY0"/>
                </a:cxn>
                <a:cxn ang="0">
                  <a:pos x="connsiteX1" y="connsiteY1"/>
                </a:cxn>
                <a:cxn ang="0">
                  <a:pos x="connsiteX2" y="connsiteY2"/>
                </a:cxn>
                <a:cxn ang="0">
                  <a:pos x="connsiteX3" y="connsiteY3"/>
                </a:cxn>
              </a:cxnLst>
              <a:rect l="l" t="t" r="r" b="b"/>
              <a:pathLst>
                <a:path w="47367" h="54485">
                  <a:moveTo>
                    <a:pt x="47368" y="54486"/>
                  </a:moveTo>
                  <a:lnTo>
                    <a:pt x="26184" y="54486"/>
                  </a:lnTo>
                  <a:lnTo>
                    <a:pt x="0" y="28330"/>
                  </a:lnTo>
                  <a:lnTo>
                    <a:pt x="0" y="0"/>
                  </a:lnTo>
                </a:path>
              </a:pathLst>
            </a:custGeom>
            <a:noFill/>
            <a:ln w="8472" cap="flat">
              <a:solidFill>
                <a:srgbClr val="01355A"/>
              </a:solidFill>
              <a:prstDash val="solid"/>
              <a:miter/>
            </a:ln>
          </p:spPr>
          <p:txBody>
            <a:bodyPr rtlCol="1" anchor="ctr"/>
            <a:lstStyle/>
            <a:p>
              <a:endParaRPr lang="ar-SA"/>
            </a:p>
          </p:txBody>
        </p:sp>
        <p:sp>
          <p:nvSpPr>
            <p:cNvPr id="10092" name="شكل حر: شكل 11267">
              <a:extLst>
                <a:ext uri="{FF2B5EF4-FFF2-40B4-BE49-F238E27FC236}">
                  <a16:creationId xmlns:a16="http://schemas.microsoft.com/office/drawing/2014/main" id="{B8625746-80AB-150D-912F-C4A39BFCCC92}"/>
                </a:ext>
              </a:extLst>
            </p:cNvPr>
            <p:cNvSpPr/>
            <p:nvPr/>
          </p:nvSpPr>
          <p:spPr>
            <a:xfrm>
              <a:off x="898805" y="5581163"/>
              <a:ext cx="359677" cy="2824"/>
            </a:xfrm>
            <a:custGeom>
              <a:avLst/>
              <a:gdLst>
                <a:gd name="connsiteX0" fmla="*/ 0 w 359677"/>
                <a:gd name="connsiteY0" fmla="*/ 0 h 2824"/>
                <a:gd name="connsiteX1" fmla="*/ 359678 w 359677"/>
                <a:gd name="connsiteY1" fmla="*/ 0 h 2824"/>
              </a:gdLst>
              <a:ahLst/>
              <a:cxnLst>
                <a:cxn ang="0">
                  <a:pos x="connsiteX0" y="connsiteY0"/>
                </a:cxn>
                <a:cxn ang="0">
                  <a:pos x="connsiteX1" y="connsiteY1"/>
                </a:cxn>
              </a:cxnLst>
              <a:rect l="l" t="t" r="r" b="b"/>
              <a:pathLst>
                <a:path w="359677" h="2824">
                  <a:moveTo>
                    <a:pt x="0" y="0"/>
                  </a:moveTo>
                  <a:lnTo>
                    <a:pt x="359678" y="0"/>
                  </a:lnTo>
                </a:path>
              </a:pathLst>
            </a:custGeom>
            <a:ln w="8472" cap="flat">
              <a:solidFill>
                <a:srgbClr val="01355A"/>
              </a:solidFill>
              <a:prstDash val="solid"/>
              <a:miter/>
            </a:ln>
          </p:spPr>
          <p:txBody>
            <a:bodyPr rtlCol="1" anchor="ctr"/>
            <a:lstStyle/>
            <a:p>
              <a:endParaRPr lang="ar-SA"/>
            </a:p>
          </p:txBody>
        </p:sp>
        <p:grpSp>
          <p:nvGrpSpPr>
            <p:cNvPr id="10093" name="رسم 8014">
              <a:extLst>
                <a:ext uri="{FF2B5EF4-FFF2-40B4-BE49-F238E27FC236}">
                  <a16:creationId xmlns:a16="http://schemas.microsoft.com/office/drawing/2014/main" id="{5F839CE2-E4A6-1938-DB94-07F38BA6D18D}"/>
                </a:ext>
              </a:extLst>
            </p:cNvPr>
            <p:cNvGrpSpPr/>
            <p:nvPr/>
          </p:nvGrpSpPr>
          <p:grpSpPr>
            <a:xfrm>
              <a:off x="919537" y="5412029"/>
              <a:ext cx="98124" cy="167580"/>
              <a:chOff x="919537" y="5412029"/>
              <a:chExt cx="98124" cy="167580"/>
            </a:xfrm>
            <a:noFill/>
          </p:grpSpPr>
          <p:sp>
            <p:nvSpPr>
              <p:cNvPr id="10101" name="شكل حر: شكل 11269">
                <a:extLst>
                  <a:ext uri="{FF2B5EF4-FFF2-40B4-BE49-F238E27FC236}">
                    <a16:creationId xmlns:a16="http://schemas.microsoft.com/office/drawing/2014/main" id="{6826BD37-72A8-6FCC-F05B-CF6FE03BEB18}"/>
                  </a:ext>
                </a:extLst>
              </p:cNvPr>
              <p:cNvSpPr/>
              <p:nvPr/>
            </p:nvSpPr>
            <p:spPr>
              <a:xfrm>
                <a:off x="968571" y="5412029"/>
                <a:ext cx="2824" cy="27454"/>
              </a:xfrm>
              <a:custGeom>
                <a:avLst/>
                <a:gdLst>
                  <a:gd name="connsiteX0" fmla="*/ 0 w 2824"/>
                  <a:gd name="connsiteY0" fmla="*/ 27455 h 27454"/>
                  <a:gd name="connsiteX1" fmla="*/ 0 w 2824"/>
                  <a:gd name="connsiteY1" fmla="*/ 0 h 27454"/>
                </a:gdLst>
                <a:ahLst/>
                <a:cxnLst>
                  <a:cxn ang="0">
                    <a:pos x="connsiteX0" y="connsiteY0"/>
                  </a:cxn>
                  <a:cxn ang="0">
                    <a:pos x="connsiteX1" y="connsiteY1"/>
                  </a:cxn>
                </a:cxnLst>
                <a:rect l="l" t="t" r="r" b="b"/>
                <a:pathLst>
                  <a:path w="2824" h="27454">
                    <a:moveTo>
                      <a:pt x="0" y="27455"/>
                    </a:moveTo>
                    <a:lnTo>
                      <a:pt x="0" y="0"/>
                    </a:lnTo>
                  </a:path>
                </a:pathLst>
              </a:custGeom>
              <a:ln w="8472" cap="flat">
                <a:solidFill>
                  <a:srgbClr val="17A3A3"/>
                </a:solidFill>
                <a:prstDash val="solid"/>
                <a:miter/>
              </a:ln>
            </p:spPr>
            <p:txBody>
              <a:bodyPr rtlCol="1" anchor="ctr"/>
              <a:lstStyle/>
              <a:p>
                <a:endParaRPr lang="ar-SA"/>
              </a:p>
            </p:txBody>
          </p:sp>
          <p:sp>
            <p:nvSpPr>
              <p:cNvPr id="10102" name="شكل حر: شكل 11270">
                <a:extLst>
                  <a:ext uri="{FF2B5EF4-FFF2-40B4-BE49-F238E27FC236}">
                    <a16:creationId xmlns:a16="http://schemas.microsoft.com/office/drawing/2014/main" id="{334E5E1A-8CA7-5036-959E-986A6F0661EF}"/>
                  </a:ext>
                </a:extLst>
              </p:cNvPr>
              <p:cNvSpPr/>
              <p:nvPr/>
            </p:nvSpPr>
            <p:spPr>
              <a:xfrm>
                <a:off x="919537" y="5479395"/>
                <a:ext cx="98124" cy="100214"/>
              </a:xfrm>
              <a:custGeom>
                <a:avLst/>
                <a:gdLst>
                  <a:gd name="connsiteX0" fmla="*/ 98125 w 98124"/>
                  <a:gd name="connsiteY0" fmla="*/ 100215 h 100214"/>
                  <a:gd name="connsiteX1" fmla="*/ 98125 w 98124"/>
                  <a:gd name="connsiteY1" fmla="*/ 49062 h 100214"/>
                  <a:gd name="connsiteX2" fmla="*/ 49062 w 98124"/>
                  <a:gd name="connsiteY2" fmla="*/ 0 h 100214"/>
                  <a:gd name="connsiteX3" fmla="*/ 0 w 98124"/>
                  <a:gd name="connsiteY3" fmla="*/ 49062 h 100214"/>
                  <a:gd name="connsiteX4" fmla="*/ 0 w 98124"/>
                  <a:gd name="connsiteY4" fmla="*/ 100215 h 1002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124" h="100214">
                    <a:moveTo>
                      <a:pt x="98125" y="100215"/>
                    </a:moveTo>
                    <a:lnTo>
                      <a:pt x="98125" y="49062"/>
                    </a:lnTo>
                    <a:cubicBezTo>
                      <a:pt x="98125" y="21975"/>
                      <a:pt x="76150" y="0"/>
                      <a:pt x="49062" y="0"/>
                    </a:cubicBezTo>
                    <a:cubicBezTo>
                      <a:pt x="21975" y="0"/>
                      <a:pt x="0" y="21975"/>
                      <a:pt x="0" y="49062"/>
                    </a:cubicBezTo>
                    <a:lnTo>
                      <a:pt x="0" y="100215"/>
                    </a:lnTo>
                  </a:path>
                </a:pathLst>
              </a:custGeom>
              <a:noFill/>
              <a:ln w="8472" cap="flat">
                <a:solidFill>
                  <a:srgbClr val="17A3A3"/>
                </a:solidFill>
                <a:prstDash val="solid"/>
                <a:miter/>
              </a:ln>
            </p:spPr>
            <p:txBody>
              <a:bodyPr rtlCol="1" anchor="ctr"/>
              <a:lstStyle/>
              <a:p>
                <a:endParaRPr lang="ar-SA"/>
              </a:p>
            </p:txBody>
          </p:sp>
          <p:sp>
            <p:nvSpPr>
              <p:cNvPr id="10103" name="شكل حر: شكل 11271">
                <a:extLst>
                  <a:ext uri="{FF2B5EF4-FFF2-40B4-BE49-F238E27FC236}">
                    <a16:creationId xmlns:a16="http://schemas.microsoft.com/office/drawing/2014/main" id="{F2789907-739E-4DE7-4B26-C2F646466A0C}"/>
                  </a:ext>
                </a:extLst>
              </p:cNvPr>
              <p:cNvSpPr/>
              <p:nvPr/>
            </p:nvSpPr>
            <p:spPr>
              <a:xfrm>
                <a:off x="931824" y="5441179"/>
                <a:ext cx="73494" cy="54768"/>
              </a:xfrm>
              <a:custGeom>
                <a:avLst/>
                <a:gdLst>
                  <a:gd name="connsiteX0" fmla="*/ 73495 w 73494"/>
                  <a:gd name="connsiteY0" fmla="*/ 54768 h 54768"/>
                  <a:gd name="connsiteX1" fmla="*/ 73495 w 73494"/>
                  <a:gd name="connsiteY1" fmla="*/ 36747 h 54768"/>
                  <a:gd name="connsiteX2" fmla="*/ 36747 w 73494"/>
                  <a:gd name="connsiteY2" fmla="*/ 0 h 54768"/>
                  <a:gd name="connsiteX3" fmla="*/ 0 w 73494"/>
                  <a:gd name="connsiteY3" fmla="*/ 36747 h 54768"/>
                  <a:gd name="connsiteX4" fmla="*/ 0 w 73494"/>
                  <a:gd name="connsiteY4" fmla="*/ 54768 h 54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94" h="54768">
                    <a:moveTo>
                      <a:pt x="73495" y="54768"/>
                    </a:moveTo>
                    <a:lnTo>
                      <a:pt x="73495" y="36747"/>
                    </a:lnTo>
                    <a:cubicBezTo>
                      <a:pt x="73495" y="16439"/>
                      <a:pt x="57056" y="0"/>
                      <a:pt x="36747" y="0"/>
                    </a:cubicBezTo>
                    <a:cubicBezTo>
                      <a:pt x="16439" y="0"/>
                      <a:pt x="0" y="16439"/>
                      <a:pt x="0" y="36747"/>
                    </a:cubicBezTo>
                    <a:lnTo>
                      <a:pt x="0" y="54768"/>
                    </a:lnTo>
                  </a:path>
                </a:pathLst>
              </a:custGeom>
              <a:noFill/>
              <a:ln w="8472" cap="flat">
                <a:solidFill>
                  <a:srgbClr val="17A3A3"/>
                </a:solidFill>
                <a:prstDash val="solid"/>
                <a:miter/>
              </a:ln>
            </p:spPr>
            <p:txBody>
              <a:bodyPr rtlCol="1" anchor="ctr"/>
              <a:lstStyle/>
              <a:p>
                <a:endParaRPr lang="ar-SA"/>
              </a:p>
            </p:txBody>
          </p:sp>
        </p:grpSp>
        <p:sp>
          <p:nvSpPr>
            <p:cNvPr id="10094" name="شكل حر: شكل 11272">
              <a:extLst>
                <a:ext uri="{FF2B5EF4-FFF2-40B4-BE49-F238E27FC236}">
                  <a16:creationId xmlns:a16="http://schemas.microsoft.com/office/drawing/2014/main" id="{5999699C-BFD3-1384-7252-9B2714A1F37C}"/>
                </a:ext>
              </a:extLst>
            </p:cNvPr>
            <p:cNvSpPr/>
            <p:nvPr/>
          </p:nvSpPr>
          <p:spPr>
            <a:xfrm>
              <a:off x="1133779" y="5468577"/>
              <a:ext cx="101372" cy="111033"/>
            </a:xfrm>
            <a:custGeom>
              <a:avLst/>
              <a:gdLst>
                <a:gd name="connsiteX0" fmla="*/ 0 w 101372"/>
                <a:gd name="connsiteY0" fmla="*/ 111033 h 111033"/>
                <a:gd name="connsiteX1" fmla="*/ 0 w 101372"/>
                <a:gd name="connsiteY1" fmla="*/ 22823 h 111033"/>
                <a:gd name="connsiteX2" fmla="*/ 22822 w 101372"/>
                <a:gd name="connsiteY2" fmla="*/ 0 h 111033"/>
                <a:gd name="connsiteX3" fmla="*/ 78551 w 101372"/>
                <a:gd name="connsiteY3" fmla="*/ 0 h 111033"/>
                <a:gd name="connsiteX4" fmla="*/ 101373 w 101372"/>
                <a:gd name="connsiteY4" fmla="*/ 22823 h 111033"/>
                <a:gd name="connsiteX5" fmla="*/ 101373 w 101372"/>
                <a:gd name="connsiteY5" fmla="*/ 111033 h 11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1372" h="111033">
                  <a:moveTo>
                    <a:pt x="0" y="111033"/>
                  </a:moveTo>
                  <a:lnTo>
                    <a:pt x="0" y="22823"/>
                  </a:lnTo>
                  <a:cubicBezTo>
                    <a:pt x="0" y="10225"/>
                    <a:pt x="10225" y="0"/>
                    <a:pt x="22822" y="0"/>
                  </a:cubicBezTo>
                  <a:lnTo>
                    <a:pt x="78551" y="0"/>
                  </a:lnTo>
                  <a:cubicBezTo>
                    <a:pt x="91148" y="0"/>
                    <a:pt x="101373" y="10225"/>
                    <a:pt x="101373" y="22823"/>
                  </a:cubicBezTo>
                  <a:lnTo>
                    <a:pt x="101373" y="111033"/>
                  </a:lnTo>
                </a:path>
              </a:pathLst>
            </a:custGeom>
            <a:noFill/>
            <a:ln w="8472" cap="flat">
              <a:solidFill>
                <a:srgbClr val="17A3A3"/>
              </a:solidFill>
              <a:prstDash val="solid"/>
              <a:miter/>
            </a:ln>
          </p:spPr>
          <p:txBody>
            <a:bodyPr rtlCol="1" anchor="ctr"/>
            <a:lstStyle/>
            <a:p>
              <a:endParaRPr lang="ar-SA"/>
            </a:p>
          </p:txBody>
        </p:sp>
        <p:sp>
          <p:nvSpPr>
            <p:cNvPr id="10095" name="شكل حر: شكل 11273">
              <a:extLst>
                <a:ext uri="{FF2B5EF4-FFF2-40B4-BE49-F238E27FC236}">
                  <a16:creationId xmlns:a16="http://schemas.microsoft.com/office/drawing/2014/main" id="{B38017A3-34AD-EBDB-669B-BB2D3D530F1F}"/>
                </a:ext>
              </a:extLst>
            </p:cNvPr>
            <p:cNvSpPr/>
            <p:nvPr/>
          </p:nvSpPr>
          <p:spPr>
            <a:xfrm>
              <a:off x="1159765" y="5425785"/>
              <a:ext cx="49373" cy="42791"/>
            </a:xfrm>
            <a:custGeom>
              <a:avLst/>
              <a:gdLst>
                <a:gd name="connsiteX0" fmla="*/ 0 w 49373"/>
                <a:gd name="connsiteY0" fmla="*/ 42792 h 42791"/>
                <a:gd name="connsiteX1" fmla="*/ 0 w 49373"/>
                <a:gd name="connsiteY1" fmla="*/ 24687 h 42791"/>
                <a:gd name="connsiteX2" fmla="*/ 24687 w 49373"/>
                <a:gd name="connsiteY2" fmla="*/ 0 h 42791"/>
                <a:gd name="connsiteX3" fmla="*/ 24687 w 49373"/>
                <a:gd name="connsiteY3" fmla="*/ 0 h 42791"/>
                <a:gd name="connsiteX4" fmla="*/ 49373 w 49373"/>
                <a:gd name="connsiteY4" fmla="*/ 24687 h 42791"/>
                <a:gd name="connsiteX5" fmla="*/ 49373 w 49373"/>
                <a:gd name="connsiteY5" fmla="*/ 42792 h 427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373" h="42791">
                  <a:moveTo>
                    <a:pt x="0" y="42792"/>
                  </a:moveTo>
                  <a:lnTo>
                    <a:pt x="0" y="24687"/>
                  </a:lnTo>
                  <a:cubicBezTo>
                    <a:pt x="0" y="11044"/>
                    <a:pt x="11044" y="0"/>
                    <a:pt x="24687" y="0"/>
                  </a:cubicBezTo>
                  <a:lnTo>
                    <a:pt x="24687" y="0"/>
                  </a:lnTo>
                  <a:cubicBezTo>
                    <a:pt x="38329" y="0"/>
                    <a:pt x="49373" y="11044"/>
                    <a:pt x="49373" y="24687"/>
                  </a:cubicBezTo>
                  <a:lnTo>
                    <a:pt x="49373" y="42792"/>
                  </a:lnTo>
                </a:path>
              </a:pathLst>
            </a:custGeom>
            <a:noFill/>
            <a:ln w="8472" cap="flat">
              <a:solidFill>
                <a:srgbClr val="17A3A3"/>
              </a:solidFill>
              <a:prstDash val="solid"/>
              <a:miter/>
            </a:ln>
          </p:spPr>
          <p:txBody>
            <a:bodyPr rtlCol="1" anchor="ctr"/>
            <a:lstStyle/>
            <a:p>
              <a:endParaRPr lang="ar-SA"/>
            </a:p>
          </p:txBody>
        </p:sp>
        <p:sp>
          <p:nvSpPr>
            <p:cNvPr id="10096" name="شكل حر: شكل 11274">
              <a:extLst>
                <a:ext uri="{FF2B5EF4-FFF2-40B4-BE49-F238E27FC236}">
                  <a16:creationId xmlns:a16="http://schemas.microsoft.com/office/drawing/2014/main" id="{A84AD566-4A29-6402-3763-2E100F7E30E9}"/>
                </a:ext>
              </a:extLst>
            </p:cNvPr>
            <p:cNvSpPr/>
            <p:nvPr/>
          </p:nvSpPr>
          <p:spPr>
            <a:xfrm>
              <a:off x="1184451" y="5392822"/>
              <a:ext cx="2824" cy="32934"/>
            </a:xfrm>
            <a:custGeom>
              <a:avLst/>
              <a:gdLst>
                <a:gd name="connsiteX0" fmla="*/ 0 w 2824"/>
                <a:gd name="connsiteY0" fmla="*/ 32934 h 32934"/>
                <a:gd name="connsiteX1" fmla="*/ 0 w 2824"/>
                <a:gd name="connsiteY1" fmla="*/ 0 h 32934"/>
              </a:gdLst>
              <a:ahLst/>
              <a:cxnLst>
                <a:cxn ang="0">
                  <a:pos x="connsiteX0" y="connsiteY0"/>
                </a:cxn>
                <a:cxn ang="0">
                  <a:pos x="connsiteX1" y="connsiteY1"/>
                </a:cxn>
              </a:cxnLst>
              <a:rect l="l" t="t" r="r" b="b"/>
              <a:pathLst>
                <a:path w="2824" h="32934">
                  <a:moveTo>
                    <a:pt x="0" y="32934"/>
                  </a:moveTo>
                  <a:lnTo>
                    <a:pt x="0" y="0"/>
                  </a:lnTo>
                </a:path>
              </a:pathLst>
            </a:custGeom>
            <a:ln w="8472" cap="flat">
              <a:solidFill>
                <a:srgbClr val="17A3A3"/>
              </a:solidFill>
              <a:prstDash val="solid"/>
              <a:miter/>
            </a:ln>
          </p:spPr>
          <p:txBody>
            <a:bodyPr rtlCol="1" anchor="ctr"/>
            <a:lstStyle/>
            <a:p>
              <a:endParaRPr lang="ar-SA"/>
            </a:p>
          </p:txBody>
        </p:sp>
        <p:sp>
          <p:nvSpPr>
            <p:cNvPr id="10097" name="شكل حر: شكل 11275">
              <a:extLst>
                <a:ext uri="{FF2B5EF4-FFF2-40B4-BE49-F238E27FC236}">
                  <a16:creationId xmlns:a16="http://schemas.microsoft.com/office/drawing/2014/main" id="{45E85616-702F-A352-AA7B-74BC9D257093}"/>
                </a:ext>
              </a:extLst>
            </p:cNvPr>
            <p:cNvSpPr/>
            <p:nvPr/>
          </p:nvSpPr>
          <p:spPr>
            <a:xfrm>
              <a:off x="1056895" y="5519588"/>
              <a:ext cx="76855" cy="60021"/>
            </a:xfrm>
            <a:custGeom>
              <a:avLst/>
              <a:gdLst>
                <a:gd name="connsiteX0" fmla="*/ 0 w 76855"/>
                <a:gd name="connsiteY0" fmla="*/ 60022 h 60021"/>
                <a:gd name="connsiteX1" fmla="*/ 0 w 76855"/>
                <a:gd name="connsiteY1" fmla="*/ 15365 h 60021"/>
                <a:gd name="connsiteX2" fmla="*/ 15366 w 76855"/>
                <a:gd name="connsiteY2" fmla="*/ 0 h 60021"/>
                <a:gd name="connsiteX3" fmla="*/ 76856 w 76855"/>
                <a:gd name="connsiteY3" fmla="*/ 0 h 60021"/>
              </a:gdLst>
              <a:ahLst/>
              <a:cxnLst>
                <a:cxn ang="0">
                  <a:pos x="connsiteX0" y="connsiteY0"/>
                </a:cxn>
                <a:cxn ang="0">
                  <a:pos x="connsiteX1" y="connsiteY1"/>
                </a:cxn>
                <a:cxn ang="0">
                  <a:pos x="connsiteX2" y="connsiteY2"/>
                </a:cxn>
                <a:cxn ang="0">
                  <a:pos x="connsiteX3" y="connsiteY3"/>
                </a:cxn>
              </a:cxnLst>
              <a:rect l="l" t="t" r="r" b="b"/>
              <a:pathLst>
                <a:path w="76855" h="60021">
                  <a:moveTo>
                    <a:pt x="0" y="60022"/>
                  </a:moveTo>
                  <a:lnTo>
                    <a:pt x="0" y="15365"/>
                  </a:lnTo>
                  <a:cubicBezTo>
                    <a:pt x="0" y="6863"/>
                    <a:pt x="6892" y="0"/>
                    <a:pt x="15366" y="0"/>
                  </a:cubicBezTo>
                  <a:lnTo>
                    <a:pt x="76856" y="0"/>
                  </a:lnTo>
                </a:path>
              </a:pathLst>
            </a:custGeom>
            <a:noFill/>
            <a:ln w="8472" cap="flat">
              <a:solidFill>
                <a:srgbClr val="17A3A3"/>
              </a:solidFill>
              <a:prstDash val="solid"/>
              <a:miter/>
            </a:ln>
          </p:spPr>
          <p:txBody>
            <a:bodyPr rtlCol="1" anchor="ctr"/>
            <a:lstStyle/>
            <a:p>
              <a:endParaRPr lang="ar-SA"/>
            </a:p>
          </p:txBody>
        </p:sp>
        <p:sp>
          <p:nvSpPr>
            <p:cNvPr id="10098" name="شكل حر: شكل 11276">
              <a:extLst>
                <a:ext uri="{FF2B5EF4-FFF2-40B4-BE49-F238E27FC236}">
                  <a16:creationId xmlns:a16="http://schemas.microsoft.com/office/drawing/2014/main" id="{B6F770E5-FDD8-6EDE-A954-55DC9FA1A431}"/>
                </a:ext>
              </a:extLst>
            </p:cNvPr>
            <p:cNvSpPr/>
            <p:nvPr/>
          </p:nvSpPr>
          <p:spPr>
            <a:xfrm>
              <a:off x="1077232" y="5490749"/>
              <a:ext cx="33273" cy="28838"/>
            </a:xfrm>
            <a:custGeom>
              <a:avLst/>
              <a:gdLst>
                <a:gd name="connsiteX0" fmla="*/ 0 w 33273"/>
                <a:gd name="connsiteY0" fmla="*/ 28839 h 28838"/>
                <a:gd name="connsiteX1" fmla="*/ 0 w 33273"/>
                <a:gd name="connsiteY1" fmla="*/ 16637 h 28838"/>
                <a:gd name="connsiteX2" fmla="*/ 16637 w 33273"/>
                <a:gd name="connsiteY2" fmla="*/ 0 h 28838"/>
                <a:gd name="connsiteX3" fmla="*/ 16637 w 33273"/>
                <a:gd name="connsiteY3" fmla="*/ 0 h 28838"/>
                <a:gd name="connsiteX4" fmla="*/ 33273 w 33273"/>
                <a:gd name="connsiteY4" fmla="*/ 16637 h 28838"/>
                <a:gd name="connsiteX5" fmla="*/ 33273 w 33273"/>
                <a:gd name="connsiteY5" fmla="*/ 28839 h 28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273" h="28838">
                  <a:moveTo>
                    <a:pt x="0" y="28839"/>
                  </a:moveTo>
                  <a:lnTo>
                    <a:pt x="0" y="16637"/>
                  </a:lnTo>
                  <a:cubicBezTo>
                    <a:pt x="0" y="7457"/>
                    <a:pt x="7457" y="0"/>
                    <a:pt x="16637" y="0"/>
                  </a:cubicBezTo>
                  <a:lnTo>
                    <a:pt x="16637" y="0"/>
                  </a:lnTo>
                  <a:cubicBezTo>
                    <a:pt x="25816" y="0"/>
                    <a:pt x="33273" y="7457"/>
                    <a:pt x="33273" y="16637"/>
                  </a:cubicBezTo>
                  <a:lnTo>
                    <a:pt x="33273" y="28839"/>
                  </a:lnTo>
                </a:path>
              </a:pathLst>
            </a:custGeom>
            <a:noFill/>
            <a:ln w="8472" cap="flat">
              <a:solidFill>
                <a:srgbClr val="17A3A3"/>
              </a:solidFill>
              <a:prstDash val="solid"/>
              <a:miter/>
            </a:ln>
          </p:spPr>
          <p:txBody>
            <a:bodyPr rtlCol="1" anchor="ctr"/>
            <a:lstStyle/>
            <a:p>
              <a:endParaRPr lang="ar-SA"/>
            </a:p>
          </p:txBody>
        </p:sp>
        <p:sp>
          <p:nvSpPr>
            <p:cNvPr id="10099" name="شكل حر: شكل 11277">
              <a:extLst>
                <a:ext uri="{FF2B5EF4-FFF2-40B4-BE49-F238E27FC236}">
                  <a16:creationId xmlns:a16="http://schemas.microsoft.com/office/drawing/2014/main" id="{467737AE-05D9-893F-9F4E-22B91A032E66}"/>
                </a:ext>
              </a:extLst>
            </p:cNvPr>
            <p:cNvSpPr/>
            <p:nvPr/>
          </p:nvSpPr>
          <p:spPr>
            <a:xfrm>
              <a:off x="1093868" y="5468577"/>
              <a:ext cx="2824" cy="22172"/>
            </a:xfrm>
            <a:custGeom>
              <a:avLst/>
              <a:gdLst>
                <a:gd name="connsiteX0" fmla="*/ 0 w 2824"/>
                <a:gd name="connsiteY0" fmla="*/ 22173 h 22172"/>
                <a:gd name="connsiteX1" fmla="*/ 0 w 2824"/>
                <a:gd name="connsiteY1" fmla="*/ 0 h 22172"/>
              </a:gdLst>
              <a:ahLst/>
              <a:cxnLst>
                <a:cxn ang="0">
                  <a:pos x="connsiteX0" y="connsiteY0"/>
                </a:cxn>
                <a:cxn ang="0">
                  <a:pos x="connsiteX1" y="connsiteY1"/>
                </a:cxn>
              </a:cxnLst>
              <a:rect l="l" t="t" r="r" b="b"/>
              <a:pathLst>
                <a:path w="2824" h="22172">
                  <a:moveTo>
                    <a:pt x="0" y="22173"/>
                  </a:moveTo>
                  <a:lnTo>
                    <a:pt x="0" y="0"/>
                  </a:lnTo>
                </a:path>
              </a:pathLst>
            </a:custGeom>
            <a:ln w="8472" cap="flat">
              <a:solidFill>
                <a:srgbClr val="17A3A3"/>
              </a:solidFill>
              <a:prstDash val="solid"/>
              <a:miter/>
            </a:ln>
          </p:spPr>
          <p:txBody>
            <a:bodyPr rtlCol="1" anchor="ctr"/>
            <a:lstStyle/>
            <a:p>
              <a:endParaRPr lang="ar-SA"/>
            </a:p>
          </p:txBody>
        </p:sp>
        <p:sp>
          <p:nvSpPr>
            <p:cNvPr id="10100" name="شكل حر: شكل 11278">
              <a:extLst>
                <a:ext uri="{FF2B5EF4-FFF2-40B4-BE49-F238E27FC236}">
                  <a16:creationId xmlns:a16="http://schemas.microsoft.com/office/drawing/2014/main" id="{02611BA6-3307-8273-4BCF-B634A42B6195}"/>
                </a:ext>
              </a:extLst>
            </p:cNvPr>
            <p:cNvSpPr/>
            <p:nvPr/>
          </p:nvSpPr>
          <p:spPr>
            <a:xfrm>
              <a:off x="1017662" y="5541704"/>
              <a:ext cx="39232" cy="2824"/>
            </a:xfrm>
            <a:custGeom>
              <a:avLst/>
              <a:gdLst>
                <a:gd name="connsiteX0" fmla="*/ 0 w 39232"/>
                <a:gd name="connsiteY0" fmla="*/ 0 h 2824"/>
                <a:gd name="connsiteX1" fmla="*/ 39233 w 39232"/>
                <a:gd name="connsiteY1" fmla="*/ 0 h 2824"/>
              </a:gdLst>
              <a:ahLst/>
              <a:cxnLst>
                <a:cxn ang="0">
                  <a:pos x="connsiteX0" y="connsiteY0"/>
                </a:cxn>
                <a:cxn ang="0">
                  <a:pos x="connsiteX1" y="connsiteY1"/>
                </a:cxn>
              </a:cxnLst>
              <a:rect l="l" t="t" r="r" b="b"/>
              <a:pathLst>
                <a:path w="39232" h="2824">
                  <a:moveTo>
                    <a:pt x="0" y="0"/>
                  </a:moveTo>
                  <a:lnTo>
                    <a:pt x="39233" y="0"/>
                  </a:lnTo>
                </a:path>
              </a:pathLst>
            </a:custGeom>
            <a:ln w="8472" cap="flat">
              <a:solidFill>
                <a:srgbClr val="17A3A3"/>
              </a:solidFill>
              <a:prstDash val="solid"/>
              <a:miter/>
            </a:ln>
          </p:spPr>
          <p:txBody>
            <a:bodyPr rtlCol="1" anchor="ctr"/>
            <a:lstStyle/>
            <a:p>
              <a:endParaRPr lang="ar-SA"/>
            </a:p>
          </p:txBody>
        </p:sp>
      </p:grpSp>
      <p:grpSp>
        <p:nvGrpSpPr>
          <p:cNvPr id="10104" name="رسم 8014">
            <a:extLst>
              <a:ext uri="{FF2B5EF4-FFF2-40B4-BE49-F238E27FC236}">
                <a16:creationId xmlns:a16="http://schemas.microsoft.com/office/drawing/2014/main" id="{AAE9F118-7E2B-3209-4438-83F938671B78}"/>
              </a:ext>
            </a:extLst>
          </p:cNvPr>
          <p:cNvGrpSpPr/>
          <p:nvPr/>
        </p:nvGrpSpPr>
        <p:grpSpPr>
          <a:xfrm>
            <a:off x="4147126" y="3215878"/>
            <a:ext cx="305186" cy="302953"/>
            <a:chOff x="4038487" y="2264693"/>
            <a:chExt cx="364789" cy="384364"/>
          </a:xfrm>
          <a:noFill/>
        </p:grpSpPr>
        <p:sp>
          <p:nvSpPr>
            <p:cNvPr id="10105" name="شكل حر: شكل 11280">
              <a:extLst>
                <a:ext uri="{FF2B5EF4-FFF2-40B4-BE49-F238E27FC236}">
                  <a16:creationId xmlns:a16="http://schemas.microsoft.com/office/drawing/2014/main" id="{A572F900-41A2-CC42-6760-FF72C9F4442C}"/>
                </a:ext>
              </a:extLst>
            </p:cNvPr>
            <p:cNvSpPr/>
            <p:nvPr/>
          </p:nvSpPr>
          <p:spPr>
            <a:xfrm>
              <a:off x="4038487" y="2465264"/>
              <a:ext cx="364789" cy="183793"/>
            </a:xfrm>
            <a:custGeom>
              <a:avLst/>
              <a:gdLst>
                <a:gd name="connsiteX0" fmla="*/ 267541 w 364789"/>
                <a:gd name="connsiteY0" fmla="*/ 26692 h 183793"/>
                <a:gd name="connsiteX1" fmla="*/ 301633 w 364789"/>
                <a:gd name="connsiteY1" fmla="*/ 26692 h 183793"/>
                <a:gd name="connsiteX2" fmla="*/ 313864 w 364789"/>
                <a:gd name="connsiteY2" fmla="*/ 11129 h 183793"/>
                <a:gd name="connsiteX3" fmla="*/ 313864 w 364789"/>
                <a:gd name="connsiteY3" fmla="*/ 0 h 183793"/>
                <a:gd name="connsiteX4" fmla="*/ 364790 w 364789"/>
                <a:gd name="connsiteY4" fmla="*/ 41775 h 183793"/>
                <a:gd name="connsiteX5" fmla="*/ 364790 w 364789"/>
                <a:gd name="connsiteY5" fmla="*/ 41775 h 183793"/>
                <a:gd name="connsiteX6" fmla="*/ 313864 w 364789"/>
                <a:gd name="connsiteY6" fmla="*/ 83550 h 183793"/>
                <a:gd name="connsiteX7" fmla="*/ 313864 w 364789"/>
                <a:gd name="connsiteY7" fmla="*/ 72421 h 183793"/>
                <a:gd name="connsiteX8" fmla="*/ 301633 w 364789"/>
                <a:gd name="connsiteY8" fmla="*/ 56858 h 183793"/>
                <a:gd name="connsiteX9" fmla="*/ 233110 w 364789"/>
                <a:gd name="connsiteY9" fmla="*/ 56858 h 183793"/>
                <a:gd name="connsiteX10" fmla="*/ 198057 w 364789"/>
                <a:gd name="connsiteY10" fmla="*/ 91911 h 183793"/>
                <a:gd name="connsiteX11" fmla="*/ 198057 w 364789"/>
                <a:gd name="connsiteY11" fmla="*/ 120636 h 183793"/>
                <a:gd name="connsiteX12" fmla="*/ 213620 w 364789"/>
                <a:gd name="connsiteY12" fmla="*/ 132867 h 183793"/>
                <a:gd name="connsiteX13" fmla="*/ 224749 w 364789"/>
                <a:gd name="connsiteY13" fmla="*/ 132867 h 183793"/>
                <a:gd name="connsiteX14" fmla="*/ 182974 w 364789"/>
                <a:gd name="connsiteY14" fmla="*/ 183793 h 183793"/>
                <a:gd name="connsiteX15" fmla="*/ 182974 w 364789"/>
                <a:gd name="connsiteY15" fmla="*/ 183793 h 183793"/>
                <a:gd name="connsiteX16" fmla="*/ 141199 w 364789"/>
                <a:gd name="connsiteY16" fmla="*/ 132867 h 183793"/>
                <a:gd name="connsiteX17" fmla="*/ 152328 w 364789"/>
                <a:gd name="connsiteY17" fmla="*/ 132867 h 183793"/>
                <a:gd name="connsiteX18" fmla="*/ 167891 w 364789"/>
                <a:gd name="connsiteY18" fmla="*/ 120636 h 183793"/>
                <a:gd name="connsiteX19" fmla="*/ 167891 w 364789"/>
                <a:gd name="connsiteY19" fmla="*/ 91911 h 183793"/>
                <a:gd name="connsiteX20" fmla="*/ 132838 w 364789"/>
                <a:gd name="connsiteY20" fmla="*/ 56858 h 183793"/>
                <a:gd name="connsiteX21" fmla="*/ 63157 w 364789"/>
                <a:gd name="connsiteY21" fmla="*/ 56858 h 183793"/>
                <a:gd name="connsiteX22" fmla="*/ 50926 w 364789"/>
                <a:gd name="connsiteY22" fmla="*/ 72421 h 183793"/>
                <a:gd name="connsiteX23" fmla="*/ 50926 w 364789"/>
                <a:gd name="connsiteY23" fmla="*/ 83550 h 183793"/>
                <a:gd name="connsiteX24" fmla="*/ 0 w 364789"/>
                <a:gd name="connsiteY24" fmla="*/ 41775 h 183793"/>
                <a:gd name="connsiteX25" fmla="*/ 0 w 364789"/>
                <a:gd name="connsiteY25" fmla="*/ 41775 h 183793"/>
                <a:gd name="connsiteX26" fmla="*/ 50926 w 364789"/>
                <a:gd name="connsiteY26" fmla="*/ 0 h 183793"/>
                <a:gd name="connsiteX27" fmla="*/ 50926 w 364789"/>
                <a:gd name="connsiteY27" fmla="*/ 11129 h 183793"/>
                <a:gd name="connsiteX28" fmla="*/ 63157 w 364789"/>
                <a:gd name="connsiteY28" fmla="*/ 26692 h 183793"/>
                <a:gd name="connsiteX29" fmla="*/ 97249 w 364789"/>
                <a:gd name="connsiteY29" fmla="*/ 26692 h 183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64789" h="183793">
                  <a:moveTo>
                    <a:pt x="267541" y="26692"/>
                  </a:moveTo>
                  <a:lnTo>
                    <a:pt x="301633" y="26692"/>
                  </a:lnTo>
                  <a:cubicBezTo>
                    <a:pt x="308582" y="25845"/>
                    <a:pt x="313864" y="19122"/>
                    <a:pt x="313864" y="11129"/>
                  </a:cubicBezTo>
                  <a:lnTo>
                    <a:pt x="313864" y="0"/>
                  </a:lnTo>
                  <a:cubicBezTo>
                    <a:pt x="313864" y="0"/>
                    <a:pt x="343776" y="25280"/>
                    <a:pt x="364790" y="41775"/>
                  </a:cubicBezTo>
                  <a:lnTo>
                    <a:pt x="364790" y="41775"/>
                  </a:lnTo>
                  <a:cubicBezTo>
                    <a:pt x="343776" y="58270"/>
                    <a:pt x="313864" y="83550"/>
                    <a:pt x="313864" y="83550"/>
                  </a:cubicBezTo>
                  <a:lnTo>
                    <a:pt x="313864" y="72421"/>
                  </a:lnTo>
                  <a:cubicBezTo>
                    <a:pt x="313864" y="64400"/>
                    <a:pt x="308582" y="57677"/>
                    <a:pt x="301633" y="56858"/>
                  </a:cubicBezTo>
                  <a:lnTo>
                    <a:pt x="233110" y="56858"/>
                  </a:lnTo>
                  <a:cubicBezTo>
                    <a:pt x="213733" y="56858"/>
                    <a:pt x="198057" y="72563"/>
                    <a:pt x="198057" y="91911"/>
                  </a:cubicBezTo>
                  <a:lnTo>
                    <a:pt x="198057" y="120636"/>
                  </a:lnTo>
                  <a:cubicBezTo>
                    <a:pt x="198904" y="127585"/>
                    <a:pt x="205627" y="132867"/>
                    <a:pt x="213620" y="132867"/>
                  </a:cubicBezTo>
                  <a:lnTo>
                    <a:pt x="224749" y="132867"/>
                  </a:lnTo>
                  <a:cubicBezTo>
                    <a:pt x="224749" y="132867"/>
                    <a:pt x="199469" y="162779"/>
                    <a:pt x="182974" y="183793"/>
                  </a:cubicBezTo>
                  <a:lnTo>
                    <a:pt x="182974" y="183793"/>
                  </a:lnTo>
                  <a:cubicBezTo>
                    <a:pt x="166479" y="162779"/>
                    <a:pt x="141199" y="132867"/>
                    <a:pt x="141199" y="132867"/>
                  </a:cubicBezTo>
                  <a:lnTo>
                    <a:pt x="152328" y="132867"/>
                  </a:lnTo>
                  <a:cubicBezTo>
                    <a:pt x="160349" y="132867"/>
                    <a:pt x="167072" y="127585"/>
                    <a:pt x="167891" y="120636"/>
                  </a:cubicBezTo>
                  <a:lnTo>
                    <a:pt x="167891" y="91911"/>
                  </a:lnTo>
                  <a:cubicBezTo>
                    <a:pt x="167891" y="72534"/>
                    <a:pt x="152215" y="56858"/>
                    <a:pt x="132838" y="56858"/>
                  </a:cubicBezTo>
                  <a:cubicBezTo>
                    <a:pt x="102107" y="56858"/>
                    <a:pt x="62422" y="56858"/>
                    <a:pt x="63157" y="56858"/>
                  </a:cubicBezTo>
                  <a:cubicBezTo>
                    <a:pt x="56208" y="57705"/>
                    <a:pt x="50926" y="64428"/>
                    <a:pt x="50926" y="72421"/>
                  </a:cubicBezTo>
                  <a:lnTo>
                    <a:pt x="50926" y="83550"/>
                  </a:lnTo>
                  <a:cubicBezTo>
                    <a:pt x="50926" y="83550"/>
                    <a:pt x="21014" y="58270"/>
                    <a:pt x="0" y="41775"/>
                  </a:cubicBezTo>
                  <a:lnTo>
                    <a:pt x="0" y="41775"/>
                  </a:lnTo>
                  <a:cubicBezTo>
                    <a:pt x="21014" y="25280"/>
                    <a:pt x="50926" y="0"/>
                    <a:pt x="50926" y="0"/>
                  </a:cubicBezTo>
                  <a:lnTo>
                    <a:pt x="50926" y="11129"/>
                  </a:lnTo>
                  <a:cubicBezTo>
                    <a:pt x="50926" y="19151"/>
                    <a:pt x="56208" y="25873"/>
                    <a:pt x="63157" y="26692"/>
                  </a:cubicBezTo>
                  <a:lnTo>
                    <a:pt x="97249" y="26692"/>
                  </a:lnTo>
                </a:path>
              </a:pathLst>
            </a:custGeom>
            <a:noFill/>
            <a:ln w="8472" cap="flat">
              <a:solidFill>
                <a:srgbClr val="01355A"/>
              </a:solidFill>
              <a:prstDash val="solid"/>
              <a:miter/>
            </a:ln>
          </p:spPr>
          <p:txBody>
            <a:bodyPr rtlCol="1" anchor="ctr"/>
            <a:lstStyle/>
            <a:p>
              <a:endParaRPr lang="ar-SA"/>
            </a:p>
          </p:txBody>
        </p:sp>
        <p:sp>
          <p:nvSpPr>
            <p:cNvPr id="10106" name="شكل حر: شكل 11281">
              <a:extLst>
                <a:ext uri="{FF2B5EF4-FFF2-40B4-BE49-F238E27FC236}">
                  <a16:creationId xmlns:a16="http://schemas.microsoft.com/office/drawing/2014/main" id="{F0490110-058F-CA40-03E0-8D34CFA7DACD}"/>
                </a:ext>
              </a:extLst>
            </p:cNvPr>
            <p:cNvSpPr/>
            <p:nvPr/>
          </p:nvSpPr>
          <p:spPr>
            <a:xfrm>
              <a:off x="4125313" y="2303898"/>
              <a:ext cx="191250" cy="179217"/>
            </a:xfrm>
            <a:custGeom>
              <a:avLst/>
              <a:gdLst>
                <a:gd name="connsiteX0" fmla="*/ 134590 w 191250"/>
                <a:gd name="connsiteY0" fmla="*/ 179189 h 179217"/>
                <a:gd name="connsiteX1" fmla="*/ 184867 w 191250"/>
                <a:gd name="connsiteY1" fmla="*/ 148091 h 179217"/>
                <a:gd name="connsiteX2" fmla="*/ 191250 w 191250"/>
                <a:gd name="connsiteY2" fmla="*/ 123518 h 179217"/>
                <a:gd name="connsiteX3" fmla="*/ 171987 w 191250"/>
                <a:gd name="connsiteY3" fmla="*/ 66829 h 179217"/>
                <a:gd name="connsiteX4" fmla="*/ 130692 w 191250"/>
                <a:gd name="connsiteY4" fmla="*/ 0 h 179217"/>
                <a:gd name="connsiteX5" fmla="*/ 61434 w 191250"/>
                <a:gd name="connsiteY5" fmla="*/ 0 h 179217"/>
                <a:gd name="connsiteX6" fmla="*/ 19264 w 191250"/>
                <a:gd name="connsiteY6" fmla="*/ 66829 h 179217"/>
                <a:gd name="connsiteX7" fmla="*/ 0 w 191250"/>
                <a:gd name="connsiteY7" fmla="*/ 123518 h 179217"/>
                <a:gd name="connsiteX8" fmla="*/ 0 w 191250"/>
                <a:gd name="connsiteY8" fmla="*/ 124111 h 179217"/>
                <a:gd name="connsiteX9" fmla="*/ 56152 w 191250"/>
                <a:gd name="connsiteY9" fmla="*/ 179218 h 179217"/>
                <a:gd name="connsiteX10" fmla="*/ 134618 w 191250"/>
                <a:gd name="connsiteY10" fmla="*/ 179218 h 179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1250" h="179217">
                  <a:moveTo>
                    <a:pt x="134590" y="179189"/>
                  </a:moveTo>
                  <a:cubicBezTo>
                    <a:pt x="155887" y="179189"/>
                    <a:pt x="175744" y="167326"/>
                    <a:pt x="184867" y="148091"/>
                  </a:cubicBezTo>
                  <a:cubicBezTo>
                    <a:pt x="188962" y="139476"/>
                    <a:pt x="191222" y="130664"/>
                    <a:pt x="191250" y="123518"/>
                  </a:cubicBezTo>
                  <a:cubicBezTo>
                    <a:pt x="191307" y="103068"/>
                    <a:pt x="184189" y="83239"/>
                    <a:pt x="171987" y="66829"/>
                  </a:cubicBezTo>
                  <a:lnTo>
                    <a:pt x="130692" y="0"/>
                  </a:lnTo>
                  <a:lnTo>
                    <a:pt x="61434" y="0"/>
                  </a:lnTo>
                  <a:lnTo>
                    <a:pt x="19264" y="66829"/>
                  </a:lnTo>
                  <a:cubicBezTo>
                    <a:pt x="7062" y="83239"/>
                    <a:pt x="-56" y="103068"/>
                    <a:pt x="0" y="123518"/>
                  </a:cubicBezTo>
                  <a:cubicBezTo>
                    <a:pt x="0" y="123715"/>
                    <a:pt x="0" y="123913"/>
                    <a:pt x="0" y="124111"/>
                  </a:cubicBezTo>
                  <a:cubicBezTo>
                    <a:pt x="283" y="154700"/>
                    <a:pt x="25562" y="179218"/>
                    <a:pt x="56152" y="179218"/>
                  </a:cubicBezTo>
                  <a:lnTo>
                    <a:pt x="134618" y="179218"/>
                  </a:lnTo>
                  <a:close/>
                </a:path>
              </a:pathLst>
            </a:custGeom>
            <a:noFill/>
            <a:ln w="8472" cap="flat">
              <a:solidFill>
                <a:srgbClr val="17A3A3"/>
              </a:solidFill>
              <a:prstDash val="solid"/>
              <a:miter/>
            </a:ln>
          </p:spPr>
          <p:txBody>
            <a:bodyPr rtlCol="1" anchor="ctr"/>
            <a:lstStyle/>
            <a:p>
              <a:endParaRPr lang="ar-SA"/>
            </a:p>
          </p:txBody>
        </p:sp>
        <p:sp>
          <p:nvSpPr>
            <p:cNvPr id="10107" name="شكل حر: شكل 11282">
              <a:extLst>
                <a:ext uri="{FF2B5EF4-FFF2-40B4-BE49-F238E27FC236}">
                  <a16:creationId xmlns:a16="http://schemas.microsoft.com/office/drawing/2014/main" id="{197BBE39-96E2-4F8A-B1EA-63225AEDF5C8}"/>
                </a:ext>
              </a:extLst>
            </p:cNvPr>
            <p:cNvSpPr/>
            <p:nvPr/>
          </p:nvSpPr>
          <p:spPr>
            <a:xfrm>
              <a:off x="4161100" y="2264693"/>
              <a:ext cx="120523" cy="39176"/>
            </a:xfrm>
            <a:custGeom>
              <a:avLst/>
              <a:gdLst>
                <a:gd name="connsiteX0" fmla="*/ 94905 w 120523"/>
                <a:gd name="connsiteY0" fmla="*/ 39176 h 39176"/>
                <a:gd name="connsiteX1" fmla="*/ 120524 w 120523"/>
                <a:gd name="connsiteY1" fmla="*/ 14349 h 39176"/>
                <a:gd name="connsiteX2" fmla="*/ 111315 w 120523"/>
                <a:gd name="connsiteY2" fmla="*/ 5169 h 39176"/>
                <a:gd name="connsiteX3" fmla="*/ 86375 w 120523"/>
                <a:gd name="connsiteY3" fmla="*/ 5169 h 39176"/>
                <a:gd name="connsiteX4" fmla="*/ 78946 w 120523"/>
                <a:gd name="connsiteY4" fmla="*/ 12597 h 39176"/>
                <a:gd name="connsiteX5" fmla="*/ 75670 w 120523"/>
                <a:gd name="connsiteY5" fmla="*/ 9321 h 39176"/>
                <a:gd name="connsiteX6" fmla="*/ 44854 w 120523"/>
                <a:gd name="connsiteY6" fmla="*/ 9321 h 39176"/>
                <a:gd name="connsiteX7" fmla="*/ 41577 w 120523"/>
                <a:gd name="connsiteY7" fmla="*/ 12597 h 39176"/>
                <a:gd name="connsiteX8" fmla="*/ 34149 w 120523"/>
                <a:gd name="connsiteY8" fmla="*/ 5169 h 39176"/>
                <a:gd name="connsiteX9" fmla="*/ 9208 w 120523"/>
                <a:gd name="connsiteY9" fmla="*/ 5169 h 39176"/>
                <a:gd name="connsiteX10" fmla="*/ 0 w 120523"/>
                <a:gd name="connsiteY10" fmla="*/ 14349 h 39176"/>
                <a:gd name="connsiteX11" fmla="*/ 25619 w 120523"/>
                <a:gd name="connsiteY11" fmla="*/ 39176 h 39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0523" h="39176">
                  <a:moveTo>
                    <a:pt x="94905" y="39176"/>
                  </a:moveTo>
                  <a:lnTo>
                    <a:pt x="120524" y="14349"/>
                  </a:lnTo>
                  <a:lnTo>
                    <a:pt x="111315" y="5169"/>
                  </a:lnTo>
                  <a:cubicBezTo>
                    <a:pt x="104423" y="-1723"/>
                    <a:pt x="93238" y="-1723"/>
                    <a:pt x="86375" y="5169"/>
                  </a:cubicBezTo>
                  <a:lnTo>
                    <a:pt x="78946" y="12597"/>
                  </a:lnTo>
                  <a:lnTo>
                    <a:pt x="75670" y="9321"/>
                  </a:lnTo>
                  <a:cubicBezTo>
                    <a:pt x="67168" y="819"/>
                    <a:pt x="53356" y="819"/>
                    <a:pt x="44854" y="9321"/>
                  </a:cubicBezTo>
                  <a:lnTo>
                    <a:pt x="41577" y="12597"/>
                  </a:lnTo>
                  <a:lnTo>
                    <a:pt x="34149" y="5169"/>
                  </a:lnTo>
                  <a:cubicBezTo>
                    <a:pt x="27257" y="-1723"/>
                    <a:pt x="16072" y="-1723"/>
                    <a:pt x="9208" y="5169"/>
                  </a:cubicBezTo>
                  <a:lnTo>
                    <a:pt x="0" y="14349"/>
                  </a:lnTo>
                  <a:lnTo>
                    <a:pt x="25619" y="39176"/>
                  </a:lnTo>
                </a:path>
              </a:pathLst>
            </a:custGeom>
            <a:noFill/>
            <a:ln w="8472" cap="flat">
              <a:solidFill>
                <a:srgbClr val="17A3A3"/>
              </a:solidFill>
              <a:prstDash val="solid"/>
              <a:miter/>
            </a:ln>
          </p:spPr>
          <p:txBody>
            <a:bodyPr rtlCol="1" anchor="ctr"/>
            <a:lstStyle/>
            <a:p>
              <a:endParaRPr lang="ar-SA"/>
            </a:p>
          </p:txBody>
        </p:sp>
        <p:grpSp>
          <p:nvGrpSpPr>
            <p:cNvPr id="10108" name="رسم 8014">
              <a:extLst>
                <a:ext uri="{FF2B5EF4-FFF2-40B4-BE49-F238E27FC236}">
                  <a16:creationId xmlns:a16="http://schemas.microsoft.com/office/drawing/2014/main" id="{09CCC193-0515-FCBB-CAA8-99684447000C}"/>
                </a:ext>
              </a:extLst>
            </p:cNvPr>
            <p:cNvGrpSpPr/>
            <p:nvPr/>
          </p:nvGrpSpPr>
          <p:grpSpPr>
            <a:xfrm>
              <a:off x="4204231" y="2349571"/>
              <a:ext cx="34290" cy="87815"/>
              <a:chOff x="4204231" y="2349571"/>
              <a:chExt cx="34290" cy="87815"/>
            </a:xfrm>
            <a:noFill/>
          </p:grpSpPr>
          <p:sp>
            <p:nvSpPr>
              <p:cNvPr id="10109" name="شكل حر: شكل 11284">
                <a:extLst>
                  <a:ext uri="{FF2B5EF4-FFF2-40B4-BE49-F238E27FC236}">
                    <a16:creationId xmlns:a16="http://schemas.microsoft.com/office/drawing/2014/main" id="{254F5F41-4BDA-D909-4708-02256ADA8C13}"/>
                  </a:ext>
                </a:extLst>
              </p:cNvPr>
              <p:cNvSpPr/>
              <p:nvPr/>
            </p:nvSpPr>
            <p:spPr>
              <a:xfrm>
                <a:off x="4204231" y="2359118"/>
                <a:ext cx="34290" cy="68580"/>
              </a:xfrm>
              <a:custGeom>
                <a:avLst/>
                <a:gdLst>
                  <a:gd name="connsiteX0" fmla="*/ 0 w 34290"/>
                  <a:gd name="connsiteY0" fmla="*/ 51435 h 68580"/>
                  <a:gd name="connsiteX1" fmla="*/ 17145 w 34290"/>
                  <a:gd name="connsiteY1" fmla="*/ 68580 h 68580"/>
                  <a:gd name="connsiteX2" fmla="*/ 34290 w 34290"/>
                  <a:gd name="connsiteY2" fmla="*/ 51435 h 68580"/>
                  <a:gd name="connsiteX3" fmla="*/ 17145 w 34290"/>
                  <a:gd name="connsiteY3" fmla="*/ 34290 h 68580"/>
                  <a:gd name="connsiteX4" fmla="*/ 0 w 34290"/>
                  <a:gd name="connsiteY4" fmla="*/ 17145 h 68580"/>
                  <a:gd name="connsiteX5" fmla="*/ 17145 w 34290"/>
                  <a:gd name="connsiteY5" fmla="*/ 0 h 68580"/>
                  <a:gd name="connsiteX6" fmla="*/ 34290 w 34290"/>
                  <a:gd name="connsiteY6" fmla="*/ 17145 h 68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290" h="68580">
                    <a:moveTo>
                      <a:pt x="0" y="51435"/>
                    </a:moveTo>
                    <a:cubicBezTo>
                      <a:pt x="0" y="60897"/>
                      <a:pt x="7683" y="68580"/>
                      <a:pt x="17145" y="68580"/>
                    </a:cubicBezTo>
                    <a:cubicBezTo>
                      <a:pt x="26607" y="68580"/>
                      <a:pt x="34290" y="60897"/>
                      <a:pt x="34290" y="51435"/>
                    </a:cubicBezTo>
                    <a:cubicBezTo>
                      <a:pt x="34290" y="41973"/>
                      <a:pt x="27257" y="37595"/>
                      <a:pt x="17145" y="34290"/>
                    </a:cubicBezTo>
                    <a:cubicBezTo>
                      <a:pt x="8135" y="31353"/>
                      <a:pt x="0" y="26607"/>
                      <a:pt x="0" y="17145"/>
                    </a:cubicBezTo>
                    <a:cubicBezTo>
                      <a:pt x="0" y="7683"/>
                      <a:pt x="7683" y="0"/>
                      <a:pt x="17145" y="0"/>
                    </a:cubicBezTo>
                    <a:cubicBezTo>
                      <a:pt x="26607" y="0"/>
                      <a:pt x="34290" y="7683"/>
                      <a:pt x="34290" y="17145"/>
                    </a:cubicBezTo>
                  </a:path>
                </a:pathLst>
              </a:custGeom>
              <a:noFill/>
              <a:ln w="8472" cap="flat">
                <a:solidFill>
                  <a:srgbClr val="17A3A3"/>
                </a:solidFill>
                <a:prstDash val="solid"/>
                <a:miter/>
              </a:ln>
            </p:spPr>
            <p:txBody>
              <a:bodyPr rtlCol="1" anchor="ctr"/>
              <a:lstStyle/>
              <a:p>
                <a:endParaRPr lang="ar-SA"/>
              </a:p>
            </p:txBody>
          </p:sp>
          <p:sp>
            <p:nvSpPr>
              <p:cNvPr id="10110" name="شكل حر: شكل 11285">
                <a:extLst>
                  <a:ext uri="{FF2B5EF4-FFF2-40B4-BE49-F238E27FC236}">
                    <a16:creationId xmlns:a16="http://schemas.microsoft.com/office/drawing/2014/main" id="{461DD1F5-D75E-C40D-B8A4-19F512EB0555}"/>
                  </a:ext>
                </a:extLst>
              </p:cNvPr>
              <p:cNvSpPr/>
              <p:nvPr/>
            </p:nvSpPr>
            <p:spPr>
              <a:xfrm>
                <a:off x="4221376" y="2349571"/>
                <a:ext cx="2824" cy="9688"/>
              </a:xfrm>
              <a:custGeom>
                <a:avLst/>
                <a:gdLst>
                  <a:gd name="connsiteX0" fmla="*/ 0 w 2824"/>
                  <a:gd name="connsiteY0" fmla="*/ 0 h 9688"/>
                  <a:gd name="connsiteX1" fmla="*/ 0 w 2824"/>
                  <a:gd name="connsiteY1" fmla="*/ 9688 h 9688"/>
                </a:gdLst>
                <a:ahLst/>
                <a:cxnLst>
                  <a:cxn ang="0">
                    <a:pos x="connsiteX0" y="connsiteY0"/>
                  </a:cxn>
                  <a:cxn ang="0">
                    <a:pos x="connsiteX1" y="connsiteY1"/>
                  </a:cxn>
                </a:cxnLst>
                <a:rect l="l" t="t" r="r" b="b"/>
                <a:pathLst>
                  <a:path w="2824" h="9688">
                    <a:moveTo>
                      <a:pt x="0" y="0"/>
                    </a:moveTo>
                    <a:lnTo>
                      <a:pt x="0" y="9688"/>
                    </a:lnTo>
                  </a:path>
                </a:pathLst>
              </a:custGeom>
              <a:ln w="8472" cap="flat">
                <a:solidFill>
                  <a:srgbClr val="17A3A3"/>
                </a:solidFill>
                <a:prstDash val="solid"/>
                <a:miter/>
              </a:ln>
            </p:spPr>
            <p:txBody>
              <a:bodyPr rtlCol="1" anchor="ctr"/>
              <a:lstStyle/>
              <a:p>
                <a:endParaRPr lang="ar-SA"/>
              </a:p>
            </p:txBody>
          </p:sp>
          <p:sp>
            <p:nvSpPr>
              <p:cNvPr id="10111" name="شكل حر: شكل 11286">
                <a:extLst>
                  <a:ext uri="{FF2B5EF4-FFF2-40B4-BE49-F238E27FC236}">
                    <a16:creationId xmlns:a16="http://schemas.microsoft.com/office/drawing/2014/main" id="{0D423D0E-344E-60F6-7A5E-5903D6AFBACA}"/>
                  </a:ext>
                </a:extLst>
              </p:cNvPr>
              <p:cNvSpPr/>
              <p:nvPr/>
            </p:nvSpPr>
            <p:spPr>
              <a:xfrm>
                <a:off x="4221376" y="2427698"/>
                <a:ext cx="2824" cy="9688"/>
              </a:xfrm>
              <a:custGeom>
                <a:avLst/>
                <a:gdLst>
                  <a:gd name="connsiteX0" fmla="*/ 0 w 2824"/>
                  <a:gd name="connsiteY0" fmla="*/ 0 h 9688"/>
                  <a:gd name="connsiteX1" fmla="*/ 0 w 2824"/>
                  <a:gd name="connsiteY1" fmla="*/ 9688 h 9688"/>
                </a:gdLst>
                <a:ahLst/>
                <a:cxnLst>
                  <a:cxn ang="0">
                    <a:pos x="connsiteX0" y="connsiteY0"/>
                  </a:cxn>
                  <a:cxn ang="0">
                    <a:pos x="connsiteX1" y="connsiteY1"/>
                  </a:cxn>
                </a:cxnLst>
                <a:rect l="l" t="t" r="r" b="b"/>
                <a:pathLst>
                  <a:path w="2824" h="9688">
                    <a:moveTo>
                      <a:pt x="0" y="0"/>
                    </a:moveTo>
                    <a:lnTo>
                      <a:pt x="0" y="9688"/>
                    </a:lnTo>
                  </a:path>
                </a:pathLst>
              </a:custGeom>
              <a:ln w="8472" cap="flat">
                <a:solidFill>
                  <a:srgbClr val="17A3A3"/>
                </a:solidFill>
                <a:prstDash val="solid"/>
                <a:miter/>
              </a:ln>
            </p:spPr>
            <p:txBody>
              <a:bodyPr rtlCol="1" anchor="ctr"/>
              <a:lstStyle/>
              <a:p>
                <a:endParaRPr lang="ar-SA"/>
              </a:p>
            </p:txBody>
          </p:sp>
        </p:grpSp>
      </p:grpSp>
      <p:grpSp>
        <p:nvGrpSpPr>
          <p:cNvPr id="10112" name="رسم 8014">
            <a:extLst>
              <a:ext uri="{FF2B5EF4-FFF2-40B4-BE49-F238E27FC236}">
                <a16:creationId xmlns:a16="http://schemas.microsoft.com/office/drawing/2014/main" id="{3A3345B1-97C4-E5CD-EE81-6F206E258AA6}"/>
              </a:ext>
            </a:extLst>
          </p:cNvPr>
          <p:cNvGrpSpPr/>
          <p:nvPr/>
        </p:nvGrpSpPr>
        <p:grpSpPr>
          <a:xfrm>
            <a:off x="5457930" y="4512644"/>
            <a:ext cx="306628" cy="239169"/>
            <a:chOff x="5605291" y="3909935"/>
            <a:chExt cx="366513" cy="303440"/>
          </a:xfrm>
          <a:noFill/>
        </p:grpSpPr>
        <p:sp>
          <p:nvSpPr>
            <p:cNvPr id="10113" name="شكل حر: شكل 11288">
              <a:extLst>
                <a:ext uri="{FF2B5EF4-FFF2-40B4-BE49-F238E27FC236}">
                  <a16:creationId xmlns:a16="http://schemas.microsoft.com/office/drawing/2014/main" id="{C8E01C06-2EDF-7C36-2D26-09F065A512C9}"/>
                </a:ext>
              </a:extLst>
            </p:cNvPr>
            <p:cNvSpPr/>
            <p:nvPr/>
          </p:nvSpPr>
          <p:spPr>
            <a:xfrm>
              <a:off x="5645315" y="3909935"/>
              <a:ext cx="286465" cy="2824"/>
            </a:xfrm>
            <a:custGeom>
              <a:avLst/>
              <a:gdLst>
                <a:gd name="connsiteX0" fmla="*/ 0 w 286465"/>
                <a:gd name="connsiteY0" fmla="*/ 0 h 2824"/>
                <a:gd name="connsiteX1" fmla="*/ 286466 w 286465"/>
                <a:gd name="connsiteY1" fmla="*/ 0 h 2824"/>
              </a:gdLst>
              <a:ahLst/>
              <a:cxnLst>
                <a:cxn ang="0">
                  <a:pos x="connsiteX0" y="connsiteY0"/>
                </a:cxn>
                <a:cxn ang="0">
                  <a:pos x="connsiteX1" y="connsiteY1"/>
                </a:cxn>
              </a:cxnLst>
              <a:rect l="l" t="t" r="r" b="b"/>
              <a:pathLst>
                <a:path w="286465" h="2824">
                  <a:moveTo>
                    <a:pt x="0" y="0"/>
                  </a:moveTo>
                  <a:lnTo>
                    <a:pt x="286466" y="0"/>
                  </a:lnTo>
                </a:path>
              </a:pathLst>
            </a:custGeom>
            <a:ln w="8472" cap="flat">
              <a:solidFill>
                <a:srgbClr val="01355A"/>
              </a:solidFill>
              <a:prstDash val="solid"/>
              <a:miter/>
            </a:ln>
          </p:spPr>
          <p:txBody>
            <a:bodyPr rtlCol="1" anchor="ctr"/>
            <a:lstStyle/>
            <a:p>
              <a:endParaRPr lang="ar-SA"/>
            </a:p>
          </p:txBody>
        </p:sp>
        <p:sp>
          <p:nvSpPr>
            <p:cNvPr id="10114" name="شكل حر: شكل 11289">
              <a:extLst>
                <a:ext uri="{FF2B5EF4-FFF2-40B4-BE49-F238E27FC236}">
                  <a16:creationId xmlns:a16="http://schemas.microsoft.com/office/drawing/2014/main" id="{0969122F-35FD-B34F-452A-E6960785E2D7}"/>
                </a:ext>
              </a:extLst>
            </p:cNvPr>
            <p:cNvSpPr/>
            <p:nvPr/>
          </p:nvSpPr>
          <p:spPr>
            <a:xfrm>
              <a:off x="5645315" y="3939254"/>
              <a:ext cx="286465" cy="2824"/>
            </a:xfrm>
            <a:custGeom>
              <a:avLst/>
              <a:gdLst>
                <a:gd name="connsiteX0" fmla="*/ 286466 w 286465"/>
                <a:gd name="connsiteY0" fmla="*/ 0 h 2824"/>
                <a:gd name="connsiteX1" fmla="*/ 0 w 286465"/>
                <a:gd name="connsiteY1" fmla="*/ 0 h 2824"/>
              </a:gdLst>
              <a:ahLst/>
              <a:cxnLst>
                <a:cxn ang="0">
                  <a:pos x="connsiteX0" y="connsiteY0"/>
                </a:cxn>
                <a:cxn ang="0">
                  <a:pos x="connsiteX1" y="connsiteY1"/>
                </a:cxn>
              </a:cxnLst>
              <a:rect l="l" t="t" r="r" b="b"/>
              <a:pathLst>
                <a:path w="286465" h="2824">
                  <a:moveTo>
                    <a:pt x="286466" y="0"/>
                  </a:moveTo>
                  <a:lnTo>
                    <a:pt x="0" y="0"/>
                  </a:lnTo>
                </a:path>
              </a:pathLst>
            </a:custGeom>
            <a:ln w="8472" cap="flat">
              <a:solidFill>
                <a:srgbClr val="01355A"/>
              </a:solidFill>
              <a:prstDash val="solid"/>
              <a:miter/>
            </a:ln>
          </p:spPr>
          <p:txBody>
            <a:bodyPr rtlCol="1" anchor="ctr"/>
            <a:lstStyle/>
            <a:p>
              <a:endParaRPr lang="ar-SA"/>
            </a:p>
          </p:txBody>
        </p:sp>
        <p:sp>
          <p:nvSpPr>
            <p:cNvPr id="10115" name="شكل حر: شكل 11290">
              <a:extLst>
                <a:ext uri="{FF2B5EF4-FFF2-40B4-BE49-F238E27FC236}">
                  <a16:creationId xmlns:a16="http://schemas.microsoft.com/office/drawing/2014/main" id="{18CBD0A2-EE94-87DF-BA67-BDF4EFD58AB8}"/>
                </a:ext>
              </a:extLst>
            </p:cNvPr>
            <p:cNvSpPr/>
            <p:nvPr/>
          </p:nvSpPr>
          <p:spPr>
            <a:xfrm>
              <a:off x="5605291" y="3909935"/>
              <a:ext cx="40023" cy="29318"/>
            </a:xfrm>
            <a:custGeom>
              <a:avLst/>
              <a:gdLst>
                <a:gd name="connsiteX0" fmla="*/ 40024 w 40023"/>
                <a:gd name="connsiteY0" fmla="*/ 0 h 29318"/>
                <a:gd name="connsiteX1" fmla="*/ 14659 w 40023"/>
                <a:gd name="connsiteY1" fmla="*/ 0 h 29318"/>
                <a:gd name="connsiteX2" fmla="*/ 0 w 40023"/>
                <a:gd name="connsiteY2" fmla="*/ 14659 h 29318"/>
                <a:gd name="connsiteX3" fmla="*/ 0 w 40023"/>
                <a:gd name="connsiteY3" fmla="*/ 14659 h 29318"/>
                <a:gd name="connsiteX4" fmla="*/ 14659 w 40023"/>
                <a:gd name="connsiteY4" fmla="*/ 29319 h 29318"/>
                <a:gd name="connsiteX5" fmla="*/ 25449 w 40023"/>
                <a:gd name="connsiteY5" fmla="*/ 29319 h 2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23" h="29318">
                  <a:moveTo>
                    <a:pt x="40024" y="0"/>
                  </a:moveTo>
                  <a:lnTo>
                    <a:pt x="14659" y="0"/>
                  </a:lnTo>
                  <a:cubicBezTo>
                    <a:pt x="6553" y="0"/>
                    <a:pt x="0" y="6553"/>
                    <a:pt x="0" y="14659"/>
                  </a:cubicBezTo>
                  <a:lnTo>
                    <a:pt x="0" y="14659"/>
                  </a:lnTo>
                  <a:cubicBezTo>
                    <a:pt x="0" y="22766"/>
                    <a:pt x="6553" y="29319"/>
                    <a:pt x="14659" y="29319"/>
                  </a:cubicBezTo>
                  <a:lnTo>
                    <a:pt x="25449" y="29319"/>
                  </a:lnTo>
                </a:path>
              </a:pathLst>
            </a:custGeom>
            <a:noFill/>
            <a:ln w="8472" cap="flat">
              <a:solidFill>
                <a:srgbClr val="01355A"/>
              </a:solidFill>
              <a:prstDash val="solid"/>
              <a:miter/>
            </a:ln>
          </p:spPr>
          <p:txBody>
            <a:bodyPr rtlCol="1" anchor="ctr"/>
            <a:lstStyle/>
            <a:p>
              <a:endParaRPr lang="ar-SA"/>
            </a:p>
          </p:txBody>
        </p:sp>
        <p:sp>
          <p:nvSpPr>
            <p:cNvPr id="10116" name="شكل حر: شكل 11291">
              <a:extLst>
                <a:ext uri="{FF2B5EF4-FFF2-40B4-BE49-F238E27FC236}">
                  <a16:creationId xmlns:a16="http://schemas.microsoft.com/office/drawing/2014/main" id="{7BCDF8C7-0745-1844-59BB-E2AF035DA289}"/>
                </a:ext>
              </a:extLst>
            </p:cNvPr>
            <p:cNvSpPr/>
            <p:nvPr/>
          </p:nvSpPr>
          <p:spPr>
            <a:xfrm>
              <a:off x="5931780" y="3909935"/>
              <a:ext cx="40023" cy="29318"/>
            </a:xfrm>
            <a:custGeom>
              <a:avLst/>
              <a:gdLst>
                <a:gd name="connsiteX0" fmla="*/ 0 w 40023"/>
                <a:gd name="connsiteY0" fmla="*/ 0 h 29318"/>
                <a:gd name="connsiteX1" fmla="*/ 25364 w 40023"/>
                <a:gd name="connsiteY1" fmla="*/ 0 h 29318"/>
                <a:gd name="connsiteX2" fmla="*/ 40024 w 40023"/>
                <a:gd name="connsiteY2" fmla="*/ 14659 h 29318"/>
                <a:gd name="connsiteX3" fmla="*/ 40024 w 40023"/>
                <a:gd name="connsiteY3" fmla="*/ 14659 h 29318"/>
                <a:gd name="connsiteX4" fmla="*/ 25364 w 40023"/>
                <a:gd name="connsiteY4" fmla="*/ 29319 h 29318"/>
                <a:gd name="connsiteX5" fmla="*/ 14575 w 40023"/>
                <a:gd name="connsiteY5" fmla="*/ 29319 h 2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23" h="29318">
                  <a:moveTo>
                    <a:pt x="0" y="0"/>
                  </a:moveTo>
                  <a:lnTo>
                    <a:pt x="25364" y="0"/>
                  </a:lnTo>
                  <a:cubicBezTo>
                    <a:pt x="33471" y="0"/>
                    <a:pt x="40024" y="6553"/>
                    <a:pt x="40024" y="14659"/>
                  </a:cubicBezTo>
                  <a:lnTo>
                    <a:pt x="40024" y="14659"/>
                  </a:lnTo>
                  <a:cubicBezTo>
                    <a:pt x="40024" y="22766"/>
                    <a:pt x="33471" y="29319"/>
                    <a:pt x="25364" y="29319"/>
                  </a:cubicBezTo>
                  <a:lnTo>
                    <a:pt x="14575" y="29319"/>
                  </a:lnTo>
                </a:path>
              </a:pathLst>
            </a:custGeom>
            <a:noFill/>
            <a:ln w="8472" cap="flat">
              <a:solidFill>
                <a:srgbClr val="01355A"/>
              </a:solidFill>
              <a:prstDash val="solid"/>
              <a:miter/>
            </a:ln>
          </p:spPr>
          <p:txBody>
            <a:bodyPr rtlCol="1" anchor="ctr"/>
            <a:lstStyle/>
            <a:p>
              <a:endParaRPr lang="ar-SA"/>
            </a:p>
          </p:txBody>
        </p:sp>
        <p:sp>
          <p:nvSpPr>
            <p:cNvPr id="10117" name="شكل حر: شكل 11292">
              <a:extLst>
                <a:ext uri="{FF2B5EF4-FFF2-40B4-BE49-F238E27FC236}">
                  <a16:creationId xmlns:a16="http://schemas.microsoft.com/office/drawing/2014/main" id="{4D0B303B-E248-8016-EA91-64AB12C59E39}"/>
                </a:ext>
              </a:extLst>
            </p:cNvPr>
            <p:cNvSpPr/>
            <p:nvPr/>
          </p:nvSpPr>
          <p:spPr>
            <a:xfrm>
              <a:off x="5645315" y="3939254"/>
              <a:ext cx="286465" cy="222291"/>
            </a:xfrm>
            <a:custGeom>
              <a:avLst/>
              <a:gdLst>
                <a:gd name="connsiteX0" fmla="*/ 286466 w 286465"/>
                <a:gd name="connsiteY0" fmla="*/ 0 h 222291"/>
                <a:gd name="connsiteX1" fmla="*/ 286466 w 286465"/>
                <a:gd name="connsiteY1" fmla="*/ 222292 h 222291"/>
                <a:gd name="connsiteX2" fmla="*/ 0 w 286465"/>
                <a:gd name="connsiteY2" fmla="*/ 222292 h 222291"/>
                <a:gd name="connsiteX3" fmla="*/ 0 w 286465"/>
                <a:gd name="connsiteY3" fmla="*/ 0 h 222291"/>
              </a:gdLst>
              <a:ahLst/>
              <a:cxnLst>
                <a:cxn ang="0">
                  <a:pos x="connsiteX0" y="connsiteY0"/>
                </a:cxn>
                <a:cxn ang="0">
                  <a:pos x="connsiteX1" y="connsiteY1"/>
                </a:cxn>
                <a:cxn ang="0">
                  <a:pos x="connsiteX2" y="connsiteY2"/>
                </a:cxn>
                <a:cxn ang="0">
                  <a:pos x="connsiteX3" y="connsiteY3"/>
                </a:cxn>
              </a:cxnLst>
              <a:rect l="l" t="t" r="r" b="b"/>
              <a:pathLst>
                <a:path w="286465" h="222291">
                  <a:moveTo>
                    <a:pt x="286466" y="0"/>
                  </a:moveTo>
                  <a:lnTo>
                    <a:pt x="286466" y="222292"/>
                  </a:lnTo>
                  <a:lnTo>
                    <a:pt x="0" y="222292"/>
                  </a:lnTo>
                  <a:lnTo>
                    <a:pt x="0" y="0"/>
                  </a:lnTo>
                </a:path>
              </a:pathLst>
            </a:custGeom>
            <a:noFill/>
            <a:ln w="8472" cap="flat">
              <a:solidFill>
                <a:srgbClr val="01355A"/>
              </a:solidFill>
              <a:prstDash val="solid"/>
              <a:miter/>
            </a:ln>
          </p:spPr>
          <p:txBody>
            <a:bodyPr rtlCol="1" anchor="ctr"/>
            <a:lstStyle/>
            <a:p>
              <a:endParaRPr lang="ar-SA"/>
            </a:p>
          </p:txBody>
        </p:sp>
        <p:sp>
          <p:nvSpPr>
            <p:cNvPr id="10118" name="شكل حر: شكل 11293">
              <a:extLst>
                <a:ext uri="{FF2B5EF4-FFF2-40B4-BE49-F238E27FC236}">
                  <a16:creationId xmlns:a16="http://schemas.microsoft.com/office/drawing/2014/main" id="{F7E6686B-1924-73A8-C55C-661BD70047A7}"/>
                </a:ext>
              </a:extLst>
            </p:cNvPr>
            <p:cNvSpPr/>
            <p:nvPr/>
          </p:nvSpPr>
          <p:spPr>
            <a:xfrm>
              <a:off x="5775922" y="4188125"/>
              <a:ext cx="25251" cy="25251"/>
            </a:xfrm>
            <a:custGeom>
              <a:avLst/>
              <a:gdLst>
                <a:gd name="connsiteX0" fmla="*/ 25251 w 25251"/>
                <a:gd name="connsiteY0" fmla="*/ 12626 h 25251"/>
                <a:gd name="connsiteX1" fmla="*/ 12626 w 25251"/>
                <a:gd name="connsiteY1" fmla="*/ 0 h 25251"/>
                <a:gd name="connsiteX2" fmla="*/ 0 w 25251"/>
                <a:gd name="connsiteY2" fmla="*/ 12626 h 25251"/>
                <a:gd name="connsiteX3" fmla="*/ 12626 w 25251"/>
                <a:gd name="connsiteY3" fmla="*/ 25251 h 25251"/>
                <a:gd name="connsiteX4" fmla="*/ 25251 w 25251"/>
                <a:gd name="connsiteY4" fmla="*/ 12626 h 25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251" h="25251">
                  <a:moveTo>
                    <a:pt x="25251" y="12626"/>
                  </a:moveTo>
                  <a:cubicBezTo>
                    <a:pt x="25251" y="5649"/>
                    <a:pt x="19602" y="0"/>
                    <a:pt x="12626" y="0"/>
                  </a:cubicBezTo>
                  <a:cubicBezTo>
                    <a:pt x="5649" y="0"/>
                    <a:pt x="0" y="5649"/>
                    <a:pt x="0" y="12626"/>
                  </a:cubicBezTo>
                  <a:cubicBezTo>
                    <a:pt x="0" y="19602"/>
                    <a:pt x="5649" y="25251"/>
                    <a:pt x="12626" y="25251"/>
                  </a:cubicBezTo>
                  <a:cubicBezTo>
                    <a:pt x="19602" y="25251"/>
                    <a:pt x="25251" y="19602"/>
                    <a:pt x="25251" y="12626"/>
                  </a:cubicBezTo>
                  <a:close/>
                </a:path>
              </a:pathLst>
            </a:custGeom>
            <a:noFill/>
            <a:ln w="8472" cap="flat">
              <a:solidFill>
                <a:srgbClr val="01355A"/>
              </a:solidFill>
              <a:prstDash val="solid"/>
              <a:miter/>
            </a:ln>
          </p:spPr>
          <p:txBody>
            <a:bodyPr rtlCol="1" anchor="ctr"/>
            <a:lstStyle/>
            <a:p>
              <a:endParaRPr lang="ar-SA"/>
            </a:p>
          </p:txBody>
        </p:sp>
        <p:sp>
          <p:nvSpPr>
            <p:cNvPr id="10119" name="شكل حر: شكل 11294">
              <a:extLst>
                <a:ext uri="{FF2B5EF4-FFF2-40B4-BE49-F238E27FC236}">
                  <a16:creationId xmlns:a16="http://schemas.microsoft.com/office/drawing/2014/main" id="{0E3FA76E-4D80-5798-BA60-DB4EBDD02D7C}"/>
                </a:ext>
              </a:extLst>
            </p:cNvPr>
            <p:cNvSpPr/>
            <p:nvPr/>
          </p:nvSpPr>
          <p:spPr>
            <a:xfrm>
              <a:off x="5788548" y="4161546"/>
              <a:ext cx="2824" cy="26550"/>
            </a:xfrm>
            <a:custGeom>
              <a:avLst/>
              <a:gdLst>
                <a:gd name="connsiteX0" fmla="*/ 0 w 2824"/>
                <a:gd name="connsiteY0" fmla="*/ 26551 h 26550"/>
                <a:gd name="connsiteX1" fmla="*/ 0 w 2824"/>
                <a:gd name="connsiteY1" fmla="*/ 0 h 26550"/>
              </a:gdLst>
              <a:ahLst/>
              <a:cxnLst>
                <a:cxn ang="0">
                  <a:pos x="connsiteX0" y="connsiteY0"/>
                </a:cxn>
                <a:cxn ang="0">
                  <a:pos x="connsiteX1" y="connsiteY1"/>
                </a:cxn>
              </a:cxnLst>
              <a:rect l="l" t="t" r="r" b="b"/>
              <a:pathLst>
                <a:path w="2824" h="26550">
                  <a:moveTo>
                    <a:pt x="0" y="26551"/>
                  </a:moveTo>
                  <a:lnTo>
                    <a:pt x="0" y="0"/>
                  </a:lnTo>
                </a:path>
              </a:pathLst>
            </a:custGeom>
            <a:ln w="8472" cap="flat">
              <a:solidFill>
                <a:srgbClr val="01355A"/>
              </a:solidFill>
              <a:prstDash val="solid"/>
              <a:miter/>
            </a:ln>
          </p:spPr>
          <p:txBody>
            <a:bodyPr rtlCol="1" anchor="ctr"/>
            <a:lstStyle/>
            <a:p>
              <a:endParaRPr lang="ar-SA"/>
            </a:p>
          </p:txBody>
        </p:sp>
        <p:sp>
          <p:nvSpPr>
            <p:cNvPr id="10120" name="شكل حر: شكل 11295">
              <a:extLst>
                <a:ext uri="{FF2B5EF4-FFF2-40B4-BE49-F238E27FC236}">
                  <a16:creationId xmlns:a16="http://schemas.microsoft.com/office/drawing/2014/main" id="{6ED29156-8509-3CAE-D209-F533A0FF4AF1}"/>
                </a:ext>
              </a:extLst>
            </p:cNvPr>
            <p:cNvSpPr/>
            <p:nvPr/>
          </p:nvSpPr>
          <p:spPr>
            <a:xfrm>
              <a:off x="5696439" y="3973685"/>
              <a:ext cx="184245" cy="47170"/>
            </a:xfrm>
            <a:custGeom>
              <a:avLst/>
              <a:gdLst>
                <a:gd name="connsiteX0" fmla="*/ 0 w 184245"/>
                <a:gd name="connsiteY0" fmla="*/ 0 h 47170"/>
                <a:gd name="connsiteX1" fmla="*/ 61406 w 184245"/>
                <a:gd name="connsiteY1" fmla="*/ 47170 h 47170"/>
                <a:gd name="connsiteX2" fmla="*/ 122811 w 184245"/>
                <a:gd name="connsiteY2" fmla="*/ 0 h 47170"/>
                <a:gd name="connsiteX3" fmla="*/ 184245 w 184245"/>
                <a:gd name="connsiteY3" fmla="*/ 39233 h 47170"/>
              </a:gdLst>
              <a:ahLst/>
              <a:cxnLst>
                <a:cxn ang="0">
                  <a:pos x="connsiteX0" y="connsiteY0"/>
                </a:cxn>
                <a:cxn ang="0">
                  <a:pos x="connsiteX1" y="connsiteY1"/>
                </a:cxn>
                <a:cxn ang="0">
                  <a:pos x="connsiteX2" y="connsiteY2"/>
                </a:cxn>
                <a:cxn ang="0">
                  <a:pos x="connsiteX3" y="connsiteY3"/>
                </a:cxn>
              </a:cxnLst>
              <a:rect l="l" t="t" r="r" b="b"/>
              <a:pathLst>
                <a:path w="184245" h="47170">
                  <a:moveTo>
                    <a:pt x="0" y="0"/>
                  </a:moveTo>
                  <a:lnTo>
                    <a:pt x="61406" y="47170"/>
                  </a:lnTo>
                  <a:lnTo>
                    <a:pt x="122811" y="0"/>
                  </a:lnTo>
                  <a:lnTo>
                    <a:pt x="184245" y="39233"/>
                  </a:lnTo>
                </a:path>
              </a:pathLst>
            </a:custGeom>
            <a:noFill/>
            <a:ln w="8472" cap="flat">
              <a:solidFill>
                <a:srgbClr val="17A3A3"/>
              </a:solidFill>
              <a:prstDash val="solid"/>
              <a:miter/>
            </a:ln>
          </p:spPr>
          <p:txBody>
            <a:bodyPr rtlCol="1" anchor="ctr"/>
            <a:lstStyle/>
            <a:p>
              <a:endParaRPr lang="ar-SA"/>
            </a:p>
          </p:txBody>
        </p:sp>
      </p:grpSp>
      <p:grpSp>
        <p:nvGrpSpPr>
          <p:cNvPr id="10121" name="رسم 8014">
            <a:extLst>
              <a:ext uri="{FF2B5EF4-FFF2-40B4-BE49-F238E27FC236}">
                <a16:creationId xmlns:a16="http://schemas.microsoft.com/office/drawing/2014/main" id="{87887D5E-B026-E15C-0A62-C0F02DA1D8BF}"/>
              </a:ext>
            </a:extLst>
          </p:cNvPr>
          <p:cNvGrpSpPr/>
          <p:nvPr/>
        </p:nvGrpSpPr>
        <p:grpSpPr>
          <a:xfrm>
            <a:off x="4636677" y="4472927"/>
            <a:ext cx="191028" cy="273477"/>
            <a:chOff x="4623648" y="3859545"/>
            <a:chExt cx="228336" cy="346967"/>
          </a:xfrm>
          <a:noFill/>
        </p:grpSpPr>
        <p:sp>
          <p:nvSpPr>
            <p:cNvPr id="10122" name="شكل حر: شكل 11297">
              <a:extLst>
                <a:ext uri="{FF2B5EF4-FFF2-40B4-BE49-F238E27FC236}">
                  <a16:creationId xmlns:a16="http://schemas.microsoft.com/office/drawing/2014/main" id="{66EAB95C-305B-DB6B-2FC8-24A088B0A047}"/>
                </a:ext>
              </a:extLst>
            </p:cNvPr>
            <p:cNvSpPr/>
            <p:nvPr/>
          </p:nvSpPr>
          <p:spPr>
            <a:xfrm>
              <a:off x="4719372" y="3859545"/>
              <a:ext cx="36888" cy="19545"/>
            </a:xfrm>
            <a:custGeom>
              <a:avLst/>
              <a:gdLst>
                <a:gd name="connsiteX0" fmla="*/ 36889 w 36888"/>
                <a:gd name="connsiteY0" fmla="*/ 19546 h 19545"/>
                <a:gd name="connsiteX1" fmla="*/ 36889 w 36888"/>
                <a:gd name="connsiteY1" fmla="*/ 18444 h 19545"/>
                <a:gd name="connsiteX2" fmla="*/ 18444 w 36888"/>
                <a:gd name="connsiteY2" fmla="*/ 0 h 19545"/>
                <a:gd name="connsiteX3" fmla="*/ 18444 w 36888"/>
                <a:gd name="connsiteY3" fmla="*/ 0 h 19545"/>
                <a:gd name="connsiteX4" fmla="*/ 0 w 36888"/>
                <a:gd name="connsiteY4" fmla="*/ 18444 h 19545"/>
                <a:gd name="connsiteX5" fmla="*/ 0 w 36888"/>
                <a:gd name="connsiteY5" fmla="*/ 19546 h 19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888" h="19545">
                  <a:moveTo>
                    <a:pt x="36889" y="19546"/>
                  </a:moveTo>
                  <a:lnTo>
                    <a:pt x="36889" y="18444"/>
                  </a:lnTo>
                  <a:cubicBezTo>
                    <a:pt x="36889" y="8276"/>
                    <a:pt x="28641" y="0"/>
                    <a:pt x="18444" y="0"/>
                  </a:cubicBezTo>
                  <a:lnTo>
                    <a:pt x="18444" y="0"/>
                  </a:lnTo>
                  <a:cubicBezTo>
                    <a:pt x="8276" y="0"/>
                    <a:pt x="0" y="8247"/>
                    <a:pt x="0" y="18444"/>
                  </a:cubicBezTo>
                  <a:lnTo>
                    <a:pt x="0" y="19546"/>
                  </a:lnTo>
                </a:path>
              </a:pathLst>
            </a:custGeom>
            <a:noFill/>
            <a:ln w="8472" cap="flat">
              <a:solidFill>
                <a:srgbClr val="01355A"/>
              </a:solidFill>
              <a:prstDash val="solid"/>
              <a:miter/>
            </a:ln>
          </p:spPr>
          <p:txBody>
            <a:bodyPr rtlCol="1" anchor="ctr"/>
            <a:lstStyle/>
            <a:p>
              <a:endParaRPr lang="ar-SA"/>
            </a:p>
          </p:txBody>
        </p:sp>
        <p:sp>
          <p:nvSpPr>
            <p:cNvPr id="10123" name="شكل حر: شكل 11298">
              <a:extLst>
                <a:ext uri="{FF2B5EF4-FFF2-40B4-BE49-F238E27FC236}">
                  <a16:creationId xmlns:a16="http://schemas.microsoft.com/office/drawing/2014/main" id="{7E13E757-D6EC-6EEF-D309-B120E68C4B2C}"/>
                </a:ext>
              </a:extLst>
            </p:cNvPr>
            <p:cNvSpPr/>
            <p:nvPr/>
          </p:nvSpPr>
          <p:spPr>
            <a:xfrm>
              <a:off x="4699995" y="3879091"/>
              <a:ext cx="75528" cy="50644"/>
            </a:xfrm>
            <a:custGeom>
              <a:avLst/>
              <a:gdLst>
                <a:gd name="connsiteX0" fmla="*/ 57 w 75528"/>
                <a:gd name="connsiteY0" fmla="*/ 5141 h 50644"/>
                <a:gd name="connsiteX1" fmla="*/ 57 w 75528"/>
                <a:gd name="connsiteY1" fmla="*/ 44007 h 50644"/>
                <a:gd name="connsiteX2" fmla="*/ 6694 w 75528"/>
                <a:gd name="connsiteY2" fmla="*/ 50644 h 50644"/>
                <a:gd name="connsiteX3" fmla="*/ 9349 w 75528"/>
                <a:gd name="connsiteY3" fmla="*/ 50644 h 50644"/>
                <a:gd name="connsiteX4" fmla="*/ 15930 w 75528"/>
                <a:gd name="connsiteY4" fmla="*/ 44854 h 50644"/>
                <a:gd name="connsiteX5" fmla="*/ 16043 w 75528"/>
                <a:gd name="connsiteY5" fmla="*/ 44035 h 50644"/>
                <a:gd name="connsiteX6" fmla="*/ 39120 w 75528"/>
                <a:gd name="connsiteY6" fmla="*/ 23783 h 50644"/>
                <a:gd name="connsiteX7" fmla="*/ 39120 w 75528"/>
                <a:gd name="connsiteY7" fmla="*/ 23783 h 50644"/>
                <a:gd name="connsiteX8" fmla="*/ 62197 w 75528"/>
                <a:gd name="connsiteY8" fmla="*/ 44035 h 50644"/>
                <a:gd name="connsiteX9" fmla="*/ 62309 w 75528"/>
                <a:gd name="connsiteY9" fmla="*/ 44854 h 50644"/>
                <a:gd name="connsiteX10" fmla="*/ 68891 w 75528"/>
                <a:gd name="connsiteY10" fmla="*/ 50644 h 50644"/>
                <a:gd name="connsiteX11" fmla="*/ 68891 w 75528"/>
                <a:gd name="connsiteY11" fmla="*/ 50644 h 50644"/>
                <a:gd name="connsiteX12" fmla="*/ 75528 w 75528"/>
                <a:gd name="connsiteY12" fmla="*/ 44007 h 50644"/>
                <a:gd name="connsiteX13" fmla="*/ 75528 w 75528"/>
                <a:gd name="connsiteY13" fmla="*/ 5141 h 50644"/>
                <a:gd name="connsiteX14" fmla="*/ 70388 w 75528"/>
                <a:gd name="connsiteY14" fmla="*/ 0 h 50644"/>
                <a:gd name="connsiteX15" fmla="*/ 5141 w 75528"/>
                <a:gd name="connsiteY15" fmla="*/ 0 h 50644"/>
                <a:gd name="connsiteX16" fmla="*/ 0 w 75528"/>
                <a:gd name="connsiteY16" fmla="*/ 5141 h 50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5528" h="50644">
                  <a:moveTo>
                    <a:pt x="57" y="5141"/>
                  </a:moveTo>
                  <a:lnTo>
                    <a:pt x="57" y="44007"/>
                  </a:lnTo>
                  <a:cubicBezTo>
                    <a:pt x="57" y="47678"/>
                    <a:pt x="3022" y="50644"/>
                    <a:pt x="6694" y="50644"/>
                  </a:cubicBezTo>
                  <a:lnTo>
                    <a:pt x="9349" y="50644"/>
                  </a:lnTo>
                  <a:cubicBezTo>
                    <a:pt x="12682" y="50644"/>
                    <a:pt x="15507" y="48159"/>
                    <a:pt x="15930" y="44854"/>
                  </a:cubicBezTo>
                  <a:lnTo>
                    <a:pt x="16043" y="44035"/>
                  </a:lnTo>
                  <a:cubicBezTo>
                    <a:pt x="17569" y="32454"/>
                    <a:pt x="27426" y="23783"/>
                    <a:pt x="39120" y="23783"/>
                  </a:cubicBezTo>
                  <a:lnTo>
                    <a:pt x="39120" y="23783"/>
                  </a:lnTo>
                  <a:cubicBezTo>
                    <a:pt x="50814" y="23783"/>
                    <a:pt x="60699" y="32454"/>
                    <a:pt x="62197" y="44035"/>
                  </a:cubicBezTo>
                  <a:lnTo>
                    <a:pt x="62309" y="44854"/>
                  </a:lnTo>
                  <a:cubicBezTo>
                    <a:pt x="62733" y="48159"/>
                    <a:pt x="65558" y="50644"/>
                    <a:pt x="68891" y="50644"/>
                  </a:cubicBezTo>
                  <a:lnTo>
                    <a:pt x="68891" y="50644"/>
                  </a:lnTo>
                  <a:cubicBezTo>
                    <a:pt x="72562" y="50644"/>
                    <a:pt x="75528" y="47678"/>
                    <a:pt x="75528" y="44007"/>
                  </a:cubicBezTo>
                  <a:lnTo>
                    <a:pt x="75528" y="5141"/>
                  </a:lnTo>
                  <a:cubicBezTo>
                    <a:pt x="75528" y="2316"/>
                    <a:pt x="73240" y="0"/>
                    <a:pt x="70388" y="0"/>
                  </a:cubicBezTo>
                  <a:lnTo>
                    <a:pt x="5141" y="0"/>
                  </a:lnTo>
                  <a:cubicBezTo>
                    <a:pt x="2316" y="0"/>
                    <a:pt x="0" y="2288"/>
                    <a:pt x="0" y="5141"/>
                  </a:cubicBezTo>
                  <a:close/>
                </a:path>
              </a:pathLst>
            </a:custGeom>
            <a:noFill/>
            <a:ln w="8472" cap="flat">
              <a:solidFill>
                <a:srgbClr val="01355A"/>
              </a:solidFill>
              <a:prstDash val="solid"/>
              <a:miter/>
            </a:ln>
          </p:spPr>
          <p:txBody>
            <a:bodyPr rtlCol="1" anchor="ctr"/>
            <a:lstStyle/>
            <a:p>
              <a:endParaRPr lang="ar-SA"/>
            </a:p>
          </p:txBody>
        </p:sp>
        <p:sp>
          <p:nvSpPr>
            <p:cNvPr id="10124" name="شكل حر: شكل 11299">
              <a:extLst>
                <a:ext uri="{FF2B5EF4-FFF2-40B4-BE49-F238E27FC236}">
                  <a16:creationId xmlns:a16="http://schemas.microsoft.com/office/drawing/2014/main" id="{D93B03F6-64AE-54F2-75E6-1DB9F362F44B}"/>
                </a:ext>
              </a:extLst>
            </p:cNvPr>
            <p:cNvSpPr/>
            <p:nvPr/>
          </p:nvSpPr>
          <p:spPr>
            <a:xfrm>
              <a:off x="4623648" y="3894654"/>
              <a:ext cx="228336" cy="311858"/>
            </a:xfrm>
            <a:custGeom>
              <a:avLst/>
              <a:gdLst>
                <a:gd name="connsiteX0" fmla="*/ 75077 w 228336"/>
                <a:gd name="connsiteY0" fmla="*/ 0 h 311858"/>
                <a:gd name="connsiteX1" fmla="*/ 17992 w 228336"/>
                <a:gd name="connsiteY1" fmla="*/ 0 h 311858"/>
                <a:gd name="connsiteX2" fmla="*/ 0 w 228336"/>
                <a:gd name="connsiteY2" fmla="*/ 17992 h 311858"/>
                <a:gd name="connsiteX3" fmla="*/ 0 w 228336"/>
                <a:gd name="connsiteY3" fmla="*/ 293866 h 311858"/>
                <a:gd name="connsiteX4" fmla="*/ 17992 w 228336"/>
                <a:gd name="connsiteY4" fmla="*/ 311858 h 311858"/>
                <a:gd name="connsiteX5" fmla="*/ 210344 w 228336"/>
                <a:gd name="connsiteY5" fmla="*/ 311858 h 311858"/>
                <a:gd name="connsiteX6" fmla="*/ 228336 w 228336"/>
                <a:gd name="connsiteY6" fmla="*/ 293866 h 311858"/>
                <a:gd name="connsiteX7" fmla="*/ 228336 w 228336"/>
                <a:gd name="connsiteY7" fmla="*/ 17992 h 311858"/>
                <a:gd name="connsiteX8" fmla="*/ 210344 w 228336"/>
                <a:gd name="connsiteY8" fmla="*/ 0 h 311858"/>
                <a:gd name="connsiteX9" fmla="*/ 151932 w 228336"/>
                <a:gd name="connsiteY9" fmla="*/ 0 h 311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28336" h="311858">
                  <a:moveTo>
                    <a:pt x="75077" y="0"/>
                  </a:moveTo>
                  <a:lnTo>
                    <a:pt x="17992" y="0"/>
                  </a:lnTo>
                  <a:cubicBezTo>
                    <a:pt x="8050" y="0"/>
                    <a:pt x="0" y="8050"/>
                    <a:pt x="0" y="17992"/>
                  </a:cubicBezTo>
                  <a:lnTo>
                    <a:pt x="0" y="293866"/>
                  </a:lnTo>
                  <a:cubicBezTo>
                    <a:pt x="0" y="303808"/>
                    <a:pt x="8050" y="311858"/>
                    <a:pt x="17992" y="311858"/>
                  </a:cubicBezTo>
                  <a:lnTo>
                    <a:pt x="210344" y="311858"/>
                  </a:lnTo>
                  <a:cubicBezTo>
                    <a:pt x="220286" y="311858"/>
                    <a:pt x="228336" y="303808"/>
                    <a:pt x="228336" y="293866"/>
                  </a:cubicBezTo>
                  <a:lnTo>
                    <a:pt x="228336" y="17992"/>
                  </a:lnTo>
                  <a:cubicBezTo>
                    <a:pt x="228336" y="8050"/>
                    <a:pt x="220286" y="0"/>
                    <a:pt x="210344" y="0"/>
                  </a:cubicBezTo>
                  <a:lnTo>
                    <a:pt x="151932" y="0"/>
                  </a:lnTo>
                </a:path>
              </a:pathLst>
            </a:custGeom>
            <a:noFill/>
            <a:ln w="8472" cap="flat">
              <a:solidFill>
                <a:srgbClr val="01355A"/>
              </a:solidFill>
              <a:prstDash val="solid"/>
              <a:miter/>
            </a:ln>
          </p:spPr>
          <p:txBody>
            <a:bodyPr rtlCol="1" anchor="ctr"/>
            <a:lstStyle/>
            <a:p>
              <a:endParaRPr lang="ar-SA"/>
            </a:p>
          </p:txBody>
        </p:sp>
        <p:sp>
          <p:nvSpPr>
            <p:cNvPr id="10125" name="شكل حر: شكل 11300">
              <a:extLst>
                <a:ext uri="{FF2B5EF4-FFF2-40B4-BE49-F238E27FC236}">
                  <a16:creationId xmlns:a16="http://schemas.microsoft.com/office/drawing/2014/main" id="{D4DCB639-39A0-D02B-2BB5-EF8B4175C5A7}"/>
                </a:ext>
              </a:extLst>
            </p:cNvPr>
            <p:cNvSpPr/>
            <p:nvPr/>
          </p:nvSpPr>
          <p:spPr>
            <a:xfrm>
              <a:off x="4650312" y="3921318"/>
              <a:ext cx="175037" cy="258530"/>
            </a:xfrm>
            <a:custGeom>
              <a:avLst/>
              <a:gdLst>
                <a:gd name="connsiteX0" fmla="*/ 28076 w 175037"/>
                <a:gd name="connsiteY0" fmla="*/ 0 h 258530"/>
                <a:gd name="connsiteX1" fmla="*/ 0 w 175037"/>
                <a:gd name="connsiteY1" fmla="*/ 0 h 258530"/>
                <a:gd name="connsiteX2" fmla="*/ 0 w 175037"/>
                <a:gd name="connsiteY2" fmla="*/ 258531 h 258530"/>
                <a:gd name="connsiteX3" fmla="*/ 135522 w 175037"/>
                <a:gd name="connsiteY3" fmla="*/ 258531 h 258530"/>
                <a:gd name="connsiteX4" fmla="*/ 175037 w 175037"/>
                <a:gd name="connsiteY4" fmla="*/ 219015 h 258530"/>
                <a:gd name="connsiteX5" fmla="*/ 175037 w 175037"/>
                <a:gd name="connsiteY5" fmla="*/ 0 h 258530"/>
                <a:gd name="connsiteX6" fmla="*/ 146933 w 175037"/>
                <a:gd name="connsiteY6" fmla="*/ 0 h 258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5037" h="258530">
                  <a:moveTo>
                    <a:pt x="28076" y="0"/>
                  </a:moveTo>
                  <a:lnTo>
                    <a:pt x="0" y="0"/>
                  </a:lnTo>
                  <a:lnTo>
                    <a:pt x="0" y="258531"/>
                  </a:lnTo>
                  <a:lnTo>
                    <a:pt x="135522" y="258531"/>
                  </a:lnTo>
                  <a:lnTo>
                    <a:pt x="175037" y="219015"/>
                  </a:lnTo>
                  <a:lnTo>
                    <a:pt x="175037" y="0"/>
                  </a:lnTo>
                  <a:lnTo>
                    <a:pt x="146933" y="0"/>
                  </a:lnTo>
                </a:path>
              </a:pathLst>
            </a:custGeom>
            <a:noFill/>
            <a:ln w="8472" cap="flat">
              <a:solidFill>
                <a:srgbClr val="17A3A3"/>
              </a:solidFill>
              <a:prstDash val="solid"/>
              <a:miter/>
            </a:ln>
          </p:spPr>
          <p:txBody>
            <a:bodyPr rtlCol="1" anchor="ctr"/>
            <a:lstStyle/>
            <a:p>
              <a:endParaRPr lang="ar-SA"/>
            </a:p>
          </p:txBody>
        </p:sp>
        <p:sp>
          <p:nvSpPr>
            <p:cNvPr id="10126" name="شكل حر: شكل 11301">
              <a:extLst>
                <a:ext uri="{FF2B5EF4-FFF2-40B4-BE49-F238E27FC236}">
                  <a16:creationId xmlns:a16="http://schemas.microsoft.com/office/drawing/2014/main" id="{A96FDB8C-982E-B652-9692-9546CE025E46}"/>
                </a:ext>
              </a:extLst>
            </p:cNvPr>
            <p:cNvSpPr/>
            <p:nvPr/>
          </p:nvSpPr>
          <p:spPr>
            <a:xfrm>
              <a:off x="4686014" y="4031391"/>
              <a:ext cx="31380" cy="22398"/>
            </a:xfrm>
            <a:custGeom>
              <a:avLst/>
              <a:gdLst>
                <a:gd name="connsiteX0" fmla="*/ 31381 w 31380"/>
                <a:gd name="connsiteY0" fmla="*/ 0 h 22398"/>
                <a:gd name="connsiteX1" fmla="*/ 10225 w 31380"/>
                <a:gd name="connsiteY1" fmla="*/ 22398 h 22398"/>
                <a:gd name="connsiteX2" fmla="*/ 0 w 31380"/>
                <a:gd name="connsiteY2" fmla="*/ 12145 h 22398"/>
              </a:gdLst>
              <a:ahLst/>
              <a:cxnLst>
                <a:cxn ang="0">
                  <a:pos x="connsiteX0" y="connsiteY0"/>
                </a:cxn>
                <a:cxn ang="0">
                  <a:pos x="connsiteX1" y="connsiteY1"/>
                </a:cxn>
                <a:cxn ang="0">
                  <a:pos x="connsiteX2" y="connsiteY2"/>
                </a:cxn>
              </a:cxnLst>
              <a:rect l="l" t="t" r="r" b="b"/>
              <a:pathLst>
                <a:path w="31380" h="22398">
                  <a:moveTo>
                    <a:pt x="31381" y="0"/>
                  </a:moveTo>
                  <a:lnTo>
                    <a:pt x="10225" y="22398"/>
                  </a:lnTo>
                  <a:lnTo>
                    <a:pt x="0" y="12145"/>
                  </a:lnTo>
                </a:path>
              </a:pathLst>
            </a:custGeom>
            <a:noFill/>
            <a:ln w="8472" cap="flat">
              <a:solidFill>
                <a:srgbClr val="17A3A3"/>
              </a:solidFill>
              <a:prstDash val="solid"/>
              <a:miter/>
            </a:ln>
          </p:spPr>
          <p:txBody>
            <a:bodyPr rtlCol="1" anchor="ctr"/>
            <a:lstStyle/>
            <a:p>
              <a:endParaRPr lang="ar-SA"/>
            </a:p>
          </p:txBody>
        </p:sp>
        <p:sp>
          <p:nvSpPr>
            <p:cNvPr id="10127" name="شكل حر: شكل 11302">
              <a:extLst>
                <a:ext uri="{FF2B5EF4-FFF2-40B4-BE49-F238E27FC236}">
                  <a16:creationId xmlns:a16="http://schemas.microsoft.com/office/drawing/2014/main" id="{338D7B39-989C-5D24-6A41-31B70D0B1A9D}"/>
                </a:ext>
              </a:extLst>
            </p:cNvPr>
            <p:cNvSpPr/>
            <p:nvPr/>
          </p:nvSpPr>
          <p:spPr>
            <a:xfrm>
              <a:off x="4687059" y="3966285"/>
              <a:ext cx="25223" cy="25223"/>
            </a:xfrm>
            <a:custGeom>
              <a:avLst/>
              <a:gdLst>
                <a:gd name="connsiteX0" fmla="*/ 0 w 25223"/>
                <a:gd name="connsiteY0" fmla="*/ 25223 h 25223"/>
                <a:gd name="connsiteX1" fmla="*/ 25223 w 25223"/>
                <a:gd name="connsiteY1" fmla="*/ 0 h 25223"/>
              </a:gdLst>
              <a:ahLst/>
              <a:cxnLst>
                <a:cxn ang="0">
                  <a:pos x="connsiteX0" y="connsiteY0"/>
                </a:cxn>
                <a:cxn ang="0">
                  <a:pos x="connsiteX1" y="connsiteY1"/>
                </a:cxn>
              </a:cxnLst>
              <a:rect l="l" t="t" r="r" b="b"/>
              <a:pathLst>
                <a:path w="25223" h="25223">
                  <a:moveTo>
                    <a:pt x="0" y="25223"/>
                  </a:moveTo>
                  <a:lnTo>
                    <a:pt x="25223" y="0"/>
                  </a:lnTo>
                </a:path>
              </a:pathLst>
            </a:custGeom>
            <a:ln w="8472" cap="flat">
              <a:solidFill>
                <a:srgbClr val="17A3A3"/>
              </a:solidFill>
              <a:prstDash val="solid"/>
              <a:miter/>
            </a:ln>
          </p:spPr>
          <p:txBody>
            <a:bodyPr rtlCol="1" anchor="ctr"/>
            <a:lstStyle/>
            <a:p>
              <a:endParaRPr lang="ar-SA"/>
            </a:p>
          </p:txBody>
        </p:sp>
        <p:sp>
          <p:nvSpPr>
            <p:cNvPr id="10128" name="شكل حر: شكل 11303">
              <a:extLst>
                <a:ext uri="{FF2B5EF4-FFF2-40B4-BE49-F238E27FC236}">
                  <a16:creationId xmlns:a16="http://schemas.microsoft.com/office/drawing/2014/main" id="{826AB692-EEAB-6A95-C2F1-DAB324D3FCE3}"/>
                </a:ext>
              </a:extLst>
            </p:cNvPr>
            <p:cNvSpPr/>
            <p:nvPr/>
          </p:nvSpPr>
          <p:spPr>
            <a:xfrm>
              <a:off x="4687059" y="3966285"/>
              <a:ext cx="25223" cy="25223"/>
            </a:xfrm>
            <a:custGeom>
              <a:avLst/>
              <a:gdLst>
                <a:gd name="connsiteX0" fmla="*/ 25223 w 25223"/>
                <a:gd name="connsiteY0" fmla="*/ 25223 h 25223"/>
                <a:gd name="connsiteX1" fmla="*/ 0 w 25223"/>
                <a:gd name="connsiteY1" fmla="*/ 0 h 25223"/>
              </a:gdLst>
              <a:ahLst/>
              <a:cxnLst>
                <a:cxn ang="0">
                  <a:pos x="connsiteX0" y="connsiteY0"/>
                </a:cxn>
                <a:cxn ang="0">
                  <a:pos x="connsiteX1" y="connsiteY1"/>
                </a:cxn>
              </a:cxnLst>
              <a:rect l="l" t="t" r="r" b="b"/>
              <a:pathLst>
                <a:path w="25223" h="25223">
                  <a:moveTo>
                    <a:pt x="25223" y="25223"/>
                  </a:moveTo>
                  <a:lnTo>
                    <a:pt x="0" y="0"/>
                  </a:lnTo>
                </a:path>
              </a:pathLst>
            </a:custGeom>
            <a:ln w="8472" cap="flat">
              <a:solidFill>
                <a:srgbClr val="17A3A3"/>
              </a:solidFill>
              <a:prstDash val="solid"/>
              <a:miter/>
            </a:ln>
          </p:spPr>
          <p:txBody>
            <a:bodyPr rtlCol="1" anchor="ctr"/>
            <a:lstStyle/>
            <a:p>
              <a:endParaRPr lang="ar-SA"/>
            </a:p>
          </p:txBody>
        </p:sp>
        <p:sp>
          <p:nvSpPr>
            <p:cNvPr id="10129" name="شكل حر: شكل 11304">
              <a:extLst>
                <a:ext uri="{FF2B5EF4-FFF2-40B4-BE49-F238E27FC236}">
                  <a16:creationId xmlns:a16="http://schemas.microsoft.com/office/drawing/2014/main" id="{6EA6E5E7-2F8E-42F0-C282-8B7BC1EC2266}"/>
                </a:ext>
              </a:extLst>
            </p:cNvPr>
            <p:cNvSpPr/>
            <p:nvPr/>
          </p:nvSpPr>
          <p:spPr>
            <a:xfrm>
              <a:off x="4687059" y="4096186"/>
              <a:ext cx="25223" cy="25194"/>
            </a:xfrm>
            <a:custGeom>
              <a:avLst/>
              <a:gdLst>
                <a:gd name="connsiteX0" fmla="*/ 0 w 25223"/>
                <a:gd name="connsiteY0" fmla="*/ 25195 h 25194"/>
                <a:gd name="connsiteX1" fmla="*/ 25223 w 25223"/>
                <a:gd name="connsiteY1" fmla="*/ 0 h 25194"/>
              </a:gdLst>
              <a:ahLst/>
              <a:cxnLst>
                <a:cxn ang="0">
                  <a:pos x="connsiteX0" y="connsiteY0"/>
                </a:cxn>
                <a:cxn ang="0">
                  <a:pos x="connsiteX1" y="connsiteY1"/>
                </a:cxn>
              </a:cxnLst>
              <a:rect l="l" t="t" r="r" b="b"/>
              <a:pathLst>
                <a:path w="25223" h="25194">
                  <a:moveTo>
                    <a:pt x="0" y="25195"/>
                  </a:moveTo>
                  <a:lnTo>
                    <a:pt x="25223" y="0"/>
                  </a:lnTo>
                </a:path>
              </a:pathLst>
            </a:custGeom>
            <a:ln w="8472" cap="flat">
              <a:solidFill>
                <a:srgbClr val="17A3A3"/>
              </a:solidFill>
              <a:prstDash val="solid"/>
              <a:miter/>
            </a:ln>
          </p:spPr>
          <p:txBody>
            <a:bodyPr rtlCol="1" anchor="ctr"/>
            <a:lstStyle/>
            <a:p>
              <a:endParaRPr lang="ar-SA"/>
            </a:p>
          </p:txBody>
        </p:sp>
        <p:sp>
          <p:nvSpPr>
            <p:cNvPr id="10130" name="شكل حر: شكل 11305">
              <a:extLst>
                <a:ext uri="{FF2B5EF4-FFF2-40B4-BE49-F238E27FC236}">
                  <a16:creationId xmlns:a16="http://schemas.microsoft.com/office/drawing/2014/main" id="{4CEE9760-C5D8-68DD-80A2-DCB5E88AB9FE}"/>
                </a:ext>
              </a:extLst>
            </p:cNvPr>
            <p:cNvSpPr/>
            <p:nvPr/>
          </p:nvSpPr>
          <p:spPr>
            <a:xfrm>
              <a:off x="4687059" y="4096186"/>
              <a:ext cx="25223" cy="25194"/>
            </a:xfrm>
            <a:custGeom>
              <a:avLst/>
              <a:gdLst>
                <a:gd name="connsiteX0" fmla="*/ 25223 w 25223"/>
                <a:gd name="connsiteY0" fmla="*/ 25195 h 25194"/>
                <a:gd name="connsiteX1" fmla="*/ 0 w 25223"/>
                <a:gd name="connsiteY1" fmla="*/ 0 h 25194"/>
              </a:gdLst>
              <a:ahLst/>
              <a:cxnLst>
                <a:cxn ang="0">
                  <a:pos x="connsiteX0" y="connsiteY0"/>
                </a:cxn>
                <a:cxn ang="0">
                  <a:pos x="connsiteX1" y="connsiteY1"/>
                </a:cxn>
              </a:cxnLst>
              <a:rect l="l" t="t" r="r" b="b"/>
              <a:pathLst>
                <a:path w="25223" h="25194">
                  <a:moveTo>
                    <a:pt x="25223" y="25195"/>
                  </a:moveTo>
                  <a:lnTo>
                    <a:pt x="0" y="0"/>
                  </a:lnTo>
                </a:path>
              </a:pathLst>
            </a:custGeom>
            <a:ln w="8472" cap="flat">
              <a:solidFill>
                <a:srgbClr val="17A3A3"/>
              </a:solidFill>
              <a:prstDash val="solid"/>
              <a:miter/>
            </a:ln>
          </p:spPr>
          <p:txBody>
            <a:bodyPr rtlCol="1" anchor="ctr"/>
            <a:lstStyle/>
            <a:p>
              <a:endParaRPr lang="ar-SA"/>
            </a:p>
          </p:txBody>
        </p:sp>
        <p:sp>
          <p:nvSpPr>
            <p:cNvPr id="10131" name="شكل حر: شكل 11306">
              <a:extLst>
                <a:ext uri="{FF2B5EF4-FFF2-40B4-BE49-F238E27FC236}">
                  <a16:creationId xmlns:a16="http://schemas.microsoft.com/office/drawing/2014/main" id="{0BEC87A4-E488-E37F-1DF0-8BAA34A5D415}"/>
                </a:ext>
              </a:extLst>
            </p:cNvPr>
            <p:cNvSpPr/>
            <p:nvPr/>
          </p:nvSpPr>
          <p:spPr>
            <a:xfrm>
              <a:off x="4777416" y="4131916"/>
              <a:ext cx="31860" cy="31889"/>
            </a:xfrm>
            <a:custGeom>
              <a:avLst/>
              <a:gdLst>
                <a:gd name="connsiteX0" fmla="*/ 0 w 31860"/>
                <a:gd name="connsiteY0" fmla="*/ 31889 h 31889"/>
                <a:gd name="connsiteX1" fmla="*/ 0 w 31860"/>
                <a:gd name="connsiteY1" fmla="*/ 0 h 31889"/>
                <a:gd name="connsiteX2" fmla="*/ 31861 w 31860"/>
                <a:gd name="connsiteY2" fmla="*/ 0 h 31889"/>
              </a:gdLst>
              <a:ahLst/>
              <a:cxnLst>
                <a:cxn ang="0">
                  <a:pos x="connsiteX0" y="connsiteY0"/>
                </a:cxn>
                <a:cxn ang="0">
                  <a:pos x="connsiteX1" y="connsiteY1"/>
                </a:cxn>
                <a:cxn ang="0">
                  <a:pos x="connsiteX2" y="connsiteY2"/>
                </a:cxn>
              </a:cxnLst>
              <a:rect l="l" t="t" r="r" b="b"/>
              <a:pathLst>
                <a:path w="31860" h="31889">
                  <a:moveTo>
                    <a:pt x="0" y="31889"/>
                  </a:moveTo>
                  <a:lnTo>
                    <a:pt x="0" y="0"/>
                  </a:lnTo>
                  <a:lnTo>
                    <a:pt x="31861" y="0"/>
                  </a:lnTo>
                </a:path>
              </a:pathLst>
            </a:custGeom>
            <a:noFill/>
            <a:ln w="8472" cap="flat">
              <a:solidFill>
                <a:srgbClr val="17A3A3"/>
              </a:solidFill>
              <a:prstDash val="solid"/>
              <a:miter/>
            </a:ln>
          </p:spPr>
          <p:txBody>
            <a:bodyPr rtlCol="1" anchor="ctr"/>
            <a:lstStyle/>
            <a:p>
              <a:endParaRPr lang="ar-SA"/>
            </a:p>
          </p:txBody>
        </p:sp>
      </p:grpSp>
      <p:grpSp>
        <p:nvGrpSpPr>
          <p:cNvPr id="10132" name="رسم 8014">
            <a:extLst>
              <a:ext uri="{FF2B5EF4-FFF2-40B4-BE49-F238E27FC236}">
                <a16:creationId xmlns:a16="http://schemas.microsoft.com/office/drawing/2014/main" id="{4F99C3CD-5872-B42F-9966-169495012B42}"/>
              </a:ext>
            </a:extLst>
          </p:cNvPr>
          <p:cNvGrpSpPr/>
          <p:nvPr/>
        </p:nvGrpSpPr>
        <p:grpSpPr>
          <a:xfrm>
            <a:off x="6786952" y="4044123"/>
            <a:ext cx="267827" cy="299079"/>
            <a:chOff x="7193872" y="3315509"/>
            <a:chExt cx="320134" cy="379449"/>
          </a:xfrm>
          <a:noFill/>
        </p:grpSpPr>
        <p:sp>
          <p:nvSpPr>
            <p:cNvPr id="10133" name="شكل حر: شكل 11308">
              <a:extLst>
                <a:ext uri="{FF2B5EF4-FFF2-40B4-BE49-F238E27FC236}">
                  <a16:creationId xmlns:a16="http://schemas.microsoft.com/office/drawing/2014/main" id="{52CFB3EE-B97C-0CCF-8C2D-0D9D4086938B}"/>
                </a:ext>
              </a:extLst>
            </p:cNvPr>
            <p:cNvSpPr/>
            <p:nvPr/>
          </p:nvSpPr>
          <p:spPr>
            <a:xfrm>
              <a:off x="7317890" y="3582034"/>
              <a:ext cx="60877" cy="45305"/>
            </a:xfrm>
            <a:custGeom>
              <a:avLst/>
              <a:gdLst>
                <a:gd name="connsiteX0" fmla="*/ 60877 w 60877"/>
                <a:gd name="connsiteY0" fmla="*/ 45306 h 45305"/>
                <a:gd name="connsiteX1" fmla="*/ 2974 w 60877"/>
                <a:gd name="connsiteY1" fmla="*/ 45306 h 45305"/>
                <a:gd name="connsiteX2" fmla="*/ 1336 w 60877"/>
                <a:gd name="connsiteY2" fmla="*/ 41069 h 45305"/>
                <a:gd name="connsiteX3" fmla="*/ 1336 w 60877"/>
                <a:gd name="connsiteY3" fmla="*/ 41069 h 45305"/>
                <a:gd name="connsiteX4" fmla="*/ 17719 w 60877"/>
                <a:gd name="connsiteY4" fmla="*/ 21297 h 45305"/>
                <a:gd name="connsiteX5" fmla="*/ 18848 w 60877"/>
                <a:gd name="connsiteY5" fmla="*/ 0 h 45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877" h="45305">
                  <a:moveTo>
                    <a:pt x="60877" y="45306"/>
                  </a:moveTo>
                  <a:lnTo>
                    <a:pt x="2974" y="45306"/>
                  </a:lnTo>
                  <a:cubicBezTo>
                    <a:pt x="37" y="45306"/>
                    <a:pt x="-1121" y="42340"/>
                    <a:pt x="1336" y="41069"/>
                  </a:cubicBezTo>
                  <a:lnTo>
                    <a:pt x="1336" y="41069"/>
                  </a:lnTo>
                  <a:cubicBezTo>
                    <a:pt x="10148" y="36549"/>
                    <a:pt x="16080" y="29375"/>
                    <a:pt x="17719" y="21297"/>
                  </a:cubicBezTo>
                  <a:cubicBezTo>
                    <a:pt x="19837" y="10733"/>
                    <a:pt x="18848" y="0"/>
                    <a:pt x="18848" y="0"/>
                  </a:cubicBezTo>
                </a:path>
              </a:pathLst>
            </a:custGeom>
            <a:noFill/>
            <a:ln w="8472" cap="flat">
              <a:solidFill>
                <a:srgbClr val="01355A"/>
              </a:solidFill>
              <a:prstDash val="solid"/>
              <a:miter/>
            </a:ln>
          </p:spPr>
          <p:txBody>
            <a:bodyPr rtlCol="1" anchor="ctr"/>
            <a:lstStyle/>
            <a:p>
              <a:endParaRPr lang="ar-SA"/>
            </a:p>
          </p:txBody>
        </p:sp>
        <p:sp>
          <p:nvSpPr>
            <p:cNvPr id="10134" name="شكل حر: شكل 11309">
              <a:extLst>
                <a:ext uri="{FF2B5EF4-FFF2-40B4-BE49-F238E27FC236}">
                  <a16:creationId xmlns:a16="http://schemas.microsoft.com/office/drawing/2014/main" id="{70D40BC8-7FB3-F6D9-B30B-19EA7EA8B8F2}"/>
                </a:ext>
              </a:extLst>
            </p:cNvPr>
            <p:cNvSpPr/>
            <p:nvPr/>
          </p:nvSpPr>
          <p:spPr>
            <a:xfrm>
              <a:off x="7378118" y="3565143"/>
              <a:ext cx="1299" cy="1299"/>
            </a:xfrm>
            <a:custGeom>
              <a:avLst/>
              <a:gdLst>
                <a:gd name="connsiteX0" fmla="*/ 1299 w 1299"/>
                <a:gd name="connsiteY0" fmla="*/ 650 h 1299"/>
                <a:gd name="connsiteX1" fmla="*/ 650 w 1299"/>
                <a:gd name="connsiteY1" fmla="*/ 1300 h 1299"/>
                <a:gd name="connsiteX2" fmla="*/ 0 w 1299"/>
                <a:gd name="connsiteY2" fmla="*/ 650 h 1299"/>
                <a:gd name="connsiteX3" fmla="*/ 650 w 1299"/>
                <a:gd name="connsiteY3" fmla="*/ 0 h 1299"/>
                <a:gd name="connsiteX4" fmla="*/ 1299 w 1299"/>
                <a:gd name="connsiteY4" fmla="*/ 650 h 1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 h="1299">
                  <a:moveTo>
                    <a:pt x="1299" y="650"/>
                  </a:moveTo>
                  <a:cubicBezTo>
                    <a:pt x="1299" y="1017"/>
                    <a:pt x="1017" y="1300"/>
                    <a:pt x="650" y="1300"/>
                  </a:cubicBezTo>
                  <a:cubicBezTo>
                    <a:pt x="283" y="1300"/>
                    <a:pt x="0" y="1017"/>
                    <a:pt x="0" y="650"/>
                  </a:cubicBezTo>
                  <a:cubicBezTo>
                    <a:pt x="0" y="283"/>
                    <a:pt x="283" y="0"/>
                    <a:pt x="650" y="0"/>
                  </a:cubicBezTo>
                  <a:cubicBezTo>
                    <a:pt x="1017" y="0"/>
                    <a:pt x="1299" y="283"/>
                    <a:pt x="1299" y="650"/>
                  </a:cubicBezTo>
                  <a:close/>
                </a:path>
              </a:pathLst>
            </a:custGeom>
            <a:noFill/>
            <a:ln w="8472" cap="flat">
              <a:solidFill>
                <a:srgbClr val="01355A"/>
              </a:solidFill>
              <a:prstDash val="solid"/>
              <a:miter/>
            </a:ln>
          </p:spPr>
          <p:txBody>
            <a:bodyPr rtlCol="1" anchor="ctr"/>
            <a:lstStyle/>
            <a:p>
              <a:endParaRPr lang="ar-SA"/>
            </a:p>
          </p:txBody>
        </p:sp>
        <p:sp>
          <p:nvSpPr>
            <p:cNvPr id="10135" name="شكل حر: شكل 11310">
              <a:extLst>
                <a:ext uri="{FF2B5EF4-FFF2-40B4-BE49-F238E27FC236}">
                  <a16:creationId xmlns:a16="http://schemas.microsoft.com/office/drawing/2014/main" id="{2B6D2F38-EEA9-6D9E-045A-864671F51D32}"/>
                </a:ext>
              </a:extLst>
            </p:cNvPr>
            <p:cNvSpPr/>
            <p:nvPr/>
          </p:nvSpPr>
          <p:spPr>
            <a:xfrm>
              <a:off x="7243528" y="3549579"/>
              <a:ext cx="270478" cy="32454"/>
            </a:xfrm>
            <a:custGeom>
              <a:avLst/>
              <a:gdLst>
                <a:gd name="connsiteX0" fmla="*/ 135324 w 270478"/>
                <a:gd name="connsiteY0" fmla="*/ 32454 h 32454"/>
                <a:gd name="connsiteX1" fmla="*/ 13332 w 270478"/>
                <a:gd name="connsiteY1" fmla="*/ 32454 h 32454"/>
                <a:gd name="connsiteX2" fmla="*/ 0 w 270478"/>
                <a:gd name="connsiteY2" fmla="*/ 19122 h 32454"/>
                <a:gd name="connsiteX3" fmla="*/ 0 w 270478"/>
                <a:gd name="connsiteY3" fmla="*/ 0 h 32454"/>
                <a:gd name="connsiteX4" fmla="*/ 270479 w 270478"/>
                <a:gd name="connsiteY4" fmla="*/ 0 h 324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0478" h="32454">
                  <a:moveTo>
                    <a:pt x="135324" y="32454"/>
                  </a:moveTo>
                  <a:lnTo>
                    <a:pt x="13332" y="32454"/>
                  </a:lnTo>
                  <a:cubicBezTo>
                    <a:pt x="5959" y="32454"/>
                    <a:pt x="0" y="26494"/>
                    <a:pt x="0" y="19122"/>
                  </a:cubicBezTo>
                  <a:lnTo>
                    <a:pt x="0" y="0"/>
                  </a:lnTo>
                  <a:lnTo>
                    <a:pt x="270479" y="0"/>
                  </a:lnTo>
                </a:path>
              </a:pathLst>
            </a:custGeom>
            <a:noFill/>
            <a:ln w="8472" cap="flat">
              <a:solidFill>
                <a:srgbClr val="01355A"/>
              </a:solidFill>
              <a:prstDash val="solid"/>
              <a:miter/>
            </a:ln>
          </p:spPr>
          <p:txBody>
            <a:bodyPr rtlCol="1" anchor="ctr"/>
            <a:lstStyle/>
            <a:p>
              <a:endParaRPr lang="ar-SA"/>
            </a:p>
          </p:txBody>
        </p:sp>
        <p:sp>
          <p:nvSpPr>
            <p:cNvPr id="10136" name="شكل حر: شكل 11311">
              <a:extLst>
                <a:ext uri="{FF2B5EF4-FFF2-40B4-BE49-F238E27FC236}">
                  <a16:creationId xmlns:a16="http://schemas.microsoft.com/office/drawing/2014/main" id="{2A20B682-21F5-FFD3-B181-F502EAF2D821}"/>
                </a:ext>
              </a:extLst>
            </p:cNvPr>
            <p:cNvSpPr/>
            <p:nvPr/>
          </p:nvSpPr>
          <p:spPr>
            <a:xfrm>
              <a:off x="7378767" y="3582034"/>
              <a:ext cx="60877" cy="45305"/>
            </a:xfrm>
            <a:custGeom>
              <a:avLst/>
              <a:gdLst>
                <a:gd name="connsiteX0" fmla="*/ 0 w 60877"/>
                <a:gd name="connsiteY0" fmla="*/ 45306 h 45305"/>
                <a:gd name="connsiteX1" fmla="*/ 57903 w 60877"/>
                <a:gd name="connsiteY1" fmla="*/ 45306 h 45305"/>
                <a:gd name="connsiteX2" fmla="*/ 59542 w 60877"/>
                <a:gd name="connsiteY2" fmla="*/ 41069 h 45305"/>
                <a:gd name="connsiteX3" fmla="*/ 59542 w 60877"/>
                <a:gd name="connsiteY3" fmla="*/ 41069 h 45305"/>
                <a:gd name="connsiteX4" fmla="*/ 43159 w 60877"/>
                <a:gd name="connsiteY4" fmla="*/ 21297 h 45305"/>
                <a:gd name="connsiteX5" fmla="*/ 42030 w 60877"/>
                <a:gd name="connsiteY5" fmla="*/ 0 h 45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877" h="45305">
                  <a:moveTo>
                    <a:pt x="0" y="45306"/>
                  </a:moveTo>
                  <a:lnTo>
                    <a:pt x="57903" y="45306"/>
                  </a:lnTo>
                  <a:cubicBezTo>
                    <a:pt x="60841" y="45306"/>
                    <a:pt x="61999" y="42340"/>
                    <a:pt x="59542" y="41069"/>
                  </a:cubicBezTo>
                  <a:lnTo>
                    <a:pt x="59542" y="41069"/>
                  </a:lnTo>
                  <a:cubicBezTo>
                    <a:pt x="50729" y="36549"/>
                    <a:pt x="44798" y="29375"/>
                    <a:pt x="43159" y="21297"/>
                  </a:cubicBezTo>
                  <a:cubicBezTo>
                    <a:pt x="41041" y="10733"/>
                    <a:pt x="42030" y="0"/>
                    <a:pt x="42030" y="0"/>
                  </a:cubicBezTo>
                </a:path>
              </a:pathLst>
            </a:custGeom>
            <a:noFill/>
            <a:ln w="8472" cap="flat">
              <a:solidFill>
                <a:srgbClr val="01355A"/>
              </a:solidFill>
              <a:prstDash val="solid"/>
              <a:miter/>
            </a:ln>
          </p:spPr>
          <p:txBody>
            <a:bodyPr rtlCol="1" anchor="ctr"/>
            <a:lstStyle/>
            <a:p>
              <a:endParaRPr lang="ar-SA"/>
            </a:p>
          </p:txBody>
        </p:sp>
        <p:sp>
          <p:nvSpPr>
            <p:cNvPr id="10137" name="شكل حر: شكل 11312">
              <a:extLst>
                <a:ext uri="{FF2B5EF4-FFF2-40B4-BE49-F238E27FC236}">
                  <a16:creationId xmlns:a16="http://schemas.microsoft.com/office/drawing/2014/main" id="{2764B259-9AE2-DE5E-AD6A-9A467122BACF}"/>
                </a:ext>
              </a:extLst>
            </p:cNvPr>
            <p:cNvSpPr/>
            <p:nvPr/>
          </p:nvSpPr>
          <p:spPr>
            <a:xfrm>
              <a:off x="7378089" y="3565143"/>
              <a:ext cx="1299" cy="1299"/>
            </a:xfrm>
            <a:custGeom>
              <a:avLst/>
              <a:gdLst>
                <a:gd name="connsiteX0" fmla="*/ 0 w 1299"/>
                <a:gd name="connsiteY0" fmla="*/ 650 h 1299"/>
                <a:gd name="connsiteX1" fmla="*/ 650 w 1299"/>
                <a:gd name="connsiteY1" fmla="*/ 1300 h 1299"/>
                <a:gd name="connsiteX2" fmla="*/ 1300 w 1299"/>
                <a:gd name="connsiteY2" fmla="*/ 650 h 1299"/>
                <a:gd name="connsiteX3" fmla="*/ 650 w 1299"/>
                <a:gd name="connsiteY3" fmla="*/ 0 h 1299"/>
                <a:gd name="connsiteX4" fmla="*/ 0 w 1299"/>
                <a:gd name="connsiteY4" fmla="*/ 650 h 1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9" h="1299">
                  <a:moveTo>
                    <a:pt x="0" y="650"/>
                  </a:moveTo>
                  <a:cubicBezTo>
                    <a:pt x="0" y="1017"/>
                    <a:pt x="283" y="1300"/>
                    <a:pt x="650" y="1300"/>
                  </a:cubicBezTo>
                  <a:cubicBezTo>
                    <a:pt x="1017" y="1300"/>
                    <a:pt x="1300" y="1017"/>
                    <a:pt x="1300" y="650"/>
                  </a:cubicBezTo>
                  <a:cubicBezTo>
                    <a:pt x="1300" y="283"/>
                    <a:pt x="1017" y="0"/>
                    <a:pt x="650" y="0"/>
                  </a:cubicBezTo>
                  <a:cubicBezTo>
                    <a:pt x="283" y="0"/>
                    <a:pt x="0" y="283"/>
                    <a:pt x="0" y="650"/>
                  </a:cubicBezTo>
                  <a:close/>
                </a:path>
              </a:pathLst>
            </a:custGeom>
            <a:noFill/>
            <a:ln w="8472" cap="flat">
              <a:solidFill>
                <a:srgbClr val="01355A"/>
              </a:solidFill>
              <a:prstDash val="solid"/>
              <a:miter/>
            </a:ln>
          </p:spPr>
          <p:txBody>
            <a:bodyPr rtlCol="1" anchor="ctr"/>
            <a:lstStyle/>
            <a:p>
              <a:endParaRPr lang="ar-SA"/>
            </a:p>
          </p:txBody>
        </p:sp>
        <p:sp>
          <p:nvSpPr>
            <p:cNvPr id="10138" name="شكل حر: شكل 11313">
              <a:extLst>
                <a:ext uri="{FF2B5EF4-FFF2-40B4-BE49-F238E27FC236}">
                  <a16:creationId xmlns:a16="http://schemas.microsoft.com/office/drawing/2014/main" id="{244BFCE7-C2C0-03D9-24A5-9869071580A8}"/>
                </a:ext>
              </a:extLst>
            </p:cNvPr>
            <p:cNvSpPr/>
            <p:nvPr/>
          </p:nvSpPr>
          <p:spPr>
            <a:xfrm>
              <a:off x="7378655" y="3549579"/>
              <a:ext cx="135323" cy="32454"/>
            </a:xfrm>
            <a:custGeom>
              <a:avLst/>
              <a:gdLst>
                <a:gd name="connsiteX0" fmla="*/ 0 w 135323"/>
                <a:gd name="connsiteY0" fmla="*/ 32454 h 32454"/>
                <a:gd name="connsiteX1" fmla="*/ 121992 w 135323"/>
                <a:gd name="connsiteY1" fmla="*/ 32454 h 32454"/>
                <a:gd name="connsiteX2" fmla="*/ 135324 w 135323"/>
                <a:gd name="connsiteY2" fmla="*/ 19122 h 32454"/>
                <a:gd name="connsiteX3" fmla="*/ 135324 w 135323"/>
                <a:gd name="connsiteY3" fmla="*/ 0 h 32454"/>
              </a:gdLst>
              <a:ahLst/>
              <a:cxnLst>
                <a:cxn ang="0">
                  <a:pos x="connsiteX0" y="connsiteY0"/>
                </a:cxn>
                <a:cxn ang="0">
                  <a:pos x="connsiteX1" y="connsiteY1"/>
                </a:cxn>
                <a:cxn ang="0">
                  <a:pos x="connsiteX2" y="connsiteY2"/>
                </a:cxn>
                <a:cxn ang="0">
                  <a:pos x="connsiteX3" y="connsiteY3"/>
                </a:cxn>
              </a:cxnLst>
              <a:rect l="l" t="t" r="r" b="b"/>
              <a:pathLst>
                <a:path w="135323" h="32454">
                  <a:moveTo>
                    <a:pt x="0" y="32454"/>
                  </a:moveTo>
                  <a:lnTo>
                    <a:pt x="121992" y="32454"/>
                  </a:lnTo>
                  <a:cubicBezTo>
                    <a:pt x="129364" y="32454"/>
                    <a:pt x="135324" y="26494"/>
                    <a:pt x="135324" y="19122"/>
                  </a:cubicBezTo>
                  <a:lnTo>
                    <a:pt x="135324" y="0"/>
                  </a:lnTo>
                </a:path>
              </a:pathLst>
            </a:custGeom>
            <a:noFill/>
            <a:ln w="8472" cap="flat">
              <a:solidFill>
                <a:srgbClr val="01355A"/>
              </a:solidFill>
              <a:prstDash val="solid"/>
              <a:miter/>
            </a:ln>
          </p:spPr>
          <p:txBody>
            <a:bodyPr rtlCol="1" anchor="ctr"/>
            <a:lstStyle/>
            <a:p>
              <a:endParaRPr lang="ar-SA"/>
            </a:p>
          </p:txBody>
        </p:sp>
        <p:sp>
          <p:nvSpPr>
            <p:cNvPr id="10139" name="شكل حر: شكل 11314">
              <a:extLst>
                <a:ext uri="{FF2B5EF4-FFF2-40B4-BE49-F238E27FC236}">
                  <a16:creationId xmlns:a16="http://schemas.microsoft.com/office/drawing/2014/main" id="{AF5B490C-E969-9AD1-11EA-26C076235A97}"/>
                </a:ext>
              </a:extLst>
            </p:cNvPr>
            <p:cNvSpPr/>
            <p:nvPr/>
          </p:nvSpPr>
          <p:spPr>
            <a:xfrm>
              <a:off x="7243528" y="3494303"/>
              <a:ext cx="2824" cy="55248"/>
            </a:xfrm>
            <a:custGeom>
              <a:avLst/>
              <a:gdLst>
                <a:gd name="connsiteX0" fmla="*/ 0 w 2824"/>
                <a:gd name="connsiteY0" fmla="*/ 0 h 55248"/>
                <a:gd name="connsiteX1" fmla="*/ 0 w 2824"/>
                <a:gd name="connsiteY1" fmla="*/ 19151 h 55248"/>
                <a:gd name="connsiteX2" fmla="*/ 0 w 2824"/>
                <a:gd name="connsiteY2" fmla="*/ 55248 h 55248"/>
              </a:gdLst>
              <a:ahLst/>
              <a:cxnLst>
                <a:cxn ang="0">
                  <a:pos x="connsiteX0" y="connsiteY0"/>
                </a:cxn>
                <a:cxn ang="0">
                  <a:pos x="connsiteX1" y="connsiteY1"/>
                </a:cxn>
                <a:cxn ang="0">
                  <a:pos x="connsiteX2" y="connsiteY2"/>
                </a:cxn>
              </a:cxnLst>
              <a:rect l="l" t="t" r="r" b="b"/>
              <a:pathLst>
                <a:path w="2824" h="55248">
                  <a:moveTo>
                    <a:pt x="0" y="0"/>
                  </a:moveTo>
                  <a:lnTo>
                    <a:pt x="0" y="19151"/>
                  </a:lnTo>
                  <a:lnTo>
                    <a:pt x="0" y="55248"/>
                  </a:lnTo>
                </a:path>
              </a:pathLst>
            </a:custGeom>
            <a:noFill/>
            <a:ln w="8472" cap="flat">
              <a:solidFill>
                <a:srgbClr val="01355A"/>
              </a:solidFill>
              <a:prstDash val="solid"/>
              <a:miter/>
            </a:ln>
          </p:spPr>
          <p:txBody>
            <a:bodyPr rtlCol="1" anchor="ctr"/>
            <a:lstStyle/>
            <a:p>
              <a:endParaRPr lang="ar-SA"/>
            </a:p>
          </p:txBody>
        </p:sp>
        <p:sp>
          <p:nvSpPr>
            <p:cNvPr id="10140" name="شكل حر: شكل 11315">
              <a:extLst>
                <a:ext uri="{FF2B5EF4-FFF2-40B4-BE49-F238E27FC236}">
                  <a16:creationId xmlns:a16="http://schemas.microsoft.com/office/drawing/2014/main" id="{440D957A-BCFE-9B2F-E486-5E2BB24BCDD0}"/>
                </a:ext>
              </a:extLst>
            </p:cNvPr>
            <p:cNvSpPr/>
            <p:nvPr/>
          </p:nvSpPr>
          <p:spPr>
            <a:xfrm>
              <a:off x="7389331" y="3370475"/>
              <a:ext cx="124647" cy="179076"/>
            </a:xfrm>
            <a:custGeom>
              <a:avLst/>
              <a:gdLst>
                <a:gd name="connsiteX0" fmla="*/ 124648 w 124647"/>
                <a:gd name="connsiteY0" fmla="*/ 179076 h 179076"/>
                <a:gd name="connsiteX1" fmla="*/ 124648 w 124647"/>
                <a:gd name="connsiteY1" fmla="*/ 14462 h 179076"/>
                <a:gd name="connsiteX2" fmla="*/ 110186 w 124647"/>
                <a:gd name="connsiteY2" fmla="*/ 0 h 179076"/>
                <a:gd name="connsiteX3" fmla="*/ 0 w 124647"/>
                <a:gd name="connsiteY3" fmla="*/ 0 h 179076"/>
              </a:gdLst>
              <a:ahLst/>
              <a:cxnLst>
                <a:cxn ang="0">
                  <a:pos x="connsiteX0" y="connsiteY0"/>
                </a:cxn>
                <a:cxn ang="0">
                  <a:pos x="connsiteX1" y="connsiteY1"/>
                </a:cxn>
                <a:cxn ang="0">
                  <a:pos x="connsiteX2" y="connsiteY2"/>
                </a:cxn>
                <a:cxn ang="0">
                  <a:pos x="connsiteX3" y="connsiteY3"/>
                </a:cxn>
              </a:cxnLst>
              <a:rect l="l" t="t" r="r" b="b"/>
              <a:pathLst>
                <a:path w="124647" h="179076">
                  <a:moveTo>
                    <a:pt x="124648" y="179076"/>
                  </a:moveTo>
                  <a:lnTo>
                    <a:pt x="124648" y="14462"/>
                  </a:lnTo>
                  <a:cubicBezTo>
                    <a:pt x="124648" y="6468"/>
                    <a:pt x="118179" y="0"/>
                    <a:pt x="110186" y="0"/>
                  </a:cubicBezTo>
                  <a:lnTo>
                    <a:pt x="0" y="0"/>
                  </a:lnTo>
                </a:path>
              </a:pathLst>
            </a:custGeom>
            <a:noFill/>
            <a:ln w="8472" cap="flat">
              <a:solidFill>
                <a:srgbClr val="01355A"/>
              </a:solidFill>
              <a:prstDash val="solid"/>
              <a:miter/>
            </a:ln>
          </p:spPr>
          <p:txBody>
            <a:bodyPr rtlCol="1" anchor="ctr"/>
            <a:lstStyle/>
            <a:p>
              <a:endParaRPr lang="ar-SA"/>
            </a:p>
          </p:txBody>
        </p:sp>
        <p:sp>
          <p:nvSpPr>
            <p:cNvPr id="10141" name="شكل حر: شكل 11316">
              <a:extLst>
                <a:ext uri="{FF2B5EF4-FFF2-40B4-BE49-F238E27FC236}">
                  <a16:creationId xmlns:a16="http://schemas.microsoft.com/office/drawing/2014/main" id="{E26F4E2A-955D-DC9F-C97E-266CF2E98F7C}"/>
                </a:ext>
              </a:extLst>
            </p:cNvPr>
            <p:cNvSpPr/>
            <p:nvPr/>
          </p:nvSpPr>
          <p:spPr>
            <a:xfrm>
              <a:off x="7258752" y="3654229"/>
              <a:ext cx="241329" cy="40730"/>
            </a:xfrm>
            <a:custGeom>
              <a:avLst/>
              <a:gdLst>
                <a:gd name="connsiteX0" fmla="*/ 213084 w 241329"/>
                <a:gd name="connsiteY0" fmla="*/ 0 h 40730"/>
                <a:gd name="connsiteX1" fmla="*/ 28245 w 241329"/>
                <a:gd name="connsiteY1" fmla="*/ 0 h 40730"/>
                <a:gd name="connsiteX2" fmla="*/ 0 w 241329"/>
                <a:gd name="connsiteY2" fmla="*/ 40730 h 40730"/>
                <a:gd name="connsiteX3" fmla="*/ 241330 w 241329"/>
                <a:gd name="connsiteY3" fmla="*/ 40730 h 40730"/>
                <a:gd name="connsiteX4" fmla="*/ 213084 w 241329"/>
                <a:gd name="connsiteY4" fmla="*/ 0 h 407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329" h="40730">
                  <a:moveTo>
                    <a:pt x="213084" y="0"/>
                  </a:moveTo>
                  <a:lnTo>
                    <a:pt x="28245" y="0"/>
                  </a:lnTo>
                  <a:lnTo>
                    <a:pt x="0" y="40730"/>
                  </a:lnTo>
                  <a:lnTo>
                    <a:pt x="241330" y="40730"/>
                  </a:lnTo>
                  <a:lnTo>
                    <a:pt x="213084" y="0"/>
                  </a:lnTo>
                  <a:close/>
                </a:path>
              </a:pathLst>
            </a:custGeom>
            <a:noFill/>
            <a:ln w="8472" cap="flat">
              <a:solidFill>
                <a:srgbClr val="01355A"/>
              </a:solidFill>
              <a:prstDash val="solid"/>
              <a:miter/>
            </a:ln>
          </p:spPr>
          <p:txBody>
            <a:bodyPr rtlCol="1" anchor="ctr"/>
            <a:lstStyle/>
            <a:p>
              <a:endParaRPr lang="ar-SA"/>
            </a:p>
          </p:txBody>
        </p:sp>
        <p:sp>
          <p:nvSpPr>
            <p:cNvPr id="10142" name="شكل حر: شكل 11317">
              <a:extLst>
                <a:ext uri="{FF2B5EF4-FFF2-40B4-BE49-F238E27FC236}">
                  <a16:creationId xmlns:a16="http://schemas.microsoft.com/office/drawing/2014/main" id="{F44BB939-5375-AB1C-8C21-535568938BDA}"/>
                </a:ext>
              </a:extLst>
            </p:cNvPr>
            <p:cNvSpPr/>
            <p:nvPr/>
          </p:nvSpPr>
          <p:spPr>
            <a:xfrm>
              <a:off x="7238614" y="3315509"/>
              <a:ext cx="133770" cy="83493"/>
            </a:xfrm>
            <a:custGeom>
              <a:avLst/>
              <a:gdLst>
                <a:gd name="connsiteX0" fmla="*/ 11355 w 133770"/>
                <a:gd name="connsiteY0" fmla="*/ 0 h 83493"/>
                <a:gd name="connsiteX1" fmla="*/ 122416 w 133770"/>
                <a:gd name="connsiteY1" fmla="*/ 0 h 83493"/>
                <a:gd name="connsiteX2" fmla="*/ 133770 w 133770"/>
                <a:gd name="connsiteY2" fmla="*/ 11355 h 83493"/>
                <a:gd name="connsiteX3" fmla="*/ 133770 w 133770"/>
                <a:gd name="connsiteY3" fmla="*/ 72139 h 83493"/>
                <a:gd name="connsiteX4" fmla="*/ 122416 w 133770"/>
                <a:gd name="connsiteY4" fmla="*/ 83494 h 83493"/>
                <a:gd name="connsiteX5" fmla="*/ 11355 w 133770"/>
                <a:gd name="connsiteY5" fmla="*/ 83494 h 83493"/>
                <a:gd name="connsiteX6" fmla="*/ 0 w 133770"/>
                <a:gd name="connsiteY6" fmla="*/ 72139 h 83493"/>
                <a:gd name="connsiteX7" fmla="*/ 0 w 133770"/>
                <a:gd name="connsiteY7" fmla="*/ 11355 h 83493"/>
                <a:gd name="connsiteX8" fmla="*/ 11355 w 133770"/>
                <a:gd name="connsiteY8" fmla="*/ 0 h 83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770" h="83493">
                  <a:moveTo>
                    <a:pt x="11355" y="0"/>
                  </a:moveTo>
                  <a:lnTo>
                    <a:pt x="122416" y="0"/>
                  </a:lnTo>
                  <a:cubicBezTo>
                    <a:pt x="128687" y="0"/>
                    <a:pt x="133770" y="5084"/>
                    <a:pt x="133770" y="11355"/>
                  </a:cubicBezTo>
                  <a:lnTo>
                    <a:pt x="133770" y="72139"/>
                  </a:lnTo>
                  <a:cubicBezTo>
                    <a:pt x="133770" y="78409"/>
                    <a:pt x="128687" y="83494"/>
                    <a:pt x="122416" y="83494"/>
                  </a:cubicBezTo>
                  <a:lnTo>
                    <a:pt x="11355" y="83494"/>
                  </a:lnTo>
                  <a:cubicBezTo>
                    <a:pt x="5084" y="83494"/>
                    <a:pt x="0" y="78409"/>
                    <a:pt x="0" y="72139"/>
                  </a:cubicBezTo>
                  <a:lnTo>
                    <a:pt x="0" y="11355"/>
                  </a:lnTo>
                  <a:cubicBezTo>
                    <a:pt x="0" y="5084"/>
                    <a:pt x="5084" y="0"/>
                    <a:pt x="11355" y="0"/>
                  </a:cubicBezTo>
                  <a:close/>
                </a:path>
              </a:pathLst>
            </a:custGeom>
            <a:noFill/>
            <a:ln w="8472" cap="flat">
              <a:solidFill>
                <a:srgbClr val="17A3A3"/>
              </a:solidFill>
              <a:prstDash val="solid"/>
              <a:miter/>
            </a:ln>
          </p:spPr>
          <p:txBody>
            <a:bodyPr rtlCol="1" anchor="ctr"/>
            <a:lstStyle/>
            <a:p>
              <a:endParaRPr lang="ar-SA"/>
            </a:p>
          </p:txBody>
        </p:sp>
        <p:grpSp>
          <p:nvGrpSpPr>
            <p:cNvPr id="10143" name="رسم 8014">
              <a:extLst>
                <a:ext uri="{FF2B5EF4-FFF2-40B4-BE49-F238E27FC236}">
                  <a16:creationId xmlns:a16="http://schemas.microsoft.com/office/drawing/2014/main" id="{F1EEE724-05CB-200F-38E2-F115491A696B}"/>
                </a:ext>
              </a:extLst>
            </p:cNvPr>
            <p:cNvGrpSpPr/>
            <p:nvPr/>
          </p:nvGrpSpPr>
          <p:grpSpPr>
            <a:xfrm>
              <a:off x="7193872" y="3408013"/>
              <a:ext cx="181381" cy="85470"/>
              <a:chOff x="7193872" y="3408013"/>
              <a:chExt cx="181381" cy="85470"/>
            </a:xfrm>
            <a:noFill/>
          </p:grpSpPr>
          <p:sp>
            <p:nvSpPr>
              <p:cNvPr id="10145" name="شكل حر: شكل 11319">
                <a:extLst>
                  <a:ext uri="{FF2B5EF4-FFF2-40B4-BE49-F238E27FC236}">
                    <a16:creationId xmlns:a16="http://schemas.microsoft.com/office/drawing/2014/main" id="{3B588A95-EA84-8A6F-3C5E-4ABBED9E40C0}"/>
                  </a:ext>
                </a:extLst>
              </p:cNvPr>
              <p:cNvSpPr/>
              <p:nvPr/>
            </p:nvSpPr>
            <p:spPr>
              <a:xfrm>
                <a:off x="7193872" y="3408013"/>
                <a:ext cx="15026" cy="85470"/>
              </a:xfrm>
              <a:custGeom>
                <a:avLst/>
                <a:gdLst>
                  <a:gd name="connsiteX0" fmla="*/ 0 w 15026"/>
                  <a:gd name="connsiteY0" fmla="*/ 85471 h 85470"/>
                  <a:gd name="connsiteX1" fmla="*/ 9378 w 15026"/>
                  <a:gd name="connsiteY1" fmla="*/ 85471 h 85470"/>
                  <a:gd name="connsiteX2" fmla="*/ 15027 w 15026"/>
                  <a:gd name="connsiteY2" fmla="*/ 79822 h 85470"/>
                  <a:gd name="connsiteX3" fmla="*/ 15027 w 15026"/>
                  <a:gd name="connsiteY3" fmla="*/ 5649 h 85470"/>
                  <a:gd name="connsiteX4" fmla="*/ 9378 w 15026"/>
                  <a:gd name="connsiteY4" fmla="*/ 0 h 85470"/>
                  <a:gd name="connsiteX5" fmla="*/ 0 w 15026"/>
                  <a:gd name="connsiteY5" fmla="*/ 0 h 85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26" h="85470">
                    <a:moveTo>
                      <a:pt x="0" y="85471"/>
                    </a:moveTo>
                    <a:lnTo>
                      <a:pt x="9378" y="85471"/>
                    </a:lnTo>
                    <a:cubicBezTo>
                      <a:pt x="12513" y="85471"/>
                      <a:pt x="15027" y="82929"/>
                      <a:pt x="15027" y="79822"/>
                    </a:cubicBezTo>
                    <a:lnTo>
                      <a:pt x="15027" y="5649"/>
                    </a:lnTo>
                    <a:cubicBezTo>
                      <a:pt x="15027" y="2514"/>
                      <a:pt x="12485" y="0"/>
                      <a:pt x="9378" y="0"/>
                    </a:cubicBezTo>
                    <a:lnTo>
                      <a:pt x="0" y="0"/>
                    </a:lnTo>
                  </a:path>
                </a:pathLst>
              </a:custGeom>
              <a:noFill/>
              <a:ln w="8472" cap="flat">
                <a:solidFill>
                  <a:srgbClr val="17A3A3"/>
                </a:solidFill>
                <a:prstDash val="solid"/>
                <a:miter/>
              </a:ln>
            </p:spPr>
            <p:txBody>
              <a:bodyPr rtlCol="1" anchor="ctr"/>
              <a:lstStyle/>
              <a:p>
                <a:endParaRPr lang="ar-SA"/>
              </a:p>
            </p:txBody>
          </p:sp>
          <p:sp>
            <p:nvSpPr>
              <p:cNvPr id="10146" name="شكل حر: شكل 11320">
                <a:extLst>
                  <a:ext uri="{FF2B5EF4-FFF2-40B4-BE49-F238E27FC236}">
                    <a16:creationId xmlns:a16="http://schemas.microsoft.com/office/drawing/2014/main" id="{14BD6AC2-651C-55D2-71B6-DA7B2C4AC7A5}"/>
                  </a:ext>
                </a:extLst>
              </p:cNvPr>
              <p:cNvSpPr/>
              <p:nvPr/>
            </p:nvSpPr>
            <p:spPr>
              <a:xfrm>
                <a:off x="7209662" y="3417316"/>
                <a:ext cx="120318" cy="39477"/>
              </a:xfrm>
              <a:custGeom>
                <a:avLst/>
                <a:gdLst>
                  <a:gd name="connsiteX0" fmla="*/ 70218 w 120318"/>
                  <a:gd name="connsiteY0" fmla="*/ 39477 h 39477"/>
                  <a:gd name="connsiteX1" fmla="*/ 81997 w 120318"/>
                  <a:gd name="connsiteY1" fmla="*/ 39477 h 39477"/>
                  <a:gd name="connsiteX2" fmla="*/ 113518 w 120318"/>
                  <a:gd name="connsiteY2" fmla="*/ 29789 h 39477"/>
                  <a:gd name="connsiteX3" fmla="*/ 117077 w 120318"/>
                  <a:gd name="connsiteY3" fmla="*/ 27388 h 39477"/>
                  <a:gd name="connsiteX4" fmla="*/ 119394 w 120318"/>
                  <a:gd name="connsiteY4" fmla="*/ 17813 h 39477"/>
                  <a:gd name="connsiteX5" fmla="*/ 119054 w 120318"/>
                  <a:gd name="connsiteY5" fmla="*/ 17474 h 39477"/>
                  <a:gd name="connsiteX6" fmla="*/ 98887 w 120318"/>
                  <a:gd name="connsiteY6" fmla="*/ 13124 h 39477"/>
                  <a:gd name="connsiteX7" fmla="*/ 74286 w 120318"/>
                  <a:gd name="connsiteY7" fmla="*/ 12136 h 39477"/>
                  <a:gd name="connsiteX8" fmla="*/ 0 w 120318"/>
                  <a:gd name="connsiteY8" fmla="*/ 11740 h 39477"/>
                  <a:gd name="connsiteX9" fmla="*/ 0 w 120318"/>
                  <a:gd name="connsiteY9" fmla="*/ 11740 h 39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0318" h="39477">
                    <a:moveTo>
                      <a:pt x="70218" y="39477"/>
                    </a:moveTo>
                    <a:lnTo>
                      <a:pt x="81997" y="39477"/>
                    </a:lnTo>
                    <a:cubicBezTo>
                      <a:pt x="93238" y="39477"/>
                      <a:pt x="104226" y="36116"/>
                      <a:pt x="113518" y="29789"/>
                    </a:cubicBezTo>
                    <a:lnTo>
                      <a:pt x="117077" y="27388"/>
                    </a:lnTo>
                    <a:cubicBezTo>
                      <a:pt x="120213" y="25270"/>
                      <a:pt x="121258" y="21089"/>
                      <a:pt x="119394" y="17813"/>
                    </a:cubicBezTo>
                    <a:cubicBezTo>
                      <a:pt x="119394" y="17813"/>
                      <a:pt x="119281" y="17700"/>
                      <a:pt x="119054" y="17474"/>
                    </a:cubicBezTo>
                    <a:cubicBezTo>
                      <a:pt x="113631" y="12475"/>
                      <a:pt x="105949" y="10978"/>
                      <a:pt x="98887" y="13124"/>
                    </a:cubicBezTo>
                    <a:cubicBezTo>
                      <a:pt x="85358" y="17248"/>
                      <a:pt x="74286" y="12136"/>
                      <a:pt x="74286" y="12136"/>
                    </a:cubicBezTo>
                    <a:cubicBezTo>
                      <a:pt x="46153" y="-5518"/>
                      <a:pt x="19857" y="-2382"/>
                      <a:pt x="0" y="11740"/>
                    </a:cubicBezTo>
                    <a:lnTo>
                      <a:pt x="0" y="11740"/>
                    </a:lnTo>
                  </a:path>
                </a:pathLst>
              </a:custGeom>
              <a:noFill/>
              <a:ln w="8472" cap="flat">
                <a:solidFill>
                  <a:srgbClr val="17A3A3"/>
                </a:solidFill>
                <a:prstDash val="solid"/>
                <a:miter/>
              </a:ln>
            </p:spPr>
            <p:txBody>
              <a:bodyPr rtlCol="1" anchor="ctr"/>
              <a:lstStyle/>
              <a:p>
                <a:endParaRPr lang="ar-SA"/>
              </a:p>
            </p:txBody>
          </p:sp>
          <p:sp>
            <p:nvSpPr>
              <p:cNvPr id="10147" name="شكل حر: شكل 11321">
                <a:extLst>
                  <a:ext uri="{FF2B5EF4-FFF2-40B4-BE49-F238E27FC236}">
                    <a16:creationId xmlns:a16="http://schemas.microsoft.com/office/drawing/2014/main" id="{AFD652E4-2693-1B57-DBB3-6B7777BDD65E}"/>
                  </a:ext>
                </a:extLst>
              </p:cNvPr>
              <p:cNvSpPr/>
              <p:nvPr/>
            </p:nvSpPr>
            <p:spPr>
              <a:xfrm>
                <a:off x="7209662" y="3424884"/>
                <a:ext cx="165592" cy="55122"/>
              </a:xfrm>
              <a:custGeom>
                <a:avLst/>
                <a:gdLst>
                  <a:gd name="connsiteX0" fmla="*/ 120213 w 165592"/>
                  <a:gd name="connsiteY0" fmla="*/ 14708 h 55122"/>
                  <a:gd name="connsiteX1" fmla="*/ 152949 w 165592"/>
                  <a:gd name="connsiteY1" fmla="*/ 76 h 55122"/>
                  <a:gd name="connsiteX2" fmla="*/ 165349 w 165592"/>
                  <a:gd name="connsiteY2" fmla="*/ 8578 h 55122"/>
                  <a:gd name="connsiteX3" fmla="*/ 165546 w 165592"/>
                  <a:gd name="connsiteY3" fmla="*/ 9765 h 55122"/>
                  <a:gd name="connsiteX4" fmla="*/ 165546 w 165592"/>
                  <a:gd name="connsiteY4" fmla="*/ 9765 h 55122"/>
                  <a:gd name="connsiteX5" fmla="*/ 161592 w 165592"/>
                  <a:gd name="connsiteY5" fmla="*/ 17447 h 55122"/>
                  <a:gd name="connsiteX6" fmla="*/ 108604 w 165592"/>
                  <a:gd name="connsiteY6" fmla="*/ 47218 h 55122"/>
                  <a:gd name="connsiteX7" fmla="*/ 73184 w 165592"/>
                  <a:gd name="connsiteY7" fmla="*/ 55014 h 55122"/>
                  <a:gd name="connsiteX8" fmla="*/ 0 w 165592"/>
                  <a:gd name="connsiteY8" fmla="*/ 49562 h 55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5592" h="55122">
                    <a:moveTo>
                      <a:pt x="120213" y="14708"/>
                    </a:moveTo>
                    <a:lnTo>
                      <a:pt x="152949" y="76"/>
                    </a:lnTo>
                    <a:cubicBezTo>
                      <a:pt x="158626" y="-573"/>
                      <a:pt x="164162" y="2986"/>
                      <a:pt x="165349" y="8578"/>
                    </a:cubicBezTo>
                    <a:cubicBezTo>
                      <a:pt x="165434" y="8974"/>
                      <a:pt x="165490" y="9369"/>
                      <a:pt x="165546" y="9765"/>
                    </a:cubicBezTo>
                    <a:lnTo>
                      <a:pt x="165546" y="9765"/>
                    </a:lnTo>
                    <a:cubicBezTo>
                      <a:pt x="165886" y="12900"/>
                      <a:pt x="164332" y="15922"/>
                      <a:pt x="161592" y="17447"/>
                    </a:cubicBezTo>
                    <a:lnTo>
                      <a:pt x="108604" y="47218"/>
                    </a:lnTo>
                    <a:cubicBezTo>
                      <a:pt x="97729" y="52952"/>
                      <a:pt x="85471" y="55720"/>
                      <a:pt x="73184" y="55014"/>
                    </a:cubicBezTo>
                    <a:cubicBezTo>
                      <a:pt x="26635" y="52359"/>
                      <a:pt x="0" y="49562"/>
                      <a:pt x="0" y="49562"/>
                    </a:cubicBezTo>
                  </a:path>
                </a:pathLst>
              </a:custGeom>
              <a:noFill/>
              <a:ln w="8472" cap="flat">
                <a:solidFill>
                  <a:srgbClr val="17A3A3"/>
                </a:solidFill>
                <a:prstDash val="solid"/>
                <a:miter/>
              </a:ln>
            </p:spPr>
            <p:txBody>
              <a:bodyPr rtlCol="1" anchor="ctr"/>
              <a:lstStyle/>
              <a:p>
                <a:endParaRPr lang="ar-SA"/>
              </a:p>
            </p:txBody>
          </p:sp>
        </p:grpSp>
        <p:sp>
          <p:nvSpPr>
            <p:cNvPr id="10144" name="شكل حر: شكل 11322">
              <a:extLst>
                <a:ext uri="{FF2B5EF4-FFF2-40B4-BE49-F238E27FC236}">
                  <a16:creationId xmlns:a16="http://schemas.microsoft.com/office/drawing/2014/main" id="{86724DB0-3EEE-C804-0FB0-19D6CDD3EEED}"/>
                </a:ext>
              </a:extLst>
            </p:cNvPr>
            <p:cNvSpPr/>
            <p:nvPr/>
          </p:nvSpPr>
          <p:spPr>
            <a:xfrm>
              <a:off x="7238642" y="3370475"/>
              <a:ext cx="133742" cy="2824"/>
            </a:xfrm>
            <a:custGeom>
              <a:avLst/>
              <a:gdLst>
                <a:gd name="connsiteX0" fmla="*/ 133742 w 133742"/>
                <a:gd name="connsiteY0" fmla="*/ 0 h 2824"/>
                <a:gd name="connsiteX1" fmla="*/ 0 w 133742"/>
                <a:gd name="connsiteY1" fmla="*/ 0 h 2824"/>
              </a:gdLst>
              <a:ahLst/>
              <a:cxnLst>
                <a:cxn ang="0">
                  <a:pos x="connsiteX0" y="connsiteY0"/>
                </a:cxn>
                <a:cxn ang="0">
                  <a:pos x="connsiteX1" y="connsiteY1"/>
                </a:cxn>
              </a:cxnLst>
              <a:rect l="l" t="t" r="r" b="b"/>
              <a:pathLst>
                <a:path w="133742" h="2824">
                  <a:moveTo>
                    <a:pt x="133742" y="0"/>
                  </a:moveTo>
                  <a:lnTo>
                    <a:pt x="0" y="0"/>
                  </a:lnTo>
                </a:path>
              </a:pathLst>
            </a:custGeom>
            <a:ln w="8472" cap="flat">
              <a:solidFill>
                <a:srgbClr val="17A3A3"/>
              </a:solidFill>
              <a:prstDash val="solid"/>
              <a:miter/>
            </a:ln>
          </p:spPr>
          <p:txBody>
            <a:bodyPr rtlCol="1" anchor="ctr"/>
            <a:lstStyle/>
            <a:p>
              <a:endParaRPr lang="ar-SA"/>
            </a:p>
          </p:txBody>
        </p:sp>
      </p:grpSp>
      <p:grpSp>
        <p:nvGrpSpPr>
          <p:cNvPr id="10148" name="رسم 8014">
            <a:extLst>
              <a:ext uri="{FF2B5EF4-FFF2-40B4-BE49-F238E27FC236}">
                <a16:creationId xmlns:a16="http://schemas.microsoft.com/office/drawing/2014/main" id="{6723438E-1F67-E6D8-CF5F-D86F3FB2B828}"/>
              </a:ext>
            </a:extLst>
          </p:cNvPr>
          <p:cNvGrpSpPr/>
          <p:nvPr/>
        </p:nvGrpSpPr>
        <p:grpSpPr>
          <a:xfrm>
            <a:off x="8522821" y="5313617"/>
            <a:ext cx="297152" cy="256312"/>
            <a:chOff x="9268756" y="4926151"/>
            <a:chExt cx="355186" cy="325190"/>
          </a:xfrm>
          <a:noFill/>
        </p:grpSpPr>
        <p:grpSp>
          <p:nvGrpSpPr>
            <p:cNvPr id="10149" name="رسم 8014">
              <a:extLst>
                <a:ext uri="{FF2B5EF4-FFF2-40B4-BE49-F238E27FC236}">
                  <a16:creationId xmlns:a16="http://schemas.microsoft.com/office/drawing/2014/main" id="{9CC731E1-BCB1-F1D1-6956-F05FC2E35C5D}"/>
                </a:ext>
              </a:extLst>
            </p:cNvPr>
            <p:cNvGrpSpPr/>
            <p:nvPr/>
          </p:nvGrpSpPr>
          <p:grpSpPr>
            <a:xfrm>
              <a:off x="9384365" y="5023767"/>
              <a:ext cx="123998" cy="161197"/>
              <a:chOff x="9384365" y="5023767"/>
              <a:chExt cx="123998" cy="161197"/>
            </a:xfrm>
            <a:noFill/>
          </p:grpSpPr>
          <p:sp>
            <p:nvSpPr>
              <p:cNvPr id="10160" name="شكل حر: شكل 11325">
                <a:extLst>
                  <a:ext uri="{FF2B5EF4-FFF2-40B4-BE49-F238E27FC236}">
                    <a16:creationId xmlns:a16="http://schemas.microsoft.com/office/drawing/2014/main" id="{148039EA-2A72-FF85-462A-B1B55D31678D}"/>
                  </a:ext>
                </a:extLst>
              </p:cNvPr>
              <p:cNvSpPr/>
              <p:nvPr/>
            </p:nvSpPr>
            <p:spPr>
              <a:xfrm>
                <a:off x="9413769" y="5023767"/>
                <a:ext cx="65133" cy="65134"/>
              </a:xfrm>
              <a:custGeom>
                <a:avLst/>
                <a:gdLst>
                  <a:gd name="connsiteX0" fmla="*/ 65134 w 65133"/>
                  <a:gd name="connsiteY0" fmla="*/ 32567 h 65134"/>
                  <a:gd name="connsiteX1" fmla="*/ 32566 w 65133"/>
                  <a:gd name="connsiteY1" fmla="*/ 65134 h 65134"/>
                  <a:gd name="connsiteX2" fmla="*/ 0 w 65133"/>
                  <a:gd name="connsiteY2" fmla="*/ 32567 h 65134"/>
                  <a:gd name="connsiteX3" fmla="*/ 32566 w 65133"/>
                  <a:gd name="connsiteY3" fmla="*/ 0 h 65134"/>
                  <a:gd name="connsiteX4" fmla="*/ 65134 w 65133"/>
                  <a:gd name="connsiteY4" fmla="*/ 32567 h 651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33" h="65134">
                    <a:moveTo>
                      <a:pt x="65134" y="32567"/>
                    </a:moveTo>
                    <a:cubicBezTo>
                      <a:pt x="65134" y="50559"/>
                      <a:pt x="50559" y="65134"/>
                      <a:pt x="32566" y="65134"/>
                    </a:cubicBezTo>
                    <a:cubicBezTo>
                      <a:pt x="14574" y="65134"/>
                      <a:pt x="0" y="50559"/>
                      <a:pt x="0" y="32567"/>
                    </a:cubicBezTo>
                    <a:cubicBezTo>
                      <a:pt x="0" y="14575"/>
                      <a:pt x="14574" y="0"/>
                      <a:pt x="32566" y="0"/>
                    </a:cubicBezTo>
                    <a:cubicBezTo>
                      <a:pt x="50559" y="0"/>
                      <a:pt x="65134" y="14575"/>
                      <a:pt x="65134" y="32567"/>
                    </a:cubicBezTo>
                    <a:close/>
                  </a:path>
                </a:pathLst>
              </a:custGeom>
              <a:noFill/>
              <a:ln w="8472" cap="flat">
                <a:solidFill>
                  <a:srgbClr val="17A3A3"/>
                </a:solidFill>
                <a:prstDash val="solid"/>
                <a:miter/>
              </a:ln>
            </p:spPr>
            <p:txBody>
              <a:bodyPr rtlCol="1" anchor="ctr"/>
              <a:lstStyle/>
              <a:p>
                <a:endParaRPr lang="ar-SA"/>
              </a:p>
            </p:txBody>
          </p:sp>
          <p:sp>
            <p:nvSpPr>
              <p:cNvPr id="10161" name="شكل حر: شكل 11326">
                <a:extLst>
                  <a:ext uri="{FF2B5EF4-FFF2-40B4-BE49-F238E27FC236}">
                    <a16:creationId xmlns:a16="http://schemas.microsoft.com/office/drawing/2014/main" id="{14F03D6D-963F-D9B8-33C2-02EC0B54B567}"/>
                  </a:ext>
                </a:extLst>
              </p:cNvPr>
              <p:cNvSpPr/>
              <p:nvPr/>
            </p:nvSpPr>
            <p:spPr>
              <a:xfrm>
                <a:off x="9384365" y="5105396"/>
                <a:ext cx="123998" cy="79567"/>
              </a:xfrm>
              <a:custGeom>
                <a:avLst/>
                <a:gdLst>
                  <a:gd name="connsiteX0" fmla="*/ 0 w 123998"/>
                  <a:gd name="connsiteY0" fmla="*/ 79568 h 79567"/>
                  <a:gd name="connsiteX1" fmla="*/ 0 w 123998"/>
                  <a:gd name="connsiteY1" fmla="*/ 21184 h 79567"/>
                  <a:gd name="connsiteX2" fmla="*/ 21184 w 123998"/>
                  <a:gd name="connsiteY2" fmla="*/ 0 h 79567"/>
                  <a:gd name="connsiteX3" fmla="*/ 102814 w 123998"/>
                  <a:gd name="connsiteY3" fmla="*/ 0 h 79567"/>
                  <a:gd name="connsiteX4" fmla="*/ 123998 w 123998"/>
                  <a:gd name="connsiteY4" fmla="*/ 21184 h 79567"/>
                  <a:gd name="connsiteX5" fmla="*/ 123998 w 123998"/>
                  <a:gd name="connsiteY5" fmla="*/ 30759 h 79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3998" h="79567">
                    <a:moveTo>
                      <a:pt x="0" y="79568"/>
                    </a:moveTo>
                    <a:lnTo>
                      <a:pt x="0" y="21184"/>
                    </a:lnTo>
                    <a:cubicBezTo>
                      <a:pt x="0" y="9490"/>
                      <a:pt x="9491" y="0"/>
                      <a:pt x="21184" y="0"/>
                    </a:cubicBezTo>
                    <a:lnTo>
                      <a:pt x="102814" y="0"/>
                    </a:lnTo>
                    <a:cubicBezTo>
                      <a:pt x="114507" y="0"/>
                      <a:pt x="123998" y="9490"/>
                      <a:pt x="123998" y="21184"/>
                    </a:cubicBezTo>
                    <a:lnTo>
                      <a:pt x="123998" y="30759"/>
                    </a:lnTo>
                  </a:path>
                </a:pathLst>
              </a:custGeom>
              <a:noFill/>
              <a:ln w="8472" cap="flat">
                <a:solidFill>
                  <a:srgbClr val="17A3A3"/>
                </a:solidFill>
                <a:prstDash val="solid"/>
                <a:miter/>
              </a:ln>
            </p:spPr>
            <p:txBody>
              <a:bodyPr rtlCol="1" anchor="ctr"/>
              <a:lstStyle/>
              <a:p>
                <a:endParaRPr lang="ar-SA"/>
              </a:p>
            </p:txBody>
          </p:sp>
          <p:sp>
            <p:nvSpPr>
              <p:cNvPr id="10162" name="شكل حر: شكل 11327">
                <a:extLst>
                  <a:ext uri="{FF2B5EF4-FFF2-40B4-BE49-F238E27FC236}">
                    <a16:creationId xmlns:a16="http://schemas.microsoft.com/office/drawing/2014/main" id="{8FB9321D-7A53-CAE3-8957-D783C81A055D}"/>
                  </a:ext>
                </a:extLst>
              </p:cNvPr>
              <p:cNvSpPr/>
              <p:nvPr/>
            </p:nvSpPr>
            <p:spPr>
              <a:xfrm>
                <a:off x="9446336" y="5105425"/>
                <a:ext cx="2824" cy="37735"/>
              </a:xfrm>
              <a:custGeom>
                <a:avLst/>
                <a:gdLst>
                  <a:gd name="connsiteX0" fmla="*/ 0 w 2824"/>
                  <a:gd name="connsiteY0" fmla="*/ 0 h 37735"/>
                  <a:gd name="connsiteX1" fmla="*/ 0 w 2824"/>
                  <a:gd name="connsiteY1" fmla="*/ 37736 h 37735"/>
                </a:gdLst>
                <a:ahLst/>
                <a:cxnLst>
                  <a:cxn ang="0">
                    <a:pos x="connsiteX0" y="connsiteY0"/>
                  </a:cxn>
                  <a:cxn ang="0">
                    <a:pos x="connsiteX1" y="connsiteY1"/>
                  </a:cxn>
                </a:cxnLst>
                <a:rect l="l" t="t" r="r" b="b"/>
                <a:pathLst>
                  <a:path w="2824" h="37735">
                    <a:moveTo>
                      <a:pt x="0" y="0"/>
                    </a:moveTo>
                    <a:lnTo>
                      <a:pt x="0" y="37736"/>
                    </a:lnTo>
                  </a:path>
                </a:pathLst>
              </a:custGeom>
              <a:ln w="8472" cap="flat">
                <a:solidFill>
                  <a:srgbClr val="17A3A3"/>
                </a:solidFill>
                <a:prstDash val="solid"/>
                <a:miter/>
              </a:ln>
            </p:spPr>
            <p:txBody>
              <a:bodyPr rtlCol="1" anchor="ctr"/>
              <a:lstStyle/>
              <a:p>
                <a:endParaRPr lang="ar-SA"/>
              </a:p>
            </p:txBody>
          </p:sp>
        </p:grpSp>
        <p:sp>
          <p:nvSpPr>
            <p:cNvPr id="10150" name="شكل حر: شكل 11328">
              <a:extLst>
                <a:ext uri="{FF2B5EF4-FFF2-40B4-BE49-F238E27FC236}">
                  <a16:creationId xmlns:a16="http://schemas.microsoft.com/office/drawing/2014/main" id="{98370551-2172-826B-0C44-6C6B7AD93455}"/>
                </a:ext>
              </a:extLst>
            </p:cNvPr>
            <p:cNvSpPr/>
            <p:nvPr/>
          </p:nvSpPr>
          <p:spPr>
            <a:xfrm>
              <a:off x="9268757" y="4926151"/>
              <a:ext cx="355158" cy="290363"/>
            </a:xfrm>
            <a:custGeom>
              <a:avLst/>
              <a:gdLst>
                <a:gd name="connsiteX0" fmla="*/ 229579 w 355158"/>
                <a:gd name="connsiteY0" fmla="*/ 290363 h 290363"/>
                <a:gd name="connsiteX1" fmla="*/ 19489 w 355158"/>
                <a:gd name="connsiteY1" fmla="*/ 290363 h 290363"/>
                <a:gd name="connsiteX2" fmla="*/ 0 w 355158"/>
                <a:gd name="connsiteY2" fmla="*/ 270874 h 290363"/>
                <a:gd name="connsiteX3" fmla="*/ 0 w 355158"/>
                <a:gd name="connsiteY3" fmla="*/ 19489 h 290363"/>
                <a:gd name="connsiteX4" fmla="*/ 19489 w 355158"/>
                <a:gd name="connsiteY4" fmla="*/ 0 h 290363"/>
                <a:gd name="connsiteX5" fmla="*/ 335669 w 355158"/>
                <a:gd name="connsiteY5" fmla="*/ 0 h 290363"/>
                <a:gd name="connsiteX6" fmla="*/ 355159 w 355158"/>
                <a:gd name="connsiteY6" fmla="*/ 19489 h 290363"/>
                <a:gd name="connsiteX7" fmla="*/ 355159 w 355158"/>
                <a:gd name="connsiteY7" fmla="*/ 239493 h 29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5158" h="290363">
                  <a:moveTo>
                    <a:pt x="229579" y="290363"/>
                  </a:moveTo>
                  <a:lnTo>
                    <a:pt x="19489" y="290363"/>
                  </a:lnTo>
                  <a:cubicBezTo>
                    <a:pt x="8728" y="290363"/>
                    <a:pt x="0" y="281635"/>
                    <a:pt x="0" y="270874"/>
                  </a:cubicBezTo>
                  <a:lnTo>
                    <a:pt x="0" y="19489"/>
                  </a:lnTo>
                  <a:cubicBezTo>
                    <a:pt x="0" y="8728"/>
                    <a:pt x="8728" y="0"/>
                    <a:pt x="19489" y="0"/>
                  </a:cubicBezTo>
                  <a:lnTo>
                    <a:pt x="335669" y="0"/>
                  </a:lnTo>
                  <a:cubicBezTo>
                    <a:pt x="346430" y="0"/>
                    <a:pt x="355159" y="8728"/>
                    <a:pt x="355159" y="19489"/>
                  </a:cubicBezTo>
                  <a:lnTo>
                    <a:pt x="355159" y="239493"/>
                  </a:lnTo>
                </a:path>
              </a:pathLst>
            </a:custGeom>
            <a:noFill/>
            <a:ln w="8472" cap="flat">
              <a:solidFill>
                <a:srgbClr val="01355A"/>
              </a:solidFill>
              <a:prstDash val="solid"/>
              <a:miter/>
            </a:ln>
          </p:spPr>
          <p:txBody>
            <a:bodyPr rtlCol="1" anchor="ctr"/>
            <a:lstStyle/>
            <a:p>
              <a:endParaRPr lang="ar-SA"/>
            </a:p>
          </p:txBody>
        </p:sp>
        <p:sp>
          <p:nvSpPr>
            <p:cNvPr id="10151" name="شكل حر: شكل 11329">
              <a:extLst>
                <a:ext uri="{FF2B5EF4-FFF2-40B4-BE49-F238E27FC236}">
                  <a16:creationId xmlns:a16="http://schemas.microsoft.com/office/drawing/2014/main" id="{49988324-C019-15D0-B54E-2B719B080010}"/>
                </a:ext>
              </a:extLst>
            </p:cNvPr>
            <p:cNvSpPr/>
            <p:nvPr/>
          </p:nvSpPr>
          <p:spPr>
            <a:xfrm>
              <a:off x="9309826" y="4961175"/>
              <a:ext cx="6665" cy="6666"/>
            </a:xfrm>
            <a:custGeom>
              <a:avLst/>
              <a:gdLst>
                <a:gd name="connsiteX0" fmla="*/ 6666 w 6665"/>
                <a:gd name="connsiteY0" fmla="*/ 3333 h 6666"/>
                <a:gd name="connsiteX1" fmla="*/ 3333 w 6665"/>
                <a:gd name="connsiteY1" fmla="*/ 0 h 6666"/>
                <a:gd name="connsiteX2" fmla="*/ 0 w 6665"/>
                <a:gd name="connsiteY2" fmla="*/ 3333 h 6666"/>
                <a:gd name="connsiteX3" fmla="*/ 3333 w 6665"/>
                <a:gd name="connsiteY3" fmla="*/ 6666 h 6666"/>
                <a:gd name="connsiteX4" fmla="*/ 6666 w 6665"/>
                <a:gd name="connsiteY4" fmla="*/ 3333 h 6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5" h="6666">
                  <a:moveTo>
                    <a:pt x="6666" y="3333"/>
                  </a:moveTo>
                  <a:cubicBezTo>
                    <a:pt x="6666" y="1497"/>
                    <a:pt x="5168" y="0"/>
                    <a:pt x="3333" y="0"/>
                  </a:cubicBezTo>
                  <a:cubicBezTo>
                    <a:pt x="1497" y="0"/>
                    <a:pt x="0" y="1497"/>
                    <a:pt x="0" y="3333"/>
                  </a:cubicBezTo>
                  <a:cubicBezTo>
                    <a:pt x="0" y="5169"/>
                    <a:pt x="1497" y="6666"/>
                    <a:pt x="3333" y="6666"/>
                  </a:cubicBezTo>
                  <a:cubicBezTo>
                    <a:pt x="5168" y="6666"/>
                    <a:pt x="6666" y="5169"/>
                    <a:pt x="6666" y="3333"/>
                  </a:cubicBezTo>
                  <a:close/>
                </a:path>
              </a:pathLst>
            </a:custGeom>
            <a:noFill/>
            <a:ln w="8472" cap="flat">
              <a:solidFill>
                <a:srgbClr val="01355A"/>
              </a:solidFill>
              <a:prstDash val="solid"/>
              <a:miter/>
            </a:ln>
          </p:spPr>
          <p:txBody>
            <a:bodyPr rtlCol="1" anchor="ctr"/>
            <a:lstStyle/>
            <a:p>
              <a:endParaRPr lang="ar-SA"/>
            </a:p>
          </p:txBody>
        </p:sp>
        <p:sp>
          <p:nvSpPr>
            <p:cNvPr id="10152" name="شكل حر: شكل 11330">
              <a:extLst>
                <a:ext uri="{FF2B5EF4-FFF2-40B4-BE49-F238E27FC236}">
                  <a16:creationId xmlns:a16="http://schemas.microsoft.com/office/drawing/2014/main" id="{CFDFDAD9-EBFB-601D-E1D1-3C367E0A253C}"/>
                </a:ext>
              </a:extLst>
            </p:cNvPr>
            <p:cNvSpPr/>
            <p:nvPr/>
          </p:nvSpPr>
          <p:spPr>
            <a:xfrm>
              <a:off x="9347929" y="4961175"/>
              <a:ext cx="6665" cy="6666"/>
            </a:xfrm>
            <a:custGeom>
              <a:avLst/>
              <a:gdLst>
                <a:gd name="connsiteX0" fmla="*/ 6666 w 6665"/>
                <a:gd name="connsiteY0" fmla="*/ 3333 h 6666"/>
                <a:gd name="connsiteX1" fmla="*/ 3333 w 6665"/>
                <a:gd name="connsiteY1" fmla="*/ 0 h 6666"/>
                <a:gd name="connsiteX2" fmla="*/ 0 w 6665"/>
                <a:gd name="connsiteY2" fmla="*/ 3333 h 6666"/>
                <a:gd name="connsiteX3" fmla="*/ 3333 w 6665"/>
                <a:gd name="connsiteY3" fmla="*/ 6666 h 6666"/>
                <a:gd name="connsiteX4" fmla="*/ 6666 w 6665"/>
                <a:gd name="connsiteY4" fmla="*/ 3333 h 6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5" h="6666">
                  <a:moveTo>
                    <a:pt x="6666" y="3333"/>
                  </a:moveTo>
                  <a:cubicBezTo>
                    <a:pt x="6666" y="1497"/>
                    <a:pt x="5168" y="0"/>
                    <a:pt x="3333" y="0"/>
                  </a:cubicBezTo>
                  <a:cubicBezTo>
                    <a:pt x="1497" y="0"/>
                    <a:pt x="0" y="1497"/>
                    <a:pt x="0" y="3333"/>
                  </a:cubicBezTo>
                  <a:cubicBezTo>
                    <a:pt x="0" y="5169"/>
                    <a:pt x="1497" y="6666"/>
                    <a:pt x="3333" y="6666"/>
                  </a:cubicBezTo>
                  <a:cubicBezTo>
                    <a:pt x="5168" y="6666"/>
                    <a:pt x="6666" y="5169"/>
                    <a:pt x="6666" y="3333"/>
                  </a:cubicBezTo>
                  <a:close/>
                </a:path>
              </a:pathLst>
            </a:custGeom>
            <a:noFill/>
            <a:ln w="8472" cap="flat">
              <a:solidFill>
                <a:srgbClr val="01355A"/>
              </a:solidFill>
              <a:prstDash val="solid"/>
              <a:miter/>
            </a:ln>
          </p:spPr>
          <p:txBody>
            <a:bodyPr rtlCol="1" anchor="ctr"/>
            <a:lstStyle/>
            <a:p>
              <a:endParaRPr lang="ar-SA"/>
            </a:p>
          </p:txBody>
        </p:sp>
        <p:sp>
          <p:nvSpPr>
            <p:cNvPr id="10153" name="شكل حر: شكل 11331">
              <a:extLst>
                <a:ext uri="{FF2B5EF4-FFF2-40B4-BE49-F238E27FC236}">
                  <a16:creationId xmlns:a16="http://schemas.microsoft.com/office/drawing/2014/main" id="{FA6331F0-43C8-4901-7F74-7185A5C8D2C0}"/>
                </a:ext>
              </a:extLst>
            </p:cNvPr>
            <p:cNvSpPr/>
            <p:nvPr/>
          </p:nvSpPr>
          <p:spPr>
            <a:xfrm>
              <a:off x="9386003" y="4961175"/>
              <a:ext cx="6665" cy="6665"/>
            </a:xfrm>
            <a:custGeom>
              <a:avLst/>
              <a:gdLst>
                <a:gd name="connsiteX0" fmla="*/ 6666 w 6665"/>
                <a:gd name="connsiteY0" fmla="*/ 3333 h 6665"/>
                <a:gd name="connsiteX1" fmla="*/ 3333 w 6665"/>
                <a:gd name="connsiteY1" fmla="*/ 6666 h 6665"/>
                <a:gd name="connsiteX2" fmla="*/ 0 w 6665"/>
                <a:gd name="connsiteY2" fmla="*/ 3333 h 6665"/>
                <a:gd name="connsiteX3" fmla="*/ 3333 w 6665"/>
                <a:gd name="connsiteY3" fmla="*/ 0 h 6665"/>
                <a:gd name="connsiteX4" fmla="*/ 6666 w 6665"/>
                <a:gd name="connsiteY4" fmla="*/ 3333 h 6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5" h="6665">
                  <a:moveTo>
                    <a:pt x="6666" y="3333"/>
                  </a:moveTo>
                  <a:cubicBezTo>
                    <a:pt x="6666" y="5174"/>
                    <a:pt x="5173" y="6666"/>
                    <a:pt x="3333" y="6666"/>
                  </a:cubicBezTo>
                  <a:cubicBezTo>
                    <a:pt x="1492" y="6666"/>
                    <a:pt x="0" y="5174"/>
                    <a:pt x="0" y="3333"/>
                  </a:cubicBezTo>
                  <a:cubicBezTo>
                    <a:pt x="0" y="1492"/>
                    <a:pt x="1492" y="0"/>
                    <a:pt x="3333" y="0"/>
                  </a:cubicBezTo>
                  <a:cubicBezTo>
                    <a:pt x="5173" y="0"/>
                    <a:pt x="6666" y="1492"/>
                    <a:pt x="6666" y="3333"/>
                  </a:cubicBezTo>
                  <a:close/>
                </a:path>
              </a:pathLst>
            </a:custGeom>
            <a:noFill/>
            <a:ln w="8472" cap="flat">
              <a:solidFill>
                <a:srgbClr val="01355A"/>
              </a:solidFill>
              <a:prstDash val="solid"/>
              <a:miter/>
            </a:ln>
          </p:spPr>
          <p:txBody>
            <a:bodyPr rtlCol="1" anchor="ctr"/>
            <a:lstStyle/>
            <a:p>
              <a:endParaRPr lang="ar-SA"/>
            </a:p>
          </p:txBody>
        </p:sp>
        <p:sp>
          <p:nvSpPr>
            <p:cNvPr id="10154" name="شكل حر: شكل 11332">
              <a:extLst>
                <a:ext uri="{FF2B5EF4-FFF2-40B4-BE49-F238E27FC236}">
                  <a16:creationId xmlns:a16="http://schemas.microsoft.com/office/drawing/2014/main" id="{24CADC5B-A4BC-7D0D-DCFF-A39582078829}"/>
                </a:ext>
              </a:extLst>
            </p:cNvPr>
            <p:cNvSpPr/>
            <p:nvPr/>
          </p:nvSpPr>
          <p:spPr>
            <a:xfrm>
              <a:off x="9268756" y="5003628"/>
              <a:ext cx="355186" cy="2824"/>
            </a:xfrm>
            <a:custGeom>
              <a:avLst/>
              <a:gdLst>
                <a:gd name="connsiteX0" fmla="*/ 0 w 355186"/>
                <a:gd name="connsiteY0" fmla="*/ 0 h 2824"/>
                <a:gd name="connsiteX1" fmla="*/ 355187 w 355186"/>
                <a:gd name="connsiteY1" fmla="*/ 0 h 2824"/>
              </a:gdLst>
              <a:ahLst/>
              <a:cxnLst>
                <a:cxn ang="0">
                  <a:pos x="connsiteX0" y="connsiteY0"/>
                </a:cxn>
                <a:cxn ang="0">
                  <a:pos x="connsiteX1" y="connsiteY1"/>
                </a:cxn>
              </a:cxnLst>
              <a:rect l="l" t="t" r="r" b="b"/>
              <a:pathLst>
                <a:path w="355186" h="2824">
                  <a:moveTo>
                    <a:pt x="0" y="0"/>
                  </a:moveTo>
                  <a:lnTo>
                    <a:pt x="355187" y="0"/>
                  </a:lnTo>
                </a:path>
              </a:pathLst>
            </a:custGeom>
            <a:ln w="8472" cap="flat">
              <a:solidFill>
                <a:srgbClr val="01355A"/>
              </a:solidFill>
              <a:prstDash val="solid"/>
              <a:miter/>
            </a:ln>
          </p:spPr>
          <p:txBody>
            <a:bodyPr rtlCol="1" anchor="ctr"/>
            <a:lstStyle/>
            <a:p>
              <a:endParaRPr lang="ar-SA"/>
            </a:p>
          </p:txBody>
        </p:sp>
        <p:sp>
          <p:nvSpPr>
            <p:cNvPr id="10155" name="شكل حر: شكل 11333">
              <a:extLst>
                <a:ext uri="{FF2B5EF4-FFF2-40B4-BE49-F238E27FC236}">
                  <a16:creationId xmlns:a16="http://schemas.microsoft.com/office/drawing/2014/main" id="{BA1F47FA-AE6C-F88D-7D13-222F5DE9BB47}"/>
                </a:ext>
              </a:extLst>
            </p:cNvPr>
            <p:cNvSpPr/>
            <p:nvPr/>
          </p:nvSpPr>
          <p:spPr>
            <a:xfrm>
              <a:off x="9302877" y="5177959"/>
              <a:ext cx="2824" cy="14631"/>
            </a:xfrm>
            <a:custGeom>
              <a:avLst/>
              <a:gdLst>
                <a:gd name="connsiteX0" fmla="*/ 0 w 2824"/>
                <a:gd name="connsiteY0" fmla="*/ 0 h 14631"/>
                <a:gd name="connsiteX1" fmla="*/ 0 w 2824"/>
                <a:gd name="connsiteY1" fmla="*/ 14631 h 14631"/>
              </a:gdLst>
              <a:ahLst/>
              <a:cxnLst>
                <a:cxn ang="0">
                  <a:pos x="connsiteX0" y="connsiteY0"/>
                </a:cxn>
                <a:cxn ang="0">
                  <a:pos x="connsiteX1" y="connsiteY1"/>
                </a:cxn>
              </a:cxnLst>
              <a:rect l="l" t="t" r="r" b="b"/>
              <a:pathLst>
                <a:path w="2824" h="14631">
                  <a:moveTo>
                    <a:pt x="0" y="0"/>
                  </a:moveTo>
                  <a:lnTo>
                    <a:pt x="0" y="14631"/>
                  </a:lnTo>
                </a:path>
              </a:pathLst>
            </a:custGeom>
            <a:ln w="8472" cap="flat">
              <a:solidFill>
                <a:srgbClr val="01355A"/>
              </a:solidFill>
              <a:prstDash val="solid"/>
              <a:miter/>
            </a:ln>
          </p:spPr>
          <p:txBody>
            <a:bodyPr rtlCol="1" anchor="ctr"/>
            <a:lstStyle/>
            <a:p>
              <a:endParaRPr lang="ar-SA"/>
            </a:p>
          </p:txBody>
        </p:sp>
        <p:sp>
          <p:nvSpPr>
            <p:cNvPr id="10156" name="شكل حر: شكل 11334">
              <a:extLst>
                <a:ext uri="{FF2B5EF4-FFF2-40B4-BE49-F238E27FC236}">
                  <a16:creationId xmlns:a16="http://schemas.microsoft.com/office/drawing/2014/main" id="{7E28BEA0-C29F-E2EA-0C3E-3025D2A9364F}"/>
                </a:ext>
              </a:extLst>
            </p:cNvPr>
            <p:cNvSpPr/>
            <p:nvPr/>
          </p:nvSpPr>
          <p:spPr>
            <a:xfrm>
              <a:off x="9320643" y="5177959"/>
              <a:ext cx="2824" cy="14631"/>
            </a:xfrm>
            <a:custGeom>
              <a:avLst/>
              <a:gdLst>
                <a:gd name="connsiteX0" fmla="*/ 0 w 2824"/>
                <a:gd name="connsiteY0" fmla="*/ 0 h 14631"/>
                <a:gd name="connsiteX1" fmla="*/ 0 w 2824"/>
                <a:gd name="connsiteY1" fmla="*/ 14631 h 14631"/>
              </a:gdLst>
              <a:ahLst/>
              <a:cxnLst>
                <a:cxn ang="0">
                  <a:pos x="connsiteX0" y="connsiteY0"/>
                </a:cxn>
                <a:cxn ang="0">
                  <a:pos x="connsiteX1" y="connsiteY1"/>
                </a:cxn>
              </a:cxnLst>
              <a:rect l="l" t="t" r="r" b="b"/>
              <a:pathLst>
                <a:path w="2824" h="14631">
                  <a:moveTo>
                    <a:pt x="0" y="0"/>
                  </a:moveTo>
                  <a:lnTo>
                    <a:pt x="0" y="14631"/>
                  </a:lnTo>
                </a:path>
              </a:pathLst>
            </a:custGeom>
            <a:ln w="8472" cap="flat">
              <a:solidFill>
                <a:srgbClr val="01355A"/>
              </a:solidFill>
              <a:prstDash val="solid"/>
              <a:miter/>
            </a:ln>
          </p:spPr>
          <p:txBody>
            <a:bodyPr rtlCol="1" anchor="ctr"/>
            <a:lstStyle/>
            <a:p>
              <a:endParaRPr lang="ar-SA"/>
            </a:p>
          </p:txBody>
        </p:sp>
        <p:sp>
          <p:nvSpPr>
            <p:cNvPr id="10157" name="شكل حر: شكل 11335">
              <a:extLst>
                <a:ext uri="{FF2B5EF4-FFF2-40B4-BE49-F238E27FC236}">
                  <a16:creationId xmlns:a16="http://schemas.microsoft.com/office/drawing/2014/main" id="{A089584B-BC43-6715-70B9-FD096D08E26B}"/>
                </a:ext>
              </a:extLst>
            </p:cNvPr>
            <p:cNvSpPr/>
            <p:nvPr/>
          </p:nvSpPr>
          <p:spPr>
            <a:xfrm>
              <a:off x="9345556" y="5185275"/>
              <a:ext cx="138205" cy="2824"/>
            </a:xfrm>
            <a:custGeom>
              <a:avLst/>
              <a:gdLst>
                <a:gd name="connsiteX0" fmla="*/ 0 w 138205"/>
                <a:gd name="connsiteY0" fmla="*/ 0 h 2824"/>
                <a:gd name="connsiteX1" fmla="*/ 138205 w 138205"/>
                <a:gd name="connsiteY1" fmla="*/ 0 h 2824"/>
              </a:gdLst>
              <a:ahLst/>
              <a:cxnLst>
                <a:cxn ang="0">
                  <a:pos x="connsiteX0" y="connsiteY0"/>
                </a:cxn>
                <a:cxn ang="0">
                  <a:pos x="connsiteX1" y="connsiteY1"/>
                </a:cxn>
              </a:cxnLst>
              <a:rect l="l" t="t" r="r" b="b"/>
              <a:pathLst>
                <a:path w="138205" h="2824">
                  <a:moveTo>
                    <a:pt x="0" y="0"/>
                  </a:moveTo>
                  <a:lnTo>
                    <a:pt x="138205" y="0"/>
                  </a:lnTo>
                </a:path>
              </a:pathLst>
            </a:custGeom>
            <a:ln w="8472" cap="flat">
              <a:solidFill>
                <a:srgbClr val="17A3A3"/>
              </a:solidFill>
              <a:prstDash val="solid"/>
              <a:miter/>
            </a:ln>
          </p:spPr>
          <p:txBody>
            <a:bodyPr rtlCol="1" anchor="ctr"/>
            <a:lstStyle/>
            <a:p>
              <a:endParaRPr lang="ar-SA"/>
            </a:p>
          </p:txBody>
        </p:sp>
        <p:sp>
          <p:nvSpPr>
            <p:cNvPr id="10158" name="شكل حر: شكل 11336">
              <a:extLst>
                <a:ext uri="{FF2B5EF4-FFF2-40B4-BE49-F238E27FC236}">
                  <a16:creationId xmlns:a16="http://schemas.microsoft.com/office/drawing/2014/main" id="{E6F268F2-3B36-8AF9-1D59-85ADF7D7C633}"/>
                </a:ext>
              </a:extLst>
            </p:cNvPr>
            <p:cNvSpPr/>
            <p:nvPr/>
          </p:nvSpPr>
          <p:spPr>
            <a:xfrm>
              <a:off x="9497799" y="5150476"/>
              <a:ext cx="100864" cy="100864"/>
            </a:xfrm>
            <a:custGeom>
              <a:avLst/>
              <a:gdLst>
                <a:gd name="connsiteX0" fmla="*/ 77251 w 100864"/>
                <a:gd name="connsiteY0" fmla="*/ 50644 h 100864"/>
                <a:gd name="connsiteX1" fmla="*/ 100864 w 100864"/>
                <a:gd name="connsiteY1" fmla="*/ 27031 h 100864"/>
                <a:gd name="connsiteX2" fmla="*/ 0 w 100864"/>
                <a:gd name="connsiteY2" fmla="*/ 0 h 100864"/>
                <a:gd name="connsiteX3" fmla="*/ 27030 w 100864"/>
                <a:gd name="connsiteY3" fmla="*/ 100865 h 100864"/>
                <a:gd name="connsiteX4" fmla="*/ 50644 w 100864"/>
                <a:gd name="connsiteY4" fmla="*/ 77251 h 100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864" h="100864">
                  <a:moveTo>
                    <a:pt x="77251" y="50644"/>
                  </a:moveTo>
                  <a:lnTo>
                    <a:pt x="100864" y="27031"/>
                  </a:lnTo>
                  <a:lnTo>
                    <a:pt x="0" y="0"/>
                  </a:lnTo>
                  <a:lnTo>
                    <a:pt x="27030" y="100865"/>
                  </a:lnTo>
                  <a:lnTo>
                    <a:pt x="50644" y="77251"/>
                  </a:lnTo>
                </a:path>
              </a:pathLst>
            </a:custGeom>
            <a:noFill/>
            <a:ln w="8472" cap="flat">
              <a:solidFill>
                <a:srgbClr val="17A3A3"/>
              </a:solidFill>
              <a:prstDash val="solid"/>
              <a:miter/>
            </a:ln>
          </p:spPr>
          <p:txBody>
            <a:bodyPr rtlCol="1" anchor="ctr"/>
            <a:lstStyle/>
            <a:p>
              <a:endParaRPr lang="ar-SA"/>
            </a:p>
          </p:txBody>
        </p:sp>
        <p:sp>
          <p:nvSpPr>
            <p:cNvPr id="10159" name="شكل حر: شكل 11337">
              <a:extLst>
                <a:ext uri="{FF2B5EF4-FFF2-40B4-BE49-F238E27FC236}">
                  <a16:creationId xmlns:a16="http://schemas.microsoft.com/office/drawing/2014/main" id="{F228B557-52DE-DEB9-F4D2-AB836AA2D3A1}"/>
                </a:ext>
              </a:extLst>
            </p:cNvPr>
            <p:cNvSpPr/>
            <p:nvPr/>
          </p:nvSpPr>
          <p:spPr>
            <a:xfrm>
              <a:off x="9567989" y="5220666"/>
              <a:ext cx="29488" cy="29488"/>
            </a:xfrm>
            <a:custGeom>
              <a:avLst/>
              <a:gdLst>
                <a:gd name="connsiteX0" fmla="*/ 0 w 29488"/>
                <a:gd name="connsiteY0" fmla="*/ 0 h 29488"/>
                <a:gd name="connsiteX1" fmla="*/ 29488 w 29488"/>
                <a:gd name="connsiteY1" fmla="*/ 29488 h 29488"/>
              </a:gdLst>
              <a:ahLst/>
              <a:cxnLst>
                <a:cxn ang="0">
                  <a:pos x="connsiteX0" y="connsiteY0"/>
                </a:cxn>
                <a:cxn ang="0">
                  <a:pos x="connsiteX1" y="connsiteY1"/>
                </a:cxn>
              </a:cxnLst>
              <a:rect l="l" t="t" r="r" b="b"/>
              <a:pathLst>
                <a:path w="29488" h="29488">
                  <a:moveTo>
                    <a:pt x="0" y="0"/>
                  </a:moveTo>
                  <a:lnTo>
                    <a:pt x="29488" y="29488"/>
                  </a:lnTo>
                </a:path>
              </a:pathLst>
            </a:custGeom>
            <a:ln w="8472" cap="flat">
              <a:solidFill>
                <a:srgbClr val="17A3A3"/>
              </a:solidFill>
              <a:prstDash val="solid"/>
              <a:miter/>
            </a:ln>
          </p:spPr>
          <p:txBody>
            <a:bodyPr rtlCol="1" anchor="ctr"/>
            <a:lstStyle/>
            <a:p>
              <a:endParaRPr lang="ar-SA"/>
            </a:p>
          </p:txBody>
        </p:sp>
      </p:grpSp>
      <p:grpSp>
        <p:nvGrpSpPr>
          <p:cNvPr id="10163" name="رسم 8014">
            <a:extLst>
              <a:ext uri="{FF2B5EF4-FFF2-40B4-BE49-F238E27FC236}">
                <a16:creationId xmlns:a16="http://schemas.microsoft.com/office/drawing/2014/main" id="{68068496-71F1-1981-D8E1-FEBFA466F72E}"/>
              </a:ext>
            </a:extLst>
          </p:cNvPr>
          <p:cNvGrpSpPr/>
          <p:nvPr/>
        </p:nvGrpSpPr>
        <p:grpSpPr>
          <a:xfrm>
            <a:off x="5900930" y="4874839"/>
            <a:ext cx="294979" cy="277395"/>
            <a:chOff x="6134809" y="4369461"/>
            <a:chExt cx="352588" cy="351938"/>
          </a:xfrm>
          <a:noFill/>
        </p:grpSpPr>
        <p:sp>
          <p:nvSpPr>
            <p:cNvPr id="10164" name="شكل حر: شكل 11339">
              <a:extLst>
                <a:ext uri="{FF2B5EF4-FFF2-40B4-BE49-F238E27FC236}">
                  <a16:creationId xmlns:a16="http://schemas.microsoft.com/office/drawing/2014/main" id="{274B949C-143F-C1DA-E554-F1F4ADEDA162}"/>
                </a:ext>
              </a:extLst>
            </p:cNvPr>
            <p:cNvSpPr/>
            <p:nvPr/>
          </p:nvSpPr>
          <p:spPr>
            <a:xfrm>
              <a:off x="6350576" y="4584578"/>
              <a:ext cx="136821" cy="136821"/>
            </a:xfrm>
            <a:custGeom>
              <a:avLst/>
              <a:gdLst>
                <a:gd name="connsiteX0" fmla="*/ 122557 w 136821"/>
                <a:gd name="connsiteY0" fmla="*/ 0 h 136821"/>
                <a:gd name="connsiteX1" fmla="*/ 136821 w 136821"/>
                <a:gd name="connsiteY1" fmla="*/ 14264 h 136821"/>
                <a:gd name="connsiteX2" fmla="*/ 136821 w 136821"/>
                <a:gd name="connsiteY2" fmla="*/ 122557 h 136821"/>
                <a:gd name="connsiteX3" fmla="*/ 122557 w 136821"/>
                <a:gd name="connsiteY3" fmla="*/ 136821 h 136821"/>
                <a:gd name="connsiteX4" fmla="*/ 14264 w 136821"/>
                <a:gd name="connsiteY4" fmla="*/ 136821 h 136821"/>
                <a:gd name="connsiteX5" fmla="*/ 0 w 136821"/>
                <a:gd name="connsiteY5" fmla="*/ 122557 h 136821"/>
                <a:gd name="connsiteX6" fmla="*/ 0 w 136821"/>
                <a:gd name="connsiteY6" fmla="*/ 14264 h 136821"/>
                <a:gd name="connsiteX7" fmla="*/ 14264 w 136821"/>
                <a:gd name="connsiteY7" fmla="*/ 0 h 13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821" h="136821">
                  <a:moveTo>
                    <a:pt x="122557" y="0"/>
                  </a:moveTo>
                  <a:cubicBezTo>
                    <a:pt x="130435" y="0"/>
                    <a:pt x="136821" y="6386"/>
                    <a:pt x="136821" y="14264"/>
                  </a:cubicBezTo>
                  <a:lnTo>
                    <a:pt x="136821" y="122557"/>
                  </a:lnTo>
                  <a:cubicBezTo>
                    <a:pt x="136821" y="130435"/>
                    <a:pt x="130435" y="136821"/>
                    <a:pt x="122557" y="136821"/>
                  </a:cubicBezTo>
                  <a:lnTo>
                    <a:pt x="14264" y="136821"/>
                  </a:lnTo>
                  <a:cubicBezTo>
                    <a:pt x="6386" y="136821"/>
                    <a:pt x="0" y="130435"/>
                    <a:pt x="0" y="122557"/>
                  </a:cubicBezTo>
                  <a:lnTo>
                    <a:pt x="0" y="14264"/>
                  </a:lnTo>
                  <a:cubicBezTo>
                    <a:pt x="0" y="6386"/>
                    <a:pt x="6386" y="0"/>
                    <a:pt x="14264" y="0"/>
                  </a:cubicBezTo>
                  <a:close/>
                </a:path>
              </a:pathLst>
            </a:custGeom>
            <a:noFill/>
            <a:ln w="8472" cap="flat">
              <a:solidFill>
                <a:srgbClr val="01355A"/>
              </a:solidFill>
              <a:prstDash val="solid"/>
              <a:miter/>
            </a:ln>
          </p:spPr>
          <p:txBody>
            <a:bodyPr rtlCol="1" anchor="ctr"/>
            <a:lstStyle/>
            <a:p>
              <a:endParaRPr lang="ar-SA"/>
            </a:p>
          </p:txBody>
        </p:sp>
        <p:sp>
          <p:nvSpPr>
            <p:cNvPr id="10165" name="شكل حر: شكل 11340">
              <a:extLst>
                <a:ext uri="{FF2B5EF4-FFF2-40B4-BE49-F238E27FC236}">
                  <a16:creationId xmlns:a16="http://schemas.microsoft.com/office/drawing/2014/main" id="{F6468678-407F-4830-977A-BD03F9401ADD}"/>
                </a:ext>
              </a:extLst>
            </p:cNvPr>
            <p:cNvSpPr/>
            <p:nvPr/>
          </p:nvSpPr>
          <p:spPr>
            <a:xfrm>
              <a:off x="6381166" y="4629178"/>
              <a:ext cx="75641" cy="47678"/>
            </a:xfrm>
            <a:custGeom>
              <a:avLst/>
              <a:gdLst>
                <a:gd name="connsiteX0" fmla="*/ 75641 w 75641"/>
                <a:gd name="connsiteY0" fmla="*/ 0 h 47678"/>
                <a:gd name="connsiteX1" fmla="*/ 52452 w 75641"/>
                <a:gd name="connsiteY1" fmla="*/ 47678 h 47678"/>
                <a:gd name="connsiteX2" fmla="*/ 37821 w 75641"/>
                <a:gd name="connsiteY2" fmla="*/ 19715 h 47678"/>
                <a:gd name="connsiteX3" fmla="*/ 23161 w 75641"/>
                <a:gd name="connsiteY3" fmla="*/ 47678 h 47678"/>
                <a:gd name="connsiteX4" fmla="*/ 0 w 75641"/>
                <a:gd name="connsiteY4" fmla="*/ 0 h 476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641" h="47678">
                  <a:moveTo>
                    <a:pt x="75641" y="0"/>
                  </a:moveTo>
                  <a:lnTo>
                    <a:pt x="52452" y="47678"/>
                  </a:lnTo>
                  <a:lnTo>
                    <a:pt x="37821" y="19715"/>
                  </a:lnTo>
                  <a:lnTo>
                    <a:pt x="23161" y="47678"/>
                  </a:lnTo>
                  <a:lnTo>
                    <a:pt x="0" y="0"/>
                  </a:lnTo>
                </a:path>
              </a:pathLst>
            </a:custGeom>
            <a:noFill/>
            <a:ln w="8472" cap="flat">
              <a:solidFill>
                <a:srgbClr val="17A3A3"/>
              </a:solidFill>
              <a:prstDash val="solid"/>
              <a:miter/>
            </a:ln>
          </p:spPr>
          <p:txBody>
            <a:bodyPr rtlCol="1" anchor="ctr"/>
            <a:lstStyle/>
            <a:p>
              <a:endParaRPr lang="ar-SA"/>
            </a:p>
          </p:txBody>
        </p:sp>
        <p:sp>
          <p:nvSpPr>
            <p:cNvPr id="10166" name="شكل حر: شكل 11341">
              <a:extLst>
                <a:ext uri="{FF2B5EF4-FFF2-40B4-BE49-F238E27FC236}">
                  <a16:creationId xmlns:a16="http://schemas.microsoft.com/office/drawing/2014/main" id="{B7C9A871-BE1C-0751-3B6D-040FF1D14657}"/>
                </a:ext>
              </a:extLst>
            </p:cNvPr>
            <p:cNvSpPr/>
            <p:nvPr/>
          </p:nvSpPr>
          <p:spPr>
            <a:xfrm>
              <a:off x="6295639" y="4414682"/>
              <a:ext cx="151254" cy="151311"/>
            </a:xfrm>
            <a:custGeom>
              <a:avLst/>
              <a:gdLst>
                <a:gd name="connsiteX0" fmla="*/ 0 w 151254"/>
                <a:gd name="connsiteY0" fmla="*/ 0 h 151311"/>
                <a:gd name="connsiteX1" fmla="*/ 5931 w 151254"/>
                <a:gd name="connsiteY1" fmla="*/ 113 h 151311"/>
                <a:gd name="connsiteX2" fmla="*/ 151254 w 151254"/>
                <a:gd name="connsiteY2" fmla="*/ 151311 h 151311"/>
              </a:gdLst>
              <a:ahLst/>
              <a:cxnLst>
                <a:cxn ang="0">
                  <a:pos x="connsiteX0" y="connsiteY0"/>
                </a:cxn>
                <a:cxn ang="0">
                  <a:pos x="connsiteX1" y="connsiteY1"/>
                </a:cxn>
                <a:cxn ang="0">
                  <a:pos x="connsiteX2" y="connsiteY2"/>
                </a:cxn>
              </a:cxnLst>
              <a:rect l="l" t="t" r="r" b="b"/>
              <a:pathLst>
                <a:path w="151254" h="151311">
                  <a:moveTo>
                    <a:pt x="0" y="0"/>
                  </a:moveTo>
                  <a:cubicBezTo>
                    <a:pt x="1977" y="0"/>
                    <a:pt x="3954" y="28"/>
                    <a:pt x="5931" y="113"/>
                  </a:cubicBezTo>
                  <a:cubicBezTo>
                    <a:pt x="86742" y="3248"/>
                    <a:pt x="151254" y="69738"/>
                    <a:pt x="151254" y="151311"/>
                  </a:cubicBezTo>
                </a:path>
              </a:pathLst>
            </a:custGeom>
            <a:noFill/>
            <a:ln w="8472" cap="flat">
              <a:solidFill>
                <a:srgbClr val="01355A"/>
              </a:solidFill>
              <a:prstDash val="solid"/>
              <a:miter/>
            </a:ln>
          </p:spPr>
          <p:txBody>
            <a:bodyPr rtlCol="1" anchor="ctr"/>
            <a:lstStyle/>
            <a:p>
              <a:endParaRPr lang="ar-SA"/>
            </a:p>
          </p:txBody>
        </p:sp>
        <p:sp>
          <p:nvSpPr>
            <p:cNvPr id="10167" name="شكل حر: شكل 11342">
              <a:extLst>
                <a:ext uri="{FF2B5EF4-FFF2-40B4-BE49-F238E27FC236}">
                  <a16:creationId xmlns:a16="http://schemas.microsoft.com/office/drawing/2014/main" id="{67407FC8-0CE7-2432-A04B-FC4B3F1B46CA}"/>
                </a:ext>
              </a:extLst>
            </p:cNvPr>
            <p:cNvSpPr/>
            <p:nvPr/>
          </p:nvSpPr>
          <p:spPr>
            <a:xfrm>
              <a:off x="6144327" y="4528963"/>
              <a:ext cx="189301" cy="188510"/>
            </a:xfrm>
            <a:custGeom>
              <a:avLst/>
              <a:gdLst>
                <a:gd name="connsiteX0" fmla="*/ 189301 w 189301"/>
                <a:gd name="connsiteY0" fmla="*/ 183708 h 188510"/>
                <a:gd name="connsiteX1" fmla="*/ 151311 w 189301"/>
                <a:gd name="connsiteY1" fmla="*/ 188510 h 188510"/>
                <a:gd name="connsiteX2" fmla="*/ 0 w 189301"/>
                <a:gd name="connsiteY2" fmla="*/ 37199 h 188510"/>
                <a:gd name="connsiteX3" fmla="*/ 4604 w 189301"/>
                <a:gd name="connsiteY3" fmla="*/ 0 h 188510"/>
              </a:gdLst>
              <a:ahLst/>
              <a:cxnLst>
                <a:cxn ang="0">
                  <a:pos x="connsiteX0" y="connsiteY0"/>
                </a:cxn>
                <a:cxn ang="0">
                  <a:pos x="connsiteX1" y="connsiteY1"/>
                </a:cxn>
                <a:cxn ang="0">
                  <a:pos x="connsiteX2" y="connsiteY2"/>
                </a:cxn>
                <a:cxn ang="0">
                  <a:pos x="connsiteX3" y="connsiteY3"/>
                </a:cxn>
              </a:cxnLst>
              <a:rect l="l" t="t" r="r" b="b"/>
              <a:pathLst>
                <a:path w="189301" h="188510">
                  <a:moveTo>
                    <a:pt x="189301" y="183708"/>
                  </a:moveTo>
                  <a:cubicBezTo>
                    <a:pt x="177156" y="186844"/>
                    <a:pt x="164445" y="188510"/>
                    <a:pt x="151311" y="188510"/>
                  </a:cubicBezTo>
                  <a:cubicBezTo>
                    <a:pt x="67761" y="188510"/>
                    <a:pt x="0" y="120777"/>
                    <a:pt x="0" y="37199"/>
                  </a:cubicBezTo>
                  <a:cubicBezTo>
                    <a:pt x="0" y="24376"/>
                    <a:pt x="1610" y="11891"/>
                    <a:pt x="4604" y="0"/>
                  </a:cubicBezTo>
                </a:path>
              </a:pathLst>
            </a:custGeom>
            <a:noFill/>
            <a:ln w="8472" cap="flat">
              <a:solidFill>
                <a:srgbClr val="01355A"/>
              </a:solidFill>
              <a:prstDash val="solid"/>
              <a:miter/>
            </a:ln>
          </p:spPr>
          <p:txBody>
            <a:bodyPr rtlCol="1" anchor="ctr"/>
            <a:lstStyle/>
            <a:p>
              <a:endParaRPr lang="ar-SA"/>
            </a:p>
          </p:txBody>
        </p:sp>
        <p:sp>
          <p:nvSpPr>
            <p:cNvPr id="10168" name="شكل حر: شكل 11343">
              <a:extLst>
                <a:ext uri="{FF2B5EF4-FFF2-40B4-BE49-F238E27FC236}">
                  <a16:creationId xmlns:a16="http://schemas.microsoft.com/office/drawing/2014/main" id="{3635D567-68DC-C055-BFB1-4E30BF30263D}"/>
                </a:ext>
              </a:extLst>
            </p:cNvPr>
            <p:cNvSpPr/>
            <p:nvPr/>
          </p:nvSpPr>
          <p:spPr>
            <a:xfrm>
              <a:off x="6134809" y="4369461"/>
              <a:ext cx="136821" cy="136821"/>
            </a:xfrm>
            <a:custGeom>
              <a:avLst/>
              <a:gdLst>
                <a:gd name="connsiteX0" fmla="*/ 118744 w 136821"/>
                <a:gd name="connsiteY0" fmla="*/ 0 h 136821"/>
                <a:gd name="connsiteX1" fmla="*/ 136821 w 136821"/>
                <a:gd name="connsiteY1" fmla="*/ 18077 h 136821"/>
                <a:gd name="connsiteX2" fmla="*/ 136821 w 136821"/>
                <a:gd name="connsiteY2" fmla="*/ 118744 h 136821"/>
                <a:gd name="connsiteX3" fmla="*/ 118744 w 136821"/>
                <a:gd name="connsiteY3" fmla="*/ 136821 h 136821"/>
                <a:gd name="connsiteX4" fmla="*/ 18077 w 136821"/>
                <a:gd name="connsiteY4" fmla="*/ 136821 h 136821"/>
                <a:gd name="connsiteX5" fmla="*/ 0 w 136821"/>
                <a:gd name="connsiteY5" fmla="*/ 118744 h 136821"/>
                <a:gd name="connsiteX6" fmla="*/ 0 w 136821"/>
                <a:gd name="connsiteY6" fmla="*/ 18077 h 136821"/>
                <a:gd name="connsiteX7" fmla="*/ 18077 w 136821"/>
                <a:gd name="connsiteY7" fmla="*/ 0 h 136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821" h="136821">
                  <a:moveTo>
                    <a:pt x="118744" y="0"/>
                  </a:moveTo>
                  <a:cubicBezTo>
                    <a:pt x="128728" y="0"/>
                    <a:pt x="136821" y="8093"/>
                    <a:pt x="136821" y="18077"/>
                  </a:cubicBezTo>
                  <a:lnTo>
                    <a:pt x="136821" y="118744"/>
                  </a:lnTo>
                  <a:cubicBezTo>
                    <a:pt x="136821" y="128728"/>
                    <a:pt x="128728" y="136821"/>
                    <a:pt x="118744" y="136821"/>
                  </a:cubicBezTo>
                  <a:lnTo>
                    <a:pt x="18077" y="136821"/>
                  </a:lnTo>
                  <a:cubicBezTo>
                    <a:pt x="8093" y="136821"/>
                    <a:pt x="0" y="128728"/>
                    <a:pt x="0" y="118744"/>
                  </a:cubicBezTo>
                  <a:lnTo>
                    <a:pt x="0" y="18077"/>
                  </a:lnTo>
                  <a:cubicBezTo>
                    <a:pt x="0" y="8093"/>
                    <a:pt x="8093" y="0"/>
                    <a:pt x="18077" y="0"/>
                  </a:cubicBezTo>
                  <a:close/>
                </a:path>
              </a:pathLst>
            </a:custGeom>
            <a:noFill/>
            <a:ln w="8472" cap="flat">
              <a:solidFill>
                <a:srgbClr val="01355A"/>
              </a:solidFill>
              <a:prstDash val="solid"/>
              <a:miter/>
            </a:ln>
          </p:spPr>
          <p:txBody>
            <a:bodyPr rtlCol="1" anchor="ctr"/>
            <a:lstStyle/>
            <a:p>
              <a:endParaRPr lang="ar-SA"/>
            </a:p>
          </p:txBody>
        </p:sp>
        <p:grpSp>
          <p:nvGrpSpPr>
            <p:cNvPr id="10169" name="رسم 8014">
              <a:extLst>
                <a:ext uri="{FF2B5EF4-FFF2-40B4-BE49-F238E27FC236}">
                  <a16:creationId xmlns:a16="http://schemas.microsoft.com/office/drawing/2014/main" id="{9C1C9E88-0048-81E4-440D-7830B3BFCFE3}"/>
                </a:ext>
              </a:extLst>
            </p:cNvPr>
            <p:cNvGrpSpPr/>
            <p:nvPr/>
          </p:nvGrpSpPr>
          <p:grpSpPr>
            <a:xfrm>
              <a:off x="6172178" y="4397169"/>
              <a:ext cx="57225" cy="84171"/>
              <a:chOff x="6172178" y="4397169"/>
              <a:chExt cx="57225" cy="84171"/>
            </a:xfrm>
          </p:grpSpPr>
          <p:sp>
            <p:nvSpPr>
              <p:cNvPr id="10170" name="شكل حر: شكل 11345">
                <a:extLst>
                  <a:ext uri="{FF2B5EF4-FFF2-40B4-BE49-F238E27FC236}">
                    <a16:creationId xmlns:a16="http://schemas.microsoft.com/office/drawing/2014/main" id="{86C149B5-99B4-C1F4-C79E-249B14636596}"/>
                  </a:ext>
                </a:extLst>
              </p:cNvPr>
              <p:cNvSpPr/>
              <p:nvPr/>
            </p:nvSpPr>
            <p:spPr>
              <a:xfrm>
                <a:off x="6204829" y="4397169"/>
                <a:ext cx="2824" cy="84171"/>
              </a:xfrm>
              <a:custGeom>
                <a:avLst/>
                <a:gdLst>
                  <a:gd name="connsiteX0" fmla="*/ 0 w 2824"/>
                  <a:gd name="connsiteY0" fmla="*/ 84171 h 84171"/>
                  <a:gd name="connsiteX1" fmla="*/ 0 w 2824"/>
                  <a:gd name="connsiteY1" fmla="*/ 0 h 84171"/>
                </a:gdLst>
                <a:ahLst/>
                <a:cxnLst>
                  <a:cxn ang="0">
                    <a:pos x="connsiteX0" y="connsiteY0"/>
                  </a:cxn>
                  <a:cxn ang="0">
                    <a:pos x="connsiteX1" y="connsiteY1"/>
                  </a:cxn>
                </a:cxnLst>
                <a:rect l="l" t="t" r="r" b="b"/>
                <a:pathLst>
                  <a:path w="2824" h="84171">
                    <a:moveTo>
                      <a:pt x="0" y="84171"/>
                    </a:moveTo>
                    <a:lnTo>
                      <a:pt x="0" y="0"/>
                    </a:lnTo>
                  </a:path>
                </a:pathLst>
              </a:custGeom>
              <a:ln w="8472" cap="flat">
                <a:solidFill>
                  <a:srgbClr val="17A3A3"/>
                </a:solidFill>
                <a:prstDash val="solid"/>
                <a:miter/>
              </a:ln>
            </p:spPr>
            <p:txBody>
              <a:bodyPr rtlCol="1" anchor="ctr"/>
              <a:lstStyle/>
              <a:p>
                <a:endParaRPr lang="ar-SA"/>
              </a:p>
            </p:txBody>
          </p:sp>
          <p:sp>
            <p:nvSpPr>
              <p:cNvPr id="10171" name="شكل حر: شكل 11346">
                <a:extLst>
                  <a:ext uri="{FF2B5EF4-FFF2-40B4-BE49-F238E27FC236}">
                    <a16:creationId xmlns:a16="http://schemas.microsoft.com/office/drawing/2014/main" id="{90995051-2BF3-35D0-3C3C-36184B03FA6C}"/>
                  </a:ext>
                </a:extLst>
              </p:cNvPr>
              <p:cNvSpPr/>
              <p:nvPr/>
            </p:nvSpPr>
            <p:spPr>
              <a:xfrm>
                <a:off x="6180256" y="4400474"/>
                <a:ext cx="49147" cy="28358"/>
              </a:xfrm>
              <a:custGeom>
                <a:avLst/>
                <a:gdLst>
                  <a:gd name="connsiteX0" fmla="*/ 0 w 49147"/>
                  <a:gd name="connsiteY0" fmla="*/ 28358 h 28358"/>
                  <a:gd name="connsiteX1" fmla="*/ 49147 w 49147"/>
                  <a:gd name="connsiteY1" fmla="*/ 0 h 28358"/>
                </a:gdLst>
                <a:ahLst/>
                <a:cxnLst>
                  <a:cxn ang="0">
                    <a:pos x="connsiteX0" y="connsiteY0"/>
                  </a:cxn>
                  <a:cxn ang="0">
                    <a:pos x="connsiteX1" y="connsiteY1"/>
                  </a:cxn>
                </a:cxnLst>
                <a:rect l="l" t="t" r="r" b="b"/>
                <a:pathLst>
                  <a:path w="49147" h="28358">
                    <a:moveTo>
                      <a:pt x="0" y="28358"/>
                    </a:moveTo>
                    <a:lnTo>
                      <a:pt x="49147" y="0"/>
                    </a:lnTo>
                  </a:path>
                </a:pathLst>
              </a:custGeom>
              <a:ln w="8472" cap="flat">
                <a:solidFill>
                  <a:srgbClr val="17A3A3"/>
                </a:solidFill>
                <a:prstDash val="solid"/>
                <a:miter/>
              </a:ln>
            </p:spPr>
            <p:txBody>
              <a:bodyPr rtlCol="1" anchor="ctr"/>
              <a:lstStyle/>
              <a:p>
                <a:endParaRPr lang="ar-SA"/>
              </a:p>
            </p:txBody>
          </p:sp>
          <p:sp>
            <p:nvSpPr>
              <p:cNvPr id="10172" name="شكل حر: شكل 11347">
                <a:extLst>
                  <a:ext uri="{FF2B5EF4-FFF2-40B4-BE49-F238E27FC236}">
                    <a16:creationId xmlns:a16="http://schemas.microsoft.com/office/drawing/2014/main" id="{E50EFAB7-457B-9B04-72D1-779DEA3E44E4}"/>
                  </a:ext>
                </a:extLst>
              </p:cNvPr>
              <p:cNvSpPr/>
              <p:nvPr/>
            </p:nvSpPr>
            <p:spPr>
              <a:xfrm>
                <a:off x="6172178" y="4440526"/>
                <a:ext cx="31832" cy="19093"/>
              </a:xfrm>
              <a:custGeom>
                <a:avLst/>
                <a:gdLst>
                  <a:gd name="connsiteX0" fmla="*/ 0 w 31832"/>
                  <a:gd name="connsiteY0" fmla="*/ 19094 h 19093"/>
                  <a:gd name="connsiteX1" fmla="*/ 31833 w 31832"/>
                  <a:gd name="connsiteY1" fmla="*/ 0 h 19093"/>
                </a:gdLst>
                <a:ahLst/>
                <a:cxnLst>
                  <a:cxn ang="0">
                    <a:pos x="connsiteX0" y="connsiteY0"/>
                  </a:cxn>
                  <a:cxn ang="0">
                    <a:pos x="connsiteX1" y="connsiteY1"/>
                  </a:cxn>
                </a:cxnLst>
                <a:rect l="l" t="t" r="r" b="b"/>
                <a:pathLst>
                  <a:path w="31832" h="19093">
                    <a:moveTo>
                      <a:pt x="0" y="19094"/>
                    </a:moveTo>
                    <a:lnTo>
                      <a:pt x="31833" y="0"/>
                    </a:lnTo>
                  </a:path>
                </a:pathLst>
              </a:custGeom>
              <a:ln w="8472" cap="flat">
                <a:solidFill>
                  <a:srgbClr val="17A3A3"/>
                </a:solidFill>
                <a:prstDash val="solid"/>
                <a:miter/>
              </a:ln>
            </p:spPr>
            <p:txBody>
              <a:bodyPr rtlCol="1" anchor="ctr"/>
              <a:lstStyle/>
              <a:p>
                <a:endParaRPr lang="ar-SA"/>
              </a:p>
            </p:txBody>
          </p:sp>
        </p:grpSp>
      </p:grpSp>
      <p:grpSp>
        <p:nvGrpSpPr>
          <p:cNvPr id="10173" name="رسم 8014">
            <a:extLst>
              <a:ext uri="{FF2B5EF4-FFF2-40B4-BE49-F238E27FC236}">
                <a16:creationId xmlns:a16="http://schemas.microsoft.com/office/drawing/2014/main" id="{A6DBC0F0-84E3-7916-390D-492DF86D2D34}"/>
              </a:ext>
            </a:extLst>
          </p:cNvPr>
          <p:cNvGrpSpPr/>
          <p:nvPr/>
        </p:nvGrpSpPr>
        <p:grpSpPr>
          <a:xfrm>
            <a:off x="6334879" y="3636823"/>
            <a:ext cx="301382" cy="298234"/>
            <a:chOff x="6653509" y="2798757"/>
            <a:chExt cx="360242" cy="378377"/>
          </a:xfrm>
          <a:noFill/>
        </p:grpSpPr>
        <p:sp>
          <p:nvSpPr>
            <p:cNvPr id="10174" name="شكل حر: شكل 11349">
              <a:extLst>
                <a:ext uri="{FF2B5EF4-FFF2-40B4-BE49-F238E27FC236}">
                  <a16:creationId xmlns:a16="http://schemas.microsoft.com/office/drawing/2014/main" id="{A401A729-C6F3-09F3-D9D2-C928917EC75A}"/>
                </a:ext>
              </a:extLst>
            </p:cNvPr>
            <p:cNvSpPr/>
            <p:nvPr/>
          </p:nvSpPr>
          <p:spPr>
            <a:xfrm>
              <a:off x="6705537" y="3000233"/>
              <a:ext cx="256186" cy="71009"/>
            </a:xfrm>
            <a:custGeom>
              <a:avLst/>
              <a:gdLst>
                <a:gd name="connsiteX0" fmla="*/ 128093 w 256186"/>
                <a:gd name="connsiteY0" fmla="*/ 0 h 71009"/>
                <a:gd name="connsiteX1" fmla="*/ 0 w 256186"/>
                <a:gd name="connsiteY1" fmla="*/ 71009 h 71009"/>
                <a:gd name="connsiteX2" fmla="*/ 256186 w 256186"/>
                <a:gd name="connsiteY2" fmla="*/ 71009 h 71009"/>
                <a:gd name="connsiteX3" fmla="*/ 128093 w 256186"/>
                <a:gd name="connsiteY3" fmla="*/ 0 h 71009"/>
              </a:gdLst>
              <a:ahLst/>
              <a:cxnLst>
                <a:cxn ang="0">
                  <a:pos x="connsiteX0" y="connsiteY0"/>
                </a:cxn>
                <a:cxn ang="0">
                  <a:pos x="connsiteX1" y="connsiteY1"/>
                </a:cxn>
                <a:cxn ang="0">
                  <a:pos x="connsiteX2" y="connsiteY2"/>
                </a:cxn>
                <a:cxn ang="0">
                  <a:pos x="connsiteX3" y="connsiteY3"/>
                </a:cxn>
              </a:cxnLst>
              <a:rect l="l" t="t" r="r" b="b"/>
              <a:pathLst>
                <a:path w="256186" h="71009">
                  <a:moveTo>
                    <a:pt x="128093" y="0"/>
                  </a:moveTo>
                  <a:lnTo>
                    <a:pt x="0" y="71009"/>
                  </a:lnTo>
                  <a:lnTo>
                    <a:pt x="256186" y="71009"/>
                  </a:lnTo>
                  <a:lnTo>
                    <a:pt x="128093" y="0"/>
                  </a:lnTo>
                  <a:close/>
                </a:path>
              </a:pathLst>
            </a:custGeom>
            <a:noFill/>
            <a:ln w="8472" cap="flat">
              <a:solidFill>
                <a:srgbClr val="01355A"/>
              </a:solidFill>
              <a:prstDash val="solid"/>
              <a:miter/>
            </a:ln>
          </p:spPr>
          <p:txBody>
            <a:bodyPr rtlCol="1" anchor="ctr"/>
            <a:lstStyle/>
            <a:p>
              <a:endParaRPr lang="ar-SA"/>
            </a:p>
          </p:txBody>
        </p:sp>
        <p:grpSp>
          <p:nvGrpSpPr>
            <p:cNvPr id="10175" name="رسم 8014">
              <a:extLst>
                <a:ext uri="{FF2B5EF4-FFF2-40B4-BE49-F238E27FC236}">
                  <a16:creationId xmlns:a16="http://schemas.microsoft.com/office/drawing/2014/main" id="{3E7662B0-BAFD-8ECF-3961-39AE47EB816D}"/>
                </a:ext>
              </a:extLst>
            </p:cNvPr>
            <p:cNvGrpSpPr/>
            <p:nvPr/>
          </p:nvGrpSpPr>
          <p:grpSpPr>
            <a:xfrm>
              <a:off x="6732172" y="3071242"/>
              <a:ext cx="26353" cy="79878"/>
              <a:chOff x="6732172" y="3071242"/>
              <a:chExt cx="26353" cy="79878"/>
            </a:xfrm>
          </p:grpSpPr>
          <p:sp>
            <p:nvSpPr>
              <p:cNvPr id="10187" name="شكل حر: شكل 11351">
                <a:extLst>
                  <a:ext uri="{FF2B5EF4-FFF2-40B4-BE49-F238E27FC236}">
                    <a16:creationId xmlns:a16="http://schemas.microsoft.com/office/drawing/2014/main" id="{4851F4E5-8E96-EDD5-3350-D248FB5B6A11}"/>
                  </a:ext>
                </a:extLst>
              </p:cNvPr>
              <p:cNvSpPr/>
              <p:nvPr/>
            </p:nvSpPr>
            <p:spPr>
              <a:xfrm>
                <a:off x="6732172" y="3071242"/>
                <a:ext cx="2824" cy="79878"/>
              </a:xfrm>
              <a:custGeom>
                <a:avLst/>
                <a:gdLst>
                  <a:gd name="connsiteX0" fmla="*/ 0 w 2824"/>
                  <a:gd name="connsiteY0" fmla="*/ 0 h 79878"/>
                  <a:gd name="connsiteX1" fmla="*/ 0 w 2824"/>
                  <a:gd name="connsiteY1" fmla="*/ 79878 h 79878"/>
                </a:gdLst>
                <a:ahLst/>
                <a:cxnLst>
                  <a:cxn ang="0">
                    <a:pos x="connsiteX0" y="connsiteY0"/>
                  </a:cxn>
                  <a:cxn ang="0">
                    <a:pos x="connsiteX1" y="connsiteY1"/>
                  </a:cxn>
                </a:cxnLst>
                <a:rect l="l" t="t" r="r" b="b"/>
                <a:pathLst>
                  <a:path w="2824" h="79878">
                    <a:moveTo>
                      <a:pt x="0" y="0"/>
                    </a:moveTo>
                    <a:lnTo>
                      <a:pt x="0" y="79878"/>
                    </a:lnTo>
                  </a:path>
                </a:pathLst>
              </a:custGeom>
              <a:ln w="8472" cap="flat">
                <a:solidFill>
                  <a:srgbClr val="01355A"/>
                </a:solidFill>
                <a:prstDash val="solid"/>
                <a:miter/>
              </a:ln>
            </p:spPr>
            <p:txBody>
              <a:bodyPr rtlCol="1" anchor="ctr"/>
              <a:lstStyle/>
              <a:p>
                <a:endParaRPr lang="ar-SA"/>
              </a:p>
            </p:txBody>
          </p:sp>
          <p:sp>
            <p:nvSpPr>
              <p:cNvPr id="10188" name="شكل حر: شكل 11352">
                <a:extLst>
                  <a:ext uri="{FF2B5EF4-FFF2-40B4-BE49-F238E27FC236}">
                    <a16:creationId xmlns:a16="http://schemas.microsoft.com/office/drawing/2014/main" id="{2C245D04-840C-F4A8-3342-50E3AC6B517F}"/>
                  </a:ext>
                </a:extLst>
              </p:cNvPr>
              <p:cNvSpPr/>
              <p:nvPr/>
            </p:nvSpPr>
            <p:spPr>
              <a:xfrm>
                <a:off x="6758525" y="3071242"/>
                <a:ext cx="2824" cy="79878"/>
              </a:xfrm>
              <a:custGeom>
                <a:avLst/>
                <a:gdLst>
                  <a:gd name="connsiteX0" fmla="*/ 0 w 2824"/>
                  <a:gd name="connsiteY0" fmla="*/ 0 h 79878"/>
                  <a:gd name="connsiteX1" fmla="*/ 0 w 2824"/>
                  <a:gd name="connsiteY1" fmla="*/ 79878 h 79878"/>
                </a:gdLst>
                <a:ahLst/>
                <a:cxnLst>
                  <a:cxn ang="0">
                    <a:pos x="connsiteX0" y="connsiteY0"/>
                  </a:cxn>
                  <a:cxn ang="0">
                    <a:pos x="connsiteX1" y="connsiteY1"/>
                  </a:cxn>
                </a:cxnLst>
                <a:rect l="l" t="t" r="r" b="b"/>
                <a:pathLst>
                  <a:path w="2824" h="79878">
                    <a:moveTo>
                      <a:pt x="0" y="0"/>
                    </a:moveTo>
                    <a:lnTo>
                      <a:pt x="0" y="79878"/>
                    </a:lnTo>
                  </a:path>
                </a:pathLst>
              </a:custGeom>
              <a:ln w="8472" cap="flat">
                <a:solidFill>
                  <a:srgbClr val="01355A"/>
                </a:solidFill>
                <a:prstDash val="solid"/>
                <a:miter/>
              </a:ln>
            </p:spPr>
            <p:txBody>
              <a:bodyPr rtlCol="1" anchor="ctr"/>
              <a:lstStyle/>
              <a:p>
                <a:endParaRPr lang="ar-SA"/>
              </a:p>
            </p:txBody>
          </p:sp>
        </p:grpSp>
        <p:sp>
          <p:nvSpPr>
            <p:cNvPr id="10176" name="شكل حر: شكل 11353">
              <a:extLst>
                <a:ext uri="{FF2B5EF4-FFF2-40B4-BE49-F238E27FC236}">
                  <a16:creationId xmlns:a16="http://schemas.microsoft.com/office/drawing/2014/main" id="{04BF7116-48B6-6D48-97A0-FCB34CA7B9A6}"/>
                </a:ext>
              </a:extLst>
            </p:cNvPr>
            <p:cNvSpPr/>
            <p:nvPr/>
          </p:nvSpPr>
          <p:spPr>
            <a:xfrm>
              <a:off x="6820468" y="3071242"/>
              <a:ext cx="2824" cy="79878"/>
            </a:xfrm>
            <a:custGeom>
              <a:avLst/>
              <a:gdLst>
                <a:gd name="connsiteX0" fmla="*/ 0 w 2824"/>
                <a:gd name="connsiteY0" fmla="*/ 0 h 79878"/>
                <a:gd name="connsiteX1" fmla="*/ 0 w 2824"/>
                <a:gd name="connsiteY1" fmla="*/ 79878 h 79878"/>
              </a:gdLst>
              <a:ahLst/>
              <a:cxnLst>
                <a:cxn ang="0">
                  <a:pos x="connsiteX0" y="connsiteY0"/>
                </a:cxn>
                <a:cxn ang="0">
                  <a:pos x="connsiteX1" y="connsiteY1"/>
                </a:cxn>
              </a:cxnLst>
              <a:rect l="l" t="t" r="r" b="b"/>
              <a:pathLst>
                <a:path w="2824" h="79878">
                  <a:moveTo>
                    <a:pt x="0" y="0"/>
                  </a:moveTo>
                  <a:lnTo>
                    <a:pt x="0" y="79878"/>
                  </a:lnTo>
                </a:path>
              </a:pathLst>
            </a:custGeom>
            <a:ln w="8472" cap="flat">
              <a:solidFill>
                <a:srgbClr val="01355A"/>
              </a:solidFill>
              <a:prstDash val="solid"/>
              <a:miter/>
            </a:ln>
          </p:spPr>
          <p:txBody>
            <a:bodyPr rtlCol="1" anchor="ctr"/>
            <a:lstStyle/>
            <a:p>
              <a:endParaRPr lang="ar-SA"/>
            </a:p>
          </p:txBody>
        </p:sp>
        <p:sp>
          <p:nvSpPr>
            <p:cNvPr id="10177" name="شكل حر: شكل 11354">
              <a:extLst>
                <a:ext uri="{FF2B5EF4-FFF2-40B4-BE49-F238E27FC236}">
                  <a16:creationId xmlns:a16="http://schemas.microsoft.com/office/drawing/2014/main" id="{F0F12A7C-ED74-F7FB-51D0-902DE87E4918}"/>
                </a:ext>
              </a:extLst>
            </p:cNvPr>
            <p:cNvSpPr/>
            <p:nvPr/>
          </p:nvSpPr>
          <p:spPr>
            <a:xfrm>
              <a:off x="6846821" y="3071242"/>
              <a:ext cx="2824" cy="79878"/>
            </a:xfrm>
            <a:custGeom>
              <a:avLst/>
              <a:gdLst>
                <a:gd name="connsiteX0" fmla="*/ 0 w 2824"/>
                <a:gd name="connsiteY0" fmla="*/ 0 h 79878"/>
                <a:gd name="connsiteX1" fmla="*/ 0 w 2824"/>
                <a:gd name="connsiteY1" fmla="*/ 79878 h 79878"/>
              </a:gdLst>
              <a:ahLst/>
              <a:cxnLst>
                <a:cxn ang="0">
                  <a:pos x="connsiteX0" y="connsiteY0"/>
                </a:cxn>
                <a:cxn ang="0">
                  <a:pos x="connsiteX1" y="connsiteY1"/>
                </a:cxn>
              </a:cxnLst>
              <a:rect l="l" t="t" r="r" b="b"/>
              <a:pathLst>
                <a:path w="2824" h="79878">
                  <a:moveTo>
                    <a:pt x="0" y="0"/>
                  </a:moveTo>
                  <a:lnTo>
                    <a:pt x="0" y="79878"/>
                  </a:lnTo>
                </a:path>
              </a:pathLst>
            </a:custGeom>
            <a:ln w="8472" cap="flat">
              <a:solidFill>
                <a:srgbClr val="01355A"/>
              </a:solidFill>
              <a:prstDash val="solid"/>
              <a:miter/>
            </a:ln>
          </p:spPr>
          <p:txBody>
            <a:bodyPr rtlCol="1" anchor="ctr"/>
            <a:lstStyle/>
            <a:p>
              <a:endParaRPr lang="ar-SA"/>
            </a:p>
          </p:txBody>
        </p:sp>
        <p:sp>
          <p:nvSpPr>
            <p:cNvPr id="10178" name="شكل حر: شكل 11355">
              <a:extLst>
                <a:ext uri="{FF2B5EF4-FFF2-40B4-BE49-F238E27FC236}">
                  <a16:creationId xmlns:a16="http://schemas.microsoft.com/office/drawing/2014/main" id="{10693AB9-2853-8420-35F3-79A13958F2BB}"/>
                </a:ext>
              </a:extLst>
            </p:cNvPr>
            <p:cNvSpPr/>
            <p:nvPr/>
          </p:nvSpPr>
          <p:spPr>
            <a:xfrm>
              <a:off x="6908735" y="3071242"/>
              <a:ext cx="2824" cy="79878"/>
            </a:xfrm>
            <a:custGeom>
              <a:avLst/>
              <a:gdLst>
                <a:gd name="connsiteX0" fmla="*/ 0 w 2824"/>
                <a:gd name="connsiteY0" fmla="*/ 0 h 79878"/>
                <a:gd name="connsiteX1" fmla="*/ 0 w 2824"/>
                <a:gd name="connsiteY1" fmla="*/ 79878 h 79878"/>
              </a:gdLst>
              <a:ahLst/>
              <a:cxnLst>
                <a:cxn ang="0">
                  <a:pos x="connsiteX0" y="connsiteY0"/>
                </a:cxn>
                <a:cxn ang="0">
                  <a:pos x="connsiteX1" y="connsiteY1"/>
                </a:cxn>
              </a:cxnLst>
              <a:rect l="l" t="t" r="r" b="b"/>
              <a:pathLst>
                <a:path w="2824" h="79878">
                  <a:moveTo>
                    <a:pt x="0" y="0"/>
                  </a:moveTo>
                  <a:lnTo>
                    <a:pt x="0" y="79878"/>
                  </a:lnTo>
                </a:path>
              </a:pathLst>
            </a:custGeom>
            <a:ln w="8472" cap="flat">
              <a:solidFill>
                <a:srgbClr val="01355A"/>
              </a:solidFill>
              <a:prstDash val="solid"/>
              <a:miter/>
            </a:ln>
          </p:spPr>
          <p:txBody>
            <a:bodyPr rtlCol="1" anchor="ctr"/>
            <a:lstStyle/>
            <a:p>
              <a:endParaRPr lang="ar-SA"/>
            </a:p>
          </p:txBody>
        </p:sp>
        <p:sp>
          <p:nvSpPr>
            <p:cNvPr id="10179" name="شكل حر: شكل 11356">
              <a:extLst>
                <a:ext uri="{FF2B5EF4-FFF2-40B4-BE49-F238E27FC236}">
                  <a16:creationId xmlns:a16="http://schemas.microsoft.com/office/drawing/2014/main" id="{3BDAF54E-ED27-0968-EA1C-2D3963338792}"/>
                </a:ext>
              </a:extLst>
            </p:cNvPr>
            <p:cNvSpPr/>
            <p:nvPr/>
          </p:nvSpPr>
          <p:spPr>
            <a:xfrm>
              <a:off x="6935088" y="3071242"/>
              <a:ext cx="2824" cy="79878"/>
            </a:xfrm>
            <a:custGeom>
              <a:avLst/>
              <a:gdLst>
                <a:gd name="connsiteX0" fmla="*/ 0 w 2824"/>
                <a:gd name="connsiteY0" fmla="*/ 0 h 79878"/>
                <a:gd name="connsiteX1" fmla="*/ 0 w 2824"/>
                <a:gd name="connsiteY1" fmla="*/ 79878 h 79878"/>
              </a:gdLst>
              <a:ahLst/>
              <a:cxnLst>
                <a:cxn ang="0">
                  <a:pos x="connsiteX0" y="connsiteY0"/>
                </a:cxn>
                <a:cxn ang="0">
                  <a:pos x="connsiteX1" y="connsiteY1"/>
                </a:cxn>
              </a:cxnLst>
              <a:rect l="l" t="t" r="r" b="b"/>
              <a:pathLst>
                <a:path w="2824" h="79878">
                  <a:moveTo>
                    <a:pt x="0" y="0"/>
                  </a:moveTo>
                  <a:lnTo>
                    <a:pt x="0" y="79878"/>
                  </a:lnTo>
                </a:path>
              </a:pathLst>
            </a:custGeom>
            <a:ln w="8472" cap="flat">
              <a:solidFill>
                <a:srgbClr val="01355A"/>
              </a:solidFill>
              <a:prstDash val="solid"/>
              <a:miter/>
            </a:ln>
          </p:spPr>
          <p:txBody>
            <a:bodyPr rtlCol="1" anchor="ctr"/>
            <a:lstStyle/>
            <a:p>
              <a:endParaRPr lang="ar-SA"/>
            </a:p>
          </p:txBody>
        </p:sp>
        <p:sp>
          <p:nvSpPr>
            <p:cNvPr id="10180" name="شكل حر: شكل 11357">
              <a:extLst>
                <a:ext uri="{FF2B5EF4-FFF2-40B4-BE49-F238E27FC236}">
                  <a16:creationId xmlns:a16="http://schemas.microsoft.com/office/drawing/2014/main" id="{26ED16DB-1BCD-27DE-DE78-488CF7E79108}"/>
                </a:ext>
              </a:extLst>
            </p:cNvPr>
            <p:cNvSpPr/>
            <p:nvPr/>
          </p:nvSpPr>
          <p:spPr>
            <a:xfrm>
              <a:off x="6732935" y="2934478"/>
              <a:ext cx="201418" cy="120466"/>
            </a:xfrm>
            <a:custGeom>
              <a:avLst/>
              <a:gdLst>
                <a:gd name="connsiteX0" fmla="*/ 0 w 201418"/>
                <a:gd name="connsiteY0" fmla="*/ 120467 h 120466"/>
                <a:gd name="connsiteX1" fmla="*/ 0 w 201418"/>
                <a:gd name="connsiteY1" fmla="*/ 11354 h 120466"/>
                <a:gd name="connsiteX2" fmla="*/ 11355 w 201418"/>
                <a:gd name="connsiteY2" fmla="*/ 0 h 120466"/>
                <a:gd name="connsiteX3" fmla="*/ 190064 w 201418"/>
                <a:gd name="connsiteY3" fmla="*/ 0 h 120466"/>
                <a:gd name="connsiteX4" fmla="*/ 201419 w 201418"/>
                <a:gd name="connsiteY4" fmla="*/ 11354 h 120466"/>
                <a:gd name="connsiteX5" fmla="*/ 201419 w 201418"/>
                <a:gd name="connsiteY5" fmla="*/ 120467 h 120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1418" h="120466">
                  <a:moveTo>
                    <a:pt x="0" y="120467"/>
                  </a:moveTo>
                  <a:lnTo>
                    <a:pt x="0" y="11354"/>
                  </a:lnTo>
                  <a:cubicBezTo>
                    <a:pt x="0" y="5084"/>
                    <a:pt x="5084" y="0"/>
                    <a:pt x="11355" y="0"/>
                  </a:cubicBezTo>
                  <a:lnTo>
                    <a:pt x="190064" y="0"/>
                  </a:lnTo>
                  <a:cubicBezTo>
                    <a:pt x="196334" y="0"/>
                    <a:pt x="201419" y="5084"/>
                    <a:pt x="201419" y="11354"/>
                  </a:cubicBezTo>
                  <a:lnTo>
                    <a:pt x="201419" y="120467"/>
                  </a:lnTo>
                </a:path>
              </a:pathLst>
            </a:custGeom>
            <a:noFill/>
            <a:ln w="8472" cap="flat">
              <a:solidFill>
                <a:srgbClr val="01355A"/>
              </a:solidFill>
              <a:prstDash val="solid"/>
              <a:miter/>
            </a:ln>
          </p:spPr>
          <p:txBody>
            <a:bodyPr rtlCol="1" anchor="ctr"/>
            <a:lstStyle/>
            <a:p>
              <a:endParaRPr lang="ar-SA"/>
            </a:p>
          </p:txBody>
        </p:sp>
        <p:sp>
          <p:nvSpPr>
            <p:cNvPr id="10181" name="شكل حر: شكل 11358">
              <a:extLst>
                <a:ext uri="{FF2B5EF4-FFF2-40B4-BE49-F238E27FC236}">
                  <a16:creationId xmlns:a16="http://schemas.microsoft.com/office/drawing/2014/main" id="{DF460D4D-D0A9-ACD7-CE0C-361C01690D07}"/>
                </a:ext>
              </a:extLst>
            </p:cNvPr>
            <p:cNvSpPr/>
            <p:nvPr/>
          </p:nvSpPr>
          <p:spPr>
            <a:xfrm>
              <a:off x="6794764" y="2880246"/>
              <a:ext cx="77703" cy="54231"/>
            </a:xfrm>
            <a:custGeom>
              <a:avLst/>
              <a:gdLst>
                <a:gd name="connsiteX0" fmla="*/ 0 w 77703"/>
                <a:gd name="connsiteY0" fmla="*/ 54232 h 54231"/>
                <a:gd name="connsiteX1" fmla="*/ 0 w 77703"/>
                <a:gd name="connsiteY1" fmla="*/ 13445 h 54231"/>
                <a:gd name="connsiteX2" fmla="*/ 13445 w 77703"/>
                <a:gd name="connsiteY2" fmla="*/ 0 h 54231"/>
                <a:gd name="connsiteX3" fmla="*/ 64258 w 77703"/>
                <a:gd name="connsiteY3" fmla="*/ 0 h 54231"/>
                <a:gd name="connsiteX4" fmla="*/ 77703 w 77703"/>
                <a:gd name="connsiteY4" fmla="*/ 13445 h 54231"/>
                <a:gd name="connsiteX5" fmla="*/ 77703 w 77703"/>
                <a:gd name="connsiteY5" fmla="*/ 54232 h 54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03" h="54231">
                  <a:moveTo>
                    <a:pt x="0" y="54232"/>
                  </a:moveTo>
                  <a:lnTo>
                    <a:pt x="0" y="13445"/>
                  </a:lnTo>
                  <a:cubicBezTo>
                    <a:pt x="0" y="6016"/>
                    <a:pt x="6017" y="0"/>
                    <a:pt x="13445" y="0"/>
                  </a:cubicBezTo>
                  <a:lnTo>
                    <a:pt x="64258" y="0"/>
                  </a:lnTo>
                  <a:cubicBezTo>
                    <a:pt x="71687" y="0"/>
                    <a:pt x="77703" y="6016"/>
                    <a:pt x="77703" y="13445"/>
                  </a:cubicBezTo>
                  <a:lnTo>
                    <a:pt x="77703" y="54232"/>
                  </a:lnTo>
                </a:path>
              </a:pathLst>
            </a:custGeom>
            <a:noFill/>
            <a:ln w="8472" cap="flat">
              <a:solidFill>
                <a:srgbClr val="01355A"/>
              </a:solidFill>
              <a:prstDash val="solid"/>
              <a:miter/>
            </a:ln>
          </p:spPr>
          <p:txBody>
            <a:bodyPr rtlCol="1" anchor="ctr"/>
            <a:lstStyle/>
            <a:p>
              <a:endParaRPr lang="ar-SA"/>
            </a:p>
          </p:txBody>
        </p:sp>
        <p:sp>
          <p:nvSpPr>
            <p:cNvPr id="10182" name="شكل حر: شكل 11359">
              <a:extLst>
                <a:ext uri="{FF2B5EF4-FFF2-40B4-BE49-F238E27FC236}">
                  <a16:creationId xmlns:a16="http://schemas.microsoft.com/office/drawing/2014/main" id="{5D320506-B61A-F108-2528-464925CBD13E}"/>
                </a:ext>
              </a:extLst>
            </p:cNvPr>
            <p:cNvSpPr/>
            <p:nvPr/>
          </p:nvSpPr>
          <p:spPr>
            <a:xfrm>
              <a:off x="6833630" y="2798757"/>
              <a:ext cx="65077" cy="81461"/>
            </a:xfrm>
            <a:custGeom>
              <a:avLst/>
              <a:gdLst>
                <a:gd name="connsiteX0" fmla="*/ 0 w 65077"/>
                <a:gd name="connsiteY0" fmla="*/ 81461 h 81461"/>
                <a:gd name="connsiteX1" fmla="*/ 0 w 65077"/>
                <a:gd name="connsiteY1" fmla="*/ 4746 h 81461"/>
                <a:gd name="connsiteX2" fmla="*/ 16326 w 65077"/>
                <a:gd name="connsiteY2" fmla="*/ 8673 h 81461"/>
                <a:gd name="connsiteX3" fmla="*/ 32850 w 65077"/>
                <a:gd name="connsiteY3" fmla="*/ 3786 h 81461"/>
                <a:gd name="connsiteX4" fmla="*/ 49599 w 65077"/>
                <a:gd name="connsiteY4" fmla="*/ 1 h 81461"/>
                <a:gd name="connsiteX5" fmla="*/ 65078 w 65077"/>
                <a:gd name="connsiteY5" fmla="*/ 4040 h 81461"/>
                <a:gd name="connsiteX6" fmla="*/ 65078 w 65077"/>
                <a:gd name="connsiteY6" fmla="*/ 46522 h 81461"/>
                <a:gd name="connsiteX7" fmla="*/ 49599 w 65077"/>
                <a:gd name="connsiteY7" fmla="*/ 42482 h 81461"/>
                <a:gd name="connsiteX8" fmla="*/ 32850 w 65077"/>
                <a:gd name="connsiteY8" fmla="*/ 46267 h 81461"/>
                <a:gd name="connsiteX9" fmla="*/ 16326 w 65077"/>
                <a:gd name="connsiteY9" fmla="*/ 51154 h 81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077" h="81461">
                  <a:moveTo>
                    <a:pt x="0" y="81461"/>
                  </a:moveTo>
                  <a:lnTo>
                    <a:pt x="0" y="4746"/>
                  </a:lnTo>
                  <a:cubicBezTo>
                    <a:pt x="4406" y="8447"/>
                    <a:pt x="10620" y="9379"/>
                    <a:pt x="16326" y="8673"/>
                  </a:cubicBezTo>
                  <a:cubicBezTo>
                    <a:pt x="22032" y="7967"/>
                    <a:pt x="27455" y="5763"/>
                    <a:pt x="32850" y="3786"/>
                  </a:cubicBezTo>
                  <a:cubicBezTo>
                    <a:pt x="38244" y="1781"/>
                    <a:pt x="43837" y="-55"/>
                    <a:pt x="49599" y="1"/>
                  </a:cubicBezTo>
                  <a:cubicBezTo>
                    <a:pt x="54966" y="58"/>
                    <a:pt x="60220" y="1752"/>
                    <a:pt x="65078" y="4040"/>
                  </a:cubicBezTo>
                  <a:lnTo>
                    <a:pt x="65078" y="46522"/>
                  </a:lnTo>
                  <a:cubicBezTo>
                    <a:pt x="60220" y="44206"/>
                    <a:pt x="54966" y="42511"/>
                    <a:pt x="49599" y="42482"/>
                  </a:cubicBezTo>
                  <a:cubicBezTo>
                    <a:pt x="43837" y="42426"/>
                    <a:pt x="38244" y="44262"/>
                    <a:pt x="32850" y="46267"/>
                  </a:cubicBezTo>
                  <a:cubicBezTo>
                    <a:pt x="27455" y="48273"/>
                    <a:pt x="22032" y="50448"/>
                    <a:pt x="16326" y="51154"/>
                  </a:cubicBezTo>
                </a:path>
              </a:pathLst>
            </a:custGeom>
            <a:noFill/>
            <a:ln w="8472" cap="flat">
              <a:solidFill>
                <a:srgbClr val="17A3A3"/>
              </a:solidFill>
              <a:prstDash val="solid"/>
              <a:miter/>
            </a:ln>
          </p:spPr>
          <p:txBody>
            <a:bodyPr rtlCol="1" anchor="ctr"/>
            <a:lstStyle/>
            <a:p>
              <a:endParaRPr lang="ar-SA"/>
            </a:p>
          </p:txBody>
        </p:sp>
        <p:sp>
          <p:nvSpPr>
            <p:cNvPr id="10183" name="شكل حر: شكل 11360">
              <a:extLst>
                <a:ext uri="{FF2B5EF4-FFF2-40B4-BE49-F238E27FC236}">
                  <a16:creationId xmlns:a16="http://schemas.microsoft.com/office/drawing/2014/main" id="{B2197033-C93E-7363-242B-D38BC2FED980}"/>
                </a:ext>
              </a:extLst>
            </p:cNvPr>
            <p:cNvSpPr/>
            <p:nvPr/>
          </p:nvSpPr>
          <p:spPr>
            <a:xfrm>
              <a:off x="6934325" y="2980687"/>
              <a:ext cx="79425" cy="170433"/>
            </a:xfrm>
            <a:custGeom>
              <a:avLst/>
              <a:gdLst>
                <a:gd name="connsiteX0" fmla="*/ 0 w 79425"/>
                <a:gd name="connsiteY0" fmla="*/ 0 h 170433"/>
                <a:gd name="connsiteX1" fmla="*/ 62507 w 79425"/>
                <a:gd name="connsiteY1" fmla="*/ 0 h 170433"/>
                <a:gd name="connsiteX2" fmla="*/ 79426 w 79425"/>
                <a:gd name="connsiteY2" fmla="*/ 16919 h 170433"/>
                <a:gd name="connsiteX3" fmla="*/ 79426 w 79425"/>
                <a:gd name="connsiteY3" fmla="*/ 170433 h 170433"/>
              </a:gdLst>
              <a:ahLst/>
              <a:cxnLst>
                <a:cxn ang="0">
                  <a:pos x="connsiteX0" y="connsiteY0"/>
                </a:cxn>
                <a:cxn ang="0">
                  <a:pos x="connsiteX1" y="connsiteY1"/>
                </a:cxn>
                <a:cxn ang="0">
                  <a:pos x="connsiteX2" y="connsiteY2"/>
                </a:cxn>
                <a:cxn ang="0">
                  <a:pos x="connsiteX3" y="connsiteY3"/>
                </a:cxn>
              </a:cxnLst>
              <a:rect l="l" t="t" r="r" b="b"/>
              <a:pathLst>
                <a:path w="79425" h="170433">
                  <a:moveTo>
                    <a:pt x="0" y="0"/>
                  </a:moveTo>
                  <a:lnTo>
                    <a:pt x="62507" y="0"/>
                  </a:lnTo>
                  <a:cubicBezTo>
                    <a:pt x="71856" y="0"/>
                    <a:pt x="79426" y="7570"/>
                    <a:pt x="79426" y="16919"/>
                  </a:cubicBezTo>
                  <a:lnTo>
                    <a:pt x="79426" y="170433"/>
                  </a:lnTo>
                </a:path>
              </a:pathLst>
            </a:custGeom>
            <a:noFill/>
            <a:ln w="8472" cap="flat">
              <a:solidFill>
                <a:srgbClr val="01355A"/>
              </a:solidFill>
              <a:prstDash val="solid"/>
              <a:miter/>
            </a:ln>
          </p:spPr>
          <p:txBody>
            <a:bodyPr rtlCol="1" anchor="ctr"/>
            <a:lstStyle/>
            <a:p>
              <a:endParaRPr lang="ar-SA"/>
            </a:p>
          </p:txBody>
        </p:sp>
        <p:sp>
          <p:nvSpPr>
            <p:cNvPr id="10184" name="شكل حر: شكل 11361">
              <a:extLst>
                <a:ext uri="{FF2B5EF4-FFF2-40B4-BE49-F238E27FC236}">
                  <a16:creationId xmlns:a16="http://schemas.microsoft.com/office/drawing/2014/main" id="{2CB0105C-6EF8-E1C4-4046-093CE601787A}"/>
                </a:ext>
              </a:extLst>
            </p:cNvPr>
            <p:cNvSpPr/>
            <p:nvPr/>
          </p:nvSpPr>
          <p:spPr>
            <a:xfrm>
              <a:off x="6653509" y="2980687"/>
              <a:ext cx="79426" cy="170433"/>
            </a:xfrm>
            <a:custGeom>
              <a:avLst/>
              <a:gdLst>
                <a:gd name="connsiteX0" fmla="*/ 79426 w 79426"/>
                <a:gd name="connsiteY0" fmla="*/ 0 h 170433"/>
                <a:gd name="connsiteX1" fmla="*/ 16919 w 79426"/>
                <a:gd name="connsiteY1" fmla="*/ 0 h 170433"/>
                <a:gd name="connsiteX2" fmla="*/ 0 w 79426"/>
                <a:gd name="connsiteY2" fmla="*/ 16919 h 170433"/>
                <a:gd name="connsiteX3" fmla="*/ 0 w 79426"/>
                <a:gd name="connsiteY3" fmla="*/ 170433 h 170433"/>
              </a:gdLst>
              <a:ahLst/>
              <a:cxnLst>
                <a:cxn ang="0">
                  <a:pos x="connsiteX0" y="connsiteY0"/>
                </a:cxn>
                <a:cxn ang="0">
                  <a:pos x="connsiteX1" y="connsiteY1"/>
                </a:cxn>
                <a:cxn ang="0">
                  <a:pos x="connsiteX2" y="connsiteY2"/>
                </a:cxn>
                <a:cxn ang="0">
                  <a:pos x="connsiteX3" y="connsiteY3"/>
                </a:cxn>
              </a:cxnLst>
              <a:rect l="l" t="t" r="r" b="b"/>
              <a:pathLst>
                <a:path w="79426" h="170433">
                  <a:moveTo>
                    <a:pt x="79426" y="0"/>
                  </a:moveTo>
                  <a:lnTo>
                    <a:pt x="16919" y="0"/>
                  </a:lnTo>
                  <a:cubicBezTo>
                    <a:pt x="7570" y="0"/>
                    <a:pt x="0" y="7570"/>
                    <a:pt x="0" y="16919"/>
                  </a:cubicBezTo>
                  <a:lnTo>
                    <a:pt x="0" y="170433"/>
                  </a:lnTo>
                </a:path>
              </a:pathLst>
            </a:custGeom>
            <a:noFill/>
            <a:ln w="8472" cap="flat">
              <a:solidFill>
                <a:srgbClr val="01355A"/>
              </a:solidFill>
              <a:prstDash val="solid"/>
              <a:miter/>
            </a:ln>
          </p:spPr>
          <p:txBody>
            <a:bodyPr rtlCol="1" anchor="ctr"/>
            <a:lstStyle/>
            <a:p>
              <a:endParaRPr lang="ar-SA"/>
            </a:p>
          </p:txBody>
        </p:sp>
        <p:sp>
          <p:nvSpPr>
            <p:cNvPr id="10185" name="شكل حر: شكل 11362">
              <a:extLst>
                <a:ext uri="{FF2B5EF4-FFF2-40B4-BE49-F238E27FC236}">
                  <a16:creationId xmlns:a16="http://schemas.microsoft.com/office/drawing/2014/main" id="{A00EC668-318E-D285-3DF6-33A999B960B2}"/>
                </a:ext>
              </a:extLst>
            </p:cNvPr>
            <p:cNvSpPr/>
            <p:nvPr/>
          </p:nvSpPr>
          <p:spPr>
            <a:xfrm>
              <a:off x="6709548" y="3151121"/>
              <a:ext cx="247853" cy="2824"/>
            </a:xfrm>
            <a:custGeom>
              <a:avLst/>
              <a:gdLst>
                <a:gd name="connsiteX0" fmla="*/ 0 w 247853"/>
                <a:gd name="connsiteY0" fmla="*/ 0 h 2824"/>
                <a:gd name="connsiteX1" fmla="*/ 247854 w 247853"/>
                <a:gd name="connsiteY1" fmla="*/ 0 h 2824"/>
              </a:gdLst>
              <a:ahLst/>
              <a:cxnLst>
                <a:cxn ang="0">
                  <a:pos x="connsiteX0" y="connsiteY0"/>
                </a:cxn>
                <a:cxn ang="0">
                  <a:pos x="connsiteX1" y="connsiteY1"/>
                </a:cxn>
              </a:cxnLst>
              <a:rect l="l" t="t" r="r" b="b"/>
              <a:pathLst>
                <a:path w="247853" h="2824">
                  <a:moveTo>
                    <a:pt x="0" y="0"/>
                  </a:moveTo>
                  <a:lnTo>
                    <a:pt x="247854" y="0"/>
                  </a:lnTo>
                </a:path>
              </a:pathLst>
            </a:custGeom>
            <a:ln w="8472" cap="flat">
              <a:solidFill>
                <a:srgbClr val="01355A"/>
              </a:solidFill>
              <a:prstDash val="solid"/>
              <a:miter/>
            </a:ln>
          </p:spPr>
          <p:txBody>
            <a:bodyPr rtlCol="1" anchor="ctr"/>
            <a:lstStyle/>
            <a:p>
              <a:endParaRPr lang="ar-SA"/>
            </a:p>
          </p:txBody>
        </p:sp>
        <p:sp>
          <p:nvSpPr>
            <p:cNvPr id="10186" name="شكل حر: شكل 11363">
              <a:extLst>
                <a:ext uri="{FF2B5EF4-FFF2-40B4-BE49-F238E27FC236}">
                  <a16:creationId xmlns:a16="http://schemas.microsoft.com/office/drawing/2014/main" id="{0B978A1A-95E1-8021-C4B2-C5869D33969D}"/>
                </a:ext>
              </a:extLst>
            </p:cNvPr>
            <p:cNvSpPr/>
            <p:nvPr/>
          </p:nvSpPr>
          <p:spPr>
            <a:xfrm>
              <a:off x="6766886" y="3177135"/>
              <a:ext cx="133149" cy="2824"/>
            </a:xfrm>
            <a:custGeom>
              <a:avLst/>
              <a:gdLst>
                <a:gd name="connsiteX0" fmla="*/ 0 w 133149"/>
                <a:gd name="connsiteY0" fmla="*/ 0 h 2824"/>
                <a:gd name="connsiteX1" fmla="*/ 133149 w 133149"/>
                <a:gd name="connsiteY1" fmla="*/ 0 h 2824"/>
              </a:gdLst>
              <a:ahLst/>
              <a:cxnLst>
                <a:cxn ang="0">
                  <a:pos x="connsiteX0" y="connsiteY0"/>
                </a:cxn>
                <a:cxn ang="0">
                  <a:pos x="connsiteX1" y="connsiteY1"/>
                </a:cxn>
              </a:cxnLst>
              <a:rect l="l" t="t" r="r" b="b"/>
              <a:pathLst>
                <a:path w="133149" h="2824">
                  <a:moveTo>
                    <a:pt x="0" y="0"/>
                  </a:moveTo>
                  <a:lnTo>
                    <a:pt x="133149" y="0"/>
                  </a:lnTo>
                </a:path>
              </a:pathLst>
            </a:custGeom>
            <a:ln w="8472" cap="flat">
              <a:solidFill>
                <a:srgbClr val="01355A"/>
              </a:solidFill>
              <a:prstDash val="solid"/>
              <a:miter/>
            </a:ln>
          </p:spPr>
          <p:txBody>
            <a:bodyPr rtlCol="1" anchor="ctr"/>
            <a:lstStyle/>
            <a:p>
              <a:endParaRPr lang="ar-SA"/>
            </a:p>
          </p:txBody>
        </p:sp>
      </p:grpSp>
      <p:grpSp>
        <p:nvGrpSpPr>
          <p:cNvPr id="10189" name="رسم 8014">
            <a:extLst>
              <a:ext uri="{FF2B5EF4-FFF2-40B4-BE49-F238E27FC236}">
                <a16:creationId xmlns:a16="http://schemas.microsoft.com/office/drawing/2014/main" id="{802026EA-AFB1-815B-EADC-11B3E39BC28F}"/>
              </a:ext>
            </a:extLst>
          </p:cNvPr>
          <p:cNvGrpSpPr/>
          <p:nvPr/>
        </p:nvGrpSpPr>
        <p:grpSpPr>
          <a:xfrm>
            <a:off x="5463908" y="5324178"/>
            <a:ext cx="299634" cy="241544"/>
            <a:chOff x="5612437" y="4939549"/>
            <a:chExt cx="358152" cy="306453"/>
          </a:xfrm>
          <a:noFill/>
        </p:grpSpPr>
        <p:sp>
          <p:nvSpPr>
            <p:cNvPr id="10190" name="شكل حر: شكل 11365">
              <a:extLst>
                <a:ext uri="{FF2B5EF4-FFF2-40B4-BE49-F238E27FC236}">
                  <a16:creationId xmlns:a16="http://schemas.microsoft.com/office/drawing/2014/main" id="{092CA3BD-0BCF-0018-E454-F9AEB6D37216}"/>
                </a:ext>
              </a:extLst>
            </p:cNvPr>
            <p:cNvSpPr/>
            <p:nvPr/>
          </p:nvSpPr>
          <p:spPr>
            <a:xfrm>
              <a:off x="5612437" y="5075004"/>
              <a:ext cx="82872" cy="110467"/>
            </a:xfrm>
            <a:custGeom>
              <a:avLst/>
              <a:gdLst>
                <a:gd name="connsiteX0" fmla="*/ 0 w 82872"/>
                <a:gd name="connsiteY0" fmla="*/ 0 h 110467"/>
                <a:gd name="connsiteX1" fmla="*/ 0 w 82872"/>
                <a:gd name="connsiteY1" fmla="*/ 91346 h 110467"/>
                <a:gd name="connsiteX2" fmla="*/ 19122 w 82872"/>
                <a:gd name="connsiteY2" fmla="*/ 110468 h 110467"/>
                <a:gd name="connsiteX3" fmla="*/ 82872 w 82872"/>
                <a:gd name="connsiteY3" fmla="*/ 110468 h 110467"/>
              </a:gdLst>
              <a:ahLst/>
              <a:cxnLst>
                <a:cxn ang="0">
                  <a:pos x="connsiteX0" y="connsiteY0"/>
                </a:cxn>
                <a:cxn ang="0">
                  <a:pos x="connsiteX1" y="connsiteY1"/>
                </a:cxn>
                <a:cxn ang="0">
                  <a:pos x="connsiteX2" y="connsiteY2"/>
                </a:cxn>
                <a:cxn ang="0">
                  <a:pos x="connsiteX3" y="connsiteY3"/>
                </a:cxn>
              </a:cxnLst>
              <a:rect l="l" t="t" r="r" b="b"/>
              <a:pathLst>
                <a:path w="82872" h="110467">
                  <a:moveTo>
                    <a:pt x="0" y="0"/>
                  </a:moveTo>
                  <a:lnTo>
                    <a:pt x="0" y="91346"/>
                  </a:lnTo>
                  <a:cubicBezTo>
                    <a:pt x="0" y="101910"/>
                    <a:pt x="8558" y="110468"/>
                    <a:pt x="19122" y="110468"/>
                  </a:cubicBezTo>
                  <a:lnTo>
                    <a:pt x="82872" y="110468"/>
                  </a:lnTo>
                </a:path>
              </a:pathLst>
            </a:custGeom>
            <a:noFill/>
            <a:ln w="8472" cap="flat">
              <a:solidFill>
                <a:srgbClr val="01355A"/>
              </a:solidFill>
              <a:prstDash val="solid"/>
              <a:miter/>
            </a:ln>
          </p:spPr>
          <p:txBody>
            <a:bodyPr rtlCol="1" anchor="ctr"/>
            <a:lstStyle/>
            <a:p>
              <a:endParaRPr lang="ar-SA"/>
            </a:p>
          </p:txBody>
        </p:sp>
        <p:sp>
          <p:nvSpPr>
            <p:cNvPr id="10191" name="شكل حر: شكل 11366">
              <a:extLst>
                <a:ext uri="{FF2B5EF4-FFF2-40B4-BE49-F238E27FC236}">
                  <a16:creationId xmlns:a16="http://schemas.microsoft.com/office/drawing/2014/main" id="{24EC031F-EED8-7EB5-447E-5358475F7129}"/>
                </a:ext>
              </a:extLst>
            </p:cNvPr>
            <p:cNvSpPr/>
            <p:nvPr/>
          </p:nvSpPr>
          <p:spPr>
            <a:xfrm rot="-4603200">
              <a:off x="5639531" y="5007396"/>
              <a:ext cx="51011" cy="51011"/>
            </a:xfrm>
            <a:custGeom>
              <a:avLst/>
              <a:gdLst>
                <a:gd name="connsiteX0" fmla="*/ 51011 w 51011"/>
                <a:gd name="connsiteY0" fmla="*/ 25505 h 51011"/>
                <a:gd name="connsiteX1" fmla="*/ 25506 w 51011"/>
                <a:gd name="connsiteY1" fmla="*/ 51011 h 51011"/>
                <a:gd name="connsiteX2" fmla="*/ 0 w 51011"/>
                <a:gd name="connsiteY2" fmla="*/ 25505 h 51011"/>
                <a:gd name="connsiteX3" fmla="*/ 25506 w 51011"/>
                <a:gd name="connsiteY3" fmla="*/ 0 h 51011"/>
                <a:gd name="connsiteX4" fmla="*/ 51011 w 51011"/>
                <a:gd name="connsiteY4" fmla="*/ 25505 h 510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11" h="51011">
                  <a:moveTo>
                    <a:pt x="51011" y="25505"/>
                  </a:moveTo>
                  <a:cubicBezTo>
                    <a:pt x="51011" y="39592"/>
                    <a:pt x="39592" y="51011"/>
                    <a:pt x="25506" y="51011"/>
                  </a:cubicBezTo>
                  <a:cubicBezTo>
                    <a:pt x="11419" y="51011"/>
                    <a:pt x="0" y="39592"/>
                    <a:pt x="0" y="25505"/>
                  </a:cubicBezTo>
                  <a:cubicBezTo>
                    <a:pt x="0" y="11419"/>
                    <a:pt x="11419" y="0"/>
                    <a:pt x="25506" y="0"/>
                  </a:cubicBezTo>
                  <a:cubicBezTo>
                    <a:pt x="39592" y="0"/>
                    <a:pt x="51011" y="11419"/>
                    <a:pt x="51011" y="25505"/>
                  </a:cubicBezTo>
                  <a:close/>
                </a:path>
              </a:pathLst>
            </a:custGeom>
            <a:noFill/>
            <a:ln w="8472" cap="flat">
              <a:solidFill>
                <a:srgbClr val="01355A"/>
              </a:solidFill>
              <a:prstDash val="solid"/>
              <a:miter/>
            </a:ln>
          </p:spPr>
          <p:txBody>
            <a:bodyPr rtlCol="1" anchor="ctr"/>
            <a:lstStyle/>
            <a:p>
              <a:endParaRPr lang="ar-SA"/>
            </a:p>
          </p:txBody>
        </p:sp>
        <p:sp>
          <p:nvSpPr>
            <p:cNvPr id="10192" name="شكل حر: شكل 11367">
              <a:extLst>
                <a:ext uri="{FF2B5EF4-FFF2-40B4-BE49-F238E27FC236}">
                  <a16:creationId xmlns:a16="http://schemas.microsoft.com/office/drawing/2014/main" id="{40CF70A2-6E8E-0840-634D-329A844FABCF}"/>
                </a:ext>
              </a:extLst>
            </p:cNvPr>
            <p:cNvSpPr/>
            <p:nvPr/>
          </p:nvSpPr>
          <p:spPr>
            <a:xfrm>
              <a:off x="5635062" y="5075004"/>
              <a:ext cx="60275" cy="87193"/>
            </a:xfrm>
            <a:custGeom>
              <a:avLst/>
              <a:gdLst>
                <a:gd name="connsiteX0" fmla="*/ 60247 w 60275"/>
                <a:gd name="connsiteY0" fmla="*/ 57084 h 87193"/>
                <a:gd name="connsiteX1" fmla="*/ 60247 w 60275"/>
                <a:gd name="connsiteY1" fmla="*/ 87194 h 87193"/>
                <a:gd name="connsiteX2" fmla="*/ 29064 w 60275"/>
                <a:gd name="connsiteY2" fmla="*/ 87194 h 87193"/>
                <a:gd name="connsiteX3" fmla="*/ 0 w 60275"/>
                <a:gd name="connsiteY3" fmla="*/ 58129 h 87193"/>
                <a:gd name="connsiteX4" fmla="*/ 0 w 60275"/>
                <a:gd name="connsiteY4" fmla="*/ 14320 h 87193"/>
                <a:gd name="connsiteX5" fmla="*/ 14320 w 60275"/>
                <a:gd name="connsiteY5" fmla="*/ 0 h 87193"/>
                <a:gd name="connsiteX6" fmla="*/ 47000 w 60275"/>
                <a:gd name="connsiteY6" fmla="*/ 0 h 87193"/>
                <a:gd name="connsiteX7" fmla="*/ 60276 w 60275"/>
                <a:gd name="connsiteY7" fmla="*/ 13275 h 87193"/>
                <a:gd name="connsiteX8" fmla="*/ 60276 w 60275"/>
                <a:gd name="connsiteY8" fmla="*/ 32059 h 87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275" h="87193">
                  <a:moveTo>
                    <a:pt x="60247" y="57084"/>
                  </a:moveTo>
                  <a:lnTo>
                    <a:pt x="60247" y="87194"/>
                  </a:lnTo>
                  <a:lnTo>
                    <a:pt x="29064" y="87194"/>
                  </a:lnTo>
                  <a:cubicBezTo>
                    <a:pt x="13021" y="87194"/>
                    <a:pt x="0" y="74173"/>
                    <a:pt x="0" y="58129"/>
                  </a:cubicBezTo>
                  <a:lnTo>
                    <a:pt x="0" y="14320"/>
                  </a:lnTo>
                  <a:cubicBezTo>
                    <a:pt x="0" y="6412"/>
                    <a:pt x="6411" y="0"/>
                    <a:pt x="14320" y="0"/>
                  </a:cubicBezTo>
                  <a:lnTo>
                    <a:pt x="47000" y="0"/>
                  </a:lnTo>
                  <a:cubicBezTo>
                    <a:pt x="54316" y="0"/>
                    <a:pt x="60276" y="5931"/>
                    <a:pt x="60276" y="13275"/>
                  </a:cubicBezTo>
                  <a:lnTo>
                    <a:pt x="60276" y="32059"/>
                  </a:lnTo>
                </a:path>
              </a:pathLst>
            </a:custGeom>
            <a:noFill/>
            <a:ln w="8472" cap="flat">
              <a:solidFill>
                <a:srgbClr val="01355A"/>
              </a:solidFill>
              <a:prstDash val="solid"/>
              <a:miter/>
            </a:ln>
          </p:spPr>
          <p:txBody>
            <a:bodyPr rtlCol="1" anchor="ctr"/>
            <a:lstStyle/>
            <a:p>
              <a:endParaRPr lang="ar-SA"/>
            </a:p>
          </p:txBody>
        </p:sp>
        <p:sp>
          <p:nvSpPr>
            <p:cNvPr id="10193" name="شكل حر: شكل 11368">
              <a:extLst>
                <a:ext uri="{FF2B5EF4-FFF2-40B4-BE49-F238E27FC236}">
                  <a16:creationId xmlns:a16="http://schemas.microsoft.com/office/drawing/2014/main" id="{B174E1DE-C74A-DE58-A406-C7FA48230283}"/>
                </a:ext>
              </a:extLst>
            </p:cNvPr>
            <p:cNvSpPr/>
            <p:nvPr/>
          </p:nvSpPr>
          <p:spPr>
            <a:xfrm>
              <a:off x="5665171" y="5085088"/>
              <a:ext cx="54542" cy="34487"/>
            </a:xfrm>
            <a:custGeom>
              <a:avLst/>
              <a:gdLst>
                <a:gd name="connsiteX0" fmla="*/ 0 w 54542"/>
                <a:gd name="connsiteY0" fmla="*/ 0 h 34487"/>
                <a:gd name="connsiteX1" fmla="*/ 0 w 54542"/>
                <a:gd name="connsiteY1" fmla="*/ 23161 h 34487"/>
                <a:gd name="connsiteX2" fmla="*/ 11326 w 54542"/>
                <a:gd name="connsiteY2" fmla="*/ 34488 h 34487"/>
                <a:gd name="connsiteX3" fmla="*/ 54542 w 54542"/>
                <a:gd name="connsiteY3" fmla="*/ 34488 h 34487"/>
              </a:gdLst>
              <a:ahLst/>
              <a:cxnLst>
                <a:cxn ang="0">
                  <a:pos x="connsiteX0" y="connsiteY0"/>
                </a:cxn>
                <a:cxn ang="0">
                  <a:pos x="connsiteX1" y="connsiteY1"/>
                </a:cxn>
                <a:cxn ang="0">
                  <a:pos x="connsiteX2" y="connsiteY2"/>
                </a:cxn>
                <a:cxn ang="0">
                  <a:pos x="connsiteX3" y="connsiteY3"/>
                </a:cxn>
              </a:cxnLst>
              <a:rect l="l" t="t" r="r" b="b"/>
              <a:pathLst>
                <a:path w="54542" h="34487">
                  <a:moveTo>
                    <a:pt x="0" y="0"/>
                  </a:moveTo>
                  <a:lnTo>
                    <a:pt x="0" y="23161"/>
                  </a:lnTo>
                  <a:cubicBezTo>
                    <a:pt x="0" y="29432"/>
                    <a:pt x="5084" y="34488"/>
                    <a:pt x="11326" y="34488"/>
                  </a:cubicBezTo>
                  <a:lnTo>
                    <a:pt x="54542" y="34488"/>
                  </a:lnTo>
                </a:path>
              </a:pathLst>
            </a:custGeom>
            <a:noFill/>
            <a:ln w="8472" cap="flat">
              <a:solidFill>
                <a:srgbClr val="01355A"/>
              </a:solidFill>
              <a:prstDash val="solid"/>
              <a:miter/>
            </a:ln>
          </p:spPr>
          <p:txBody>
            <a:bodyPr rtlCol="1" anchor="ctr"/>
            <a:lstStyle/>
            <a:p>
              <a:endParaRPr lang="ar-SA"/>
            </a:p>
          </p:txBody>
        </p:sp>
        <p:sp>
          <p:nvSpPr>
            <p:cNvPr id="10194" name="شكل حر: شكل 11369">
              <a:extLst>
                <a:ext uri="{FF2B5EF4-FFF2-40B4-BE49-F238E27FC236}">
                  <a16:creationId xmlns:a16="http://schemas.microsoft.com/office/drawing/2014/main" id="{82754074-7587-3891-113C-59854D01693A}"/>
                </a:ext>
              </a:extLst>
            </p:cNvPr>
            <p:cNvSpPr/>
            <p:nvPr/>
          </p:nvSpPr>
          <p:spPr>
            <a:xfrm>
              <a:off x="5695309" y="5162198"/>
              <a:ext cx="24432" cy="59795"/>
            </a:xfrm>
            <a:custGeom>
              <a:avLst/>
              <a:gdLst>
                <a:gd name="connsiteX0" fmla="*/ 0 w 24432"/>
                <a:gd name="connsiteY0" fmla="*/ 0 h 59795"/>
                <a:gd name="connsiteX1" fmla="*/ 14349 w 24432"/>
                <a:gd name="connsiteY1" fmla="*/ 0 h 59795"/>
                <a:gd name="connsiteX2" fmla="*/ 24432 w 24432"/>
                <a:gd name="connsiteY2" fmla="*/ 10083 h 59795"/>
                <a:gd name="connsiteX3" fmla="*/ 24432 w 24432"/>
                <a:gd name="connsiteY3" fmla="*/ 59796 h 59795"/>
              </a:gdLst>
              <a:ahLst/>
              <a:cxnLst>
                <a:cxn ang="0">
                  <a:pos x="connsiteX0" y="connsiteY0"/>
                </a:cxn>
                <a:cxn ang="0">
                  <a:pos x="connsiteX1" y="connsiteY1"/>
                </a:cxn>
                <a:cxn ang="0">
                  <a:pos x="connsiteX2" y="connsiteY2"/>
                </a:cxn>
                <a:cxn ang="0">
                  <a:pos x="connsiteX3" y="connsiteY3"/>
                </a:cxn>
              </a:cxnLst>
              <a:rect l="l" t="t" r="r" b="b"/>
              <a:pathLst>
                <a:path w="24432" h="59795">
                  <a:moveTo>
                    <a:pt x="0" y="0"/>
                  </a:moveTo>
                  <a:lnTo>
                    <a:pt x="14349" y="0"/>
                  </a:lnTo>
                  <a:cubicBezTo>
                    <a:pt x="19913" y="0"/>
                    <a:pt x="24432" y="4519"/>
                    <a:pt x="24432" y="10083"/>
                  </a:cubicBezTo>
                  <a:lnTo>
                    <a:pt x="24432" y="59796"/>
                  </a:lnTo>
                </a:path>
              </a:pathLst>
            </a:custGeom>
            <a:noFill/>
            <a:ln w="8472" cap="flat">
              <a:solidFill>
                <a:srgbClr val="01355A"/>
              </a:solidFill>
              <a:prstDash val="solid"/>
              <a:miter/>
            </a:ln>
          </p:spPr>
          <p:txBody>
            <a:bodyPr rtlCol="1" anchor="ctr"/>
            <a:lstStyle/>
            <a:p>
              <a:endParaRPr lang="ar-SA"/>
            </a:p>
          </p:txBody>
        </p:sp>
        <p:sp>
          <p:nvSpPr>
            <p:cNvPr id="10195" name="شكل حر: شكل 11370">
              <a:extLst>
                <a:ext uri="{FF2B5EF4-FFF2-40B4-BE49-F238E27FC236}">
                  <a16:creationId xmlns:a16="http://schemas.microsoft.com/office/drawing/2014/main" id="{85BB8F1F-4509-69BC-547F-96F35D0A13EA}"/>
                </a:ext>
              </a:extLst>
            </p:cNvPr>
            <p:cNvSpPr/>
            <p:nvPr/>
          </p:nvSpPr>
          <p:spPr>
            <a:xfrm>
              <a:off x="5638931" y="5185472"/>
              <a:ext cx="19404" cy="60530"/>
            </a:xfrm>
            <a:custGeom>
              <a:avLst/>
              <a:gdLst>
                <a:gd name="connsiteX0" fmla="*/ 19405 w 19404"/>
                <a:gd name="connsiteY0" fmla="*/ 0 h 60530"/>
                <a:gd name="connsiteX1" fmla="*/ 19405 w 19404"/>
                <a:gd name="connsiteY1" fmla="*/ 41126 h 60530"/>
                <a:gd name="connsiteX2" fmla="*/ 0 w 19404"/>
                <a:gd name="connsiteY2" fmla="*/ 60530 h 60530"/>
              </a:gdLst>
              <a:ahLst/>
              <a:cxnLst>
                <a:cxn ang="0">
                  <a:pos x="connsiteX0" y="connsiteY0"/>
                </a:cxn>
                <a:cxn ang="0">
                  <a:pos x="connsiteX1" y="connsiteY1"/>
                </a:cxn>
                <a:cxn ang="0">
                  <a:pos x="connsiteX2" y="connsiteY2"/>
                </a:cxn>
              </a:cxnLst>
              <a:rect l="l" t="t" r="r" b="b"/>
              <a:pathLst>
                <a:path w="19404" h="60530">
                  <a:moveTo>
                    <a:pt x="19405" y="0"/>
                  </a:moveTo>
                  <a:lnTo>
                    <a:pt x="19405" y="41126"/>
                  </a:lnTo>
                  <a:lnTo>
                    <a:pt x="0" y="60530"/>
                  </a:lnTo>
                </a:path>
              </a:pathLst>
            </a:custGeom>
            <a:noFill/>
            <a:ln w="8472" cap="flat">
              <a:solidFill>
                <a:srgbClr val="01355A"/>
              </a:solidFill>
              <a:prstDash val="solid"/>
              <a:miter/>
            </a:ln>
          </p:spPr>
          <p:txBody>
            <a:bodyPr rtlCol="1" anchor="ctr"/>
            <a:lstStyle/>
            <a:p>
              <a:endParaRPr lang="ar-SA"/>
            </a:p>
          </p:txBody>
        </p:sp>
        <p:sp>
          <p:nvSpPr>
            <p:cNvPr id="10196" name="شكل حر: شكل 11371">
              <a:extLst>
                <a:ext uri="{FF2B5EF4-FFF2-40B4-BE49-F238E27FC236}">
                  <a16:creationId xmlns:a16="http://schemas.microsoft.com/office/drawing/2014/main" id="{DFC3E195-EEB5-380E-6B94-431713960FE1}"/>
                </a:ext>
              </a:extLst>
            </p:cNvPr>
            <p:cNvSpPr/>
            <p:nvPr/>
          </p:nvSpPr>
          <p:spPr>
            <a:xfrm>
              <a:off x="5658336" y="5226598"/>
              <a:ext cx="18416" cy="18416"/>
            </a:xfrm>
            <a:custGeom>
              <a:avLst/>
              <a:gdLst>
                <a:gd name="connsiteX0" fmla="*/ 0 w 18416"/>
                <a:gd name="connsiteY0" fmla="*/ 0 h 18416"/>
                <a:gd name="connsiteX1" fmla="*/ 18416 w 18416"/>
                <a:gd name="connsiteY1" fmla="*/ 18416 h 18416"/>
              </a:gdLst>
              <a:ahLst/>
              <a:cxnLst>
                <a:cxn ang="0">
                  <a:pos x="connsiteX0" y="connsiteY0"/>
                </a:cxn>
                <a:cxn ang="0">
                  <a:pos x="connsiteX1" y="connsiteY1"/>
                </a:cxn>
              </a:cxnLst>
              <a:rect l="l" t="t" r="r" b="b"/>
              <a:pathLst>
                <a:path w="18416" h="18416">
                  <a:moveTo>
                    <a:pt x="0" y="0"/>
                  </a:moveTo>
                  <a:lnTo>
                    <a:pt x="18416" y="18416"/>
                  </a:lnTo>
                </a:path>
              </a:pathLst>
            </a:custGeom>
            <a:ln w="8472" cap="flat">
              <a:solidFill>
                <a:srgbClr val="01355A"/>
              </a:solidFill>
              <a:prstDash val="solid"/>
              <a:miter/>
            </a:ln>
          </p:spPr>
          <p:txBody>
            <a:bodyPr rtlCol="1" anchor="ctr"/>
            <a:lstStyle/>
            <a:p>
              <a:endParaRPr lang="ar-SA"/>
            </a:p>
          </p:txBody>
        </p:sp>
        <p:sp>
          <p:nvSpPr>
            <p:cNvPr id="10197" name="شكل حر: شكل 11372">
              <a:extLst>
                <a:ext uri="{FF2B5EF4-FFF2-40B4-BE49-F238E27FC236}">
                  <a16:creationId xmlns:a16="http://schemas.microsoft.com/office/drawing/2014/main" id="{F10F21A0-5C0D-6DF1-5D03-F0D5E44CF255}"/>
                </a:ext>
              </a:extLst>
            </p:cNvPr>
            <p:cNvSpPr/>
            <p:nvPr/>
          </p:nvSpPr>
          <p:spPr>
            <a:xfrm>
              <a:off x="5887717" y="5075004"/>
              <a:ext cx="82872" cy="110467"/>
            </a:xfrm>
            <a:custGeom>
              <a:avLst/>
              <a:gdLst>
                <a:gd name="connsiteX0" fmla="*/ 82872 w 82872"/>
                <a:gd name="connsiteY0" fmla="*/ 0 h 110467"/>
                <a:gd name="connsiteX1" fmla="*/ 82872 w 82872"/>
                <a:gd name="connsiteY1" fmla="*/ 91346 h 110467"/>
                <a:gd name="connsiteX2" fmla="*/ 63750 w 82872"/>
                <a:gd name="connsiteY2" fmla="*/ 110468 h 110467"/>
                <a:gd name="connsiteX3" fmla="*/ 0 w 82872"/>
                <a:gd name="connsiteY3" fmla="*/ 110468 h 110467"/>
              </a:gdLst>
              <a:ahLst/>
              <a:cxnLst>
                <a:cxn ang="0">
                  <a:pos x="connsiteX0" y="connsiteY0"/>
                </a:cxn>
                <a:cxn ang="0">
                  <a:pos x="connsiteX1" y="connsiteY1"/>
                </a:cxn>
                <a:cxn ang="0">
                  <a:pos x="connsiteX2" y="connsiteY2"/>
                </a:cxn>
                <a:cxn ang="0">
                  <a:pos x="connsiteX3" y="connsiteY3"/>
                </a:cxn>
              </a:cxnLst>
              <a:rect l="l" t="t" r="r" b="b"/>
              <a:pathLst>
                <a:path w="82872" h="110467">
                  <a:moveTo>
                    <a:pt x="82872" y="0"/>
                  </a:moveTo>
                  <a:lnTo>
                    <a:pt x="82872" y="91346"/>
                  </a:lnTo>
                  <a:cubicBezTo>
                    <a:pt x="82872" y="101910"/>
                    <a:pt x="74314" y="110468"/>
                    <a:pt x="63750" y="110468"/>
                  </a:cubicBezTo>
                  <a:lnTo>
                    <a:pt x="0" y="110468"/>
                  </a:lnTo>
                </a:path>
              </a:pathLst>
            </a:custGeom>
            <a:noFill/>
            <a:ln w="8472" cap="flat">
              <a:solidFill>
                <a:srgbClr val="01355A"/>
              </a:solidFill>
              <a:prstDash val="solid"/>
              <a:miter/>
            </a:ln>
          </p:spPr>
          <p:txBody>
            <a:bodyPr rtlCol="1" anchor="ctr"/>
            <a:lstStyle/>
            <a:p>
              <a:endParaRPr lang="ar-SA"/>
            </a:p>
          </p:txBody>
        </p:sp>
        <p:sp>
          <p:nvSpPr>
            <p:cNvPr id="10198" name="شكل حر: شكل 11373">
              <a:extLst>
                <a:ext uri="{FF2B5EF4-FFF2-40B4-BE49-F238E27FC236}">
                  <a16:creationId xmlns:a16="http://schemas.microsoft.com/office/drawing/2014/main" id="{7AE2FC12-00B7-DCBD-2C9B-83317FDE4962}"/>
                </a:ext>
              </a:extLst>
            </p:cNvPr>
            <p:cNvSpPr/>
            <p:nvPr/>
          </p:nvSpPr>
          <p:spPr>
            <a:xfrm rot="-796800">
              <a:off x="5892187" y="5007938"/>
              <a:ext cx="51011" cy="51011"/>
            </a:xfrm>
            <a:custGeom>
              <a:avLst/>
              <a:gdLst>
                <a:gd name="connsiteX0" fmla="*/ 51011 w 51011"/>
                <a:gd name="connsiteY0" fmla="*/ 25506 h 51011"/>
                <a:gd name="connsiteX1" fmla="*/ 25505 w 51011"/>
                <a:gd name="connsiteY1" fmla="*/ 51011 h 51011"/>
                <a:gd name="connsiteX2" fmla="*/ 0 w 51011"/>
                <a:gd name="connsiteY2" fmla="*/ 25506 h 51011"/>
                <a:gd name="connsiteX3" fmla="*/ 25505 w 51011"/>
                <a:gd name="connsiteY3" fmla="*/ 0 h 51011"/>
                <a:gd name="connsiteX4" fmla="*/ 51011 w 51011"/>
                <a:gd name="connsiteY4" fmla="*/ 25506 h 510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011" h="51011">
                  <a:moveTo>
                    <a:pt x="51011" y="25506"/>
                  </a:moveTo>
                  <a:cubicBezTo>
                    <a:pt x="51011" y="39592"/>
                    <a:pt x="39592" y="51011"/>
                    <a:pt x="25505" y="51011"/>
                  </a:cubicBezTo>
                  <a:cubicBezTo>
                    <a:pt x="11419" y="51011"/>
                    <a:pt x="0" y="39592"/>
                    <a:pt x="0" y="25506"/>
                  </a:cubicBezTo>
                  <a:cubicBezTo>
                    <a:pt x="0" y="11419"/>
                    <a:pt x="11419" y="0"/>
                    <a:pt x="25505" y="0"/>
                  </a:cubicBezTo>
                  <a:cubicBezTo>
                    <a:pt x="39592" y="0"/>
                    <a:pt x="51011" y="11419"/>
                    <a:pt x="51011" y="25506"/>
                  </a:cubicBezTo>
                  <a:close/>
                </a:path>
              </a:pathLst>
            </a:custGeom>
            <a:noFill/>
            <a:ln w="8472" cap="flat">
              <a:solidFill>
                <a:srgbClr val="01355A"/>
              </a:solidFill>
              <a:prstDash val="solid"/>
              <a:miter/>
            </a:ln>
          </p:spPr>
          <p:txBody>
            <a:bodyPr rtlCol="1" anchor="ctr"/>
            <a:lstStyle/>
            <a:p>
              <a:endParaRPr lang="ar-SA"/>
            </a:p>
          </p:txBody>
        </p:sp>
        <p:sp>
          <p:nvSpPr>
            <p:cNvPr id="10199" name="شكل حر: شكل 11374">
              <a:extLst>
                <a:ext uri="{FF2B5EF4-FFF2-40B4-BE49-F238E27FC236}">
                  <a16:creationId xmlns:a16="http://schemas.microsoft.com/office/drawing/2014/main" id="{5F6A9326-C4B6-1ECD-FE6B-A2AE64A071C3}"/>
                </a:ext>
              </a:extLst>
            </p:cNvPr>
            <p:cNvSpPr/>
            <p:nvPr/>
          </p:nvSpPr>
          <p:spPr>
            <a:xfrm>
              <a:off x="5887689" y="5075004"/>
              <a:ext cx="60275" cy="87193"/>
            </a:xfrm>
            <a:custGeom>
              <a:avLst/>
              <a:gdLst>
                <a:gd name="connsiteX0" fmla="*/ 28 w 60275"/>
                <a:gd name="connsiteY0" fmla="*/ 57084 h 87193"/>
                <a:gd name="connsiteX1" fmla="*/ 28 w 60275"/>
                <a:gd name="connsiteY1" fmla="*/ 87194 h 87193"/>
                <a:gd name="connsiteX2" fmla="*/ 31211 w 60275"/>
                <a:gd name="connsiteY2" fmla="*/ 87194 h 87193"/>
                <a:gd name="connsiteX3" fmla="*/ 60276 w 60275"/>
                <a:gd name="connsiteY3" fmla="*/ 58129 h 87193"/>
                <a:gd name="connsiteX4" fmla="*/ 60276 w 60275"/>
                <a:gd name="connsiteY4" fmla="*/ 14320 h 87193"/>
                <a:gd name="connsiteX5" fmla="*/ 45955 w 60275"/>
                <a:gd name="connsiteY5" fmla="*/ 0 h 87193"/>
                <a:gd name="connsiteX6" fmla="*/ 13275 w 60275"/>
                <a:gd name="connsiteY6" fmla="*/ 0 h 87193"/>
                <a:gd name="connsiteX7" fmla="*/ 0 w 60275"/>
                <a:gd name="connsiteY7" fmla="*/ 13275 h 87193"/>
                <a:gd name="connsiteX8" fmla="*/ 0 w 60275"/>
                <a:gd name="connsiteY8" fmla="*/ 32059 h 87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275" h="87193">
                  <a:moveTo>
                    <a:pt x="28" y="57084"/>
                  </a:moveTo>
                  <a:lnTo>
                    <a:pt x="28" y="87194"/>
                  </a:lnTo>
                  <a:lnTo>
                    <a:pt x="31211" y="87194"/>
                  </a:lnTo>
                  <a:cubicBezTo>
                    <a:pt x="47255" y="87194"/>
                    <a:pt x="60276" y="74173"/>
                    <a:pt x="60276" y="58129"/>
                  </a:cubicBezTo>
                  <a:lnTo>
                    <a:pt x="60276" y="14320"/>
                  </a:lnTo>
                  <a:cubicBezTo>
                    <a:pt x="60276" y="6412"/>
                    <a:pt x="53864" y="0"/>
                    <a:pt x="45955" y="0"/>
                  </a:cubicBezTo>
                  <a:lnTo>
                    <a:pt x="13275" y="0"/>
                  </a:lnTo>
                  <a:cubicBezTo>
                    <a:pt x="5960" y="0"/>
                    <a:pt x="0" y="5931"/>
                    <a:pt x="0" y="13275"/>
                  </a:cubicBezTo>
                  <a:lnTo>
                    <a:pt x="0" y="32059"/>
                  </a:lnTo>
                </a:path>
              </a:pathLst>
            </a:custGeom>
            <a:noFill/>
            <a:ln w="8472" cap="flat">
              <a:solidFill>
                <a:srgbClr val="01355A"/>
              </a:solidFill>
              <a:prstDash val="solid"/>
              <a:miter/>
            </a:ln>
          </p:spPr>
          <p:txBody>
            <a:bodyPr rtlCol="1" anchor="ctr"/>
            <a:lstStyle/>
            <a:p>
              <a:endParaRPr lang="ar-SA"/>
            </a:p>
          </p:txBody>
        </p:sp>
        <p:sp>
          <p:nvSpPr>
            <p:cNvPr id="10200" name="شكل حر: شكل 11375">
              <a:extLst>
                <a:ext uri="{FF2B5EF4-FFF2-40B4-BE49-F238E27FC236}">
                  <a16:creationId xmlns:a16="http://schemas.microsoft.com/office/drawing/2014/main" id="{A5FA91EA-84D9-7456-E8CD-5E239BC9A3DE}"/>
                </a:ext>
              </a:extLst>
            </p:cNvPr>
            <p:cNvSpPr/>
            <p:nvPr/>
          </p:nvSpPr>
          <p:spPr>
            <a:xfrm>
              <a:off x="5863313" y="5085088"/>
              <a:ext cx="54542" cy="34487"/>
            </a:xfrm>
            <a:custGeom>
              <a:avLst/>
              <a:gdLst>
                <a:gd name="connsiteX0" fmla="*/ 54542 w 54542"/>
                <a:gd name="connsiteY0" fmla="*/ 0 h 34487"/>
                <a:gd name="connsiteX1" fmla="*/ 54542 w 54542"/>
                <a:gd name="connsiteY1" fmla="*/ 23161 h 34487"/>
                <a:gd name="connsiteX2" fmla="*/ 43216 w 54542"/>
                <a:gd name="connsiteY2" fmla="*/ 34488 h 34487"/>
                <a:gd name="connsiteX3" fmla="*/ 0 w 54542"/>
                <a:gd name="connsiteY3" fmla="*/ 34488 h 34487"/>
              </a:gdLst>
              <a:ahLst/>
              <a:cxnLst>
                <a:cxn ang="0">
                  <a:pos x="connsiteX0" y="connsiteY0"/>
                </a:cxn>
                <a:cxn ang="0">
                  <a:pos x="connsiteX1" y="connsiteY1"/>
                </a:cxn>
                <a:cxn ang="0">
                  <a:pos x="connsiteX2" y="connsiteY2"/>
                </a:cxn>
                <a:cxn ang="0">
                  <a:pos x="connsiteX3" y="connsiteY3"/>
                </a:cxn>
              </a:cxnLst>
              <a:rect l="l" t="t" r="r" b="b"/>
              <a:pathLst>
                <a:path w="54542" h="34487">
                  <a:moveTo>
                    <a:pt x="54542" y="0"/>
                  </a:moveTo>
                  <a:lnTo>
                    <a:pt x="54542" y="23161"/>
                  </a:lnTo>
                  <a:cubicBezTo>
                    <a:pt x="54542" y="29432"/>
                    <a:pt x="49458" y="34488"/>
                    <a:pt x="43216" y="34488"/>
                  </a:cubicBezTo>
                  <a:lnTo>
                    <a:pt x="0" y="34488"/>
                  </a:lnTo>
                </a:path>
              </a:pathLst>
            </a:custGeom>
            <a:noFill/>
            <a:ln w="8472" cap="flat">
              <a:solidFill>
                <a:srgbClr val="01355A"/>
              </a:solidFill>
              <a:prstDash val="solid"/>
              <a:miter/>
            </a:ln>
          </p:spPr>
          <p:txBody>
            <a:bodyPr rtlCol="1" anchor="ctr"/>
            <a:lstStyle/>
            <a:p>
              <a:endParaRPr lang="ar-SA"/>
            </a:p>
          </p:txBody>
        </p:sp>
        <p:sp>
          <p:nvSpPr>
            <p:cNvPr id="10201" name="شكل حر: شكل 11376">
              <a:extLst>
                <a:ext uri="{FF2B5EF4-FFF2-40B4-BE49-F238E27FC236}">
                  <a16:creationId xmlns:a16="http://schemas.microsoft.com/office/drawing/2014/main" id="{31946872-1266-DA34-AAB4-AE72DCB24EBF}"/>
                </a:ext>
              </a:extLst>
            </p:cNvPr>
            <p:cNvSpPr/>
            <p:nvPr/>
          </p:nvSpPr>
          <p:spPr>
            <a:xfrm>
              <a:off x="5863285" y="5162198"/>
              <a:ext cx="24432" cy="59795"/>
            </a:xfrm>
            <a:custGeom>
              <a:avLst/>
              <a:gdLst>
                <a:gd name="connsiteX0" fmla="*/ 24432 w 24432"/>
                <a:gd name="connsiteY0" fmla="*/ 0 h 59795"/>
                <a:gd name="connsiteX1" fmla="*/ 10084 w 24432"/>
                <a:gd name="connsiteY1" fmla="*/ 0 h 59795"/>
                <a:gd name="connsiteX2" fmla="*/ 0 w 24432"/>
                <a:gd name="connsiteY2" fmla="*/ 10083 h 59795"/>
                <a:gd name="connsiteX3" fmla="*/ 0 w 24432"/>
                <a:gd name="connsiteY3" fmla="*/ 59796 h 59795"/>
              </a:gdLst>
              <a:ahLst/>
              <a:cxnLst>
                <a:cxn ang="0">
                  <a:pos x="connsiteX0" y="connsiteY0"/>
                </a:cxn>
                <a:cxn ang="0">
                  <a:pos x="connsiteX1" y="connsiteY1"/>
                </a:cxn>
                <a:cxn ang="0">
                  <a:pos x="connsiteX2" y="connsiteY2"/>
                </a:cxn>
                <a:cxn ang="0">
                  <a:pos x="connsiteX3" y="connsiteY3"/>
                </a:cxn>
              </a:cxnLst>
              <a:rect l="l" t="t" r="r" b="b"/>
              <a:pathLst>
                <a:path w="24432" h="59795">
                  <a:moveTo>
                    <a:pt x="24432" y="0"/>
                  </a:moveTo>
                  <a:lnTo>
                    <a:pt x="10084" y="0"/>
                  </a:lnTo>
                  <a:cubicBezTo>
                    <a:pt x="4519" y="0"/>
                    <a:pt x="0" y="4519"/>
                    <a:pt x="0" y="10083"/>
                  </a:cubicBezTo>
                  <a:lnTo>
                    <a:pt x="0" y="59796"/>
                  </a:lnTo>
                </a:path>
              </a:pathLst>
            </a:custGeom>
            <a:noFill/>
            <a:ln w="8472" cap="flat">
              <a:solidFill>
                <a:srgbClr val="01355A"/>
              </a:solidFill>
              <a:prstDash val="solid"/>
              <a:miter/>
            </a:ln>
          </p:spPr>
          <p:txBody>
            <a:bodyPr rtlCol="1" anchor="ctr"/>
            <a:lstStyle/>
            <a:p>
              <a:endParaRPr lang="ar-SA"/>
            </a:p>
          </p:txBody>
        </p:sp>
        <p:sp>
          <p:nvSpPr>
            <p:cNvPr id="10202" name="شكل حر: شكل 11377">
              <a:extLst>
                <a:ext uri="{FF2B5EF4-FFF2-40B4-BE49-F238E27FC236}">
                  <a16:creationId xmlns:a16="http://schemas.microsoft.com/office/drawing/2014/main" id="{F479E1A9-AC86-5A24-3C83-54B5A4CB7EE8}"/>
                </a:ext>
              </a:extLst>
            </p:cNvPr>
            <p:cNvSpPr/>
            <p:nvPr/>
          </p:nvSpPr>
          <p:spPr>
            <a:xfrm>
              <a:off x="5924691" y="5185472"/>
              <a:ext cx="19404" cy="60530"/>
            </a:xfrm>
            <a:custGeom>
              <a:avLst/>
              <a:gdLst>
                <a:gd name="connsiteX0" fmla="*/ 0 w 19404"/>
                <a:gd name="connsiteY0" fmla="*/ 0 h 60530"/>
                <a:gd name="connsiteX1" fmla="*/ 0 w 19404"/>
                <a:gd name="connsiteY1" fmla="*/ 41126 h 60530"/>
                <a:gd name="connsiteX2" fmla="*/ 19405 w 19404"/>
                <a:gd name="connsiteY2" fmla="*/ 60530 h 60530"/>
              </a:gdLst>
              <a:ahLst/>
              <a:cxnLst>
                <a:cxn ang="0">
                  <a:pos x="connsiteX0" y="connsiteY0"/>
                </a:cxn>
                <a:cxn ang="0">
                  <a:pos x="connsiteX1" y="connsiteY1"/>
                </a:cxn>
                <a:cxn ang="0">
                  <a:pos x="connsiteX2" y="connsiteY2"/>
                </a:cxn>
              </a:cxnLst>
              <a:rect l="l" t="t" r="r" b="b"/>
              <a:pathLst>
                <a:path w="19404" h="60530">
                  <a:moveTo>
                    <a:pt x="0" y="0"/>
                  </a:moveTo>
                  <a:lnTo>
                    <a:pt x="0" y="41126"/>
                  </a:lnTo>
                  <a:lnTo>
                    <a:pt x="19405" y="60530"/>
                  </a:lnTo>
                </a:path>
              </a:pathLst>
            </a:custGeom>
            <a:noFill/>
            <a:ln w="8472" cap="flat">
              <a:solidFill>
                <a:srgbClr val="01355A"/>
              </a:solidFill>
              <a:prstDash val="solid"/>
              <a:miter/>
            </a:ln>
          </p:spPr>
          <p:txBody>
            <a:bodyPr rtlCol="1" anchor="ctr"/>
            <a:lstStyle/>
            <a:p>
              <a:endParaRPr lang="ar-SA"/>
            </a:p>
          </p:txBody>
        </p:sp>
        <p:sp>
          <p:nvSpPr>
            <p:cNvPr id="10203" name="شكل حر: شكل 11378">
              <a:extLst>
                <a:ext uri="{FF2B5EF4-FFF2-40B4-BE49-F238E27FC236}">
                  <a16:creationId xmlns:a16="http://schemas.microsoft.com/office/drawing/2014/main" id="{FAB68C53-12B3-E173-F07B-49BA52168CB3}"/>
                </a:ext>
              </a:extLst>
            </p:cNvPr>
            <p:cNvSpPr/>
            <p:nvPr/>
          </p:nvSpPr>
          <p:spPr>
            <a:xfrm>
              <a:off x="5906275" y="5226598"/>
              <a:ext cx="18416" cy="18416"/>
            </a:xfrm>
            <a:custGeom>
              <a:avLst/>
              <a:gdLst>
                <a:gd name="connsiteX0" fmla="*/ 18416 w 18416"/>
                <a:gd name="connsiteY0" fmla="*/ 0 h 18416"/>
                <a:gd name="connsiteX1" fmla="*/ 0 w 18416"/>
                <a:gd name="connsiteY1" fmla="*/ 18416 h 18416"/>
              </a:gdLst>
              <a:ahLst/>
              <a:cxnLst>
                <a:cxn ang="0">
                  <a:pos x="connsiteX0" y="connsiteY0"/>
                </a:cxn>
                <a:cxn ang="0">
                  <a:pos x="connsiteX1" y="connsiteY1"/>
                </a:cxn>
              </a:cxnLst>
              <a:rect l="l" t="t" r="r" b="b"/>
              <a:pathLst>
                <a:path w="18416" h="18416">
                  <a:moveTo>
                    <a:pt x="18416" y="0"/>
                  </a:moveTo>
                  <a:lnTo>
                    <a:pt x="0" y="18416"/>
                  </a:lnTo>
                </a:path>
              </a:pathLst>
            </a:custGeom>
            <a:ln w="8472" cap="flat">
              <a:solidFill>
                <a:srgbClr val="01355A"/>
              </a:solidFill>
              <a:prstDash val="solid"/>
              <a:miter/>
            </a:ln>
          </p:spPr>
          <p:txBody>
            <a:bodyPr rtlCol="1" anchor="ctr"/>
            <a:lstStyle/>
            <a:p>
              <a:endParaRPr lang="ar-SA"/>
            </a:p>
          </p:txBody>
        </p:sp>
        <p:sp>
          <p:nvSpPr>
            <p:cNvPr id="10204" name="شكل حر: شكل 11379">
              <a:extLst>
                <a:ext uri="{FF2B5EF4-FFF2-40B4-BE49-F238E27FC236}">
                  <a16:creationId xmlns:a16="http://schemas.microsoft.com/office/drawing/2014/main" id="{5D740D4B-A080-6F92-A558-1A16C0F1525A}"/>
                </a:ext>
              </a:extLst>
            </p:cNvPr>
            <p:cNvSpPr/>
            <p:nvPr/>
          </p:nvSpPr>
          <p:spPr>
            <a:xfrm>
              <a:off x="5774171" y="5139856"/>
              <a:ext cx="20873" cy="106146"/>
            </a:xfrm>
            <a:custGeom>
              <a:avLst/>
              <a:gdLst>
                <a:gd name="connsiteX0" fmla="*/ 20873 w 20873"/>
                <a:gd name="connsiteY0" fmla="*/ 0 h 106146"/>
                <a:gd name="connsiteX1" fmla="*/ 20873 w 20873"/>
                <a:gd name="connsiteY1" fmla="*/ 86742 h 106146"/>
                <a:gd name="connsiteX2" fmla="*/ 0 w 20873"/>
                <a:gd name="connsiteY2" fmla="*/ 106147 h 106146"/>
              </a:gdLst>
              <a:ahLst/>
              <a:cxnLst>
                <a:cxn ang="0">
                  <a:pos x="connsiteX0" y="connsiteY0"/>
                </a:cxn>
                <a:cxn ang="0">
                  <a:pos x="connsiteX1" y="connsiteY1"/>
                </a:cxn>
                <a:cxn ang="0">
                  <a:pos x="connsiteX2" y="connsiteY2"/>
                </a:cxn>
              </a:cxnLst>
              <a:rect l="l" t="t" r="r" b="b"/>
              <a:pathLst>
                <a:path w="20873" h="106146">
                  <a:moveTo>
                    <a:pt x="20873" y="0"/>
                  </a:moveTo>
                  <a:lnTo>
                    <a:pt x="20873" y="86742"/>
                  </a:lnTo>
                  <a:lnTo>
                    <a:pt x="0" y="106147"/>
                  </a:lnTo>
                </a:path>
              </a:pathLst>
            </a:custGeom>
            <a:noFill/>
            <a:ln w="8472" cap="flat">
              <a:solidFill>
                <a:srgbClr val="01355A"/>
              </a:solidFill>
              <a:prstDash val="solid"/>
              <a:miter/>
            </a:ln>
          </p:spPr>
          <p:txBody>
            <a:bodyPr rtlCol="1" anchor="ctr"/>
            <a:lstStyle/>
            <a:p>
              <a:endParaRPr lang="ar-SA"/>
            </a:p>
          </p:txBody>
        </p:sp>
        <p:sp>
          <p:nvSpPr>
            <p:cNvPr id="10205" name="شكل حر: شكل 11380">
              <a:extLst>
                <a:ext uri="{FF2B5EF4-FFF2-40B4-BE49-F238E27FC236}">
                  <a16:creationId xmlns:a16="http://schemas.microsoft.com/office/drawing/2014/main" id="{2E545F26-B193-0A45-0ABD-E305E5078C04}"/>
                </a:ext>
              </a:extLst>
            </p:cNvPr>
            <p:cNvSpPr/>
            <p:nvPr/>
          </p:nvSpPr>
          <p:spPr>
            <a:xfrm>
              <a:off x="5795044" y="5226598"/>
              <a:ext cx="18444" cy="19404"/>
            </a:xfrm>
            <a:custGeom>
              <a:avLst/>
              <a:gdLst>
                <a:gd name="connsiteX0" fmla="*/ 0 w 18444"/>
                <a:gd name="connsiteY0" fmla="*/ 0 h 19404"/>
                <a:gd name="connsiteX1" fmla="*/ 18444 w 18444"/>
                <a:gd name="connsiteY1" fmla="*/ 19405 h 19404"/>
              </a:gdLst>
              <a:ahLst/>
              <a:cxnLst>
                <a:cxn ang="0">
                  <a:pos x="connsiteX0" y="connsiteY0"/>
                </a:cxn>
                <a:cxn ang="0">
                  <a:pos x="connsiteX1" y="connsiteY1"/>
                </a:cxn>
              </a:cxnLst>
              <a:rect l="l" t="t" r="r" b="b"/>
              <a:pathLst>
                <a:path w="18444" h="19404">
                  <a:moveTo>
                    <a:pt x="0" y="0"/>
                  </a:moveTo>
                  <a:lnTo>
                    <a:pt x="18444" y="19405"/>
                  </a:lnTo>
                </a:path>
              </a:pathLst>
            </a:custGeom>
            <a:ln w="8472" cap="flat">
              <a:solidFill>
                <a:srgbClr val="01355A"/>
              </a:solidFill>
              <a:prstDash val="solid"/>
              <a:miter/>
            </a:ln>
          </p:spPr>
          <p:txBody>
            <a:bodyPr rtlCol="1" anchor="ctr"/>
            <a:lstStyle/>
            <a:p>
              <a:endParaRPr lang="ar-SA"/>
            </a:p>
          </p:txBody>
        </p:sp>
        <p:grpSp>
          <p:nvGrpSpPr>
            <p:cNvPr id="10206" name="رسم 8014">
              <a:extLst>
                <a:ext uri="{FF2B5EF4-FFF2-40B4-BE49-F238E27FC236}">
                  <a16:creationId xmlns:a16="http://schemas.microsoft.com/office/drawing/2014/main" id="{F92FFCFC-6890-0A18-AB4C-37D515C2FE72}"/>
                </a:ext>
              </a:extLst>
            </p:cNvPr>
            <p:cNvGrpSpPr/>
            <p:nvPr/>
          </p:nvGrpSpPr>
          <p:grpSpPr>
            <a:xfrm>
              <a:off x="5746320" y="4939549"/>
              <a:ext cx="92193" cy="154012"/>
              <a:chOff x="5746320" y="4939549"/>
              <a:chExt cx="92193" cy="154012"/>
            </a:xfrm>
            <a:noFill/>
          </p:grpSpPr>
          <p:sp>
            <p:nvSpPr>
              <p:cNvPr id="10209" name="شكل حر: شكل 11382">
                <a:extLst>
                  <a:ext uri="{FF2B5EF4-FFF2-40B4-BE49-F238E27FC236}">
                    <a16:creationId xmlns:a16="http://schemas.microsoft.com/office/drawing/2014/main" id="{FFB8363C-3613-CD76-F411-EA4C4DB017C2}"/>
                  </a:ext>
                </a:extLst>
              </p:cNvPr>
              <p:cNvSpPr/>
              <p:nvPr/>
            </p:nvSpPr>
            <p:spPr>
              <a:xfrm>
                <a:off x="5818149" y="5042494"/>
                <a:ext cx="2824" cy="51067"/>
              </a:xfrm>
              <a:custGeom>
                <a:avLst/>
                <a:gdLst>
                  <a:gd name="connsiteX0" fmla="*/ 0 w 2824"/>
                  <a:gd name="connsiteY0" fmla="*/ 0 h 51067"/>
                  <a:gd name="connsiteX1" fmla="*/ 0 w 2824"/>
                  <a:gd name="connsiteY1" fmla="*/ 51068 h 51067"/>
                </a:gdLst>
                <a:ahLst/>
                <a:cxnLst>
                  <a:cxn ang="0">
                    <a:pos x="connsiteX0" y="connsiteY0"/>
                  </a:cxn>
                  <a:cxn ang="0">
                    <a:pos x="connsiteX1" y="connsiteY1"/>
                  </a:cxn>
                </a:cxnLst>
                <a:rect l="l" t="t" r="r" b="b"/>
                <a:pathLst>
                  <a:path w="2824" h="51067">
                    <a:moveTo>
                      <a:pt x="0" y="0"/>
                    </a:moveTo>
                    <a:lnTo>
                      <a:pt x="0" y="51068"/>
                    </a:lnTo>
                  </a:path>
                </a:pathLst>
              </a:custGeom>
              <a:ln w="8472" cap="flat">
                <a:solidFill>
                  <a:srgbClr val="17A3A3"/>
                </a:solidFill>
                <a:prstDash val="solid"/>
                <a:miter/>
              </a:ln>
            </p:spPr>
            <p:txBody>
              <a:bodyPr rtlCol="1" anchor="ctr"/>
              <a:lstStyle/>
              <a:p>
                <a:endParaRPr lang="ar-SA"/>
              </a:p>
            </p:txBody>
          </p:sp>
          <p:sp>
            <p:nvSpPr>
              <p:cNvPr id="10210" name="شكل حر: شكل 11383">
                <a:extLst>
                  <a:ext uri="{FF2B5EF4-FFF2-40B4-BE49-F238E27FC236}">
                    <a16:creationId xmlns:a16="http://schemas.microsoft.com/office/drawing/2014/main" id="{A4C7E126-63A6-D13A-9874-2BCDBBDBBFB6}"/>
                  </a:ext>
                </a:extLst>
              </p:cNvPr>
              <p:cNvSpPr/>
              <p:nvPr/>
            </p:nvSpPr>
            <p:spPr>
              <a:xfrm rot="-4603200">
                <a:off x="5768039" y="4944462"/>
                <a:ext cx="48412" cy="48412"/>
              </a:xfrm>
              <a:custGeom>
                <a:avLst/>
                <a:gdLst>
                  <a:gd name="connsiteX0" fmla="*/ 48413 w 48412"/>
                  <a:gd name="connsiteY0" fmla="*/ 24206 h 48412"/>
                  <a:gd name="connsiteX1" fmla="*/ 24206 w 48412"/>
                  <a:gd name="connsiteY1" fmla="*/ 48412 h 48412"/>
                  <a:gd name="connsiteX2" fmla="*/ 0 w 48412"/>
                  <a:gd name="connsiteY2" fmla="*/ 24206 h 48412"/>
                  <a:gd name="connsiteX3" fmla="*/ 24206 w 48412"/>
                  <a:gd name="connsiteY3" fmla="*/ 0 h 48412"/>
                  <a:gd name="connsiteX4" fmla="*/ 48413 w 48412"/>
                  <a:gd name="connsiteY4" fmla="*/ 24206 h 48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12" h="48412">
                    <a:moveTo>
                      <a:pt x="48413" y="24206"/>
                    </a:moveTo>
                    <a:cubicBezTo>
                      <a:pt x="48413" y="37575"/>
                      <a:pt x="37575" y="48412"/>
                      <a:pt x="24206" y="48412"/>
                    </a:cubicBezTo>
                    <a:cubicBezTo>
                      <a:pt x="10838" y="48412"/>
                      <a:pt x="0" y="37575"/>
                      <a:pt x="0" y="24206"/>
                    </a:cubicBezTo>
                    <a:cubicBezTo>
                      <a:pt x="0" y="10837"/>
                      <a:pt x="10838" y="0"/>
                      <a:pt x="24206" y="0"/>
                    </a:cubicBezTo>
                    <a:cubicBezTo>
                      <a:pt x="37575" y="0"/>
                      <a:pt x="48413" y="10837"/>
                      <a:pt x="48413" y="24206"/>
                    </a:cubicBezTo>
                    <a:close/>
                  </a:path>
                </a:pathLst>
              </a:custGeom>
              <a:noFill/>
              <a:ln w="8472" cap="flat">
                <a:solidFill>
                  <a:srgbClr val="17A3A3"/>
                </a:solidFill>
                <a:prstDash val="solid"/>
                <a:miter/>
              </a:ln>
            </p:spPr>
            <p:txBody>
              <a:bodyPr rtlCol="1" anchor="ctr"/>
              <a:lstStyle/>
              <a:p>
                <a:endParaRPr lang="ar-SA"/>
              </a:p>
            </p:txBody>
          </p:sp>
          <p:sp>
            <p:nvSpPr>
              <p:cNvPr id="10211" name="شكل حر: شكل 11384">
                <a:extLst>
                  <a:ext uri="{FF2B5EF4-FFF2-40B4-BE49-F238E27FC236}">
                    <a16:creationId xmlns:a16="http://schemas.microsoft.com/office/drawing/2014/main" id="{D63C6F80-79D6-36DF-767C-6CBA1851C11C}"/>
                  </a:ext>
                </a:extLst>
              </p:cNvPr>
              <p:cNvSpPr/>
              <p:nvPr/>
            </p:nvSpPr>
            <p:spPr>
              <a:xfrm>
                <a:off x="5746320" y="5008147"/>
                <a:ext cx="92193" cy="76940"/>
              </a:xfrm>
              <a:custGeom>
                <a:avLst/>
                <a:gdLst>
                  <a:gd name="connsiteX0" fmla="*/ 0 w 92193"/>
                  <a:gd name="connsiteY0" fmla="*/ 76941 h 76940"/>
                  <a:gd name="connsiteX1" fmla="*/ 0 w 92193"/>
                  <a:gd name="connsiteY1" fmla="*/ 15761 h 76940"/>
                  <a:gd name="connsiteX2" fmla="*/ 15761 w 92193"/>
                  <a:gd name="connsiteY2" fmla="*/ 0 h 76940"/>
                  <a:gd name="connsiteX3" fmla="*/ 76432 w 92193"/>
                  <a:gd name="connsiteY3" fmla="*/ 0 h 76940"/>
                  <a:gd name="connsiteX4" fmla="*/ 92193 w 92193"/>
                  <a:gd name="connsiteY4" fmla="*/ 15761 h 76940"/>
                  <a:gd name="connsiteX5" fmla="*/ 92193 w 92193"/>
                  <a:gd name="connsiteY5" fmla="*/ 71009 h 76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193" h="76940">
                    <a:moveTo>
                      <a:pt x="0" y="76941"/>
                    </a:moveTo>
                    <a:lnTo>
                      <a:pt x="0" y="15761"/>
                    </a:lnTo>
                    <a:cubicBezTo>
                      <a:pt x="0" y="7061"/>
                      <a:pt x="7061" y="0"/>
                      <a:pt x="15761" y="0"/>
                    </a:cubicBezTo>
                    <a:lnTo>
                      <a:pt x="76432" y="0"/>
                    </a:lnTo>
                    <a:cubicBezTo>
                      <a:pt x="85132" y="0"/>
                      <a:pt x="92193" y="7061"/>
                      <a:pt x="92193" y="15761"/>
                    </a:cubicBezTo>
                    <a:lnTo>
                      <a:pt x="92193" y="71009"/>
                    </a:lnTo>
                  </a:path>
                </a:pathLst>
              </a:custGeom>
              <a:noFill/>
              <a:ln w="8472" cap="flat">
                <a:solidFill>
                  <a:srgbClr val="17A3A3"/>
                </a:solidFill>
                <a:prstDash val="solid"/>
                <a:miter/>
              </a:ln>
            </p:spPr>
            <p:txBody>
              <a:bodyPr rtlCol="1" anchor="ctr"/>
              <a:lstStyle/>
              <a:p>
                <a:endParaRPr lang="ar-SA"/>
              </a:p>
            </p:txBody>
          </p:sp>
          <p:sp>
            <p:nvSpPr>
              <p:cNvPr id="10212" name="شكل حر: شكل 11385">
                <a:extLst>
                  <a:ext uri="{FF2B5EF4-FFF2-40B4-BE49-F238E27FC236}">
                    <a16:creationId xmlns:a16="http://schemas.microsoft.com/office/drawing/2014/main" id="{0B5DCA06-BE34-891A-3ADF-02AB5779EE04}"/>
                  </a:ext>
                </a:extLst>
              </p:cNvPr>
              <p:cNvSpPr/>
              <p:nvPr/>
            </p:nvSpPr>
            <p:spPr>
              <a:xfrm>
                <a:off x="5766686" y="5042494"/>
                <a:ext cx="2824" cy="51067"/>
              </a:xfrm>
              <a:custGeom>
                <a:avLst/>
                <a:gdLst>
                  <a:gd name="connsiteX0" fmla="*/ 0 w 2824"/>
                  <a:gd name="connsiteY0" fmla="*/ 51068 h 51067"/>
                  <a:gd name="connsiteX1" fmla="*/ 0 w 2824"/>
                  <a:gd name="connsiteY1" fmla="*/ 0 h 51067"/>
                </a:gdLst>
                <a:ahLst/>
                <a:cxnLst>
                  <a:cxn ang="0">
                    <a:pos x="connsiteX0" y="connsiteY0"/>
                  </a:cxn>
                  <a:cxn ang="0">
                    <a:pos x="connsiteX1" y="connsiteY1"/>
                  </a:cxn>
                </a:cxnLst>
                <a:rect l="l" t="t" r="r" b="b"/>
                <a:pathLst>
                  <a:path w="2824" h="51067">
                    <a:moveTo>
                      <a:pt x="0" y="51068"/>
                    </a:moveTo>
                    <a:lnTo>
                      <a:pt x="0" y="0"/>
                    </a:lnTo>
                  </a:path>
                </a:pathLst>
              </a:custGeom>
              <a:ln w="8472" cap="flat">
                <a:solidFill>
                  <a:srgbClr val="17A3A3"/>
                </a:solidFill>
                <a:prstDash val="solid"/>
                <a:miter/>
              </a:ln>
            </p:spPr>
            <p:txBody>
              <a:bodyPr rtlCol="1" anchor="ctr"/>
              <a:lstStyle/>
              <a:p>
                <a:endParaRPr lang="ar-SA"/>
              </a:p>
            </p:txBody>
          </p:sp>
          <p:sp>
            <p:nvSpPr>
              <p:cNvPr id="10213" name="شكل حر: شكل 11386">
                <a:extLst>
                  <a:ext uri="{FF2B5EF4-FFF2-40B4-BE49-F238E27FC236}">
                    <a16:creationId xmlns:a16="http://schemas.microsoft.com/office/drawing/2014/main" id="{6965FE30-15AF-4B24-513E-6577082A0B44}"/>
                  </a:ext>
                </a:extLst>
              </p:cNvPr>
              <p:cNvSpPr/>
              <p:nvPr/>
            </p:nvSpPr>
            <p:spPr>
              <a:xfrm>
                <a:off x="5792417" y="5008147"/>
                <a:ext cx="2824" cy="28075"/>
              </a:xfrm>
              <a:custGeom>
                <a:avLst/>
                <a:gdLst>
                  <a:gd name="connsiteX0" fmla="*/ 0 w 2824"/>
                  <a:gd name="connsiteY0" fmla="*/ 0 h 28075"/>
                  <a:gd name="connsiteX1" fmla="*/ 0 w 2824"/>
                  <a:gd name="connsiteY1" fmla="*/ 28076 h 28075"/>
                </a:gdLst>
                <a:ahLst/>
                <a:cxnLst>
                  <a:cxn ang="0">
                    <a:pos x="connsiteX0" y="connsiteY0"/>
                  </a:cxn>
                  <a:cxn ang="0">
                    <a:pos x="connsiteX1" y="connsiteY1"/>
                  </a:cxn>
                </a:cxnLst>
                <a:rect l="l" t="t" r="r" b="b"/>
                <a:pathLst>
                  <a:path w="2824" h="28075">
                    <a:moveTo>
                      <a:pt x="0" y="0"/>
                    </a:moveTo>
                    <a:lnTo>
                      <a:pt x="0" y="28076"/>
                    </a:lnTo>
                  </a:path>
                </a:pathLst>
              </a:custGeom>
              <a:ln w="8472" cap="flat">
                <a:solidFill>
                  <a:srgbClr val="17A3A3"/>
                </a:solidFill>
                <a:prstDash val="solid"/>
                <a:miter/>
              </a:ln>
            </p:spPr>
            <p:txBody>
              <a:bodyPr rtlCol="1" anchor="ctr"/>
              <a:lstStyle/>
              <a:p>
                <a:endParaRPr lang="ar-SA"/>
              </a:p>
            </p:txBody>
          </p:sp>
        </p:grpSp>
        <p:sp>
          <p:nvSpPr>
            <p:cNvPr id="10207" name="شكل حر: شكل 11387">
              <a:extLst>
                <a:ext uri="{FF2B5EF4-FFF2-40B4-BE49-F238E27FC236}">
                  <a16:creationId xmlns:a16="http://schemas.microsoft.com/office/drawing/2014/main" id="{EADF2388-388C-EB31-F20A-567FF0FE987D}"/>
                </a:ext>
              </a:extLst>
            </p:cNvPr>
            <p:cNvSpPr/>
            <p:nvPr/>
          </p:nvSpPr>
          <p:spPr>
            <a:xfrm>
              <a:off x="5771544" y="5148104"/>
              <a:ext cx="2824" cy="62959"/>
            </a:xfrm>
            <a:custGeom>
              <a:avLst/>
              <a:gdLst>
                <a:gd name="connsiteX0" fmla="*/ 0 w 2824"/>
                <a:gd name="connsiteY0" fmla="*/ 0 h 62959"/>
                <a:gd name="connsiteX1" fmla="*/ 0 w 2824"/>
                <a:gd name="connsiteY1" fmla="*/ 62959 h 62959"/>
              </a:gdLst>
              <a:ahLst/>
              <a:cxnLst>
                <a:cxn ang="0">
                  <a:pos x="connsiteX0" y="connsiteY0"/>
                </a:cxn>
                <a:cxn ang="0">
                  <a:pos x="connsiteX1" y="connsiteY1"/>
                </a:cxn>
              </a:cxnLst>
              <a:rect l="l" t="t" r="r" b="b"/>
              <a:pathLst>
                <a:path w="2824" h="62959">
                  <a:moveTo>
                    <a:pt x="0" y="0"/>
                  </a:moveTo>
                  <a:lnTo>
                    <a:pt x="0" y="62959"/>
                  </a:lnTo>
                </a:path>
              </a:pathLst>
            </a:custGeom>
            <a:ln w="8472" cap="flat">
              <a:solidFill>
                <a:srgbClr val="01355A"/>
              </a:solidFill>
              <a:prstDash val="solid"/>
              <a:miter/>
            </a:ln>
          </p:spPr>
          <p:txBody>
            <a:bodyPr rtlCol="1" anchor="ctr"/>
            <a:lstStyle/>
            <a:p>
              <a:endParaRPr lang="ar-SA"/>
            </a:p>
          </p:txBody>
        </p:sp>
        <p:sp>
          <p:nvSpPr>
            <p:cNvPr id="10208" name="شكل حر: شكل 11388">
              <a:extLst>
                <a:ext uri="{FF2B5EF4-FFF2-40B4-BE49-F238E27FC236}">
                  <a16:creationId xmlns:a16="http://schemas.microsoft.com/office/drawing/2014/main" id="{665EFC9D-3698-3153-4891-69055936ADE6}"/>
                </a:ext>
              </a:extLst>
            </p:cNvPr>
            <p:cNvSpPr/>
            <p:nvPr/>
          </p:nvSpPr>
          <p:spPr>
            <a:xfrm>
              <a:off x="5816624" y="5148104"/>
              <a:ext cx="2824" cy="62959"/>
            </a:xfrm>
            <a:custGeom>
              <a:avLst/>
              <a:gdLst>
                <a:gd name="connsiteX0" fmla="*/ 0 w 2824"/>
                <a:gd name="connsiteY0" fmla="*/ 0 h 62959"/>
                <a:gd name="connsiteX1" fmla="*/ 0 w 2824"/>
                <a:gd name="connsiteY1" fmla="*/ 62959 h 62959"/>
              </a:gdLst>
              <a:ahLst/>
              <a:cxnLst>
                <a:cxn ang="0">
                  <a:pos x="connsiteX0" y="connsiteY0"/>
                </a:cxn>
                <a:cxn ang="0">
                  <a:pos x="connsiteX1" y="connsiteY1"/>
                </a:cxn>
              </a:cxnLst>
              <a:rect l="l" t="t" r="r" b="b"/>
              <a:pathLst>
                <a:path w="2824" h="62959">
                  <a:moveTo>
                    <a:pt x="0" y="0"/>
                  </a:moveTo>
                  <a:lnTo>
                    <a:pt x="0" y="62959"/>
                  </a:lnTo>
                </a:path>
              </a:pathLst>
            </a:custGeom>
            <a:ln w="8472" cap="flat">
              <a:solidFill>
                <a:srgbClr val="01355A"/>
              </a:solidFill>
              <a:prstDash val="solid"/>
              <a:miter/>
            </a:ln>
          </p:spPr>
          <p:txBody>
            <a:bodyPr rtlCol="1" anchor="ctr"/>
            <a:lstStyle/>
            <a:p>
              <a:endParaRPr lang="ar-SA"/>
            </a:p>
          </p:txBody>
        </p:sp>
      </p:grpSp>
      <p:grpSp>
        <p:nvGrpSpPr>
          <p:cNvPr id="10214" name="رسم 8014">
            <a:extLst>
              <a:ext uri="{FF2B5EF4-FFF2-40B4-BE49-F238E27FC236}">
                <a16:creationId xmlns:a16="http://schemas.microsoft.com/office/drawing/2014/main" id="{5DA62EDE-764F-5FAE-F94D-6BBD71D0809F}"/>
              </a:ext>
            </a:extLst>
          </p:cNvPr>
          <p:cNvGrpSpPr/>
          <p:nvPr/>
        </p:nvGrpSpPr>
        <p:grpSpPr>
          <a:xfrm>
            <a:off x="8109124" y="4049199"/>
            <a:ext cx="256721" cy="284897"/>
            <a:chOff x="8774263" y="3321949"/>
            <a:chExt cx="306859" cy="361457"/>
          </a:xfrm>
          <a:noFill/>
        </p:grpSpPr>
        <p:sp>
          <p:nvSpPr>
            <p:cNvPr id="10215" name="شكل حر: شكل 11390">
              <a:extLst>
                <a:ext uri="{FF2B5EF4-FFF2-40B4-BE49-F238E27FC236}">
                  <a16:creationId xmlns:a16="http://schemas.microsoft.com/office/drawing/2014/main" id="{15315387-2F23-A124-B586-DCD024FF1435}"/>
                </a:ext>
              </a:extLst>
            </p:cNvPr>
            <p:cNvSpPr/>
            <p:nvPr/>
          </p:nvSpPr>
          <p:spPr>
            <a:xfrm>
              <a:off x="8868687" y="3543309"/>
              <a:ext cx="124619" cy="27708"/>
            </a:xfrm>
            <a:custGeom>
              <a:avLst/>
              <a:gdLst>
                <a:gd name="connsiteX0" fmla="*/ 103577 w 124619"/>
                <a:gd name="connsiteY0" fmla="*/ 27709 h 27708"/>
                <a:gd name="connsiteX1" fmla="*/ 124619 w 124619"/>
                <a:gd name="connsiteY1" fmla="*/ 18190 h 27708"/>
                <a:gd name="connsiteX2" fmla="*/ 124619 w 124619"/>
                <a:gd name="connsiteY2" fmla="*/ 0 h 27708"/>
                <a:gd name="connsiteX3" fmla="*/ 70812 w 124619"/>
                <a:gd name="connsiteY3" fmla="*/ 0 h 27708"/>
                <a:gd name="connsiteX4" fmla="*/ 0 w 124619"/>
                <a:gd name="connsiteY4" fmla="*/ 0 h 27708"/>
                <a:gd name="connsiteX5" fmla="*/ 0 w 124619"/>
                <a:gd name="connsiteY5" fmla="*/ 18190 h 27708"/>
                <a:gd name="connsiteX6" fmla="*/ 21043 w 124619"/>
                <a:gd name="connsiteY6" fmla="*/ 27709 h 27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619" h="27708">
                  <a:moveTo>
                    <a:pt x="103577" y="27709"/>
                  </a:moveTo>
                  <a:lnTo>
                    <a:pt x="124619" y="18190"/>
                  </a:lnTo>
                  <a:lnTo>
                    <a:pt x="124619" y="0"/>
                  </a:lnTo>
                  <a:lnTo>
                    <a:pt x="70812" y="0"/>
                  </a:lnTo>
                  <a:lnTo>
                    <a:pt x="0" y="0"/>
                  </a:lnTo>
                  <a:lnTo>
                    <a:pt x="0" y="18190"/>
                  </a:lnTo>
                  <a:lnTo>
                    <a:pt x="21043" y="27709"/>
                  </a:lnTo>
                </a:path>
              </a:pathLst>
            </a:custGeom>
            <a:noFill/>
            <a:ln w="8472" cap="flat">
              <a:solidFill>
                <a:srgbClr val="01355A"/>
              </a:solidFill>
              <a:prstDash val="solid"/>
              <a:miter/>
            </a:ln>
          </p:spPr>
          <p:txBody>
            <a:bodyPr rtlCol="1" anchor="ctr"/>
            <a:lstStyle/>
            <a:p>
              <a:endParaRPr lang="ar-SA"/>
            </a:p>
          </p:txBody>
        </p:sp>
        <p:sp>
          <p:nvSpPr>
            <p:cNvPr id="10216" name="شكل حر: شكل 11391">
              <a:extLst>
                <a:ext uri="{FF2B5EF4-FFF2-40B4-BE49-F238E27FC236}">
                  <a16:creationId xmlns:a16="http://schemas.microsoft.com/office/drawing/2014/main" id="{E035A763-148B-C2CF-0057-3F697AB0336B}"/>
                </a:ext>
              </a:extLst>
            </p:cNvPr>
            <p:cNvSpPr/>
            <p:nvPr/>
          </p:nvSpPr>
          <p:spPr>
            <a:xfrm>
              <a:off x="8889731" y="3571018"/>
              <a:ext cx="82533" cy="112388"/>
            </a:xfrm>
            <a:custGeom>
              <a:avLst/>
              <a:gdLst>
                <a:gd name="connsiteX0" fmla="*/ 0 w 82533"/>
                <a:gd name="connsiteY0" fmla="*/ 0 h 112388"/>
                <a:gd name="connsiteX1" fmla="*/ 82533 w 82533"/>
                <a:gd name="connsiteY1" fmla="*/ 0 h 112388"/>
                <a:gd name="connsiteX2" fmla="*/ 82533 w 82533"/>
                <a:gd name="connsiteY2" fmla="*/ 112389 h 112388"/>
                <a:gd name="connsiteX3" fmla="*/ 0 w 82533"/>
                <a:gd name="connsiteY3" fmla="*/ 112389 h 112388"/>
              </a:gdLst>
              <a:ahLst/>
              <a:cxnLst>
                <a:cxn ang="0">
                  <a:pos x="connsiteX0" y="connsiteY0"/>
                </a:cxn>
                <a:cxn ang="0">
                  <a:pos x="connsiteX1" y="connsiteY1"/>
                </a:cxn>
                <a:cxn ang="0">
                  <a:pos x="connsiteX2" y="connsiteY2"/>
                </a:cxn>
                <a:cxn ang="0">
                  <a:pos x="connsiteX3" y="connsiteY3"/>
                </a:cxn>
              </a:cxnLst>
              <a:rect l="l" t="t" r="r" b="b"/>
              <a:pathLst>
                <a:path w="82533" h="112388">
                  <a:moveTo>
                    <a:pt x="0" y="0"/>
                  </a:moveTo>
                  <a:lnTo>
                    <a:pt x="82533" y="0"/>
                  </a:lnTo>
                  <a:lnTo>
                    <a:pt x="82533" y="112389"/>
                  </a:lnTo>
                  <a:lnTo>
                    <a:pt x="0" y="112389"/>
                  </a:lnTo>
                  <a:close/>
                </a:path>
              </a:pathLst>
            </a:custGeom>
            <a:noFill/>
            <a:ln w="8472" cap="flat">
              <a:solidFill>
                <a:srgbClr val="01355A"/>
              </a:solidFill>
              <a:prstDash val="solid"/>
              <a:miter/>
            </a:ln>
          </p:spPr>
          <p:txBody>
            <a:bodyPr rtlCol="1" anchor="ctr"/>
            <a:lstStyle/>
            <a:p>
              <a:endParaRPr lang="ar-SA"/>
            </a:p>
          </p:txBody>
        </p:sp>
        <p:sp>
          <p:nvSpPr>
            <p:cNvPr id="10217" name="شكل حر: شكل 11392">
              <a:extLst>
                <a:ext uri="{FF2B5EF4-FFF2-40B4-BE49-F238E27FC236}">
                  <a16:creationId xmlns:a16="http://schemas.microsoft.com/office/drawing/2014/main" id="{1D60D769-D773-A185-093A-2FD758981920}"/>
                </a:ext>
              </a:extLst>
            </p:cNvPr>
            <p:cNvSpPr/>
            <p:nvPr/>
          </p:nvSpPr>
          <p:spPr>
            <a:xfrm>
              <a:off x="8778471" y="3396009"/>
              <a:ext cx="52988" cy="52988"/>
            </a:xfrm>
            <a:custGeom>
              <a:avLst/>
              <a:gdLst>
                <a:gd name="connsiteX0" fmla="*/ 52989 w 52988"/>
                <a:gd name="connsiteY0" fmla="*/ 26494 h 52988"/>
                <a:gd name="connsiteX1" fmla="*/ 26495 w 52988"/>
                <a:gd name="connsiteY1" fmla="*/ 52989 h 52988"/>
                <a:gd name="connsiteX2" fmla="*/ 0 w 52988"/>
                <a:gd name="connsiteY2" fmla="*/ 26494 h 52988"/>
                <a:gd name="connsiteX3" fmla="*/ 26495 w 52988"/>
                <a:gd name="connsiteY3" fmla="*/ 0 h 52988"/>
                <a:gd name="connsiteX4" fmla="*/ 52989 w 52988"/>
                <a:gd name="connsiteY4" fmla="*/ 26494 h 52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88" h="52988">
                  <a:moveTo>
                    <a:pt x="52989" y="26494"/>
                  </a:moveTo>
                  <a:cubicBezTo>
                    <a:pt x="52989" y="41126"/>
                    <a:pt x="41126" y="52989"/>
                    <a:pt x="26495" y="52989"/>
                  </a:cubicBezTo>
                  <a:cubicBezTo>
                    <a:pt x="11863" y="52989"/>
                    <a:pt x="0" y="41126"/>
                    <a:pt x="0" y="26494"/>
                  </a:cubicBezTo>
                  <a:cubicBezTo>
                    <a:pt x="0" y="11863"/>
                    <a:pt x="11863" y="0"/>
                    <a:pt x="26495" y="0"/>
                  </a:cubicBezTo>
                  <a:cubicBezTo>
                    <a:pt x="41126" y="0"/>
                    <a:pt x="52989" y="11863"/>
                    <a:pt x="52989" y="26494"/>
                  </a:cubicBezTo>
                  <a:close/>
                </a:path>
              </a:pathLst>
            </a:custGeom>
            <a:noFill/>
            <a:ln w="8472" cap="flat">
              <a:solidFill>
                <a:srgbClr val="01355A"/>
              </a:solidFill>
              <a:prstDash val="solid"/>
              <a:miter/>
            </a:ln>
          </p:spPr>
          <p:txBody>
            <a:bodyPr rtlCol="1" anchor="ctr"/>
            <a:lstStyle/>
            <a:p>
              <a:endParaRPr lang="ar-SA"/>
            </a:p>
          </p:txBody>
        </p:sp>
        <p:sp>
          <p:nvSpPr>
            <p:cNvPr id="10218" name="شكل حر: شكل 11393">
              <a:extLst>
                <a:ext uri="{FF2B5EF4-FFF2-40B4-BE49-F238E27FC236}">
                  <a16:creationId xmlns:a16="http://schemas.microsoft.com/office/drawing/2014/main" id="{F58C043D-F293-CC07-09DC-E198143FF5AD}"/>
                </a:ext>
              </a:extLst>
            </p:cNvPr>
            <p:cNvSpPr/>
            <p:nvPr/>
          </p:nvSpPr>
          <p:spPr>
            <a:xfrm>
              <a:off x="8823919" y="3567741"/>
              <a:ext cx="2824" cy="92023"/>
            </a:xfrm>
            <a:custGeom>
              <a:avLst/>
              <a:gdLst>
                <a:gd name="connsiteX0" fmla="*/ 0 w 2824"/>
                <a:gd name="connsiteY0" fmla="*/ 0 h 92023"/>
                <a:gd name="connsiteX1" fmla="*/ 0 w 2824"/>
                <a:gd name="connsiteY1" fmla="*/ 92024 h 92023"/>
              </a:gdLst>
              <a:ahLst/>
              <a:cxnLst>
                <a:cxn ang="0">
                  <a:pos x="connsiteX0" y="connsiteY0"/>
                </a:cxn>
                <a:cxn ang="0">
                  <a:pos x="connsiteX1" y="connsiteY1"/>
                </a:cxn>
              </a:cxnLst>
              <a:rect l="l" t="t" r="r" b="b"/>
              <a:pathLst>
                <a:path w="2824" h="92023">
                  <a:moveTo>
                    <a:pt x="0" y="0"/>
                  </a:moveTo>
                  <a:lnTo>
                    <a:pt x="0" y="92024"/>
                  </a:lnTo>
                </a:path>
              </a:pathLst>
            </a:custGeom>
            <a:ln w="8472" cap="flat">
              <a:solidFill>
                <a:srgbClr val="01355A"/>
              </a:solidFill>
              <a:prstDash val="solid"/>
              <a:miter/>
            </a:ln>
          </p:spPr>
          <p:txBody>
            <a:bodyPr rtlCol="1" anchor="ctr"/>
            <a:lstStyle/>
            <a:p>
              <a:endParaRPr lang="ar-SA"/>
            </a:p>
          </p:txBody>
        </p:sp>
        <p:sp>
          <p:nvSpPr>
            <p:cNvPr id="10219" name="شكل حر: شكل 11394">
              <a:extLst>
                <a:ext uri="{FF2B5EF4-FFF2-40B4-BE49-F238E27FC236}">
                  <a16:creationId xmlns:a16="http://schemas.microsoft.com/office/drawing/2014/main" id="{CF2A8382-9BBA-0466-F38B-878F79C215CF}"/>
                </a:ext>
              </a:extLst>
            </p:cNvPr>
            <p:cNvSpPr/>
            <p:nvPr/>
          </p:nvSpPr>
          <p:spPr>
            <a:xfrm>
              <a:off x="8786013" y="3567741"/>
              <a:ext cx="2824" cy="90470"/>
            </a:xfrm>
            <a:custGeom>
              <a:avLst/>
              <a:gdLst>
                <a:gd name="connsiteX0" fmla="*/ 0 w 2824"/>
                <a:gd name="connsiteY0" fmla="*/ 90470 h 90470"/>
                <a:gd name="connsiteX1" fmla="*/ 0 w 2824"/>
                <a:gd name="connsiteY1" fmla="*/ 0 h 90470"/>
              </a:gdLst>
              <a:ahLst/>
              <a:cxnLst>
                <a:cxn ang="0">
                  <a:pos x="connsiteX0" y="connsiteY0"/>
                </a:cxn>
                <a:cxn ang="0">
                  <a:pos x="connsiteX1" y="connsiteY1"/>
                </a:cxn>
              </a:cxnLst>
              <a:rect l="l" t="t" r="r" b="b"/>
              <a:pathLst>
                <a:path w="2824" h="90470">
                  <a:moveTo>
                    <a:pt x="0" y="90470"/>
                  </a:moveTo>
                  <a:lnTo>
                    <a:pt x="0" y="0"/>
                  </a:lnTo>
                </a:path>
              </a:pathLst>
            </a:custGeom>
            <a:ln w="8472" cap="flat">
              <a:solidFill>
                <a:srgbClr val="01355A"/>
              </a:solidFill>
              <a:prstDash val="solid"/>
              <a:miter/>
            </a:ln>
          </p:spPr>
          <p:txBody>
            <a:bodyPr rtlCol="1" anchor="ctr"/>
            <a:lstStyle/>
            <a:p>
              <a:endParaRPr lang="ar-SA"/>
            </a:p>
          </p:txBody>
        </p:sp>
        <p:sp>
          <p:nvSpPr>
            <p:cNvPr id="10220" name="شكل حر: شكل 11395">
              <a:extLst>
                <a:ext uri="{FF2B5EF4-FFF2-40B4-BE49-F238E27FC236}">
                  <a16:creationId xmlns:a16="http://schemas.microsoft.com/office/drawing/2014/main" id="{8836E88C-4ECF-7C1E-A32D-64A51E535947}"/>
                </a:ext>
              </a:extLst>
            </p:cNvPr>
            <p:cNvSpPr/>
            <p:nvPr/>
          </p:nvSpPr>
          <p:spPr>
            <a:xfrm>
              <a:off x="8804966" y="3489727"/>
              <a:ext cx="62648" cy="30617"/>
            </a:xfrm>
            <a:custGeom>
              <a:avLst/>
              <a:gdLst>
                <a:gd name="connsiteX0" fmla="*/ 0 w 62648"/>
                <a:gd name="connsiteY0" fmla="*/ 0 h 30617"/>
                <a:gd name="connsiteX1" fmla="*/ 0 w 62648"/>
                <a:gd name="connsiteY1" fmla="*/ 11044 h 30617"/>
                <a:gd name="connsiteX2" fmla="*/ 19574 w 62648"/>
                <a:gd name="connsiteY2" fmla="*/ 30618 h 30617"/>
                <a:gd name="connsiteX3" fmla="*/ 62648 w 62648"/>
                <a:gd name="connsiteY3" fmla="*/ 30618 h 30617"/>
              </a:gdLst>
              <a:ahLst/>
              <a:cxnLst>
                <a:cxn ang="0">
                  <a:pos x="connsiteX0" y="connsiteY0"/>
                </a:cxn>
                <a:cxn ang="0">
                  <a:pos x="connsiteX1" y="connsiteY1"/>
                </a:cxn>
                <a:cxn ang="0">
                  <a:pos x="connsiteX2" y="connsiteY2"/>
                </a:cxn>
                <a:cxn ang="0">
                  <a:pos x="connsiteX3" y="connsiteY3"/>
                </a:cxn>
              </a:cxnLst>
              <a:rect l="l" t="t" r="r" b="b"/>
              <a:pathLst>
                <a:path w="62648" h="30617">
                  <a:moveTo>
                    <a:pt x="0" y="0"/>
                  </a:moveTo>
                  <a:lnTo>
                    <a:pt x="0" y="11044"/>
                  </a:lnTo>
                  <a:cubicBezTo>
                    <a:pt x="0" y="21862"/>
                    <a:pt x="8756" y="30618"/>
                    <a:pt x="19574" y="30618"/>
                  </a:cubicBezTo>
                  <a:lnTo>
                    <a:pt x="62648" y="30618"/>
                  </a:lnTo>
                </a:path>
              </a:pathLst>
            </a:custGeom>
            <a:noFill/>
            <a:ln w="8472" cap="flat">
              <a:solidFill>
                <a:srgbClr val="01355A"/>
              </a:solidFill>
              <a:prstDash val="solid"/>
              <a:miter/>
            </a:ln>
          </p:spPr>
          <p:txBody>
            <a:bodyPr rtlCol="1" anchor="ctr"/>
            <a:lstStyle/>
            <a:p>
              <a:endParaRPr lang="ar-SA"/>
            </a:p>
          </p:txBody>
        </p:sp>
        <p:sp>
          <p:nvSpPr>
            <p:cNvPr id="10221" name="شكل حر: شكل 11396">
              <a:extLst>
                <a:ext uri="{FF2B5EF4-FFF2-40B4-BE49-F238E27FC236}">
                  <a16:creationId xmlns:a16="http://schemas.microsoft.com/office/drawing/2014/main" id="{A71B8193-ADC7-C56E-159F-DA4949199655}"/>
                </a:ext>
              </a:extLst>
            </p:cNvPr>
            <p:cNvSpPr/>
            <p:nvPr/>
          </p:nvSpPr>
          <p:spPr>
            <a:xfrm>
              <a:off x="8786014" y="3658183"/>
              <a:ext cx="54400" cy="25195"/>
            </a:xfrm>
            <a:custGeom>
              <a:avLst/>
              <a:gdLst>
                <a:gd name="connsiteX0" fmla="*/ 54400 w 54400"/>
                <a:gd name="connsiteY0" fmla="*/ 25195 h 25195"/>
                <a:gd name="connsiteX1" fmla="*/ 54400 w 54400"/>
                <a:gd name="connsiteY1" fmla="*/ 25195 h 25195"/>
                <a:gd name="connsiteX2" fmla="*/ 29205 w 54400"/>
                <a:gd name="connsiteY2" fmla="*/ 0 h 25195"/>
                <a:gd name="connsiteX3" fmla="*/ 0 w 54400"/>
                <a:gd name="connsiteY3" fmla="*/ 0 h 25195"/>
                <a:gd name="connsiteX4" fmla="*/ 0 w 54400"/>
                <a:gd name="connsiteY4" fmla="*/ 25195 h 25195"/>
                <a:gd name="connsiteX5" fmla="*/ 54400 w 54400"/>
                <a:gd name="connsiteY5" fmla="*/ 25195 h 2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400" h="25195">
                  <a:moveTo>
                    <a:pt x="54400" y="25195"/>
                  </a:moveTo>
                  <a:lnTo>
                    <a:pt x="54400" y="25195"/>
                  </a:lnTo>
                  <a:cubicBezTo>
                    <a:pt x="54400" y="11270"/>
                    <a:pt x="43130" y="0"/>
                    <a:pt x="29205" y="0"/>
                  </a:cubicBezTo>
                  <a:lnTo>
                    <a:pt x="0" y="0"/>
                  </a:lnTo>
                  <a:lnTo>
                    <a:pt x="0" y="25195"/>
                  </a:lnTo>
                  <a:lnTo>
                    <a:pt x="54400" y="25195"/>
                  </a:lnTo>
                  <a:close/>
                </a:path>
              </a:pathLst>
            </a:custGeom>
            <a:noFill/>
            <a:ln w="8472" cap="flat">
              <a:solidFill>
                <a:srgbClr val="01355A"/>
              </a:solidFill>
              <a:prstDash val="solid"/>
              <a:miter/>
            </a:ln>
          </p:spPr>
          <p:txBody>
            <a:bodyPr rtlCol="1" anchor="ctr"/>
            <a:lstStyle/>
            <a:p>
              <a:endParaRPr lang="ar-SA"/>
            </a:p>
          </p:txBody>
        </p:sp>
        <p:sp>
          <p:nvSpPr>
            <p:cNvPr id="10222" name="شكل حر: شكل 11397">
              <a:extLst>
                <a:ext uri="{FF2B5EF4-FFF2-40B4-BE49-F238E27FC236}">
                  <a16:creationId xmlns:a16="http://schemas.microsoft.com/office/drawing/2014/main" id="{5F75AB4C-536D-00E2-3EF9-CCF0310C1139}"/>
                </a:ext>
              </a:extLst>
            </p:cNvPr>
            <p:cNvSpPr/>
            <p:nvPr/>
          </p:nvSpPr>
          <p:spPr>
            <a:xfrm>
              <a:off x="8774263" y="3462527"/>
              <a:ext cx="61405" cy="105214"/>
            </a:xfrm>
            <a:custGeom>
              <a:avLst/>
              <a:gdLst>
                <a:gd name="connsiteX0" fmla="*/ 61406 w 61405"/>
                <a:gd name="connsiteY0" fmla="*/ 40419 h 105214"/>
                <a:gd name="connsiteX1" fmla="*/ 61406 w 61405"/>
                <a:gd name="connsiteY1" fmla="*/ 30703 h 105214"/>
                <a:gd name="connsiteX2" fmla="*/ 30703 w 61405"/>
                <a:gd name="connsiteY2" fmla="*/ 0 h 105214"/>
                <a:gd name="connsiteX3" fmla="*/ 30703 w 61405"/>
                <a:gd name="connsiteY3" fmla="*/ 0 h 105214"/>
                <a:gd name="connsiteX4" fmla="*/ 0 w 61405"/>
                <a:gd name="connsiteY4" fmla="*/ 30703 h 105214"/>
                <a:gd name="connsiteX5" fmla="*/ 0 w 61405"/>
                <a:gd name="connsiteY5" fmla="*/ 58214 h 105214"/>
                <a:gd name="connsiteX6" fmla="*/ 11751 w 61405"/>
                <a:gd name="connsiteY6" fmla="*/ 105214 h 105214"/>
                <a:gd name="connsiteX7" fmla="*/ 49684 w 61405"/>
                <a:gd name="connsiteY7" fmla="*/ 105214 h 105214"/>
                <a:gd name="connsiteX8" fmla="*/ 59965 w 61405"/>
                <a:gd name="connsiteY8" fmla="*/ 75246 h 105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405" h="105214">
                  <a:moveTo>
                    <a:pt x="61406" y="40419"/>
                  </a:moveTo>
                  <a:lnTo>
                    <a:pt x="61406" y="30703"/>
                  </a:lnTo>
                  <a:cubicBezTo>
                    <a:pt x="61406" y="13756"/>
                    <a:pt x="47650" y="0"/>
                    <a:pt x="30703" y="0"/>
                  </a:cubicBezTo>
                  <a:lnTo>
                    <a:pt x="30703" y="0"/>
                  </a:lnTo>
                  <a:cubicBezTo>
                    <a:pt x="13756" y="0"/>
                    <a:pt x="0" y="13756"/>
                    <a:pt x="0" y="30703"/>
                  </a:cubicBezTo>
                  <a:lnTo>
                    <a:pt x="0" y="58214"/>
                  </a:lnTo>
                  <a:cubicBezTo>
                    <a:pt x="0" y="74596"/>
                    <a:pt x="4039" y="90753"/>
                    <a:pt x="11751" y="105214"/>
                  </a:cubicBezTo>
                  <a:lnTo>
                    <a:pt x="49684" y="105214"/>
                  </a:lnTo>
                  <a:cubicBezTo>
                    <a:pt x="54712" y="95809"/>
                    <a:pt x="58158" y="85668"/>
                    <a:pt x="59965" y="75246"/>
                  </a:cubicBezTo>
                </a:path>
              </a:pathLst>
            </a:custGeom>
            <a:noFill/>
            <a:ln w="8472" cap="flat">
              <a:solidFill>
                <a:srgbClr val="01355A"/>
              </a:solidFill>
              <a:prstDash val="solid"/>
              <a:miter/>
            </a:ln>
          </p:spPr>
          <p:txBody>
            <a:bodyPr rtlCol="1" anchor="ctr"/>
            <a:lstStyle/>
            <a:p>
              <a:endParaRPr lang="ar-SA"/>
            </a:p>
          </p:txBody>
        </p:sp>
        <p:sp>
          <p:nvSpPr>
            <p:cNvPr id="10223" name="شكل حر: شكل 11398">
              <a:extLst>
                <a:ext uri="{FF2B5EF4-FFF2-40B4-BE49-F238E27FC236}">
                  <a16:creationId xmlns:a16="http://schemas.microsoft.com/office/drawing/2014/main" id="{CFB86BD9-27D2-8292-A7DF-0532FDB13E7B}"/>
                </a:ext>
              </a:extLst>
            </p:cNvPr>
            <p:cNvSpPr/>
            <p:nvPr/>
          </p:nvSpPr>
          <p:spPr>
            <a:xfrm>
              <a:off x="9023897" y="3396009"/>
              <a:ext cx="52988" cy="52988"/>
            </a:xfrm>
            <a:custGeom>
              <a:avLst/>
              <a:gdLst>
                <a:gd name="connsiteX0" fmla="*/ 0 w 52988"/>
                <a:gd name="connsiteY0" fmla="*/ 26494 h 52988"/>
                <a:gd name="connsiteX1" fmla="*/ 26494 w 52988"/>
                <a:gd name="connsiteY1" fmla="*/ 52989 h 52988"/>
                <a:gd name="connsiteX2" fmla="*/ 52989 w 52988"/>
                <a:gd name="connsiteY2" fmla="*/ 26494 h 52988"/>
                <a:gd name="connsiteX3" fmla="*/ 26494 w 52988"/>
                <a:gd name="connsiteY3" fmla="*/ 0 h 52988"/>
                <a:gd name="connsiteX4" fmla="*/ 0 w 52988"/>
                <a:gd name="connsiteY4" fmla="*/ 26494 h 529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88" h="52988">
                  <a:moveTo>
                    <a:pt x="0" y="26494"/>
                  </a:moveTo>
                  <a:cubicBezTo>
                    <a:pt x="0" y="41126"/>
                    <a:pt x="11863" y="52989"/>
                    <a:pt x="26494" y="52989"/>
                  </a:cubicBezTo>
                  <a:cubicBezTo>
                    <a:pt x="41125" y="52989"/>
                    <a:pt x="52989" y="41126"/>
                    <a:pt x="52989" y="26494"/>
                  </a:cubicBezTo>
                  <a:cubicBezTo>
                    <a:pt x="52989" y="11863"/>
                    <a:pt x="41125" y="0"/>
                    <a:pt x="26494" y="0"/>
                  </a:cubicBezTo>
                  <a:cubicBezTo>
                    <a:pt x="11863" y="0"/>
                    <a:pt x="0" y="11863"/>
                    <a:pt x="0" y="26494"/>
                  </a:cubicBezTo>
                  <a:close/>
                </a:path>
              </a:pathLst>
            </a:custGeom>
            <a:noFill/>
            <a:ln w="8472" cap="flat">
              <a:solidFill>
                <a:srgbClr val="01355A"/>
              </a:solidFill>
              <a:prstDash val="solid"/>
              <a:miter/>
            </a:ln>
          </p:spPr>
          <p:txBody>
            <a:bodyPr rtlCol="1" anchor="ctr"/>
            <a:lstStyle/>
            <a:p>
              <a:endParaRPr lang="ar-SA"/>
            </a:p>
          </p:txBody>
        </p:sp>
        <p:sp>
          <p:nvSpPr>
            <p:cNvPr id="10224" name="شكل حر: شكل 11399">
              <a:extLst>
                <a:ext uri="{FF2B5EF4-FFF2-40B4-BE49-F238E27FC236}">
                  <a16:creationId xmlns:a16="http://schemas.microsoft.com/office/drawing/2014/main" id="{646BBBD2-30AB-258F-BAB6-321039E90A0F}"/>
                </a:ext>
              </a:extLst>
            </p:cNvPr>
            <p:cNvSpPr/>
            <p:nvPr/>
          </p:nvSpPr>
          <p:spPr>
            <a:xfrm>
              <a:off x="9031438" y="3567741"/>
              <a:ext cx="2824" cy="92023"/>
            </a:xfrm>
            <a:custGeom>
              <a:avLst/>
              <a:gdLst>
                <a:gd name="connsiteX0" fmla="*/ 0 w 2824"/>
                <a:gd name="connsiteY0" fmla="*/ 0 h 92023"/>
                <a:gd name="connsiteX1" fmla="*/ 0 w 2824"/>
                <a:gd name="connsiteY1" fmla="*/ 92024 h 92023"/>
              </a:gdLst>
              <a:ahLst/>
              <a:cxnLst>
                <a:cxn ang="0">
                  <a:pos x="connsiteX0" y="connsiteY0"/>
                </a:cxn>
                <a:cxn ang="0">
                  <a:pos x="connsiteX1" y="connsiteY1"/>
                </a:cxn>
              </a:cxnLst>
              <a:rect l="l" t="t" r="r" b="b"/>
              <a:pathLst>
                <a:path w="2824" h="92023">
                  <a:moveTo>
                    <a:pt x="0" y="0"/>
                  </a:moveTo>
                  <a:lnTo>
                    <a:pt x="0" y="92024"/>
                  </a:lnTo>
                </a:path>
              </a:pathLst>
            </a:custGeom>
            <a:ln w="8472" cap="flat">
              <a:solidFill>
                <a:srgbClr val="01355A"/>
              </a:solidFill>
              <a:prstDash val="solid"/>
              <a:miter/>
            </a:ln>
          </p:spPr>
          <p:txBody>
            <a:bodyPr rtlCol="1" anchor="ctr"/>
            <a:lstStyle/>
            <a:p>
              <a:endParaRPr lang="ar-SA"/>
            </a:p>
          </p:txBody>
        </p:sp>
        <p:sp>
          <p:nvSpPr>
            <p:cNvPr id="10225" name="شكل حر: شكل 11400">
              <a:extLst>
                <a:ext uri="{FF2B5EF4-FFF2-40B4-BE49-F238E27FC236}">
                  <a16:creationId xmlns:a16="http://schemas.microsoft.com/office/drawing/2014/main" id="{0B10F835-2000-71FD-9822-AEB9CAC567A1}"/>
                </a:ext>
              </a:extLst>
            </p:cNvPr>
            <p:cNvSpPr/>
            <p:nvPr/>
          </p:nvSpPr>
          <p:spPr>
            <a:xfrm>
              <a:off x="9069372" y="3567741"/>
              <a:ext cx="2824" cy="90470"/>
            </a:xfrm>
            <a:custGeom>
              <a:avLst/>
              <a:gdLst>
                <a:gd name="connsiteX0" fmla="*/ 0 w 2824"/>
                <a:gd name="connsiteY0" fmla="*/ 90470 h 90470"/>
                <a:gd name="connsiteX1" fmla="*/ 0 w 2824"/>
                <a:gd name="connsiteY1" fmla="*/ 0 h 90470"/>
              </a:gdLst>
              <a:ahLst/>
              <a:cxnLst>
                <a:cxn ang="0">
                  <a:pos x="connsiteX0" y="connsiteY0"/>
                </a:cxn>
                <a:cxn ang="0">
                  <a:pos x="connsiteX1" y="connsiteY1"/>
                </a:cxn>
              </a:cxnLst>
              <a:rect l="l" t="t" r="r" b="b"/>
              <a:pathLst>
                <a:path w="2824" h="90470">
                  <a:moveTo>
                    <a:pt x="0" y="90470"/>
                  </a:moveTo>
                  <a:lnTo>
                    <a:pt x="0" y="0"/>
                  </a:lnTo>
                </a:path>
              </a:pathLst>
            </a:custGeom>
            <a:ln w="8472" cap="flat">
              <a:solidFill>
                <a:srgbClr val="01355A"/>
              </a:solidFill>
              <a:prstDash val="solid"/>
              <a:miter/>
            </a:ln>
          </p:spPr>
          <p:txBody>
            <a:bodyPr rtlCol="1" anchor="ctr"/>
            <a:lstStyle/>
            <a:p>
              <a:endParaRPr lang="ar-SA"/>
            </a:p>
          </p:txBody>
        </p:sp>
        <p:sp>
          <p:nvSpPr>
            <p:cNvPr id="10226" name="شكل حر: شكل 11401">
              <a:extLst>
                <a:ext uri="{FF2B5EF4-FFF2-40B4-BE49-F238E27FC236}">
                  <a16:creationId xmlns:a16="http://schemas.microsoft.com/office/drawing/2014/main" id="{60A0E849-CA08-9EC5-1F95-77C00D4DCDB3}"/>
                </a:ext>
              </a:extLst>
            </p:cNvPr>
            <p:cNvSpPr/>
            <p:nvPr/>
          </p:nvSpPr>
          <p:spPr>
            <a:xfrm>
              <a:off x="8987771" y="3489727"/>
              <a:ext cx="62648" cy="30617"/>
            </a:xfrm>
            <a:custGeom>
              <a:avLst/>
              <a:gdLst>
                <a:gd name="connsiteX0" fmla="*/ 62648 w 62648"/>
                <a:gd name="connsiteY0" fmla="*/ 0 h 30617"/>
                <a:gd name="connsiteX1" fmla="*/ 62648 w 62648"/>
                <a:gd name="connsiteY1" fmla="*/ 11044 h 30617"/>
                <a:gd name="connsiteX2" fmla="*/ 43074 w 62648"/>
                <a:gd name="connsiteY2" fmla="*/ 30618 h 30617"/>
                <a:gd name="connsiteX3" fmla="*/ 0 w 62648"/>
                <a:gd name="connsiteY3" fmla="*/ 30618 h 30617"/>
              </a:gdLst>
              <a:ahLst/>
              <a:cxnLst>
                <a:cxn ang="0">
                  <a:pos x="connsiteX0" y="connsiteY0"/>
                </a:cxn>
                <a:cxn ang="0">
                  <a:pos x="connsiteX1" y="connsiteY1"/>
                </a:cxn>
                <a:cxn ang="0">
                  <a:pos x="connsiteX2" y="connsiteY2"/>
                </a:cxn>
                <a:cxn ang="0">
                  <a:pos x="connsiteX3" y="connsiteY3"/>
                </a:cxn>
              </a:cxnLst>
              <a:rect l="l" t="t" r="r" b="b"/>
              <a:pathLst>
                <a:path w="62648" h="30617">
                  <a:moveTo>
                    <a:pt x="62648" y="0"/>
                  </a:moveTo>
                  <a:lnTo>
                    <a:pt x="62648" y="11044"/>
                  </a:lnTo>
                  <a:cubicBezTo>
                    <a:pt x="62648" y="21862"/>
                    <a:pt x="53892" y="30618"/>
                    <a:pt x="43074" y="30618"/>
                  </a:cubicBezTo>
                  <a:lnTo>
                    <a:pt x="0" y="30618"/>
                  </a:lnTo>
                </a:path>
              </a:pathLst>
            </a:custGeom>
            <a:noFill/>
            <a:ln w="8472" cap="flat">
              <a:solidFill>
                <a:srgbClr val="01355A"/>
              </a:solidFill>
              <a:prstDash val="solid"/>
              <a:miter/>
            </a:ln>
          </p:spPr>
          <p:txBody>
            <a:bodyPr rtlCol="1" anchor="ctr"/>
            <a:lstStyle/>
            <a:p>
              <a:endParaRPr lang="ar-SA"/>
            </a:p>
          </p:txBody>
        </p:sp>
        <p:sp>
          <p:nvSpPr>
            <p:cNvPr id="10227" name="شكل حر: شكل 11402">
              <a:extLst>
                <a:ext uri="{FF2B5EF4-FFF2-40B4-BE49-F238E27FC236}">
                  <a16:creationId xmlns:a16="http://schemas.microsoft.com/office/drawing/2014/main" id="{4038B75A-B7A8-A6AC-D4D1-DE523ED82B8A}"/>
                </a:ext>
              </a:extLst>
            </p:cNvPr>
            <p:cNvSpPr/>
            <p:nvPr/>
          </p:nvSpPr>
          <p:spPr>
            <a:xfrm>
              <a:off x="9014971" y="3658183"/>
              <a:ext cx="54400" cy="25195"/>
            </a:xfrm>
            <a:custGeom>
              <a:avLst/>
              <a:gdLst>
                <a:gd name="connsiteX0" fmla="*/ 0 w 54400"/>
                <a:gd name="connsiteY0" fmla="*/ 25195 h 25195"/>
                <a:gd name="connsiteX1" fmla="*/ 0 w 54400"/>
                <a:gd name="connsiteY1" fmla="*/ 25195 h 25195"/>
                <a:gd name="connsiteX2" fmla="*/ 25195 w 54400"/>
                <a:gd name="connsiteY2" fmla="*/ 0 h 25195"/>
                <a:gd name="connsiteX3" fmla="*/ 54401 w 54400"/>
                <a:gd name="connsiteY3" fmla="*/ 0 h 25195"/>
                <a:gd name="connsiteX4" fmla="*/ 54401 w 54400"/>
                <a:gd name="connsiteY4" fmla="*/ 25195 h 25195"/>
                <a:gd name="connsiteX5" fmla="*/ 0 w 54400"/>
                <a:gd name="connsiteY5" fmla="*/ 25195 h 25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400" h="25195">
                  <a:moveTo>
                    <a:pt x="0" y="25195"/>
                  </a:moveTo>
                  <a:lnTo>
                    <a:pt x="0" y="25195"/>
                  </a:lnTo>
                  <a:cubicBezTo>
                    <a:pt x="0" y="11270"/>
                    <a:pt x="11270" y="0"/>
                    <a:pt x="25195" y="0"/>
                  </a:cubicBezTo>
                  <a:lnTo>
                    <a:pt x="54401" y="0"/>
                  </a:lnTo>
                  <a:lnTo>
                    <a:pt x="54401" y="25195"/>
                  </a:lnTo>
                  <a:lnTo>
                    <a:pt x="0" y="25195"/>
                  </a:lnTo>
                  <a:close/>
                </a:path>
              </a:pathLst>
            </a:custGeom>
            <a:noFill/>
            <a:ln w="8472" cap="flat">
              <a:solidFill>
                <a:srgbClr val="01355A"/>
              </a:solidFill>
              <a:prstDash val="solid"/>
              <a:miter/>
            </a:ln>
          </p:spPr>
          <p:txBody>
            <a:bodyPr rtlCol="1" anchor="ctr"/>
            <a:lstStyle/>
            <a:p>
              <a:endParaRPr lang="ar-SA"/>
            </a:p>
          </p:txBody>
        </p:sp>
        <p:sp>
          <p:nvSpPr>
            <p:cNvPr id="10228" name="شكل حر: شكل 11403">
              <a:extLst>
                <a:ext uri="{FF2B5EF4-FFF2-40B4-BE49-F238E27FC236}">
                  <a16:creationId xmlns:a16="http://schemas.microsoft.com/office/drawing/2014/main" id="{4CD7208A-8F21-33C8-59D9-0E5B15AFCEE0}"/>
                </a:ext>
              </a:extLst>
            </p:cNvPr>
            <p:cNvSpPr/>
            <p:nvPr/>
          </p:nvSpPr>
          <p:spPr>
            <a:xfrm>
              <a:off x="9019716" y="3462527"/>
              <a:ext cx="61405" cy="105214"/>
            </a:xfrm>
            <a:custGeom>
              <a:avLst/>
              <a:gdLst>
                <a:gd name="connsiteX0" fmla="*/ 0 w 61405"/>
                <a:gd name="connsiteY0" fmla="*/ 40419 h 105214"/>
                <a:gd name="connsiteX1" fmla="*/ 0 w 61405"/>
                <a:gd name="connsiteY1" fmla="*/ 30703 h 105214"/>
                <a:gd name="connsiteX2" fmla="*/ 30702 w 61405"/>
                <a:gd name="connsiteY2" fmla="*/ 0 h 105214"/>
                <a:gd name="connsiteX3" fmla="*/ 30702 w 61405"/>
                <a:gd name="connsiteY3" fmla="*/ 0 h 105214"/>
                <a:gd name="connsiteX4" fmla="*/ 61406 w 61405"/>
                <a:gd name="connsiteY4" fmla="*/ 30703 h 105214"/>
                <a:gd name="connsiteX5" fmla="*/ 61406 w 61405"/>
                <a:gd name="connsiteY5" fmla="*/ 58214 h 105214"/>
                <a:gd name="connsiteX6" fmla="*/ 49655 w 61405"/>
                <a:gd name="connsiteY6" fmla="*/ 105214 h 105214"/>
                <a:gd name="connsiteX7" fmla="*/ 11722 w 61405"/>
                <a:gd name="connsiteY7" fmla="*/ 105214 h 105214"/>
                <a:gd name="connsiteX8" fmla="*/ 1441 w 61405"/>
                <a:gd name="connsiteY8" fmla="*/ 75246 h 105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405" h="105214">
                  <a:moveTo>
                    <a:pt x="0" y="40419"/>
                  </a:moveTo>
                  <a:lnTo>
                    <a:pt x="0" y="30703"/>
                  </a:lnTo>
                  <a:cubicBezTo>
                    <a:pt x="0" y="13756"/>
                    <a:pt x="13755" y="0"/>
                    <a:pt x="30702" y="0"/>
                  </a:cubicBezTo>
                  <a:lnTo>
                    <a:pt x="30702" y="0"/>
                  </a:lnTo>
                  <a:cubicBezTo>
                    <a:pt x="47650" y="0"/>
                    <a:pt x="61406" y="13756"/>
                    <a:pt x="61406" y="30703"/>
                  </a:cubicBezTo>
                  <a:lnTo>
                    <a:pt x="61406" y="58214"/>
                  </a:lnTo>
                  <a:cubicBezTo>
                    <a:pt x="61406" y="74596"/>
                    <a:pt x="57366" y="90753"/>
                    <a:pt x="49655" y="105214"/>
                  </a:cubicBezTo>
                  <a:lnTo>
                    <a:pt x="11722" y="105214"/>
                  </a:lnTo>
                  <a:cubicBezTo>
                    <a:pt x="6694" y="95809"/>
                    <a:pt x="3248" y="85668"/>
                    <a:pt x="1441" y="75246"/>
                  </a:cubicBezTo>
                </a:path>
              </a:pathLst>
            </a:custGeom>
            <a:noFill/>
            <a:ln w="8472" cap="flat">
              <a:solidFill>
                <a:srgbClr val="01355A"/>
              </a:solidFill>
              <a:prstDash val="solid"/>
              <a:miter/>
            </a:ln>
          </p:spPr>
          <p:txBody>
            <a:bodyPr rtlCol="1" anchor="ctr"/>
            <a:lstStyle/>
            <a:p>
              <a:endParaRPr lang="ar-SA"/>
            </a:p>
          </p:txBody>
        </p:sp>
        <p:sp>
          <p:nvSpPr>
            <p:cNvPr id="10229" name="شكل حر: شكل 11404">
              <a:extLst>
                <a:ext uri="{FF2B5EF4-FFF2-40B4-BE49-F238E27FC236}">
                  <a16:creationId xmlns:a16="http://schemas.microsoft.com/office/drawing/2014/main" id="{B034CF65-EB52-3E6B-4B65-B64E44333238}"/>
                </a:ext>
              </a:extLst>
            </p:cNvPr>
            <p:cNvSpPr/>
            <p:nvPr/>
          </p:nvSpPr>
          <p:spPr>
            <a:xfrm>
              <a:off x="8923399" y="3321949"/>
              <a:ext cx="82053" cy="76658"/>
            </a:xfrm>
            <a:custGeom>
              <a:avLst/>
              <a:gdLst>
                <a:gd name="connsiteX0" fmla="*/ 29658 w 82053"/>
                <a:gd name="connsiteY0" fmla="*/ 62451 h 76658"/>
                <a:gd name="connsiteX1" fmla="*/ 67422 w 82053"/>
                <a:gd name="connsiteY1" fmla="*/ 62451 h 76658"/>
                <a:gd name="connsiteX2" fmla="*/ 82053 w 82053"/>
                <a:gd name="connsiteY2" fmla="*/ 76658 h 76658"/>
                <a:gd name="connsiteX3" fmla="*/ 82053 w 82053"/>
                <a:gd name="connsiteY3" fmla="*/ 15168 h 76658"/>
                <a:gd name="connsiteX4" fmla="*/ 66885 w 82053"/>
                <a:gd name="connsiteY4" fmla="*/ 0 h 76658"/>
                <a:gd name="connsiteX5" fmla="*/ 15167 w 82053"/>
                <a:gd name="connsiteY5" fmla="*/ 0 h 76658"/>
                <a:gd name="connsiteX6" fmla="*/ 0 w 82053"/>
                <a:gd name="connsiteY6" fmla="*/ 15168 h 76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053" h="76658">
                  <a:moveTo>
                    <a:pt x="29658" y="62451"/>
                  </a:moveTo>
                  <a:lnTo>
                    <a:pt x="67422" y="62451"/>
                  </a:lnTo>
                  <a:lnTo>
                    <a:pt x="82053" y="76658"/>
                  </a:lnTo>
                  <a:lnTo>
                    <a:pt x="82053" y="15168"/>
                  </a:lnTo>
                  <a:cubicBezTo>
                    <a:pt x="82053" y="6807"/>
                    <a:pt x="75274" y="0"/>
                    <a:pt x="66885" y="0"/>
                  </a:cubicBezTo>
                  <a:lnTo>
                    <a:pt x="15167" y="0"/>
                  </a:lnTo>
                  <a:cubicBezTo>
                    <a:pt x="6807" y="0"/>
                    <a:pt x="0" y="6779"/>
                    <a:pt x="0" y="15168"/>
                  </a:cubicBezTo>
                </a:path>
              </a:pathLst>
            </a:custGeom>
            <a:noFill/>
            <a:ln w="8472" cap="flat">
              <a:solidFill>
                <a:srgbClr val="17A3A3"/>
              </a:solidFill>
              <a:prstDash val="solid"/>
              <a:miter/>
            </a:ln>
          </p:spPr>
          <p:txBody>
            <a:bodyPr rtlCol="1" anchor="ctr"/>
            <a:lstStyle/>
            <a:p>
              <a:endParaRPr lang="ar-SA"/>
            </a:p>
          </p:txBody>
        </p:sp>
        <p:sp>
          <p:nvSpPr>
            <p:cNvPr id="10230" name="شكل حر: شكل 11405">
              <a:extLst>
                <a:ext uri="{FF2B5EF4-FFF2-40B4-BE49-F238E27FC236}">
                  <a16:creationId xmlns:a16="http://schemas.microsoft.com/office/drawing/2014/main" id="{5FB1C0B7-9B0F-570F-AE87-B47D4E2F30D7}"/>
                </a:ext>
              </a:extLst>
            </p:cNvPr>
            <p:cNvSpPr/>
            <p:nvPr/>
          </p:nvSpPr>
          <p:spPr>
            <a:xfrm>
              <a:off x="8856514" y="3341128"/>
              <a:ext cx="82052" cy="76658"/>
            </a:xfrm>
            <a:custGeom>
              <a:avLst/>
              <a:gdLst>
                <a:gd name="connsiteX0" fmla="*/ 14631 w 82052"/>
                <a:gd name="connsiteY0" fmla="*/ 62451 h 76658"/>
                <a:gd name="connsiteX1" fmla="*/ 0 w 82052"/>
                <a:gd name="connsiteY1" fmla="*/ 76658 h 76658"/>
                <a:gd name="connsiteX2" fmla="*/ 0 w 82052"/>
                <a:gd name="connsiteY2" fmla="*/ 15168 h 76658"/>
                <a:gd name="connsiteX3" fmla="*/ 15167 w 82052"/>
                <a:gd name="connsiteY3" fmla="*/ 0 h 76658"/>
                <a:gd name="connsiteX4" fmla="*/ 66885 w 82052"/>
                <a:gd name="connsiteY4" fmla="*/ 0 h 76658"/>
                <a:gd name="connsiteX5" fmla="*/ 82053 w 82052"/>
                <a:gd name="connsiteY5" fmla="*/ 15168 h 76658"/>
                <a:gd name="connsiteX6" fmla="*/ 82053 w 82052"/>
                <a:gd name="connsiteY6" fmla="*/ 47311 h 76658"/>
                <a:gd name="connsiteX7" fmla="*/ 66885 w 82052"/>
                <a:gd name="connsiteY7" fmla="*/ 62479 h 76658"/>
                <a:gd name="connsiteX8" fmla="*/ 14631 w 82052"/>
                <a:gd name="connsiteY8" fmla="*/ 62479 h 76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052" h="76658">
                  <a:moveTo>
                    <a:pt x="14631" y="62451"/>
                  </a:moveTo>
                  <a:lnTo>
                    <a:pt x="0" y="76658"/>
                  </a:lnTo>
                  <a:lnTo>
                    <a:pt x="0" y="15168"/>
                  </a:lnTo>
                  <a:cubicBezTo>
                    <a:pt x="0" y="6807"/>
                    <a:pt x="6779" y="0"/>
                    <a:pt x="15167" y="0"/>
                  </a:cubicBezTo>
                  <a:lnTo>
                    <a:pt x="66885" y="0"/>
                  </a:lnTo>
                  <a:cubicBezTo>
                    <a:pt x="75246" y="0"/>
                    <a:pt x="82053" y="6779"/>
                    <a:pt x="82053" y="15168"/>
                  </a:cubicBezTo>
                  <a:lnTo>
                    <a:pt x="82053" y="47311"/>
                  </a:lnTo>
                  <a:cubicBezTo>
                    <a:pt x="82053" y="55672"/>
                    <a:pt x="75274" y="62479"/>
                    <a:pt x="66885" y="62479"/>
                  </a:cubicBezTo>
                  <a:lnTo>
                    <a:pt x="14631" y="62479"/>
                  </a:lnTo>
                  <a:close/>
                </a:path>
              </a:pathLst>
            </a:custGeom>
            <a:noFill/>
            <a:ln w="8472" cap="flat">
              <a:solidFill>
                <a:srgbClr val="17A3A3"/>
              </a:solidFill>
              <a:prstDash val="solid"/>
              <a:miter/>
            </a:ln>
          </p:spPr>
          <p:txBody>
            <a:bodyPr rtlCol="1" anchor="ctr"/>
            <a:lstStyle/>
            <a:p>
              <a:endParaRPr lang="ar-SA"/>
            </a:p>
          </p:txBody>
        </p:sp>
      </p:grpSp>
      <p:grpSp>
        <p:nvGrpSpPr>
          <p:cNvPr id="10231" name="رسم 8014">
            <a:extLst>
              <a:ext uri="{FF2B5EF4-FFF2-40B4-BE49-F238E27FC236}">
                <a16:creationId xmlns:a16="http://schemas.microsoft.com/office/drawing/2014/main" id="{1EEF65DA-63C4-EF94-EDDE-FC400A05364B}"/>
              </a:ext>
            </a:extLst>
          </p:cNvPr>
          <p:cNvGrpSpPr/>
          <p:nvPr/>
        </p:nvGrpSpPr>
        <p:grpSpPr>
          <a:xfrm>
            <a:off x="4588258" y="4866267"/>
            <a:ext cx="308920" cy="289661"/>
            <a:chOff x="4565773" y="4358586"/>
            <a:chExt cx="369252" cy="367501"/>
          </a:xfrm>
          <a:noFill/>
        </p:grpSpPr>
        <p:grpSp>
          <p:nvGrpSpPr>
            <p:cNvPr id="10232" name="رسم 8014">
              <a:extLst>
                <a:ext uri="{FF2B5EF4-FFF2-40B4-BE49-F238E27FC236}">
                  <a16:creationId xmlns:a16="http://schemas.microsoft.com/office/drawing/2014/main" id="{6CCAF40F-0027-0FEE-A87D-1179F61A6611}"/>
                </a:ext>
              </a:extLst>
            </p:cNvPr>
            <p:cNvGrpSpPr/>
            <p:nvPr/>
          </p:nvGrpSpPr>
          <p:grpSpPr>
            <a:xfrm>
              <a:off x="4565773" y="4442588"/>
              <a:ext cx="276240" cy="283499"/>
              <a:chOff x="4565773" y="4442588"/>
              <a:chExt cx="276240" cy="283499"/>
            </a:xfrm>
            <a:noFill/>
          </p:grpSpPr>
          <p:sp>
            <p:nvSpPr>
              <p:cNvPr id="10248" name="شكل حر: شكل 11408">
                <a:extLst>
                  <a:ext uri="{FF2B5EF4-FFF2-40B4-BE49-F238E27FC236}">
                    <a16:creationId xmlns:a16="http://schemas.microsoft.com/office/drawing/2014/main" id="{5019C84A-37AB-76B5-EBC8-8E814E106B34}"/>
                  </a:ext>
                </a:extLst>
              </p:cNvPr>
              <p:cNvSpPr/>
              <p:nvPr/>
            </p:nvSpPr>
            <p:spPr>
              <a:xfrm>
                <a:off x="4708667" y="4442588"/>
                <a:ext cx="48441" cy="109451"/>
              </a:xfrm>
              <a:custGeom>
                <a:avLst/>
                <a:gdLst>
                  <a:gd name="connsiteX0" fmla="*/ 25252 w 48441"/>
                  <a:gd name="connsiteY0" fmla="*/ 0 h 109451"/>
                  <a:gd name="connsiteX1" fmla="*/ 36352 w 48441"/>
                  <a:gd name="connsiteY1" fmla="*/ 18501 h 109451"/>
                  <a:gd name="connsiteX2" fmla="*/ 23641 w 48441"/>
                  <a:gd name="connsiteY2" fmla="*/ 37228 h 109451"/>
                  <a:gd name="connsiteX3" fmla="*/ 0 w 48441"/>
                  <a:gd name="connsiteY3" fmla="*/ 74371 h 109451"/>
                  <a:gd name="connsiteX4" fmla="*/ 1864 w 48441"/>
                  <a:gd name="connsiteY4" fmla="*/ 90329 h 109451"/>
                  <a:gd name="connsiteX5" fmla="*/ 5677 w 48441"/>
                  <a:gd name="connsiteY5" fmla="*/ 96600 h 109451"/>
                  <a:gd name="connsiteX6" fmla="*/ 8135 w 48441"/>
                  <a:gd name="connsiteY6" fmla="*/ 97758 h 109451"/>
                  <a:gd name="connsiteX7" fmla="*/ 48441 w 48441"/>
                  <a:gd name="connsiteY7" fmla="*/ 109451 h 109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441" h="109451">
                    <a:moveTo>
                      <a:pt x="25252" y="0"/>
                    </a:moveTo>
                    <a:cubicBezTo>
                      <a:pt x="31663" y="1610"/>
                      <a:pt x="36352" y="9152"/>
                      <a:pt x="36352" y="18501"/>
                    </a:cubicBezTo>
                    <a:cubicBezTo>
                      <a:pt x="36352" y="28584"/>
                      <a:pt x="30816" y="36606"/>
                      <a:pt x="23641" y="37228"/>
                    </a:cubicBezTo>
                    <a:cubicBezTo>
                      <a:pt x="19631" y="52508"/>
                      <a:pt x="11298" y="65614"/>
                      <a:pt x="0" y="74371"/>
                    </a:cubicBezTo>
                    <a:lnTo>
                      <a:pt x="1864" y="90329"/>
                    </a:lnTo>
                    <a:cubicBezTo>
                      <a:pt x="2175" y="92871"/>
                      <a:pt x="3559" y="95159"/>
                      <a:pt x="5677" y="96600"/>
                    </a:cubicBezTo>
                    <a:cubicBezTo>
                      <a:pt x="6440" y="97108"/>
                      <a:pt x="7259" y="97503"/>
                      <a:pt x="8135" y="97758"/>
                    </a:cubicBezTo>
                    <a:lnTo>
                      <a:pt x="48441" y="109451"/>
                    </a:lnTo>
                  </a:path>
                </a:pathLst>
              </a:custGeom>
              <a:noFill/>
              <a:ln w="8472" cap="flat">
                <a:solidFill>
                  <a:srgbClr val="01355A"/>
                </a:solidFill>
                <a:prstDash val="solid"/>
                <a:miter/>
              </a:ln>
            </p:spPr>
            <p:txBody>
              <a:bodyPr rtlCol="1" anchor="ctr"/>
              <a:lstStyle/>
              <a:p>
                <a:endParaRPr lang="ar-SA"/>
              </a:p>
            </p:txBody>
          </p:sp>
          <p:sp>
            <p:nvSpPr>
              <p:cNvPr id="10249" name="شكل حر: شكل 11409">
                <a:extLst>
                  <a:ext uri="{FF2B5EF4-FFF2-40B4-BE49-F238E27FC236}">
                    <a16:creationId xmlns:a16="http://schemas.microsoft.com/office/drawing/2014/main" id="{3E3A3EB7-CD25-E9CA-9D81-CD6D0EBF7F6D}"/>
                  </a:ext>
                </a:extLst>
              </p:cNvPr>
              <p:cNvSpPr/>
              <p:nvPr/>
            </p:nvSpPr>
            <p:spPr>
              <a:xfrm>
                <a:off x="4565773" y="4442701"/>
                <a:ext cx="276240" cy="283386"/>
              </a:xfrm>
              <a:custGeom>
                <a:avLst/>
                <a:gdLst>
                  <a:gd name="connsiteX0" fmla="*/ 54429 w 276240"/>
                  <a:gd name="connsiteY0" fmla="*/ 0 h 283386"/>
                  <a:gd name="connsiteX1" fmla="*/ 43667 w 276240"/>
                  <a:gd name="connsiteY1" fmla="*/ 18388 h 283386"/>
                  <a:gd name="connsiteX2" fmla="*/ 56350 w 276240"/>
                  <a:gd name="connsiteY2" fmla="*/ 37115 h 283386"/>
                  <a:gd name="connsiteX3" fmla="*/ 79991 w 276240"/>
                  <a:gd name="connsiteY3" fmla="*/ 74257 h 283386"/>
                  <a:gd name="connsiteX4" fmla="*/ 78155 w 276240"/>
                  <a:gd name="connsiteY4" fmla="*/ 90216 h 283386"/>
                  <a:gd name="connsiteX5" fmla="*/ 74342 w 276240"/>
                  <a:gd name="connsiteY5" fmla="*/ 96487 h 283386"/>
                  <a:gd name="connsiteX6" fmla="*/ 71885 w 276240"/>
                  <a:gd name="connsiteY6" fmla="*/ 97644 h 283386"/>
                  <a:gd name="connsiteX7" fmla="*/ 31720 w 276240"/>
                  <a:gd name="connsiteY7" fmla="*/ 109310 h 283386"/>
                  <a:gd name="connsiteX8" fmla="*/ 15959 w 276240"/>
                  <a:gd name="connsiteY8" fmla="*/ 117558 h 283386"/>
                  <a:gd name="connsiteX9" fmla="*/ 0 w 276240"/>
                  <a:gd name="connsiteY9" fmla="*/ 144221 h 283386"/>
                  <a:gd name="connsiteX10" fmla="*/ 0 w 276240"/>
                  <a:gd name="connsiteY10" fmla="*/ 241075 h 283386"/>
                  <a:gd name="connsiteX11" fmla="*/ 42312 w 276240"/>
                  <a:gd name="connsiteY11" fmla="*/ 283387 h 283386"/>
                  <a:gd name="connsiteX12" fmla="*/ 276241 w 276240"/>
                  <a:gd name="connsiteY12" fmla="*/ 283387 h 283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6240" h="283386">
                    <a:moveTo>
                      <a:pt x="54429" y="0"/>
                    </a:moveTo>
                    <a:cubicBezTo>
                      <a:pt x="48187" y="1779"/>
                      <a:pt x="43667" y="9208"/>
                      <a:pt x="43667" y="18388"/>
                    </a:cubicBezTo>
                    <a:cubicBezTo>
                      <a:pt x="43667" y="28471"/>
                      <a:pt x="49175" y="36465"/>
                      <a:pt x="56350" y="37115"/>
                    </a:cubicBezTo>
                    <a:cubicBezTo>
                      <a:pt x="60389" y="52395"/>
                      <a:pt x="68721" y="65501"/>
                      <a:pt x="79991" y="74257"/>
                    </a:cubicBezTo>
                    <a:lnTo>
                      <a:pt x="78155" y="90216"/>
                    </a:lnTo>
                    <a:cubicBezTo>
                      <a:pt x="77873" y="92758"/>
                      <a:pt x="76461" y="95046"/>
                      <a:pt x="74342" y="96487"/>
                    </a:cubicBezTo>
                    <a:cubicBezTo>
                      <a:pt x="73580" y="96995"/>
                      <a:pt x="72760" y="97390"/>
                      <a:pt x="71885" y="97644"/>
                    </a:cubicBezTo>
                    <a:lnTo>
                      <a:pt x="31720" y="109310"/>
                    </a:lnTo>
                    <a:cubicBezTo>
                      <a:pt x="26523" y="110468"/>
                      <a:pt x="21184" y="113236"/>
                      <a:pt x="15959" y="117558"/>
                    </a:cubicBezTo>
                    <a:cubicBezTo>
                      <a:pt x="7711" y="124365"/>
                      <a:pt x="2062" y="133827"/>
                      <a:pt x="0" y="144221"/>
                    </a:cubicBezTo>
                    <a:lnTo>
                      <a:pt x="0" y="241075"/>
                    </a:lnTo>
                    <a:cubicBezTo>
                      <a:pt x="0" y="264434"/>
                      <a:pt x="18953" y="283387"/>
                      <a:pt x="42312" y="283387"/>
                    </a:cubicBezTo>
                    <a:lnTo>
                      <a:pt x="276241" y="283387"/>
                    </a:lnTo>
                  </a:path>
                </a:pathLst>
              </a:custGeom>
              <a:noFill/>
              <a:ln w="8472" cap="flat">
                <a:solidFill>
                  <a:srgbClr val="01355A"/>
                </a:solidFill>
                <a:prstDash val="solid"/>
                <a:miter/>
              </a:ln>
            </p:spPr>
            <p:txBody>
              <a:bodyPr rtlCol="1" anchor="ctr"/>
              <a:lstStyle/>
              <a:p>
                <a:endParaRPr lang="ar-SA"/>
              </a:p>
            </p:txBody>
          </p:sp>
        </p:grpSp>
        <p:sp>
          <p:nvSpPr>
            <p:cNvPr id="10233" name="شكل حر: شكل 11410">
              <a:extLst>
                <a:ext uri="{FF2B5EF4-FFF2-40B4-BE49-F238E27FC236}">
                  <a16:creationId xmlns:a16="http://schemas.microsoft.com/office/drawing/2014/main" id="{CA24B729-920D-E714-EE4D-056ADE221DDC}"/>
                </a:ext>
              </a:extLst>
            </p:cNvPr>
            <p:cNvSpPr/>
            <p:nvPr/>
          </p:nvSpPr>
          <p:spPr>
            <a:xfrm>
              <a:off x="4620114" y="4407987"/>
              <a:ext cx="7036" cy="34685"/>
            </a:xfrm>
            <a:custGeom>
              <a:avLst/>
              <a:gdLst>
                <a:gd name="connsiteX0" fmla="*/ 7036 w 7036"/>
                <a:gd name="connsiteY0" fmla="*/ 0 h 34685"/>
                <a:gd name="connsiteX1" fmla="*/ 116 w 7036"/>
                <a:gd name="connsiteY1" fmla="*/ 34686 h 34685"/>
              </a:gdLst>
              <a:ahLst/>
              <a:cxnLst>
                <a:cxn ang="0">
                  <a:pos x="connsiteX0" y="connsiteY0"/>
                </a:cxn>
                <a:cxn ang="0">
                  <a:pos x="connsiteX1" y="connsiteY1"/>
                </a:cxn>
              </a:cxnLst>
              <a:rect l="l" t="t" r="r" b="b"/>
              <a:pathLst>
                <a:path w="7036" h="34685">
                  <a:moveTo>
                    <a:pt x="7036" y="0"/>
                  </a:moveTo>
                  <a:cubicBezTo>
                    <a:pt x="-1466" y="12428"/>
                    <a:pt x="116" y="34686"/>
                    <a:pt x="116" y="34686"/>
                  </a:cubicBezTo>
                </a:path>
              </a:pathLst>
            </a:custGeom>
            <a:noFill/>
            <a:ln w="8472" cap="flat">
              <a:solidFill>
                <a:srgbClr val="01355A"/>
              </a:solidFill>
              <a:prstDash val="solid"/>
              <a:miter/>
            </a:ln>
          </p:spPr>
          <p:txBody>
            <a:bodyPr rtlCol="1" anchor="ctr"/>
            <a:lstStyle/>
            <a:p>
              <a:endParaRPr lang="ar-SA"/>
            </a:p>
          </p:txBody>
        </p:sp>
        <p:sp>
          <p:nvSpPr>
            <p:cNvPr id="10234" name="شكل حر: شكل 11411">
              <a:extLst>
                <a:ext uri="{FF2B5EF4-FFF2-40B4-BE49-F238E27FC236}">
                  <a16:creationId xmlns:a16="http://schemas.microsoft.com/office/drawing/2014/main" id="{84DD09DF-5E04-6043-D890-9F27F20A151A}"/>
                </a:ext>
              </a:extLst>
            </p:cNvPr>
            <p:cNvSpPr/>
            <p:nvPr/>
          </p:nvSpPr>
          <p:spPr>
            <a:xfrm>
              <a:off x="4730275" y="4415529"/>
              <a:ext cx="3675" cy="27059"/>
            </a:xfrm>
            <a:custGeom>
              <a:avLst/>
              <a:gdLst>
                <a:gd name="connsiteX0" fmla="*/ 3644 w 3675"/>
                <a:gd name="connsiteY0" fmla="*/ 27059 h 27059"/>
                <a:gd name="connsiteX1" fmla="*/ 0 w 3675"/>
                <a:gd name="connsiteY1" fmla="*/ 0 h 27059"/>
              </a:gdLst>
              <a:ahLst/>
              <a:cxnLst>
                <a:cxn ang="0">
                  <a:pos x="connsiteX0" y="connsiteY0"/>
                </a:cxn>
                <a:cxn ang="0">
                  <a:pos x="connsiteX1" y="connsiteY1"/>
                </a:cxn>
              </a:cxnLst>
              <a:rect l="l" t="t" r="r" b="b"/>
              <a:pathLst>
                <a:path w="3675" h="27059">
                  <a:moveTo>
                    <a:pt x="3644" y="27059"/>
                  </a:moveTo>
                  <a:cubicBezTo>
                    <a:pt x="3644" y="27059"/>
                    <a:pt x="4265" y="14349"/>
                    <a:pt x="0" y="0"/>
                  </a:cubicBezTo>
                </a:path>
              </a:pathLst>
            </a:custGeom>
            <a:noFill/>
            <a:ln w="8472" cap="flat">
              <a:solidFill>
                <a:srgbClr val="01355A"/>
              </a:solidFill>
              <a:prstDash val="solid"/>
              <a:miter/>
            </a:ln>
          </p:spPr>
          <p:txBody>
            <a:bodyPr rtlCol="1" anchor="ctr"/>
            <a:lstStyle/>
            <a:p>
              <a:endParaRPr lang="ar-SA"/>
            </a:p>
          </p:txBody>
        </p:sp>
        <p:sp>
          <p:nvSpPr>
            <p:cNvPr id="10235" name="شكل حر: شكل 11412">
              <a:extLst>
                <a:ext uri="{FF2B5EF4-FFF2-40B4-BE49-F238E27FC236}">
                  <a16:creationId xmlns:a16="http://schemas.microsoft.com/office/drawing/2014/main" id="{39F7E9BF-1D28-4C2C-423B-B33C6C866E34}"/>
                </a:ext>
              </a:extLst>
            </p:cNvPr>
            <p:cNvSpPr/>
            <p:nvPr/>
          </p:nvSpPr>
          <p:spPr>
            <a:xfrm>
              <a:off x="4644352" y="4529189"/>
              <a:ext cx="65755" cy="29431"/>
            </a:xfrm>
            <a:custGeom>
              <a:avLst/>
              <a:gdLst>
                <a:gd name="connsiteX0" fmla="*/ 65755 w 65755"/>
                <a:gd name="connsiteY0" fmla="*/ 0 h 29431"/>
                <a:gd name="connsiteX1" fmla="*/ 32877 w 65755"/>
                <a:gd name="connsiteY1" fmla="*/ 29432 h 29431"/>
                <a:gd name="connsiteX2" fmla="*/ 0 w 65755"/>
                <a:gd name="connsiteY2" fmla="*/ 0 h 29431"/>
              </a:gdLst>
              <a:ahLst/>
              <a:cxnLst>
                <a:cxn ang="0">
                  <a:pos x="connsiteX0" y="connsiteY0"/>
                </a:cxn>
                <a:cxn ang="0">
                  <a:pos x="connsiteX1" y="connsiteY1"/>
                </a:cxn>
                <a:cxn ang="0">
                  <a:pos x="connsiteX2" y="connsiteY2"/>
                </a:cxn>
              </a:cxnLst>
              <a:rect l="l" t="t" r="r" b="b"/>
              <a:pathLst>
                <a:path w="65755" h="29431">
                  <a:moveTo>
                    <a:pt x="65755" y="0"/>
                  </a:moveTo>
                  <a:lnTo>
                    <a:pt x="32877" y="29432"/>
                  </a:lnTo>
                  <a:lnTo>
                    <a:pt x="0" y="0"/>
                  </a:lnTo>
                </a:path>
              </a:pathLst>
            </a:custGeom>
            <a:noFill/>
            <a:ln w="8472" cap="flat">
              <a:solidFill>
                <a:srgbClr val="01355A"/>
              </a:solidFill>
              <a:prstDash val="solid"/>
              <a:miter/>
            </a:ln>
          </p:spPr>
          <p:txBody>
            <a:bodyPr rtlCol="1" anchor="ctr"/>
            <a:lstStyle/>
            <a:p>
              <a:endParaRPr lang="ar-SA"/>
            </a:p>
          </p:txBody>
        </p:sp>
        <p:sp>
          <p:nvSpPr>
            <p:cNvPr id="10236" name="شكل حر: شكل 11413">
              <a:extLst>
                <a:ext uri="{FF2B5EF4-FFF2-40B4-BE49-F238E27FC236}">
                  <a16:creationId xmlns:a16="http://schemas.microsoft.com/office/drawing/2014/main" id="{FD020C58-A941-C1BB-9757-6A8CD8A60E10}"/>
                </a:ext>
              </a:extLst>
            </p:cNvPr>
            <p:cNvSpPr/>
            <p:nvPr/>
          </p:nvSpPr>
          <p:spPr>
            <a:xfrm>
              <a:off x="4627150" y="4358586"/>
              <a:ext cx="106908" cy="49974"/>
            </a:xfrm>
            <a:custGeom>
              <a:avLst/>
              <a:gdLst>
                <a:gd name="connsiteX0" fmla="*/ 0 w 106908"/>
                <a:gd name="connsiteY0" fmla="*/ 49401 h 49974"/>
                <a:gd name="connsiteX1" fmla="*/ 41408 w 106908"/>
                <a:gd name="connsiteY1" fmla="*/ 7118 h 49974"/>
                <a:gd name="connsiteX2" fmla="*/ 73862 w 106908"/>
                <a:gd name="connsiteY2" fmla="*/ 0 h 49974"/>
                <a:gd name="connsiteX3" fmla="*/ 73975 w 106908"/>
                <a:gd name="connsiteY3" fmla="*/ 170 h 49974"/>
                <a:gd name="connsiteX4" fmla="*/ 74653 w 106908"/>
                <a:gd name="connsiteY4" fmla="*/ 7965 h 49974"/>
                <a:gd name="connsiteX5" fmla="*/ 74653 w 106908"/>
                <a:gd name="connsiteY5" fmla="*/ 7965 h 49974"/>
                <a:gd name="connsiteX6" fmla="*/ 106853 w 106908"/>
                <a:gd name="connsiteY6" fmla="*/ 5395 h 49974"/>
                <a:gd name="connsiteX7" fmla="*/ 104226 w 106908"/>
                <a:gd name="connsiteY7" fmla="*/ 34205 h 49974"/>
                <a:gd name="connsiteX8" fmla="*/ 88804 w 106908"/>
                <a:gd name="connsiteY8" fmla="*/ 48949 h 49974"/>
                <a:gd name="connsiteX9" fmla="*/ 74794 w 106908"/>
                <a:gd name="connsiteY9" fmla="*/ 49486 h 49974"/>
                <a:gd name="connsiteX10" fmla="*/ 46944 w 106908"/>
                <a:gd name="connsiteY10" fmla="*/ 43639 h 49974"/>
                <a:gd name="connsiteX11" fmla="*/ 18755 w 106908"/>
                <a:gd name="connsiteY11" fmla="*/ 43865 h 49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08" h="49974">
                  <a:moveTo>
                    <a:pt x="0" y="49401"/>
                  </a:moveTo>
                  <a:cubicBezTo>
                    <a:pt x="226" y="24150"/>
                    <a:pt x="21523" y="9745"/>
                    <a:pt x="41408" y="7118"/>
                  </a:cubicBezTo>
                  <a:cubicBezTo>
                    <a:pt x="46294" y="6468"/>
                    <a:pt x="62649" y="4576"/>
                    <a:pt x="73862" y="0"/>
                  </a:cubicBezTo>
                  <a:lnTo>
                    <a:pt x="73975" y="170"/>
                  </a:lnTo>
                  <a:cubicBezTo>
                    <a:pt x="75444" y="2514"/>
                    <a:pt x="75698" y="5395"/>
                    <a:pt x="74653" y="7965"/>
                  </a:cubicBezTo>
                  <a:lnTo>
                    <a:pt x="74653" y="7965"/>
                  </a:lnTo>
                  <a:cubicBezTo>
                    <a:pt x="86686" y="11213"/>
                    <a:pt x="96571" y="9717"/>
                    <a:pt x="106853" y="5395"/>
                  </a:cubicBezTo>
                  <a:cubicBezTo>
                    <a:pt x="106966" y="12739"/>
                    <a:pt x="107192" y="27483"/>
                    <a:pt x="104226" y="34205"/>
                  </a:cubicBezTo>
                  <a:cubicBezTo>
                    <a:pt x="101260" y="40928"/>
                    <a:pt x="95809" y="46803"/>
                    <a:pt x="88804" y="48949"/>
                  </a:cubicBezTo>
                  <a:cubicBezTo>
                    <a:pt x="84285" y="50334"/>
                    <a:pt x="79455" y="50107"/>
                    <a:pt x="74794" y="49486"/>
                  </a:cubicBezTo>
                  <a:cubicBezTo>
                    <a:pt x="65388" y="48243"/>
                    <a:pt x="56265" y="45447"/>
                    <a:pt x="46944" y="43639"/>
                  </a:cubicBezTo>
                  <a:cubicBezTo>
                    <a:pt x="37623" y="41832"/>
                    <a:pt x="27822" y="41069"/>
                    <a:pt x="18755" y="43865"/>
                  </a:cubicBezTo>
                </a:path>
              </a:pathLst>
            </a:custGeom>
            <a:noFill/>
            <a:ln w="8472" cap="flat">
              <a:solidFill>
                <a:srgbClr val="01355A"/>
              </a:solidFill>
              <a:prstDash val="solid"/>
              <a:miter/>
            </a:ln>
          </p:spPr>
          <p:txBody>
            <a:bodyPr rtlCol="1" anchor="ctr"/>
            <a:lstStyle/>
            <a:p>
              <a:endParaRPr lang="ar-SA"/>
            </a:p>
          </p:txBody>
        </p:sp>
        <p:grpSp>
          <p:nvGrpSpPr>
            <p:cNvPr id="10237" name="رسم 8014">
              <a:extLst>
                <a:ext uri="{FF2B5EF4-FFF2-40B4-BE49-F238E27FC236}">
                  <a16:creationId xmlns:a16="http://schemas.microsoft.com/office/drawing/2014/main" id="{AA2D0602-4FD6-8A59-9CA0-48D4C2265231}"/>
                </a:ext>
              </a:extLst>
            </p:cNvPr>
            <p:cNvGrpSpPr/>
            <p:nvPr/>
          </p:nvGrpSpPr>
          <p:grpSpPr>
            <a:xfrm>
              <a:off x="4800578" y="4486934"/>
              <a:ext cx="82928" cy="32792"/>
              <a:chOff x="4800578" y="4486934"/>
              <a:chExt cx="82928" cy="32792"/>
            </a:xfrm>
          </p:grpSpPr>
          <p:sp>
            <p:nvSpPr>
              <p:cNvPr id="10244" name="شكل حر: شكل 11415">
                <a:extLst>
                  <a:ext uri="{FF2B5EF4-FFF2-40B4-BE49-F238E27FC236}">
                    <a16:creationId xmlns:a16="http://schemas.microsoft.com/office/drawing/2014/main" id="{6DD6209A-9FF3-A13F-BB92-2769B65B6218}"/>
                  </a:ext>
                </a:extLst>
              </p:cNvPr>
              <p:cNvSpPr/>
              <p:nvPr/>
            </p:nvSpPr>
            <p:spPr>
              <a:xfrm>
                <a:off x="4842042" y="4486934"/>
                <a:ext cx="2824" cy="32792"/>
              </a:xfrm>
              <a:custGeom>
                <a:avLst/>
                <a:gdLst>
                  <a:gd name="connsiteX0" fmla="*/ 0 w 2824"/>
                  <a:gd name="connsiteY0" fmla="*/ 32793 h 32792"/>
                  <a:gd name="connsiteX1" fmla="*/ 0 w 2824"/>
                  <a:gd name="connsiteY1" fmla="*/ 0 h 32792"/>
                </a:gdLst>
                <a:ahLst/>
                <a:cxnLst>
                  <a:cxn ang="0">
                    <a:pos x="connsiteX0" y="connsiteY0"/>
                  </a:cxn>
                  <a:cxn ang="0">
                    <a:pos x="connsiteX1" y="connsiteY1"/>
                  </a:cxn>
                </a:cxnLst>
                <a:rect l="l" t="t" r="r" b="b"/>
                <a:pathLst>
                  <a:path w="2824" h="32792">
                    <a:moveTo>
                      <a:pt x="0" y="32793"/>
                    </a:moveTo>
                    <a:lnTo>
                      <a:pt x="0" y="0"/>
                    </a:lnTo>
                  </a:path>
                </a:pathLst>
              </a:custGeom>
              <a:ln w="8472" cap="flat">
                <a:solidFill>
                  <a:srgbClr val="17A3A3"/>
                </a:solidFill>
                <a:prstDash val="solid"/>
                <a:miter/>
              </a:ln>
            </p:spPr>
            <p:txBody>
              <a:bodyPr rtlCol="1" anchor="ctr"/>
              <a:lstStyle/>
              <a:p>
                <a:endParaRPr lang="ar-SA"/>
              </a:p>
            </p:txBody>
          </p:sp>
          <p:grpSp>
            <p:nvGrpSpPr>
              <p:cNvPr id="10245" name="رسم 8014">
                <a:extLst>
                  <a:ext uri="{FF2B5EF4-FFF2-40B4-BE49-F238E27FC236}">
                    <a16:creationId xmlns:a16="http://schemas.microsoft.com/office/drawing/2014/main" id="{13C1F80C-A36A-6876-8AEB-F83395DDC2F6}"/>
                  </a:ext>
                </a:extLst>
              </p:cNvPr>
              <p:cNvGrpSpPr/>
              <p:nvPr/>
            </p:nvGrpSpPr>
            <p:grpSpPr>
              <a:xfrm>
                <a:off x="4800578" y="4489758"/>
                <a:ext cx="82928" cy="29968"/>
                <a:chOff x="4800578" y="4489758"/>
                <a:chExt cx="82928" cy="29968"/>
              </a:xfrm>
            </p:grpSpPr>
            <p:sp>
              <p:nvSpPr>
                <p:cNvPr id="10246" name="شكل حر: شكل 11417">
                  <a:extLst>
                    <a:ext uri="{FF2B5EF4-FFF2-40B4-BE49-F238E27FC236}">
                      <a16:creationId xmlns:a16="http://schemas.microsoft.com/office/drawing/2014/main" id="{BA3CBE4A-DD2E-4950-5C96-B0B09DF1A715}"/>
                    </a:ext>
                  </a:extLst>
                </p:cNvPr>
                <p:cNvSpPr/>
                <p:nvPr/>
              </p:nvSpPr>
              <p:spPr>
                <a:xfrm>
                  <a:off x="4867887" y="4489758"/>
                  <a:ext cx="15619" cy="29968"/>
                </a:xfrm>
                <a:custGeom>
                  <a:avLst/>
                  <a:gdLst>
                    <a:gd name="connsiteX0" fmla="*/ 0 w 15619"/>
                    <a:gd name="connsiteY0" fmla="*/ 29969 h 29968"/>
                    <a:gd name="connsiteX1" fmla="*/ 15620 w 15619"/>
                    <a:gd name="connsiteY1" fmla="*/ 0 h 29968"/>
                  </a:gdLst>
                  <a:ahLst/>
                  <a:cxnLst>
                    <a:cxn ang="0">
                      <a:pos x="connsiteX0" y="connsiteY0"/>
                    </a:cxn>
                    <a:cxn ang="0">
                      <a:pos x="connsiteX1" y="connsiteY1"/>
                    </a:cxn>
                  </a:cxnLst>
                  <a:rect l="l" t="t" r="r" b="b"/>
                  <a:pathLst>
                    <a:path w="15619" h="29968">
                      <a:moveTo>
                        <a:pt x="0" y="29969"/>
                      </a:moveTo>
                      <a:lnTo>
                        <a:pt x="15620" y="0"/>
                      </a:lnTo>
                    </a:path>
                  </a:pathLst>
                </a:custGeom>
                <a:ln w="8472" cap="flat">
                  <a:solidFill>
                    <a:srgbClr val="17A3A3"/>
                  </a:solidFill>
                  <a:prstDash val="solid"/>
                  <a:miter/>
                </a:ln>
              </p:spPr>
              <p:txBody>
                <a:bodyPr rtlCol="1" anchor="ctr"/>
                <a:lstStyle/>
                <a:p>
                  <a:endParaRPr lang="ar-SA"/>
                </a:p>
              </p:txBody>
            </p:sp>
            <p:sp>
              <p:nvSpPr>
                <p:cNvPr id="10247" name="شكل حر: شكل 11418">
                  <a:extLst>
                    <a:ext uri="{FF2B5EF4-FFF2-40B4-BE49-F238E27FC236}">
                      <a16:creationId xmlns:a16="http://schemas.microsoft.com/office/drawing/2014/main" id="{351F8089-A98B-AC7E-3ADC-296D747A02CA}"/>
                    </a:ext>
                  </a:extLst>
                </p:cNvPr>
                <p:cNvSpPr/>
                <p:nvPr/>
              </p:nvSpPr>
              <p:spPr>
                <a:xfrm>
                  <a:off x="4800578" y="4489758"/>
                  <a:ext cx="15619" cy="29968"/>
                </a:xfrm>
                <a:custGeom>
                  <a:avLst/>
                  <a:gdLst>
                    <a:gd name="connsiteX0" fmla="*/ 15620 w 15619"/>
                    <a:gd name="connsiteY0" fmla="*/ 29969 h 29968"/>
                    <a:gd name="connsiteX1" fmla="*/ 0 w 15619"/>
                    <a:gd name="connsiteY1" fmla="*/ 0 h 29968"/>
                  </a:gdLst>
                  <a:ahLst/>
                  <a:cxnLst>
                    <a:cxn ang="0">
                      <a:pos x="connsiteX0" y="connsiteY0"/>
                    </a:cxn>
                    <a:cxn ang="0">
                      <a:pos x="connsiteX1" y="connsiteY1"/>
                    </a:cxn>
                  </a:cxnLst>
                  <a:rect l="l" t="t" r="r" b="b"/>
                  <a:pathLst>
                    <a:path w="15619" h="29968">
                      <a:moveTo>
                        <a:pt x="15620" y="29969"/>
                      </a:moveTo>
                      <a:lnTo>
                        <a:pt x="0" y="0"/>
                      </a:lnTo>
                    </a:path>
                  </a:pathLst>
                </a:custGeom>
                <a:ln w="8472" cap="flat">
                  <a:solidFill>
                    <a:srgbClr val="17A3A3"/>
                  </a:solidFill>
                  <a:prstDash val="solid"/>
                  <a:miter/>
                </a:ln>
              </p:spPr>
              <p:txBody>
                <a:bodyPr rtlCol="1" anchor="ctr"/>
                <a:lstStyle/>
                <a:p>
                  <a:endParaRPr lang="ar-SA"/>
                </a:p>
              </p:txBody>
            </p:sp>
          </p:grpSp>
        </p:grpSp>
        <p:grpSp>
          <p:nvGrpSpPr>
            <p:cNvPr id="10238" name="رسم 8014">
              <a:extLst>
                <a:ext uri="{FF2B5EF4-FFF2-40B4-BE49-F238E27FC236}">
                  <a16:creationId xmlns:a16="http://schemas.microsoft.com/office/drawing/2014/main" id="{6C5E0061-A3B1-5424-AC46-BE35B04AFE2C}"/>
                </a:ext>
              </a:extLst>
            </p:cNvPr>
            <p:cNvGrpSpPr/>
            <p:nvPr/>
          </p:nvGrpSpPr>
          <p:grpSpPr>
            <a:xfrm>
              <a:off x="4806142" y="4572969"/>
              <a:ext cx="71800" cy="125099"/>
              <a:chOff x="4806142" y="4572969"/>
              <a:chExt cx="71800" cy="125099"/>
            </a:xfrm>
            <a:noFill/>
          </p:grpSpPr>
          <p:sp>
            <p:nvSpPr>
              <p:cNvPr id="10240" name="شكل حر: شكل 11420">
                <a:extLst>
                  <a:ext uri="{FF2B5EF4-FFF2-40B4-BE49-F238E27FC236}">
                    <a16:creationId xmlns:a16="http://schemas.microsoft.com/office/drawing/2014/main" id="{C4EEE516-836A-C7F2-07F0-ECF1203A68E8}"/>
                  </a:ext>
                </a:extLst>
              </p:cNvPr>
              <p:cNvSpPr/>
              <p:nvPr/>
            </p:nvSpPr>
            <p:spPr>
              <a:xfrm>
                <a:off x="4822920" y="4572969"/>
                <a:ext cx="38244" cy="73353"/>
              </a:xfrm>
              <a:custGeom>
                <a:avLst/>
                <a:gdLst>
                  <a:gd name="connsiteX0" fmla="*/ 19122 w 38244"/>
                  <a:gd name="connsiteY0" fmla="*/ 73353 h 73353"/>
                  <a:gd name="connsiteX1" fmla="*/ 19122 w 38244"/>
                  <a:gd name="connsiteY1" fmla="*/ 73353 h 73353"/>
                  <a:gd name="connsiteX2" fmla="*/ 0 w 38244"/>
                  <a:gd name="connsiteY2" fmla="*/ 54231 h 73353"/>
                  <a:gd name="connsiteX3" fmla="*/ 0 w 38244"/>
                  <a:gd name="connsiteY3" fmla="*/ 19122 h 73353"/>
                  <a:gd name="connsiteX4" fmla="*/ 19122 w 38244"/>
                  <a:gd name="connsiteY4" fmla="*/ 0 h 73353"/>
                  <a:gd name="connsiteX5" fmla="*/ 19122 w 38244"/>
                  <a:gd name="connsiteY5" fmla="*/ 0 h 73353"/>
                  <a:gd name="connsiteX6" fmla="*/ 38244 w 38244"/>
                  <a:gd name="connsiteY6" fmla="*/ 19122 h 73353"/>
                  <a:gd name="connsiteX7" fmla="*/ 38244 w 38244"/>
                  <a:gd name="connsiteY7" fmla="*/ 54231 h 73353"/>
                  <a:gd name="connsiteX8" fmla="*/ 19122 w 38244"/>
                  <a:gd name="connsiteY8" fmla="*/ 73353 h 73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244" h="73353">
                    <a:moveTo>
                      <a:pt x="19122" y="73353"/>
                    </a:moveTo>
                    <a:lnTo>
                      <a:pt x="19122" y="73353"/>
                    </a:lnTo>
                    <a:cubicBezTo>
                      <a:pt x="8558" y="73353"/>
                      <a:pt x="0" y="64795"/>
                      <a:pt x="0" y="54231"/>
                    </a:cubicBezTo>
                    <a:lnTo>
                      <a:pt x="0" y="19122"/>
                    </a:lnTo>
                    <a:cubicBezTo>
                      <a:pt x="0" y="8558"/>
                      <a:pt x="8558" y="0"/>
                      <a:pt x="19122" y="0"/>
                    </a:cubicBezTo>
                    <a:lnTo>
                      <a:pt x="19122" y="0"/>
                    </a:lnTo>
                    <a:cubicBezTo>
                      <a:pt x="29686" y="0"/>
                      <a:pt x="38244" y="8558"/>
                      <a:pt x="38244" y="19122"/>
                    </a:cubicBezTo>
                    <a:lnTo>
                      <a:pt x="38244" y="54231"/>
                    </a:lnTo>
                    <a:cubicBezTo>
                      <a:pt x="38244" y="64795"/>
                      <a:pt x="29686" y="73353"/>
                      <a:pt x="19122" y="73353"/>
                    </a:cubicBezTo>
                    <a:close/>
                  </a:path>
                </a:pathLst>
              </a:custGeom>
              <a:noFill/>
              <a:ln w="8472" cap="flat">
                <a:solidFill>
                  <a:srgbClr val="17A3A3"/>
                </a:solidFill>
                <a:prstDash val="solid"/>
                <a:miter/>
              </a:ln>
            </p:spPr>
            <p:txBody>
              <a:bodyPr rtlCol="1" anchor="ctr"/>
              <a:lstStyle/>
              <a:p>
                <a:endParaRPr lang="ar-SA"/>
              </a:p>
            </p:txBody>
          </p:sp>
          <p:sp>
            <p:nvSpPr>
              <p:cNvPr id="10241" name="شكل حر: شكل 11421">
                <a:extLst>
                  <a:ext uri="{FF2B5EF4-FFF2-40B4-BE49-F238E27FC236}">
                    <a16:creationId xmlns:a16="http://schemas.microsoft.com/office/drawing/2014/main" id="{8100165C-9F25-697E-2539-82A8EC297880}"/>
                  </a:ext>
                </a:extLst>
              </p:cNvPr>
              <p:cNvSpPr/>
              <p:nvPr/>
            </p:nvSpPr>
            <p:spPr>
              <a:xfrm>
                <a:off x="4806142" y="4609660"/>
                <a:ext cx="71800" cy="55784"/>
              </a:xfrm>
              <a:custGeom>
                <a:avLst/>
                <a:gdLst>
                  <a:gd name="connsiteX0" fmla="*/ 0 w 71800"/>
                  <a:gd name="connsiteY0" fmla="*/ 0 h 55784"/>
                  <a:gd name="connsiteX1" fmla="*/ 0 w 71800"/>
                  <a:gd name="connsiteY1" fmla="*/ 19885 h 55784"/>
                  <a:gd name="connsiteX2" fmla="*/ 35900 w 71800"/>
                  <a:gd name="connsiteY2" fmla="*/ 55785 h 55784"/>
                  <a:gd name="connsiteX3" fmla="*/ 71800 w 71800"/>
                  <a:gd name="connsiteY3" fmla="*/ 19885 h 55784"/>
                  <a:gd name="connsiteX4" fmla="*/ 71800 w 71800"/>
                  <a:gd name="connsiteY4" fmla="*/ 0 h 557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800" h="55784">
                    <a:moveTo>
                      <a:pt x="0" y="0"/>
                    </a:moveTo>
                    <a:lnTo>
                      <a:pt x="0" y="19885"/>
                    </a:lnTo>
                    <a:cubicBezTo>
                      <a:pt x="0" y="39685"/>
                      <a:pt x="16100" y="55785"/>
                      <a:pt x="35900" y="55785"/>
                    </a:cubicBezTo>
                    <a:cubicBezTo>
                      <a:pt x="55700" y="55785"/>
                      <a:pt x="71800" y="39685"/>
                      <a:pt x="71800" y="19885"/>
                    </a:cubicBezTo>
                    <a:lnTo>
                      <a:pt x="71800" y="0"/>
                    </a:lnTo>
                  </a:path>
                </a:pathLst>
              </a:custGeom>
              <a:noFill/>
              <a:ln w="8472" cap="flat">
                <a:solidFill>
                  <a:srgbClr val="17A3A3"/>
                </a:solidFill>
                <a:prstDash val="solid"/>
                <a:miter/>
              </a:ln>
            </p:spPr>
            <p:txBody>
              <a:bodyPr rtlCol="1" anchor="ctr"/>
              <a:lstStyle/>
              <a:p>
                <a:endParaRPr lang="ar-SA"/>
              </a:p>
            </p:txBody>
          </p:sp>
          <p:sp>
            <p:nvSpPr>
              <p:cNvPr id="10242" name="شكل حر: شكل 11422">
                <a:extLst>
                  <a:ext uri="{FF2B5EF4-FFF2-40B4-BE49-F238E27FC236}">
                    <a16:creationId xmlns:a16="http://schemas.microsoft.com/office/drawing/2014/main" id="{5DB7FF0D-8CE2-A5FC-527B-A28B1FCC2FFC}"/>
                  </a:ext>
                </a:extLst>
              </p:cNvPr>
              <p:cNvSpPr/>
              <p:nvPr/>
            </p:nvSpPr>
            <p:spPr>
              <a:xfrm>
                <a:off x="4842042" y="4665445"/>
                <a:ext cx="2824" cy="32623"/>
              </a:xfrm>
              <a:custGeom>
                <a:avLst/>
                <a:gdLst>
                  <a:gd name="connsiteX0" fmla="*/ 0 w 2824"/>
                  <a:gd name="connsiteY0" fmla="*/ 0 h 32623"/>
                  <a:gd name="connsiteX1" fmla="*/ 0 w 2824"/>
                  <a:gd name="connsiteY1" fmla="*/ 32624 h 32623"/>
                </a:gdLst>
                <a:ahLst/>
                <a:cxnLst>
                  <a:cxn ang="0">
                    <a:pos x="connsiteX0" y="connsiteY0"/>
                  </a:cxn>
                  <a:cxn ang="0">
                    <a:pos x="connsiteX1" y="connsiteY1"/>
                  </a:cxn>
                </a:cxnLst>
                <a:rect l="l" t="t" r="r" b="b"/>
                <a:pathLst>
                  <a:path w="2824" h="32623">
                    <a:moveTo>
                      <a:pt x="0" y="0"/>
                    </a:moveTo>
                    <a:lnTo>
                      <a:pt x="0" y="32624"/>
                    </a:lnTo>
                  </a:path>
                </a:pathLst>
              </a:custGeom>
              <a:ln w="8472" cap="flat">
                <a:solidFill>
                  <a:srgbClr val="17A3A3"/>
                </a:solidFill>
                <a:prstDash val="solid"/>
                <a:miter/>
              </a:ln>
            </p:spPr>
            <p:txBody>
              <a:bodyPr rtlCol="1" anchor="ctr"/>
              <a:lstStyle/>
              <a:p>
                <a:endParaRPr lang="ar-SA"/>
              </a:p>
            </p:txBody>
          </p:sp>
          <p:sp>
            <p:nvSpPr>
              <p:cNvPr id="10243" name="شكل حر: شكل 11423">
                <a:extLst>
                  <a:ext uri="{FF2B5EF4-FFF2-40B4-BE49-F238E27FC236}">
                    <a16:creationId xmlns:a16="http://schemas.microsoft.com/office/drawing/2014/main" id="{61307B1F-8CC9-DC60-39BF-B3BA57F7F7A1}"/>
                  </a:ext>
                </a:extLst>
              </p:cNvPr>
              <p:cNvSpPr/>
              <p:nvPr/>
            </p:nvSpPr>
            <p:spPr>
              <a:xfrm>
                <a:off x="4813938" y="4698068"/>
                <a:ext cx="56236" cy="2824"/>
              </a:xfrm>
              <a:custGeom>
                <a:avLst/>
                <a:gdLst>
                  <a:gd name="connsiteX0" fmla="*/ 0 w 56236"/>
                  <a:gd name="connsiteY0" fmla="*/ 0 h 2824"/>
                  <a:gd name="connsiteX1" fmla="*/ 56237 w 56236"/>
                  <a:gd name="connsiteY1" fmla="*/ 0 h 2824"/>
                </a:gdLst>
                <a:ahLst/>
                <a:cxnLst>
                  <a:cxn ang="0">
                    <a:pos x="connsiteX0" y="connsiteY0"/>
                  </a:cxn>
                  <a:cxn ang="0">
                    <a:pos x="connsiteX1" y="connsiteY1"/>
                  </a:cxn>
                </a:cxnLst>
                <a:rect l="l" t="t" r="r" b="b"/>
                <a:pathLst>
                  <a:path w="56236" h="2824">
                    <a:moveTo>
                      <a:pt x="0" y="0"/>
                    </a:moveTo>
                    <a:lnTo>
                      <a:pt x="56237" y="0"/>
                    </a:lnTo>
                  </a:path>
                </a:pathLst>
              </a:custGeom>
              <a:ln w="8472" cap="flat">
                <a:solidFill>
                  <a:srgbClr val="17A3A3"/>
                </a:solidFill>
                <a:prstDash val="solid"/>
                <a:miter/>
              </a:ln>
            </p:spPr>
            <p:txBody>
              <a:bodyPr rtlCol="1" anchor="ctr"/>
              <a:lstStyle/>
              <a:p>
                <a:endParaRPr lang="ar-SA"/>
              </a:p>
            </p:txBody>
          </p:sp>
        </p:grpSp>
        <p:sp>
          <p:nvSpPr>
            <p:cNvPr id="10239" name="شكل حر: شكل 11424">
              <a:extLst>
                <a:ext uri="{FF2B5EF4-FFF2-40B4-BE49-F238E27FC236}">
                  <a16:creationId xmlns:a16="http://schemas.microsoft.com/office/drawing/2014/main" id="{230FEB10-0120-62A5-BD15-E59086BAD40F}"/>
                </a:ext>
              </a:extLst>
            </p:cNvPr>
            <p:cNvSpPr/>
            <p:nvPr/>
          </p:nvSpPr>
          <p:spPr>
            <a:xfrm>
              <a:off x="4749058" y="4540092"/>
              <a:ext cx="185968" cy="185968"/>
            </a:xfrm>
            <a:custGeom>
              <a:avLst/>
              <a:gdLst>
                <a:gd name="connsiteX0" fmla="*/ 0 w 185968"/>
                <a:gd name="connsiteY0" fmla="*/ 92984 h 185968"/>
                <a:gd name="connsiteX1" fmla="*/ 92984 w 185968"/>
                <a:gd name="connsiteY1" fmla="*/ 0 h 185968"/>
                <a:gd name="connsiteX2" fmla="*/ 185968 w 185968"/>
                <a:gd name="connsiteY2" fmla="*/ 92984 h 185968"/>
                <a:gd name="connsiteX3" fmla="*/ 92984 w 185968"/>
                <a:gd name="connsiteY3" fmla="*/ 185968 h 185968"/>
              </a:gdLst>
              <a:ahLst/>
              <a:cxnLst>
                <a:cxn ang="0">
                  <a:pos x="connsiteX0" y="connsiteY0"/>
                </a:cxn>
                <a:cxn ang="0">
                  <a:pos x="connsiteX1" y="connsiteY1"/>
                </a:cxn>
                <a:cxn ang="0">
                  <a:pos x="connsiteX2" y="connsiteY2"/>
                </a:cxn>
                <a:cxn ang="0">
                  <a:pos x="connsiteX3" y="connsiteY3"/>
                </a:cxn>
              </a:cxnLst>
              <a:rect l="l" t="t" r="r" b="b"/>
              <a:pathLst>
                <a:path w="185968" h="185968">
                  <a:moveTo>
                    <a:pt x="0" y="92984"/>
                  </a:moveTo>
                  <a:cubicBezTo>
                    <a:pt x="0" y="41634"/>
                    <a:pt x="41634" y="0"/>
                    <a:pt x="92984" y="0"/>
                  </a:cubicBezTo>
                  <a:cubicBezTo>
                    <a:pt x="144334" y="0"/>
                    <a:pt x="185968" y="41634"/>
                    <a:pt x="185968" y="92984"/>
                  </a:cubicBezTo>
                  <a:cubicBezTo>
                    <a:pt x="185968" y="144334"/>
                    <a:pt x="144334" y="185968"/>
                    <a:pt x="92984" y="185968"/>
                  </a:cubicBezTo>
                </a:path>
              </a:pathLst>
            </a:custGeom>
            <a:noFill/>
            <a:ln w="8472" cap="flat">
              <a:solidFill>
                <a:srgbClr val="01355A"/>
              </a:solidFill>
              <a:prstDash val="solid"/>
              <a:miter/>
            </a:ln>
          </p:spPr>
          <p:txBody>
            <a:bodyPr rtlCol="1" anchor="ctr"/>
            <a:lstStyle/>
            <a:p>
              <a:endParaRPr lang="ar-SA"/>
            </a:p>
          </p:txBody>
        </p:sp>
      </p:grpSp>
      <p:grpSp>
        <p:nvGrpSpPr>
          <p:cNvPr id="10250" name="رسم 8014">
            <a:extLst>
              <a:ext uri="{FF2B5EF4-FFF2-40B4-BE49-F238E27FC236}">
                <a16:creationId xmlns:a16="http://schemas.microsoft.com/office/drawing/2014/main" id="{7739F271-9DE4-802E-7D93-289C20085576}"/>
              </a:ext>
            </a:extLst>
          </p:cNvPr>
          <p:cNvGrpSpPr/>
          <p:nvPr/>
        </p:nvGrpSpPr>
        <p:grpSpPr>
          <a:xfrm>
            <a:off x="5025516" y="4473418"/>
            <a:ext cx="297152" cy="286032"/>
            <a:chOff x="5088427" y="3860167"/>
            <a:chExt cx="355186" cy="362897"/>
          </a:xfrm>
          <a:noFill/>
        </p:grpSpPr>
        <p:sp>
          <p:nvSpPr>
            <p:cNvPr id="10251" name="شكل حر: شكل 11426">
              <a:extLst>
                <a:ext uri="{FF2B5EF4-FFF2-40B4-BE49-F238E27FC236}">
                  <a16:creationId xmlns:a16="http://schemas.microsoft.com/office/drawing/2014/main" id="{638B25D8-4CE2-7EB1-F468-25F22F95FCF8}"/>
                </a:ext>
              </a:extLst>
            </p:cNvPr>
            <p:cNvSpPr/>
            <p:nvPr/>
          </p:nvSpPr>
          <p:spPr>
            <a:xfrm>
              <a:off x="5088427" y="3860167"/>
              <a:ext cx="355158" cy="290363"/>
            </a:xfrm>
            <a:custGeom>
              <a:avLst/>
              <a:gdLst>
                <a:gd name="connsiteX0" fmla="*/ 189838 w 355158"/>
                <a:gd name="connsiteY0" fmla="*/ 290363 h 290363"/>
                <a:gd name="connsiteX1" fmla="*/ 19489 w 355158"/>
                <a:gd name="connsiteY1" fmla="*/ 290363 h 290363"/>
                <a:gd name="connsiteX2" fmla="*/ 0 w 355158"/>
                <a:gd name="connsiteY2" fmla="*/ 270874 h 290363"/>
                <a:gd name="connsiteX3" fmla="*/ 0 w 355158"/>
                <a:gd name="connsiteY3" fmla="*/ 19489 h 290363"/>
                <a:gd name="connsiteX4" fmla="*/ 19489 w 355158"/>
                <a:gd name="connsiteY4" fmla="*/ 0 h 290363"/>
                <a:gd name="connsiteX5" fmla="*/ 335669 w 355158"/>
                <a:gd name="connsiteY5" fmla="*/ 0 h 290363"/>
                <a:gd name="connsiteX6" fmla="*/ 355159 w 355158"/>
                <a:gd name="connsiteY6" fmla="*/ 19489 h 290363"/>
                <a:gd name="connsiteX7" fmla="*/ 355159 w 355158"/>
                <a:gd name="connsiteY7" fmla="*/ 239493 h 290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5158" h="290363">
                  <a:moveTo>
                    <a:pt x="189838" y="290363"/>
                  </a:moveTo>
                  <a:lnTo>
                    <a:pt x="19489" y="290363"/>
                  </a:lnTo>
                  <a:cubicBezTo>
                    <a:pt x="8728" y="290363"/>
                    <a:pt x="0" y="281635"/>
                    <a:pt x="0" y="270874"/>
                  </a:cubicBezTo>
                  <a:lnTo>
                    <a:pt x="0" y="19489"/>
                  </a:lnTo>
                  <a:cubicBezTo>
                    <a:pt x="0" y="8728"/>
                    <a:pt x="8728" y="0"/>
                    <a:pt x="19489" y="0"/>
                  </a:cubicBezTo>
                  <a:lnTo>
                    <a:pt x="335669" y="0"/>
                  </a:lnTo>
                  <a:cubicBezTo>
                    <a:pt x="346431" y="0"/>
                    <a:pt x="355159" y="8728"/>
                    <a:pt x="355159" y="19489"/>
                  </a:cubicBezTo>
                  <a:lnTo>
                    <a:pt x="355159" y="239493"/>
                  </a:lnTo>
                </a:path>
              </a:pathLst>
            </a:custGeom>
            <a:noFill/>
            <a:ln w="8472" cap="flat">
              <a:solidFill>
                <a:srgbClr val="01355A"/>
              </a:solidFill>
              <a:prstDash val="solid"/>
              <a:miter/>
            </a:ln>
          </p:spPr>
          <p:txBody>
            <a:bodyPr rtlCol="1" anchor="ctr"/>
            <a:lstStyle/>
            <a:p>
              <a:endParaRPr lang="ar-SA"/>
            </a:p>
          </p:txBody>
        </p:sp>
        <p:sp>
          <p:nvSpPr>
            <p:cNvPr id="10252" name="شكل حر: شكل 11427">
              <a:extLst>
                <a:ext uri="{FF2B5EF4-FFF2-40B4-BE49-F238E27FC236}">
                  <a16:creationId xmlns:a16="http://schemas.microsoft.com/office/drawing/2014/main" id="{578A7AD3-0D11-9B36-09C6-5A5621E325B8}"/>
                </a:ext>
              </a:extLst>
            </p:cNvPr>
            <p:cNvSpPr/>
            <p:nvPr/>
          </p:nvSpPr>
          <p:spPr>
            <a:xfrm>
              <a:off x="5129496" y="3895191"/>
              <a:ext cx="6666" cy="6665"/>
            </a:xfrm>
            <a:custGeom>
              <a:avLst/>
              <a:gdLst>
                <a:gd name="connsiteX0" fmla="*/ 6666 w 6666"/>
                <a:gd name="connsiteY0" fmla="*/ 3333 h 6665"/>
                <a:gd name="connsiteX1" fmla="*/ 3333 w 6666"/>
                <a:gd name="connsiteY1" fmla="*/ 0 h 6665"/>
                <a:gd name="connsiteX2" fmla="*/ 0 w 6666"/>
                <a:gd name="connsiteY2" fmla="*/ 3333 h 6665"/>
                <a:gd name="connsiteX3" fmla="*/ 3333 w 6666"/>
                <a:gd name="connsiteY3" fmla="*/ 6666 h 6665"/>
                <a:gd name="connsiteX4" fmla="*/ 6666 w 6666"/>
                <a:gd name="connsiteY4" fmla="*/ 3333 h 6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6" h="6665">
                  <a:moveTo>
                    <a:pt x="6666" y="3333"/>
                  </a:moveTo>
                  <a:cubicBezTo>
                    <a:pt x="6666" y="1497"/>
                    <a:pt x="5169" y="0"/>
                    <a:pt x="3333" y="0"/>
                  </a:cubicBezTo>
                  <a:cubicBezTo>
                    <a:pt x="1497" y="0"/>
                    <a:pt x="0" y="1497"/>
                    <a:pt x="0" y="3333"/>
                  </a:cubicBezTo>
                  <a:cubicBezTo>
                    <a:pt x="0" y="5169"/>
                    <a:pt x="1497" y="6666"/>
                    <a:pt x="3333" y="6666"/>
                  </a:cubicBezTo>
                  <a:cubicBezTo>
                    <a:pt x="5169" y="6666"/>
                    <a:pt x="6666" y="5169"/>
                    <a:pt x="6666" y="3333"/>
                  </a:cubicBezTo>
                  <a:close/>
                </a:path>
              </a:pathLst>
            </a:custGeom>
            <a:noFill/>
            <a:ln w="8472" cap="flat">
              <a:solidFill>
                <a:srgbClr val="01355A"/>
              </a:solidFill>
              <a:prstDash val="solid"/>
              <a:miter/>
            </a:ln>
          </p:spPr>
          <p:txBody>
            <a:bodyPr rtlCol="1" anchor="ctr"/>
            <a:lstStyle/>
            <a:p>
              <a:endParaRPr lang="ar-SA"/>
            </a:p>
          </p:txBody>
        </p:sp>
        <p:sp>
          <p:nvSpPr>
            <p:cNvPr id="10253" name="شكل حر: شكل 11428">
              <a:extLst>
                <a:ext uri="{FF2B5EF4-FFF2-40B4-BE49-F238E27FC236}">
                  <a16:creationId xmlns:a16="http://schemas.microsoft.com/office/drawing/2014/main" id="{7C356D17-0A4A-11A0-C243-3D68625F8F48}"/>
                </a:ext>
              </a:extLst>
            </p:cNvPr>
            <p:cNvSpPr/>
            <p:nvPr/>
          </p:nvSpPr>
          <p:spPr>
            <a:xfrm>
              <a:off x="5167599" y="3895191"/>
              <a:ext cx="6665" cy="6665"/>
            </a:xfrm>
            <a:custGeom>
              <a:avLst/>
              <a:gdLst>
                <a:gd name="connsiteX0" fmla="*/ 6666 w 6665"/>
                <a:gd name="connsiteY0" fmla="*/ 3333 h 6665"/>
                <a:gd name="connsiteX1" fmla="*/ 3333 w 6665"/>
                <a:gd name="connsiteY1" fmla="*/ 0 h 6665"/>
                <a:gd name="connsiteX2" fmla="*/ 0 w 6665"/>
                <a:gd name="connsiteY2" fmla="*/ 3333 h 6665"/>
                <a:gd name="connsiteX3" fmla="*/ 3333 w 6665"/>
                <a:gd name="connsiteY3" fmla="*/ 6666 h 6665"/>
                <a:gd name="connsiteX4" fmla="*/ 6666 w 6665"/>
                <a:gd name="connsiteY4" fmla="*/ 3333 h 6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5" h="6665">
                  <a:moveTo>
                    <a:pt x="6666" y="3333"/>
                  </a:moveTo>
                  <a:cubicBezTo>
                    <a:pt x="6666" y="1497"/>
                    <a:pt x="5169" y="0"/>
                    <a:pt x="3333" y="0"/>
                  </a:cubicBezTo>
                  <a:cubicBezTo>
                    <a:pt x="1497" y="0"/>
                    <a:pt x="0" y="1497"/>
                    <a:pt x="0" y="3333"/>
                  </a:cubicBezTo>
                  <a:cubicBezTo>
                    <a:pt x="0" y="5169"/>
                    <a:pt x="1497" y="6666"/>
                    <a:pt x="3333" y="6666"/>
                  </a:cubicBezTo>
                  <a:cubicBezTo>
                    <a:pt x="5169" y="6666"/>
                    <a:pt x="6666" y="5169"/>
                    <a:pt x="6666" y="3333"/>
                  </a:cubicBezTo>
                  <a:close/>
                </a:path>
              </a:pathLst>
            </a:custGeom>
            <a:noFill/>
            <a:ln w="8472" cap="flat">
              <a:solidFill>
                <a:srgbClr val="01355A"/>
              </a:solidFill>
              <a:prstDash val="solid"/>
              <a:miter/>
            </a:ln>
          </p:spPr>
          <p:txBody>
            <a:bodyPr rtlCol="1" anchor="ctr"/>
            <a:lstStyle/>
            <a:p>
              <a:endParaRPr lang="ar-SA"/>
            </a:p>
          </p:txBody>
        </p:sp>
        <p:sp>
          <p:nvSpPr>
            <p:cNvPr id="10254" name="شكل حر: شكل 11429">
              <a:extLst>
                <a:ext uri="{FF2B5EF4-FFF2-40B4-BE49-F238E27FC236}">
                  <a16:creationId xmlns:a16="http://schemas.microsoft.com/office/drawing/2014/main" id="{97306B64-F1C0-449C-0752-B4C077C0E3D5}"/>
                </a:ext>
              </a:extLst>
            </p:cNvPr>
            <p:cNvSpPr/>
            <p:nvPr/>
          </p:nvSpPr>
          <p:spPr>
            <a:xfrm>
              <a:off x="5205674" y="3895191"/>
              <a:ext cx="6665" cy="6665"/>
            </a:xfrm>
            <a:custGeom>
              <a:avLst/>
              <a:gdLst>
                <a:gd name="connsiteX0" fmla="*/ 6666 w 6665"/>
                <a:gd name="connsiteY0" fmla="*/ 3333 h 6665"/>
                <a:gd name="connsiteX1" fmla="*/ 3333 w 6665"/>
                <a:gd name="connsiteY1" fmla="*/ 0 h 6665"/>
                <a:gd name="connsiteX2" fmla="*/ 0 w 6665"/>
                <a:gd name="connsiteY2" fmla="*/ 3333 h 6665"/>
                <a:gd name="connsiteX3" fmla="*/ 3333 w 6665"/>
                <a:gd name="connsiteY3" fmla="*/ 6666 h 6665"/>
                <a:gd name="connsiteX4" fmla="*/ 6666 w 6665"/>
                <a:gd name="connsiteY4" fmla="*/ 3333 h 66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65" h="6665">
                  <a:moveTo>
                    <a:pt x="6666" y="3333"/>
                  </a:moveTo>
                  <a:cubicBezTo>
                    <a:pt x="6666" y="1497"/>
                    <a:pt x="5169" y="0"/>
                    <a:pt x="3333" y="0"/>
                  </a:cubicBezTo>
                  <a:cubicBezTo>
                    <a:pt x="1497" y="0"/>
                    <a:pt x="0" y="1497"/>
                    <a:pt x="0" y="3333"/>
                  </a:cubicBezTo>
                  <a:cubicBezTo>
                    <a:pt x="0" y="5169"/>
                    <a:pt x="1497" y="6666"/>
                    <a:pt x="3333" y="6666"/>
                  </a:cubicBezTo>
                  <a:cubicBezTo>
                    <a:pt x="5169" y="6666"/>
                    <a:pt x="6666" y="5169"/>
                    <a:pt x="6666" y="3333"/>
                  </a:cubicBezTo>
                  <a:close/>
                </a:path>
              </a:pathLst>
            </a:custGeom>
            <a:noFill/>
            <a:ln w="8472" cap="flat">
              <a:solidFill>
                <a:srgbClr val="01355A"/>
              </a:solidFill>
              <a:prstDash val="solid"/>
              <a:miter/>
            </a:ln>
          </p:spPr>
          <p:txBody>
            <a:bodyPr rtlCol="1" anchor="ctr"/>
            <a:lstStyle/>
            <a:p>
              <a:endParaRPr lang="ar-SA"/>
            </a:p>
          </p:txBody>
        </p:sp>
        <p:sp>
          <p:nvSpPr>
            <p:cNvPr id="10255" name="شكل حر: شكل 11430">
              <a:extLst>
                <a:ext uri="{FF2B5EF4-FFF2-40B4-BE49-F238E27FC236}">
                  <a16:creationId xmlns:a16="http://schemas.microsoft.com/office/drawing/2014/main" id="{0F6227F3-A0AA-8A52-BB2A-193878D0AED7}"/>
                </a:ext>
              </a:extLst>
            </p:cNvPr>
            <p:cNvSpPr/>
            <p:nvPr/>
          </p:nvSpPr>
          <p:spPr>
            <a:xfrm>
              <a:off x="5088427" y="3937644"/>
              <a:ext cx="355186" cy="2824"/>
            </a:xfrm>
            <a:custGeom>
              <a:avLst/>
              <a:gdLst>
                <a:gd name="connsiteX0" fmla="*/ 0 w 355186"/>
                <a:gd name="connsiteY0" fmla="*/ 0 h 2824"/>
                <a:gd name="connsiteX1" fmla="*/ 355187 w 355186"/>
                <a:gd name="connsiteY1" fmla="*/ 0 h 2824"/>
              </a:gdLst>
              <a:ahLst/>
              <a:cxnLst>
                <a:cxn ang="0">
                  <a:pos x="connsiteX0" y="connsiteY0"/>
                </a:cxn>
                <a:cxn ang="0">
                  <a:pos x="connsiteX1" y="connsiteY1"/>
                </a:cxn>
              </a:cxnLst>
              <a:rect l="l" t="t" r="r" b="b"/>
              <a:pathLst>
                <a:path w="355186" h="2824">
                  <a:moveTo>
                    <a:pt x="0" y="0"/>
                  </a:moveTo>
                  <a:lnTo>
                    <a:pt x="355187" y="0"/>
                  </a:lnTo>
                </a:path>
              </a:pathLst>
            </a:custGeom>
            <a:ln w="8472" cap="flat">
              <a:solidFill>
                <a:srgbClr val="01355A"/>
              </a:solidFill>
              <a:prstDash val="solid"/>
              <a:miter/>
            </a:ln>
          </p:spPr>
          <p:txBody>
            <a:bodyPr rtlCol="1" anchor="ctr"/>
            <a:lstStyle/>
            <a:p>
              <a:endParaRPr lang="ar-SA"/>
            </a:p>
          </p:txBody>
        </p:sp>
        <p:sp>
          <p:nvSpPr>
            <p:cNvPr id="10256" name="شكل حر: شكل 11431">
              <a:extLst>
                <a:ext uri="{FF2B5EF4-FFF2-40B4-BE49-F238E27FC236}">
                  <a16:creationId xmlns:a16="http://schemas.microsoft.com/office/drawing/2014/main" id="{44FBD633-3551-3C23-1580-D10F9972C35A}"/>
                </a:ext>
              </a:extLst>
            </p:cNvPr>
            <p:cNvSpPr/>
            <p:nvPr/>
          </p:nvSpPr>
          <p:spPr>
            <a:xfrm>
              <a:off x="5267842" y="3898891"/>
              <a:ext cx="141481" cy="2824"/>
            </a:xfrm>
            <a:custGeom>
              <a:avLst/>
              <a:gdLst>
                <a:gd name="connsiteX0" fmla="*/ 0 w 141481"/>
                <a:gd name="connsiteY0" fmla="*/ 0 h 2824"/>
                <a:gd name="connsiteX1" fmla="*/ 141482 w 141481"/>
                <a:gd name="connsiteY1" fmla="*/ 0 h 2824"/>
              </a:gdLst>
              <a:ahLst/>
              <a:cxnLst>
                <a:cxn ang="0">
                  <a:pos x="connsiteX0" y="connsiteY0"/>
                </a:cxn>
                <a:cxn ang="0">
                  <a:pos x="connsiteX1" y="connsiteY1"/>
                </a:cxn>
              </a:cxnLst>
              <a:rect l="l" t="t" r="r" b="b"/>
              <a:pathLst>
                <a:path w="141481" h="2824">
                  <a:moveTo>
                    <a:pt x="0" y="0"/>
                  </a:moveTo>
                  <a:lnTo>
                    <a:pt x="141482" y="0"/>
                  </a:lnTo>
                </a:path>
              </a:pathLst>
            </a:custGeom>
            <a:ln w="8472" cap="flat">
              <a:solidFill>
                <a:srgbClr val="01355A"/>
              </a:solidFill>
              <a:prstDash val="solid"/>
              <a:miter/>
            </a:ln>
          </p:spPr>
          <p:txBody>
            <a:bodyPr rtlCol="1" anchor="ctr"/>
            <a:lstStyle/>
            <a:p>
              <a:endParaRPr lang="ar-SA"/>
            </a:p>
          </p:txBody>
        </p:sp>
        <p:grpSp>
          <p:nvGrpSpPr>
            <p:cNvPr id="10257" name="رسم 8014">
              <a:extLst>
                <a:ext uri="{FF2B5EF4-FFF2-40B4-BE49-F238E27FC236}">
                  <a16:creationId xmlns:a16="http://schemas.microsoft.com/office/drawing/2014/main" id="{483DA09F-76C1-9509-53AA-6CE48923200A}"/>
                </a:ext>
              </a:extLst>
            </p:cNvPr>
            <p:cNvGrpSpPr/>
            <p:nvPr/>
          </p:nvGrpSpPr>
          <p:grpSpPr>
            <a:xfrm>
              <a:off x="5296357" y="4005348"/>
              <a:ext cx="116893" cy="217715"/>
              <a:chOff x="5296357" y="4005348"/>
              <a:chExt cx="116893" cy="217715"/>
            </a:xfrm>
            <a:noFill/>
          </p:grpSpPr>
          <p:grpSp>
            <p:nvGrpSpPr>
              <p:cNvPr id="10259" name="رسم 8014">
                <a:extLst>
                  <a:ext uri="{FF2B5EF4-FFF2-40B4-BE49-F238E27FC236}">
                    <a16:creationId xmlns:a16="http://schemas.microsoft.com/office/drawing/2014/main" id="{2DC2FC89-48F9-1C7A-C76F-8C17BAA112B0}"/>
                  </a:ext>
                </a:extLst>
              </p:cNvPr>
              <p:cNvGrpSpPr/>
              <p:nvPr/>
            </p:nvGrpSpPr>
            <p:grpSpPr>
              <a:xfrm>
                <a:off x="5296357" y="4005348"/>
                <a:ext cx="116893" cy="180121"/>
                <a:chOff x="5296357" y="4005348"/>
                <a:chExt cx="116893" cy="180121"/>
              </a:xfrm>
              <a:noFill/>
            </p:grpSpPr>
            <p:sp>
              <p:nvSpPr>
                <p:cNvPr id="10261" name="شكل حر: شكل 11434">
                  <a:extLst>
                    <a:ext uri="{FF2B5EF4-FFF2-40B4-BE49-F238E27FC236}">
                      <a16:creationId xmlns:a16="http://schemas.microsoft.com/office/drawing/2014/main" id="{898B50E9-68CD-07AC-2922-926FCA064076}"/>
                    </a:ext>
                  </a:extLst>
                </p:cNvPr>
                <p:cNvSpPr/>
                <p:nvPr/>
              </p:nvSpPr>
              <p:spPr>
                <a:xfrm>
                  <a:off x="5328005" y="4005348"/>
                  <a:ext cx="22088" cy="89312"/>
                </a:xfrm>
                <a:custGeom>
                  <a:avLst/>
                  <a:gdLst>
                    <a:gd name="connsiteX0" fmla="*/ 22088 w 22088"/>
                    <a:gd name="connsiteY0" fmla="*/ 71207 h 89312"/>
                    <a:gd name="connsiteX1" fmla="*/ 22088 w 22088"/>
                    <a:gd name="connsiteY1" fmla="*/ 11044 h 89312"/>
                    <a:gd name="connsiteX2" fmla="*/ 11044 w 22088"/>
                    <a:gd name="connsiteY2" fmla="*/ 0 h 89312"/>
                    <a:gd name="connsiteX3" fmla="*/ 11044 w 22088"/>
                    <a:gd name="connsiteY3" fmla="*/ 0 h 89312"/>
                    <a:gd name="connsiteX4" fmla="*/ 0 w 22088"/>
                    <a:gd name="connsiteY4" fmla="*/ 11044 h 89312"/>
                    <a:gd name="connsiteX5" fmla="*/ 0 w 22088"/>
                    <a:gd name="connsiteY5" fmla="*/ 89312 h 89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088" h="89312">
                      <a:moveTo>
                        <a:pt x="22088" y="71207"/>
                      </a:moveTo>
                      <a:lnTo>
                        <a:pt x="22088" y="11044"/>
                      </a:lnTo>
                      <a:cubicBezTo>
                        <a:pt x="22088" y="4943"/>
                        <a:pt x="17145" y="0"/>
                        <a:pt x="11044" y="0"/>
                      </a:cubicBezTo>
                      <a:lnTo>
                        <a:pt x="11044" y="0"/>
                      </a:lnTo>
                      <a:cubicBezTo>
                        <a:pt x="4943" y="0"/>
                        <a:pt x="0" y="4943"/>
                        <a:pt x="0" y="11044"/>
                      </a:cubicBezTo>
                      <a:lnTo>
                        <a:pt x="0" y="89312"/>
                      </a:lnTo>
                    </a:path>
                  </a:pathLst>
                </a:custGeom>
                <a:noFill/>
                <a:ln w="8472" cap="flat">
                  <a:solidFill>
                    <a:srgbClr val="17A3A3"/>
                  </a:solidFill>
                  <a:prstDash val="solid"/>
                  <a:miter/>
                </a:ln>
              </p:spPr>
              <p:txBody>
                <a:bodyPr rtlCol="1" anchor="ctr"/>
                <a:lstStyle/>
                <a:p>
                  <a:endParaRPr lang="ar-SA"/>
                </a:p>
              </p:txBody>
            </p:sp>
            <p:sp>
              <p:nvSpPr>
                <p:cNvPr id="10262" name="شكل حر: شكل 11435">
                  <a:extLst>
                    <a:ext uri="{FF2B5EF4-FFF2-40B4-BE49-F238E27FC236}">
                      <a16:creationId xmlns:a16="http://schemas.microsoft.com/office/drawing/2014/main" id="{C155EEEE-8189-0795-2F5F-96F9EDF0406D}"/>
                    </a:ext>
                  </a:extLst>
                </p:cNvPr>
                <p:cNvSpPr/>
                <p:nvPr/>
              </p:nvSpPr>
              <p:spPr>
                <a:xfrm>
                  <a:off x="5361137" y="4048395"/>
                  <a:ext cx="11044" cy="28160"/>
                </a:xfrm>
                <a:custGeom>
                  <a:avLst/>
                  <a:gdLst>
                    <a:gd name="connsiteX0" fmla="*/ 11044 w 11044"/>
                    <a:gd name="connsiteY0" fmla="*/ 28161 h 28160"/>
                    <a:gd name="connsiteX1" fmla="*/ 11044 w 11044"/>
                    <a:gd name="connsiteY1" fmla="*/ 11044 h 28160"/>
                    <a:gd name="connsiteX2" fmla="*/ 0 w 11044"/>
                    <a:gd name="connsiteY2" fmla="*/ 0 h 28160"/>
                    <a:gd name="connsiteX3" fmla="*/ 0 w 11044"/>
                    <a:gd name="connsiteY3" fmla="*/ 0 h 28160"/>
                  </a:gdLst>
                  <a:ahLst/>
                  <a:cxnLst>
                    <a:cxn ang="0">
                      <a:pos x="connsiteX0" y="connsiteY0"/>
                    </a:cxn>
                    <a:cxn ang="0">
                      <a:pos x="connsiteX1" y="connsiteY1"/>
                    </a:cxn>
                    <a:cxn ang="0">
                      <a:pos x="connsiteX2" y="connsiteY2"/>
                    </a:cxn>
                    <a:cxn ang="0">
                      <a:pos x="connsiteX3" y="connsiteY3"/>
                    </a:cxn>
                  </a:cxnLst>
                  <a:rect l="l" t="t" r="r" b="b"/>
                  <a:pathLst>
                    <a:path w="11044" h="28160">
                      <a:moveTo>
                        <a:pt x="11044" y="28161"/>
                      </a:moveTo>
                      <a:lnTo>
                        <a:pt x="11044" y="11044"/>
                      </a:lnTo>
                      <a:cubicBezTo>
                        <a:pt x="11044" y="4943"/>
                        <a:pt x="6101" y="0"/>
                        <a:pt x="0" y="0"/>
                      </a:cubicBezTo>
                      <a:lnTo>
                        <a:pt x="0" y="0"/>
                      </a:lnTo>
                    </a:path>
                  </a:pathLst>
                </a:custGeom>
                <a:noFill/>
                <a:ln w="8472" cap="flat">
                  <a:solidFill>
                    <a:srgbClr val="17A3A3"/>
                  </a:solidFill>
                  <a:prstDash val="solid"/>
                  <a:miter/>
                </a:ln>
              </p:spPr>
              <p:txBody>
                <a:bodyPr rtlCol="1" anchor="ctr"/>
                <a:lstStyle/>
                <a:p>
                  <a:endParaRPr lang="ar-SA"/>
                </a:p>
              </p:txBody>
            </p:sp>
            <p:sp>
              <p:nvSpPr>
                <p:cNvPr id="10263" name="شكل حر: شكل 11436">
                  <a:extLst>
                    <a:ext uri="{FF2B5EF4-FFF2-40B4-BE49-F238E27FC236}">
                      <a16:creationId xmlns:a16="http://schemas.microsoft.com/office/drawing/2014/main" id="{E01CB097-7CDA-24FA-B123-0E60B9815C1C}"/>
                    </a:ext>
                  </a:extLst>
                </p:cNvPr>
                <p:cNvSpPr/>
                <p:nvPr/>
              </p:nvSpPr>
              <p:spPr>
                <a:xfrm>
                  <a:off x="5383253" y="4055710"/>
                  <a:ext cx="11043" cy="20845"/>
                </a:xfrm>
                <a:custGeom>
                  <a:avLst/>
                  <a:gdLst>
                    <a:gd name="connsiteX0" fmla="*/ 11044 w 11043"/>
                    <a:gd name="connsiteY0" fmla="*/ 20845 h 20845"/>
                    <a:gd name="connsiteX1" fmla="*/ 11044 w 11043"/>
                    <a:gd name="connsiteY1" fmla="*/ 11044 h 20845"/>
                    <a:gd name="connsiteX2" fmla="*/ 0 w 11043"/>
                    <a:gd name="connsiteY2" fmla="*/ 0 h 20845"/>
                    <a:gd name="connsiteX3" fmla="*/ 0 w 11043"/>
                    <a:gd name="connsiteY3" fmla="*/ 0 h 20845"/>
                  </a:gdLst>
                  <a:ahLst/>
                  <a:cxnLst>
                    <a:cxn ang="0">
                      <a:pos x="connsiteX0" y="connsiteY0"/>
                    </a:cxn>
                    <a:cxn ang="0">
                      <a:pos x="connsiteX1" y="connsiteY1"/>
                    </a:cxn>
                    <a:cxn ang="0">
                      <a:pos x="connsiteX2" y="connsiteY2"/>
                    </a:cxn>
                    <a:cxn ang="0">
                      <a:pos x="connsiteX3" y="connsiteY3"/>
                    </a:cxn>
                  </a:cxnLst>
                  <a:rect l="l" t="t" r="r" b="b"/>
                  <a:pathLst>
                    <a:path w="11043" h="20845">
                      <a:moveTo>
                        <a:pt x="11044" y="20845"/>
                      </a:moveTo>
                      <a:lnTo>
                        <a:pt x="11044" y="11044"/>
                      </a:lnTo>
                      <a:cubicBezTo>
                        <a:pt x="11044" y="4943"/>
                        <a:pt x="6101" y="0"/>
                        <a:pt x="0" y="0"/>
                      </a:cubicBezTo>
                      <a:lnTo>
                        <a:pt x="0" y="0"/>
                      </a:lnTo>
                    </a:path>
                  </a:pathLst>
                </a:custGeom>
                <a:noFill/>
                <a:ln w="8472" cap="flat">
                  <a:solidFill>
                    <a:srgbClr val="17A3A3"/>
                  </a:solidFill>
                  <a:prstDash val="solid"/>
                  <a:miter/>
                </a:ln>
              </p:spPr>
              <p:txBody>
                <a:bodyPr rtlCol="1" anchor="ctr"/>
                <a:lstStyle/>
                <a:p>
                  <a:endParaRPr lang="ar-SA"/>
                </a:p>
              </p:txBody>
            </p:sp>
            <p:sp>
              <p:nvSpPr>
                <p:cNvPr id="10264" name="شكل حر: شكل 11437">
                  <a:extLst>
                    <a:ext uri="{FF2B5EF4-FFF2-40B4-BE49-F238E27FC236}">
                      <a16:creationId xmlns:a16="http://schemas.microsoft.com/office/drawing/2014/main" id="{A0383226-D7B2-DECD-1B75-1D149A0A12B3}"/>
                    </a:ext>
                  </a:extLst>
                </p:cNvPr>
                <p:cNvSpPr/>
                <p:nvPr/>
              </p:nvSpPr>
              <p:spPr>
                <a:xfrm>
                  <a:off x="5398380" y="4067686"/>
                  <a:ext cx="14870" cy="117755"/>
                </a:xfrm>
                <a:custGeom>
                  <a:avLst/>
                  <a:gdLst>
                    <a:gd name="connsiteX0" fmla="*/ 70 w 14870"/>
                    <a:gd name="connsiteY0" fmla="*/ 117756 h 117755"/>
                    <a:gd name="connsiteX1" fmla="*/ 1284 w 14870"/>
                    <a:gd name="connsiteY1" fmla="*/ 93521 h 117755"/>
                    <a:gd name="connsiteX2" fmla="*/ 4363 w 14870"/>
                    <a:gd name="connsiteY2" fmla="*/ 81997 h 117755"/>
                    <a:gd name="connsiteX3" fmla="*/ 14786 w 14870"/>
                    <a:gd name="connsiteY3" fmla="*/ 20365 h 117755"/>
                    <a:gd name="connsiteX4" fmla="*/ 14871 w 14870"/>
                    <a:gd name="connsiteY4" fmla="*/ 11044 h 117755"/>
                    <a:gd name="connsiteX5" fmla="*/ 3827 w 14870"/>
                    <a:gd name="connsiteY5" fmla="*/ 0 h 117755"/>
                    <a:gd name="connsiteX6" fmla="*/ 3827 w 14870"/>
                    <a:gd name="connsiteY6" fmla="*/ 0 h 117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870" h="117755">
                      <a:moveTo>
                        <a:pt x="70" y="117756"/>
                      </a:moveTo>
                      <a:cubicBezTo>
                        <a:pt x="-354" y="97390"/>
                        <a:pt x="1284" y="93521"/>
                        <a:pt x="1284" y="93521"/>
                      </a:cubicBezTo>
                      <a:cubicBezTo>
                        <a:pt x="1284" y="93521"/>
                        <a:pt x="2273" y="88437"/>
                        <a:pt x="4363" y="81997"/>
                      </a:cubicBezTo>
                      <a:cubicBezTo>
                        <a:pt x="10775" y="62055"/>
                        <a:pt x="14249" y="41295"/>
                        <a:pt x="14786" y="20365"/>
                      </a:cubicBezTo>
                      <a:lnTo>
                        <a:pt x="14871" y="11044"/>
                      </a:lnTo>
                      <a:cubicBezTo>
                        <a:pt x="14871" y="4943"/>
                        <a:pt x="9928" y="0"/>
                        <a:pt x="3827" y="0"/>
                      </a:cubicBezTo>
                      <a:lnTo>
                        <a:pt x="3827" y="0"/>
                      </a:lnTo>
                    </a:path>
                  </a:pathLst>
                </a:custGeom>
                <a:noFill/>
                <a:ln w="8472" cap="flat">
                  <a:solidFill>
                    <a:srgbClr val="17A3A3"/>
                  </a:solidFill>
                  <a:prstDash val="solid"/>
                  <a:miter/>
                </a:ln>
              </p:spPr>
              <p:txBody>
                <a:bodyPr rtlCol="1" anchor="ctr"/>
                <a:lstStyle/>
                <a:p>
                  <a:endParaRPr lang="ar-SA"/>
                </a:p>
              </p:txBody>
            </p:sp>
            <p:sp>
              <p:nvSpPr>
                <p:cNvPr id="10265" name="شكل حر: شكل 11438">
                  <a:extLst>
                    <a:ext uri="{FF2B5EF4-FFF2-40B4-BE49-F238E27FC236}">
                      <a16:creationId xmlns:a16="http://schemas.microsoft.com/office/drawing/2014/main" id="{B492B735-1406-38CF-7018-E85B8AF1B414}"/>
                    </a:ext>
                  </a:extLst>
                </p:cNvPr>
                <p:cNvSpPr/>
                <p:nvPr/>
              </p:nvSpPr>
              <p:spPr>
                <a:xfrm>
                  <a:off x="5296357" y="4061698"/>
                  <a:ext cx="35744" cy="123771"/>
                </a:xfrm>
                <a:custGeom>
                  <a:avLst/>
                  <a:gdLst>
                    <a:gd name="connsiteX0" fmla="*/ 21706 w 35744"/>
                    <a:gd name="connsiteY0" fmla="*/ 4547 h 123771"/>
                    <a:gd name="connsiteX1" fmla="*/ 11792 w 35744"/>
                    <a:gd name="connsiteY1" fmla="*/ 0 h 123771"/>
                    <a:gd name="connsiteX2" fmla="*/ 11792 w 35744"/>
                    <a:gd name="connsiteY2" fmla="*/ 0 h 123771"/>
                    <a:gd name="connsiteX3" fmla="*/ 720 w 35744"/>
                    <a:gd name="connsiteY3" fmla="*/ 7372 h 123771"/>
                    <a:gd name="connsiteX4" fmla="*/ 437 w 35744"/>
                    <a:gd name="connsiteY4" fmla="*/ 8389 h 123771"/>
                    <a:gd name="connsiteX5" fmla="*/ 1511 w 35744"/>
                    <a:gd name="connsiteY5" fmla="*/ 19489 h 123771"/>
                    <a:gd name="connsiteX6" fmla="*/ 5917 w 35744"/>
                    <a:gd name="connsiteY6" fmla="*/ 55446 h 123771"/>
                    <a:gd name="connsiteX7" fmla="*/ 12526 w 35744"/>
                    <a:gd name="connsiteY7" fmla="*/ 83296 h 123771"/>
                    <a:gd name="connsiteX8" fmla="*/ 24785 w 35744"/>
                    <a:gd name="connsiteY8" fmla="*/ 99707 h 123771"/>
                    <a:gd name="connsiteX9" fmla="*/ 35744 w 35744"/>
                    <a:gd name="connsiteY9" fmla="*/ 123771 h 123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744" h="123771">
                      <a:moveTo>
                        <a:pt x="21706" y="4547"/>
                      </a:moveTo>
                      <a:cubicBezTo>
                        <a:pt x="19277" y="1723"/>
                        <a:pt x="15661" y="0"/>
                        <a:pt x="11792" y="0"/>
                      </a:cubicBezTo>
                      <a:lnTo>
                        <a:pt x="11792" y="0"/>
                      </a:lnTo>
                      <a:cubicBezTo>
                        <a:pt x="5267" y="0"/>
                        <a:pt x="1793" y="3700"/>
                        <a:pt x="720" y="7372"/>
                      </a:cubicBezTo>
                      <a:cubicBezTo>
                        <a:pt x="607" y="7711"/>
                        <a:pt x="522" y="8050"/>
                        <a:pt x="437" y="8389"/>
                      </a:cubicBezTo>
                      <a:cubicBezTo>
                        <a:pt x="-438" y="12089"/>
                        <a:pt x="42" y="15959"/>
                        <a:pt x="1511" y="19489"/>
                      </a:cubicBezTo>
                      <a:cubicBezTo>
                        <a:pt x="4109" y="25760"/>
                        <a:pt x="8148" y="38527"/>
                        <a:pt x="5917" y="55446"/>
                      </a:cubicBezTo>
                      <a:cubicBezTo>
                        <a:pt x="4618" y="65247"/>
                        <a:pt x="6934" y="75161"/>
                        <a:pt x="12526" y="83296"/>
                      </a:cubicBezTo>
                      <a:cubicBezTo>
                        <a:pt x="16085" y="88465"/>
                        <a:pt x="20350" y="94312"/>
                        <a:pt x="24785" y="99707"/>
                      </a:cubicBezTo>
                      <a:cubicBezTo>
                        <a:pt x="24785" y="99707"/>
                        <a:pt x="35744" y="110525"/>
                        <a:pt x="35744" y="123771"/>
                      </a:cubicBezTo>
                    </a:path>
                  </a:pathLst>
                </a:custGeom>
                <a:noFill/>
                <a:ln w="8472" cap="flat">
                  <a:solidFill>
                    <a:srgbClr val="17A3A3"/>
                  </a:solidFill>
                  <a:prstDash val="solid"/>
                  <a:miter/>
                </a:ln>
              </p:spPr>
              <p:txBody>
                <a:bodyPr rtlCol="1" anchor="ctr"/>
                <a:lstStyle/>
                <a:p>
                  <a:endParaRPr lang="ar-SA"/>
                </a:p>
              </p:txBody>
            </p:sp>
            <p:sp>
              <p:nvSpPr>
                <p:cNvPr id="10266" name="شكل حر: شكل 11439">
                  <a:extLst>
                    <a:ext uri="{FF2B5EF4-FFF2-40B4-BE49-F238E27FC236}">
                      <a16:creationId xmlns:a16="http://schemas.microsoft.com/office/drawing/2014/main" id="{ABA9868C-39F4-43BB-F26A-F9FDD2B290B4}"/>
                    </a:ext>
                  </a:extLst>
                </p:cNvPr>
                <p:cNvSpPr/>
                <p:nvPr/>
              </p:nvSpPr>
              <p:spPr>
                <a:xfrm>
                  <a:off x="5394297" y="4067658"/>
                  <a:ext cx="7880" cy="2824"/>
                </a:xfrm>
                <a:custGeom>
                  <a:avLst/>
                  <a:gdLst>
                    <a:gd name="connsiteX0" fmla="*/ 7880 w 7880"/>
                    <a:gd name="connsiteY0" fmla="*/ 0 h 2824"/>
                    <a:gd name="connsiteX1" fmla="*/ 0 w 7880"/>
                    <a:gd name="connsiteY1" fmla="*/ 0 h 2824"/>
                  </a:gdLst>
                  <a:ahLst/>
                  <a:cxnLst>
                    <a:cxn ang="0">
                      <a:pos x="connsiteX0" y="connsiteY0"/>
                    </a:cxn>
                    <a:cxn ang="0">
                      <a:pos x="connsiteX1" y="connsiteY1"/>
                    </a:cxn>
                  </a:cxnLst>
                  <a:rect l="l" t="t" r="r" b="b"/>
                  <a:pathLst>
                    <a:path w="7880" h="2824">
                      <a:moveTo>
                        <a:pt x="7880" y="0"/>
                      </a:moveTo>
                      <a:lnTo>
                        <a:pt x="0" y="0"/>
                      </a:lnTo>
                    </a:path>
                  </a:pathLst>
                </a:custGeom>
                <a:ln w="8472" cap="flat">
                  <a:solidFill>
                    <a:srgbClr val="17A3A3"/>
                  </a:solidFill>
                  <a:prstDash val="solid"/>
                  <a:miter/>
                </a:ln>
              </p:spPr>
              <p:txBody>
                <a:bodyPr rtlCol="1" anchor="ctr"/>
                <a:lstStyle/>
                <a:p>
                  <a:endParaRPr lang="ar-SA"/>
                </a:p>
              </p:txBody>
            </p:sp>
            <p:sp>
              <p:nvSpPr>
                <p:cNvPr id="10267" name="شكل حر: شكل 11440">
                  <a:extLst>
                    <a:ext uri="{FF2B5EF4-FFF2-40B4-BE49-F238E27FC236}">
                      <a16:creationId xmlns:a16="http://schemas.microsoft.com/office/drawing/2014/main" id="{FC5718CE-DEFB-4ABF-2D50-36C1B1D47620}"/>
                    </a:ext>
                  </a:extLst>
                </p:cNvPr>
                <p:cNvSpPr/>
                <p:nvPr/>
              </p:nvSpPr>
              <p:spPr>
                <a:xfrm>
                  <a:off x="5371531" y="4055682"/>
                  <a:ext cx="11693" cy="2824"/>
                </a:xfrm>
                <a:custGeom>
                  <a:avLst/>
                  <a:gdLst>
                    <a:gd name="connsiteX0" fmla="*/ 11694 w 11693"/>
                    <a:gd name="connsiteY0" fmla="*/ 0 h 2824"/>
                    <a:gd name="connsiteX1" fmla="*/ 0 w 11693"/>
                    <a:gd name="connsiteY1" fmla="*/ 0 h 2824"/>
                  </a:gdLst>
                  <a:ahLst/>
                  <a:cxnLst>
                    <a:cxn ang="0">
                      <a:pos x="connsiteX0" y="connsiteY0"/>
                    </a:cxn>
                    <a:cxn ang="0">
                      <a:pos x="connsiteX1" y="connsiteY1"/>
                    </a:cxn>
                  </a:cxnLst>
                  <a:rect l="l" t="t" r="r" b="b"/>
                  <a:pathLst>
                    <a:path w="11693" h="2824">
                      <a:moveTo>
                        <a:pt x="11694" y="0"/>
                      </a:moveTo>
                      <a:lnTo>
                        <a:pt x="0" y="0"/>
                      </a:lnTo>
                    </a:path>
                  </a:pathLst>
                </a:custGeom>
                <a:ln w="8472" cap="flat">
                  <a:solidFill>
                    <a:srgbClr val="17A3A3"/>
                  </a:solidFill>
                  <a:prstDash val="solid"/>
                  <a:miter/>
                </a:ln>
              </p:spPr>
              <p:txBody>
                <a:bodyPr rtlCol="1" anchor="ctr"/>
                <a:lstStyle/>
                <a:p>
                  <a:endParaRPr lang="ar-SA"/>
                </a:p>
              </p:txBody>
            </p:sp>
            <p:sp>
              <p:nvSpPr>
                <p:cNvPr id="10268" name="شكل حر: شكل 11441">
                  <a:extLst>
                    <a:ext uri="{FF2B5EF4-FFF2-40B4-BE49-F238E27FC236}">
                      <a16:creationId xmlns:a16="http://schemas.microsoft.com/office/drawing/2014/main" id="{7BA879E7-F58B-AF3E-A426-6F88C971EF29}"/>
                    </a:ext>
                  </a:extLst>
                </p:cNvPr>
                <p:cNvSpPr/>
                <p:nvPr/>
              </p:nvSpPr>
              <p:spPr>
                <a:xfrm>
                  <a:off x="5350093" y="4048366"/>
                  <a:ext cx="11043" cy="2824"/>
                </a:xfrm>
                <a:custGeom>
                  <a:avLst/>
                  <a:gdLst>
                    <a:gd name="connsiteX0" fmla="*/ 11044 w 11043"/>
                    <a:gd name="connsiteY0" fmla="*/ 0 h 2824"/>
                    <a:gd name="connsiteX1" fmla="*/ 0 w 11043"/>
                    <a:gd name="connsiteY1" fmla="*/ 0 h 2824"/>
                  </a:gdLst>
                  <a:ahLst/>
                  <a:cxnLst>
                    <a:cxn ang="0">
                      <a:pos x="connsiteX0" y="connsiteY0"/>
                    </a:cxn>
                    <a:cxn ang="0">
                      <a:pos x="connsiteX1" y="connsiteY1"/>
                    </a:cxn>
                  </a:cxnLst>
                  <a:rect l="l" t="t" r="r" b="b"/>
                  <a:pathLst>
                    <a:path w="11043" h="2824">
                      <a:moveTo>
                        <a:pt x="11044" y="0"/>
                      </a:moveTo>
                      <a:lnTo>
                        <a:pt x="0" y="0"/>
                      </a:lnTo>
                    </a:path>
                  </a:pathLst>
                </a:custGeom>
                <a:ln w="8472" cap="flat">
                  <a:solidFill>
                    <a:srgbClr val="17A3A3"/>
                  </a:solidFill>
                  <a:prstDash val="solid"/>
                  <a:miter/>
                </a:ln>
              </p:spPr>
              <p:txBody>
                <a:bodyPr rtlCol="1" anchor="ctr"/>
                <a:lstStyle/>
                <a:p>
                  <a:endParaRPr lang="ar-SA"/>
                </a:p>
              </p:txBody>
            </p:sp>
          </p:grpSp>
          <p:sp>
            <p:nvSpPr>
              <p:cNvPr id="10260" name="شكل حر: شكل 11442">
                <a:extLst>
                  <a:ext uri="{FF2B5EF4-FFF2-40B4-BE49-F238E27FC236}">
                    <a16:creationId xmlns:a16="http://schemas.microsoft.com/office/drawing/2014/main" id="{28275D54-EE19-EC0A-5D50-017F72AB2D64}"/>
                  </a:ext>
                </a:extLst>
              </p:cNvPr>
              <p:cNvSpPr/>
              <p:nvPr/>
            </p:nvSpPr>
            <p:spPr>
              <a:xfrm>
                <a:off x="5319616" y="4185413"/>
                <a:ext cx="91374" cy="37651"/>
              </a:xfrm>
              <a:custGeom>
                <a:avLst/>
                <a:gdLst>
                  <a:gd name="connsiteX0" fmla="*/ 0 w 91374"/>
                  <a:gd name="connsiteY0" fmla="*/ 37651 h 37651"/>
                  <a:gd name="connsiteX1" fmla="*/ 0 w 91374"/>
                  <a:gd name="connsiteY1" fmla="*/ 6270 h 37651"/>
                  <a:gd name="connsiteX2" fmla="*/ 6270 w 91374"/>
                  <a:gd name="connsiteY2" fmla="*/ 0 h 37651"/>
                  <a:gd name="connsiteX3" fmla="*/ 85104 w 91374"/>
                  <a:gd name="connsiteY3" fmla="*/ 0 h 37651"/>
                  <a:gd name="connsiteX4" fmla="*/ 91374 w 91374"/>
                  <a:gd name="connsiteY4" fmla="*/ 6270 h 37651"/>
                  <a:gd name="connsiteX5" fmla="*/ 91374 w 91374"/>
                  <a:gd name="connsiteY5" fmla="*/ 37651 h 37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374" h="37651">
                    <a:moveTo>
                      <a:pt x="0" y="37651"/>
                    </a:moveTo>
                    <a:lnTo>
                      <a:pt x="0" y="6270"/>
                    </a:lnTo>
                    <a:cubicBezTo>
                      <a:pt x="0" y="2825"/>
                      <a:pt x="2796" y="0"/>
                      <a:pt x="6270" y="0"/>
                    </a:cubicBezTo>
                    <a:lnTo>
                      <a:pt x="85104" y="0"/>
                    </a:lnTo>
                    <a:cubicBezTo>
                      <a:pt x="88549" y="0"/>
                      <a:pt x="91374" y="2796"/>
                      <a:pt x="91374" y="6270"/>
                    </a:cubicBezTo>
                    <a:lnTo>
                      <a:pt x="91374" y="37651"/>
                    </a:lnTo>
                  </a:path>
                </a:pathLst>
              </a:custGeom>
              <a:noFill/>
              <a:ln w="8472" cap="flat">
                <a:solidFill>
                  <a:srgbClr val="17A3A3"/>
                </a:solidFill>
                <a:prstDash val="solid"/>
                <a:miter/>
              </a:ln>
            </p:spPr>
            <p:txBody>
              <a:bodyPr rtlCol="1" anchor="ctr"/>
              <a:lstStyle/>
              <a:p>
                <a:endParaRPr lang="ar-SA"/>
              </a:p>
            </p:txBody>
          </p:sp>
        </p:grpSp>
        <p:sp>
          <p:nvSpPr>
            <p:cNvPr id="10258" name="شكل حر: شكل 11443">
              <a:extLst>
                <a:ext uri="{FF2B5EF4-FFF2-40B4-BE49-F238E27FC236}">
                  <a16:creationId xmlns:a16="http://schemas.microsoft.com/office/drawing/2014/main" id="{A7ECC5EB-2149-03B5-0D6A-E23EBA5D4C84}"/>
                </a:ext>
              </a:extLst>
            </p:cNvPr>
            <p:cNvSpPr/>
            <p:nvPr/>
          </p:nvSpPr>
          <p:spPr>
            <a:xfrm>
              <a:off x="5129948" y="3981424"/>
              <a:ext cx="103858" cy="29488"/>
            </a:xfrm>
            <a:custGeom>
              <a:avLst/>
              <a:gdLst>
                <a:gd name="connsiteX0" fmla="*/ 0 w 103858"/>
                <a:gd name="connsiteY0" fmla="*/ 29488 h 29488"/>
                <a:gd name="connsiteX1" fmla="*/ 0 w 103858"/>
                <a:gd name="connsiteY1" fmla="*/ 0 h 29488"/>
                <a:gd name="connsiteX2" fmla="*/ 103859 w 103858"/>
                <a:gd name="connsiteY2" fmla="*/ 0 h 29488"/>
                <a:gd name="connsiteX3" fmla="*/ 103859 w 103858"/>
                <a:gd name="connsiteY3" fmla="*/ 29488 h 29488"/>
              </a:gdLst>
              <a:ahLst/>
              <a:cxnLst>
                <a:cxn ang="0">
                  <a:pos x="connsiteX0" y="connsiteY0"/>
                </a:cxn>
                <a:cxn ang="0">
                  <a:pos x="connsiteX1" y="connsiteY1"/>
                </a:cxn>
                <a:cxn ang="0">
                  <a:pos x="connsiteX2" y="connsiteY2"/>
                </a:cxn>
                <a:cxn ang="0">
                  <a:pos x="connsiteX3" y="connsiteY3"/>
                </a:cxn>
              </a:cxnLst>
              <a:rect l="l" t="t" r="r" b="b"/>
              <a:pathLst>
                <a:path w="103858" h="29488">
                  <a:moveTo>
                    <a:pt x="0" y="29488"/>
                  </a:moveTo>
                  <a:lnTo>
                    <a:pt x="0" y="0"/>
                  </a:lnTo>
                  <a:lnTo>
                    <a:pt x="103859" y="0"/>
                  </a:lnTo>
                  <a:lnTo>
                    <a:pt x="103859" y="29488"/>
                  </a:lnTo>
                </a:path>
              </a:pathLst>
            </a:custGeom>
            <a:noFill/>
            <a:ln w="8472" cap="flat">
              <a:solidFill>
                <a:srgbClr val="01355A"/>
              </a:solidFill>
              <a:prstDash val="solid"/>
              <a:miter/>
            </a:ln>
          </p:spPr>
          <p:txBody>
            <a:bodyPr rtlCol="1" anchor="ctr"/>
            <a:lstStyle/>
            <a:p>
              <a:endParaRPr lang="ar-SA"/>
            </a:p>
          </p:txBody>
        </p:sp>
      </p:grpSp>
      <p:grpSp>
        <p:nvGrpSpPr>
          <p:cNvPr id="10269" name="رسم 8014">
            <a:extLst>
              <a:ext uri="{FF2B5EF4-FFF2-40B4-BE49-F238E27FC236}">
                <a16:creationId xmlns:a16="http://schemas.microsoft.com/office/drawing/2014/main" id="{D7834510-28B9-FB65-4847-095D6953D8D0}"/>
              </a:ext>
            </a:extLst>
          </p:cNvPr>
          <p:cNvGrpSpPr/>
          <p:nvPr/>
        </p:nvGrpSpPr>
        <p:grpSpPr>
          <a:xfrm>
            <a:off x="4585754" y="2810739"/>
            <a:ext cx="309629" cy="289417"/>
            <a:chOff x="4562779" y="1750682"/>
            <a:chExt cx="370100" cy="367191"/>
          </a:xfrm>
          <a:noFill/>
        </p:grpSpPr>
        <p:sp>
          <p:nvSpPr>
            <p:cNvPr id="10270" name="شكل حر: شكل 11445">
              <a:extLst>
                <a:ext uri="{FF2B5EF4-FFF2-40B4-BE49-F238E27FC236}">
                  <a16:creationId xmlns:a16="http://schemas.microsoft.com/office/drawing/2014/main" id="{243799F6-64ED-18E9-6AD4-D838EA46F8EC}"/>
                </a:ext>
              </a:extLst>
            </p:cNvPr>
            <p:cNvSpPr/>
            <p:nvPr/>
          </p:nvSpPr>
          <p:spPr>
            <a:xfrm>
              <a:off x="4566338" y="1839260"/>
              <a:ext cx="363010" cy="108067"/>
            </a:xfrm>
            <a:custGeom>
              <a:avLst/>
              <a:gdLst>
                <a:gd name="connsiteX0" fmla="*/ 363011 w 363010"/>
                <a:gd name="connsiteY0" fmla="*/ 108067 h 108067"/>
                <a:gd name="connsiteX1" fmla="*/ 363011 w 363010"/>
                <a:gd name="connsiteY1" fmla="*/ 19857 h 108067"/>
                <a:gd name="connsiteX2" fmla="*/ 343155 w 363010"/>
                <a:gd name="connsiteY2" fmla="*/ 0 h 108067"/>
                <a:gd name="connsiteX3" fmla="*/ 19857 w 363010"/>
                <a:gd name="connsiteY3" fmla="*/ 0 h 108067"/>
                <a:gd name="connsiteX4" fmla="*/ 0 w 363010"/>
                <a:gd name="connsiteY4" fmla="*/ 19857 h 108067"/>
                <a:gd name="connsiteX5" fmla="*/ 0 w 363010"/>
                <a:gd name="connsiteY5" fmla="*/ 108067 h 108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3010" h="108067">
                  <a:moveTo>
                    <a:pt x="363011" y="108067"/>
                  </a:moveTo>
                  <a:lnTo>
                    <a:pt x="363011" y="19857"/>
                  </a:lnTo>
                  <a:cubicBezTo>
                    <a:pt x="363011" y="8897"/>
                    <a:pt x="354114" y="0"/>
                    <a:pt x="343155" y="0"/>
                  </a:cubicBezTo>
                  <a:lnTo>
                    <a:pt x="19857" y="0"/>
                  </a:lnTo>
                  <a:cubicBezTo>
                    <a:pt x="8897" y="0"/>
                    <a:pt x="0" y="8897"/>
                    <a:pt x="0" y="19857"/>
                  </a:cubicBezTo>
                  <a:lnTo>
                    <a:pt x="0" y="108067"/>
                  </a:lnTo>
                </a:path>
              </a:pathLst>
            </a:custGeom>
            <a:noFill/>
            <a:ln w="8472" cap="flat">
              <a:solidFill>
                <a:srgbClr val="17A3A3"/>
              </a:solidFill>
              <a:prstDash val="solid"/>
              <a:miter/>
            </a:ln>
          </p:spPr>
          <p:txBody>
            <a:bodyPr rtlCol="1" anchor="ctr"/>
            <a:lstStyle/>
            <a:p>
              <a:endParaRPr lang="ar-SA"/>
            </a:p>
          </p:txBody>
        </p:sp>
        <p:sp>
          <p:nvSpPr>
            <p:cNvPr id="10271" name="شكل حر: شكل 11446">
              <a:extLst>
                <a:ext uri="{FF2B5EF4-FFF2-40B4-BE49-F238E27FC236}">
                  <a16:creationId xmlns:a16="http://schemas.microsoft.com/office/drawing/2014/main" id="{26811057-BF28-924B-9440-D1D3FCF04256}"/>
                </a:ext>
              </a:extLst>
            </p:cNvPr>
            <p:cNvSpPr/>
            <p:nvPr/>
          </p:nvSpPr>
          <p:spPr>
            <a:xfrm>
              <a:off x="4674433" y="2008055"/>
              <a:ext cx="146113" cy="2824"/>
            </a:xfrm>
            <a:custGeom>
              <a:avLst/>
              <a:gdLst>
                <a:gd name="connsiteX0" fmla="*/ 0 w 146113"/>
                <a:gd name="connsiteY0" fmla="*/ 0 h 2824"/>
                <a:gd name="connsiteX1" fmla="*/ 146114 w 146113"/>
                <a:gd name="connsiteY1" fmla="*/ 0 h 2824"/>
              </a:gdLst>
              <a:ahLst/>
              <a:cxnLst>
                <a:cxn ang="0">
                  <a:pos x="connsiteX0" y="connsiteY0"/>
                </a:cxn>
                <a:cxn ang="0">
                  <a:pos x="connsiteX1" y="connsiteY1"/>
                </a:cxn>
              </a:cxnLst>
              <a:rect l="l" t="t" r="r" b="b"/>
              <a:pathLst>
                <a:path w="146113" h="2824">
                  <a:moveTo>
                    <a:pt x="0" y="0"/>
                  </a:moveTo>
                  <a:lnTo>
                    <a:pt x="146114" y="0"/>
                  </a:lnTo>
                </a:path>
              </a:pathLst>
            </a:custGeom>
            <a:ln w="8472" cap="flat">
              <a:solidFill>
                <a:srgbClr val="17A3A3"/>
              </a:solidFill>
              <a:prstDash val="solid"/>
              <a:miter/>
            </a:ln>
          </p:spPr>
          <p:txBody>
            <a:bodyPr rtlCol="1" anchor="ctr"/>
            <a:lstStyle/>
            <a:p>
              <a:endParaRPr lang="ar-SA"/>
            </a:p>
          </p:txBody>
        </p:sp>
        <p:grpSp>
          <p:nvGrpSpPr>
            <p:cNvPr id="10272" name="رسم 8014">
              <a:extLst>
                <a:ext uri="{FF2B5EF4-FFF2-40B4-BE49-F238E27FC236}">
                  <a16:creationId xmlns:a16="http://schemas.microsoft.com/office/drawing/2014/main" id="{9A181398-A691-C7EC-C82A-585CD15BE5BE}"/>
                </a:ext>
              </a:extLst>
            </p:cNvPr>
            <p:cNvGrpSpPr/>
            <p:nvPr/>
          </p:nvGrpSpPr>
          <p:grpSpPr>
            <a:xfrm>
              <a:off x="4562779" y="1930351"/>
              <a:ext cx="370100" cy="187521"/>
              <a:chOff x="4562779" y="1930351"/>
              <a:chExt cx="370100" cy="187521"/>
            </a:xfrm>
            <a:noFill/>
          </p:grpSpPr>
          <p:grpSp>
            <p:nvGrpSpPr>
              <p:cNvPr id="10274" name="رسم 8014">
                <a:extLst>
                  <a:ext uri="{FF2B5EF4-FFF2-40B4-BE49-F238E27FC236}">
                    <a16:creationId xmlns:a16="http://schemas.microsoft.com/office/drawing/2014/main" id="{711C9D48-B1C0-977F-9181-F6837E7D02E1}"/>
                  </a:ext>
                </a:extLst>
              </p:cNvPr>
              <p:cNvGrpSpPr/>
              <p:nvPr/>
            </p:nvGrpSpPr>
            <p:grpSpPr>
              <a:xfrm>
                <a:off x="4839346" y="1930351"/>
                <a:ext cx="93533" cy="187521"/>
                <a:chOff x="4839346" y="1930351"/>
                <a:chExt cx="93533" cy="187521"/>
              </a:xfrm>
              <a:noFill/>
            </p:grpSpPr>
            <p:grpSp>
              <p:nvGrpSpPr>
                <p:cNvPr id="10286" name="رسم 8014">
                  <a:extLst>
                    <a:ext uri="{FF2B5EF4-FFF2-40B4-BE49-F238E27FC236}">
                      <a16:creationId xmlns:a16="http://schemas.microsoft.com/office/drawing/2014/main" id="{63AA564A-8A53-38DC-7737-7520716F0AB2}"/>
                    </a:ext>
                  </a:extLst>
                </p:cNvPr>
                <p:cNvGrpSpPr/>
                <p:nvPr/>
              </p:nvGrpSpPr>
              <p:grpSpPr>
                <a:xfrm>
                  <a:off x="4839346" y="1930351"/>
                  <a:ext cx="93533" cy="144080"/>
                  <a:chOff x="4839346" y="1930351"/>
                  <a:chExt cx="93533" cy="144080"/>
                </a:xfrm>
                <a:noFill/>
              </p:grpSpPr>
              <p:sp>
                <p:nvSpPr>
                  <p:cNvPr id="10288" name="شكل حر: شكل 11450">
                    <a:extLst>
                      <a:ext uri="{FF2B5EF4-FFF2-40B4-BE49-F238E27FC236}">
                        <a16:creationId xmlns:a16="http://schemas.microsoft.com/office/drawing/2014/main" id="{CFD84E58-14AC-4C32-DE47-AABC9D103275}"/>
                      </a:ext>
                    </a:extLst>
                  </p:cNvPr>
                  <p:cNvSpPr/>
                  <p:nvPr/>
                </p:nvSpPr>
                <p:spPr>
                  <a:xfrm>
                    <a:off x="4864667" y="1930351"/>
                    <a:ext cx="17681" cy="71461"/>
                  </a:xfrm>
                  <a:custGeom>
                    <a:avLst/>
                    <a:gdLst>
                      <a:gd name="connsiteX0" fmla="*/ 17681 w 17681"/>
                      <a:gd name="connsiteY0" fmla="*/ 56971 h 71461"/>
                      <a:gd name="connsiteX1" fmla="*/ 17681 w 17681"/>
                      <a:gd name="connsiteY1" fmla="*/ 8841 h 71461"/>
                      <a:gd name="connsiteX2" fmla="*/ 8841 w 17681"/>
                      <a:gd name="connsiteY2" fmla="*/ 0 h 71461"/>
                      <a:gd name="connsiteX3" fmla="*/ 8841 w 17681"/>
                      <a:gd name="connsiteY3" fmla="*/ 0 h 71461"/>
                      <a:gd name="connsiteX4" fmla="*/ 0 w 17681"/>
                      <a:gd name="connsiteY4" fmla="*/ 8841 h 71461"/>
                      <a:gd name="connsiteX5" fmla="*/ 0 w 17681"/>
                      <a:gd name="connsiteY5" fmla="*/ 71461 h 71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1" h="71461">
                        <a:moveTo>
                          <a:pt x="17681" y="56971"/>
                        </a:moveTo>
                        <a:lnTo>
                          <a:pt x="17681" y="8841"/>
                        </a:lnTo>
                        <a:cubicBezTo>
                          <a:pt x="17681" y="3954"/>
                          <a:pt x="13727" y="0"/>
                          <a:pt x="8841" y="0"/>
                        </a:cubicBezTo>
                        <a:lnTo>
                          <a:pt x="8841" y="0"/>
                        </a:lnTo>
                        <a:cubicBezTo>
                          <a:pt x="3954" y="0"/>
                          <a:pt x="0" y="3954"/>
                          <a:pt x="0" y="8841"/>
                        </a:cubicBezTo>
                        <a:lnTo>
                          <a:pt x="0" y="71461"/>
                        </a:lnTo>
                      </a:path>
                    </a:pathLst>
                  </a:custGeom>
                  <a:noFill/>
                  <a:ln w="8472" cap="flat">
                    <a:solidFill>
                      <a:srgbClr val="01355A"/>
                    </a:solidFill>
                    <a:prstDash val="solid"/>
                    <a:miter/>
                  </a:ln>
                </p:spPr>
                <p:txBody>
                  <a:bodyPr rtlCol="1" anchor="ctr"/>
                  <a:lstStyle/>
                  <a:p>
                    <a:endParaRPr lang="ar-SA"/>
                  </a:p>
                </p:txBody>
              </p:sp>
              <p:sp>
                <p:nvSpPr>
                  <p:cNvPr id="10289" name="شكل حر: شكل 11451">
                    <a:extLst>
                      <a:ext uri="{FF2B5EF4-FFF2-40B4-BE49-F238E27FC236}">
                        <a16:creationId xmlns:a16="http://schemas.microsoft.com/office/drawing/2014/main" id="{0634A638-49CC-99A4-FE4E-BBA44AA1EEA7}"/>
                      </a:ext>
                    </a:extLst>
                  </p:cNvPr>
                  <p:cNvSpPr/>
                  <p:nvPr/>
                </p:nvSpPr>
                <p:spPr>
                  <a:xfrm>
                    <a:off x="4891189" y="1964783"/>
                    <a:ext cx="8840" cy="22540"/>
                  </a:xfrm>
                  <a:custGeom>
                    <a:avLst/>
                    <a:gdLst>
                      <a:gd name="connsiteX0" fmla="*/ 8841 w 8840"/>
                      <a:gd name="connsiteY0" fmla="*/ 22540 h 22540"/>
                      <a:gd name="connsiteX1" fmla="*/ 8841 w 8840"/>
                      <a:gd name="connsiteY1" fmla="*/ 8841 h 22540"/>
                      <a:gd name="connsiteX2" fmla="*/ 0 w 8840"/>
                      <a:gd name="connsiteY2" fmla="*/ 0 h 22540"/>
                      <a:gd name="connsiteX3" fmla="*/ 0 w 8840"/>
                      <a:gd name="connsiteY3" fmla="*/ 0 h 22540"/>
                    </a:gdLst>
                    <a:ahLst/>
                    <a:cxnLst>
                      <a:cxn ang="0">
                        <a:pos x="connsiteX0" y="connsiteY0"/>
                      </a:cxn>
                      <a:cxn ang="0">
                        <a:pos x="connsiteX1" y="connsiteY1"/>
                      </a:cxn>
                      <a:cxn ang="0">
                        <a:pos x="connsiteX2" y="connsiteY2"/>
                      </a:cxn>
                      <a:cxn ang="0">
                        <a:pos x="connsiteX3" y="connsiteY3"/>
                      </a:cxn>
                    </a:cxnLst>
                    <a:rect l="l" t="t" r="r" b="b"/>
                    <a:pathLst>
                      <a:path w="8840" h="22540">
                        <a:moveTo>
                          <a:pt x="8841" y="22540"/>
                        </a:moveTo>
                        <a:lnTo>
                          <a:pt x="8841" y="8841"/>
                        </a:lnTo>
                        <a:cubicBezTo>
                          <a:pt x="8841" y="3954"/>
                          <a:pt x="4887" y="0"/>
                          <a:pt x="0" y="0"/>
                        </a:cubicBezTo>
                        <a:lnTo>
                          <a:pt x="0" y="0"/>
                        </a:lnTo>
                      </a:path>
                    </a:pathLst>
                  </a:custGeom>
                  <a:noFill/>
                  <a:ln w="8472" cap="flat">
                    <a:solidFill>
                      <a:srgbClr val="01355A"/>
                    </a:solidFill>
                    <a:prstDash val="solid"/>
                    <a:miter/>
                  </a:ln>
                </p:spPr>
                <p:txBody>
                  <a:bodyPr rtlCol="1" anchor="ctr"/>
                  <a:lstStyle/>
                  <a:p>
                    <a:endParaRPr lang="ar-SA"/>
                  </a:p>
                </p:txBody>
              </p:sp>
              <p:sp>
                <p:nvSpPr>
                  <p:cNvPr id="10290" name="شكل حر: شكل 11452">
                    <a:extLst>
                      <a:ext uri="{FF2B5EF4-FFF2-40B4-BE49-F238E27FC236}">
                        <a16:creationId xmlns:a16="http://schemas.microsoft.com/office/drawing/2014/main" id="{61FCFB13-15CC-D9D9-831F-A32582BE4DD8}"/>
                      </a:ext>
                    </a:extLst>
                  </p:cNvPr>
                  <p:cNvSpPr/>
                  <p:nvPr/>
                </p:nvSpPr>
                <p:spPr>
                  <a:xfrm>
                    <a:off x="4908871" y="1970629"/>
                    <a:ext cx="8840" cy="16693"/>
                  </a:xfrm>
                  <a:custGeom>
                    <a:avLst/>
                    <a:gdLst>
                      <a:gd name="connsiteX0" fmla="*/ 8841 w 8840"/>
                      <a:gd name="connsiteY0" fmla="*/ 16693 h 16693"/>
                      <a:gd name="connsiteX1" fmla="*/ 8841 w 8840"/>
                      <a:gd name="connsiteY1" fmla="*/ 8841 h 16693"/>
                      <a:gd name="connsiteX2" fmla="*/ 0 w 8840"/>
                      <a:gd name="connsiteY2" fmla="*/ 0 h 16693"/>
                      <a:gd name="connsiteX3" fmla="*/ 0 w 8840"/>
                      <a:gd name="connsiteY3" fmla="*/ 0 h 16693"/>
                    </a:gdLst>
                    <a:ahLst/>
                    <a:cxnLst>
                      <a:cxn ang="0">
                        <a:pos x="connsiteX0" y="connsiteY0"/>
                      </a:cxn>
                      <a:cxn ang="0">
                        <a:pos x="connsiteX1" y="connsiteY1"/>
                      </a:cxn>
                      <a:cxn ang="0">
                        <a:pos x="connsiteX2" y="connsiteY2"/>
                      </a:cxn>
                      <a:cxn ang="0">
                        <a:pos x="connsiteX3" y="connsiteY3"/>
                      </a:cxn>
                    </a:cxnLst>
                    <a:rect l="l" t="t" r="r" b="b"/>
                    <a:pathLst>
                      <a:path w="8840" h="16693">
                        <a:moveTo>
                          <a:pt x="8841" y="16693"/>
                        </a:moveTo>
                        <a:lnTo>
                          <a:pt x="8841" y="8841"/>
                        </a:lnTo>
                        <a:cubicBezTo>
                          <a:pt x="8841" y="3954"/>
                          <a:pt x="4886" y="0"/>
                          <a:pt x="0" y="0"/>
                        </a:cubicBezTo>
                        <a:lnTo>
                          <a:pt x="0" y="0"/>
                        </a:lnTo>
                      </a:path>
                    </a:pathLst>
                  </a:custGeom>
                  <a:noFill/>
                  <a:ln w="8472" cap="flat">
                    <a:solidFill>
                      <a:srgbClr val="01355A"/>
                    </a:solidFill>
                    <a:prstDash val="solid"/>
                    <a:miter/>
                  </a:ln>
                </p:spPr>
                <p:txBody>
                  <a:bodyPr rtlCol="1" anchor="ctr"/>
                  <a:lstStyle/>
                  <a:p>
                    <a:endParaRPr lang="ar-SA"/>
                  </a:p>
                </p:txBody>
              </p:sp>
              <p:sp>
                <p:nvSpPr>
                  <p:cNvPr id="10291" name="شكل حر: شكل 11453">
                    <a:extLst>
                      <a:ext uri="{FF2B5EF4-FFF2-40B4-BE49-F238E27FC236}">
                        <a16:creationId xmlns:a16="http://schemas.microsoft.com/office/drawing/2014/main" id="{3F256F51-F960-82C9-4BDD-80F0FEBA987B}"/>
                      </a:ext>
                    </a:extLst>
                  </p:cNvPr>
                  <p:cNvSpPr/>
                  <p:nvPr/>
                </p:nvSpPr>
                <p:spPr>
                  <a:xfrm>
                    <a:off x="4920988" y="1980233"/>
                    <a:ext cx="11891" cy="94198"/>
                  </a:xfrm>
                  <a:custGeom>
                    <a:avLst/>
                    <a:gdLst>
                      <a:gd name="connsiteX0" fmla="*/ 56 w 11891"/>
                      <a:gd name="connsiteY0" fmla="*/ 94199 h 94198"/>
                      <a:gd name="connsiteX1" fmla="*/ 1017 w 11891"/>
                      <a:gd name="connsiteY1" fmla="*/ 74822 h 94198"/>
                      <a:gd name="connsiteX2" fmla="*/ 3474 w 11891"/>
                      <a:gd name="connsiteY2" fmla="*/ 65614 h 94198"/>
                      <a:gd name="connsiteX3" fmla="*/ 11835 w 11891"/>
                      <a:gd name="connsiteY3" fmla="*/ 16298 h 94198"/>
                      <a:gd name="connsiteX4" fmla="*/ 11891 w 11891"/>
                      <a:gd name="connsiteY4" fmla="*/ 8841 h 94198"/>
                      <a:gd name="connsiteX5" fmla="*/ 3050 w 11891"/>
                      <a:gd name="connsiteY5" fmla="*/ 0 h 94198"/>
                      <a:gd name="connsiteX6" fmla="*/ 3050 w 11891"/>
                      <a:gd name="connsiteY6" fmla="*/ 0 h 94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91" h="94198">
                        <a:moveTo>
                          <a:pt x="56" y="94199"/>
                        </a:moveTo>
                        <a:cubicBezTo>
                          <a:pt x="-283" y="77929"/>
                          <a:pt x="1017" y="74822"/>
                          <a:pt x="1017" y="74822"/>
                        </a:cubicBezTo>
                        <a:cubicBezTo>
                          <a:pt x="1017" y="74822"/>
                          <a:pt x="1808" y="70755"/>
                          <a:pt x="3474" y="65614"/>
                        </a:cubicBezTo>
                        <a:cubicBezTo>
                          <a:pt x="8615" y="49655"/>
                          <a:pt x="11383" y="33047"/>
                          <a:pt x="11835" y="16298"/>
                        </a:cubicBezTo>
                        <a:lnTo>
                          <a:pt x="11891" y="8841"/>
                        </a:lnTo>
                        <a:cubicBezTo>
                          <a:pt x="11891" y="3954"/>
                          <a:pt x="7937" y="0"/>
                          <a:pt x="3050" y="0"/>
                        </a:cubicBezTo>
                        <a:lnTo>
                          <a:pt x="3050" y="0"/>
                        </a:lnTo>
                      </a:path>
                    </a:pathLst>
                  </a:custGeom>
                  <a:noFill/>
                  <a:ln w="8472" cap="flat">
                    <a:solidFill>
                      <a:srgbClr val="01355A"/>
                    </a:solidFill>
                    <a:prstDash val="solid"/>
                    <a:miter/>
                  </a:ln>
                </p:spPr>
                <p:txBody>
                  <a:bodyPr rtlCol="1" anchor="ctr"/>
                  <a:lstStyle/>
                  <a:p>
                    <a:endParaRPr lang="ar-SA"/>
                  </a:p>
                </p:txBody>
              </p:sp>
              <p:sp>
                <p:nvSpPr>
                  <p:cNvPr id="10292" name="شكل حر: شكل 11454">
                    <a:extLst>
                      <a:ext uri="{FF2B5EF4-FFF2-40B4-BE49-F238E27FC236}">
                        <a16:creationId xmlns:a16="http://schemas.microsoft.com/office/drawing/2014/main" id="{FF5542F6-7FBA-B963-1A42-B86C2A7743FE}"/>
                      </a:ext>
                    </a:extLst>
                  </p:cNvPr>
                  <p:cNvSpPr/>
                  <p:nvPr/>
                </p:nvSpPr>
                <p:spPr>
                  <a:xfrm>
                    <a:off x="4839346" y="1975431"/>
                    <a:ext cx="28568" cy="99000"/>
                  </a:xfrm>
                  <a:custGeom>
                    <a:avLst/>
                    <a:gdLst>
                      <a:gd name="connsiteX0" fmla="*/ 9447 w 28568"/>
                      <a:gd name="connsiteY0" fmla="*/ 0 h 99000"/>
                      <a:gd name="connsiteX1" fmla="*/ 9447 w 28568"/>
                      <a:gd name="connsiteY1" fmla="*/ 0 h 99000"/>
                      <a:gd name="connsiteX2" fmla="*/ 578 w 28568"/>
                      <a:gd name="connsiteY2" fmla="*/ 5903 h 99000"/>
                      <a:gd name="connsiteX3" fmla="*/ 352 w 28568"/>
                      <a:gd name="connsiteY3" fmla="*/ 6722 h 99000"/>
                      <a:gd name="connsiteX4" fmla="*/ 1199 w 28568"/>
                      <a:gd name="connsiteY4" fmla="*/ 15592 h 99000"/>
                      <a:gd name="connsiteX5" fmla="*/ 4701 w 28568"/>
                      <a:gd name="connsiteY5" fmla="*/ 44345 h 99000"/>
                      <a:gd name="connsiteX6" fmla="*/ 9983 w 28568"/>
                      <a:gd name="connsiteY6" fmla="*/ 66631 h 99000"/>
                      <a:gd name="connsiteX7" fmla="*/ 19784 w 28568"/>
                      <a:gd name="connsiteY7" fmla="*/ 79737 h 99000"/>
                      <a:gd name="connsiteX8" fmla="*/ 28569 w 28568"/>
                      <a:gd name="connsiteY8" fmla="*/ 99000 h 9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568" h="99000">
                        <a:moveTo>
                          <a:pt x="9447" y="0"/>
                        </a:moveTo>
                        <a:lnTo>
                          <a:pt x="9447" y="0"/>
                        </a:lnTo>
                        <a:cubicBezTo>
                          <a:pt x="4221" y="0"/>
                          <a:pt x="1453" y="2966"/>
                          <a:pt x="578" y="5903"/>
                        </a:cubicBezTo>
                        <a:cubicBezTo>
                          <a:pt x="493" y="6157"/>
                          <a:pt x="436" y="6440"/>
                          <a:pt x="352" y="6722"/>
                        </a:cubicBezTo>
                        <a:cubicBezTo>
                          <a:pt x="-355" y="9688"/>
                          <a:pt x="41" y="12795"/>
                          <a:pt x="1199" y="15592"/>
                        </a:cubicBezTo>
                        <a:cubicBezTo>
                          <a:pt x="3289" y="20591"/>
                          <a:pt x="6509" y="30816"/>
                          <a:pt x="4701" y="44345"/>
                        </a:cubicBezTo>
                        <a:cubicBezTo>
                          <a:pt x="3656" y="52169"/>
                          <a:pt x="5521" y="60135"/>
                          <a:pt x="9983" y="66631"/>
                        </a:cubicBezTo>
                        <a:cubicBezTo>
                          <a:pt x="12836" y="70755"/>
                          <a:pt x="16225" y="75444"/>
                          <a:pt x="19784" y="79737"/>
                        </a:cubicBezTo>
                        <a:cubicBezTo>
                          <a:pt x="19784" y="79737"/>
                          <a:pt x="28569" y="88408"/>
                          <a:pt x="28569" y="99000"/>
                        </a:cubicBezTo>
                      </a:path>
                    </a:pathLst>
                  </a:custGeom>
                  <a:noFill/>
                  <a:ln w="8472" cap="flat">
                    <a:solidFill>
                      <a:srgbClr val="01355A"/>
                    </a:solidFill>
                    <a:prstDash val="solid"/>
                    <a:miter/>
                  </a:ln>
                </p:spPr>
                <p:txBody>
                  <a:bodyPr rtlCol="1" anchor="ctr"/>
                  <a:lstStyle/>
                  <a:p>
                    <a:endParaRPr lang="ar-SA"/>
                  </a:p>
                </p:txBody>
              </p:sp>
              <p:sp>
                <p:nvSpPr>
                  <p:cNvPr id="10293" name="شكل حر: شكل 11455">
                    <a:extLst>
                      <a:ext uri="{FF2B5EF4-FFF2-40B4-BE49-F238E27FC236}">
                        <a16:creationId xmlns:a16="http://schemas.microsoft.com/office/drawing/2014/main" id="{C14E8B98-3761-94DF-079F-1A794D86304E}"/>
                      </a:ext>
                    </a:extLst>
                  </p:cNvPr>
                  <p:cNvSpPr/>
                  <p:nvPr/>
                </p:nvSpPr>
                <p:spPr>
                  <a:xfrm>
                    <a:off x="4917712" y="1980205"/>
                    <a:ext cx="6326" cy="2824"/>
                  </a:xfrm>
                  <a:custGeom>
                    <a:avLst/>
                    <a:gdLst>
                      <a:gd name="connsiteX0" fmla="*/ 6327 w 6326"/>
                      <a:gd name="connsiteY0" fmla="*/ 0 h 2824"/>
                      <a:gd name="connsiteX1" fmla="*/ 0 w 6326"/>
                      <a:gd name="connsiteY1" fmla="*/ 0 h 2824"/>
                    </a:gdLst>
                    <a:ahLst/>
                    <a:cxnLst>
                      <a:cxn ang="0">
                        <a:pos x="connsiteX0" y="connsiteY0"/>
                      </a:cxn>
                      <a:cxn ang="0">
                        <a:pos x="connsiteX1" y="connsiteY1"/>
                      </a:cxn>
                    </a:cxnLst>
                    <a:rect l="l" t="t" r="r" b="b"/>
                    <a:pathLst>
                      <a:path w="6326" h="2824">
                        <a:moveTo>
                          <a:pt x="6327" y="0"/>
                        </a:moveTo>
                        <a:lnTo>
                          <a:pt x="0" y="0"/>
                        </a:lnTo>
                      </a:path>
                    </a:pathLst>
                  </a:custGeom>
                  <a:ln w="8472" cap="flat">
                    <a:solidFill>
                      <a:srgbClr val="01355A"/>
                    </a:solidFill>
                    <a:prstDash val="solid"/>
                    <a:miter/>
                  </a:ln>
                </p:spPr>
                <p:txBody>
                  <a:bodyPr rtlCol="1" anchor="ctr"/>
                  <a:lstStyle/>
                  <a:p>
                    <a:endParaRPr lang="ar-SA"/>
                  </a:p>
                </p:txBody>
              </p:sp>
              <p:sp>
                <p:nvSpPr>
                  <p:cNvPr id="10294" name="شكل حر: شكل 11456">
                    <a:extLst>
                      <a:ext uri="{FF2B5EF4-FFF2-40B4-BE49-F238E27FC236}">
                        <a16:creationId xmlns:a16="http://schemas.microsoft.com/office/drawing/2014/main" id="{92C12A3B-C3C2-ADB7-D026-DB9ED426A090}"/>
                      </a:ext>
                    </a:extLst>
                  </p:cNvPr>
                  <p:cNvSpPr/>
                  <p:nvPr/>
                </p:nvSpPr>
                <p:spPr>
                  <a:xfrm>
                    <a:off x="4899493" y="1970629"/>
                    <a:ext cx="9377" cy="2824"/>
                  </a:xfrm>
                  <a:custGeom>
                    <a:avLst/>
                    <a:gdLst>
                      <a:gd name="connsiteX0" fmla="*/ 9377 w 9377"/>
                      <a:gd name="connsiteY0" fmla="*/ 0 h 2824"/>
                      <a:gd name="connsiteX1" fmla="*/ 0 w 9377"/>
                      <a:gd name="connsiteY1" fmla="*/ 0 h 2824"/>
                    </a:gdLst>
                    <a:ahLst/>
                    <a:cxnLst>
                      <a:cxn ang="0">
                        <a:pos x="connsiteX0" y="connsiteY0"/>
                      </a:cxn>
                      <a:cxn ang="0">
                        <a:pos x="connsiteX1" y="connsiteY1"/>
                      </a:cxn>
                    </a:cxnLst>
                    <a:rect l="l" t="t" r="r" b="b"/>
                    <a:pathLst>
                      <a:path w="9377" h="2824">
                        <a:moveTo>
                          <a:pt x="9377" y="0"/>
                        </a:moveTo>
                        <a:lnTo>
                          <a:pt x="0" y="0"/>
                        </a:lnTo>
                      </a:path>
                    </a:pathLst>
                  </a:custGeom>
                  <a:ln w="8472" cap="flat">
                    <a:solidFill>
                      <a:srgbClr val="01355A"/>
                    </a:solidFill>
                    <a:prstDash val="solid"/>
                    <a:miter/>
                  </a:ln>
                </p:spPr>
                <p:txBody>
                  <a:bodyPr rtlCol="1" anchor="ctr"/>
                  <a:lstStyle/>
                  <a:p>
                    <a:endParaRPr lang="ar-SA"/>
                  </a:p>
                </p:txBody>
              </p:sp>
              <p:sp>
                <p:nvSpPr>
                  <p:cNvPr id="10295" name="شكل حر: شكل 11457">
                    <a:extLst>
                      <a:ext uri="{FF2B5EF4-FFF2-40B4-BE49-F238E27FC236}">
                        <a16:creationId xmlns:a16="http://schemas.microsoft.com/office/drawing/2014/main" id="{49E2B637-5A07-7AAF-51C9-AEBDFF245DC1}"/>
                      </a:ext>
                    </a:extLst>
                  </p:cNvPr>
                  <p:cNvSpPr/>
                  <p:nvPr/>
                </p:nvSpPr>
                <p:spPr>
                  <a:xfrm>
                    <a:off x="4882348" y="1964783"/>
                    <a:ext cx="8840" cy="2824"/>
                  </a:xfrm>
                  <a:custGeom>
                    <a:avLst/>
                    <a:gdLst>
                      <a:gd name="connsiteX0" fmla="*/ 8841 w 8840"/>
                      <a:gd name="connsiteY0" fmla="*/ 0 h 2824"/>
                      <a:gd name="connsiteX1" fmla="*/ 0 w 8840"/>
                      <a:gd name="connsiteY1" fmla="*/ 0 h 2824"/>
                    </a:gdLst>
                    <a:ahLst/>
                    <a:cxnLst>
                      <a:cxn ang="0">
                        <a:pos x="connsiteX0" y="connsiteY0"/>
                      </a:cxn>
                      <a:cxn ang="0">
                        <a:pos x="connsiteX1" y="connsiteY1"/>
                      </a:cxn>
                    </a:cxnLst>
                    <a:rect l="l" t="t" r="r" b="b"/>
                    <a:pathLst>
                      <a:path w="8840" h="2824">
                        <a:moveTo>
                          <a:pt x="8841" y="0"/>
                        </a:moveTo>
                        <a:lnTo>
                          <a:pt x="0" y="0"/>
                        </a:lnTo>
                      </a:path>
                    </a:pathLst>
                  </a:custGeom>
                  <a:ln w="8472" cap="flat">
                    <a:solidFill>
                      <a:srgbClr val="01355A"/>
                    </a:solidFill>
                    <a:prstDash val="solid"/>
                    <a:miter/>
                  </a:ln>
                </p:spPr>
                <p:txBody>
                  <a:bodyPr rtlCol="1" anchor="ctr"/>
                  <a:lstStyle/>
                  <a:p>
                    <a:endParaRPr lang="ar-SA"/>
                  </a:p>
                </p:txBody>
              </p:sp>
            </p:grpSp>
            <p:sp>
              <p:nvSpPr>
                <p:cNvPr id="10287" name="شكل حر: شكل 11458">
                  <a:extLst>
                    <a:ext uri="{FF2B5EF4-FFF2-40B4-BE49-F238E27FC236}">
                      <a16:creationId xmlns:a16="http://schemas.microsoft.com/office/drawing/2014/main" id="{41A980F7-C169-BCE1-50A0-712634376233}"/>
                    </a:ext>
                  </a:extLst>
                </p:cNvPr>
                <p:cNvSpPr/>
                <p:nvPr/>
              </p:nvSpPr>
              <p:spPr>
                <a:xfrm>
                  <a:off x="4857972" y="2074431"/>
                  <a:ext cx="73071" cy="43441"/>
                </a:xfrm>
                <a:custGeom>
                  <a:avLst/>
                  <a:gdLst>
                    <a:gd name="connsiteX0" fmla="*/ 0 w 73071"/>
                    <a:gd name="connsiteY0" fmla="*/ 43442 h 43441"/>
                    <a:gd name="connsiteX1" fmla="*/ 0 w 73071"/>
                    <a:gd name="connsiteY1" fmla="*/ 5000 h 43441"/>
                    <a:gd name="connsiteX2" fmla="*/ 5000 w 73071"/>
                    <a:gd name="connsiteY2" fmla="*/ 0 h 43441"/>
                    <a:gd name="connsiteX3" fmla="*/ 68072 w 73071"/>
                    <a:gd name="connsiteY3" fmla="*/ 0 h 43441"/>
                    <a:gd name="connsiteX4" fmla="*/ 73071 w 73071"/>
                    <a:gd name="connsiteY4" fmla="*/ 5000 h 43441"/>
                    <a:gd name="connsiteX5" fmla="*/ 73071 w 73071"/>
                    <a:gd name="connsiteY5" fmla="*/ 43442 h 43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71" h="43441">
                      <a:moveTo>
                        <a:pt x="0" y="43442"/>
                      </a:moveTo>
                      <a:lnTo>
                        <a:pt x="0" y="5000"/>
                      </a:lnTo>
                      <a:cubicBezTo>
                        <a:pt x="0" y="2231"/>
                        <a:pt x="2232" y="0"/>
                        <a:pt x="5000" y="0"/>
                      </a:cubicBezTo>
                      <a:lnTo>
                        <a:pt x="68072" y="0"/>
                      </a:lnTo>
                      <a:cubicBezTo>
                        <a:pt x="70840" y="0"/>
                        <a:pt x="73071" y="2231"/>
                        <a:pt x="73071" y="5000"/>
                      </a:cubicBezTo>
                      <a:lnTo>
                        <a:pt x="73071" y="43442"/>
                      </a:lnTo>
                    </a:path>
                  </a:pathLst>
                </a:custGeom>
                <a:noFill/>
                <a:ln w="8472" cap="flat">
                  <a:solidFill>
                    <a:srgbClr val="01355A"/>
                  </a:solidFill>
                  <a:prstDash val="solid"/>
                  <a:miter/>
                </a:ln>
              </p:spPr>
              <p:txBody>
                <a:bodyPr rtlCol="1" anchor="ctr"/>
                <a:lstStyle/>
                <a:p>
                  <a:endParaRPr lang="ar-SA"/>
                </a:p>
              </p:txBody>
            </p:sp>
          </p:grpSp>
          <p:grpSp>
            <p:nvGrpSpPr>
              <p:cNvPr id="10275" name="رسم 8014">
                <a:extLst>
                  <a:ext uri="{FF2B5EF4-FFF2-40B4-BE49-F238E27FC236}">
                    <a16:creationId xmlns:a16="http://schemas.microsoft.com/office/drawing/2014/main" id="{A4F2D64E-8AF3-0566-16C6-D86E8CFF8030}"/>
                  </a:ext>
                </a:extLst>
              </p:cNvPr>
              <p:cNvGrpSpPr/>
              <p:nvPr/>
            </p:nvGrpSpPr>
            <p:grpSpPr>
              <a:xfrm>
                <a:off x="4562779" y="1930351"/>
                <a:ext cx="93533" cy="187521"/>
                <a:chOff x="4562779" y="1930351"/>
                <a:chExt cx="93533" cy="187521"/>
              </a:xfrm>
              <a:noFill/>
            </p:grpSpPr>
            <p:grpSp>
              <p:nvGrpSpPr>
                <p:cNvPr id="10276" name="رسم 8014">
                  <a:extLst>
                    <a:ext uri="{FF2B5EF4-FFF2-40B4-BE49-F238E27FC236}">
                      <a16:creationId xmlns:a16="http://schemas.microsoft.com/office/drawing/2014/main" id="{558662B3-8AB1-CFD1-1CEF-C3AEEE34F2F7}"/>
                    </a:ext>
                  </a:extLst>
                </p:cNvPr>
                <p:cNvGrpSpPr/>
                <p:nvPr/>
              </p:nvGrpSpPr>
              <p:grpSpPr>
                <a:xfrm>
                  <a:off x="4562779" y="1930351"/>
                  <a:ext cx="93533" cy="144080"/>
                  <a:chOff x="4562779" y="1930351"/>
                  <a:chExt cx="93533" cy="144080"/>
                </a:xfrm>
                <a:noFill/>
              </p:grpSpPr>
              <p:sp>
                <p:nvSpPr>
                  <p:cNvPr id="10278" name="شكل حر: شكل 11461">
                    <a:extLst>
                      <a:ext uri="{FF2B5EF4-FFF2-40B4-BE49-F238E27FC236}">
                        <a16:creationId xmlns:a16="http://schemas.microsoft.com/office/drawing/2014/main" id="{A39FDB51-5091-3A9B-AFFD-6233A4099388}"/>
                      </a:ext>
                    </a:extLst>
                  </p:cNvPr>
                  <p:cNvSpPr/>
                  <p:nvPr/>
                </p:nvSpPr>
                <p:spPr>
                  <a:xfrm>
                    <a:off x="4613310" y="1930351"/>
                    <a:ext cx="17681" cy="71461"/>
                  </a:xfrm>
                  <a:custGeom>
                    <a:avLst/>
                    <a:gdLst>
                      <a:gd name="connsiteX0" fmla="*/ 0 w 17681"/>
                      <a:gd name="connsiteY0" fmla="*/ 56971 h 71461"/>
                      <a:gd name="connsiteX1" fmla="*/ 0 w 17681"/>
                      <a:gd name="connsiteY1" fmla="*/ 8841 h 71461"/>
                      <a:gd name="connsiteX2" fmla="*/ 8841 w 17681"/>
                      <a:gd name="connsiteY2" fmla="*/ 0 h 71461"/>
                      <a:gd name="connsiteX3" fmla="*/ 8841 w 17681"/>
                      <a:gd name="connsiteY3" fmla="*/ 0 h 71461"/>
                      <a:gd name="connsiteX4" fmla="*/ 17682 w 17681"/>
                      <a:gd name="connsiteY4" fmla="*/ 8841 h 71461"/>
                      <a:gd name="connsiteX5" fmla="*/ 17682 w 17681"/>
                      <a:gd name="connsiteY5" fmla="*/ 71461 h 71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681" h="71461">
                        <a:moveTo>
                          <a:pt x="0" y="56971"/>
                        </a:moveTo>
                        <a:lnTo>
                          <a:pt x="0" y="8841"/>
                        </a:lnTo>
                        <a:cubicBezTo>
                          <a:pt x="0" y="3954"/>
                          <a:pt x="3954" y="0"/>
                          <a:pt x="8841" y="0"/>
                        </a:cubicBezTo>
                        <a:lnTo>
                          <a:pt x="8841" y="0"/>
                        </a:lnTo>
                        <a:cubicBezTo>
                          <a:pt x="13728" y="0"/>
                          <a:pt x="17682" y="3954"/>
                          <a:pt x="17682" y="8841"/>
                        </a:cubicBezTo>
                        <a:lnTo>
                          <a:pt x="17682" y="71461"/>
                        </a:lnTo>
                      </a:path>
                    </a:pathLst>
                  </a:custGeom>
                  <a:noFill/>
                  <a:ln w="8472" cap="flat">
                    <a:solidFill>
                      <a:srgbClr val="01355A"/>
                    </a:solidFill>
                    <a:prstDash val="solid"/>
                    <a:miter/>
                  </a:ln>
                </p:spPr>
                <p:txBody>
                  <a:bodyPr rtlCol="1" anchor="ctr"/>
                  <a:lstStyle/>
                  <a:p>
                    <a:endParaRPr lang="ar-SA"/>
                  </a:p>
                </p:txBody>
              </p:sp>
              <p:sp>
                <p:nvSpPr>
                  <p:cNvPr id="10279" name="شكل حر: شكل 11462">
                    <a:extLst>
                      <a:ext uri="{FF2B5EF4-FFF2-40B4-BE49-F238E27FC236}">
                        <a16:creationId xmlns:a16="http://schemas.microsoft.com/office/drawing/2014/main" id="{35CE2056-CD21-B153-EF1A-142B440A62C3}"/>
                      </a:ext>
                    </a:extLst>
                  </p:cNvPr>
                  <p:cNvSpPr/>
                  <p:nvPr/>
                </p:nvSpPr>
                <p:spPr>
                  <a:xfrm>
                    <a:off x="4595629" y="1964783"/>
                    <a:ext cx="8840" cy="22540"/>
                  </a:xfrm>
                  <a:custGeom>
                    <a:avLst/>
                    <a:gdLst>
                      <a:gd name="connsiteX0" fmla="*/ 0 w 8840"/>
                      <a:gd name="connsiteY0" fmla="*/ 22540 h 22540"/>
                      <a:gd name="connsiteX1" fmla="*/ 0 w 8840"/>
                      <a:gd name="connsiteY1" fmla="*/ 8841 h 22540"/>
                      <a:gd name="connsiteX2" fmla="*/ 8841 w 8840"/>
                      <a:gd name="connsiteY2" fmla="*/ 0 h 22540"/>
                      <a:gd name="connsiteX3" fmla="*/ 8841 w 8840"/>
                      <a:gd name="connsiteY3" fmla="*/ 0 h 22540"/>
                    </a:gdLst>
                    <a:ahLst/>
                    <a:cxnLst>
                      <a:cxn ang="0">
                        <a:pos x="connsiteX0" y="connsiteY0"/>
                      </a:cxn>
                      <a:cxn ang="0">
                        <a:pos x="connsiteX1" y="connsiteY1"/>
                      </a:cxn>
                      <a:cxn ang="0">
                        <a:pos x="connsiteX2" y="connsiteY2"/>
                      </a:cxn>
                      <a:cxn ang="0">
                        <a:pos x="connsiteX3" y="connsiteY3"/>
                      </a:cxn>
                    </a:cxnLst>
                    <a:rect l="l" t="t" r="r" b="b"/>
                    <a:pathLst>
                      <a:path w="8840" h="22540">
                        <a:moveTo>
                          <a:pt x="0" y="22540"/>
                        </a:moveTo>
                        <a:lnTo>
                          <a:pt x="0" y="8841"/>
                        </a:lnTo>
                        <a:cubicBezTo>
                          <a:pt x="0" y="3954"/>
                          <a:pt x="3954" y="0"/>
                          <a:pt x="8841" y="0"/>
                        </a:cubicBezTo>
                        <a:lnTo>
                          <a:pt x="8841" y="0"/>
                        </a:lnTo>
                      </a:path>
                    </a:pathLst>
                  </a:custGeom>
                  <a:noFill/>
                  <a:ln w="8472" cap="flat">
                    <a:solidFill>
                      <a:srgbClr val="01355A"/>
                    </a:solidFill>
                    <a:prstDash val="solid"/>
                    <a:miter/>
                  </a:ln>
                </p:spPr>
                <p:txBody>
                  <a:bodyPr rtlCol="1" anchor="ctr"/>
                  <a:lstStyle/>
                  <a:p>
                    <a:endParaRPr lang="ar-SA"/>
                  </a:p>
                </p:txBody>
              </p:sp>
              <p:sp>
                <p:nvSpPr>
                  <p:cNvPr id="10280" name="شكل حر: شكل 11463">
                    <a:extLst>
                      <a:ext uri="{FF2B5EF4-FFF2-40B4-BE49-F238E27FC236}">
                        <a16:creationId xmlns:a16="http://schemas.microsoft.com/office/drawing/2014/main" id="{3A4D805F-1470-D5D7-CE05-28CFCEBC4045}"/>
                      </a:ext>
                    </a:extLst>
                  </p:cNvPr>
                  <p:cNvSpPr/>
                  <p:nvPr/>
                </p:nvSpPr>
                <p:spPr>
                  <a:xfrm>
                    <a:off x="4577947" y="1970629"/>
                    <a:ext cx="8840" cy="16693"/>
                  </a:xfrm>
                  <a:custGeom>
                    <a:avLst/>
                    <a:gdLst>
                      <a:gd name="connsiteX0" fmla="*/ 0 w 8840"/>
                      <a:gd name="connsiteY0" fmla="*/ 16693 h 16693"/>
                      <a:gd name="connsiteX1" fmla="*/ 0 w 8840"/>
                      <a:gd name="connsiteY1" fmla="*/ 8841 h 16693"/>
                      <a:gd name="connsiteX2" fmla="*/ 8841 w 8840"/>
                      <a:gd name="connsiteY2" fmla="*/ 0 h 16693"/>
                      <a:gd name="connsiteX3" fmla="*/ 8841 w 8840"/>
                      <a:gd name="connsiteY3" fmla="*/ 0 h 16693"/>
                    </a:gdLst>
                    <a:ahLst/>
                    <a:cxnLst>
                      <a:cxn ang="0">
                        <a:pos x="connsiteX0" y="connsiteY0"/>
                      </a:cxn>
                      <a:cxn ang="0">
                        <a:pos x="connsiteX1" y="connsiteY1"/>
                      </a:cxn>
                      <a:cxn ang="0">
                        <a:pos x="connsiteX2" y="connsiteY2"/>
                      </a:cxn>
                      <a:cxn ang="0">
                        <a:pos x="connsiteX3" y="connsiteY3"/>
                      </a:cxn>
                    </a:cxnLst>
                    <a:rect l="l" t="t" r="r" b="b"/>
                    <a:pathLst>
                      <a:path w="8840" h="16693">
                        <a:moveTo>
                          <a:pt x="0" y="16693"/>
                        </a:moveTo>
                        <a:lnTo>
                          <a:pt x="0" y="8841"/>
                        </a:lnTo>
                        <a:cubicBezTo>
                          <a:pt x="0" y="3954"/>
                          <a:pt x="3954" y="0"/>
                          <a:pt x="8841" y="0"/>
                        </a:cubicBezTo>
                        <a:lnTo>
                          <a:pt x="8841" y="0"/>
                        </a:lnTo>
                      </a:path>
                    </a:pathLst>
                  </a:custGeom>
                  <a:noFill/>
                  <a:ln w="8472" cap="flat">
                    <a:solidFill>
                      <a:srgbClr val="01355A"/>
                    </a:solidFill>
                    <a:prstDash val="solid"/>
                    <a:miter/>
                  </a:ln>
                </p:spPr>
                <p:txBody>
                  <a:bodyPr rtlCol="1" anchor="ctr"/>
                  <a:lstStyle/>
                  <a:p>
                    <a:endParaRPr lang="ar-SA"/>
                  </a:p>
                </p:txBody>
              </p:sp>
              <p:sp>
                <p:nvSpPr>
                  <p:cNvPr id="10281" name="شكل حر: شكل 11464">
                    <a:extLst>
                      <a:ext uri="{FF2B5EF4-FFF2-40B4-BE49-F238E27FC236}">
                        <a16:creationId xmlns:a16="http://schemas.microsoft.com/office/drawing/2014/main" id="{27B9B0E0-2948-1596-364C-FFE66C1308F5}"/>
                      </a:ext>
                    </a:extLst>
                  </p:cNvPr>
                  <p:cNvSpPr/>
                  <p:nvPr/>
                </p:nvSpPr>
                <p:spPr>
                  <a:xfrm>
                    <a:off x="4562779" y="1980233"/>
                    <a:ext cx="11891" cy="94198"/>
                  </a:xfrm>
                  <a:custGeom>
                    <a:avLst/>
                    <a:gdLst>
                      <a:gd name="connsiteX0" fmla="*/ 11835 w 11891"/>
                      <a:gd name="connsiteY0" fmla="*/ 94199 h 94198"/>
                      <a:gd name="connsiteX1" fmla="*/ 10874 w 11891"/>
                      <a:gd name="connsiteY1" fmla="*/ 74822 h 94198"/>
                      <a:gd name="connsiteX2" fmla="*/ 8417 w 11891"/>
                      <a:gd name="connsiteY2" fmla="*/ 65614 h 94198"/>
                      <a:gd name="connsiteX3" fmla="*/ 56 w 11891"/>
                      <a:gd name="connsiteY3" fmla="*/ 16298 h 94198"/>
                      <a:gd name="connsiteX4" fmla="*/ 0 w 11891"/>
                      <a:gd name="connsiteY4" fmla="*/ 8841 h 94198"/>
                      <a:gd name="connsiteX5" fmla="*/ 8841 w 11891"/>
                      <a:gd name="connsiteY5" fmla="*/ 0 h 94198"/>
                      <a:gd name="connsiteX6" fmla="*/ 8841 w 11891"/>
                      <a:gd name="connsiteY6" fmla="*/ 0 h 94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91" h="94198">
                        <a:moveTo>
                          <a:pt x="11835" y="94199"/>
                        </a:moveTo>
                        <a:cubicBezTo>
                          <a:pt x="12174" y="77929"/>
                          <a:pt x="10874" y="74822"/>
                          <a:pt x="10874" y="74822"/>
                        </a:cubicBezTo>
                        <a:cubicBezTo>
                          <a:pt x="10874" y="74822"/>
                          <a:pt x="10083" y="70755"/>
                          <a:pt x="8417" y="65614"/>
                        </a:cubicBezTo>
                        <a:cubicBezTo>
                          <a:pt x="3276" y="49655"/>
                          <a:pt x="508" y="33047"/>
                          <a:pt x="56" y="16298"/>
                        </a:cubicBezTo>
                        <a:lnTo>
                          <a:pt x="0" y="8841"/>
                        </a:lnTo>
                        <a:cubicBezTo>
                          <a:pt x="0" y="3954"/>
                          <a:pt x="3954" y="0"/>
                          <a:pt x="8841" y="0"/>
                        </a:cubicBezTo>
                        <a:lnTo>
                          <a:pt x="8841" y="0"/>
                        </a:lnTo>
                      </a:path>
                    </a:pathLst>
                  </a:custGeom>
                  <a:noFill/>
                  <a:ln w="8472" cap="flat">
                    <a:solidFill>
                      <a:srgbClr val="01355A"/>
                    </a:solidFill>
                    <a:prstDash val="solid"/>
                    <a:miter/>
                  </a:ln>
                </p:spPr>
                <p:txBody>
                  <a:bodyPr rtlCol="1" anchor="ctr"/>
                  <a:lstStyle/>
                  <a:p>
                    <a:endParaRPr lang="ar-SA"/>
                  </a:p>
                </p:txBody>
              </p:sp>
              <p:sp>
                <p:nvSpPr>
                  <p:cNvPr id="10282" name="شكل حر: شكل 11465">
                    <a:extLst>
                      <a:ext uri="{FF2B5EF4-FFF2-40B4-BE49-F238E27FC236}">
                        <a16:creationId xmlns:a16="http://schemas.microsoft.com/office/drawing/2014/main" id="{75BBE862-E9BB-EFBD-8CD4-F1DBC06FDAC2}"/>
                      </a:ext>
                    </a:extLst>
                  </p:cNvPr>
                  <p:cNvSpPr/>
                  <p:nvPr/>
                </p:nvSpPr>
                <p:spPr>
                  <a:xfrm>
                    <a:off x="4627744" y="1975431"/>
                    <a:ext cx="28568" cy="99000"/>
                  </a:xfrm>
                  <a:custGeom>
                    <a:avLst/>
                    <a:gdLst>
                      <a:gd name="connsiteX0" fmla="*/ 19122 w 28568"/>
                      <a:gd name="connsiteY0" fmla="*/ 0 h 99000"/>
                      <a:gd name="connsiteX1" fmla="*/ 19122 w 28568"/>
                      <a:gd name="connsiteY1" fmla="*/ 0 h 99000"/>
                      <a:gd name="connsiteX2" fmla="*/ 27991 w 28568"/>
                      <a:gd name="connsiteY2" fmla="*/ 5903 h 99000"/>
                      <a:gd name="connsiteX3" fmla="*/ 28217 w 28568"/>
                      <a:gd name="connsiteY3" fmla="*/ 6722 h 99000"/>
                      <a:gd name="connsiteX4" fmla="*/ 27370 w 28568"/>
                      <a:gd name="connsiteY4" fmla="*/ 15592 h 99000"/>
                      <a:gd name="connsiteX5" fmla="*/ 23867 w 28568"/>
                      <a:gd name="connsiteY5" fmla="*/ 44345 h 99000"/>
                      <a:gd name="connsiteX6" fmla="*/ 18585 w 28568"/>
                      <a:gd name="connsiteY6" fmla="*/ 66631 h 99000"/>
                      <a:gd name="connsiteX7" fmla="*/ 8784 w 28568"/>
                      <a:gd name="connsiteY7" fmla="*/ 79737 h 99000"/>
                      <a:gd name="connsiteX8" fmla="*/ 0 w 28568"/>
                      <a:gd name="connsiteY8" fmla="*/ 99000 h 9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568" h="99000">
                        <a:moveTo>
                          <a:pt x="19122" y="0"/>
                        </a:moveTo>
                        <a:lnTo>
                          <a:pt x="19122" y="0"/>
                        </a:lnTo>
                        <a:cubicBezTo>
                          <a:pt x="24348" y="0"/>
                          <a:pt x="27116" y="2966"/>
                          <a:pt x="27991" y="5903"/>
                        </a:cubicBezTo>
                        <a:cubicBezTo>
                          <a:pt x="28076" y="6157"/>
                          <a:pt x="28132" y="6440"/>
                          <a:pt x="28217" y="6722"/>
                        </a:cubicBezTo>
                        <a:cubicBezTo>
                          <a:pt x="28923" y="9688"/>
                          <a:pt x="28528" y="12795"/>
                          <a:pt x="27370" y="15592"/>
                        </a:cubicBezTo>
                        <a:cubicBezTo>
                          <a:pt x="25280" y="20591"/>
                          <a:pt x="22060" y="30816"/>
                          <a:pt x="23867" y="44345"/>
                        </a:cubicBezTo>
                        <a:cubicBezTo>
                          <a:pt x="24912" y="52169"/>
                          <a:pt x="23048" y="60135"/>
                          <a:pt x="18585" y="66631"/>
                        </a:cubicBezTo>
                        <a:cubicBezTo>
                          <a:pt x="15733" y="70755"/>
                          <a:pt x="12343" y="75444"/>
                          <a:pt x="8784" y="79737"/>
                        </a:cubicBezTo>
                        <a:cubicBezTo>
                          <a:pt x="8784" y="79737"/>
                          <a:pt x="0" y="88408"/>
                          <a:pt x="0" y="99000"/>
                        </a:cubicBezTo>
                      </a:path>
                    </a:pathLst>
                  </a:custGeom>
                  <a:noFill/>
                  <a:ln w="8472" cap="flat">
                    <a:solidFill>
                      <a:srgbClr val="01355A"/>
                    </a:solidFill>
                    <a:prstDash val="solid"/>
                    <a:miter/>
                  </a:ln>
                </p:spPr>
                <p:txBody>
                  <a:bodyPr rtlCol="1" anchor="ctr"/>
                  <a:lstStyle/>
                  <a:p>
                    <a:endParaRPr lang="ar-SA"/>
                  </a:p>
                </p:txBody>
              </p:sp>
              <p:sp>
                <p:nvSpPr>
                  <p:cNvPr id="10283" name="شكل حر: شكل 11466">
                    <a:extLst>
                      <a:ext uri="{FF2B5EF4-FFF2-40B4-BE49-F238E27FC236}">
                        <a16:creationId xmlns:a16="http://schemas.microsoft.com/office/drawing/2014/main" id="{6FE92410-6C91-7CF5-0C84-44C261B7292F}"/>
                      </a:ext>
                    </a:extLst>
                  </p:cNvPr>
                  <p:cNvSpPr/>
                  <p:nvPr/>
                </p:nvSpPr>
                <p:spPr>
                  <a:xfrm>
                    <a:off x="4571620" y="1980205"/>
                    <a:ext cx="6326" cy="2824"/>
                  </a:xfrm>
                  <a:custGeom>
                    <a:avLst/>
                    <a:gdLst>
                      <a:gd name="connsiteX0" fmla="*/ 0 w 6326"/>
                      <a:gd name="connsiteY0" fmla="*/ 0 h 2824"/>
                      <a:gd name="connsiteX1" fmla="*/ 6327 w 6326"/>
                      <a:gd name="connsiteY1" fmla="*/ 0 h 2824"/>
                    </a:gdLst>
                    <a:ahLst/>
                    <a:cxnLst>
                      <a:cxn ang="0">
                        <a:pos x="connsiteX0" y="connsiteY0"/>
                      </a:cxn>
                      <a:cxn ang="0">
                        <a:pos x="connsiteX1" y="connsiteY1"/>
                      </a:cxn>
                    </a:cxnLst>
                    <a:rect l="l" t="t" r="r" b="b"/>
                    <a:pathLst>
                      <a:path w="6326" h="2824">
                        <a:moveTo>
                          <a:pt x="0" y="0"/>
                        </a:moveTo>
                        <a:lnTo>
                          <a:pt x="6327" y="0"/>
                        </a:lnTo>
                      </a:path>
                    </a:pathLst>
                  </a:custGeom>
                  <a:ln w="8472" cap="flat">
                    <a:solidFill>
                      <a:srgbClr val="01355A"/>
                    </a:solidFill>
                    <a:prstDash val="solid"/>
                    <a:miter/>
                  </a:ln>
                </p:spPr>
                <p:txBody>
                  <a:bodyPr rtlCol="1" anchor="ctr"/>
                  <a:lstStyle/>
                  <a:p>
                    <a:endParaRPr lang="ar-SA"/>
                  </a:p>
                </p:txBody>
              </p:sp>
              <p:sp>
                <p:nvSpPr>
                  <p:cNvPr id="10284" name="شكل حر: شكل 11467">
                    <a:extLst>
                      <a:ext uri="{FF2B5EF4-FFF2-40B4-BE49-F238E27FC236}">
                        <a16:creationId xmlns:a16="http://schemas.microsoft.com/office/drawing/2014/main" id="{74F29679-5D07-3C60-98F1-B8338B907650}"/>
                      </a:ext>
                    </a:extLst>
                  </p:cNvPr>
                  <p:cNvSpPr/>
                  <p:nvPr/>
                </p:nvSpPr>
                <p:spPr>
                  <a:xfrm>
                    <a:off x="4586788" y="1970629"/>
                    <a:ext cx="9377" cy="2824"/>
                  </a:xfrm>
                  <a:custGeom>
                    <a:avLst/>
                    <a:gdLst>
                      <a:gd name="connsiteX0" fmla="*/ 0 w 9377"/>
                      <a:gd name="connsiteY0" fmla="*/ 0 h 2824"/>
                      <a:gd name="connsiteX1" fmla="*/ 9377 w 9377"/>
                      <a:gd name="connsiteY1" fmla="*/ 0 h 2824"/>
                    </a:gdLst>
                    <a:ahLst/>
                    <a:cxnLst>
                      <a:cxn ang="0">
                        <a:pos x="connsiteX0" y="connsiteY0"/>
                      </a:cxn>
                      <a:cxn ang="0">
                        <a:pos x="connsiteX1" y="connsiteY1"/>
                      </a:cxn>
                    </a:cxnLst>
                    <a:rect l="l" t="t" r="r" b="b"/>
                    <a:pathLst>
                      <a:path w="9377" h="2824">
                        <a:moveTo>
                          <a:pt x="0" y="0"/>
                        </a:moveTo>
                        <a:lnTo>
                          <a:pt x="9377" y="0"/>
                        </a:lnTo>
                      </a:path>
                    </a:pathLst>
                  </a:custGeom>
                  <a:ln w="8472" cap="flat">
                    <a:solidFill>
                      <a:srgbClr val="01355A"/>
                    </a:solidFill>
                    <a:prstDash val="solid"/>
                    <a:miter/>
                  </a:ln>
                </p:spPr>
                <p:txBody>
                  <a:bodyPr rtlCol="1" anchor="ctr"/>
                  <a:lstStyle/>
                  <a:p>
                    <a:endParaRPr lang="ar-SA"/>
                  </a:p>
                </p:txBody>
              </p:sp>
              <p:sp>
                <p:nvSpPr>
                  <p:cNvPr id="10285" name="شكل حر: شكل 11468">
                    <a:extLst>
                      <a:ext uri="{FF2B5EF4-FFF2-40B4-BE49-F238E27FC236}">
                        <a16:creationId xmlns:a16="http://schemas.microsoft.com/office/drawing/2014/main" id="{E6BAB4FE-6FD0-B3F6-A6C2-9BDEF1C3479A}"/>
                      </a:ext>
                    </a:extLst>
                  </p:cNvPr>
                  <p:cNvSpPr/>
                  <p:nvPr/>
                </p:nvSpPr>
                <p:spPr>
                  <a:xfrm>
                    <a:off x="4604469" y="1964783"/>
                    <a:ext cx="8840" cy="2824"/>
                  </a:xfrm>
                  <a:custGeom>
                    <a:avLst/>
                    <a:gdLst>
                      <a:gd name="connsiteX0" fmla="*/ 0 w 8840"/>
                      <a:gd name="connsiteY0" fmla="*/ 0 h 2824"/>
                      <a:gd name="connsiteX1" fmla="*/ 8841 w 8840"/>
                      <a:gd name="connsiteY1" fmla="*/ 0 h 2824"/>
                    </a:gdLst>
                    <a:ahLst/>
                    <a:cxnLst>
                      <a:cxn ang="0">
                        <a:pos x="connsiteX0" y="connsiteY0"/>
                      </a:cxn>
                      <a:cxn ang="0">
                        <a:pos x="connsiteX1" y="connsiteY1"/>
                      </a:cxn>
                    </a:cxnLst>
                    <a:rect l="l" t="t" r="r" b="b"/>
                    <a:pathLst>
                      <a:path w="8840" h="2824">
                        <a:moveTo>
                          <a:pt x="0" y="0"/>
                        </a:moveTo>
                        <a:lnTo>
                          <a:pt x="8841" y="0"/>
                        </a:lnTo>
                      </a:path>
                    </a:pathLst>
                  </a:custGeom>
                  <a:ln w="8472" cap="flat">
                    <a:solidFill>
                      <a:srgbClr val="01355A"/>
                    </a:solidFill>
                    <a:prstDash val="solid"/>
                    <a:miter/>
                  </a:ln>
                </p:spPr>
                <p:txBody>
                  <a:bodyPr rtlCol="1" anchor="ctr"/>
                  <a:lstStyle/>
                  <a:p>
                    <a:endParaRPr lang="ar-SA"/>
                  </a:p>
                </p:txBody>
              </p:sp>
            </p:grpSp>
            <p:sp>
              <p:nvSpPr>
                <p:cNvPr id="10277" name="شكل حر: شكل 11469">
                  <a:extLst>
                    <a:ext uri="{FF2B5EF4-FFF2-40B4-BE49-F238E27FC236}">
                      <a16:creationId xmlns:a16="http://schemas.microsoft.com/office/drawing/2014/main" id="{04DF51AD-B051-B783-89E7-50E8425C2597}"/>
                    </a:ext>
                  </a:extLst>
                </p:cNvPr>
                <p:cNvSpPr/>
                <p:nvPr/>
              </p:nvSpPr>
              <p:spPr>
                <a:xfrm>
                  <a:off x="4564615" y="2074431"/>
                  <a:ext cx="73071" cy="43441"/>
                </a:xfrm>
                <a:custGeom>
                  <a:avLst/>
                  <a:gdLst>
                    <a:gd name="connsiteX0" fmla="*/ 73071 w 73071"/>
                    <a:gd name="connsiteY0" fmla="*/ 43442 h 43441"/>
                    <a:gd name="connsiteX1" fmla="*/ 73071 w 73071"/>
                    <a:gd name="connsiteY1" fmla="*/ 5000 h 43441"/>
                    <a:gd name="connsiteX2" fmla="*/ 68072 w 73071"/>
                    <a:gd name="connsiteY2" fmla="*/ 0 h 43441"/>
                    <a:gd name="connsiteX3" fmla="*/ 5000 w 73071"/>
                    <a:gd name="connsiteY3" fmla="*/ 0 h 43441"/>
                    <a:gd name="connsiteX4" fmla="*/ 0 w 73071"/>
                    <a:gd name="connsiteY4" fmla="*/ 5000 h 43441"/>
                    <a:gd name="connsiteX5" fmla="*/ 0 w 73071"/>
                    <a:gd name="connsiteY5" fmla="*/ 43442 h 43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071" h="43441">
                      <a:moveTo>
                        <a:pt x="73071" y="43442"/>
                      </a:moveTo>
                      <a:lnTo>
                        <a:pt x="73071" y="5000"/>
                      </a:lnTo>
                      <a:cubicBezTo>
                        <a:pt x="73071" y="2231"/>
                        <a:pt x="70840" y="0"/>
                        <a:pt x="68072" y="0"/>
                      </a:cubicBezTo>
                      <a:lnTo>
                        <a:pt x="5000" y="0"/>
                      </a:lnTo>
                      <a:cubicBezTo>
                        <a:pt x="2232" y="0"/>
                        <a:pt x="0" y="2231"/>
                        <a:pt x="0" y="5000"/>
                      </a:cubicBezTo>
                      <a:lnTo>
                        <a:pt x="0" y="43442"/>
                      </a:lnTo>
                    </a:path>
                  </a:pathLst>
                </a:custGeom>
                <a:noFill/>
                <a:ln w="8472" cap="flat">
                  <a:solidFill>
                    <a:srgbClr val="01355A"/>
                  </a:solidFill>
                  <a:prstDash val="solid"/>
                  <a:miter/>
                </a:ln>
              </p:spPr>
              <p:txBody>
                <a:bodyPr rtlCol="1" anchor="ctr"/>
                <a:lstStyle/>
                <a:p>
                  <a:endParaRPr lang="ar-SA"/>
                </a:p>
              </p:txBody>
            </p:sp>
          </p:grpSp>
        </p:grpSp>
        <p:sp>
          <p:nvSpPr>
            <p:cNvPr id="10273" name="شكل حر: شكل 11470">
              <a:extLst>
                <a:ext uri="{FF2B5EF4-FFF2-40B4-BE49-F238E27FC236}">
                  <a16:creationId xmlns:a16="http://schemas.microsoft.com/office/drawing/2014/main" id="{2B1EFE5F-878B-F256-FDA9-86E58421055D}"/>
                </a:ext>
              </a:extLst>
            </p:cNvPr>
            <p:cNvSpPr/>
            <p:nvPr/>
          </p:nvSpPr>
          <p:spPr>
            <a:xfrm>
              <a:off x="4647911" y="1750682"/>
              <a:ext cx="187832" cy="88577"/>
            </a:xfrm>
            <a:custGeom>
              <a:avLst/>
              <a:gdLst>
                <a:gd name="connsiteX0" fmla="*/ 99594 w 187832"/>
                <a:gd name="connsiteY0" fmla="*/ 88578 h 88577"/>
                <a:gd name="connsiteX1" fmla="*/ 99594 w 187832"/>
                <a:gd name="connsiteY1" fmla="*/ 88578 h 88577"/>
                <a:gd name="connsiteX2" fmla="*/ 123207 w 187832"/>
                <a:gd name="connsiteY2" fmla="*/ 64965 h 88577"/>
                <a:gd name="connsiteX3" fmla="*/ 168767 w 187832"/>
                <a:gd name="connsiteY3" fmla="*/ 64965 h 88577"/>
                <a:gd name="connsiteX4" fmla="*/ 187832 w 187832"/>
                <a:gd name="connsiteY4" fmla="*/ 45899 h 88577"/>
                <a:gd name="connsiteX5" fmla="*/ 187832 w 187832"/>
                <a:gd name="connsiteY5" fmla="*/ 45899 h 88577"/>
                <a:gd name="connsiteX6" fmla="*/ 168767 w 187832"/>
                <a:gd name="connsiteY6" fmla="*/ 26833 h 88577"/>
                <a:gd name="connsiteX7" fmla="*/ 26833 w 187832"/>
                <a:gd name="connsiteY7" fmla="*/ 26833 h 88577"/>
                <a:gd name="connsiteX8" fmla="*/ 0 w 187832"/>
                <a:gd name="connsiteY8" fmla="*/ 0 h 88577"/>
                <a:gd name="connsiteX9" fmla="*/ 0 w 187832"/>
                <a:gd name="connsiteY9" fmla="*/ 0 h 8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832" h="88577">
                  <a:moveTo>
                    <a:pt x="99594" y="88578"/>
                  </a:moveTo>
                  <a:lnTo>
                    <a:pt x="99594" y="88578"/>
                  </a:lnTo>
                  <a:cubicBezTo>
                    <a:pt x="99594" y="75528"/>
                    <a:pt x="110157" y="64965"/>
                    <a:pt x="123207" y="64965"/>
                  </a:cubicBezTo>
                  <a:lnTo>
                    <a:pt x="168767" y="64965"/>
                  </a:lnTo>
                  <a:cubicBezTo>
                    <a:pt x="179303" y="64965"/>
                    <a:pt x="187832" y="56434"/>
                    <a:pt x="187832" y="45899"/>
                  </a:cubicBezTo>
                  <a:lnTo>
                    <a:pt x="187832" y="45899"/>
                  </a:lnTo>
                  <a:cubicBezTo>
                    <a:pt x="187832" y="35363"/>
                    <a:pt x="179303" y="26833"/>
                    <a:pt x="168767" y="26833"/>
                  </a:cubicBezTo>
                  <a:lnTo>
                    <a:pt x="26833" y="26833"/>
                  </a:lnTo>
                  <a:cubicBezTo>
                    <a:pt x="12004" y="26833"/>
                    <a:pt x="0" y="14829"/>
                    <a:pt x="0" y="0"/>
                  </a:cubicBezTo>
                  <a:lnTo>
                    <a:pt x="0" y="0"/>
                  </a:lnTo>
                </a:path>
              </a:pathLst>
            </a:custGeom>
            <a:noFill/>
            <a:ln w="8472" cap="flat">
              <a:solidFill>
                <a:srgbClr val="17A3A3"/>
              </a:solidFill>
              <a:prstDash val="solid"/>
              <a:miter/>
            </a:ln>
          </p:spPr>
          <p:txBody>
            <a:bodyPr rtlCol="1" anchor="ctr"/>
            <a:lstStyle/>
            <a:p>
              <a:endParaRPr lang="ar-SA"/>
            </a:p>
          </p:txBody>
        </p:sp>
      </p:grpSp>
      <p:grpSp>
        <p:nvGrpSpPr>
          <p:cNvPr id="10296" name="رسم 8014">
            <a:extLst>
              <a:ext uri="{FF2B5EF4-FFF2-40B4-BE49-F238E27FC236}">
                <a16:creationId xmlns:a16="http://schemas.microsoft.com/office/drawing/2014/main" id="{E24748EF-861A-1BA2-E27F-9E948E1C22D2}"/>
              </a:ext>
            </a:extLst>
          </p:cNvPr>
          <p:cNvGrpSpPr/>
          <p:nvPr/>
        </p:nvGrpSpPr>
        <p:grpSpPr>
          <a:xfrm>
            <a:off x="4592323" y="3234450"/>
            <a:ext cx="303438" cy="271802"/>
            <a:chOff x="4570631" y="2288256"/>
            <a:chExt cx="362700" cy="344842"/>
          </a:xfrm>
          <a:noFill/>
        </p:grpSpPr>
        <p:sp>
          <p:nvSpPr>
            <p:cNvPr id="10297" name="شكل حر: شكل 11472">
              <a:extLst>
                <a:ext uri="{FF2B5EF4-FFF2-40B4-BE49-F238E27FC236}">
                  <a16:creationId xmlns:a16="http://schemas.microsoft.com/office/drawing/2014/main" id="{0E0FC8CE-CF22-736F-9510-755973A2DB1A}"/>
                </a:ext>
              </a:extLst>
            </p:cNvPr>
            <p:cNvSpPr/>
            <p:nvPr/>
          </p:nvSpPr>
          <p:spPr>
            <a:xfrm rot="-553201">
              <a:off x="4800874" y="2295749"/>
              <a:ext cx="101740" cy="101740"/>
            </a:xfrm>
            <a:custGeom>
              <a:avLst/>
              <a:gdLst>
                <a:gd name="connsiteX0" fmla="*/ 101740 w 101740"/>
                <a:gd name="connsiteY0" fmla="*/ 50870 h 101740"/>
                <a:gd name="connsiteX1" fmla="*/ 50870 w 101740"/>
                <a:gd name="connsiteY1" fmla="*/ 101740 h 101740"/>
                <a:gd name="connsiteX2" fmla="*/ 0 w 101740"/>
                <a:gd name="connsiteY2" fmla="*/ 50870 h 101740"/>
                <a:gd name="connsiteX3" fmla="*/ 50870 w 101740"/>
                <a:gd name="connsiteY3" fmla="*/ 0 h 101740"/>
                <a:gd name="connsiteX4" fmla="*/ 101740 w 101740"/>
                <a:gd name="connsiteY4" fmla="*/ 50870 h 1017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740" h="101740">
                  <a:moveTo>
                    <a:pt x="101740" y="50870"/>
                  </a:moveTo>
                  <a:cubicBezTo>
                    <a:pt x="101740" y="78965"/>
                    <a:pt x="78965" y="101740"/>
                    <a:pt x="50870" y="101740"/>
                  </a:cubicBezTo>
                  <a:cubicBezTo>
                    <a:pt x="22775" y="101740"/>
                    <a:pt x="0" y="78965"/>
                    <a:pt x="0" y="50870"/>
                  </a:cubicBezTo>
                  <a:cubicBezTo>
                    <a:pt x="0" y="22775"/>
                    <a:pt x="22775" y="0"/>
                    <a:pt x="50870" y="0"/>
                  </a:cubicBezTo>
                  <a:cubicBezTo>
                    <a:pt x="78965" y="0"/>
                    <a:pt x="101740" y="22775"/>
                    <a:pt x="101740" y="50870"/>
                  </a:cubicBezTo>
                  <a:close/>
                </a:path>
              </a:pathLst>
            </a:custGeom>
            <a:noFill/>
            <a:ln w="8472" cap="flat">
              <a:solidFill>
                <a:srgbClr val="17A3A3"/>
              </a:solidFill>
              <a:prstDash val="solid"/>
              <a:miter/>
            </a:ln>
          </p:spPr>
          <p:txBody>
            <a:bodyPr rtlCol="1" anchor="ctr"/>
            <a:lstStyle/>
            <a:p>
              <a:endParaRPr lang="ar-SA"/>
            </a:p>
          </p:txBody>
        </p:sp>
        <p:sp>
          <p:nvSpPr>
            <p:cNvPr id="10298" name="شكل حر: شكل 11473">
              <a:extLst>
                <a:ext uri="{FF2B5EF4-FFF2-40B4-BE49-F238E27FC236}">
                  <a16:creationId xmlns:a16="http://schemas.microsoft.com/office/drawing/2014/main" id="{93815F39-6A4D-EF79-A484-CBD933197572}"/>
                </a:ext>
              </a:extLst>
            </p:cNvPr>
            <p:cNvSpPr/>
            <p:nvPr/>
          </p:nvSpPr>
          <p:spPr>
            <a:xfrm>
              <a:off x="4868282" y="2363411"/>
              <a:ext cx="65049" cy="65049"/>
            </a:xfrm>
            <a:custGeom>
              <a:avLst/>
              <a:gdLst>
                <a:gd name="connsiteX0" fmla="*/ 0 w 65049"/>
                <a:gd name="connsiteY0" fmla="*/ 32482 h 65049"/>
                <a:gd name="connsiteX1" fmla="*/ 32595 w 65049"/>
                <a:gd name="connsiteY1" fmla="*/ 65049 h 65049"/>
                <a:gd name="connsiteX2" fmla="*/ 32595 w 65049"/>
                <a:gd name="connsiteY2" fmla="*/ 32595 h 65049"/>
                <a:gd name="connsiteX3" fmla="*/ 65049 w 65049"/>
                <a:gd name="connsiteY3" fmla="*/ 32595 h 65049"/>
                <a:gd name="connsiteX4" fmla="*/ 32482 w 65049"/>
                <a:gd name="connsiteY4" fmla="*/ 0 h 65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49" h="65049">
                  <a:moveTo>
                    <a:pt x="0" y="32482"/>
                  </a:moveTo>
                  <a:lnTo>
                    <a:pt x="32595" y="65049"/>
                  </a:lnTo>
                  <a:lnTo>
                    <a:pt x="32595" y="32595"/>
                  </a:lnTo>
                  <a:lnTo>
                    <a:pt x="65049" y="32595"/>
                  </a:lnTo>
                  <a:lnTo>
                    <a:pt x="32482" y="0"/>
                  </a:lnTo>
                </a:path>
              </a:pathLst>
            </a:custGeom>
            <a:noFill/>
            <a:ln w="8472" cap="flat">
              <a:solidFill>
                <a:srgbClr val="17A3A3"/>
              </a:solidFill>
              <a:prstDash val="solid"/>
              <a:miter/>
            </a:ln>
          </p:spPr>
          <p:txBody>
            <a:bodyPr rtlCol="1" anchor="ctr"/>
            <a:lstStyle/>
            <a:p>
              <a:endParaRPr lang="ar-SA"/>
            </a:p>
          </p:txBody>
        </p:sp>
        <p:sp>
          <p:nvSpPr>
            <p:cNvPr id="10299" name="شكل حر: شكل 11474">
              <a:extLst>
                <a:ext uri="{FF2B5EF4-FFF2-40B4-BE49-F238E27FC236}">
                  <a16:creationId xmlns:a16="http://schemas.microsoft.com/office/drawing/2014/main" id="{FDC60D7B-0F3A-BF43-A03F-D5784A159376}"/>
                </a:ext>
              </a:extLst>
            </p:cNvPr>
            <p:cNvSpPr/>
            <p:nvPr/>
          </p:nvSpPr>
          <p:spPr>
            <a:xfrm>
              <a:off x="4770044" y="2363411"/>
              <a:ext cx="65020" cy="65049"/>
            </a:xfrm>
            <a:custGeom>
              <a:avLst/>
              <a:gdLst>
                <a:gd name="connsiteX0" fmla="*/ 65021 w 65020"/>
                <a:gd name="connsiteY0" fmla="*/ 32482 h 65049"/>
                <a:gd name="connsiteX1" fmla="*/ 32454 w 65020"/>
                <a:gd name="connsiteY1" fmla="*/ 65049 h 65049"/>
                <a:gd name="connsiteX2" fmla="*/ 32454 w 65020"/>
                <a:gd name="connsiteY2" fmla="*/ 32595 h 65049"/>
                <a:gd name="connsiteX3" fmla="*/ 0 w 65020"/>
                <a:gd name="connsiteY3" fmla="*/ 32595 h 65049"/>
                <a:gd name="connsiteX4" fmla="*/ 32567 w 65020"/>
                <a:gd name="connsiteY4" fmla="*/ 0 h 650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020" h="65049">
                  <a:moveTo>
                    <a:pt x="65021" y="32482"/>
                  </a:moveTo>
                  <a:lnTo>
                    <a:pt x="32454" y="65049"/>
                  </a:lnTo>
                  <a:lnTo>
                    <a:pt x="32454" y="32595"/>
                  </a:lnTo>
                  <a:lnTo>
                    <a:pt x="0" y="32595"/>
                  </a:lnTo>
                  <a:lnTo>
                    <a:pt x="32567" y="0"/>
                  </a:lnTo>
                </a:path>
              </a:pathLst>
            </a:custGeom>
            <a:noFill/>
            <a:ln w="8472" cap="flat">
              <a:solidFill>
                <a:srgbClr val="17A3A3"/>
              </a:solidFill>
              <a:prstDash val="solid"/>
              <a:miter/>
            </a:ln>
          </p:spPr>
          <p:txBody>
            <a:bodyPr rtlCol="1" anchor="ctr"/>
            <a:lstStyle/>
            <a:p>
              <a:endParaRPr lang="ar-SA"/>
            </a:p>
          </p:txBody>
        </p:sp>
        <p:grpSp>
          <p:nvGrpSpPr>
            <p:cNvPr id="10300" name="رسم 8014">
              <a:extLst>
                <a:ext uri="{FF2B5EF4-FFF2-40B4-BE49-F238E27FC236}">
                  <a16:creationId xmlns:a16="http://schemas.microsoft.com/office/drawing/2014/main" id="{48879625-9857-EFAA-F7DE-8B5F8516FAC3}"/>
                </a:ext>
              </a:extLst>
            </p:cNvPr>
            <p:cNvGrpSpPr/>
            <p:nvPr/>
          </p:nvGrpSpPr>
          <p:grpSpPr>
            <a:xfrm>
              <a:off x="4598820" y="2314151"/>
              <a:ext cx="324766" cy="318947"/>
              <a:chOff x="4598820" y="2314151"/>
              <a:chExt cx="324766" cy="318947"/>
            </a:xfrm>
            <a:noFill/>
          </p:grpSpPr>
          <p:sp>
            <p:nvSpPr>
              <p:cNvPr id="10311" name="شكل حر: شكل 11476">
                <a:extLst>
                  <a:ext uri="{FF2B5EF4-FFF2-40B4-BE49-F238E27FC236}">
                    <a16:creationId xmlns:a16="http://schemas.microsoft.com/office/drawing/2014/main" id="{86278A71-E306-E215-A8FE-EC355752CFED}"/>
                  </a:ext>
                </a:extLst>
              </p:cNvPr>
              <p:cNvSpPr/>
              <p:nvPr/>
            </p:nvSpPr>
            <p:spPr>
              <a:xfrm>
                <a:off x="4744143" y="2531358"/>
                <a:ext cx="101627" cy="2824"/>
              </a:xfrm>
              <a:custGeom>
                <a:avLst/>
                <a:gdLst>
                  <a:gd name="connsiteX0" fmla="*/ 0 w 101627"/>
                  <a:gd name="connsiteY0" fmla="*/ 0 h 2824"/>
                  <a:gd name="connsiteX1" fmla="*/ 101627 w 101627"/>
                  <a:gd name="connsiteY1" fmla="*/ 0 h 2824"/>
                </a:gdLst>
                <a:ahLst/>
                <a:cxnLst>
                  <a:cxn ang="0">
                    <a:pos x="connsiteX0" y="connsiteY0"/>
                  </a:cxn>
                  <a:cxn ang="0">
                    <a:pos x="connsiteX1" y="connsiteY1"/>
                  </a:cxn>
                </a:cxnLst>
                <a:rect l="l" t="t" r="r" b="b"/>
                <a:pathLst>
                  <a:path w="101627" h="2824">
                    <a:moveTo>
                      <a:pt x="0" y="0"/>
                    </a:moveTo>
                    <a:lnTo>
                      <a:pt x="101627" y="0"/>
                    </a:lnTo>
                  </a:path>
                </a:pathLst>
              </a:custGeom>
              <a:ln w="8472" cap="flat">
                <a:solidFill>
                  <a:srgbClr val="01355A"/>
                </a:solidFill>
                <a:prstDash val="solid"/>
                <a:miter/>
              </a:ln>
            </p:spPr>
            <p:txBody>
              <a:bodyPr rtlCol="1" anchor="ctr"/>
              <a:lstStyle/>
              <a:p>
                <a:endParaRPr lang="ar-SA"/>
              </a:p>
            </p:txBody>
          </p:sp>
          <p:sp>
            <p:nvSpPr>
              <p:cNvPr id="10312" name="شكل حر: شكل 11477">
                <a:extLst>
                  <a:ext uri="{FF2B5EF4-FFF2-40B4-BE49-F238E27FC236}">
                    <a16:creationId xmlns:a16="http://schemas.microsoft.com/office/drawing/2014/main" id="{AD921D6C-E5E8-04EB-2DEF-1BA39E08F0B1}"/>
                  </a:ext>
                </a:extLst>
              </p:cNvPr>
              <p:cNvSpPr/>
              <p:nvPr/>
            </p:nvSpPr>
            <p:spPr>
              <a:xfrm>
                <a:off x="4881699" y="2448599"/>
                <a:ext cx="2824" cy="88210"/>
              </a:xfrm>
              <a:custGeom>
                <a:avLst/>
                <a:gdLst>
                  <a:gd name="connsiteX0" fmla="*/ 0 w 2824"/>
                  <a:gd name="connsiteY0" fmla="*/ 0 h 88210"/>
                  <a:gd name="connsiteX1" fmla="*/ 0 w 2824"/>
                  <a:gd name="connsiteY1" fmla="*/ 88211 h 88210"/>
                </a:gdLst>
                <a:ahLst/>
                <a:cxnLst>
                  <a:cxn ang="0">
                    <a:pos x="connsiteX0" y="connsiteY0"/>
                  </a:cxn>
                  <a:cxn ang="0">
                    <a:pos x="connsiteX1" y="connsiteY1"/>
                  </a:cxn>
                </a:cxnLst>
                <a:rect l="l" t="t" r="r" b="b"/>
                <a:pathLst>
                  <a:path w="2824" h="88210">
                    <a:moveTo>
                      <a:pt x="0" y="0"/>
                    </a:moveTo>
                    <a:lnTo>
                      <a:pt x="0" y="88211"/>
                    </a:lnTo>
                  </a:path>
                </a:pathLst>
              </a:custGeom>
              <a:ln w="8472" cap="flat">
                <a:solidFill>
                  <a:srgbClr val="01355A"/>
                </a:solidFill>
                <a:prstDash val="solid"/>
                <a:miter/>
              </a:ln>
            </p:spPr>
            <p:txBody>
              <a:bodyPr rtlCol="1" anchor="ctr"/>
              <a:lstStyle/>
              <a:p>
                <a:endParaRPr lang="ar-SA"/>
              </a:p>
            </p:txBody>
          </p:sp>
          <p:sp>
            <p:nvSpPr>
              <p:cNvPr id="10313" name="شكل حر: شكل 11478">
                <a:extLst>
                  <a:ext uri="{FF2B5EF4-FFF2-40B4-BE49-F238E27FC236}">
                    <a16:creationId xmlns:a16="http://schemas.microsoft.com/office/drawing/2014/main" id="{FB3DF2DF-8307-271C-607D-9E4D26BF323C}"/>
                  </a:ext>
                </a:extLst>
              </p:cNvPr>
              <p:cNvSpPr/>
              <p:nvPr/>
            </p:nvSpPr>
            <p:spPr>
              <a:xfrm>
                <a:off x="4646075" y="2314151"/>
                <a:ext cx="139024" cy="2824"/>
              </a:xfrm>
              <a:custGeom>
                <a:avLst/>
                <a:gdLst>
                  <a:gd name="connsiteX0" fmla="*/ 0 w 139024"/>
                  <a:gd name="connsiteY0" fmla="*/ 0 h 2824"/>
                  <a:gd name="connsiteX1" fmla="*/ 139024 w 139024"/>
                  <a:gd name="connsiteY1" fmla="*/ 0 h 2824"/>
                </a:gdLst>
                <a:ahLst/>
                <a:cxnLst>
                  <a:cxn ang="0">
                    <a:pos x="connsiteX0" y="connsiteY0"/>
                  </a:cxn>
                  <a:cxn ang="0">
                    <a:pos x="connsiteX1" y="connsiteY1"/>
                  </a:cxn>
                </a:cxnLst>
                <a:rect l="l" t="t" r="r" b="b"/>
                <a:pathLst>
                  <a:path w="139024" h="2824">
                    <a:moveTo>
                      <a:pt x="0" y="0"/>
                    </a:moveTo>
                    <a:lnTo>
                      <a:pt x="139024" y="0"/>
                    </a:lnTo>
                  </a:path>
                </a:pathLst>
              </a:custGeom>
              <a:ln w="8472" cap="flat">
                <a:solidFill>
                  <a:srgbClr val="01355A"/>
                </a:solidFill>
                <a:prstDash val="solid"/>
                <a:miter/>
              </a:ln>
            </p:spPr>
            <p:txBody>
              <a:bodyPr rtlCol="1" anchor="ctr"/>
              <a:lstStyle/>
              <a:p>
                <a:endParaRPr lang="ar-SA"/>
              </a:p>
            </p:txBody>
          </p:sp>
          <p:sp>
            <p:nvSpPr>
              <p:cNvPr id="10314" name="شكل حر: شكل 11479">
                <a:extLst>
                  <a:ext uri="{FF2B5EF4-FFF2-40B4-BE49-F238E27FC236}">
                    <a16:creationId xmlns:a16="http://schemas.microsoft.com/office/drawing/2014/main" id="{34A74D28-527A-B522-E214-CABF0CACCC2D}"/>
                  </a:ext>
                </a:extLst>
              </p:cNvPr>
              <p:cNvSpPr/>
              <p:nvPr/>
            </p:nvSpPr>
            <p:spPr>
              <a:xfrm>
                <a:off x="4646075" y="2338668"/>
                <a:ext cx="2824" cy="97475"/>
              </a:xfrm>
              <a:custGeom>
                <a:avLst/>
                <a:gdLst>
                  <a:gd name="connsiteX0" fmla="*/ 0 w 2824"/>
                  <a:gd name="connsiteY0" fmla="*/ 97475 h 97475"/>
                  <a:gd name="connsiteX1" fmla="*/ 0 w 2824"/>
                  <a:gd name="connsiteY1" fmla="*/ 0 h 97475"/>
                </a:gdLst>
                <a:ahLst/>
                <a:cxnLst>
                  <a:cxn ang="0">
                    <a:pos x="connsiteX0" y="connsiteY0"/>
                  </a:cxn>
                  <a:cxn ang="0">
                    <a:pos x="connsiteX1" y="connsiteY1"/>
                  </a:cxn>
                </a:cxnLst>
                <a:rect l="l" t="t" r="r" b="b"/>
                <a:pathLst>
                  <a:path w="2824" h="97475">
                    <a:moveTo>
                      <a:pt x="0" y="97475"/>
                    </a:moveTo>
                    <a:lnTo>
                      <a:pt x="0" y="0"/>
                    </a:lnTo>
                  </a:path>
                </a:pathLst>
              </a:custGeom>
              <a:ln w="8472" cap="flat">
                <a:solidFill>
                  <a:srgbClr val="01355A"/>
                </a:solidFill>
                <a:prstDash val="solid"/>
                <a:miter/>
              </a:ln>
            </p:spPr>
            <p:txBody>
              <a:bodyPr rtlCol="1" anchor="ctr"/>
              <a:lstStyle/>
              <a:p>
                <a:endParaRPr lang="ar-SA"/>
              </a:p>
            </p:txBody>
          </p:sp>
          <p:sp>
            <p:nvSpPr>
              <p:cNvPr id="10315" name="شكل حر: شكل 11480">
                <a:extLst>
                  <a:ext uri="{FF2B5EF4-FFF2-40B4-BE49-F238E27FC236}">
                    <a16:creationId xmlns:a16="http://schemas.microsoft.com/office/drawing/2014/main" id="{F31693A7-C8C2-217C-C20C-2B0226895E55}"/>
                  </a:ext>
                </a:extLst>
              </p:cNvPr>
              <p:cNvSpPr/>
              <p:nvPr/>
            </p:nvSpPr>
            <p:spPr>
              <a:xfrm>
                <a:off x="4697030" y="2633099"/>
                <a:ext cx="184668" cy="2824"/>
              </a:xfrm>
              <a:custGeom>
                <a:avLst/>
                <a:gdLst>
                  <a:gd name="connsiteX0" fmla="*/ 184669 w 184668"/>
                  <a:gd name="connsiteY0" fmla="*/ 0 h 2824"/>
                  <a:gd name="connsiteX1" fmla="*/ 8841 w 184668"/>
                  <a:gd name="connsiteY1" fmla="*/ 0 h 2824"/>
                  <a:gd name="connsiteX2" fmla="*/ 0 w 184668"/>
                  <a:gd name="connsiteY2" fmla="*/ 0 h 2824"/>
                </a:gdLst>
                <a:ahLst/>
                <a:cxnLst>
                  <a:cxn ang="0">
                    <a:pos x="connsiteX0" y="connsiteY0"/>
                  </a:cxn>
                  <a:cxn ang="0">
                    <a:pos x="connsiteX1" y="connsiteY1"/>
                  </a:cxn>
                  <a:cxn ang="0">
                    <a:pos x="connsiteX2" y="connsiteY2"/>
                  </a:cxn>
                </a:cxnLst>
                <a:rect l="l" t="t" r="r" b="b"/>
                <a:pathLst>
                  <a:path w="184668" h="2824">
                    <a:moveTo>
                      <a:pt x="184669" y="0"/>
                    </a:moveTo>
                    <a:lnTo>
                      <a:pt x="8841" y="0"/>
                    </a:lnTo>
                    <a:lnTo>
                      <a:pt x="0" y="0"/>
                    </a:lnTo>
                  </a:path>
                </a:pathLst>
              </a:custGeom>
              <a:noFill/>
              <a:ln w="8472" cap="flat">
                <a:solidFill>
                  <a:srgbClr val="01355A"/>
                </a:solidFill>
                <a:prstDash val="solid"/>
                <a:miter/>
              </a:ln>
            </p:spPr>
            <p:txBody>
              <a:bodyPr rtlCol="1" anchor="ctr"/>
              <a:lstStyle/>
              <a:p>
                <a:endParaRPr lang="ar-SA"/>
              </a:p>
            </p:txBody>
          </p:sp>
          <p:sp>
            <p:nvSpPr>
              <p:cNvPr id="10316" name="شكل حر: شكل 11481">
                <a:extLst>
                  <a:ext uri="{FF2B5EF4-FFF2-40B4-BE49-F238E27FC236}">
                    <a16:creationId xmlns:a16="http://schemas.microsoft.com/office/drawing/2014/main" id="{0CA42155-9324-8B05-DB9B-656FC3AFE1DE}"/>
                  </a:ext>
                </a:extLst>
              </p:cNvPr>
              <p:cNvSpPr/>
              <p:nvPr/>
            </p:nvSpPr>
            <p:spPr>
              <a:xfrm>
                <a:off x="4756515" y="2561722"/>
                <a:ext cx="167072" cy="71376"/>
              </a:xfrm>
              <a:custGeom>
                <a:avLst/>
                <a:gdLst>
                  <a:gd name="connsiteX0" fmla="*/ 125184 w 167072"/>
                  <a:gd name="connsiteY0" fmla="*/ 71376 h 71376"/>
                  <a:gd name="connsiteX1" fmla="*/ 167072 w 167072"/>
                  <a:gd name="connsiteY1" fmla="*/ 29488 h 71376"/>
                  <a:gd name="connsiteX2" fmla="*/ 154955 w 167072"/>
                  <a:gd name="connsiteY2" fmla="*/ 0 h 71376"/>
                  <a:gd name="connsiteX3" fmla="*/ 0 w 167072"/>
                  <a:gd name="connsiteY3" fmla="*/ 0 h 71376"/>
                </a:gdLst>
                <a:ahLst/>
                <a:cxnLst>
                  <a:cxn ang="0">
                    <a:pos x="connsiteX0" y="connsiteY0"/>
                  </a:cxn>
                  <a:cxn ang="0">
                    <a:pos x="connsiteX1" y="connsiteY1"/>
                  </a:cxn>
                  <a:cxn ang="0">
                    <a:pos x="connsiteX2" y="connsiteY2"/>
                  </a:cxn>
                  <a:cxn ang="0">
                    <a:pos x="connsiteX3" y="connsiteY3"/>
                  </a:cxn>
                </a:cxnLst>
                <a:rect l="l" t="t" r="r" b="b"/>
                <a:pathLst>
                  <a:path w="167072" h="71376">
                    <a:moveTo>
                      <a:pt x="125184" y="71376"/>
                    </a:moveTo>
                    <a:cubicBezTo>
                      <a:pt x="148317" y="71376"/>
                      <a:pt x="167072" y="52621"/>
                      <a:pt x="167072" y="29488"/>
                    </a:cubicBezTo>
                    <a:cubicBezTo>
                      <a:pt x="167072" y="17992"/>
                      <a:pt x="162440" y="7570"/>
                      <a:pt x="154955" y="0"/>
                    </a:cubicBezTo>
                    <a:lnTo>
                      <a:pt x="0" y="0"/>
                    </a:lnTo>
                  </a:path>
                </a:pathLst>
              </a:custGeom>
              <a:noFill/>
              <a:ln w="8472" cap="flat">
                <a:solidFill>
                  <a:srgbClr val="01355A"/>
                </a:solidFill>
                <a:prstDash val="solid"/>
                <a:miter/>
              </a:ln>
            </p:spPr>
            <p:txBody>
              <a:bodyPr rtlCol="1" anchor="ctr"/>
              <a:lstStyle/>
              <a:p>
                <a:endParaRPr lang="ar-SA"/>
              </a:p>
            </p:txBody>
          </p:sp>
          <p:sp>
            <p:nvSpPr>
              <p:cNvPr id="10317" name="شكل حر: شكل 11482">
                <a:extLst>
                  <a:ext uri="{FF2B5EF4-FFF2-40B4-BE49-F238E27FC236}">
                    <a16:creationId xmlns:a16="http://schemas.microsoft.com/office/drawing/2014/main" id="{7897B3E1-D5AF-BBF3-7B14-9894941AE648}"/>
                  </a:ext>
                </a:extLst>
              </p:cNvPr>
              <p:cNvSpPr/>
              <p:nvPr/>
            </p:nvSpPr>
            <p:spPr>
              <a:xfrm>
                <a:off x="4598820" y="2314151"/>
                <a:ext cx="47254" cy="66913"/>
              </a:xfrm>
              <a:custGeom>
                <a:avLst/>
                <a:gdLst>
                  <a:gd name="connsiteX0" fmla="*/ 47255 w 47254"/>
                  <a:gd name="connsiteY0" fmla="*/ 66914 h 66913"/>
                  <a:gd name="connsiteX1" fmla="*/ 0 w 47254"/>
                  <a:gd name="connsiteY1" fmla="*/ 66914 h 66913"/>
                  <a:gd name="connsiteX2" fmla="*/ 47255 w 47254"/>
                  <a:gd name="connsiteY2" fmla="*/ 0 h 66913"/>
                </a:gdLst>
                <a:ahLst/>
                <a:cxnLst>
                  <a:cxn ang="0">
                    <a:pos x="connsiteX0" y="connsiteY0"/>
                  </a:cxn>
                  <a:cxn ang="0">
                    <a:pos x="connsiteX1" y="connsiteY1"/>
                  </a:cxn>
                  <a:cxn ang="0">
                    <a:pos x="connsiteX2" y="connsiteY2"/>
                  </a:cxn>
                </a:cxnLst>
                <a:rect l="l" t="t" r="r" b="b"/>
                <a:pathLst>
                  <a:path w="47254" h="66913">
                    <a:moveTo>
                      <a:pt x="47255" y="66914"/>
                    </a:moveTo>
                    <a:lnTo>
                      <a:pt x="0" y="66914"/>
                    </a:lnTo>
                    <a:cubicBezTo>
                      <a:pt x="0" y="66914"/>
                      <a:pt x="2938" y="0"/>
                      <a:pt x="47255" y="0"/>
                    </a:cubicBezTo>
                  </a:path>
                </a:pathLst>
              </a:custGeom>
              <a:noFill/>
              <a:ln w="8472" cap="flat">
                <a:solidFill>
                  <a:srgbClr val="01355A"/>
                </a:solidFill>
                <a:prstDash val="solid"/>
                <a:miter/>
              </a:ln>
            </p:spPr>
            <p:txBody>
              <a:bodyPr rtlCol="1" anchor="ctr"/>
              <a:lstStyle/>
              <a:p>
                <a:endParaRPr lang="ar-SA"/>
              </a:p>
            </p:txBody>
          </p:sp>
        </p:grpSp>
        <p:grpSp>
          <p:nvGrpSpPr>
            <p:cNvPr id="10301" name="رسم 8014">
              <a:extLst>
                <a:ext uri="{FF2B5EF4-FFF2-40B4-BE49-F238E27FC236}">
                  <a16:creationId xmlns:a16="http://schemas.microsoft.com/office/drawing/2014/main" id="{2D5D2FAB-BE3B-C16A-B46A-5042490A5B58}"/>
                </a:ext>
              </a:extLst>
            </p:cNvPr>
            <p:cNvGrpSpPr/>
            <p:nvPr/>
          </p:nvGrpSpPr>
          <p:grpSpPr>
            <a:xfrm>
              <a:off x="4570631" y="2554520"/>
              <a:ext cx="172568" cy="78578"/>
              <a:chOff x="4570631" y="2554520"/>
              <a:chExt cx="172568" cy="78578"/>
            </a:xfrm>
            <a:noFill/>
          </p:grpSpPr>
          <p:sp>
            <p:nvSpPr>
              <p:cNvPr id="10308" name="شكل حر: شكل 11484">
                <a:extLst>
                  <a:ext uri="{FF2B5EF4-FFF2-40B4-BE49-F238E27FC236}">
                    <a16:creationId xmlns:a16="http://schemas.microsoft.com/office/drawing/2014/main" id="{01879C1E-9D3C-6D3E-9497-C7CC1D0086FF}"/>
                  </a:ext>
                </a:extLst>
              </p:cNvPr>
              <p:cNvSpPr/>
              <p:nvPr/>
            </p:nvSpPr>
            <p:spPr>
              <a:xfrm>
                <a:off x="4595939" y="2564396"/>
                <a:ext cx="112136" cy="33825"/>
              </a:xfrm>
              <a:custGeom>
                <a:avLst/>
                <a:gdLst>
                  <a:gd name="connsiteX0" fmla="*/ 66094 w 112136"/>
                  <a:gd name="connsiteY0" fmla="*/ 33368 h 33825"/>
                  <a:gd name="connsiteX1" fmla="*/ 108265 w 112136"/>
                  <a:gd name="connsiteY1" fmla="*/ 25996 h 33825"/>
                  <a:gd name="connsiteX2" fmla="*/ 98266 w 112136"/>
                  <a:gd name="connsiteY2" fmla="*/ 10263 h 33825"/>
                  <a:gd name="connsiteX3" fmla="*/ 69908 w 112136"/>
                  <a:gd name="connsiteY3" fmla="*/ 11421 h 33825"/>
                  <a:gd name="connsiteX4" fmla="*/ 0 w 112136"/>
                  <a:gd name="connsiteY4" fmla="*/ 11054 h 33825"/>
                  <a:gd name="connsiteX5" fmla="*/ 0 w 112136"/>
                  <a:gd name="connsiteY5" fmla="*/ 11054 h 3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2136" h="33825">
                    <a:moveTo>
                      <a:pt x="66094" y="33368"/>
                    </a:moveTo>
                    <a:cubicBezTo>
                      <a:pt x="74031" y="34272"/>
                      <a:pt x="95752" y="34695"/>
                      <a:pt x="108265" y="25996"/>
                    </a:cubicBezTo>
                    <a:cubicBezTo>
                      <a:pt x="117021" y="19923"/>
                      <a:pt x="109734" y="4671"/>
                      <a:pt x="98266" y="10263"/>
                    </a:cubicBezTo>
                    <a:cubicBezTo>
                      <a:pt x="83268" y="17579"/>
                      <a:pt x="69908" y="11421"/>
                      <a:pt x="69908" y="11421"/>
                    </a:cubicBezTo>
                    <a:cubicBezTo>
                      <a:pt x="43442" y="-5187"/>
                      <a:pt x="18698" y="-2250"/>
                      <a:pt x="0" y="11054"/>
                    </a:cubicBezTo>
                    <a:lnTo>
                      <a:pt x="0" y="11054"/>
                    </a:lnTo>
                  </a:path>
                </a:pathLst>
              </a:custGeom>
              <a:noFill/>
              <a:ln w="8472" cap="flat">
                <a:solidFill>
                  <a:srgbClr val="01355A"/>
                </a:solidFill>
                <a:prstDash val="solid"/>
                <a:miter/>
              </a:ln>
            </p:spPr>
            <p:txBody>
              <a:bodyPr rtlCol="1" anchor="ctr"/>
              <a:lstStyle/>
              <a:p>
                <a:endParaRPr lang="ar-SA"/>
              </a:p>
            </p:txBody>
          </p:sp>
          <p:sp>
            <p:nvSpPr>
              <p:cNvPr id="10309" name="شكل حر: شكل 11485">
                <a:extLst>
                  <a:ext uri="{FF2B5EF4-FFF2-40B4-BE49-F238E27FC236}">
                    <a16:creationId xmlns:a16="http://schemas.microsoft.com/office/drawing/2014/main" id="{ECA645D3-F639-F9BE-0C93-6E768B4FD62E}"/>
                  </a:ext>
                </a:extLst>
              </p:cNvPr>
              <p:cNvSpPr/>
              <p:nvPr/>
            </p:nvSpPr>
            <p:spPr>
              <a:xfrm>
                <a:off x="4595939" y="2566485"/>
                <a:ext cx="147260" cy="52627"/>
              </a:xfrm>
              <a:custGeom>
                <a:avLst/>
                <a:gdLst>
                  <a:gd name="connsiteX0" fmla="*/ 0 w 147260"/>
                  <a:gd name="connsiteY0" fmla="*/ 47887 h 52627"/>
                  <a:gd name="connsiteX1" fmla="*/ 74003 w 147260"/>
                  <a:gd name="connsiteY1" fmla="*/ 52519 h 52627"/>
                  <a:gd name="connsiteX2" fmla="*/ 144730 w 147260"/>
                  <a:gd name="connsiteY2" fmla="*/ 14303 h 52627"/>
                  <a:gd name="connsiteX3" fmla="*/ 144730 w 147260"/>
                  <a:gd name="connsiteY3" fmla="*/ 14303 h 52627"/>
                  <a:gd name="connsiteX4" fmla="*/ 145436 w 147260"/>
                  <a:gd name="connsiteY4" fmla="*/ 3117 h 52627"/>
                  <a:gd name="connsiteX5" fmla="*/ 145436 w 147260"/>
                  <a:gd name="connsiteY5" fmla="*/ 3117 h 52627"/>
                  <a:gd name="connsiteX6" fmla="*/ 135268 w 147260"/>
                  <a:gd name="connsiteY6" fmla="*/ 858 h 52627"/>
                  <a:gd name="connsiteX7" fmla="*/ 112134 w 147260"/>
                  <a:gd name="connsiteY7" fmla="*/ 17551 h 52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7260" h="52627">
                    <a:moveTo>
                      <a:pt x="0" y="47887"/>
                    </a:moveTo>
                    <a:cubicBezTo>
                      <a:pt x="0" y="47887"/>
                      <a:pt x="30194" y="50005"/>
                      <a:pt x="74003" y="52519"/>
                    </a:cubicBezTo>
                    <a:cubicBezTo>
                      <a:pt x="100695" y="54044"/>
                      <a:pt x="118744" y="39469"/>
                      <a:pt x="144730" y="14303"/>
                    </a:cubicBezTo>
                    <a:lnTo>
                      <a:pt x="144730" y="14303"/>
                    </a:lnTo>
                    <a:cubicBezTo>
                      <a:pt x="147808" y="11309"/>
                      <a:pt x="148119" y="6450"/>
                      <a:pt x="145436" y="3117"/>
                    </a:cubicBezTo>
                    <a:lnTo>
                      <a:pt x="145436" y="3117"/>
                    </a:lnTo>
                    <a:cubicBezTo>
                      <a:pt x="142979" y="67"/>
                      <a:pt x="138770" y="-865"/>
                      <a:pt x="135268" y="858"/>
                    </a:cubicBezTo>
                    <a:lnTo>
                      <a:pt x="112134" y="17551"/>
                    </a:lnTo>
                  </a:path>
                </a:pathLst>
              </a:custGeom>
              <a:noFill/>
              <a:ln w="8472" cap="flat">
                <a:solidFill>
                  <a:srgbClr val="01355A"/>
                </a:solidFill>
                <a:prstDash val="solid"/>
                <a:miter/>
              </a:ln>
            </p:spPr>
            <p:txBody>
              <a:bodyPr rtlCol="1" anchor="ctr"/>
              <a:lstStyle/>
              <a:p>
                <a:endParaRPr lang="ar-SA"/>
              </a:p>
            </p:txBody>
          </p:sp>
          <p:sp>
            <p:nvSpPr>
              <p:cNvPr id="10310" name="شكل حر: شكل 11486">
                <a:extLst>
                  <a:ext uri="{FF2B5EF4-FFF2-40B4-BE49-F238E27FC236}">
                    <a16:creationId xmlns:a16="http://schemas.microsoft.com/office/drawing/2014/main" id="{1475AA75-0C09-059C-CE46-23AFE9C3E2DF}"/>
                  </a:ext>
                </a:extLst>
              </p:cNvPr>
              <p:cNvSpPr/>
              <p:nvPr/>
            </p:nvSpPr>
            <p:spPr>
              <a:xfrm>
                <a:off x="4570631" y="2554520"/>
                <a:ext cx="24630" cy="78578"/>
              </a:xfrm>
              <a:custGeom>
                <a:avLst/>
                <a:gdLst>
                  <a:gd name="connsiteX0" fmla="*/ 0 w 24630"/>
                  <a:gd name="connsiteY0" fmla="*/ 78579 h 78578"/>
                  <a:gd name="connsiteX1" fmla="*/ 15789 w 24630"/>
                  <a:gd name="connsiteY1" fmla="*/ 78579 h 78578"/>
                  <a:gd name="connsiteX2" fmla="*/ 24630 w 24630"/>
                  <a:gd name="connsiteY2" fmla="*/ 69738 h 78578"/>
                  <a:gd name="connsiteX3" fmla="*/ 24630 w 24630"/>
                  <a:gd name="connsiteY3" fmla="*/ 8841 h 78578"/>
                  <a:gd name="connsiteX4" fmla="*/ 15789 w 24630"/>
                  <a:gd name="connsiteY4" fmla="*/ 0 h 78578"/>
                  <a:gd name="connsiteX5" fmla="*/ 0 w 24630"/>
                  <a:gd name="connsiteY5" fmla="*/ 0 h 78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630" h="78578">
                    <a:moveTo>
                      <a:pt x="0" y="78579"/>
                    </a:moveTo>
                    <a:lnTo>
                      <a:pt x="15789" y="78579"/>
                    </a:lnTo>
                    <a:cubicBezTo>
                      <a:pt x="20676" y="78579"/>
                      <a:pt x="24630" y="74624"/>
                      <a:pt x="24630" y="69738"/>
                    </a:cubicBezTo>
                    <a:lnTo>
                      <a:pt x="24630" y="8841"/>
                    </a:lnTo>
                    <a:cubicBezTo>
                      <a:pt x="24630" y="3954"/>
                      <a:pt x="20676" y="0"/>
                      <a:pt x="15789" y="0"/>
                    </a:cubicBezTo>
                    <a:lnTo>
                      <a:pt x="0" y="0"/>
                    </a:lnTo>
                  </a:path>
                </a:pathLst>
              </a:custGeom>
              <a:noFill/>
              <a:ln w="8472" cap="flat">
                <a:solidFill>
                  <a:srgbClr val="01355A"/>
                </a:solidFill>
                <a:prstDash val="solid"/>
                <a:miter/>
              </a:ln>
            </p:spPr>
            <p:txBody>
              <a:bodyPr rtlCol="1" anchor="ctr"/>
              <a:lstStyle/>
              <a:p>
                <a:endParaRPr lang="ar-SA"/>
              </a:p>
            </p:txBody>
          </p:sp>
        </p:grpSp>
        <p:grpSp>
          <p:nvGrpSpPr>
            <p:cNvPr id="10302" name="رسم 8014">
              <a:extLst>
                <a:ext uri="{FF2B5EF4-FFF2-40B4-BE49-F238E27FC236}">
                  <a16:creationId xmlns:a16="http://schemas.microsoft.com/office/drawing/2014/main" id="{6EC6A220-2D8B-3195-AC33-74BD999CA6FD}"/>
                </a:ext>
              </a:extLst>
            </p:cNvPr>
            <p:cNvGrpSpPr/>
            <p:nvPr/>
          </p:nvGrpSpPr>
          <p:grpSpPr>
            <a:xfrm>
              <a:off x="4614548" y="2425562"/>
              <a:ext cx="138982" cy="138982"/>
              <a:chOff x="4614548" y="2425562"/>
              <a:chExt cx="138982" cy="138982"/>
            </a:xfrm>
            <a:noFill/>
          </p:grpSpPr>
          <p:grpSp>
            <p:nvGrpSpPr>
              <p:cNvPr id="10303" name="رسم 8014">
                <a:extLst>
                  <a:ext uri="{FF2B5EF4-FFF2-40B4-BE49-F238E27FC236}">
                    <a16:creationId xmlns:a16="http://schemas.microsoft.com/office/drawing/2014/main" id="{46D4C18B-CD73-4F0E-AA35-9DE5F78B633C}"/>
                  </a:ext>
                </a:extLst>
              </p:cNvPr>
              <p:cNvGrpSpPr/>
              <p:nvPr/>
            </p:nvGrpSpPr>
            <p:grpSpPr>
              <a:xfrm>
                <a:off x="4669942" y="2459022"/>
                <a:ext cx="28132" cy="72110"/>
                <a:chOff x="4669942" y="2459022"/>
                <a:chExt cx="28132" cy="72110"/>
              </a:xfrm>
              <a:noFill/>
            </p:grpSpPr>
            <p:sp>
              <p:nvSpPr>
                <p:cNvPr id="10305" name="شكل حر: شكل 11489">
                  <a:extLst>
                    <a:ext uri="{FF2B5EF4-FFF2-40B4-BE49-F238E27FC236}">
                      <a16:creationId xmlns:a16="http://schemas.microsoft.com/office/drawing/2014/main" id="{C9ED65A6-22B3-96C7-C610-1081426BD987}"/>
                    </a:ext>
                  </a:extLst>
                </p:cNvPr>
                <p:cNvSpPr/>
                <p:nvPr/>
              </p:nvSpPr>
              <p:spPr>
                <a:xfrm>
                  <a:off x="4669942" y="2466902"/>
                  <a:ext cx="28132" cy="56264"/>
                </a:xfrm>
                <a:custGeom>
                  <a:avLst/>
                  <a:gdLst>
                    <a:gd name="connsiteX0" fmla="*/ 0 w 28132"/>
                    <a:gd name="connsiteY0" fmla="*/ 42199 h 56264"/>
                    <a:gd name="connsiteX1" fmla="*/ 14066 w 28132"/>
                    <a:gd name="connsiteY1" fmla="*/ 56265 h 56264"/>
                    <a:gd name="connsiteX2" fmla="*/ 28132 w 28132"/>
                    <a:gd name="connsiteY2" fmla="*/ 42199 h 56264"/>
                    <a:gd name="connsiteX3" fmla="*/ 14066 w 28132"/>
                    <a:gd name="connsiteY3" fmla="*/ 28133 h 56264"/>
                    <a:gd name="connsiteX4" fmla="*/ 0 w 28132"/>
                    <a:gd name="connsiteY4" fmla="*/ 14066 h 56264"/>
                    <a:gd name="connsiteX5" fmla="*/ 14066 w 28132"/>
                    <a:gd name="connsiteY5" fmla="*/ 0 h 56264"/>
                    <a:gd name="connsiteX6" fmla="*/ 28132 w 28132"/>
                    <a:gd name="connsiteY6" fmla="*/ 14066 h 56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32" h="56264">
                      <a:moveTo>
                        <a:pt x="0" y="42199"/>
                      </a:moveTo>
                      <a:cubicBezTo>
                        <a:pt x="0" y="49966"/>
                        <a:pt x="6299" y="56265"/>
                        <a:pt x="14066" y="56265"/>
                      </a:cubicBezTo>
                      <a:cubicBezTo>
                        <a:pt x="21834" y="56265"/>
                        <a:pt x="28132" y="49966"/>
                        <a:pt x="28132" y="42199"/>
                      </a:cubicBezTo>
                      <a:cubicBezTo>
                        <a:pt x="28132" y="34431"/>
                        <a:pt x="22371" y="30844"/>
                        <a:pt x="14066" y="28133"/>
                      </a:cubicBezTo>
                      <a:cubicBezTo>
                        <a:pt x="6666" y="25732"/>
                        <a:pt x="0" y="21834"/>
                        <a:pt x="0" y="14066"/>
                      </a:cubicBezTo>
                      <a:cubicBezTo>
                        <a:pt x="0" y="6299"/>
                        <a:pt x="6299" y="0"/>
                        <a:pt x="14066" y="0"/>
                      </a:cubicBezTo>
                      <a:cubicBezTo>
                        <a:pt x="21834" y="0"/>
                        <a:pt x="28132" y="6299"/>
                        <a:pt x="28132" y="14066"/>
                      </a:cubicBezTo>
                    </a:path>
                  </a:pathLst>
                </a:custGeom>
                <a:noFill/>
                <a:ln w="8472" cap="flat">
                  <a:solidFill>
                    <a:srgbClr val="01355A"/>
                  </a:solidFill>
                  <a:prstDash val="solid"/>
                  <a:miter/>
                </a:ln>
              </p:spPr>
              <p:txBody>
                <a:bodyPr rtlCol="1" anchor="ctr"/>
                <a:lstStyle/>
                <a:p>
                  <a:endParaRPr lang="ar-SA"/>
                </a:p>
              </p:txBody>
            </p:sp>
            <p:sp>
              <p:nvSpPr>
                <p:cNvPr id="10306" name="شكل حر: شكل 11490">
                  <a:extLst>
                    <a:ext uri="{FF2B5EF4-FFF2-40B4-BE49-F238E27FC236}">
                      <a16:creationId xmlns:a16="http://schemas.microsoft.com/office/drawing/2014/main" id="{1BCF7B7E-E81F-C17D-E4D8-4CEBD6714138}"/>
                    </a:ext>
                  </a:extLst>
                </p:cNvPr>
                <p:cNvSpPr/>
                <p:nvPr/>
              </p:nvSpPr>
              <p:spPr>
                <a:xfrm>
                  <a:off x="4684037" y="2459022"/>
                  <a:ext cx="2824" cy="7936"/>
                </a:xfrm>
                <a:custGeom>
                  <a:avLst/>
                  <a:gdLst>
                    <a:gd name="connsiteX0" fmla="*/ 0 w 2824"/>
                    <a:gd name="connsiteY0" fmla="*/ 0 h 7936"/>
                    <a:gd name="connsiteX1" fmla="*/ 0 w 2824"/>
                    <a:gd name="connsiteY1" fmla="*/ 7937 h 7936"/>
                  </a:gdLst>
                  <a:ahLst/>
                  <a:cxnLst>
                    <a:cxn ang="0">
                      <a:pos x="connsiteX0" y="connsiteY0"/>
                    </a:cxn>
                    <a:cxn ang="0">
                      <a:pos x="connsiteX1" y="connsiteY1"/>
                    </a:cxn>
                  </a:cxnLst>
                  <a:rect l="l" t="t" r="r" b="b"/>
                  <a:pathLst>
                    <a:path w="2824" h="7936">
                      <a:moveTo>
                        <a:pt x="0" y="0"/>
                      </a:moveTo>
                      <a:lnTo>
                        <a:pt x="0" y="7937"/>
                      </a:lnTo>
                    </a:path>
                  </a:pathLst>
                </a:custGeom>
                <a:ln w="8472" cap="flat">
                  <a:solidFill>
                    <a:srgbClr val="01355A"/>
                  </a:solidFill>
                  <a:prstDash val="solid"/>
                  <a:miter/>
                </a:ln>
              </p:spPr>
              <p:txBody>
                <a:bodyPr rtlCol="1" anchor="ctr"/>
                <a:lstStyle/>
                <a:p>
                  <a:endParaRPr lang="ar-SA"/>
                </a:p>
              </p:txBody>
            </p:sp>
            <p:sp>
              <p:nvSpPr>
                <p:cNvPr id="10307" name="شكل حر: شكل 11491">
                  <a:extLst>
                    <a:ext uri="{FF2B5EF4-FFF2-40B4-BE49-F238E27FC236}">
                      <a16:creationId xmlns:a16="http://schemas.microsoft.com/office/drawing/2014/main" id="{32845786-0C31-E72F-814D-D5BB0870875B}"/>
                    </a:ext>
                  </a:extLst>
                </p:cNvPr>
                <p:cNvSpPr/>
                <p:nvPr/>
              </p:nvSpPr>
              <p:spPr>
                <a:xfrm>
                  <a:off x="4684037" y="2523167"/>
                  <a:ext cx="2824" cy="7965"/>
                </a:xfrm>
                <a:custGeom>
                  <a:avLst/>
                  <a:gdLst>
                    <a:gd name="connsiteX0" fmla="*/ 0 w 2824"/>
                    <a:gd name="connsiteY0" fmla="*/ 0 h 7965"/>
                    <a:gd name="connsiteX1" fmla="*/ 0 w 2824"/>
                    <a:gd name="connsiteY1" fmla="*/ 7965 h 7965"/>
                  </a:gdLst>
                  <a:ahLst/>
                  <a:cxnLst>
                    <a:cxn ang="0">
                      <a:pos x="connsiteX0" y="connsiteY0"/>
                    </a:cxn>
                    <a:cxn ang="0">
                      <a:pos x="connsiteX1" y="connsiteY1"/>
                    </a:cxn>
                  </a:cxnLst>
                  <a:rect l="l" t="t" r="r" b="b"/>
                  <a:pathLst>
                    <a:path w="2824" h="7965">
                      <a:moveTo>
                        <a:pt x="0" y="0"/>
                      </a:moveTo>
                      <a:lnTo>
                        <a:pt x="0" y="7965"/>
                      </a:lnTo>
                    </a:path>
                  </a:pathLst>
                </a:custGeom>
                <a:ln w="8472" cap="flat">
                  <a:solidFill>
                    <a:srgbClr val="01355A"/>
                  </a:solidFill>
                  <a:prstDash val="solid"/>
                  <a:miter/>
                </a:ln>
              </p:spPr>
              <p:txBody>
                <a:bodyPr rtlCol="1" anchor="ctr"/>
                <a:lstStyle/>
                <a:p>
                  <a:endParaRPr lang="ar-SA"/>
                </a:p>
              </p:txBody>
            </p:sp>
          </p:grpSp>
          <p:sp>
            <p:nvSpPr>
              <p:cNvPr id="10304" name="شكل حر: شكل 11492">
                <a:extLst>
                  <a:ext uri="{FF2B5EF4-FFF2-40B4-BE49-F238E27FC236}">
                    <a16:creationId xmlns:a16="http://schemas.microsoft.com/office/drawing/2014/main" id="{78E968A0-26CA-8A82-A631-D6CCEAC684CA}"/>
                  </a:ext>
                </a:extLst>
              </p:cNvPr>
              <p:cNvSpPr/>
              <p:nvPr/>
            </p:nvSpPr>
            <p:spPr>
              <a:xfrm rot="-4050002">
                <a:off x="4630853" y="2441867"/>
                <a:ext cx="106372" cy="106372"/>
              </a:xfrm>
              <a:custGeom>
                <a:avLst/>
                <a:gdLst>
                  <a:gd name="connsiteX0" fmla="*/ 106372 w 106372"/>
                  <a:gd name="connsiteY0" fmla="*/ 53186 h 106372"/>
                  <a:gd name="connsiteX1" fmla="*/ 53186 w 106372"/>
                  <a:gd name="connsiteY1" fmla="*/ 106372 h 106372"/>
                  <a:gd name="connsiteX2" fmla="*/ 0 w 106372"/>
                  <a:gd name="connsiteY2" fmla="*/ 53186 h 106372"/>
                  <a:gd name="connsiteX3" fmla="*/ 53186 w 106372"/>
                  <a:gd name="connsiteY3" fmla="*/ 0 h 106372"/>
                  <a:gd name="connsiteX4" fmla="*/ 106372 w 106372"/>
                  <a:gd name="connsiteY4" fmla="*/ 53186 h 1063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372" h="106372">
                    <a:moveTo>
                      <a:pt x="106372" y="53186"/>
                    </a:moveTo>
                    <a:cubicBezTo>
                      <a:pt x="106372" y="82560"/>
                      <a:pt x="82560" y="106372"/>
                      <a:pt x="53186" y="106372"/>
                    </a:cubicBezTo>
                    <a:cubicBezTo>
                      <a:pt x="23812" y="106372"/>
                      <a:pt x="0" y="82560"/>
                      <a:pt x="0" y="53186"/>
                    </a:cubicBezTo>
                    <a:cubicBezTo>
                      <a:pt x="0" y="23812"/>
                      <a:pt x="23812" y="0"/>
                      <a:pt x="53186" y="0"/>
                    </a:cubicBezTo>
                    <a:cubicBezTo>
                      <a:pt x="82560" y="0"/>
                      <a:pt x="106372" y="23812"/>
                      <a:pt x="106372" y="53186"/>
                    </a:cubicBezTo>
                    <a:close/>
                  </a:path>
                </a:pathLst>
              </a:custGeom>
              <a:noFill/>
              <a:ln w="8472" cap="flat">
                <a:solidFill>
                  <a:srgbClr val="01355A"/>
                </a:solidFill>
                <a:prstDash val="solid"/>
                <a:miter/>
              </a:ln>
            </p:spPr>
            <p:txBody>
              <a:bodyPr rtlCol="1" anchor="ctr"/>
              <a:lstStyle/>
              <a:p>
                <a:endParaRPr lang="ar-SA"/>
              </a:p>
            </p:txBody>
          </p:sp>
        </p:grpSp>
      </p:grpSp>
      <p:grpSp>
        <p:nvGrpSpPr>
          <p:cNvPr id="10318" name="رسم 8014">
            <a:extLst>
              <a:ext uri="{FF2B5EF4-FFF2-40B4-BE49-F238E27FC236}">
                <a16:creationId xmlns:a16="http://schemas.microsoft.com/office/drawing/2014/main" id="{89BD788A-0B6A-D267-7695-E9B3DB585BD0}"/>
              </a:ext>
            </a:extLst>
          </p:cNvPr>
          <p:cNvGrpSpPr/>
          <p:nvPr/>
        </p:nvGrpSpPr>
        <p:grpSpPr>
          <a:xfrm>
            <a:off x="3763603" y="5285120"/>
            <a:ext cx="197975" cy="283383"/>
            <a:chOff x="3580063" y="4889996"/>
            <a:chExt cx="236640" cy="359536"/>
          </a:xfrm>
          <a:noFill/>
        </p:grpSpPr>
        <p:sp>
          <p:nvSpPr>
            <p:cNvPr id="10319" name="شكل حر: شكل 11494">
              <a:extLst>
                <a:ext uri="{FF2B5EF4-FFF2-40B4-BE49-F238E27FC236}">
                  <a16:creationId xmlns:a16="http://schemas.microsoft.com/office/drawing/2014/main" id="{7F65A4D3-FE4F-9426-EAE1-628BEA37E5AA}"/>
                </a:ext>
              </a:extLst>
            </p:cNvPr>
            <p:cNvSpPr/>
            <p:nvPr/>
          </p:nvSpPr>
          <p:spPr>
            <a:xfrm>
              <a:off x="3679317" y="4889996"/>
              <a:ext cx="38187" cy="20252"/>
            </a:xfrm>
            <a:custGeom>
              <a:avLst/>
              <a:gdLst>
                <a:gd name="connsiteX0" fmla="*/ 38188 w 38187"/>
                <a:gd name="connsiteY0" fmla="*/ 20252 h 20252"/>
                <a:gd name="connsiteX1" fmla="*/ 38188 w 38187"/>
                <a:gd name="connsiteY1" fmla="*/ 19094 h 20252"/>
                <a:gd name="connsiteX2" fmla="*/ 19094 w 38187"/>
                <a:gd name="connsiteY2" fmla="*/ 0 h 20252"/>
                <a:gd name="connsiteX3" fmla="*/ 19094 w 38187"/>
                <a:gd name="connsiteY3" fmla="*/ 0 h 20252"/>
                <a:gd name="connsiteX4" fmla="*/ 0 w 38187"/>
                <a:gd name="connsiteY4" fmla="*/ 19094 h 20252"/>
                <a:gd name="connsiteX5" fmla="*/ 0 w 38187"/>
                <a:gd name="connsiteY5" fmla="*/ 20252 h 20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7" h="20252">
                  <a:moveTo>
                    <a:pt x="38188" y="20252"/>
                  </a:moveTo>
                  <a:lnTo>
                    <a:pt x="38188" y="19094"/>
                  </a:lnTo>
                  <a:cubicBezTo>
                    <a:pt x="38188" y="8530"/>
                    <a:pt x="29629" y="0"/>
                    <a:pt x="19094" y="0"/>
                  </a:cubicBezTo>
                  <a:lnTo>
                    <a:pt x="19094" y="0"/>
                  </a:lnTo>
                  <a:cubicBezTo>
                    <a:pt x="8530" y="0"/>
                    <a:pt x="0" y="8558"/>
                    <a:pt x="0" y="19094"/>
                  </a:cubicBezTo>
                  <a:lnTo>
                    <a:pt x="0" y="20252"/>
                  </a:lnTo>
                </a:path>
              </a:pathLst>
            </a:custGeom>
            <a:noFill/>
            <a:ln w="8472" cap="flat">
              <a:solidFill>
                <a:srgbClr val="01355A"/>
              </a:solidFill>
              <a:prstDash val="solid"/>
              <a:miter/>
            </a:ln>
          </p:spPr>
          <p:txBody>
            <a:bodyPr rtlCol="1" anchor="ctr"/>
            <a:lstStyle/>
            <a:p>
              <a:endParaRPr lang="ar-SA"/>
            </a:p>
          </p:txBody>
        </p:sp>
        <p:sp>
          <p:nvSpPr>
            <p:cNvPr id="10320" name="شكل حر: شكل 11495">
              <a:extLst>
                <a:ext uri="{FF2B5EF4-FFF2-40B4-BE49-F238E27FC236}">
                  <a16:creationId xmlns:a16="http://schemas.microsoft.com/office/drawing/2014/main" id="{F836028D-7329-6095-9F23-C820BF3B9EAC}"/>
                </a:ext>
              </a:extLst>
            </p:cNvPr>
            <p:cNvSpPr/>
            <p:nvPr/>
          </p:nvSpPr>
          <p:spPr>
            <a:xfrm>
              <a:off x="3657879" y="4910249"/>
              <a:ext cx="78296" cy="52479"/>
            </a:xfrm>
            <a:custGeom>
              <a:avLst/>
              <a:gdLst>
                <a:gd name="connsiteX0" fmla="*/ 0 w 78296"/>
                <a:gd name="connsiteY0" fmla="*/ 5310 h 52479"/>
                <a:gd name="connsiteX1" fmla="*/ 0 w 78296"/>
                <a:gd name="connsiteY1" fmla="*/ 45588 h 52479"/>
                <a:gd name="connsiteX2" fmla="*/ 6892 w 78296"/>
                <a:gd name="connsiteY2" fmla="*/ 52480 h 52479"/>
                <a:gd name="connsiteX3" fmla="*/ 9660 w 78296"/>
                <a:gd name="connsiteY3" fmla="*/ 52480 h 52479"/>
                <a:gd name="connsiteX4" fmla="*/ 16495 w 78296"/>
                <a:gd name="connsiteY4" fmla="*/ 46492 h 52479"/>
                <a:gd name="connsiteX5" fmla="*/ 16608 w 78296"/>
                <a:gd name="connsiteY5" fmla="*/ 45644 h 52479"/>
                <a:gd name="connsiteX6" fmla="*/ 40532 w 78296"/>
                <a:gd name="connsiteY6" fmla="*/ 24658 h 52479"/>
                <a:gd name="connsiteX7" fmla="*/ 40532 w 78296"/>
                <a:gd name="connsiteY7" fmla="*/ 24658 h 52479"/>
                <a:gd name="connsiteX8" fmla="*/ 64456 w 78296"/>
                <a:gd name="connsiteY8" fmla="*/ 45644 h 52479"/>
                <a:gd name="connsiteX9" fmla="*/ 64569 w 78296"/>
                <a:gd name="connsiteY9" fmla="*/ 46492 h 52479"/>
                <a:gd name="connsiteX10" fmla="*/ 71405 w 78296"/>
                <a:gd name="connsiteY10" fmla="*/ 52480 h 52479"/>
                <a:gd name="connsiteX11" fmla="*/ 71405 w 78296"/>
                <a:gd name="connsiteY11" fmla="*/ 52480 h 52479"/>
                <a:gd name="connsiteX12" fmla="*/ 78297 w 78296"/>
                <a:gd name="connsiteY12" fmla="*/ 45588 h 52479"/>
                <a:gd name="connsiteX13" fmla="*/ 78297 w 78296"/>
                <a:gd name="connsiteY13" fmla="*/ 5310 h 52479"/>
                <a:gd name="connsiteX14" fmla="*/ 72986 w 78296"/>
                <a:gd name="connsiteY14" fmla="*/ 0 h 52479"/>
                <a:gd name="connsiteX15" fmla="*/ 5367 w 78296"/>
                <a:gd name="connsiteY15" fmla="*/ 0 h 52479"/>
                <a:gd name="connsiteX16" fmla="*/ 57 w 78296"/>
                <a:gd name="connsiteY16" fmla="*/ 5310 h 52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8296" h="52479">
                  <a:moveTo>
                    <a:pt x="0" y="5310"/>
                  </a:moveTo>
                  <a:lnTo>
                    <a:pt x="0" y="45588"/>
                  </a:lnTo>
                  <a:cubicBezTo>
                    <a:pt x="0" y="49401"/>
                    <a:pt x="3079" y="52480"/>
                    <a:pt x="6892" y="52480"/>
                  </a:cubicBezTo>
                  <a:lnTo>
                    <a:pt x="9660" y="52480"/>
                  </a:lnTo>
                  <a:cubicBezTo>
                    <a:pt x="13134" y="52480"/>
                    <a:pt x="16043" y="49910"/>
                    <a:pt x="16495" y="46492"/>
                  </a:cubicBezTo>
                  <a:lnTo>
                    <a:pt x="16608" y="45644"/>
                  </a:lnTo>
                  <a:cubicBezTo>
                    <a:pt x="18162" y="33640"/>
                    <a:pt x="28415" y="24658"/>
                    <a:pt x="40532" y="24658"/>
                  </a:cubicBezTo>
                  <a:lnTo>
                    <a:pt x="40532" y="24658"/>
                  </a:lnTo>
                  <a:cubicBezTo>
                    <a:pt x="52650" y="24658"/>
                    <a:pt x="62874" y="33640"/>
                    <a:pt x="64456" y="45644"/>
                  </a:cubicBezTo>
                  <a:lnTo>
                    <a:pt x="64569" y="46492"/>
                  </a:lnTo>
                  <a:cubicBezTo>
                    <a:pt x="65021" y="49938"/>
                    <a:pt x="67930" y="52480"/>
                    <a:pt x="71405" y="52480"/>
                  </a:cubicBezTo>
                  <a:lnTo>
                    <a:pt x="71405" y="52480"/>
                  </a:lnTo>
                  <a:cubicBezTo>
                    <a:pt x="75218" y="52480"/>
                    <a:pt x="78297" y="49401"/>
                    <a:pt x="78297" y="45588"/>
                  </a:cubicBezTo>
                  <a:lnTo>
                    <a:pt x="78297" y="5310"/>
                  </a:lnTo>
                  <a:cubicBezTo>
                    <a:pt x="78297" y="2373"/>
                    <a:pt x="75924" y="0"/>
                    <a:pt x="72986" y="0"/>
                  </a:cubicBezTo>
                  <a:lnTo>
                    <a:pt x="5367" y="0"/>
                  </a:lnTo>
                  <a:cubicBezTo>
                    <a:pt x="2429" y="0"/>
                    <a:pt x="57" y="2373"/>
                    <a:pt x="57" y="5310"/>
                  </a:cubicBezTo>
                  <a:close/>
                </a:path>
              </a:pathLst>
            </a:custGeom>
            <a:noFill/>
            <a:ln w="8472" cap="flat">
              <a:solidFill>
                <a:srgbClr val="01355A"/>
              </a:solidFill>
              <a:prstDash val="solid"/>
              <a:miter/>
            </a:ln>
          </p:spPr>
          <p:txBody>
            <a:bodyPr rtlCol="1" anchor="ctr"/>
            <a:lstStyle/>
            <a:p>
              <a:endParaRPr lang="ar-SA"/>
            </a:p>
          </p:txBody>
        </p:sp>
        <p:sp>
          <p:nvSpPr>
            <p:cNvPr id="10321" name="شكل حر: شكل 11496">
              <a:extLst>
                <a:ext uri="{FF2B5EF4-FFF2-40B4-BE49-F238E27FC236}">
                  <a16:creationId xmlns:a16="http://schemas.microsoft.com/office/drawing/2014/main" id="{7CE91553-9B4D-9189-BC9A-D4BCBF6DF7AD}"/>
                </a:ext>
              </a:extLst>
            </p:cNvPr>
            <p:cNvSpPr/>
            <p:nvPr/>
          </p:nvSpPr>
          <p:spPr>
            <a:xfrm>
              <a:off x="3580063" y="4926348"/>
              <a:ext cx="236640" cy="323184"/>
            </a:xfrm>
            <a:custGeom>
              <a:avLst/>
              <a:gdLst>
                <a:gd name="connsiteX0" fmla="*/ 63185 w 236640"/>
                <a:gd name="connsiteY0" fmla="*/ 0 h 323184"/>
                <a:gd name="connsiteX1" fmla="*/ 6355 w 236640"/>
                <a:gd name="connsiteY1" fmla="*/ 0 h 323184"/>
                <a:gd name="connsiteX2" fmla="*/ 0 w 236640"/>
                <a:gd name="connsiteY2" fmla="*/ 6355 h 323184"/>
                <a:gd name="connsiteX3" fmla="*/ 0 w 236640"/>
                <a:gd name="connsiteY3" fmla="*/ 316830 h 323184"/>
                <a:gd name="connsiteX4" fmla="*/ 6355 w 236640"/>
                <a:gd name="connsiteY4" fmla="*/ 323185 h 323184"/>
                <a:gd name="connsiteX5" fmla="*/ 230285 w 236640"/>
                <a:gd name="connsiteY5" fmla="*/ 323185 h 323184"/>
                <a:gd name="connsiteX6" fmla="*/ 236641 w 236640"/>
                <a:gd name="connsiteY6" fmla="*/ 316830 h 323184"/>
                <a:gd name="connsiteX7" fmla="*/ 236641 w 236640"/>
                <a:gd name="connsiteY7" fmla="*/ 6355 h 323184"/>
                <a:gd name="connsiteX8" fmla="*/ 230285 w 236640"/>
                <a:gd name="connsiteY8" fmla="*/ 0 h 323184"/>
                <a:gd name="connsiteX9" fmla="*/ 170716 w 236640"/>
                <a:gd name="connsiteY9" fmla="*/ 0 h 323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6640" h="323184">
                  <a:moveTo>
                    <a:pt x="63185" y="0"/>
                  </a:moveTo>
                  <a:lnTo>
                    <a:pt x="6355" y="0"/>
                  </a:lnTo>
                  <a:cubicBezTo>
                    <a:pt x="2853" y="0"/>
                    <a:pt x="0" y="2853"/>
                    <a:pt x="0" y="6355"/>
                  </a:cubicBezTo>
                  <a:lnTo>
                    <a:pt x="0" y="316830"/>
                  </a:lnTo>
                  <a:cubicBezTo>
                    <a:pt x="0" y="320332"/>
                    <a:pt x="2853" y="323185"/>
                    <a:pt x="6355" y="323185"/>
                  </a:cubicBezTo>
                  <a:lnTo>
                    <a:pt x="230285" y="323185"/>
                  </a:lnTo>
                  <a:cubicBezTo>
                    <a:pt x="233788" y="323185"/>
                    <a:pt x="236641" y="320332"/>
                    <a:pt x="236641" y="316830"/>
                  </a:cubicBezTo>
                  <a:lnTo>
                    <a:pt x="236641" y="6355"/>
                  </a:lnTo>
                  <a:cubicBezTo>
                    <a:pt x="236641" y="2853"/>
                    <a:pt x="233788" y="0"/>
                    <a:pt x="230285" y="0"/>
                  </a:cubicBezTo>
                  <a:lnTo>
                    <a:pt x="170716" y="0"/>
                  </a:lnTo>
                </a:path>
              </a:pathLst>
            </a:custGeom>
            <a:noFill/>
            <a:ln w="8472" cap="flat">
              <a:solidFill>
                <a:srgbClr val="01355A"/>
              </a:solidFill>
              <a:prstDash val="solid"/>
              <a:miter/>
            </a:ln>
          </p:spPr>
          <p:txBody>
            <a:bodyPr rtlCol="1" anchor="ctr"/>
            <a:lstStyle/>
            <a:p>
              <a:endParaRPr lang="ar-SA"/>
            </a:p>
          </p:txBody>
        </p:sp>
        <p:sp>
          <p:nvSpPr>
            <p:cNvPr id="10322" name="شكل حر: شكل 11497">
              <a:extLst>
                <a:ext uri="{FF2B5EF4-FFF2-40B4-BE49-F238E27FC236}">
                  <a16:creationId xmlns:a16="http://schemas.microsoft.com/office/drawing/2014/main" id="{991B62BE-35BD-7520-8FEC-4018339615B2}"/>
                </a:ext>
              </a:extLst>
            </p:cNvPr>
            <p:cNvSpPr/>
            <p:nvPr/>
          </p:nvSpPr>
          <p:spPr>
            <a:xfrm>
              <a:off x="3678357" y="5020603"/>
              <a:ext cx="40052" cy="40052"/>
            </a:xfrm>
            <a:custGeom>
              <a:avLst/>
              <a:gdLst>
                <a:gd name="connsiteX0" fmla="*/ 40052 w 40052"/>
                <a:gd name="connsiteY0" fmla="*/ 20026 h 40052"/>
                <a:gd name="connsiteX1" fmla="*/ 20026 w 40052"/>
                <a:gd name="connsiteY1" fmla="*/ 40052 h 40052"/>
                <a:gd name="connsiteX2" fmla="*/ 0 w 40052"/>
                <a:gd name="connsiteY2" fmla="*/ 20026 h 40052"/>
                <a:gd name="connsiteX3" fmla="*/ 20026 w 40052"/>
                <a:gd name="connsiteY3" fmla="*/ 0 h 40052"/>
                <a:gd name="connsiteX4" fmla="*/ 40052 w 40052"/>
                <a:gd name="connsiteY4" fmla="*/ 20026 h 400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52" h="40052">
                  <a:moveTo>
                    <a:pt x="40052" y="20026"/>
                  </a:moveTo>
                  <a:cubicBezTo>
                    <a:pt x="40052" y="31098"/>
                    <a:pt x="31070" y="40052"/>
                    <a:pt x="20026" y="40052"/>
                  </a:cubicBezTo>
                  <a:cubicBezTo>
                    <a:pt x="8982" y="40052"/>
                    <a:pt x="0" y="31070"/>
                    <a:pt x="0" y="20026"/>
                  </a:cubicBezTo>
                  <a:cubicBezTo>
                    <a:pt x="0" y="8982"/>
                    <a:pt x="8982" y="0"/>
                    <a:pt x="20026" y="0"/>
                  </a:cubicBezTo>
                  <a:cubicBezTo>
                    <a:pt x="31070" y="0"/>
                    <a:pt x="40052" y="8982"/>
                    <a:pt x="40052" y="20026"/>
                  </a:cubicBezTo>
                  <a:close/>
                </a:path>
              </a:pathLst>
            </a:custGeom>
            <a:noFill/>
            <a:ln w="8472" cap="flat">
              <a:solidFill>
                <a:srgbClr val="17A3A3"/>
              </a:solidFill>
              <a:prstDash val="solid"/>
              <a:miter/>
            </a:ln>
          </p:spPr>
          <p:txBody>
            <a:bodyPr rtlCol="1" anchor="ctr"/>
            <a:lstStyle/>
            <a:p>
              <a:endParaRPr lang="ar-SA"/>
            </a:p>
          </p:txBody>
        </p:sp>
        <p:sp>
          <p:nvSpPr>
            <p:cNvPr id="10323" name="شكل حر: شكل 11498">
              <a:extLst>
                <a:ext uri="{FF2B5EF4-FFF2-40B4-BE49-F238E27FC236}">
                  <a16:creationId xmlns:a16="http://schemas.microsoft.com/office/drawing/2014/main" id="{6842EF82-2D14-3DBA-8D91-C2CD34E233D3}"/>
                </a:ext>
              </a:extLst>
            </p:cNvPr>
            <p:cNvSpPr/>
            <p:nvPr/>
          </p:nvSpPr>
          <p:spPr>
            <a:xfrm>
              <a:off x="3660252" y="5073083"/>
              <a:ext cx="76234" cy="63637"/>
            </a:xfrm>
            <a:custGeom>
              <a:avLst/>
              <a:gdLst>
                <a:gd name="connsiteX0" fmla="*/ 0 w 76234"/>
                <a:gd name="connsiteY0" fmla="*/ 63637 h 63637"/>
                <a:gd name="connsiteX1" fmla="*/ 0 w 76234"/>
                <a:gd name="connsiteY1" fmla="*/ 13021 h 63637"/>
                <a:gd name="connsiteX2" fmla="*/ 13021 w 76234"/>
                <a:gd name="connsiteY2" fmla="*/ 0 h 63637"/>
                <a:gd name="connsiteX3" fmla="*/ 63213 w 76234"/>
                <a:gd name="connsiteY3" fmla="*/ 0 h 63637"/>
                <a:gd name="connsiteX4" fmla="*/ 76234 w 76234"/>
                <a:gd name="connsiteY4" fmla="*/ 13021 h 63637"/>
                <a:gd name="connsiteX5" fmla="*/ 76234 w 76234"/>
                <a:gd name="connsiteY5" fmla="*/ 63637 h 636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34" h="63637">
                  <a:moveTo>
                    <a:pt x="0" y="63637"/>
                  </a:moveTo>
                  <a:lnTo>
                    <a:pt x="0" y="13021"/>
                  </a:lnTo>
                  <a:cubicBezTo>
                    <a:pt x="0" y="5819"/>
                    <a:pt x="5847" y="0"/>
                    <a:pt x="13021" y="0"/>
                  </a:cubicBezTo>
                  <a:lnTo>
                    <a:pt x="63213" y="0"/>
                  </a:lnTo>
                  <a:cubicBezTo>
                    <a:pt x="70416" y="0"/>
                    <a:pt x="76234" y="5847"/>
                    <a:pt x="76234" y="13021"/>
                  </a:cubicBezTo>
                  <a:lnTo>
                    <a:pt x="76234" y="63637"/>
                  </a:lnTo>
                </a:path>
              </a:pathLst>
            </a:custGeom>
            <a:noFill/>
            <a:ln w="8472" cap="flat">
              <a:solidFill>
                <a:srgbClr val="17A3A3"/>
              </a:solidFill>
              <a:prstDash val="solid"/>
              <a:miter/>
            </a:ln>
          </p:spPr>
          <p:txBody>
            <a:bodyPr rtlCol="1" anchor="ctr"/>
            <a:lstStyle/>
            <a:p>
              <a:endParaRPr lang="ar-SA"/>
            </a:p>
          </p:txBody>
        </p:sp>
        <p:sp>
          <p:nvSpPr>
            <p:cNvPr id="10324" name="شكل حر: شكل 11499">
              <a:extLst>
                <a:ext uri="{FF2B5EF4-FFF2-40B4-BE49-F238E27FC236}">
                  <a16:creationId xmlns:a16="http://schemas.microsoft.com/office/drawing/2014/main" id="{183FFE64-F775-F8C9-5F62-6331A6F9180B}"/>
                </a:ext>
              </a:extLst>
            </p:cNvPr>
            <p:cNvSpPr/>
            <p:nvPr/>
          </p:nvSpPr>
          <p:spPr>
            <a:xfrm>
              <a:off x="3698383" y="5073084"/>
              <a:ext cx="2824" cy="23217"/>
            </a:xfrm>
            <a:custGeom>
              <a:avLst/>
              <a:gdLst>
                <a:gd name="connsiteX0" fmla="*/ 0 w 2824"/>
                <a:gd name="connsiteY0" fmla="*/ 0 h 23217"/>
                <a:gd name="connsiteX1" fmla="*/ 0 w 2824"/>
                <a:gd name="connsiteY1" fmla="*/ 23218 h 23217"/>
              </a:gdLst>
              <a:ahLst/>
              <a:cxnLst>
                <a:cxn ang="0">
                  <a:pos x="connsiteX0" y="connsiteY0"/>
                </a:cxn>
                <a:cxn ang="0">
                  <a:pos x="connsiteX1" y="connsiteY1"/>
                </a:cxn>
              </a:cxnLst>
              <a:rect l="l" t="t" r="r" b="b"/>
              <a:pathLst>
                <a:path w="2824" h="23217">
                  <a:moveTo>
                    <a:pt x="0" y="0"/>
                  </a:moveTo>
                  <a:lnTo>
                    <a:pt x="0" y="23218"/>
                  </a:lnTo>
                </a:path>
              </a:pathLst>
            </a:custGeom>
            <a:ln w="8472" cap="flat">
              <a:solidFill>
                <a:srgbClr val="17A3A3"/>
              </a:solidFill>
              <a:prstDash val="solid"/>
              <a:miter/>
            </a:ln>
          </p:spPr>
          <p:txBody>
            <a:bodyPr rtlCol="1" anchor="ctr"/>
            <a:lstStyle/>
            <a:p>
              <a:endParaRPr lang="ar-SA"/>
            </a:p>
          </p:txBody>
        </p:sp>
        <p:sp>
          <p:nvSpPr>
            <p:cNvPr id="10325" name="شكل حر: شكل 11500">
              <a:extLst>
                <a:ext uri="{FF2B5EF4-FFF2-40B4-BE49-F238E27FC236}">
                  <a16:creationId xmlns:a16="http://schemas.microsoft.com/office/drawing/2014/main" id="{F220E79D-AD19-65FE-1750-D54253AD3C3C}"/>
                </a:ext>
              </a:extLst>
            </p:cNvPr>
            <p:cNvSpPr/>
            <p:nvPr/>
          </p:nvSpPr>
          <p:spPr>
            <a:xfrm>
              <a:off x="3632204" y="4987923"/>
              <a:ext cx="132358" cy="148797"/>
            </a:xfrm>
            <a:custGeom>
              <a:avLst/>
              <a:gdLst>
                <a:gd name="connsiteX0" fmla="*/ 0 w 132358"/>
                <a:gd name="connsiteY0" fmla="*/ 0 h 148797"/>
                <a:gd name="connsiteX1" fmla="*/ 132358 w 132358"/>
                <a:gd name="connsiteY1" fmla="*/ 0 h 148797"/>
                <a:gd name="connsiteX2" fmla="*/ 132358 w 132358"/>
                <a:gd name="connsiteY2" fmla="*/ 148797 h 148797"/>
                <a:gd name="connsiteX3" fmla="*/ 0 w 132358"/>
                <a:gd name="connsiteY3" fmla="*/ 148797 h 148797"/>
              </a:gdLst>
              <a:ahLst/>
              <a:cxnLst>
                <a:cxn ang="0">
                  <a:pos x="connsiteX0" y="connsiteY0"/>
                </a:cxn>
                <a:cxn ang="0">
                  <a:pos x="connsiteX1" y="connsiteY1"/>
                </a:cxn>
                <a:cxn ang="0">
                  <a:pos x="connsiteX2" y="connsiteY2"/>
                </a:cxn>
                <a:cxn ang="0">
                  <a:pos x="connsiteX3" y="connsiteY3"/>
                </a:cxn>
              </a:cxnLst>
              <a:rect l="l" t="t" r="r" b="b"/>
              <a:pathLst>
                <a:path w="132358" h="148797">
                  <a:moveTo>
                    <a:pt x="0" y="0"/>
                  </a:moveTo>
                  <a:lnTo>
                    <a:pt x="132358" y="0"/>
                  </a:lnTo>
                  <a:lnTo>
                    <a:pt x="132358" y="148797"/>
                  </a:lnTo>
                  <a:lnTo>
                    <a:pt x="0" y="148797"/>
                  </a:lnTo>
                  <a:close/>
                </a:path>
              </a:pathLst>
            </a:custGeom>
            <a:noFill/>
            <a:ln w="8472" cap="flat">
              <a:solidFill>
                <a:srgbClr val="17A3A3"/>
              </a:solidFill>
              <a:prstDash val="solid"/>
              <a:miter/>
            </a:ln>
          </p:spPr>
          <p:txBody>
            <a:bodyPr rtlCol="1" anchor="ctr"/>
            <a:lstStyle/>
            <a:p>
              <a:endParaRPr lang="ar-SA"/>
            </a:p>
          </p:txBody>
        </p:sp>
      </p:grpSp>
      <p:grpSp>
        <p:nvGrpSpPr>
          <p:cNvPr id="10326" name="رسم 8014">
            <a:extLst>
              <a:ext uri="{FF2B5EF4-FFF2-40B4-BE49-F238E27FC236}">
                <a16:creationId xmlns:a16="http://schemas.microsoft.com/office/drawing/2014/main" id="{D9BD5300-7E7D-CF37-26B1-FB27E5C2BC61}"/>
              </a:ext>
            </a:extLst>
          </p:cNvPr>
          <p:cNvGrpSpPr/>
          <p:nvPr/>
        </p:nvGrpSpPr>
        <p:grpSpPr>
          <a:xfrm>
            <a:off x="5037260" y="2802612"/>
            <a:ext cx="273617" cy="299481"/>
            <a:chOff x="5102465" y="1740371"/>
            <a:chExt cx="327054" cy="379959"/>
          </a:xfrm>
          <a:noFill/>
        </p:grpSpPr>
        <p:sp>
          <p:nvSpPr>
            <p:cNvPr id="10327" name="شكل حر: شكل 11502">
              <a:extLst>
                <a:ext uri="{FF2B5EF4-FFF2-40B4-BE49-F238E27FC236}">
                  <a16:creationId xmlns:a16="http://schemas.microsoft.com/office/drawing/2014/main" id="{E1CB5791-3DC4-C5DA-0C27-9AAD041BAF41}"/>
                </a:ext>
              </a:extLst>
            </p:cNvPr>
            <p:cNvSpPr/>
            <p:nvPr/>
          </p:nvSpPr>
          <p:spPr>
            <a:xfrm>
              <a:off x="5196946" y="1843186"/>
              <a:ext cx="138261" cy="75019"/>
            </a:xfrm>
            <a:custGeom>
              <a:avLst/>
              <a:gdLst>
                <a:gd name="connsiteX0" fmla="*/ 0 w 138261"/>
                <a:gd name="connsiteY0" fmla="*/ 75020 h 75019"/>
                <a:gd name="connsiteX1" fmla="*/ 0 w 138261"/>
                <a:gd name="connsiteY1" fmla="*/ 52311 h 75019"/>
                <a:gd name="connsiteX2" fmla="*/ 52311 w 138261"/>
                <a:gd name="connsiteY2" fmla="*/ 0 h 75019"/>
                <a:gd name="connsiteX3" fmla="*/ 85951 w 138261"/>
                <a:gd name="connsiteY3" fmla="*/ 0 h 75019"/>
                <a:gd name="connsiteX4" fmla="*/ 138262 w 138261"/>
                <a:gd name="connsiteY4" fmla="*/ 52311 h 75019"/>
                <a:gd name="connsiteX5" fmla="*/ 138262 w 138261"/>
                <a:gd name="connsiteY5" fmla="*/ 75020 h 75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8261" h="75019">
                  <a:moveTo>
                    <a:pt x="0" y="75020"/>
                  </a:moveTo>
                  <a:lnTo>
                    <a:pt x="0" y="52311"/>
                  </a:lnTo>
                  <a:cubicBezTo>
                    <a:pt x="0" y="23415"/>
                    <a:pt x="23416" y="0"/>
                    <a:pt x="52311" y="0"/>
                  </a:cubicBezTo>
                  <a:lnTo>
                    <a:pt x="85951" y="0"/>
                  </a:lnTo>
                  <a:cubicBezTo>
                    <a:pt x="114846" y="0"/>
                    <a:pt x="138262" y="23415"/>
                    <a:pt x="138262" y="52311"/>
                  </a:cubicBezTo>
                  <a:lnTo>
                    <a:pt x="138262" y="75020"/>
                  </a:lnTo>
                </a:path>
              </a:pathLst>
            </a:custGeom>
            <a:noFill/>
            <a:ln w="8472" cap="flat">
              <a:solidFill>
                <a:srgbClr val="01355A"/>
              </a:solidFill>
              <a:prstDash val="solid"/>
              <a:miter/>
            </a:ln>
          </p:spPr>
          <p:txBody>
            <a:bodyPr rtlCol="1" anchor="ctr"/>
            <a:lstStyle/>
            <a:p>
              <a:endParaRPr lang="ar-SA"/>
            </a:p>
          </p:txBody>
        </p:sp>
        <p:grpSp>
          <p:nvGrpSpPr>
            <p:cNvPr id="10328" name="رسم 8014">
              <a:extLst>
                <a:ext uri="{FF2B5EF4-FFF2-40B4-BE49-F238E27FC236}">
                  <a16:creationId xmlns:a16="http://schemas.microsoft.com/office/drawing/2014/main" id="{D97C84D8-05C5-8A74-7C41-BA6A7ADEDBBE}"/>
                </a:ext>
              </a:extLst>
            </p:cNvPr>
            <p:cNvGrpSpPr/>
            <p:nvPr/>
          </p:nvGrpSpPr>
          <p:grpSpPr>
            <a:xfrm>
              <a:off x="5185507" y="1919307"/>
              <a:ext cx="160999" cy="57507"/>
              <a:chOff x="5185507" y="1919307"/>
              <a:chExt cx="160999" cy="57507"/>
            </a:xfrm>
            <a:noFill/>
          </p:grpSpPr>
          <p:sp>
            <p:nvSpPr>
              <p:cNvPr id="10335" name="شكل حر: شكل 11504">
                <a:extLst>
                  <a:ext uri="{FF2B5EF4-FFF2-40B4-BE49-F238E27FC236}">
                    <a16:creationId xmlns:a16="http://schemas.microsoft.com/office/drawing/2014/main" id="{7D2CD5DA-17C2-8909-C054-9A854E996ED3}"/>
                  </a:ext>
                </a:extLst>
              </p:cNvPr>
              <p:cNvSpPr/>
              <p:nvPr/>
            </p:nvSpPr>
            <p:spPr>
              <a:xfrm>
                <a:off x="5225757" y="1947468"/>
                <a:ext cx="2824" cy="29347"/>
              </a:xfrm>
              <a:custGeom>
                <a:avLst/>
                <a:gdLst>
                  <a:gd name="connsiteX0" fmla="*/ 0 w 2824"/>
                  <a:gd name="connsiteY0" fmla="*/ 0 h 29347"/>
                  <a:gd name="connsiteX1" fmla="*/ 0 w 2824"/>
                  <a:gd name="connsiteY1" fmla="*/ 29347 h 29347"/>
                </a:gdLst>
                <a:ahLst/>
                <a:cxnLst>
                  <a:cxn ang="0">
                    <a:pos x="connsiteX0" y="connsiteY0"/>
                  </a:cxn>
                  <a:cxn ang="0">
                    <a:pos x="connsiteX1" y="connsiteY1"/>
                  </a:cxn>
                </a:cxnLst>
                <a:rect l="l" t="t" r="r" b="b"/>
                <a:pathLst>
                  <a:path w="2824" h="29347">
                    <a:moveTo>
                      <a:pt x="0" y="0"/>
                    </a:moveTo>
                    <a:lnTo>
                      <a:pt x="0" y="29347"/>
                    </a:lnTo>
                  </a:path>
                </a:pathLst>
              </a:custGeom>
              <a:ln w="8472" cap="flat">
                <a:solidFill>
                  <a:srgbClr val="01355A"/>
                </a:solidFill>
                <a:prstDash val="solid"/>
                <a:miter/>
              </a:ln>
            </p:spPr>
            <p:txBody>
              <a:bodyPr rtlCol="1" anchor="ctr"/>
              <a:lstStyle/>
              <a:p>
                <a:endParaRPr lang="ar-SA"/>
              </a:p>
            </p:txBody>
          </p:sp>
          <p:sp>
            <p:nvSpPr>
              <p:cNvPr id="10336" name="شكل حر: شكل 11505">
                <a:extLst>
                  <a:ext uri="{FF2B5EF4-FFF2-40B4-BE49-F238E27FC236}">
                    <a16:creationId xmlns:a16="http://schemas.microsoft.com/office/drawing/2014/main" id="{CD467A0D-0E2A-37A3-E82D-37A9D3AC0232}"/>
                  </a:ext>
                </a:extLst>
              </p:cNvPr>
              <p:cNvSpPr/>
              <p:nvPr/>
            </p:nvSpPr>
            <p:spPr>
              <a:xfrm>
                <a:off x="5266006" y="1947468"/>
                <a:ext cx="2824" cy="29347"/>
              </a:xfrm>
              <a:custGeom>
                <a:avLst/>
                <a:gdLst>
                  <a:gd name="connsiteX0" fmla="*/ 0 w 2824"/>
                  <a:gd name="connsiteY0" fmla="*/ 0 h 29347"/>
                  <a:gd name="connsiteX1" fmla="*/ 0 w 2824"/>
                  <a:gd name="connsiteY1" fmla="*/ 29347 h 29347"/>
                </a:gdLst>
                <a:ahLst/>
                <a:cxnLst>
                  <a:cxn ang="0">
                    <a:pos x="connsiteX0" y="connsiteY0"/>
                  </a:cxn>
                  <a:cxn ang="0">
                    <a:pos x="connsiteX1" y="connsiteY1"/>
                  </a:cxn>
                </a:cxnLst>
                <a:rect l="l" t="t" r="r" b="b"/>
                <a:pathLst>
                  <a:path w="2824" h="29347">
                    <a:moveTo>
                      <a:pt x="0" y="0"/>
                    </a:moveTo>
                    <a:lnTo>
                      <a:pt x="0" y="29347"/>
                    </a:lnTo>
                  </a:path>
                </a:pathLst>
              </a:custGeom>
              <a:ln w="8472" cap="flat">
                <a:solidFill>
                  <a:srgbClr val="01355A"/>
                </a:solidFill>
                <a:prstDash val="solid"/>
                <a:miter/>
              </a:ln>
            </p:spPr>
            <p:txBody>
              <a:bodyPr rtlCol="1" anchor="ctr"/>
              <a:lstStyle/>
              <a:p>
                <a:endParaRPr lang="ar-SA"/>
              </a:p>
            </p:txBody>
          </p:sp>
          <p:sp>
            <p:nvSpPr>
              <p:cNvPr id="10337" name="شكل حر: شكل 11506">
                <a:extLst>
                  <a:ext uri="{FF2B5EF4-FFF2-40B4-BE49-F238E27FC236}">
                    <a16:creationId xmlns:a16="http://schemas.microsoft.com/office/drawing/2014/main" id="{8ABD5CA4-DA9E-F700-6D44-8F95C4E9FD50}"/>
                  </a:ext>
                </a:extLst>
              </p:cNvPr>
              <p:cNvSpPr/>
              <p:nvPr/>
            </p:nvSpPr>
            <p:spPr>
              <a:xfrm>
                <a:off x="5306256" y="1947468"/>
                <a:ext cx="2824" cy="29347"/>
              </a:xfrm>
              <a:custGeom>
                <a:avLst/>
                <a:gdLst>
                  <a:gd name="connsiteX0" fmla="*/ 0 w 2824"/>
                  <a:gd name="connsiteY0" fmla="*/ 0 h 29347"/>
                  <a:gd name="connsiteX1" fmla="*/ 0 w 2824"/>
                  <a:gd name="connsiteY1" fmla="*/ 29347 h 29347"/>
                </a:gdLst>
                <a:ahLst/>
                <a:cxnLst>
                  <a:cxn ang="0">
                    <a:pos x="connsiteX0" y="connsiteY0"/>
                  </a:cxn>
                  <a:cxn ang="0">
                    <a:pos x="connsiteX1" y="connsiteY1"/>
                  </a:cxn>
                </a:cxnLst>
                <a:rect l="l" t="t" r="r" b="b"/>
                <a:pathLst>
                  <a:path w="2824" h="29347">
                    <a:moveTo>
                      <a:pt x="0" y="0"/>
                    </a:moveTo>
                    <a:lnTo>
                      <a:pt x="0" y="29347"/>
                    </a:lnTo>
                  </a:path>
                </a:pathLst>
              </a:custGeom>
              <a:ln w="8472" cap="flat">
                <a:solidFill>
                  <a:srgbClr val="01355A"/>
                </a:solidFill>
                <a:prstDash val="solid"/>
                <a:miter/>
              </a:ln>
            </p:spPr>
            <p:txBody>
              <a:bodyPr rtlCol="1" anchor="ctr"/>
              <a:lstStyle/>
              <a:p>
                <a:endParaRPr lang="ar-SA"/>
              </a:p>
            </p:txBody>
          </p:sp>
          <p:sp>
            <p:nvSpPr>
              <p:cNvPr id="10338" name="شكل حر: شكل 11507">
                <a:extLst>
                  <a:ext uri="{FF2B5EF4-FFF2-40B4-BE49-F238E27FC236}">
                    <a16:creationId xmlns:a16="http://schemas.microsoft.com/office/drawing/2014/main" id="{F41D6B45-29FC-BFE8-4A85-FC38C454F41F}"/>
                  </a:ext>
                </a:extLst>
              </p:cNvPr>
              <p:cNvSpPr/>
              <p:nvPr/>
            </p:nvSpPr>
            <p:spPr>
              <a:xfrm>
                <a:off x="5185507" y="1919307"/>
                <a:ext cx="160999" cy="57507"/>
              </a:xfrm>
              <a:custGeom>
                <a:avLst/>
                <a:gdLst>
                  <a:gd name="connsiteX0" fmla="*/ 160999 w 160999"/>
                  <a:gd name="connsiteY0" fmla="*/ 57508 h 57507"/>
                  <a:gd name="connsiteX1" fmla="*/ 160999 w 160999"/>
                  <a:gd name="connsiteY1" fmla="*/ 0 h 57507"/>
                  <a:gd name="connsiteX2" fmla="*/ 0 w 160999"/>
                  <a:gd name="connsiteY2" fmla="*/ 0 h 57507"/>
                  <a:gd name="connsiteX3" fmla="*/ 0 w 160999"/>
                  <a:gd name="connsiteY3" fmla="*/ 57508 h 57507"/>
                </a:gdLst>
                <a:ahLst/>
                <a:cxnLst>
                  <a:cxn ang="0">
                    <a:pos x="connsiteX0" y="connsiteY0"/>
                  </a:cxn>
                  <a:cxn ang="0">
                    <a:pos x="connsiteX1" y="connsiteY1"/>
                  </a:cxn>
                  <a:cxn ang="0">
                    <a:pos x="connsiteX2" y="connsiteY2"/>
                  </a:cxn>
                  <a:cxn ang="0">
                    <a:pos x="connsiteX3" y="connsiteY3"/>
                  </a:cxn>
                </a:cxnLst>
                <a:rect l="l" t="t" r="r" b="b"/>
                <a:pathLst>
                  <a:path w="160999" h="57507">
                    <a:moveTo>
                      <a:pt x="160999" y="57508"/>
                    </a:moveTo>
                    <a:lnTo>
                      <a:pt x="160999" y="0"/>
                    </a:lnTo>
                    <a:lnTo>
                      <a:pt x="0" y="0"/>
                    </a:lnTo>
                    <a:lnTo>
                      <a:pt x="0" y="57508"/>
                    </a:lnTo>
                  </a:path>
                </a:pathLst>
              </a:custGeom>
              <a:noFill/>
              <a:ln w="8472" cap="flat">
                <a:solidFill>
                  <a:srgbClr val="01355A"/>
                </a:solidFill>
                <a:prstDash val="solid"/>
                <a:miter/>
              </a:ln>
            </p:spPr>
            <p:txBody>
              <a:bodyPr rtlCol="1" anchor="ctr"/>
              <a:lstStyle/>
              <a:p>
                <a:endParaRPr lang="ar-SA"/>
              </a:p>
            </p:txBody>
          </p:sp>
        </p:grpSp>
        <p:sp>
          <p:nvSpPr>
            <p:cNvPr id="10329" name="شكل حر: شكل 11508">
              <a:extLst>
                <a:ext uri="{FF2B5EF4-FFF2-40B4-BE49-F238E27FC236}">
                  <a16:creationId xmlns:a16="http://schemas.microsoft.com/office/drawing/2014/main" id="{7337D856-4473-4A47-78D9-6F4AFB1DFC14}"/>
                </a:ext>
              </a:extLst>
            </p:cNvPr>
            <p:cNvSpPr/>
            <p:nvPr/>
          </p:nvSpPr>
          <p:spPr>
            <a:xfrm>
              <a:off x="5204996" y="2023844"/>
              <a:ext cx="122048" cy="29827"/>
            </a:xfrm>
            <a:custGeom>
              <a:avLst/>
              <a:gdLst>
                <a:gd name="connsiteX0" fmla="*/ 0 w 122048"/>
                <a:gd name="connsiteY0" fmla="*/ 29827 h 29827"/>
                <a:gd name="connsiteX1" fmla="*/ 61010 w 122048"/>
                <a:gd name="connsiteY1" fmla="*/ 0 h 29827"/>
                <a:gd name="connsiteX2" fmla="*/ 122049 w 122048"/>
                <a:gd name="connsiteY2" fmla="*/ 29827 h 29827"/>
              </a:gdLst>
              <a:ahLst/>
              <a:cxnLst>
                <a:cxn ang="0">
                  <a:pos x="connsiteX0" y="connsiteY0"/>
                </a:cxn>
                <a:cxn ang="0">
                  <a:pos x="connsiteX1" y="connsiteY1"/>
                </a:cxn>
                <a:cxn ang="0">
                  <a:pos x="connsiteX2" y="connsiteY2"/>
                </a:cxn>
              </a:cxnLst>
              <a:rect l="l" t="t" r="r" b="b"/>
              <a:pathLst>
                <a:path w="122048" h="29827">
                  <a:moveTo>
                    <a:pt x="0" y="29827"/>
                  </a:moveTo>
                  <a:lnTo>
                    <a:pt x="61010" y="0"/>
                  </a:lnTo>
                  <a:lnTo>
                    <a:pt x="122049" y="29827"/>
                  </a:lnTo>
                </a:path>
              </a:pathLst>
            </a:custGeom>
            <a:noFill/>
            <a:ln w="8472" cap="flat">
              <a:solidFill>
                <a:srgbClr val="17A3A3"/>
              </a:solidFill>
              <a:prstDash val="solid"/>
              <a:miter/>
            </a:ln>
          </p:spPr>
          <p:txBody>
            <a:bodyPr rtlCol="1" anchor="ctr"/>
            <a:lstStyle/>
            <a:p>
              <a:endParaRPr lang="ar-SA"/>
            </a:p>
          </p:txBody>
        </p:sp>
        <p:sp>
          <p:nvSpPr>
            <p:cNvPr id="10330" name="شكل حر: شكل 11509">
              <a:extLst>
                <a:ext uri="{FF2B5EF4-FFF2-40B4-BE49-F238E27FC236}">
                  <a16:creationId xmlns:a16="http://schemas.microsoft.com/office/drawing/2014/main" id="{39772591-9466-4D5D-2749-E0E3DCE20B30}"/>
                </a:ext>
              </a:extLst>
            </p:cNvPr>
            <p:cNvSpPr/>
            <p:nvPr/>
          </p:nvSpPr>
          <p:spPr>
            <a:xfrm>
              <a:off x="5102465" y="1976815"/>
              <a:ext cx="327054" cy="128065"/>
            </a:xfrm>
            <a:custGeom>
              <a:avLst/>
              <a:gdLst>
                <a:gd name="connsiteX0" fmla="*/ 327054 w 327054"/>
                <a:gd name="connsiteY0" fmla="*/ 128065 h 128065"/>
                <a:gd name="connsiteX1" fmla="*/ 327054 w 327054"/>
                <a:gd name="connsiteY1" fmla="*/ 49966 h 128065"/>
                <a:gd name="connsiteX2" fmla="*/ 318411 w 327054"/>
                <a:gd name="connsiteY2" fmla="*/ 41323 h 128065"/>
                <a:gd name="connsiteX3" fmla="*/ 274941 w 327054"/>
                <a:gd name="connsiteY3" fmla="*/ 41323 h 128065"/>
                <a:gd name="connsiteX4" fmla="*/ 274941 w 327054"/>
                <a:gd name="connsiteY4" fmla="*/ 25139 h 128065"/>
                <a:gd name="connsiteX5" fmla="*/ 249803 w 327054"/>
                <a:gd name="connsiteY5" fmla="*/ 0 h 128065"/>
                <a:gd name="connsiteX6" fmla="*/ 77251 w 327054"/>
                <a:gd name="connsiteY6" fmla="*/ 0 h 128065"/>
                <a:gd name="connsiteX7" fmla="*/ 52113 w 327054"/>
                <a:gd name="connsiteY7" fmla="*/ 25139 h 128065"/>
                <a:gd name="connsiteX8" fmla="*/ 52113 w 327054"/>
                <a:gd name="connsiteY8" fmla="*/ 41323 h 128065"/>
                <a:gd name="connsiteX9" fmla="*/ 8643 w 327054"/>
                <a:gd name="connsiteY9" fmla="*/ 41323 h 128065"/>
                <a:gd name="connsiteX10" fmla="*/ 0 w 327054"/>
                <a:gd name="connsiteY10" fmla="*/ 49966 h 128065"/>
                <a:gd name="connsiteX11" fmla="*/ 0 w 327054"/>
                <a:gd name="connsiteY11" fmla="*/ 128065 h 128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7054" h="128065">
                  <a:moveTo>
                    <a:pt x="327054" y="128065"/>
                  </a:moveTo>
                  <a:lnTo>
                    <a:pt x="327054" y="49966"/>
                  </a:lnTo>
                  <a:cubicBezTo>
                    <a:pt x="327054" y="45193"/>
                    <a:pt x="323185" y="41323"/>
                    <a:pt x="318411" y="41323"/>
                  </a:cubicBezTo>
                  <a:lnTo>
                    <a:pt x="274941" y="41323"/>
                  </a:lnTo>
                  <a:lnTo>
                    <a:pt x="274941" y="25139"/>
                  </a:lnTo>
                  <a:cubicBezTo>
                    <a:pt x="274941" y="11242"/>
                    <a:pt x="263671" y="0"/>
                    <a:pt x="249803" y="0"/>
                  </a:cubicBezTo>
                  <a:lnTo>
                    <a:pt x="77251" y="0"/>
                  </a:lnTo>
                  <a:cubicBezTo>
                    <a:pt x="63355" y="0"/>
                    <a:pt x="52113" y="11270"/>
                    <a:pt x="52113" y="25139"/>
                  </a:cubicBezTo>
                  <a:lnTo>
                    <a:pt x="52113" y="41323"/>
                  </a:lnTo>
                  <a:lnTo>
                    <a:pt x="8643" y="41323"/>
                  </a:lnTo>
                  <a:cubicBezTo>
                    <a:pt x="3870" y="41323"/>
                    <a:pt x="0" y="45193"/>
                    <a:pt x="0" y="49966"/>
                  </a:cubicBezTo>
                  <a:lnTo>
                    <a:pt x="0" y="128065"/>
                  </a:lnTo>
                </a:path>
              </a:pathLst>
            </a:custGeom>
            <a:noFill/>
            <a:ln w="8472" cap="flat">
              <a:solidFill>
                <a:srgbClr val="01355A"/>
              </a:solidFill>
              <a:prstDash val="solid"/>
              <a:miter/>
            </a:ln>
          </p:spPr>
          <p:txBody>
            <a:bodyPr rtlCol="1" anchor="ctr"/>
            <a:lstStyle/>
            <a:p>
              <a:endParaRPr lang="ar-SA"/>
            </a:p>
          </p:txBody>
        </p:sp>
        <p:sp>
          <p:nvSpPr>
            <p:cNvPr id="10331" name="شكل حر: شكل 11510">
              <a:extLst>
                <a:ext uri="{FF2B5EF4-FFF2-40B4-BE49-F238E27FC236}">
                  <a16:creationId xmlns:a16="http://schemas.microsoft.com/office/drawing/2014/main" id="{53A07B4D-C32C-A733-23F0-4665A5E9675C}"/>
                </a:ext>
              </a:extLst>
            </p:cNvPr>
            <p:cNvSpPr/>
            <p:nvPr/>
          </p:nvSpPr>
          <p:spPr>
            <a:xfrm>
              <a:off x="5102493" y="2104880"/>
              <a:ext cx="327026" cy="15450"/>
            </a:xfrm>
            <a:custGeom>
              <a:avLst/>
              <a:gdLst>
                <a:gd name="connsiteX0" fmla="*/ 0 w 327026"/>
                <a:gd name="connsiteY0" fmla="*/ 0 h 15450"/>
                <a:gd name="connsiteX1" fmla="*/ 0 w 327026"/>
                <a:gd name="connsiteY1" fmla="*/ 15450 h 15450"/>
                <a:gd name="connsiteX2" fmla="*/ 327026 w 327026"/>
                <a:gd name="connsiteY2" fmla="*/ 15450 h 15450"/>
                <a:gd name="connsiteX3" fmla="*/ 327026 w 327026"/>
                <a:gd name="connsiteY3" fmla="*/ 0 h 15450"/>
              </a:gdLst>
              <a:ahLst/>
              <a:cxnLst>
                <a:cxn ang="0">
                  <a:pos x="connsiteX0" y="connsiteY0"/>
                </a:cxn>
                <a:cxn ang="0">
                  <a:pos x="connsiteX1" y="connsiteY1"/>
                </a:cxn>
                <a:cxn ang="0">
                  <a:pos x="connsiteX2" y="connsiteY2"/>
                </a:cxn>
                <a:cxn ang="0">
                  <a:pos x="connsiteX3" y="connsiteY3"/>
                </a:cxn>
              </a:cxnLst>
              <a:rect l="l" t="t" r="r" b="b"/>
              <a:pathLst>
                <a:path w="327026" h="15450">
                  <a:moveTo>
                    <a:pt x="0" y="0"/>
                  </a:moveTo>
                  <a:lnTo>
                    <a:pt x="0" y="15450"/>
                  </a:lnTo>
                  <a:lnTo>
                    <a:pt x="327026" y="15450"/>
                  </a:lnTo>
                  <a:lnTo>
                    <a:pt x="327026" y="0"/>
                  </a:lnTo>
                </a:path>
              </a:pathLst>
            </a:custGeom>
            <a:noFill/>
            <a:ln w="8472" cap="flat">
              <a:solidFill>
                <a:srgbClr val="01355A"/>
              </a:solidFill>
              <a:prstDash val="solid"/>
              <a:miter/>
            </a:ln>
          </p:spPr>
          <p:txBody>
            <a:bodyPr rtlCol="1" anchor="ctr"/>
            <a:lstStyle/>
            <a:p>
              <a:endParaRPr lang="ar-SA"/>
            </a:p>
          </p:txBody>
        </p:sp>
        <p:sp>
          <p:nvSpPr>
            <p:cNvPr id="10332" name="شكل حر: شكل 11511">
              <a:extLst>
                <a:ext uri="{FF2B5EF4-FFF2-40B4-BE49-F238E27FC236}">
                  <a16:creationId xmlns:a16="http://schemas.microsoft.com/office/drawing/2014/main" id="{E7CA9F0A-3B74-EB58-6175-276244BE5486}"/>
                </a:ext>
              </a:extLst>
            </p:cNvPr>
            <p:cNvSpPr/>
            <p:nvPr/>
          </p:nvSpPr>
          <p:spPr>
            <a:xfrm>
              <a:off x="5236320" y="2053643"/>
              <a:ext cx="59372" cy="66150"/>
            </a:xfrm>
            <a:custGeom>
              <a:avLst/>
              <a:gdLst>
                <a:gd name="connsiteX0" fmla="*/ 59372 w 59372"/>
                <a:gd name="connsiteY0" fmla="*/ 66151 h 66150"/>
                <a:gd name="connsiteX1" fmla="*/ 59372 w 59372"/>
                <a:gd name="connsiteY1" fmla="*/ 28104 h 66150"/>
                <a:gd name="connsiteX2" fmla="*/ 31268 w 59372"/>
                <a:gd name="connsiteY2" fmla="*/ 0 h 66150"/>
                <a:gd name="connsiteX3" fmla="*/ 28104 w 59372"/>
                <a:gd name="connsiteY3" fmla="*/ 0 h 66150"/>
                <a:gd name="connsiteX4" fmla="*/ 0 w 59372"/>
                <a:gd name="connsiteY4" fmla="*/ 28104 h 66150"/>
                <a:gd name="connsiteX5" fmla="*/ 0 w 59372"/>
                <a:gd name="connsiteY5" fmla="*/ 66151 h 66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372" h="66150">
                  <a:moveTo>
                    <a:pt x="59372" y="66151"/>
                  </a:moveTo>
                  <a:lnTo>
                    <a:pt x="59372" y="28104"/>
                  </a:lnTo>
                  <a:cubicBezTo>
                    <a:pt x="59372" y="12598"/>
                    <a:pt x="46803" y="0"/>
                    <a:pt x="31268" y="0"/>
                  </a:cubicBezTo>
                  <a:lnTo>
                    <a:pt x="28104" y="0"/>
                  </a:lnTo>
                  <a:cubicBezTo>
                    <a:pt x="12597" y="0"/>
                    <a:pt x="0" y="12569"/>
                    <a:pt x="0" y="28104"/>
                  </a:cubicBezTo>
                  <a:lnTo>
                    <a:pt x="0" y="66151"/>
                  </a:lnTo>
                </a:path>
              </a:pathLst>
            </a:custGeom>
            <a:noFill/>
            <a:ln w="8472" cap="flat">
              <a:solidFill>
                <a:srgbClr val="17A3A3"/>
              </a:solidFill>
              <a:prstDash val="solid"/>
              <a:miter/>
            </a:ln>
          </p:spPr>
          <p:txBody>
            <a:bodyPr rtlCol="1" anchor="ctr"/>
            <a:lstStyle/>
            <a:p>
              <a:endParaRPr lang="ar-SA"/>
            </a:p>
          </p:txBody>
        </p:sp>
        <p:sp>
          <p:nvSpPr>
            <p:cNvPr id="10333" name="شكل حر: شكل 11512">
              <a:extLst>
                <a:ext uri="{FF2B5EF4-FFF2-40B4-BE49-F238E27FC236}">
                  <a16:creationId xmlns:a16="http://schemas.microsoft.com/office/drawing/2014/main" id="{EB747E8E-5A0A-D551-EC46-025705D9953A}"/>
                </a:ext>
              </a:extLst>
            </p:cNvPr>
            <p:cNvSpPr/>
            <p:nvPr/>
          </p:nvSpPr>
          <p:spPr>
            <a:xfrm>
              <a:off x="5248635" y="1821832"/>
              <a:ext cx="34911" cy="21353"/>
            </a:xfrm>
            <a:custGeom>
              <a:avLst/>
              <a:gdLst>
                <a:gd name="connsiteX0" fmla="*/ 34911 w 34911"/>
                <a:gd name="connsiteY0" fmla="*/ 21354 h 21353"/>
                <a:gd name="connsiteX1" fmla="*/ 34911 w 34911"/>
                <a:gd name="connsiteY1" fmla="*/ 10846 h 21353"/>
                <a:gd name="connsiteX2" fmla="*/ 24065 w 34911"/>
                <a:gd name="connsiteY2" fmla="*/ 0 h 21353"/>
                <a:gd name="connsiteX3" fmla="*/ 10846 w 34911"/>
                <a:gd name="connsiteY3" fmla="*/ 0 h 21353"/>
                <a:gd name="connsiteX4" fmla="*/ 0 w 34911"/>
                <a:gd name="connsiteY4" fmla="*/ 10846 h 21353"/>
                <a:gd name="connsiteX5" fmla="*/ 0 w 34911"/>
                <a:gd name="connsiteY5" fmla="*/ 21354 h 21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11" h="21353">
                  <a:moveTo>
                    <a:pt x="34911" y="21354"/>
                  </a:moveTo>
                  <a:lnTo>
                    <a:pt x="34911" y="10846"/>
                  </a:lnTo>
                  <a:cubicBezTo>
                    <a:pt x="34911" y="4858"/>
                    <a:pt x="30053" y="0"/>
                    <a:pt x="24065" y="0"/>
                  </a:cubicBezTo>
                  <a:lnTo>
                    <a:pt x="10846" y="0"/>
                  </a:lnTo>
                  <a:cubicBezTo>
                    <a:pt x="4858" y="0"/>
                    <a:pt x="0" y="4858"/>
                    <a:pt x="0" y="10846"/>
                  </a:cubicBezTo>
                  <a:lnTo>
                    <a:pt x="0" y="21354"/>
                  </a:lnTo>
                </a:path>
              </a:pathLst>
            </a:custGeom>
            <a:noFill/>
            <a:ln w="8472" cap="flat">
              <a:solidFill>
                <a:srgbClr val="01355A"/>
              </a:solidFill>
              <a:prstDash val="solid"/>
              <a:miter/>
            </a:ln>
          </p:spPr>
          <p:txBody>
            <a:bodyPr rtlCol="1" anchor="ctr"/>
            <a:lstStyle/>
            <a:p>
              <a:endParaRPr lang="ar-SA"/>
            </a:p>
          </p:txBody>
        </p:sp>
        <p:sp>
          <p:nvSpPr>
            <p:cNvPr id="10334" name="شكل حر: شكل 11513">
              <a:extLst>
                <a:ext uri="{FF2B5EF4-FFF2-40B4-BE49-F238E27FC236}">
                  <a16:creationId xmlns:a16="http://schemas.microsoft.com/office/drawing/2014/main" id="{49ED19C1-108E-29D8-D09C-BF4E781975B8}"/>
                </a:ext>
              </a:extLst>
            </p:cNvPr>
            <p:cNvSpPr/>
            <p:nvPr/>
          </p:nvSpPr>
          <p:spPr>
            <a:xfrm>
              <a:off x="5266091" y="1740371"/>
              <a:ext cx="65077" cy="81461"/>
            </a:xfrm>
            <a:custGeom>
              <a:avLst/>
              <a:gdLst>
                <a:gd name="connsiteX0" fmla="*/ 0 w 65077"/>
                <a:gd name="connsiteY0" fmla="*/ 81461 h 81461"/>
                <a:gd name="connsiteX1" fmla="*/ 0 w 65077"/>
                <a:gd name="connsiteY1" fmla="*/ 4747 h 81461"/>
                <a:gd name="connsiteX2" fmla="*/ 16326 w 65077"/>
                <a:gd name="connsiteY2" fmla="*/ 8673 h 81461"/>
                <a:gd name="connsiteX3" fmla="*/ 32849 w 65077"/>
                <a:gd name="connsiteY3" fmla="*/ 3786 h 81461"/>
                <a:gd name="connsiteX4" fmla="*/ 49599 w 65077"/>
                <a:gd name="connsiteY4" fmla="*/ 1 h 81461"/>
                <a:gd name="connsiteX5" fmla="*/ 65077 w 65077"/>
                <a:gd name="connsiteY5" fmla="*/ 4041 h 81461"/>
                <a:gd name="connsiteX6" fmla="*/ 65077 w 65077"/>
                <a:gd name="connsiteY6" fmla="*/ 46522 h 81461"/>
                <a:gd name="connsiteX7" fmla="*/ 49599 w 65077"/>
                <a:gd name="connsiteY7" fmla="*/ 42483 h 81461"/>
                <a:gd name="connsiteX8" fmla="*/ 32849 w 65077"/>
                <a:gd name="connsiteY8" fmla="*/ 46267 h 81461"/>
                <a:gd name="connsiteX9" fmla="*/ 16326 w 65077"/>
                <a:gd name="connsiteY9" fmla="*/ 51154 h 81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077" h="81461">
                  <a:moveTo>
                    <a:pt x="0" y="81461"/>
                  </a:moveTo>
                  <a:lnTo>
                    <a:pt x="0" y="4747"/>
                  </a:lnTo>
                  <a:cubicBezTo>
                    <a:pt x="4406" y="8447"/>
                    <a:pt x="10620" y="9379"/>
                    <a:pt x="16326" y="8673"/>
                  </a:cubicBezTo>
                  <a:cubicBezTo>
                    <a:pt x="22031" y="7967"/>
                    <a:pt x="27455" y="5763"/>
                    <a:pt x="32849" y="3786"/>
                  </a:cubicBezTo>
                  <a:cubicBezTo>
                    <a:pt x="38244" y="1781"/>
                    <a:pt x="43837" y="-55"/>
                    <a:pt x="49599" y="1"/>
                  </a:cubicBezTo>
                  <a:cubicBezTo>
                    <a:pt x="54966" y="58"/>
                    <a:pt x="60219" y="1753"/>
                    <a:pt x="65077" y="4041"/>
                  </a:cubicBezTo>
                  <a:lnTo>
                    <a:pt x="65077" y="46522"/>
                  </a:lnTo>
                  <a:cubicBezTo>
                    <a:pt x="60219" y="44205"/>
                    <a:pt x="54966" y="42511"/>
                    <a:pt x="49599" y="42483"/>
                  </a:cubicBezTo>
                  <a:cubicBezTo>
                    <a:pt x="43837" y="42426"/>
                    <a:pt x="38244" y="44262"/>
                    <a:pt x="32849" y="46267"/>
                  </a:cubicBezTo>
                  <a:cubicBezTo>
                    <a:pt x="27455" y="48273"/>
                    <a:pt x="22031" y="50448"/>
                    <a:pt x="16326" y="51154"/>
                  </a:cubicBezTo>
                </a:path>
              </a:pathLst>
            </a:custGeom>
            <a:noFill/>
            <a:ln w="8472" cap="flat">
              <a:solidFill>
                <a:srgbClr val="17A3A3"/>
              </a:solidFill>
              <a:prstDash val="solid"/>
              <a:miter/>
            </a:ln>
          </p:spPr>
          <p:txBody>
            <a:bodyPr rtlCol="1" anchor="ctr"/>
            <a:lstStyle/>
            <a:p>
              <a:endParaRPr lang="ar-SA"/>
            </a:p>
          </p:txBody>
        </p:sp>
      </p:grpSp>
      <p:grpSp>
        <p:nvGrpSpPr>
          <p:cNvPr id="10339" name="رسم 8014">
            <a:extLst>
              <a:ext uri="{FF2B5EF4-FFF2-40B4-BE49-F238E27FC236}">
                <a16:creationId xmlns:a16="http://schemas.microsoft.com/office/drawing/2014/main" id="{FB3FC159-8F12-899E-59AC-8BD8538C6B9C}"/>
              </a:ext>
            </a:extLst>
          </p:cNvPr>
          <p:cNvGrpSpPr/>
          <p:nvPr/>
        </p:nvGrpSpPr>
        <p:grpSpPr>
          <a:xfrm>
            <a:off x="4577790" y="3658486"/>
            <a:ext cx="306250" cy="276438"/>
            <a:chOff x="4553260" y="2826241"/>
            <a:chExt cx="366061" cy="350724"/>
          </a:xfrm>
          <a:noFill/>
        </p:grpSpPr>
        <p:sp>
          <p:nvSpPr>
            <p:cNvPr id="10340" name="شكل حر: شكل 11515">
              <a:extLst>
                <a:ext uri="{FF2B5EF4-FFF2-40B4-BE49-F238E27FC236}">
                  <a16:creationId xmlns:a16="http://schemas.microsoft.com/office/drawing/2014/main" id="{9C806CBE-D046-50F8-2504-9693880138A1}"/>
                </a:ext>
              </a:extLst>
            </p:cNvPr>
            <p:cNvSpPr/>
            <p:nvPr/>
          </p:nvSpPr>
          <p:spPr>
            <a:xfrm>
              <a:off x="4661694" y="2839121"/>
              <a:ext cx="176054" cy="142639"/>
            </a:xfrm>
            <a:custGeom>
              <a:avLst/>
              <a:gdLst>
                <a:gd name="connsiteX0" fmla="*/ 0 w 176054"/>
                <a:gd name="connsiteY0" fmla="*/ 0 h 142639"/>
                <a:gd name="connsiteX1" fmla="*/ 176054 w 176054"/>
                <a:gd name="connsiteY1" fmla="*/ 44995 h 142639"/>
                <a:gd name="connsiteX2" fmla="*/ 176054 w 176054"/>
                <a:gd name="connsiteY2" fmla="*/ 71320 h 142639"/>
                <a:gd name="connsiteX3" fmla="*/ 176054 w 176054"/>
                <a:gd name="connsiteY3" fmla="*/ 97645 h 142639"/>
                <a:gd name="connsiteX4" fmla="*/ 0 w 176054"/>
                <a:gd name="connsiteY4" fmla="*/ 142640 h 142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054" h="142639">
                  <a:moveTo>
                    <a:pt x="0" y="0"/>
                  </a:moveTo>
                  <a:lnTo>
                    <a:pt x="176054" y="44995"/>
                  </a:lnTo>
                  <a:lnTo>
                    <a:pt x="176054" y="71320"/>
                  </a:lnTo>
                  <a:lnTo>
                    <a:pt x="176054" y="97645"/>
                  </a:lnTo>
                  <a:lnTo>
                    <a:pt x="0" y="142640"/>
                  </a:lnTo>
                </a:path>
              </a:pathLst>
            </a:custGeom>
            <a:noFill/>
            <a:ln w="8472" cap="flat">
              <a:solidFill>
                <a:srgbClr val="17A3A3"/>
              </a:solidFill>
              <a:prstDash val="solid"/>
              <a:miter/>
            </a:ln>
          </p:spPr>
          <p:txBody>
            <a:bodyPr rtlCol="1" anchor="ctr"/>
            <a:lstStyle/>
            <a:p>
              <a:endParaRPr lang="ar-SA"/>
            </a:p>
          </p:txBody>
        </p:sp>
        <p:sp>
          <p:nvSpPr>
            <p:cNvPr id="10341" name="شكل حر: شكل 11516">
              <a:extLst>
                <a:ext uri="{FF2B5EF4-FFF2-40B4-BE49-F238E27FC236}">
                  <a16:creationId xmlns:a16="http://schemas.microsoft.com/office/drawing/2014/main" id="{183F3383-04B8-64B6-1D01-E407C431D76C}"/>
                </a:ext>
              </a:extLst>
            </p:cNvPr>
            <p:cNvSpPr/>
            <p:nvPr/>
          </p:nvSpPr>
          <p:spPr>
            <a:xfrm>
              <a:off x="4643561" y="2826241"/>
              <a:ext cx="18133" cy="168399"/>
            </a:xfrm>
            <a:custGeom>
              <a:avLst/>
              <a:gdLst>
                <a:gd name="connsiteX0" fmla="*/ 18133 w 18133"/>
                <a:gd name="connsiteY0" fmla="*/ 84200 h 168399"/>
                <a:gd name="connsiteX1" fmla="*/ 18133 w 18133"/>
                <a:gd name="connsiteY1" fmla="*/ 9067 h 168399"/>
                <a:gd name="connsiteX2" fmla="*/ 9067 w 18133"/>
                <a:gd name="connsiteY2" fmla="*/ 0 h 168399"/>
                <a:gd name="connsiteX3" fmla="*/ 9067 w 18133"/>
                <a:gd name="connsiteY3" fmla="*/ 0 h 168399"/>
                <a:gd name="connsiteX4" fmla="*/ 0 w 18133"/>
                <a:gd name="connsiteY4" fmla="*/ 9067 h 168399"/>
                <a:gd name="connsiteX5" fmla="*/ 0 w 18133"/>
                <a:gd name="connsiteY5" fmla="*/ 159333 h 168399"/>
                <a:gd name="connsiteX6" fmla="*/ 9067 w 18133"/>
                <a:gd name="connsiteY6" fmla="*/ 168399 h 168399"/>
                <a:gd name="connsiteX7" fmla="*/ 9067 w 18133"/>
                <a:gd name="connsiteY7" fmla="*/ 168399 h 168399"/>
                <a:gd name="connsiteX8" fmla="*/ 18133 w 18133"/>
                <a:gd name="connsiteY8" fmla="*/ 159333 h 168399"/>
                <a:gd name="connsiteX9" fmla="*/ 18133 w 18133"/>
                <a:gd name="connsiteY9" fmla="*/ 129619 h 168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133" h="168399">
                  <a:moveTo>
                    <a:pt x="18133" y="84200"/>
                  </a:moveTo>
                  <a:lnTo>
                    <a:pt x="18133" y="9067"/>
                  </a:lnTo>
                  <a:cubicBezTo>
                    <a:pt x="18133" y="4067"/>
                    <a:pt x="14066" y="0"/>
                    <a:pt x="9067" y="0"/>
                  </a:cubicBezTo>
                  <a:lnTo>
                    <a:pt x="9067" y="0"/>
                  </a:lnTo>
                  <a:cubicBezTo>
                    <a:pt x="4067" y="0"/>
                    <a:pt x="0" y="4067"/>
                    <a:pt x="0" y="9067"/>
                  </a:cubicBezTo>
                  <a:lnTo>
                    <a:pt x="0" y="159333"/>
                  </a:lnTo>
                  <a:cubicBezTo>
                    <a:pt x="0" y="164332"/>
                    <a:pt x="4067" y="168399"/>
                    <a:pt x="9067" y="168399"/>
                  </a:cubicBezTo>
                  <a:lnTo>
                    <a:pt x="9067" y="168399"/>
                  </a:lnTo>
                  <a:cubicBezTo>
                    <a:pt x="14066" y="168399"/>
                    <a:pt x="18133" y="164332"/>
                    <a:pt x="18133" y="159333"/>
                  </a:cubicBezTo>
                  <a:lnTo>
                    <a:pt x="18133" y="129619"/>
                  </a:lnTo>
                </a:path>
              </a:pathLst>
            </a:custGeom>
            <a:noFill/>
            <a:ln w="8472" cap="flat">
              <a:solidFill>
                <a:srgbClr val="17A3A3"/>
              </a:solidFill>
              <a:prstDash val="solid"/>
              <a:miter/>
            </a:ln>
          </p:spPr>
          <p:txBody>
            <a:bodyPr rtlCol="1" anchor="ctr"/>
            <a:lstStyle/>
            <a:p>
              <a:endParaRPr lang="ar-SA"/>
            </a:p>
          </p:txBody>
        </p:sp>
        <p:sp>
          <p:nvSpPr>
            <p:cNvPr id="10342" name="شكل حر: شكل 11517">
              <a:extLst>
                <a:ext uri="{FF2B5EF4-FFF2-40B4-BE49-F238E27FC236}">
                  <a16:creationId xmlns:a16="http://schemas.microsoft.com/office/drawing/2014/main" id="{F948F112-8CEA-8B9C-B1ED-4A795CC012E0}"/>
                </a:ext>
              </a:extLst>
            </p:cNvPr>
            <p:cNvSpPr/>
            <p:nvPr/>
          </p:nvSpPr>
          <p:spPr>
            <a:xfrm>
              <a:off x="4837749" y="2879004"/>
              <a:ext cx="32256" cy="5112"/>
            </a:xfrm>
            <a:custGeom>
              <a:avLst/>
              <a:gdLst>
                <a:gd name="connsiteX0" fmla="*/ 0 w 32256"/>
                <a:gd name="connsiteY0" fmla="*/ 5113 h 5112"/>
                <a:gd name="connsiteX1" fmla="*/ 32256 w 32256"/>
                <a:gd name="connsiteY1" fmla="*/ 0 h 5112"/>
              </a:gdLst>
              <a:ahLst/>
              <a:cxnLst>
                <a:cxn ang="0">
                  <a:pos x="connsiteX0" y="connsiteY0"/>
                </a:cxn>
                <a:cxn ang="0">
                  <a:pos x="connsiteX1" y="connsiteY1"/>
                </a:cxn>
              </a:cxnLst>
              <a:rect l="l" t="t" r="r" b="b"/>
              <a:pathLst>
                <a:path w="32256" h="5112">
                  <a:moveTo>
                    <a:pt x="0" y="5113"/>
                  </a:moveTo>
                  <a:lnTo>
                    <a:pt x="32256" y="0"/>
                  </a:lnTo>
                </a:path>
              </a:pathLst>
            </a:custGeom>
            <a:ln w="8472" cap="flat">
              <a:solidFill>
                <a:srgbClr val="17A3A3"/>
              </a:solidFill>
              <a:prstDash val="solid"/>
              <a:miter/>
            </a:ln>
          </p:spPr>
          <p:txBody>
            <a:bodyPr rtlCol="1" anchor="ctr"/>
            <a:lstStyle/>
            <a:p>
              <a:endParaRPr lang="ar-SA"/>
            </a:p>
          </p:txBody>
        </p:sp>
        <p:sp>
          <p:nvSpPr>
            <p:cNvPr id="10343" name="شكل حر: شكل 11518">
              <a:extLst>
                <a:ext uri="{FF2B5EF4-FFF2-40B4-BE49-F238E27FC236}">
                  <a16:creationId xmlns:a16="http://schemas.microsoft.com/office/drawing/2014/main" id="{16243A3B-0002-E8CE-2E07-B4DA9B40A53A}"/>
                </a:ext>
              </a:extLst>
            </p:cNvPr>
            <p:cNvSpPr/>
            <p:nvPr/>
          </p:nvSpPr>
          <p:spPr>
            <a:xfrm>
              <a:off x="4837749" y="2936342"/>
              <a:ext cx="32256" cy="5084"/>
            </a:xfrm>
            <a:custGeom>
              <a:avLst/>
              <a:gdLst>
                <a:gd name="connsiteX0" fmla="*/ 32256 w 32256"/>
                <a:gd name="connsiteY0" fmla="*/ 5084 h 5084"/>
                <a:gd name="connsiteX1" fmla="*/ 0 w 32256"/>
                <a:gd name="connsiteY1" fmla="*/ 0 h 5084"/>
              </a:gdLst>
              <a:ahLst/>
              <a:cxnLst>
                <a:cxn ang="0">
                  <a:pos x="connsiteX0" y="connsiteY0"/>
                </a:cxn>
                <a:cxn ang="0">
                  <a:pos x="connsiteX1" y="connsiteY1"/>
                </a:cxn>
              </a:cxnLst>
              <a:rect l="l" t="t" r="r" b="b"/>
              <a:pathLst>
                <a:path w="32256" h="5084">
                  <a:moveTo>
                    <a:pt x="32256" y="5084"/>
                  </a:moveTo>
                  <a:lnTo>
                    <a:pt x="0" y="0"/>
                  </a:lnTo>
                </a:path>
              </a:pathLst>
            </a:custGeom>
            <a:ln w="8472" cap="flat">
              <a:solidFill>
                <a:srgbClr val="17A3A3"/>
              </a:solidFill>
              <a:prstDash val="solid"/>
              <a:miter/>
            </a:ln>
          </p:spPr>
          <p:txBody>
            <a:bodyPr rtlCol="1" anchor="ctr"/>
            <a:lstStyle/>
            <a:p>
              <a:endParaRPr lang="ar-SA"/>
            </a:p>
          </p:txBody>
        </p:sp>
        <p:sp>
          <p:nvSpPr>
            <p:cNvPr id="10344" name="شكل حر: شكل 11519">
              <a:extLst>
                <a:ext uri="{FF2B5EF4-FFF2-40B4-BE49-F238E27FC236}">
                  <a16:creationId xmlns:a16="http://schemas.microsoft.com/office/drawing/2014/main" id="{564583F2-FF2E-D8C2-601E-9469525BB02D}"/>
                </a:ext>
              </a:extLst>
            </p:cNvPr>
            <p:cNvSpPr/>
            <p:nvPr/>
          </p:nvSpPr>
          <p:spPr>
            <a:xfrm>
              <a:off x="4870005" y="2870925"/>
              <a:ext cx="21014" cy="78550"/>
            </a:xfrm>
            <a:custGeom>
              <a:avLst/>
              <a:gdLst>
                <a:gd name="connsiteX0" fmla="*/ 0 w 21014"/>
                <a:gd name="connsiteY0" fmla="*/ 68043 h 78550"/>
                <a:gd name="connsiteX1" fmla="*/ 10508 w 21014"/>
                <a:gd name="connsiteY1" fmla="*/ 78551 h 78550"/>
                <a:gd name="connsiteX2" fmla="*/ 10508 w 21014"/>
                <a:gd name="connsiteY2" fmla="*/ 78551 h 78550"/>
                <a:gd name="connsiteX3" fmla="*/ 21015 w 21014"/>
                <a:gd name="connsiteY3" fmla="*/ 68043 h 78550"/>
                <a:gd name="connsiteX4" fmla="*/ 21015 w 21014"/>
                <a:gd name="connsiteY4" fmla="*/ 10507 h 78550"/>
                <a:gd name="connsiteX5" fmla="*/ 10508 w 21014"/>
                <a:gd name="connsiteY5" fmla="*/ 0 h 78550"/>
                <a:gd name="connsiteX6" fmla="*/ 10508 w 21014"/>
                <a:gd name="connsiteY6" fmla="*/ 0 h 78550"/>
                <a:gd name="connsiteX7" fmla="*/ 0 w 21014"/>
                <a:gd name="connsiteY7" fmla="*/ 10507 h 78550"/>
                <a:gd name="connsiteX8" fmla="*/ 0 w 21014"/>
                <a:gd name="connsiteY8" fmla="*/ 24263 h 78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014" h="78550">
                  <a:moveTo>
                    <a:pt x="0" y="68043"/>
                  </a:moveTo>
                  <a:cubicBezTo>
                    <a:pt x="0" y="73834"/>
                    <a:pt x="4717" y="78551"/>
                    <a:pt x="10508" y="78551"/>
                  </a:cubicBezTo>
                  <a:lnTo>
                    <a:pt x="10508" y="78551"/>
                  </a:lnTo>
                  <a:cubicBezTo>
                    <a:pt x="16298" y="78551"/>
                    <a:pt x="21015" y="73834"/>
                    <a:pt x="21015" y="68043"/>
                  </a:cubicBezTo>
                  <a:lnTo>
                    <a:pt x="21015" y="10507"/>
                  </a:lnTo>
                  <a:cubicBezTo>
                    <a:pt x="21015" y="4717"/>
                    <a:pt x="16298" y="0"/>
                    <a:pt x="10508" y="0"/>
                  </a:cubicBezTo>
                  <a:lnTo>
                    <a:pt x="10508" y="0"/>
                  </a:lnTo>
                  <a:cubicBezTo>
                    <a:pt x="4717" y="0"/>
                    <a:pt x="0" y="4717"/>
                    <a:pt x="0" y="10507"/>
                  </a:cubicBezTo>
                  <a:lnTo>
                    <a:pt x="0" y="24263"/>
                  </a:lnTo>
                </a:path>
              </a:pathLst>
            </a:custGeom>
            <a:noFill/>
            <a:ln w="8472" cap="flat">
              <a:solidFill>
                <a:srgbClr val="17A3A3"/>
              </a:solidFill>
              <a:prstDash val="solid"/>
              <a:miter/>
            </a:ln>
          </p:spPr>
          <p:txBody>
            <a:bodyPr rtlCol="1" anchor="ctr"/>
            <a:lstStyle/>
            <a:p>
              <a:endParaRPr lang="ar-SA"/>
            </a:p>
          </p:txBody>
        </p:sp>
        <p:sp>
          <p:nvSpPr>
            <p:cNvPr id="10345" name="شكل حر: شكل 11520">
              <a:extLst>
                <a:ext uri="{FF2B5EF4-FFF2-40B4-BE49-F238E27FC236}">
                  <a16:creationId xmlns:a16="http://schemas.microsoft.com/office/drawing/2014/main" id="{D7B6822F-2BA5-48BA-BA0A-9C106CFA2427}"/>
                </a:ext>
              </a:extLst>
            </p:cNvPr>
            <p:cNvSpPr/>
            <p:nvPr/>
          </p:nvSpPr>
          <p:spPr>
            <a:xfrm>
              <a:off x="4738070" y="2946821"/>
              <a:ext cx="62111" cy="43808"/>
            </a:xfrm>
            <a:custGeom>
              <a:avLst/>
              <a:gdLst>
                <a:gd name="connsiteX0" fmla="*/ 62112 w 62111"/>
                <a:gd name="connsiteY0" fmla="*/ 0 h 43808"/>
                <a:gd name="connsiteX1" fmla="*/ 62112 w 62111"/>
                <a:gd name="connsiteY1" fmla="*/ 33132 h 43808"/>
                <a:gd name="connsiteX2" fmla="*/ 51435 w 62111"/>
                <a:gd name="connsiteY2" fmla="*/ 43809 h 43808"/>
                <a:gd name="connsiteX3" fmla="*/ 10677 w 62111"/>
                <a:gd name="connsiteY3" fmla="*/ 43809 h 43808"/>
                <a:gd name="connsiteX4" fmla="*/ 0 w 62111"/>
                <a:gd name="connsiteY4" fmla="*/ 33132 h 43808"/>
                <a:gd name="connsiteX5" fmla="*/ 0 w 62111"/>
                <a:gd name="connsiteY5" fmla="*/ 16721 h 43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111" h="43808">
                  <a:moveTo>
                    <a:pt x="62112" y="0"/>
                  </a:moveTo>
                  <a:lnTo>
                    <a:pt x="62112" y="33132"/>
                  </a:lnTo>
                  <a:cubicBezTo>
                    <a:pt x="62112" y="39035"/>
                    <a:pt x="57338" y="43809"/>
                    <a:pt x="51435" y="43809"/>
                  </a:cubicBezTo>
                  <a:lnTo>
                    <a:pt x="10677" y="43809"/>
                  </a:lnTo>
                  <a:cubicBezTo>
                    <a:pt x="4774" y="43809"/>
                    <a:pt x="0" y="39035"/>
                    <a:pt x="0" y="33132"/>
                  </a:cubicBezTo>
                  <a:lnTo>
                    <a:pt x="0" y="16721"/>
                  </a:lnTo>
                </a:path>
              </a:pathLst>
            </a:custGeom>
            <a:noFill/>
            <a:ln w="8472" cap="flat">
              <a:solidFill>
                <a:srgbClr val="17A3A3"/>
              </a:solidFill>
              <a:prstDash val="solid"/>
              <a:miter/>
            </a:ln>
          </p:spPr>
          <p:txBody>
            <a:bodyPr rtlCol="1" anchor="ctr"/>
            <a:lstStyle/>
            <a:p>
              <a:endParaRPr lang="ar-SA"/>
            </a:p>
          </p:txBody>
        </p:sp>
        <p:sp>
          <p:nvSpPr>
            <p:cNvPr id="10346" name="شكل حر: شكل 11521">
              <a:extLst>
                <a:ext uri="{FF2B5EF4-FFF2-40B4-BE49-F238E27FC236}">
                  <a16:creationId xmlns:a16="http://schemas.microsoft.com/office/drawing/2014/main" id="{FB83A6C8-12F3-8E9A-D3FB-8FF75B1884D4}"/>
                </a:ext>
              </a:extLst>
            </p:cNvPr>
            <p:cNvSpPr/>
            <p:nvPr/>
          </p:nvSpPr>
          <p:spPr>
            <a:xfrm>
              <a:off x="4553260" y="2913802"/>
              <a:ext cx="49909" cy="2824"/>
            </a:xfrm>
            <a:custGeom>
              <a:avLst/>
              <a:gdLst>
                <a:gd name="connsiteX0" fmla="*/ 49910 w 49909"/>
                <a:gd name="connsiteY0" fmla="*/ 0 h 2824"/>
                <a:gd name="connsiteX1" fmla="*/ 0 w 49909"/>
                <a:gd name="connsiteY1" fmla="*/ 0 h 2824"/>
              </a:gdLst>
              <a:ahLst/>
              <a:cxnLst>
                <a:cxn ang="0">
                  <a:pos x="connsiteX0" y="connsiteY0"/>
                </a:cxn>
                <a:cxn ang="0">
                  <a:pos x="connsiteX1" y="connsiteY1"/>
                </a:cxn>
              </a:cxnLst>
              <a:rect l="l" t="t" r="r" b="b"/>
              <a:pathLst>
                <a:path w="49909" h="2824">
                  <a:moveTo>
                    <a:pt x="49910" y="0"/>
                  </a:moveTo>
                  <a:lnTo>
                    <a:pt x="0" y="0"/>
                  </a:lnTo>
                </a:path>
              </a:pathLst>
            </a:custGeom>
            <a:ln w="8472" cap="flat">
              <a:solidFill>
                <a:srgbClr val="17A3A3"/>
              </a:solidFill>
              <a:prstDash val="solid"/>
              <a:miter/>
            </a:ln>
          </p:spPr>
          <p:txBody>
            <a:bodyPr rtlCol="1" anchor="ctr"/>
            <a:lstStyle/>
            <a:p>
              <a:endParaRPr lang="ar-SA"/>
            </a:p>
          </p:txBody>
        </p:sp>
        <p:sp>
          <p:nvSpPr>
            <p:cNvPr id="10347" name="شكل حر: شكل 11522">
              <a:extLst>
                <a:ext uri="{FF2B5EF4-FFF2-40B4-BE49-F238E27FC236}">
                  <a16:creationId xmlns:a16="http://schemas.microsoft.com/office/drawing/2014/main" id="{534699A5-52C4-9C6E-0AB1-800244213A3C}"/>
                </a:ext>
              </a:extLst>
            </p:cNvPr>
            <p:cNvSpPr/>
            <p:nvPr/>
          </p:nvSpPr>
          <p:spPr>
            <a:xfrm>
              <a:off x="4575292" y="2844121"/>
              <a:ext cx="35278" cy="35306"/>
            </a:xfrm>
            <a:custGeom>
              <a:avLst/>
              <a:gdLst>
                <a:gd name="connsiteX0" fmla="*/ 35279 w 35278"/>
                <a:gd name="connsiteY0" fmla="*/ 35307 h 35306"/>
                <a:gd name="connsiteX1" fmla="*/ 0 w 35278"/>
                <a:gd name="connsiteY1" fmla="*/ 0 h 35306"/>
              </a:gdLst>
              <a:ahLst/>
              <a:cxnLst>
                <a:cxn ang="0">
                  <a:pos x="connsiteX0" y="connsiteY0"/>
                </a:cxn>
                <a:cxn ang="0">
                  <a:pos x="connsiteX1" y="connsiteY1"/>
                </a:cxn>
              </a:cxnLst>
              <a:rect l="l" t="t" r="r" b="b"/>
              <a:pathLst>
                <a:path w="35278" h="35306">
                  <a:moveTo>
                    <a:pt x="35279" y="35307"/>
                  </a:moveTo>
                  <a:lnTo>
                    <a:pt x="0" y="0"/>
                  </a:lnTo>
                </a:path>
              </a:pathLst>
            </a:custGeom>
            <a:ln w="8472" cap="flat">
              <a:solidFill>
                <a:srgbClr val="17A3A3"/>
              </a:solidFill>
              <a:prstDash val="solid"/>
              <a:miter/>
            </a:ln>
          </p:spPr>
          <p:txBody>
            <a:bodyPr rtlCol="1" anchor="ctr"/>
            <a:lstStyle/>
            <a:p>
              <a:endParaRPr lang="ar-SA"/>
            </a:p>
          </p:txBody>
        </p:sp>
        <p:sp>
          <p:nvSpPr>
            <p:cNvPr id="10348" name="شكل حر: شكل 11523">
              <a:extLst>
                <a:ext uri="{FF2B5EF4-FFF2-40B4-BE49-F238E27FC236}">
                  <a16:creationId xmlns:a16="http://schemas.microsoft.com/office/drawing/2014/main" id="{EE3B0702-9E7A-781B-CA98-49223F91C7D0}"/>
                </a:ext>
              </a:extLst>
            </p:cNvPr>
            <p:cNvSpPr/>
            <p:nvPr/>
          </p:nvSpPr>
          <p:spPr>
            <a:xfrm>
              <a:off x="4575292" y="2946454"/>
              <a:ext cx="35278" cy="35306"/>
            </a:xfrm>
            <a:custGeom>
              <a:avLst/>
              <a:gdLst>
                <a:gd name="connsiteX0" fmla="*/ 35279 w 35278"/>
                <a:gd name="connsiteY0" fmla="*/ 0 h 35306"/>
                <a:gd name="connsiteX1" fmla="*/ 0 w 35278"/>
                <a:gd name="connsiteY1" fmla="*/ 35307 h 35306"/>
              </a:gdLst>
              <a:ahLst/>
              <a:cxnLst>
                <a:cxn ang="0">
                  <a:pos x="connsiteX0" y="connsiteY0"/>
                </a:cxn>
                <a:cxn ang="0">
                  <a:pos x="connsiteX1" y="connsiteY1"/>
                </a:cxn>
              </a:cxnLst>
              <a:rect l="l" t="t" r="r" b="b"/>
              <a:pathLst>
                <a:path w="35278" h="35306">
                  <a:moveTo>
                    <a:pt x="35279" y="0"/>
                  </a:moveTo>
                  <a:lnTo>
                    <a:pt x="0" y="35307"/>
                  </a:lnTo>
                </a:path>
              </a:pathLst>
            </a:custGeom>
            <a:ln w="8472" cap="flat">
              <a:solidFill>
                <a:srgbClr val="17A3A3"/>
              </a:solidFill>
              <a:prstDash val="solid"/>
              <a:miter/>
            </a:ln>
          </p:spPr>
          <p:txBody>
            <a:bodyPr rtlCol="1" anchor="ctr"/>
            <a:lstStyle/>
            <a:p>
              <a:endParaRPr lang="ar-SA"/>
            </a:p>
          </p:txBody>
        </p:sp>
        <p:sp>
          <p:nvSpPr>
            <p:cNvPr id="10349" name="شكل حر: شكل 11524">
              <a:extLst>
                <a:ext uri="{FF2B5EF4-FFF2-40B4-BE49-F238E27FC236}">
                  <a16:creationId xmlns:a16="http://schemas.microsoft.com/office/drawing/2014/main" id="{14528438-A8DB-DAAE-B7AF-163DF47F46F2}"/>
                </a:ext>
              </a:extLst>
            </p:cNvPr>
            <p:cNvSpPr/>
            <p:nvPr/>
          </p:nvSpPr>
          <p:spPr>
            <a:xfrm>
              <a:off x="4708130" y="3054775"/>
              <a:ext cx="80301" cy="31691"/>
            </a:xfrm>
            <a:custGeom>
              <a:avLst/>
              <a:gdLst>
                <a:gd name="connsiteX0" fmla="*/ 45051 w 80301"/>
                <a:gd name="connsiteY0" fmla="*/ 31691 h 31691"/>
                <a:gd name="connsiteX1" fmla="*/ 15846 w 80301"/>
                <a:gd name="connsiteY1" fmla="*/ 31691 h 31691"/>
                <a:gd name="connsiteX2" fmla="*/ 0 w 80301"/>
                <a:gd name="connsiteY2" fmla="*/ 15846 h 31691"/>
                <a:gd name="connsiteX3" fmla="*/ 0 w 80301"/>
                <a:gd name="connsiteY3" fmla="*/ 15846 h 31691"/>
                <a:gd name="connsiteX4" fmla="*/ 15846 w 80301"/>
                <a:gd name="connsiteY4" fmla="*/ 0 h 31691"/>
                <a:gd name="connsiteX5" fmla="*/ 80302 w 80301"/>
                <a:gd name="connsiteY5" fmla="*/ 0 h 31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301" h="31691">
                  <a:moveTo>
                    <a:pt x="45051" y="31691"/>
                  </a:moveTo>
                  <a:lnTo>
                    <a:pt x="15846" y="31691"/>
                  </a:lnTo>
                  <a:cubicBezTo>
                    <a:pt x="7090" y="31691"/>
                    <a:pt x="0" y="24602"/>
                    <a:pt x="0" y="15846"/>
                  </a:cubicBezTo>
                  <a:lnTo>
                    <a:pt x="0" y="15846"/>
                  </a:lnTo>
                  <a:cubicBezTo>
                    <a:pt x="0" y="7090"/>
                    <a:pt x="7090" y="0"/>
                    <a:pt x="15846" y="0"/>
                  </a:cubicBezTo>
                  <a:lnTo>
                    <a:pt x="80302" y="0"/>
                  </a:lnTo>
                </a:path>
              </a:pathLst>
            </a:custGeom>
            <a:noFill/>
            <a:ln w="8472" cap="flat">
              <a:solidFill>
                <a:srgbClr val="01355A"/>
              </a:solidFill>
              <a:prstDash val="solid"/>
              <a:miter/>
            </a:ln>
          </p:spPr>
          <p:txBody>
            <a:bodyPr rtlCol="1" anchor="ctr"/>
            <a:lstStyle/>
            <a:p>
              <a:endParaRPr lang="ar-SA"/>
            </a:p>
          </p:txBody>
        </p:sp>
        <p:sp>
          <p:nvSpPr>
            <p:cNvPr id="10350" name="شكل حر: شكل 11525">
              <a:extLst>
                <a:ext uri="{FF2B5EF4-FFF2-40B4-BE49-F238E27FC236}">
                  <a16:creationId xmlns:a16="http://schemas.microsoft.com/office/drawing/2014/main" id="{43B0B9D5-8993-2417-7C25-CA2585B62580}"/>
                </a:ext>
              </a:extLst>
            </p:cNvPr>
            <p:cNvSpPr/>
            <p:nvPr/>
          </p:nvSpPr>
          <p:spPr>
            <a:xfrm>
              <a:off x="4717818" y="3102312"/>
              <a:ext cx="40391" cy="15845"/>
            </a:xfrm>
            <a:custGeom>
              <a:avLst/>
              <a:gdLst>
                <a:gd name="connsiteX0" fmla="*/ 40391 w 40391"/>
                <a:gd name="connsiteY0" fmla="*/ 15846 h 15845"/>
                <a:gd name="connsiteX1" fmla="*/ 15846 w 40391"/>
                <a:gd name="connsiteY1" fmla="*/ 15846 h 15845"/>
                <a:gd name="connsiteX2" fmla="*/ 0 w 40391"/>
                <a:gd name="connsiteY2" fmla="*/ 0 h 15845"/>
                <a:gd name="connsiteX3" fmla="*/ 0 w 40391"/>
                <a:gd name="connsiteY3" fmla="*/ 0 h 15845"/>
              </a:gdLst>
              <a:ahLst/>
              <a:cxnLst>
                <a:cxn ang="0">
                  <a:pos x="connsiteX0" y="connsiteY0"/>
                </a:cxn>
                <a:cxn ang="0">
                  <a:pos x="connsiteX1" y="connsiteY1"/>
                </a:cxn>
                <a:cxn ang="0">
                  <a:pos x="connsiteX2" y="connsiteY2"/>
                </a:cxn>
                <a:cxn ang="0">
                  <a:pos x="connsiteX3" y="connsiteY3"/>
                </a:cxn>
              </a:cxnLst>
              <a:rect l="l" t="t" r="r" b="b"/>
              <a:pathLst>
                <a:path w="40391" h="15845">
                  <a:moveTo>
                    <a:pt x="40391" y="15846"/>
                  </a:moveTo>
                  <a:lnTo>
                    <a:pt x="15846" y="15846"/>
                  </a:lnTo>
                  <a:cubicBezTo>
                    <a:pt x="7090" y="15846"/>
                    <a:pt x="0" y="8756"/>
                    <a:pt x="0" y="0"/>
                  </a:cubicBezTo>
                  <a:lnTo>
                    <a:pt x="0" y="0"/>
                  </a:lnTo>
                </a:path>
              </a:pathLst>
            </a:custGeom>
            <a:noFill/>
            <a:ln w="8472" cap="flat">
              <a:solidFill>
                <a:srgbClr val="01355A"/>
              </a:solidFill>
              <a:prstDash val="solid"/>
              <a:miter/>
            </a:ln>
          </p:spPr>
          <p:txBody>
            <a:bodyPr rtlCol="1" anchor="ctr"/>
            <a:lstStyle/>
            <a:p>
              <a:endParaRPr lang="ar-SA"/>
            </a:p>
          </p:txBody>
        </p:sp>
        <p:sp>
          <p:nvSpPr>
            <p:cNvPr id="10351" name="شكل حر: شكل 11526">
              <a:extLst>
                <a:ext uri="{FF2B5EF4-FFF2-40B4-BE49-F238E27FC236}">
                  <a16:creationId xmlns:a16="http://schemas.microsoft.com/office/drawing/2014/main" id="{58DF5D9B-D6EF-8E9D-8322-757D4741DA48}"/>
                </a:ext>
              </a:extLst>
            </p:cNvPr>
            <p:cNvSpPr/>
            <p:nvPr/>
          </p:nvSpPr>
          <p:spPr>
            <a:xfrm>
              <a:off x="4728298" y="3133976"/>
              <a:ext cx="29911" cy="15845"/>
            </a:xfrm>
            <a:custGeom>
              <a:avLst/>
              <a:gdLst>
                <a:gd name="connsiteX0" fmla="*/ 29912 w 29911"/>
                <a:gd name="connsiteY0" fmla="*/ 15846 h 15845"/>
                <a:gd name="connsiteX1" fmla="*/ 15846 w 29911"/>
                <a:gd name="connsiteY1" fmla="*/ 15846 h 15845"/>
                <a:gd name="connsiteX2" fmla="*/ 0 w 29911"/>
                <a:gd name="connsiteY2" fmla="*/ 0 h 15845"/>
                <a:gd name="connsiteX3" fmla="*/ 0 w 29911"/>
                <a:gd name="connsiteY3" fmla="*/ 0 h 15845"/>
              </a:gdLst>
              <a:ahLst/>
              <a:cxnLst>
                <a:cxn ang="0">
                  <a:pos x="connsiteX0" y="connsiteY0"/>
                </a:cxn>
                <a:cxn ang="0">
                  <a:pos x="connsiteX1" y="connsiteY1"/>
                </a:cxn>
                <a:cxn ang="0">
                  <a:pos x="connsiteX2" y="connsiteY2"/>
                </a:cxn>
                <a:cxn ang="0">
                  <a:pos x="connsiteX3" y="connsiteY3"/>
                </a:cxn>
              </a:cxnLst>
              <a:rect l="l" t="t" r="r" b="b"/>
              <a:pathLst>
                <a:path w="29911" h="15845">
                  <a:moveTo>
                    <a:pt x="29912" y="15846"/>
                  </a:moveTo>
                  <a:lnTo>
                    <a:pt x="15846" y="15846"/>
                  </a:lnTo>
                  <a:cubicBezTo>
                    <a:pt x="7090" y="15846"/>
                    <a:pt x="0" y="8756"/>
                    <a:pt x="0" y="0"/>
                  </a:cubicBezTo>
                  <a:lnTo>
                    <a:pt x="0" y="0"/>
                  </a:lnTo>
                </a:path>
              </a:pathLst>
            </a:custGeom>
            <a:noFill/>
            <a:ln w="8472" cap="flat">
              <a:solidFill>
                <a:srgbClr val="01355A"/>
              </a:solidFill>
              <a:prstDash val="solid"/>
              <a:miter/>
            </a:ln>
          </p:spPr>
          <p:txBody>
            <a:bodyPr rtlCol="1" anchor="ctr"/>
            <a:lstStyle/>
            <a:p>
              <a:endParaRPr lang="ar-SA"/>
            </a:p>
          </p:txBody>
        </p:sp>
        <p:sp>
          <p:nvSpPr>
            <p:cNvPr id="10352" name="شكل حر: شكل 11527">
              <a:extLst>
                <a:ext uri="{FF2B5EF4-FFF2-40B4-BE49-F238E27FC236}">
                  <a16:creationId xmlns:a16="http://schemas.microsoft.com/office/drawing/2014/main" id="{3272C586-4B93-B190-FB61-92A2CCAE1D92}"/>
                </a:ext>
              </a:extLst>
            </p:cNvPr>
            <p:cNvSpPr/>
            <p:nvPr/>
          </p:nvSpPr>
          <p:spPr>
            <a:xfrm>
              <a:off x="4737957" y="3155676"/>
              <a:ext cx="153090" cy="21288"/>
            </a:xfrm>
            <a:custGeom>
              <a:avLst/>
              <a:gdLst>
                <a:gd name="connsiteX0" fmla="*/ 153091 w 153090"/>
                <a:gd name="connsiteY0" fmla="*/ 105 h 21288"/>
                <a:gd name="connsiteX1" fmla="*/ 118377 w 153090"/>
                <a:gd name="connsiteY1" fmla="*/ 1828 h 21288"/>
                <a:gd name="connsiteX2" fmla="*/ 101882 w 153090"/>
                <a:gd name="connsiteY2" fmla="*/ 6234 h 21288"/>
                <a:gd name="connsiteX3" fmla="*/ 23161 w 153090"/>
                <a:gd name="connsiteY3" fmla="*/ 21176 h 21288"/>
                <a:gd name="connsiteX4" fmla="*/ 15846 w 153090"/>
                <a:gd name="connsiteY4" fmla="*/ 21289 h 21288"/>
                <a:gd name="connsiteX5" fmla="*/ 0 w 153090"/>
                <a:gd name="connsiteY5" fmla="*/ 5443 h 21288"/>
                <a:gd name="connsiteX6" fmla="*/ 0 w 153090"/>
                <a:gd name="connsiteY6" fmla="*/ 5443 h 21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090" h="21288">
                  <a:moveTo>
                    <a:pt x="153091" y="105"/>
                  </a:moveTo>
                  <a:cubicBezTo>
                    <a:pt x="123941" y="-517"/>
                    <a:pt x="118377" y="1828"/>
                    <a:pt x="118377" y="1828"/>
                  </a:cubicBezTo>
                  <a:cubicBezTo>
                    <a:pt x="118377" y="1828"/>
                    <a:pt x="111118" y="3240"/>
                    <a:pt x="101882" y="6234"/>
                  </a:cubicBezTo>
                  <a:cubicBezTo>
                    <a:pt x="73297" y="15442"/>
                    <a:pt x="53130" y="20413"/>
                    <a:pt x="23161" y="21176"/>
                  </a:cubicBezTo>
                  <a:lnTo>
                    <a:pt x="15846" y="21289"/>
                  </a:lnTo>
                  <a:cubicBezTo>
                    <a:pt x="7090" y="21289"/>
                    <a:pt x="0" y="14199"/>
                    <a:pt x="0" y="5443"/>
                  </a:cubicBezTo>
                  <a:lnTo>
                    <a:pt x="0" y="5443"/>
                  </a:lnTo>
                </a:path>
              </a:pathLst>
            </a:custGeom>
            <a:noFill/>
            <a:ln w="8472" cap="flat">
              <a:solidFill>
                <a:srgbClr val="01355A"/>
              </a:solidFill>
              <a:prstDash val="solid"/>
              <a:miter/>
            </a:ln>
          </p:spPr>
          <p:txBody>
            <a:bodyPr rtlCol="1" anchor="ctr"/>
            <a:lstStyle/>
            <a:p>
              <a:endParaRPr lang="ar-SA"/>
            </a:p>
          </p:txBody>
        </p:sp>
        <p:sp>
          <p:nvSpPr>
            <p:cNvPr id="10353" name="شكل حر: شكل 11528">
              <a:extLst>
                <a:ext uri="{FF2B5EF4-FFF2-40B4-BE49-F238E27FC236}">
                  <a16:creationId xmlns:a16="http://schemas.microsoft.com/office/drawing/2014/main" id="{25E46BA8-CB2A-F9D8-AAD3-1BED2D4370F2}"/>
                </a:ext>
              </a:extLst>
            </p:cNvPr>
            <p:cNvSpPr/>
            <p:nvPr/>
          </p:nvSpPr>
          <p:spPr>
            <a:xfrm>
              <a:off x="4788432" y="3017439"/>
              <a:ext cx="102644" cy="43268"/>
            </a:xfrm>
            <a:custGeom>
              <a:avLst/>
              <a:gdLst>
                <a:gd name="connsiteX0" fmla="*/ 0 w 102644"/>
                <a:gd name="connsiteY0" fmla="*/ 1013 h 43268"/>
                <a:gd name="connsiteX1" fmla="*/ 4745 w 102644"/>
                <a:gd name="connsiteY1" fmla="*/ 504 h 43268"/>
                <a:gd name="connsiteX2" fmla="*/ 44656 w 102644"/>
                <a:gd name="connsiteY2" fmla="*/ 9995 h 43268"/>
                <a:gd name="connsiteX3" fmla="*/ 68156 w 102644"/>
                <a:gd name="connsiteY3" fmla="*/ 27564 h 43268"/>
                <a:gd name="connsiteX4" fmla="*/ 102644 w 102644"/>
                <a:gd name="connsiteY4" fmla="*/ 43268 h 432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644" h="43268">
                  <a:moveTo>
                    <a:pt x="0" y="1013"/>
                  </a:moveTo>
                  <a:cubicBezTo>
                    <a:pt x="1554" y="872"/>
                    <a:pt x="3136" y="702"/>
                    <a:pt x="4745" y="504"/>
                  </a:cubicBezTo>
                  <a:cubicBezTo>
                    <a:pt x="18783" y="-1360"/>
                    <a:pt x="33019" y="1973"/>
                    <a:pt x="44656" y="9995"/>
                  </a:cubicBezTo>
                  <a:cubicBezTo>
                    <a:pt x="52057" y="15079"/>
                    <a:pt x="60445" y="21180"/>
                    <a:pt x="68156" y="27564"/>
                  </a:cubicBezTo>
                  <a:cubicBezTo>
                    <a:pt x="68156" y="27564"/>
                    <a:pt x="83663" y="43268"/>
                    <a:pt x="102644" y="43268"/>
                  </a:cubicBezTo>
                </a:path>
              </a:pathLst>
            </a:custGeom>
            <a:noFill/>
            <a:ln w="8472" cap="flat">
              <a:solidFill>
                <a:srgbClr val="01355A"/>
              </a:solidFill>
              <a:prstDash val="solid"/>
              <a:miter/>
            </a:ln>
          </p:spPr>
          <p:txBody>
            <a:bodyPr rtlCol="1" anchor="ctr"/>
            <a:lstStyle/>
            <a:p>
              <a:endParaRPr lang="ar-SA"/>
            </a:p>
          </p:txBody>
        </p:sp>
        <p:sp>
          <p:nvSpPr>
            <p:cNvPr id="10354" name="شكل حر: شكل 11529">
              <a:extLst>
                <a:ext uri="{FF2B5EF4-FFF2-40B4-BE49-F238E27FC236}">
                  <a16:creationId xmlns:a16="http://schemas.microsoft.com/office/drawing/2014/main" id="{8BE35FC2-B9A2-CA39-635D-2E7F2673EB74}"/>
                </a:ext>
              </a:extLst>
            </p:cNvPr>
            <p:cNvSpPr/>
            <p:nvPr/>
          </p:nvSpPr>
          <p:spPr>
            <a:xfrm>
              <a:off x="4737929" y="3149821"/>
              <a:ext cx="2824" cy="11326"/>
            </a:xfrm>
            <a:custGeom>
              <a:avLst/>
              <a:gdLst>
                <a:gd name="connsiteX0" fmla="*/ 0 w 2824"/>
                <a:gd name="connsiteY0" fmla="*/ 11327 h 11326"/>
                <a:gd name="connsiteX1" fmla="*/ 0 w 2824"/>
                <a:gd name="connsiteY1" fmla="*/ 0 h 11326"/>
              </a:gdLst>
              <a:ahLst/>
              <a:cxnLst>
                <a:cxn ang="0">
                  <a:pos x="connsiteX0" y="connsiteY0"/>
                </a:cxn>
                <a:cxn ang="0">
                  <a:pos x="connsiteX1" y="connsiteY1"/>
                </a:cxn>
              </a:cxnLst>
              <a:rect l="l" t="t" r="r" b="b"/>
              <a:pathLst>
                <a:path w="2824" h="11326">
                  <a:moveTo>
                    <a:pt x="0" y="11327"/>
                  </a:moveTo>
                  <a:lnTo>
                    <a:pt x="0" y="0"/>
                  </a:lnTo>
                </a:path>
              </a:pathLst>
            </a:custGeom>
            <a:ln w="8472" cap="flat">
              <a:solidFill>
                <a:srgbClr val="01355A"/>
              </a:solidFill>
              <a:prstDash val="solid"/>
              <a:miter/>
            </a:ln>
          </p:spPr>
          <p:txBody>
            <a:bodyPr rtlCol="1" anchor="ctr"/>
            <a:lstStyle/>
            <a:p>
              <a:endParaRPr lang="ar-SA"/>
            </a:p>
          </p:txBody>
        </p:sp>
        <p:sp>
          <p:nvSpPr>
            <p:cNvPr id="10355" name="شكل حر: شكل 11530">
              <a:extLst>
                <a:ext uri="{FF2B5EF4-FFF2-40B4-BE49-F238E27FC236}">
                  <a16:creationId xmlns:a16="http://schemas.microsoft.com/office/drawing/2014/main" id="{18CCF59D-18DB-D0F7-3BE0-87864914D9EF}"/>
                </a:ext>
              </a:extLst>
            </p:cNvPr>
            <p:cNvSpPr/>
            <p:nvPr/>
          </p:nvSpPr>
          <p:spPr>
            <a:xfrm>
              <a:off x="4728326" y="3117198"/>
              <a:ext cx="2824" cy="16777"/>
            </a:xfrm>
            <a:custGeom>
              <a:avLst/>
              <a:gdLst>
                <a:gd name="connsiteX0" fmla="*/ 0 w 2824"/>
                <a:gd name="connsiteY0" fmla="*/ 16778 h 16777"/>
                <a:gd name="connsiteX1" fmla="*/ 0 w 2824"/>
                <a:gd name="connsiteY1" fmla="*/ 0 h 16777"/>
              </a:gdLst>
              <a:ahLst/>
              <a:cxnLst>
                <a:cxn ang="0">
                  <a:pos x="connsiteX0" y="connsiteY0"/>
                </a:cxn>
                <a:cxn ang="0">
                  <a:pos x="connsiteX1" y="connsiteY1"/>
                </a:cxn>
              </a:cxnLst>
              <a:rect l="l" t="t" r="r" b="b"/>
              <a:pathLst>
                <a:path w="2824" h="16777">
                  <a:moveTo>
                    <a:pt x="0" y="16778"/>
                  </a:moveTo>
                  <a:lnTo>
                    <a:pt x="0" y="0"/>
                  </a:lnTo>
                </a:path>
              </a:pathLst>
            </a:custGeom>
            <a:ln w="8472" cap="flat">
              <a:solidFill>
                <a:srgbClr val="01355A"/>
              </a:solidFill>
              <a:prstDash val="solid"/>
              <a:miter/>
            </a:ln>
          </p:spPr>
          <p:txBody>
            <a:bodyPr rtlCol="1" anchor="ctr"/>
            <a:lstStyle/>
            <a:p>
              <a:endParaRPr lang="ar-SA"/>
            </a:p>
          </p:txBody>
        </p:sp>
        <p:sp>
          <p:nvSpPr>
            <p:cNvPr id="10356" name="شكل حر: شكل 11531">
              <a:extLst>
                <a:ext uri="{FF2B5EF4-FFF2-40B4-BE49-F238E27FC236}">
                  <a16:creationId xmlns:a16="http://schemas.microsoft.com/office/drawing/2014/main" id="{2E507D72-75B3-4F1D-E34A-1E5253AE7285}"/>
                </a:ext>
              </a:extLst>
            </p:cNvPr>
            <p:cNvSpPr/>
            <p:nvPr/>
          </p:nvSpPr>
          <p:spPr>
            <a:xfrm>
              <a:off x="4891020" y="3042828"/>
              <a:ext cx="28302" cy="130917"/>
            </a:xfrm>
            <a:custGeom>
              <a:avLst/>
              <a:gdLst>
                <a:gd name="connsiteX0" fmla="*/ 28302 w 28302"/>
                <a:gd name="connsiteY0" fmla="*/ 0 h 130917"/>
                <a:gd name="connsiteX1" fmla="*/ 8982 w 28302"/>
                <a:gd name="connsiteY1" fmla="*/ 0 h 130917"/>
                <a:gd name="connsiteX2" fmla="*/ 0 w 28302"/>
                <a:gd name="connsiteY2" fmla="*/ 8982 h 130917"/>
                <a:gd name="connsiteX3" fmla="*/ 0 w 28302"/>
                <a:gd name="connsiteY3" fmla="*/ 121935 h 130917"/>
                <a:gd name="connsiteX4" fmla="*/ 8982 w 28302"/>
                <a:gd name="connsiteY4" fmla="*/ 130918 h 130917"/>
                <a:gd name="connsiteX5" fmla="*/ 28302 w 28302"/>
                <a:gd name="connsiteY5" fmla="*/ 130918 h 130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302" h="130917">
                  <a:moveTo>
                    <a:pt x="28302" y="0"/>
                  </a:moveTo>
                  <a:lnTo>
                    <a:pt x="8982" y="0"/>
                  </a:lnTo>
                  <a:cubicBezTo>
                    <a:pt x="4039" y="0"/>
                    <a:pt x="0" y="4011"/>
                    <a:pt x="0" y="8982"/>
                  </a:cubicBezTo>
                  <a:lnTo>
                    <a:pt x="0" y="121935"/>
                  </a:lnTo>
                  <a:cubicBezTo>
                    <a:pt x="0" y="126878"/>
                    <a:pt x="4011" y="130918"/>
                    <a:pt x="8982" y="130918"/>
                  </a:cubicBezTo>
                  <a:lnTo>
                    <a:pt x="28302" y="130918"/>
                  </a:lnTo>
                </a:path>
              </a:pathLst>
            </a:custGeom>
            <a:noFill/>
            <a:ln w="8472" cap="flat">
              <a:solidFill>
                <a:srgbClr val="01355A"/>
              </a:solidFill>
              <a:prstDash val="solid"/>
              <a:miter/>
            </a:ln>
          </p:spPr>
          <p:txBody>
            <a:bodyPr rtlCol="1" anchor="ctr"/>
            <a:lstStyle/>
            <a:p>
              <a:endParaRPr lang="ar-SA"/>
            </a:p>
          </p:txBody>
        </p:sp>
        <p:sp>
          <p:nvSpPr>
            <p:cNvPr id="10357" name="شكل حر: شكل 11532">
              <a:extLst>
                <a:ext uri="{FF2B5EF4-FFF2-40B4-BE49-F238E27FC236}">
                  <a16:creationId xmlns:a16="http://schemas.microsoft.com/office/drawing/2014/main" id="{AC68B92A-54C9-B167-D416-A748EE80D614}"/>
                </a:ext>
              </a:extLst>
            </p:cNvPr>
            <p:cNvSpPr/>
            <p:nvPr/>
          </p:nvSpPr>
          <p:spPr>
            <a:xfrm>
              <a:off x="4717847" y="3085252"/>
              <a:ext cx="2824" cy="17060"/>
            </a:xfrm>
            <a:custGeom>
              <a:avLst/>
              <a:gdLst>
                <a:gd name="connsiteX0" fmla="*/ 0 w 2824"/>
                <a:gd name="connsiteY0" fmla="*/ 17060 h 17060"/>
                <a:gd name="connsiteX1" fmla="*/ 0 w 2824"/>
                <a:gd name="connsiteY1" fmla="*/ 0 h 17060"/>
              </a:gdLst>
              <a:ahLst/>
              <a:cxnLst>
                <a:cxn ang="0">
                  <a:pos x="connsiteX0" y="connsiteY0"/>
                </a:cxn>
                <a:cxn ang="0">
                  <a:pos x="connsiteX1" y="connsiteY1"/>
                </a:cxn>
              </a:cxnLst>
              <a:rect l="l" t="t" r="r" b="b"/>
              <a:pathLst>
                <a:path w="2824" h="17060">
                  <a:moveTo>
                    <a:pt x="0" y="17060"/>
                  </a:moveTo>
                  <a:lnTo>
                    <a:pt x="0" y="0"/>
                  </a:lnTo>
                </a:path>
              </a:pathLst>
            </a:custGeom>
            <a:ln w="8472" cap="flat">
              <a:solidFill>
                <a:srgbClr val="01355A"/>
              </a:solidFill>
              <a:prstDash val="solid"/>
              <a:miter/>
            </a:ln>
          </p:spPr>
          <p:txBody>
            <a:bodyPr rtlCol="1" anchor="ctr"/>
            <a:lstStyle/>
            <a:p>
              <a:endParaRPr lang="ar-SA"/>
            </a:p>
          </p:txBody>
        </p:sp>
        <p:sp>
          <p:nvSpPr>
            <p:cNvPr id="10358" name="شكل حر: شكل 11533">
              <a:extLst>
                <a:ext uri="{FF2B5EF4-FFF2-40B4-BE49-F238E27FC236}">
                  <a16:creationId xmlns:a16="http://schemas.microsoft.com/office/drawing/2014/main" id="{B3238518-2CBE-6AFD-D7A3-667379E09B1F}"/>
                </a:ext>
              </a:extLst>
            </p:cNvPr>
            <p:cNvSpPr/>
            <p:nvPr/>
          </p:nvSpPr>
          <p:spPr>
            <a:xfrm>
              <a:off x="4751487" y="2990630"/>
              <a:ext cx="2824" cy="64173"/>
            </a:xfrm>
            <a:custGeom>
              <a:avLst/>
              <a:gdLst>
                <a:gd name="connsiteX0" fmla="*/ 0 w 2824"/>
                <a:gd name="connsiteY0" fmla="*/ 64174 h 64173"/>
                <a:gd name="connsiteX1" fmla="*/ 0 w 2824"/>
                <a:gd name="connsiteY1" fmla="*/ 0 h 64173"/>
              </a:gdLst>
              <a:ahLst/>
              <a:cxnLst>
                <a:cxn ang="0">
                  <a:pos x="connsiteX0" y="connsiteY0"/>
                </a:cxn>
                <a:cxn ang="0">
                  <a:pos x="connsiteX1" y="connsiteY1"/>
                </a:cxn>
              </a:cxnLst>
              <a:rect l="l" t="t" r="r" b="b"/>
              <a:pathLst>
                <a:path w="2824" h="64173">
                  <a:moveTo>
                    <a:pt x="0" y="64174"/>
                  </a:moveTo>
                  <a:lnTo>
                    <a:pt x="0" y="0"/>
                  </a:lnTo>
                </a:path>
              </a:pathLst>
            </a:custGeom>
            <a:ln w="8472" cap="flat">
              <a:solidFill>
                <a:srgbClr val="17A3A3"/>
              </a:solidFill>
              <a:prstDash val="solid"/>
              <a:miter/>
            </a:ln>
          </p:spPr>
          <p:txBody>
            <a:bodyPr rtlCol="1" anchor="ctr"/>
            <a:lstStyle/>
            <a:p>
              <a:endParaRPr lang="ar-SA"/>
            </a:p>
          </p:txBody>
        </p:sp>
        <p:sp>
          <p:nvSpPr>
            <p:cNvPr id="10359" name="شكل حر: شكل 11534">
              <a:extLst>
                <a:ext uri="{FF2B5EF4-FFF2-40B4-BE49-F238E27FC236}">
                  <a16:creationId xmlns:a16="http://schemas.microsoft.com/office/drawing/2014/main" id="{F84F55C9-2DBE-67A6-BF90-DB8A0EA0A895}"/>
                </a:ext>
              </a:extLst>
            </p:cNvPr>
            <p:cNvSpPr/>
            <p:nvPr/>
          </p:nvSpPr>
          <p:spPr>
            <a:xfrm>
              <a:off x="4786794" y="2990630"/>
              <a:ext cx="2824" cy="64173"/>
            </a:xfrm>
            <a:custGeom>
              <a:avLst/>
              <a:gdLst>
                <a:gd name="connsiteX0" fmla="*/ 0 w 2824"/>
                <a:gd name="connsiteY0" fmla="*/ 0 h 64173"/>
                <a:gd name="connsiteX1" fmla="*/ 0 w 2824"/>
                <a:gd name="connsiteY1" fmla="*/ 64174 h 64173"/>
              </a:gdLst>
              <a:ahLst/>
              <a:cxnLst>
                <a:cxn ang="0">
                  <a:pos x="connsiteX0" y="connsiteY0"/>
                </a:cxn>
                <a:cxn ang="0">
                  <a:pos x="connsiteX1" y="connsiteY1"/>
                </a:cxn>
              </a:cxnLst>
              <a:rect l="l" t="t" r="r" b="b"/>
              <a:pathLst>
                <a:path w="2824" h="64173">
                  <a:moveTo>
                    <a:pt x="0" y="0"/>
                  </a:moveTo>
                  <a:lnTo>
                    <a:pt x="0" y="64174"/>
                  </a:lnTo>
                </a:path>
              </a:pathLst>
            </a:custGeom>
            <a:ln w="8472" cap="flat">
              <a:solidFill>
                <a:srgbClr val="17A3A3"/>
              </a:solidFill>
              <a:prstDash val="solid"/>
              <a:miter/>
            </a:ln>
          </p:spPr>
          <p:txBody>
            <a:bodyPr rtlCol="1" anchor="ctr"/>
            <a:lstStyle/>
            <a:p>
              <a:endParaRPr lang="ar-SA"/>
            </a:p>
          </p:txBody>
        </p:sp>
      </p:grpSp>
      <p:grpSp>
        <p:nvGrpSpPr>
          <p:cNvPr id="10360" name="رسم 8014">
            <a:extLst>
              <a:ext uri="{FF2B5EF4-FFF2-40B4-BE49-F238E27FC236}">
                <a16:creationId xmlns:a16="http://schemas.microsoft.com/office/drawing/2014/main" id="{63DADAEA-0A84-7AEC-E578-81EB112CB8F7}"/>
              </a:ext>
            </a:extLst>
          </p:cNvPr>
          <p:cNvGrpSpPr/>
          <p:nvPr/>
        </p:nvGrpSpPr>
        <p:grpSpPr>
          <a:xfrm>
            <a:off x="5029415" y="3235893"/>
            <a:ext cx="291859" cy="274990"/>
            <a:chOff x="5093088" y="2290086"/>
            <a:chExt cx="348859" cy="348887"/>
          </a:xfrm>
          <a:noFill/>
        </p:grpSpPr>
        <p:sp>
          <p:nvSpPr>
            <p:cNvPr id="10361" name="شكل حر: شكل 11536">
              <a:extLst>
                <a:ext uri="{FF2B5EF4-FFF2-40B4-BE49-F238E27FC236}">
                  <a16:creationId xmlns:a16="http://schemas.microsoft.com/office/drawing/2014/main" id="{E4BF694A-280B-0E02-A6C5-3C3730293A55}"/>
                </a:ext>
              </a:extLst>
            </p:cNvPr>
            <p:cNvSpPr/>
            <p:nvPr/>
          </p:nvSpPr>
          <p:spPr>
            <a:xfrm>
              <a:off x="5329813" y="2346012"/>
              <a:ext cx="40193" cy="73155"/>
            </a:xfrm>
            <a:custGeom>
              <a:avLst/>
              <a:gdLst>
                <a:gd name="connsiteX0" fmla="*/ 0 w 40193"/>
                <a:gd name="connsiteY0" fmla="*/ 73156 h 73155"/>
                <a:gd name="connsiteX1" fmla="*/ 40193 w 40193"/>
                <a:gd name="connsiteY1" fmla="*/ 0 h 73155"/>
              </a:gdLst>
              <a:ahLst/>
              <a:cxnLst>
                <a:cxn ang="0">
                  <a:pos x="connsiteX0" y="connsiteY0"/>
                </a:cxn>
                <a:cxn ang="0">
                  <a:pos x="connsiteX1" y="connsiteY1"/>
                </a:cxn>
              </a:cxnLst>
              <a:rect l="l" t="t" r="r" b="b"/>
              <a:pathLst>
                <a:path w="40193" h="73155">
                  <a:moveTo>
                    <a:pt x="0" y="73156"/>
                  </a:moveTo>
                  <a:lnTo>
                    <a:pt x="40193" y="0"/>
                  </a:lnTo>
                </a:path>
              </a:pathLst>
            </a:custGeom>
            <a:ln w="8472" cap="flat">
              <a:solidFill>
                <a:srgbClr val="17A3A3"/>
              </a:solidFill>
              <a:prstDash val="solid"/>
              <a:miter/>
            </a:ln>
          </p:spPr>
          <p:txBody>
            <a:bodyPr rtlCol="1" anchor="ctr"/>
            <a:lstStyle/>
            <a:p>
              <a:endParaRPr lang="ar-SA"/>
            </a:p>
          </p:txBody>
        </p:sp>
        <p:sp>
          <p:nvSpPr>
            <p:cNvPr id="10362" name="شكل حر: شكل 11537">
              <a:extLst>
                <a:ext uri="{FF2B5EF4-FFF2-40B4-BE49-F238E27FC236}">
                  <a16:creationId xmlns:a16="http://schemas.microsoft.com/office/drawing/2014/main" id="{08D437D3-E18B-971E-DDED-8F5F6364782F}"/>
                </a:ext>
              </a:extLst>
            </p:cNvPr>
            <p:cNvSpPr/>
            <p:nvPr/>
          </p:nvSpPr>
          <p:spPr>
            <a:xfrm>
              <a:off x="5364668" y="2384115"/>
              <a:ext cx="26042" cy="35052"/>
            </a:xfrm>
            <a:custGeom>
              <a:avLst/>
              <a:gdLst>
                <a:gd name="connsiteX0" fmla="*/ 13021 w 26042"/>
                <a:gd name="connsiteY0" fmla="*/ 35053 h 35052"/>
                <a:gd name="connsiteX1" fmla="*/ 13021 w 26042"/>
                <a:gd name="connsiteY1" fmla="*/ 35053 h 35052"/>
                <a:gd name="connsiteX2" fmla="*/ 0 w 26042"/>
                <a:gd name="connsiteY2" fmla="*/ 22031 h 35052"/>
                <a:gd name="connsiteX3" fmla="*/ 0 w 26042"/>
                <a:gd name="connsiteY3" fmla="*/ 13021 h 35052"/>
                <a:gd name="connsiteX4" fmla="*/ 13021 w 26042"/>
                <a:gd name="connsiteY4" fmla="*/ 0 h 35052"/>
                <a:gd name="connsiteX5" fmla="*/ 13021 w 26042"/>
                <a:gd name="connsiteY5" fmla="*/ 0 h 35052"/>
                <a:gd name="connsiteX6" fmla="*/ 26043 w 26042"/>
                <a:gd name="connsiteY6" fmla="*/ 13021 h 35052"/>
                <a:gd name="connsiteX7" fmla="*/ 26043 w 26042"/>
                <a:gd name="connsiteY7" fmla="*/ 22031 h 35052"/>
                <a:gd name="connsiteX8" fmla="*/ 13021 w 26042"/>
                <a:gd name="connsiteY8" fmla="*/ 35053 h 35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42" h="35052">
                  <a:moveTo>
                    <a:pt x="13021" y="35053"/>
                  </a:moveTo>
                  <a:lnTo>
                    <a:pt x="13021" y="35053"/>
                  </a:lnTo>
                  <a:cubicBezTo>
                    <a:pt x="5847" y="35053"/>
                    <a:pt x="0" y="29234"/>
                    <a:pt x="0" y="22031"/>
                  </a:cubicBezTo>
                  <a:lnTo>
                    <a:pt x="0" y="13021"/>
                  </a:lnTo>
                  <a:cubicBezTo>
                    <a:pt x="0" y="5847"/>
                    <a:pt x="5819" y="0"/>
                    <a:pt x="13021" y="0"/>
                  </a:cubicBezTo>
                  <a:lnTo>
                    <a:pt x="13021" y="0"/>
                  </a:lnTo>
                  <a:cubicBezTo>
                    <a:pt x="20196" y="0"/>
                    <a:pt x="26043" y="5819"/>
                    <a:pt x="26043" y="13021"/>
                  </a:cubicBezTo>
                  <a:lnTo>
                    <a:pt x="26043" y="22031"/>
                  </a:lnTo>
                  <a:cubicBezTo>
                    <a:pt x="26043" y="29206"/>
                    <a:pt x="20224" y="35053"/>
                    <a:pt x="13021" y="35053"/>
                  </a:cubicBezTo>
                  <a:close/>
                </a:path>
              </a:pathLst>
            </a:custGeom>
            <a:noFill/>
            <a:ln w="8472" cap="flat">
              <a:solidFill>
                <a:srgbClr val="17A3A3"/>
              </a:solidFill>
              <a:prstDash val="solid"/>
              <a:miter/>
            </a:ln>
          </p:spPr>
          <p:txBody>
            <a:bodyPr rtlCol="1" anchor="ctr"/>
            <a:lstStyle/>
            <a:p>
              <a:endParaRPr lang="ar-SA"/>
            </a:p>
          </p:txBody>
        </p:sp>
        <p:sp>
          <p:nvSpPr>
            <p:cNvPr id="10363" name="شكل حر: شكل 11538">
              <a:extLst>
                <a:ext uri="{FF2B5EF4-FFF2-40B4-BE49-F238E27FC236}">
                  <a16:creationId xmlns:a16="http://schemas.microsoft.com/office/drawing/2014/main" id="{021C0F6F-26B4-FD3B-36EA-EDAF4C9FF0B0}"/>
                </a:ext>
              </a:extLst>
            </p:cNvPr>
            <p:cNvSpPr/>
            <p:nvPr/>
          </p:nvSpPr>
          <p:spPr>
            <a:xfrm>
              <a:off x="5310013" y="2345983"/>
              <a:ext cx="26042" cy="35052"/>
            </a:xfrm>
            <a:custGeom>
              <a:avLst/>
              <a:gdLst>
                <a:gd name="connsiteX0" fmla="*/ 13021 w 26042"/>
                <a:gd name="connsiteY0" fmla="*/ 35053 h 35052"/>
                <a:gd name="connsiteX1" fmla="*/ 13021 w 26042"/>
                <a:gd name="connsiteY1" fmla="*/ 35053 h 35052"/>
                <a:gd name="connsiteX2" fmla="*/ 0 w 26042"/>
                <a:gd name="connsiteY2" fmla="*/ 22031 h 35052"/>
                <a:gd name="connsiteX3" fmla="*/ 0 w 26042"/>
                <a:gd name="connsiteY3" fmla="*/ 13021 h 35052"/>
                <a:gd name="connsiteX4" fmla="*/ 13021 w 26042"/>
                <a:gd name="connsiteY4" fmla="*/ 0 h 35052"/>
                <a:gd name="connsiteX5" fmla="*/ 13021 w 26042"/>
                <a:gd name="connsiteY5" fmla="*/ 0 h 35052"/>
                <a:gd name="connsiteX6" fmla="*/ 26042 w 26042"/>
                <a:gd name="connsiteY6" fmla="*/ 13021 h 35052"/>
                <a:gd name="connsiteX7" fmla="*/ 26042 w 26042"/>
                <a:gd name="connsiteY7" fmla="*/ 22031 h 35052"/>
                <a:gd name="connsiteX8" fmla="*/ 13021 w 26042"/>
                <a:gd name="connsiteY8" fmla="*/ 35053 h 35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42" h="35052">
                  <a:moveTo>
                    <a:pt x="13021" y="35053"/>
                  </a:moveTo>
                  <a:lnTo>
                    <a:pt x="13021" y="35053"/>
                  </a:lnTo>
                  <a:cubicBezTo>
                    <a:pt x="5847" y="35053"/>
                    <a:pt x="0" y="29234"/>
                    <a:pt x="0" y="22031"/>
                  </a:cubicBezTo>
                  <a:lnTo>
                    <a:pt x="0" y="13021"/>
                  </a:lnTo>
                  <a:cubicBezTo>
                    <a:pt x="0" y="5847"/>
                    <a:pt x="5819" y="0"/>
                    <a:pt x="13021" y="0"/>
                  </a:cubicBezTo>
                  <a:lnTo>
                    <a:pt x="13021" y="0"/>
                  </a:lnTo>
                  <a:cubicBezTo>
                    <a:pt x="20196" y="0"/>
                    <a:pt x="26042" y="5819"/>
                    <a:pt x="26042" y="13021"/>
                  </a:cubicBezTo>
                  <a:lnTo>
                    <a:pt x="26042" y="22031"/>
                  </a:lnTo>
                  <a:cubicBezTo>
                    <a:pt x="26042" y="29206"/>
                    <a:pt x="20224" y="35053"/>
                    <a:pt x="13021" y="35053"/>
                  </a:cubicBezTo>
                  <a:close/>
                </a:path>
              </a:pathLst>
            </a:custGeom>
            <a:noFill/>
            <a:ln w="8472" cap="flat">
              <a:solidFill>
                <a:srgbClr val="17A3A3"/>
              </a:solidFill>
              <a:prstDash val="solid"/>
              <a:miter/>
            </a:ln>
          </p:spPr>
          <p:txBody>
            <a:bodyPr rtlCol="1" anchor="ctr"/>
            <a:lstStyle/>
            <a:p>
              <a:endParaRPr lang="ar-SA"/>
            </a:p>
          </p:txBody>
        </p:sp>
        <p:sp>
          <p:nvSpPr>
            <p:cNvPr id="10364" name="شكل حر: شكل 11539">
              <a:extLst>
                <a:ext uri="{FF2B5EF4-FFF2-40B4-BE49-F238E27FC236}">
                  <a16:creationId xmlns:a16="http://schemas.microsoft.com/office/drawing/2014/main" id="{791C00CA-EB90-964B-C36B-B35B06A3BA32}"/>
                </a:ext>
              </a:extLst>
            </p:cNvPr>
            <p:cNvSpPr/>
            <p:nvPr/>
          </p:nvSpPr>
          <p:spPr>
            <a:xfrm>
              <a:off x="5093088" y="2319630"/>
              <a:ext cx="319343" cy="319343"/>
            </a:xfrm>
            <a:custGeom>
              <a:avLst/>
              <a:gdLst>
                <a:gd name="connsiteX0" fmla="*/ 159671 w 319343"/>
                <a:gd name="connsiteY0" fmla="*/ 0 h 319343"/>
                <a:gd name="connsiteX1" fmla="*/ 0 w 319343"/>
                <a:gd name="connsiteY1" fmla="*/ 159672 h 319343"/>
                <a:gd name="connsiteX2" fmla="*/ 159671 w 319343"/>
                <a:gd name="connsiteY2" fmla="*/ 319343 h 319343"/>
                <a:gd name="connsiteX3" fmla="*/ 319343 w 319343"/>
                <a:gd name="connsiteY3" fmla="*/ 159672 h 319343"/>
                <a:gd name="connsiteX4" fmla="*/ 159671 w 319343"/>
                <a:gd name="connsiteY4" fmla="*/ 159672 h 319343"/>
                <a:gd name="connsiteX5" fmla="*/ 159671 w 319343"/>
                <a:gd name="connsiteY5" fmla="*/ 0 h 319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9343" h="319343">
                  <a:moveTo>
                    <a:pt x="159671" y="0"/>
                  </a:moveTo>
                  <a:cubicBezTo>
                    <a:pt x="71489" y="0"/>
                    <a:pt x="0" y="71489"/>
                    <a:pt x="0" y="159672"/>
                  </a:cubicBezTo>
                  <a:cubicBezTo>
                    <a:pt x="0" y="247854"/>
                    <a:pt x="71489" y="319343"/>
                    <a:pt x="159671" y="319343"/>
                  </a:cubicBezTo>
                  <a:cubicBezTo>
                    <a:pt x="247854" y="319343"/>
                    <a:pt x="319343" y="247854"/>
                    <a:pt x="319343" y="159672"/>
                  </a:cubicBezTo>
                  <a:lnTo>
                    <a:pt x="159671" y="159672"/>
                  </a:lnTo>
                  <a:lnTo>
                    <a:pt x="159671" y="0"/>
                  </a:lnTo>
                  <a:close/>
                </a:path>
              </a:pathLst>
            </a:custGeom>
            <a:noFill/>
            <a:ln w="8472" cap="flat">
              <a:solidFill>
                <a:srgbClr val="01355A"/>
              </a:solidFill>
              <a:prstDash val="solid"/>
              <a:miter/>
            </a:ln>
          </p:spPr>
          <p:txBody>
            <a:bodyPr rtlCol="1" anchor="ctr"/>
            <a:lstStyle/>
            <a:p>
              <a:endParaRPr lang="ar-SA"/>
            </a:p>
          </p:txBody>
        </p:sp>
        <p:sp>
          <p:nvSpPr>
            <p:cNvPr id="10365" name="شكل حر: شكل 11540">
              <a:extLst>
                <a:ext uri="{FF2B5EF4-FFF2-40B4-BE49-F238E27FC236}">
                  <a16:creationId xmlns:a16="http://schemas.microsoft.com/office/drawing/2014/main" id="{D732C351-9DD8-C7C4-B2BE-2E231006DAB1}"/>
                </a:ext>
              </a:extLst>
            </p:cNvPr>
            <p:cNvSpPr/>
            <p:nvPr/>
          </p:nvSpPr>
          <p:spPr>
            <a:xfrm>
              <a:off x="5282276" y="2290086"/>
              <a:ext cx="159671" cy="159671"/>
            </a:xfrm>
            <a:custGeom>
              <a:avLst/>
              <a:gdLst>
                <a:gd name="connsiteX0" fmla="*/ 0 w 159671"/>
                <a:gd name="connsiteY0" fmla="*/ 0 h 159671"/>
                <a:gd name="connsiteX1" fmla="*/ 0 w 159671"/>
                <a:gd name="connsiteY1" fmla="*/ 159672 h 159671"/>
                <a:gd name="connsiteX2" fmla="*/ 159671 w 159671"/>
                <a:gd name="connsiteY2" fmla="*/ 159672 h 159671"/>
                <a:gd name="connsiteX3" fmla="*/ 0 w 159671"/>
                <a:gd name="connsiteY3" fmla="*/ 0 h 159671"/>
              </a:gdLst>
              <a:ahLst/>
              <a:cxnLst>
                <a:cxn ang="0">
                  <a:pos x="connsiteX0" y="connsiteY0"/>
                </a:cxn>
                <a:cxn ang="0">
                  <a:pos x="connsiteX1" y="connsiteY1"/>
                </a:cxn>
                <a:cxn ang="0">
                  <a:pos x="connsiteX2" y="connsiteY2"/>
                </a:cxn>
                <a:cxn ang="0">
                  <a:pos x="connsiteX3" y="connsiteY3"/>
                </a:cxn>
              </a:cxnLst>
              <a:rect l="l" t="t" r="r" b="b"/>
              <a:pathLst>
                <a:path w="159671" h="159671">
                  <a:moveTo>
                    <a:pt x="0" y="0"/>
                  </a:moveTo>
                  <a:lnTo>
                    <a:pt x="0" y="159672"/>
                  </a:lnTo>
                  <a:lnTo>
                    <a:pt x="159671" y="159672"/>
                  </a:lnTo>
                  <a:cubicBezTo>
                    <a:pt x="159671" y="71489"/>
                    <a:pt x="88182" y="0"/>
                    <a:pt x="0" y="0"/>
                  </a:cubicBezTo>
                  <a:close/>
                </a:path>
              </a:pathLst>
            </a:custGeom>
            <a:noFill/>
            <a:ln w="8472" cap="flat">
              <a:solidFill>
                <a:srgbClr val="17A3A3"/>
              </a:solidFill>
              <a:prstDash val="solid"/>
              <a:miter/>
            </a:ln>
          </p:spPr>
          <p:txBody>
            <a:bodyPr rtlCol="1" anchor="ctr"/>
            <a:lstStyle/>
            <a:p>
              <a:endParaRPr lang="ar-SA"/>
            </a:p>
          </p:txBody>
        </p:sp>
        <p:sp>
          <p:nvSpPr>
            <p:cNvPr id="10366" name="شكل حر: شكل 11541">
              <a:extLst>
                <a:ext uri="{FF2B5EF4-FFF2-40B4-BE49-F238E27FC236}">
                  <a16:creationId xmlns:a16="http://schemas.microsoft.com/office/drawing/2014/main" id="{3EFC26FD-2E4F-1612-BB7F-15AF90E942AE}"/>
                </a:ext>
              </a:extLst>
            </p:cNvPr>
            <p:cNvSpPr/>
            <p:nvPr/>
          </p:nvSpPr>
          <p:spPr>
            <a:xfrm>
              <a:off x="5192455" y="2421540"/>
              <a:ext cx="118009" cy="118009"/>
            </a:xfrm>
            <a:custGeom>
              <a:avLst/>
              <a:gdLst>
                <a:gd name="connsiteX0" fmla="*/ 43018 w 118009"/>
                <a:gd name="connsiteY0" fmla="*/ 0 h 118009"/>
                <a:gd name="connsiteX1" fmla="*/ 0 w 118009"/>
                <a:gd name="connsiteY1" fmla="*/ 57734 h 118009"/>
                <a:gd name="connsiteX2" fmla="*/ 60276 w 118009"/>
                <a:gd name="connsiteY2" fmla="*/ 118009 h 118009"/>
                <a:gd name="connsiteX3" fmla="*/ 118010 w 118009"/>
                <a:gd name="connsiteY3" fmla="*/ 74992 h 118009"/>
              </a:gdLst>
              <a:ahLst/>
              <a:cxnLst>
                <a:cxn ang="0">
                  <a:pos x="connsiteX0" y="connsiteY0"/>
                </a:cxn>
                <a:cxn ang="0">
                  <a:pos x="connsiteX1" y="connsiteY1"/>
                </a:cxn>
                <a:cxn ang="0">
                  <a:pos x="connsiteX2" y="connsiteY2"/>
                </a:cxn>
                <a:cxn ang="0">
                  <a:pos x="connsiteX3" y="connsiteY3"/>
                </a:cxn>
              </a:cxnLst>
              <a:rect l="l" t="t" r="r" b="b"/>
              <a:pathLst>
                <a:path w="118009" h="118009">
                  <a:moveTo>
                    <a:pt x="43018" y="0"/>
                  </a:moveTo>
                  <a:cubicBezTo>
                    <a:pt x="18162" y="7429"/>
                    <a:pt x="0" y="30449"/>
                    <a:pt x="0" y="57734"/>
                  </a:cubicBezTo>
                  <a:cubicBezTo>
                    <a:pt x="0" y="91007"/>
                    <a:pt x="26975" y="118009"/>
                    <a:pt x="60276" y="118009"/>
                  </a:cubicBezTo>
                  <a:cubicBezTo>
                    <a:pt x="87561" y="118009"/>
                    <a:pt x="110581" y="99876"/>
                    <a:pt x="118010" y="74992"/>
                  </a:cubicBezTo>
                </a:path>
              </a:pathLst>
            </a:custGeom>
            <a:noFill/>
            <a:ln w="8472" cap="flat">
              <a:solidFill>
                <a:srgbClr val="01355A"/>
              </a:solidFill>
              <a:prstDash val="solid"/>
              <a:miter/>
            </a:ln>
          </p:spPr>
          <p:txBody>
            <a:bodyPr rtlCol="1" anchor="ctr"/>
            <a:lstStyle/>
            <a:p>
              <a:endParaRPr lang="ar-SA"/>
            </a:p>
          </p:txBody>
        </p:sp>
      </p:grpSp>
      <p:grpSp>
        <p:nvGrpSpPr>
          <p:cNvPr id="10367" name="رسم 8014">
            <a:extLst>
              <a:ext uri="{FF2B5EF4-FFF2-40B4-BE49-F238E27FC236}">
                <a16:creationId xmlns:a16="http://schemas.microsoft.com/office/drawing/2014/main" id="{93C8313B-2F21-FF35-BDE1-7BF3161245F0}"/>
              </a:ext>
            </a:extLst>
          </p:cNvPr>
          <p:cNvGrpSpPr/>
          <p:nvPr/>
        </p:nvGrpSpPr>
        <p:grpSpPr>
          <a:xfrm>
            <a:off x="5903174" y="3242616"/>
            <a:ext cx="303651" cy="271473"/>
            <a:chOff x="6137492" y="2298616"/>
            <a:chExt cx="362954" cy="344425"/>
          </a:xfrm>
          <a:noFill/>
        </p:grpSpPr>
        <p:sp>
          <p:nvSpPr>
            <p:cNvPr id="10368" name="شكل حر: شكل 11543">
              <a:extLst>
                <a:ext uri="{FF2B5EF4-FFF2-40B4-BE49-F238E27FC236}">
                  <a16:creationId xmlns:a16="http://schemas.microsoft.com/office/drawing/2014/main" id="{662EF855-E05E-474D-F5BC-D037C019A253}"/>
                </a:ext>
              </a:extLst>
            </p:cNvPr>
            <p:cNvSpPr/>
            <p:nvPr/>
          </p:nvSpPr>
          <p:spPr>
            <a:xfrm>
              <a:off x="6345927" y="2440060"/>
              <a:ext cx="123985" cy="131548"/>
            </a:xfrm>
            <a:custGeom>
              <a:avLst/>
              <a:gdLst>
                <a:gd name="connsiteX0" fmla="*/ 123957 w 123985"/>
                <a:gd name="connsiteY0" fmla="*/ 61980 h 131548"/>
                <a:gd name="connsiteX1" fmla="*/ 57581 w 123985"/>
                <a:gd name="connsiteY1" fmla="*/ 150 h 131548"/>
                <a:gd name="connsiteX2" fmla="*/ 214 w 123985"/>
                <a:gd name="connsiteY2" fmla="*/ 56726 h 131548"/>
                <a:gd name="connsiteX3" fmla="*/ 17811 w 123985"/>
                <a:gd name="connsiteY3" fmla="*/ 105421 h 131548"/>
                <a:gd name="connsiteX4" fmla="*/ 28770 w 123985"/>
                <a:gd name="connsiteY4" fmla="*/ 131322 h 131548"/>
                <a:gd name="connsiteX5" fmla="*/ 28770 w 123985"/>
                <a:gd name="connsiteY5" fmla="*/ 131548 h 131548"/>
                <a:gd name="connsiteX6" fmla="*/ 95203 w 123985"/>
                <a:gd name="connsiteY6" fmla="*/ 131548 h 131548"/>
                <a:gd name="connsiteX7" fmla="*/ 95203 w 123985"/>
                <a:gd name="connsiteY7" fmla="*/ 131322 h 131548"/>
                <a:gd name="connsiteX8" fmla="*/ 105626 w 123985"/>
                <a:gd name="connsiteY8" fmla="*/ 105986 h 131548"/>
                <a:gd name="connsiteX9" fmla="*/ 123986 w 123985"/>
                <a:gd name="connsiteY9" fmla="*/ 61980 h 131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3985" h="131548">
                  <a:moveTo>
                    <a:pt x="123957" y="61980"/>
                  </a:moveTo>
                  <a:cubicBezTo>
                    <a:pt x="123957" y="26306"/>
                    <a:pt x="93791" y="-2335"/>
                    <a:pt x="57581" y="150"/>
                  </a:cubicBezTo>
                  <a:cubicBezTo>
                    <a:pt x="27330" y="2241"/>
                    <a:pt x="2699" y="26504"/>
                    <a:pt x="214" y="56726"/>
                  </a:cubicBezTo>
                  <a:cubicBezTo>
                    <a:pt x="-1339" y="75735"/>
                    <a:pt x="5665" y="93106"/>
                    <a:pt x="17811" y="105421"/>
                  </a:cubicBezTo>
                  <a:cubicBezTo>
                    <a:pt x="24646" y="112370"/>
                    <a:pt x="28770" y="121549"/>
                    <a:pt x="28770" y="131322"/>
                  </a:cubicBezTo>
                  <a:lnTo>
                    <a:pt x="28770" y="131548"/>
                  </a:lnTo>
                  <a:lnTo>
                    <a:pt x="95203" y="131548"/>
                  </a:lnTo>
                  <a:lnTo>
                    <a:pt x="95203" y="131322"/>
                  </a:lnTo>
                  <a:cubicBezTo>
                    <a:pt x="95203" y="121832"/>
                    <a:pt x="98875" y="112652"/>
                    <a:pt x="105626" y="105986"/>
                  </a:cubicBezTo>
                  <a:cubicBezTo>
                    <a:pt x="116953" y="94773"/>
                    <a:pt x="123986" y="79209"/>
                    <a:pt x="123986" y="61980"/>
                  </a:cubicBezTo>
                  <a:close/>
                </a:path>
              </a:pathLst>
            </a:custGeom>
            <a:noFill/>
            <a:ln w="8472" cap="flat">
              <a:solidFill>
                <a:srgbClr val="17A3A3"/>
              </a:solidFill>
              <a:prstDash val="solid"/>
              <a:miter/>
            </a:ln>
          </p:spPr>
          <p:txBody>
            <a:bodyPr rtlCol="1" anchor="ctr"/>
            <a:lstStyle/>
            <a:p>
              <a:endParaRPr lang="ar-SA"/>
            </a:p>
          </p:txBody>
        </p:sp>
        <p:sp>
          <p:nvSpPr>
            <p:cNvPr id="10369" name="شكل حر: شكل 11544">
              <a:extLst>
                <a:ext uri="{FF2B5EF4-FFF2-40B4-BE49-F238E27FC236}">
                  <a16:creationId xmlns:a16="http://schemas.microsoft.com/office/drawing/2014/main" id="{D354D4FD-4AAE-AC2D-5466-D99BCC41A02B}"/>
                </a:ext>
              </a:extLst>
            </p:cNvPr>
            <p:cNvSpPr/>
            <p:nvPr/>
          </p:nvSpPr>
          <p:spPr>
            <a:xfrm>
              <a:off x="6374330" y="2588217"/>
              <a:ext cx="67195" cy="32171"/>
            </a:xfrm>
            <a:custGeom>
              <a:avLst/>
              <a:gdLst>
                <a:gd name="connsiteX0" fmla="*/ 67196 w 67195"/>
                <a:gd name="connsiteY0" fmla="*/ 0 h 32171"/>
                <a:gd name="connsiteX1" fmla="*/ 67196 w 67195"/>
                <a:gd name="connsiteY1" fmla="*/ 2090 h 32171"/>
                <a:gd name="connsiteX2" fmla="*/ 37115 w 67195"/>
                <a:gd name="connsiteY2" fmla="*/ 32171 h 32171"/>
                <a:gd name="connsiteX3" fmla="*/ 30081 w 67195"/>
                <a:gd name="connsiteY3" fmla="*/ 32171 h 32171"/>
                <a:gd name="connsiteX4" fmla="*/ 0 w 67195"/>
                <a:gd name="connsiteY4" fmla="*/ 2090 h 32171"/>
                <a:gd name="connsiteX5" fmla="*/ 0 w 67195"/>
                <a:gd name="connsiteY5" fmla="*/ 0 h 32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195" h="32171">
                  <a:moveTo>
                    <a:pt x="67196" y="0"/>
                  </a:moveTo>
                  <a:lnTo>
                    <a:pt x="67196" y="2090"/>
                  </a:lnTo>
                  <a:cubicBezTo>
                    <a:pt x="67196" y="18698"/>
                    <a:pt x="53723" y="32171"/>
                    <a:pt x="37115" y="32171"/>
                  </a:cubicBezTo>
                  <a:lnTo>
                    <a:pt x="30081" y="32171"/>
                  </a:lnTo>
                  <a:cubicBezTo>
                    <a:pt x="13473" y="32171"/>
                    <a:pt x="0" y="18698"/>
                    <a:pt x="0" y="2090"/>
                  </a:cubicBezTo>
                  <a:lnTo>
                    <a:pt x="0" y="0"/>
                  </a:lnTo>
                </a:path>
              </a:pathLst>
            </a:custGeom>
            <a:noFill/>
            <a:ln w="8472" cap="flat">
              <a:solidFill>
                <a:srgbClr val="17A3A3"/>
              </a:solidFill>
              <a:prstDash val="solid"/>
              <a:miter/>
            </a:ln>
          </p:spPr>
          <p:txBody>
            <a:bodyPr rtlCol="1" anchor="ctr"/>
            <a:lstStyle/>
            <a:p>
              <a:endParaRPr lang="ar-SA"/>
            </a:p>
          </p:txBody>
        </p:sp>
        <p:sp>
          <p:nvSpPr>
            <p:cNvPr id="10370" name="شكل حر: شكل 11545">
              <a:extLst>
                <a:ext uri="{FF2B5EF4-FFF2-40B4-BE49-F238E27FC236}">
                  <a16:creationId xmlns:a16="http://schemas.microsoft.com/office/drawing/2014/main" id="{55ADE3D8-15BF-C6EC-2753-1C4386346462}"/>
                </a:ext>
              </a:extLst>
            </p:cNvPr>
            <p:cNvSpPr/>
            <p:nvPr/>
          </p:nvSpPr>
          <p:spPr>
            <a:xfrm>
              <a:off x="6391560" y="2620897"/>
              <a:ext cx="32708" cy="22144"/>
            </a:xfrm>
            <a:custGeom>
              <a:avLst/>
              <a:gdLst>
                <a:gd name="connsiteX0" fmla="*/ 0 w 32708"/>
                <a:gd name="connsiteY0" fmla="*/ 56 h 22144"/>
                <a:gd name="connsiteX1" fmla="*/ 0 w 32708"/>
                <a:gd name="connsiteY1" fmla="*/ 5790 h 22144"/>
                <a:gd name="connsiteX2" fmla="*/ 16354 w 32708"/>
                <a:gd name="connsiteY2" fmla="*/ 22144 h 22144"/>
                <a:gd name="connsiteX3" fmla="*/ 16354 w 32708"/>
                <a:gd name="connsiteY3" fmla="*/ 22144 h 22144"/>
                <a:gd name="connsiteX4" fmla="*/ 32708 w 32708"/>
                <a:gd name="connsiteY4" fmla="*/ 5790 h 22144"/>
                <a:gd name="connsiteX5" fmla="*/ 32708 w 32708"/>
                <a:gd name="connsiteY5" fmla="*/ 0 h 22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708" h="22144">
                  <a:moveTo>
                    <a:pt x="0" y="56"/>
                  </a:moveTo>
                  <a:lnTo>
                    <a:pt x="0" y="5790"/>
                  </a:lnTo>
                  <a:cubicBezTo>
                    <a:pt x="0" y="14829"/>
                    <a:pt x="7315" y="22144"/>
                    <a:pt x="16354" y="22144"/>
                  </a:cubicBezTo>
                  <a:lnTo>
                    <a:pt x="16354" y="22144"/>
                  </a:lnTo>
                  <a:cubicBezTo>
                    <a:pt x="25393" y="22144"/>
                    <a:pt x="32708" y="14829"/>
                    <a:pt x="32708" y="5790"/>
                  </a:cubicBezTo>
                  <a:lnTo>
                    <a:pt x="32708" y="0"/>
                  </a:lnTo>
                </a:path>
              </a:pathLst>
            </a:custGeom>
            <a:noFill/>
            <a:ln w="8472" cap="flat">
              <a:solidFill>
                <a:srgbClr val="17A3A3"/>
              </a:solidFill>
              <a:prstDash val="solid"/>
              <a:miter/>
            </a:ln>
          </p:spPr>
          <p:txBody>
            <a:bodyPr rtlCol="1" anchor="ctr"/>
            <a:lstStyle/>
            <a:p>
              <a:endParaRPr lang="ar-SA"/>
            </a:p>
          </p:txBody>
        </p:sp>
        <p:sp>
          <p:nvSpPr>
            <p:cNvPr id="10371" name="شكل حر: شكل 11546">
              <a:extLst>
                <a:ext uri="{FF2B5EF4-FFF2-40B4-BE49-F238E27FC236}">
                  <a16:creationId xmlns:a16="http://schemas.microsoft.com/office/drawing/2014/main" id="{7AE48E1F-C62E-968B-9564-764D2C63778A}"/>
                </a:ext>
              </a:extLst>
            </p:cNvPr>
            <p:cNvSpPr/>
            <p:nvPr/>
          </p:nvSpPr>
          <p:spPr>
            <a:xfrm>
              <a:off x="6407914" y="2407954"/>
              <a:ext cx="2824" cy="16015"/>
            </a:xfrm>
            <a:custGeom>
              <a:avLst/>
              <a:gdLst>
                <a:gd name="connsiteX0" fmla="*/ 0 w 2824"/>
                <a:gd name="connsiteY0" fmla="*/ 16015 h 16015"/>
                <a:gd name="connsiteX1" fmla="*/ 0 w 2824"/>
                <a:gd name="connsiteY1" fmla="*/ 0 h 16015"/>
              </a:gdLst>
              <a:ahLst/>
              <a:cxnLst>
                <a:cxn ang="0">
                  <a:pos x="connsiteX0" y="connsiteY0"/>
                </a:cxn>
                <a:cxn ang="0">
                  <a:pos x="connsiteX1" y="connsiteY1"/>
                </a:cxn>
              </a:cxnLst>
              <a:rect l="l" t="t" r="r" b="b"/>
              <a:pathLst>
                <a:path w="2824" h="16015">
                  <a:moveTo>
                    <a:pt x="0" y="16015"/>
                  </a:moveTo>
                  <a:lnTo>
                    <a:pt x="0" y="0"/>
                  </a:lnTo>
                </a:path>
              </a:pathLst>
            </a:custGeom>
            <a:ln w="8472" cap="flat">
              <a:solidFill>
                <a:srgbClr val="17A3A3"/>
              </a:solidFill>
              <a:prstDash val="solid"/>
              <a:miter/>
            </a:ln>
          </p:spPr>
          <p:txBody>
            <a:bodyPr rtlCol="1" anchor="ctr"/>
            <a:lstStyle/>
            <a:p>
              <a:endParaRPr lang="ar-SA"/>
            </a:p>
          </p:txBody>
        </p:sp>
        <p:sp>
          <p:nvSpPr>
            <p:cNvPr id="10372" name="شكل حر: شكل 11547">
              <a:extLst>
                <a:ext uri="{FF2B5EF4-FFF2-40B4-BE49-F238E27FC236}">
                  <a16:creationId xmlns:a16="http://schemas.microsoft.com/office/drawing/2014/main" id="{600E2FDE-A82A-2BBA-DBC7-A6E161272FF2}"/>
                </a:ext>
              </a:extLst>
            </p:cNvPr>
            <p:cNvSpPr/>
            <p:nvPr/>
          </p:nvSpPr>
          <p:spPr>
            <a:xfrm>
              <a:off x="6375771" y="2413631"/>
              <a:ext cx="5479" cy="15026"/>
            </a:xfrm>
            <a:custGeom>
              <a:avLst/>
              <a:gdLst>
                <a:gd name="connsiteX0" fmla="*/ 5480 w 5479"/>
                <a:gd name="connsiteY0" fmla="*/ 15027 h 15026"/>
                <a:gd name="connsiteX1" fmla="*/ 0 w 5479"/>
                <a:gd name="connsiteY1" fmla="*/ 0 h 15026"/>
              </a:gdLst>
              <a:ahLst/>
              <a:cxnLst>
                <a:cxn ang="0">
                  <a:pos x="connsiteX0" y="connsiteY0"/>
                </a:cxn>
                <a:cxn ang="0">
                  <a:pos x="connsiteX1" y="connsiteY1"/>
                </a:cxn>
              </a:cxnLst>
              <a:rect l="l" t="t" r="r" b="b"/>
              <a:pathLst>
                <a:path w="5479" h="15026">
                  <a:moveTo>
                    <a:pt x="5480" y="15027"/>
                  </a:moveTo>
                  <a:lnTo>
                    <a:pt x="0" y="0"/>
                  </a:lnTo>
                </a:path>
              </a:pathLst>
            </a:custGeom>
            <a:ln w="8472" cap="flat">
              <a:solidFill>
                <a:srgbClr val="17A3A3"/>
              </a:solidFill>
              <a:prstDash val="solid"/>
              <a:miter/>
            </a:ln>
          </p:spPr>
          <p:txBody>
            <a:bodyPr rtlCol="1" anchor="ctr"/>
            <a:lstStyle/>
            <a:p>
              <a:endParaRPr lang="ar-SA"/>
            </a:p>
          </p:txBody>
        </p:sp>
        <p:sp>
          <p:nvSpPr>
            <p:cNvPr id="10373" name="شكل حر: شكل 11548">
              <a:extLst>
                <a:ext uri="{FF2B5EF4-FFF2-40B4-BE49-F238E27FC236}">
                  <a16:creationId xmlns:a16="http://schemas.microsoft.com/office/drawing/2014/main" id="{99FD6A6D-3B9B-BC19-922A-8ED237FEEDC8}"/>
                </a:ext>
              </a:extLst>
            </p:cNvPr>
            <p:cNvSpPr/>
            <p:nvPr/>
          </p:nvSpPr>
          <p:spPr>
            <a:xfrm>
              <a:off x="6347497" y="2429957"/>
              <a:ext cx="10281" cy="12258"/>
            </a:xfrm>
            <a:custGeom>
              <a:avLst/>
              <a:gdLst>
                <a:gd name="connsiteX0" fmla="*/ 10282 w 10281"/>
                <a:gd name="connsiteY0" fmla="*/ 12259 h 12258"/>
                <a:gd name="connsiteX1" fmla="*/ 0 w 10281"/>
                <a:gd name="connsiteY1" fmla="*/ 0 h 12258"/>
              </a:gdLst>
              <a:ahLst/>
              <a:cxnLst>
                <a:cxn ang="0">
                  <a:pos x="connsiteX0" y="connsiteY0"/>
                </a:cxn>
                <a:cxn ang="0">
                  <a:pos x="connsiteX1" y="connsiteY1"/>
                </a:cxn>
              </a:cxnLst>
              <a:rect l="l" t="t" r="r" b="b"/>
              <a:pathLst>
                <a:path w="10281" h="12258">
                  <a:moveTo>
                    <a:pt x="10282" y="12259"/>
                  </a:moveTo>
                  <a:lnTo>
                    <a:pt x="0" y="0"/>
                  </a:lnTo>
                </a:path>
              </a:pathLst>
            </a:custGeom>
            <a:ln w="8472" cap="flat">
              <a:solidFill>
                <a:srgbClr val="17A3A3"/>
              </a:solidFill>
              <a:prstDash val="solid"/>
              <a:miter/>
            </a:ln>
          </p:spPr>
          <p:txBody>
            <a:bodyPr rtlCol="1" anchor="ctr"/>
            <a:lstStyle/>
            <a:p>
              <a:endParaRPr lang="ar-SA"/>
            </a:p>
          </p:txBody>
        </p:sp>
        <p:sp>
          <p:nvSpPr>
            <p:cNvPr id="10374" name="شكل حر: شكل 11549">
              <a:extLst>
                <a:ext uri="{FF2B5EF4-FFF2-40B4-BE49-F238E27FC236}">
                  <a16:creationId xmlns:a16="http://schemas.microsoft.com/office/drawing/2014/main" id="{5D29EDA0-7893-7237-F665-CF378C4ABA1D}"/>
                </a:ext>
              </a:extLst>
            </p:cNvPr>
            <p:cNvSpPr/>
            <p:nvPr/>
          </p:nvSpPr>
          <p:spPr>
            <a:xfrm>
              <a:off x="6326511" y="2454954"/>
              <a:ext cx="13868" cy="7993"/>
            </a:xfrm>
            <a:custGeom>
              <a:avLst/>
              <a:gdLst>
                <a:gd name="connsiteX0" fmla="*/ 13869 w 13868"/>
                <a:gd name="connsiteY0" fmla="*/ 7993 h 7993"/>
                <a:gd name="connsiteX1" fmla="*/ 0 w 13868"/>
                <a:gd name="connsiteY1" fmla="*/ 0 h 7993"/>
              </a:gdLst>
              <a:ahLst/>
              <a:cxnLst>
                <a:cxn ang="0">
                  <a:pos x="connsiteX0" y="connsiteY0"/>
                </a:cxn>
                <a:cxn ang="0">
                  <a:pos x="connsiteX1" y="connsiteY1"/>
                </a:cxn>
              </a:cxnLst>
              <a:rect l="l" t="t" r="r" b="b"/>
              <a:pathLst>
                <a:path w="13868" h="7993">
                  <a:moveTo>
                    <a:pt x="13869" y="7993"/>
                  </a:moveTo>
                  <a:lnTo>
                    <a:pt x="0" y="0"/>
                  </a:lnTo>
                </a:path>
              </a:pathLst>
            </a:custGeom>
            <a:ln w="8472" cap="flat">
              <a:solidFill>
                <a:srgbClr val="17A3A3"/>
              </a:solidFill>
              <a:prstDash val="solid"/>
              <a:miter/>
            </a:ln>
          </p:spPr>
          <p:txBody>
            <a:bodyPr rtlCol="1" anchor="ctr"/>
            <a:lstStyle/>
            <a:p>
              <a:endParaRPr lang="ar-SA"/>
            </a:p>
          </p:txBody>
        </p:sp>
        <p:sp>
          <p:nvSpPr>
            <p:cNvPr id="10375" name="شكل حر: شكل 11550">
              <a:extLst>
                <a:ext uri="{FF2B5EF4-FFF2-40B4-BE49-F238E27FC236}">
                  <a16:creationId xmlns:a16="http://schemas.microsoft.com/office/drawing/2014/main" id="{E8E9306E-C792-6B49-1F69-61030E3CDC94}"/>
                </a:ext>
              </a:extLst>
            </p:cNvPr>
            <p:cNvSpPr/>
            <p:nvPr/>
          </p:nvSpPr>
          <p:spPr>
            <a:xfrm>
              <a:off x="6315354" y="2485601"/>
              <a:ext cx="15760" cy="2796"/>
            </a:xfrm>
            <a:custGeom>
              <a:avLst/>
              <a:gdLst>
                <a:gd name="connsiteX0" fmla="*/ 15761 w 15760"/>
                <a:gd name="connsiteY0" fmla="*/ 2796 h 2796"/>
                <a:gd name="connsiteX1" fmla="*/ 0 w 15760"/>
                <a:gd name="connsiteY1" fmla="*/ 0 h 2796"/>
              </a:gdLst>
              <a:ahLst/>
              <a:cxnLst>
                <a:cxn ang="0">
                  <a:pos x="connsiteX0" y="connsiteY0"/>
                </a:cxn>
                <a:cxn ang="0">
                  <a:pos x="connsiteX1" y="connsiteY1"/>
                </a:cxn>
              </a:cxnLst>
              <a:rect l="l" t="t" r="r" b="b"/>
              <a:pathLst>
                <a:path w="15760" h="2796">
                  <a:moveTo>
                    <a:pt x="15761" y="2796"/>
                  </a:moveTo>
                  <a:lnTo>
                    <a:pt x="0" y="0"/>
                  </a:lnTo>
                </a:path>
              </a:pathLst>
            </a:custGeom>
            <a:ln w="8472" cap="flat">
              <a:solidFill>
                <a:srgbClr val="17A3A3"/>
              </a:solidFill>
              <a:prstDash val="solid"/>
              <a:miter/>
            </a:ln>
          </p:spPr>
          <p:txBody>
            <a:bodyPr rtlCol="1" anchor="ctr"/>
            <a:lstStyle/>
            <a:p>
              <a:endParaRPr lang="ar-SA"/>
            </a:p>
          </p:txBody>
        </p:sp>
        <p:sp>
          <p:nvSpPr>
            <p:cNvPr id="10376" name="شكل حر: شكل 11551">
              <a:extLst>
                <a:ext uri="{FF2B5EF4-FFF2-40B4-BE49-F238E27FC236}">
                  <a16:creationId xmlns:a16="http://schemas.microsoft.com/office/drawing/2014/main" id="{F32841B0-572E-3D0F-FCE7-A6381E188979}"/>
                </a:ext>
              </a:extLst>
            </p:cNvPr>
            <p:cNvSpPr/>
            <p:nvPr/>
          </p:nvSpPr>
          <p:spPr>
            <a:xfrm>
              <a:off x="6315354" y="2515456"/>
              <a:ext cx="15760" cy="2796"/>
            </a:xfrm>
            <a:custGeom>
              <a:avLst/>
              <a:gdLst>
                <a:gd name="connsiteX0" fmla="*/ 15761 w 15760"/>
                <a:gd name="connsiteY0" fmla="*/ 0 h 2796"/>
                <a:gd name="connsiteX1" fmla="*/ 0 w 15760"/>
                <a:gd name="connsiteY1" fmla="*/ 2796 h 2796"/>
              </a:gdLst>
              <a:ahLst/>
              <a:cxnLst>
                <a:cxn ang="0">
                  <a:pos x="connsiteX0" y="connsiteY0"/>
                </a:cxn>
                <a:cxn ang="0">
                  <a:pos x="connsiteX1" y="connsiteY1"/>
                </a:cxn>
              </a:cxnLst>
              <a:rect l="l" t="t" r="r" b="b"/>
              <a:pathLst>
                <a:path w="15760" h="2796">
                  <a:moveTo>
                    <a:pt x="15761" y="0"/>
                  </a:moveTo>
                  <a:lnTo>
                    <a:pt x="0" y="2796"/>
                  </a:lnTo>
                </a:path>
              </a:pathLst>
            </a:custGeom>
            <a:ln w="8472" cap="flat">
              <a:solidFill>
                <a:srgbClr val="17A3A3"/>
              </a:solidFill>
              <a:prstDash val="solid"/>
              <a:miter/>
            </a:ln>
          </p:spPr>
          <p:txBody>
            <a:bodyPr rtlCol="1" anchor="ctr"/>
            <a:lstStyle/>
            <a:p>
              <a:endParaRPr lang="ar-SA"/>
            </a:p>
          </p:txBody>
        </p:sp>
        <p:sp>
          <p:nvSpPr>
            <p:cNvPr id="10377" name="شكل حر: شكل 11552">
              <a:extLst>
                <a:ext uri="{FF2B5EF4-FFF2-40B4-BE49-F238E27FC236}">
                  <a16:creationId xmlns:a16="http://schemas.microsoft.com/office/drawing/2014/main" id="{F65047DB-519E-6339-BCDD-A5CA083BBABC}"/>
                </a:ext>
              </a:extLst>
            </p:cNvPr>
            <p:cNvSpPr/>
            <p:nvPr/>
          </p:nvSpPr>
          <p:spPr>
            <a:xfrm>
              <a:off x="6484685" y="2515456"/>
              <a:ext cx="15760" cy="2796"/>
            </a:xfrm>
            <a:custGeom>
              <a:avLst/>
              <a:gdLst>
                <a:gd name="connsiteX0" fmla="*/ 0 w 15760"/>
                <a:gd name="connsiteY0" fmla="*/ 0 h 2796"/>
                <a:gd name="connsiteX1" fmla="*/ 15761 w 15760"/>
                <a:gd name="connsiteY1" fmla="*/ 2796 h 2796"/>
              </a:gdLst>
              <a:ahLst/>
              <a:cxnLst>
                <a:cxn ang="0">
                  <a:pos x="connsiteX0" y="connsiteY0"/>
                </a:cxn>
                <a:cxn ang="0">
                  <a:pos x="connsiteX1" y="connsiteY1"/>
                </a:cxn>
              </a:cxnLst>
              <a:rect l="l" t="t" r="r" b="b"/>
              <a:pathLst>
                <a:path w="15760" h="2796">
                  <a:moveTo>
                    <a:pt x="0" y="0"/>
                  </a:moveTo>
                  <a:lnTo>
                    <a:pt x="15761" y="2796"/>
                  </a:lnTo>
                </a:path>
              </a:pathLst>
            </a:custGeom>
            <a:ln w="8472" cap="flat">
              <a:solidFill>
                <a:srgbClr val="17A3A3"/>
              </a:solidFill>
              <a:prstDash val="solid"/>
              <a:miter/>
            </a:ln>
          </p:spPr>
          <p:txBody>
            <a:bodyPr rtlCol="1" anchor="ctr"/>
            <a:lstStyle/>
            <a:p>
              <a:endParaRPr lang="ar-SA"/>
            </a:p>
          </p:txBody>
        </p:sp>
        <p:sp>
          <p:nvSpPr>
            <p:cNvPr id="10378" name="شكل حر: شكل 11553">
              <a:extLst>
                <a:ext uri="{FF2B5EF4-FFF2-40B4-BE49-F238E27FC236}">
                  <a16:creationId xmlns:a16="http://schemas.microsoft.com/office/drawing/2014/main" id="{88A74A68-7991-C1E7-7CFF-1CF21A943291}"/>
                </a:ext>
              </a:extLst>
            </p:cNvPr>
            <p:cNvSpPr/>
            <p:nvPr/>
          </p:nvSpPr>
          <p:spPr>
            <a:xfrm>
              <a:off x="6484685" y="2485601"/>
              <a:ext cx="15760" cy="2796"/>
            </a:xfrm>
            <a:custGeom>
              <a:avLst/>
              <a:gdLst>
                <a:gd name="connsiteX0" fmla="*/ 0 w 15760"/>
                <a:gd name="connsiteY0" fmla="*/ 2796 h 2796"/>
                <a:gd name="connsiteX1" fmla="*/ 15761 w 15760"/>
                <a:gd name="connsiteY1" fmla="*/ 0 h 2796"/>
              </a:gdLst>
              <a:ahLst/>
              <a:cxnLst>
                <a:cxn ang="0">
                  <a:pos x="connsiteX0" y="connsiteY0"/>
                </a:cxn>
                <a:cxn ang="0">
                  <a:pos x="connsiteX1" y="connsiteY1"/>
                </a:cxn>
              </a:cxnLst>
              <a:rect l="l" t="t" r="r" b="b"/>
              <a:pathLst>
                <a:path w="15760" h="2796">
                  <a:moveTo>
                    <a:pt x="0" y="2796"/>
                  </a:moveTo>
                  <a:lnTo>
                    <a:pt x="15761" y="0"/>
                  </a:lnTo>
                </a:path>
              </a:pathLst>
            </a:custGeom>
            <a:ln w="8472" cap="flat">
              <a:solidFill>
                <a:srgbClr val="17A3A3"/>
              </a:solidFill>
              <a:prstDash val="solid"/>
              <a:miter/>
            </a:ln>
          </p:spPr>
          <p:txBody>
            <a:bodyPr rtlCol="1" anchor="ctr"/>
            <a:lstStyle/>
            <a:p>
              <a:endParaRPr lang="ar-SA"/>
            </a:p>
          </p:txBody>
        </p:sp>
        <p:sp>
          <p:nvSpPr>
            <p:cNvPr id="10379" name="شكل حر: شكل 11554">
              <a:extLst>
                <a:ext uri="{FF2B5EF4-FFF2-40B4-BE49-F238E27FC236}">
                  <a16:creationId xmlns:a16="http://schemas.microsoft.com/office/drawing/2014/main" id="{2DF9A51B-13D4-9B08-E9C0-C2D147B810D5}"/>
                </a:ext>
              </a:extLst>
            </p:cNvPr>
            <p:cNvSpPr/>
            <p:nvPr/>
          </p:nvSpPr>
          <p:spPr>
            <a:xfrm>
              <a:off x="6475421" y="2454954"/>
              <a:ext cx="13868" cy="7993"/>
            </a:xfrm>
            <a:custGeom>
              <a:avLst/>
              <a:gdLst>
                <a:gd name="connsiteX0" fmla="*/ 0 w 13868"/>
                <a:gd name="connsiteY0" fmla="*/ 7993 h 7993"/>
                <a:gd name="connsiteX1" fmla="*/ 13868 w 13868"/>
                <a:gd name="connsiteY1" fmla="*/ 0 h 7993"/>
              </a:gdLst>
              <a:ahLst/>
              <a:cxnLst>
                <a:cxn ang="0">
                  <a:pos x="connsiteX0" y="connsiteY0"/>
                </a:cxn>
                <a:cxn ang="0">
                  <a:pos x="connsiteX1" y="connsiteY1"/>
                </a:cxn>
              </a:cxnLst>
              <a:rect l="l" t="t" r="r" b="b"/>
              <a:pathLst>
                <a:path w="13868" h="7993">
                  <a:moveTo>
                    <a:pt x="0" y="7993"/>
                  </a:moveTo>
                  <a:lnTo>
                    <a:pt x="13868" y="0"/>
                  </a:lnTo>
                </a:path>
              </a:pathLst>
            </a:custGeom>
            <a:ln w="8472" cap="flat">
              <a:solidFill>
                <a:srgbClr val="17A3A3"/>
              </a:solidFill>
              <a:prstDash val="solid"/>
              <a:miter/>
            </a:ln>
          </p:spPr>
          <p:txBody>
            <a:bodyPr rtlCol="1" anchor="ctr"/>
            <a:lstStyle/>
            <a:p>
              <a:endParaRPr lang="ar-SA"/>
            </a:p>
          </p:txBody>
        </p:sp>
        <p:sp>
          <p:nvSpPr>
            <p:cNvPr id="10380" name="شكل حر: شكل 11555">
              <a:extLst>
                <a:ext uri="{FF2B5EF4-FFF2-40B4-BE49-F238E27FC236}">
                  <a16:creationId xmlns:a16="http://schemas.microsoft.com/office/drawing/2014/main" id="{68FA1959-9AC1-A8C6-1580-3CAA810F60BE}"/>
                </a:ext>
              </a:extLst>
            </p:cNvPr>
            <p:cNvSpPr/>
            <p:nvPr/>
          </p:nvSpPr>
          <p:spPr>
            <a:xfrm>
              <a:off x="6458022" y="2429957"/>
              <a:ext cx="10281" cy="12258"/>
            </a:xfrm>
            <a:custGeom>
              <a:avLst/>
              <a:gdLst>
                <a:gd name="connsiteX0" fmla="*/ 0 w 10281"/>
                <a:gd name="connsiteY0" fmla="*/ 12259 h 12258"/>
                <a:gd name="connsiteX1" fmla="*/ 10282 w 10281"/>
                <a:gd name="connsiteY1" fmla="*/ 0 h 12258"/>
              </a:gdLst>
              <a:ahLst/>
              <a:cxnLst>
                <a:cxn ang="0">
                  <a:pos x="connsiteX0" y="connsiteY0"/>
                </a:cxn>
                <a:cxn ang="0">
                  <a:pos x="connsiteX1" y="connsiteY1"/>
                </a:cxn>
              </a:cxnLst>
              <a:rect l="l" t="t" r="r" b="b"/>
              <a:pathLst>
                <a:path w="10281" h="12258">
                  <a:moveTo>
                    <a:pt x="0" y="12259"/>
                  </a:moveTo>
                  <a:lnTo>
                    <a:pt x="10282" y="0"/>
                  </a:lnTo>
                </a:path>
              </a:pathLst>
            </a:custGeom>
            <a:ln w="8472" cap="flat">
              <a:solidFill>
                <a:srgbClr val="17A3A3"/>
              </a:solidFill>
              <a:prstDash val="solid"/>
              <a:miter/>
            </a:ln>
          </p:spPr>
          <p:txBody>
            <a:bodyPr rtlCol="1" anchor="ctr"/>
            <a:lstStyle/>
            <a:p>
              <a:endParaRPr lang="ar-SA"/>
            </a:p>
          </p:txBody>
        </p:sp>
        <p:sp>
          <p:nvSpPr>
            <p:cNvPr id="10381" name="شكل حر: شكل 11556">
              <a:extLst>
                <a:ext uri="{FF2B5EF4-FFF2-40B4-BE49-F238E27FC236}">
                  <a16:creationId xmlns:a16="http://schemas.microsoft.com/office/drawing/2014/main" id="{B704E707-6A8B-7C34-8D2F-50E2CC08403C}"/>
                </a:ext>
              </a:extLst>
            </p:cNvPr>
            <p:cNvSpPr/>
            <p:nvPr/>
          </p:nvSpPr>
          <p:spPr>
            <a:xfrm>
              <a:off x="6434578" y="2413631"/>
              <a:ext cx="5451" cy="15026"/>
            </a:xfrm>
            <a:custGeom>
              <a:avLst/>
              <a:gdLst>
                <a:gd name="connsiteX0" fmla="*/ 0 w 5451"/>
                <a:gd name="connsiteY0" fmla="*/ 15027 h 15026"/>
                <a:gd name="connsiteX1" fmla="*/ 5452 w 5451"/>
                <a:gd name="connsiteY1" fmla="*/ 0 h 15026"/>
              </a:gdLst>
              <a:ahLst/>
              <a:cxnLst>
                <a:cxn ang="0">
                  <a:pos x="connsiteX0" y="connsiteY0"/>
                </a:cxn>
                <a:cxn ang="0">
                  <a:pos x="connsiteX1" y="connsiteY1"/>
                </a:cxn>
              </a:cxnLst>
              <a:rect l="l" t="t" r="r" b="b"/>
              <a:pathLst>
                <a:path w="5451" h="15026">
                  <a:moveTo>
                    <a:pt x="0" y="15027"/>
                  </a:moveTo>
                  <a:lnTo>
                    <a:pt x="5452" y="0"/>
                  </a:lnTo>
                </a:path>
              </a:pathLst>
            </a:custGeom>
            <a:ln w="8472" cap="flat">
              <a:solidFill>
                <a:srgbClr val="17A3A3"/>
              </a:solidFill>
              <a:prstDash val="solid"/>
              <a:miter/>
            </a:ln>
          </p:spPr>
          <p:txBody>
            <a:bodyPr rtlCol="1" anchor="ctr"/>
            <a:lstStyle/>
            <a:p>
              <a:endParaRPr lang="ar-SA"/>
            </a:p>
          </p:txBody>
        </p:sp>
        <p:sp>
          <p:nvSpPr>
            <p:cNvPr id="10382" name="شكل حر: شكل 11557">
              <a:extLst>
                <a:ext uri="{FF2B5EF4-FFF2-40B4-BE49-F238E27FC236}">
                  <a16:creationId xmlns:a16="http://schemas.microsoft.com/office/drawing/2014/main" id="{EA72E3CE-208D-156E-DFE4-F811913DDCF3}"/>
                </a:ext>
              </a:extLst>
            </p:cNvPr>
            <p:cNvSpPr/>
            <p:nvPr/>
          </p:nvSpPr>
          <p:spPr>
            <a:xfrm>
              <a:off x="6137492" y="2298616"/>
              <a:ext cx="286663" cy="295165"/>
            </a:xfrm>
            <a:custGeom>
              <a:avLst/>
              <a:gdLst>
                <a:gd name="connsiteX0" fmla="*/ 208423 w 286663"/>
                <a:gd name="connsiteY0" fmla="*/ 282088 h 295165"/>
                <a:gd name="connsiteX1" fmla="*/ 147583 w 286663"/>
                <a:gd name="connsiteY1" fmla="*/ 295165 h 295165"/>
                <a:gd name="connsiteX2" fmla="*/ 0 w 286663"/>
                <a:gd name="connsiteY2" fmla="*/ 147583 h 295165"/>
                <a:gd name="connsiteX3" fmla="*/ 147583 w 286663"/>
                <a:gd name="connsiteY3" fmla="*/ 0 h 295165"/>
                <a:gd name="connsiteX4" fmla="*/ 286664 w 286663"/>
                <a:gd name="connsiteY4" fmla="*/ 98125 h 295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663" h="295165">
                  <a:moveTo>
                    <a:pt x="208423" y="282088"/>
                  </a:moveTo>
                  <a:cubicBezTo>
                    <a:pt x="189866" y="290477"/>
                    <a:pt x="169275" y="295165"/>
                    <a:pt x="147583" y="295165"/>
                  </a:cubicBezTo>
                  <a:cubicBezTo>
                    <a:pt x="66066" y="295165"/>
                    <a:pt x="0" y="229099"/>
                    <a:pt x="0" y="147583"/>
                  </a:cubicBezTo>
                  <a:cubicBezTo>
                    <a:pt x="0" y="66066"/>
                    <a:pt x="66066" y="0"/>
                    <a:pt x="147583" y="0"/>
                  </a:cubicBezTo>
                  <a:cubicBezTo>
                    <a:pt x="211728" y="0"/>
                    <a:pt x="266327" y="40928"/>
                    <a:pt x="286664" y="98125"/>
                  </a:cubicBezTo>
                </a:path>
              </a:pathLst>
            </a:custGeom>
            <a:noFill/>
            <a:ln w="8472" cap="flat">
              <a:solidFill>
                <a:srgbClr val="01355A"/>
              </a:solidFill>
              <a:prstDash val="solid"/>
              <a:miter/>
            </a:ln>
          </p:spPr>
          <p:txBody>
            <a:bodyPr rtlCol="1" anchor="ctr"/>
            <a:lstStyle/>
            <a:p>
              <a:endParaRPr lang="ar-SA"/>
            </a:p>
          </p:txBody>
        </p:sp>
        <p:sp>
          <p:nvSpPr>
            <p:cNvPr id="10383" name="شكل حر: شكل 11558">
              <a:extLst>
                <a:ext uri="{FF2B5EF4-FFF2-40B4-BE49-F238E27FC236}">
                  <a16:creationId xmlns:a16="http://schemas.microsoft.com/office/drawing/2014/main" id="{02A8176A-2C0A-3350-8E75-5537E0F7FC88}"/>
                </a:ext>
              </a:extLst>
            </p:cNvPr>
            <p:cNvSpPr/>
            <p:nvPr/>
          </p:nvSpPr>
          <p:spPr>
            <a:xfrm>
              <a:off x="6407914" y="2407954"/>
              <a:ext cx="2824" cy="16015"/>
            </a:xfrm>
            <a:custGeom>
              <a:avLst/>
              <a:gdLst>
                <a:gd name="connsiteX0" fmla="*/ 0 w 2824"/>
                <a:gd name="connsiteY0" fmla="*/ 16015 h 16015"/>
                <a:gd name="connsiteX1" fmla="*/ 0 w 2824"/>
                <a:gd name="connsiteY1" fmla="*/ 0 h 16015"/>
              </a:gdLst>
              <a:ahLst/>
              <a:cxnLst>
                <a:cxn ang="0">
                  <a:pos x="connsiteX0" y="connsiteY0"/>
                </a:cxn>
                <a:cxn ang="0">
                  <a:pos x="connsiteX1" y="connsiteY1"/>
                </a:cxn>
              </a:cxnLst>
              <a:rect l="l" t="t" r="r" b="b"/>
              <a:pathLst>
                <a:path w="2824" h="16015">
                  <a:moveTo>
                    <a:pt x="0" y="16015"/>
                  </a:moveTo>
                  <a:lnTo>
                    <a:pt x="0" y="0"/>
                  </a:lnTo>
                </a:path>
              </a:pathLst>
            </a:custGeom>
            <a:ln w="8472" cap="flat">
              <a:solidFill>
                <a:srgbClr val="17A3A3"/>
              </a:solidFill>
              <a:prstDash val="solid"/>
              <a:miter/>
            </a:ln>
          </p:spPr>
          <p:txBody>
            <a:bodyPr rtlCol="1" anchor="ctr"/>
            <a:lstStyle/>
            <a:p>
              <a:endParaRPr lang="ar-SA"/>
            </a:p>
          </p:txBody>
        </p:sp>
        <p:sp>
          <p:nvSpPr>
            <p:cNvPr id="10384" name="شكل حر: شكل 11559">
              <a:extLst>
                <a:ext uri="{FF2B5EF4-FFF2-40B4-BE49-F238E27FC236}">
                  <a16:creationId xmlns:a16="http://schemas.microsoft.com/office/drawing/2014/main" id="{D5B53AF1-1CEE-B6E3-5516-C73C271BEEC5}"/>
                </a:ext>
              </a:extLst>
            </p:cNvPr>
            <p:cNvSpPr/>
            <p:nvPr/>
          </p:nvSpPr>
          <p:spPr>
            <a:xfrm>
              <a:off x="6375771" y="2413631"/>
              <a:ext cx="5479" cy="15026"/>
            </a:xfrm>
            <a:custGeom>
              <a:avLst/>
              <a:gdLst>
                <a:gd name="connsiteX0" fmla="*/ 5480 w 5479"/>
                <a:gd name="connsiteY0" fmla="*/ 15027 h 15026"/>
                <a:gd name="connsiteX1" fmla="*/ 0 w 5479"/>
                <a:gd name="connsiteY1" fmla="*/ 0 h 15026"/>
              </a:gdLst>
              <a:ahLst/>
              <a:cxnLst>
                <a:cxn ang="0">
                  <a:pos x="connsiteX0" y="connsiteY0"/>
                </a:cxn>
                <a:cxn ang="0">
                  <a:pos x="connsiteX1" y="connsiteY1"/>
                </a:cxn>
              </a:cxnLst>
              <a:rect l="l" t="t" r="r" b="b"/>
              <a:pathLst>
                <a:path w="5479" h="15026">
                  <a:moveTo>
                    <a:pt x="5480" y="15027"/>
                  </a:moveTo>
                  <a:lnTo>
                    <a:pt x="0" y="0"/>
                  </a:lnTo>
                </a:path>
              </a:pathLst>
            </a:custGeom>
            <a:ln w="8472" cap="flat">
              <a:solidFill>
                <a:srgbClr val="17A3A3"/>
              </a:solidFill>
              <a:prstDash val="solid"/>
              <a:miter/>
            </a:ln>
          </p:spPr>
          <p:txBody>
            <a:bodyPr rtlCol="1" anchor="ctr"/>
            <a:lstStyle/>
            <a:p>
              <a:endParaRPr lang="ar-SA"/>
            </a:p>
          </p:txBody>
        </p:sp>
        <p:sp>
          <p:nvSpPr>
            <p:cNvPr id="10385" name="شكل حر: شكل 11560">
              <a:extLst>
                <a:ext uri="{FF2B5EF4-FFF2-40B4-BE49-F238E27FC236}">
                  <a16:creationId xmlns:a16="http://schemas.microsoft.com/office/drawing/2014/main" id="{18622095-F32E-C5DE-65B1-E722B5F0616D}"/>
                </a:ext>
              </a:extLst>
            </p:cNvPr>
            <p:cNvSpPr/>
            <p:nvPr/>
          </p:nvSpPr>
          <p:spPr>
            <a:xfrm>
              <a:off x="6347497" y="2429957"/>
              <a:ext cx="10281" cy="12258"/>
            </a:xfrm>
            <a:custGeom>
              <a:avLst/>
              <a:gdLst>
                <a:gd name="connsiteX0" fmla="*/ 10282 w 10281"/>
                <a:gd name="connsiteY0" fmla="*/ 12259 h 12258"/>
                <a:gd name="connsiteX1" fmla="*/ 0 w 10281"/>
                <a:gd name="connsiteY1" fmla="*/ 0 h 12258"/>
              </a:gdLst>
              <a:ahLst/>
              <a:cxnLst>
                <a:cxn ang="0">
                  <a:pos x="connsiteX0" y="connsiteY0"/>
                </a:cxn>
                <a:cxn ang="0">
                  <a:pos x="connsiteX1" y="connsiteY1"/>
                </a:cxn>
              </a:cxnLst>
              <a:rect l="l" t="t" r="r" b="b"/>
              <a:pathLst>
                <a:path w="10281" h="12258">
                  <a:moveTo>
                    <a:pt x="10282" y="12259"/>
                  </a:moveTo>
                  <a:lnTo>
                    <a:pt x="0" y="0"/>
                  </a:lnTo>
                </a:path>
              </a:pathLst>
            </a:custGeom>
            <a:ln w="8472" cap="flat">
              <a:solidFill>
                <a:srgbClr val="17A3A3"/>
              </a:solidFill>
              <a:prstDash val="solid"/>
              <a:miter/>
            </a:ln>
          </p:spPr>
          <p:txBody>
            <a:bodyPr rtlCol="1" anchor="ctr"/>
            <a:lstStyle/>
            <a:p>
              <a:endParaRPr lang="ar-SA"/>
            </a:p>
          </p:txBody>
        </p:sp>
        <p:sp>
          <p:nvSpPr>
            <p:cNvPr id="10386" name="شكل حر: شكل 11561">
              <a:extLst>
                <a:ext uri="{FF2B5EF4-FFF2-40B4-BE49-F238E27FC236}">
                  <a16:creationId xmlns:a16="http://schemas.microsoft.com/office/drawing/2014/main" id="{3B1EDA76-8DF3-E376-DDD6-243950988B8A}"/>
                </a:ext>
              </a:extLst>
            </p:cNvPr>
            <p:cNvSpPr/>
            <p:nvPr/>
          </p:nvSpPr>
          <p:spPr>
            <a:xfrm>
              <a:off x="6326511" y="2454954"/>
              <a:ext cx="13868" cy="7993"/>
            </a:xfrm>
            <a:custGeom>
              <a:avLst/>
              <a:gdLst>
                <a:gd name="connsiteX0" fmla="*/ 13869 w 13868"/>
                <a:gd name="connsiteY0" fmla="*/ 7993 h 7993"/>
                <a:gd name="connsiteX1" fmla="*/ 0 w 13868"/>
                <a:gd name="connsiteY1" fmla="*/ 0 h 7993"/>
              </a:gdLst>
              <a:ahLst/>
              <a:cxnLst>
                <a:cxn ang="0">
                  <a:pos x="connsiteX0" y="connsiteY0"/>
                </a:cxn>
                <a:cxn ang="0">
                  <a:pos x="connsiteX1" y="connsiteY1"/>
                </a:cxn>
              </a:cxnLst>
              <a:rect l="l" t="t" r="r" b="b"/>
              <a:pathLst>
                <a:path w="13868" h="7993">
                  <a:moveTo>
                    <a:pt x="13869" y="7993"/>
                  </a:moveTo>
                  <a:lnTo>
                    <a:pt x="0" y="0"/>
                  </a:lnTo>
                </a:path>
              </a:pathLst>
            </a:custGeom>
            <a:ln w="8472" cap="flat">
              <a:solidFill>
                <a:srgbClr val="17A3A3"/>
              </a:solidFill>
              <a:prstDash val="solid"/>
              <a:miter/>
            </a:ln>
          </p:spPr>
          <p:txBody>
            <a:bodyPr rtlCol="1" anchor="ctr"/>
            <a:lstStyle/>
            <a:p>
              <a:endParaRPr lang="ar-SA"/>
            </a:p>
          </p:txBody>
        </p:sp>
        <p:sp>
          <p:nvSpPr>
            <p:cNvPr id="10387" name="شكل حر: شكل 11562">
              <a:extLst>
                <a:ext uri="{FF2B5EF4-FFF2-40B4-BE49-F238E27FC236}">
                  <a16:creationId xmlns:a16="http://schemas.microsoft.com/office/drawing/2014/main" id="{D27C1A12-7BFF-C14F-99BB-870F61662B39}"/>
                </a:ext>
              </a:extLst>
            </p:cNvPr>
            <p:cNvSpPr/>
            <p:nvPr/>
          </p:nvSpPr>
          <p:spPr>
            <a:xfrm>
              <a:off x="6315354" y="2485601"/>
              <a:ext cx="15760" cy="2796"/>
            </a:xfrm>
            <a:custGeom>
              <a:avLst/>
              <a:gdLst>
                <a:gd name="connsiteX0" fmla="*/ 15761 w 15760"/>
                <a:gd name="connsiteY0" fmla="*/ 2796 h 2796"/>
                <a:gd name="connsiteX1" fmla="*/ 0 w 15760"/>
                <a:gd name="connsiteY1" fmla="*/ 0 h 2796"/>
              </a:gdLst>
              <a:ahLst/>
              <a:cxnLst>
                <a:cxn ang="0">
                  <a:pos x="connsiteX0" y="connsiteY0"/>
                </a:cxn>
                <a:cxn ang="0">
                  <a:pos x="connsiteX1" y="connsiteY1"/>
                </a:cxn>
              </a:cxnLst>
              <a:rect l="l" t="t" r="r" b="b"/>
              <a:pathLst>
                <a:path w="15760" h="2796">
                  <a:moveTo>
                    <a:pt x="15761" y="2796"/>
                  </a:moveTo>
                  <a:lnTo>
                    <a:pt x="0" y="0"/>
                  </a:lnTo>
                </a:path>
              </a:pathLst>
            </a:custGeom>
            <a:ln w="8472" cap="flat">
              <a:solidFill>
                <a:srgbClr val="17A3A3"/>
              </a:solidFill>
              <a:prstDash val="solid"/>
              <a:miter/>
            </a:ln>
          </p:spPr>
          <p:txBody>
            <a:bodyPr rtlCol="1" anchor="ctr"/>
            <a:lstStyle/>
            <a:p>
              <a:endParaRPr lang="ar-SA"/>
            </a:p>
          </p:txBody>
        </p:sp>
        <p:sp>
          <p:nvSpPr>
            <p:cNvPr id="10388" name="شكل حر: شكل 11563">
              <a:extLst>
                <a:ext uri="{FF2B5EF4-FFF2-40B4-BE49-F238E27FC236}">
                  <a16:creationId xmlns:a16="http://schemas.microsoft.com/office/drawing/2014/main" id="{CA27BFA1-AD97-466A-116F-591C5B5A6B57}"/>
                </a:ext>
              </a:extLst>
            </p:cNvPr>
            <p:cNvSpPr/>
            <p:nvPr/>
          </p:nvSpPr>
          <p:spPr>
            <a:xfrm>
              <a:off x="6315354" y="2515456"/>
              <a:ext cx="15760" cy="2796"/>
            </a:xfrm>
            <a:custGeom>
              <a:avLst/>
              <a:gdLst>
                <a:gd name="connsiteX0" fmla="*/ 15761 w 15760"/>
                <a:gd name="connsiteY0" fmla="*/ 0 h 2796"/>
                <a:gd name="connsiteX1" fmla="*/ 0 w 15760"/>
                <a:gd name="connsiteY1" fmla="*/ 2796 h 2796"/>
              </a:gdLst>
              <a:ahLst/>
              <a:cxnLst>
                <a:cxn ang="0">
                  <a:pos x="connsiteX0" y="connsiteY0"/>
                </a:cxn>
                <a:cxn ang="0">
                  <a:pos x="connsiteX1" y="connsiteY1"/>
                </a:cxn>
              </a:cxnLst>
              <a:rect l="l" t="t" r="r" b="b"/>
              <a:pathLst>
                <a:path w="15760" h="2796">
                  <a:moveTo>
                    <a:pt x="15761" y="0"/>
                  </a:moveTo>
                  <a:lnTo>
                    <a:pt x="0" y="2796"/>
                  </a:lnTo>
                </a:path>
              </a:pathLst>
            </a:custGeom>
            <a:ln w="8472" cap="flat">
              <a:solidFill>
                <a:srgbClr val="17A3A3"/>
              </a:solidFill>
              <a:prstDash val="solid"/>
              <a:miter/>
            </a:ln>
          </p:spPr>
          <p:txBody>
            <a:bodyPr rtlCol="1" anchor="ctr"/>
            <a:lstStyle/>
            <a:p>
              <a:endParaRPr lang="ar-SA"/>
            </a:p>
          </p:txBody>
        </p:sp>
        <p:sp>
          <p:nvSpPr>
            <p:cNvPr id="10389" name="شكل حر: شكل 11564">
              <a:extLst>
                <a:ext uri="{FF2B5EF4-FFF2-40B4-BE49-F238E27FC236}">
                  <a16:creationId xmlns:a16="http://schemas.microsoft.com/office/drawing/2014/main" id="{CB069C18-8A8D-0918-5E68-7960D56A17AE}"/>
                </a:ext>
              </a:extLst>
            </p:cNvPr>
            <p:cNvSpPr/>
            <p:nvPr/>
          </p:nvSpPr>
          <p:spPr>
            <a:xfrm>
              <a:off x="6484685" y="2515456"/>
              <a:ext cx="15760" cy="2796"/>
            </a:xfrm>
            <a:custGeom>
              <a:avLst/>
              <a:gdLst>
                <a:gd name="connsiteX0" fmla="*/ 0 w 15760"/>
                <a:gd name="connsiteY0" fmla="*/ 0 h 2796"/>
                <a:gd name="connsiteX1" fmla="*/ 15761 w 15760"/>
                <a:gd name="connsiteY1" fmla="*/ 2796 h 2796"/>
              </a:gdLst>
              <a:ahLst/>
              <a:cxnLst>
                <a:cxn ang="0">
                  <a:pos x="connsiteX0" y="connsiteY0"/>
                </a:cxn>
                <a:cxn ang="0">
                  <a:pos x="connsiteX1" y="connsiteY1"/>
                </a:cxn>
              </a:cxnLst>
              <a:rect l="l" t="t" r="r" b="b"/>
              <a:pathLst>
                <a:path w="15760" h="2796">
                  <a:moveTo>
                    <a:pt x="0" y="0"/>
                  </a:moveTo>
                  <a:lnTo>
                    <a:pt x="15761" y="2796"/>
                  </a:lnTo>
                </a:path>
              </a:pathLst>
            </a:custGeom>
            <a:ln w="8472" cap="flat">
              <a:solidFill>
                <a:srgbClr val="17A3A3"/>
              </a:solidFill>
              <a:prstDash val="solid"/>
              <a:miter/>
            </a:ln>
          </p:spPr>
          <p:txBody>
            <a:bodyPr rtlCol="1" anchor="ctr"/>
            <a:lstStyle/>
            <a:p>
              <a:endParaRPr lang="ar-SA"/>
            </a:p>
          </p:txBody>
        </p:sp>
        <p:sp>
          <p:nvSpPr>
            <p:cNvPr id="10390" name="شكل حر: شكل 11565">
              <a:extLst>
                <a:ext uri="{FF2B5EF4-FFF2-40B4-BE49-F238E27FC236}">
                  <a16:creationId xmlns:a16="http://schemas.microsoft.com/office/drawing/2014/main" id="{5D41E63A-6EAB-ACD4-6DA7-F4C6B45676C9}"/>
                </a:ext>
              </a:extLst>
            </p:cNvPr>
            <p:cNvSpPr/>
            <p:nvPr/>
          </p:nvSpPr>
          <p:spPr>
            <a:xfrm>
              <a:off x="6484685" y="2485601"/>
              <a:ext cx="15760" cy="2796"/>
            </a:xfrm>
            <a:custGeom>
              <a:avLst/>
              <a:gdLst>
                <a:gd name="connsiteX0" fmla="*/ 0 w 15760"/>
                <a:gd name="connsiteY0" fmla="*/ 2796 h 2796"/>
                <a:gd name="connsiteX1" fmla="*/ 15761 w 15760"/>
                <a:gd name="connsiteY1" fmla="*/ 0 h 2796"/>
              </a:gdLst>
              <a:ahLst/>
              <a:cxnLst>
                <a:cxn ang="0">
                  <a:pos x="connsiteX0" y="connsiteY0"/>
                </a:cxn>
                <a:cxn ang="0">
                  <a:pos x="connsiteX1" y="connsiteY1"/>
                </a:cxn>
              </a:cxnLst>
              <a:rect l="l" t="t" r="r" b="b"/>
              <a:pathLst>
                <a:path w="15760" h="2796">
                  <a:moveTo>
                    <a:pt x="0" y="2796"/>
                  </a:moveTo>
                  <a:lnTo>
                    <a:pt x="15761" y="0"/>
                  </a:lnTo>
                </a:path>
              </a:pathLst>
            </a:custGeom>
            <a:ln w="8472" cap="flat">
              <a:solidFill>
                <a:srgbClr val="17A3A3"/>
              </a:solidFill>
              <a:prstDash val="solid"/>
              <a:miter/>
            </a:ln>
          </p:spPr>
          <p:txBody>
            <a:bodyPr rtlCol="1" anchor="ctr"/>
            <a:lstStyle/>
            <a:p>
              <a:endParaRPr lang="ar-SA"/>
            </a:p>
          </p:txBody>
        </p:sp>
        <p:sp>
          <p:nvSpPr>
            <p:cNvPr id="10391" name="شكل حر: شكل 11566">
              <a:extLst>
                <a:ext uri="{FF2B5EF4-FFF2-40B4-BE49-F238E27FC236}">
                  <a16:creationId xmlns:a16="http://schemas.microsoft.com/office/drawing/2014/main" id="{8FE766AA-A8C8-CB74-706E-7CDB61A0DDE3}"/>
                </a:ext>
              </a:extLst>
            </p:cNvPr>
            <p:cNvSpPr/>
            <p:nvPr/>
          </p:nvSpPr>
          <p:spPr>
            <a:xfrm>
              <a:off x="6475421" y="2454954"/>
              <a:ext cx="13868" cy="7993"/>
            </a:xfrm>
            <a:custGeom>
              <a:avLst/>
              <a:gdLst>
                <a:gd name="connsiteX0" fmla="*/ 0 w 13868"/>
                <a:gd name="connsiteY0" fmla="*/ 7993 h 7993"/>
                <a:gd name="connsiteX1" fmla="*/ 13868 w 13868"/>
                <a:gd name="connsiteY1" fmla="*/ 0 h 7993"/>
              </a:gdLst>
              <a:ahLst/>
              <a:cxnLst>
                <a:cxn ang="0">
                  <a:pos x="connsiteX0" y="connsiteY0"/>
                </a:cxn>
                <a:cxn ang="0">
                  <a:pos x="connsiteX1" y="connsiteY1"/>
                </a:cxn>
              </a:cxnLst>
              <a:rect l="l" t="t" r="r" b="b"/>
              <a:pathLst>
                <a:path w="13868" h="7993">
                  <a:moveTo>
                    <a:pt x="0" y="7993"/>
                  </a:moveTo>
                  <a:lnTo>
                    <a:pt x="13868" y="0"/>
                  </a:lnTo>
                </a:path>
              </a:pathLst>
            </a:custGeom>
            <a:ln w="8472" cap="flat">
              <a:solidFill>
                <a:srgbClr val="17A3A3"/>
              </a:solidFill>
              <a:prstDash val="solid"/>
              <a:miter/>
            </a:ln>
          </p:spPr>
          <p:txBody>
            <a:bodyPr rtlCol="1" anchor="ctr"/>
            <a:lstStyle/>
            <a:p>
              <a:endParaRPr lang="ar-SA"/>
            </a:p>
          </p:txBody>
        </p:sp>
        <p:sp>
          <p:nvSpPr>
            <p:cNvPr id="10392" name="شكل حر: شكل 11567">
              <a:extLst>
                <a:ext uri="{FF2B5EF4-FFF2-40B4-BE49-F238E27FC236}">
                  <a16:creationId xmlns:a16="http://schemas.microsoft.com/office/drawing/2014/main" id="{A22F75D7-6C8B-D0FF-70DB-FC5696B6E416}"/>
                </a:ext>
              </a:extLst>
            </p:cNvPr>
            <p:cNvSpPr/>
            <p:nvPr/>
          </p:nvSpPr>
          <p:spPr>
            <a:xfrm>
              <a:off x="6458022" y="2429957"/>
              <a:ext cx="10281" cy="12258"/>
            </a:xfrm>
            <a:custGeom>
              <a:avLst/>
              <a:gdLst>
                <a:gd name="connsiteX0" fmla="*/ 0 w 10281"/>
                <a:gd name="connsiteY0" fmla="*/ 12259 h 12258"/>
                <a:gd name="connsiteX1" fmla="*/ 10282 w 10281"/>
                <a:gd name="connsiteY1" fmla="*/ 0 h 12258"/>
              </a:gdLst>
              <a:ahLst/>
              <a:cxnLst>
                <a:cxn ang="0">
                  <a:pos x="connsiteX0" y="connsiteY0"/>
                </a:cxn>
                <a:cxn ang="0">
                  <a:pos x="connsiteX1" y="connsiteY1"/>
                </a:cxn>
              </a:cxnLst>
              <a:rect l="l" t="t" r="r" b="b"/>
              <a:pathLst>
                <a:path w="10281" h="12258">
                  <a:moveTo>
                    <a:pt x="0" y="12259"/>
                  </a:moveTo>
                  <a:lnTo>
                    <a:pt x="10282" y="0"/>
                  </a:lnTo>
                </a:path>
              </a:pathLst>
            </a:custGeom>
            <a:ln w="8472" cap="flat">
              <a:solidFill>
                <a:srgbClr val="17A3A3"/>
              </a:solidFill>
              <a:prstDash val="solid"/>
              <a:miter/>
            </a:ln>
          </p:spPr>
          <p:txBody>
            <a:bodyPr rtlCol="1" anchor="ctr"/>
            <a:lstStyle/>
            <a:p>
              <a:endParaRPr lang="ar-SA"/>
            </a:p>
          </p:txBody>
        </p:sp>
        <p:sp>
          <p:nvSpPr>
            <p:cNvPr id="10393" name="شكل حر: شكل 11568">
              <a:extLst>
                <a:ext uri="{FF2B5EF4-FFF2-40B4-BE49-F238E27FC236}">
                  <a16:creationId xmlns:a16="http://schemas.microsoft.com/office/drawing/2014/main" id="{2579433C-6541-61FF-72BF-D7378E7A9BA0}"/>
                </a:ext>
              </a:extLst>
            </p:cNvPr>
            <p:cNvSpPr/>
            <p:nvPr/>
          </p:nvSpPr>
          <p:spPr>
            <a:xfrm>
              <a:off x="6434578" y="2413631"/>
              <a:ext cx="5451" cy="15026"/>
            </a:xfrm>
            <a:custGeom>
              <a:avLst/>
              <a:gdLst>
                <a:gd name="connsiteX0" fmla="*/ 0 w 5451"/>
                <a:gd name="connsiteY0" fmla="*/ 15027 h 15026"/>
                <a:gd name="connsiteX1" fmla="*/ 5452 w 5451"/>
                <a:gd name="connsiteY1" fmla="*/ 0 h 15026"/>
              </a:gdLst>
              <a:ahLst/>
              <a:cxnLst>
                <a:cxn ang="0">
                  <a:pos x="connsiteX0" y="connsiteY0"/>
                </a:cxn>
                <a:cxn ang="0">
                  <a:pos x="connsiteX1" y="connsiteY1"/>
                </a:cxn>
              </a:cxnLst>
              <a:rect l="l" t="t" r="r" b="b"/>
              <a:pathLst>
                <a:path w="5451" h="15026">
                  <a:moveTo>
                    <a:pt x="0" y="15027"/>
                  </a:moveTo>
                  <a:lnTo>
                    <a:pt x="5452" y="0"/>
                  </a:lnTo>
                </a:path>
              </a:pathLst>
            </a:custGeom>
            <a:ln w="8472" cap="flat">
              <a:solidFill>
                <a:srgbClr val="17A3A3"/>
              </a:solidFill>
              <a:prstDash val="solid"/>
              <a:miter/>
            </a:ln>
          </p:spPr>
          <p:txBody>
            <a:bodyPr rtlCol="1" anchor="ctr"/>
            <a:lstStyle/>
            <a:p>
              <a:endParaRPr lang="ar-SA"/>
            </a:p>
          </p:txBody>
        </p:sp>
      </p:grpSp>
      <p:grpSp>
        <p:nvGrpSpPr>
          <p:cNvPr id="10394" name="رسم 8014">
            <a:extLst>
              <a:ext uri="{FF2B5EF4-FFF2-40B4-BE49-F238E27FC236}">
                <a16:creationId xmlns:a16="http://schemas.microsoft.com/office/drawing/2014/main" id="{FFEF6C2C-3EE1-BE28-4DD1-724B7DCD1FB1}"/>
              </a:ext>
            </a:extLst>
          </p:cNvPr>
          <p:cNvGrpSpPr/>
          <p:nvPr/>
        </p:nvGrpSpPr>
        <p:grpSpPr>
          <a:xfrm>
            <a:off x="3275272" y="5718091"/>
            <a:ext cx="283856" cy="269230"/>
            <a:chOff x="2996360" y="5439317"/>
            <a:chExt cx="339293" cy="341579"/>
          </a:xfrm>
          <a:noFill/>
        </p:grpSpPr>
        <p:sp>
          <p:nvSpPr>
            <p:cNvPr id="10395" name="شكل حر: شكل 11584">
              <a:extLst>
                <a:ext uri="{FF2B5EF4-FFF2-40B4-BE49-F238E27FC236}">
                  <a16:creationId xmlns:a16="http://schemas.microsoft.com/office/drawing/2014/main" id="{811243B9-7DFE-92C4-F227-ECC36FFAC5CD}"/>
                </a:ext>
              </a:extLst>
            </p:cNvPr>
            <p:cNvSpPr/>
            <p:nvPr/>
          </p:nvSpPr>
          <p:spPr>
            <a:xfrm>
              <a:off x="3088514" y="5439317"/>
              <a:ext cx="247139" cy="247138"/>
            </a:xfrm>
            <a:custGeom>
              <a:avLst/>
              <a:gdLst>
                <a:gd name="connsiteX0" fmla="*/ 245870 w 247139"/>
                <a:gd name="connsiteY0" fmla="*/ 1269 h 247138"/>
                <a:gd name="connsiteX1" fmla="*/ 133029 w 247139"/>
                <a:gd name="connsiteY1" fmla="*/ 42535 h 247138"/>
                <a:gd name="connsiteX2" fmla="*/ 3580 w 247139"/>
                <a:gd name="connsiteY2" fmla="*/ 171984 h 247138"/>
                <a:gd name="connsiteX3" fmla="*/ 3580 w 247139"/>
                <a:gd name="connsiteY3" fmla="*/ 189299 h 247138"/>
                <a:gd name="connsiteX4" fmla="*/ 57840 w 247139"/>
                <a:gd name="connsiteY4" fmla="*/ 243558 h 247138"/>
                <a:gd name="connsiteX5" fmla="*/ 75154 w 247139"/>
                <a:gd name="connsiteY5" fmla="*/ 243558 h 247138"/>
                <a:gd name="connsiteX6" fmla="*/ 204603 w 247139"/>
                <a:gd name="connsiteY6" fmla="*/ 114109 h 247138"/>
                <a:gd name="connsiteX7" fmla="*/ 245870 w 247139"/>
                <a:gd name="connsiteY7" fmla="*/ 1269 h 247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7139" h="247138">
                  <a:moveTo>
                    <a:pt x="245870" y="1269"/>
                  </a:moveTo>
                  <a:cubicBezTo>
                    <a:pt x="201863" y="-4663"/>
                    <a:pt x="165173" y="10392"/>
                    <a:pt x="133029" y="42535"/>
                  </a:cubicBezTo>
                  <a:lnTo>
                    <a:pt x="3580" y="171984"/>
                  </a:lnTo>
                  <a:cubicBezTo>
                    <a:pt x="-1193" y="176758"/>
                    <a:pt x="-1193" y="184525"/>
                    <a:pt x="3580" y="189299"/>
                  </a:cubicBezTo>
                  <a:lnTo>
                    <a:pt x="57840" y="243558"/>
                  </a:lnTo>
                  <a:cubicBezTo>
                    <a:pt x="62613" y="248332"/>
                    <a:pt x="70381" y="248332"/>
                    <a:pt x="75154" y="243558"/>
                  </a:cubicBezTo>
                  <a:lnTo>
                    <a:pt x="204603" y="114109"/>
                  </a:lnTo>
                  <a:cubicBezTo>
                    <a:pt x="236944" y="81768"/>
                    <a:pt x="251773" y="45077"/>
                    <a:pt x="245870" y="1269"/>
                  </a:cubicBezTo>
                  <a:close/>
                </a:path>
              </a:pathLst>
            </a:custGeom>
            <a:noFill/>
            <a:ln w="8472" cap="flat">
              <a:solidFill>
                <a:srgbClr val="01355A"/>
              </a:solidFill>
              <a:prstDash val="solid"/>
              <a:miter/>
            </a:ln>
          </p:spPr>
          <p:txBody>
            <a:bodyPr rtlCol="1" anchor="ctr"/>
            <a:lstStyle/>
            <a:p>
              <a:endParaRPr lang="ar-SA"/>
            </a:p>
          </p:txBody>
        </p:sp>
        <p:sp>
          <p:nvSpPr>
            <p:cNvPr id="10396" name="شكل حر: شكل 11585">
              <a:extLst>
                <a:ext uri="{FF2B5EF4-FFF2-40B4-BE49-F238E27FC236}">
                  <a16:creationId xmlns:a16="http://schemas.microsoft.com/office/drawing/2014/main" id="{20A769D2-D395-CC00-FD9A-8A33F6CF6357}"/>
                </a:ext>
              </a:extLst>
            </p:cNvPr>
            <p:cNvSpPr/>
            <p:nvPr/>
          </p:nvSpPr>
          <p:spPr>
            <a:xfrm>
              <a:off x="3070721" y="5636298"/>
              <a:ext cx="67752" cy="67764"/>
            </a:xfrm>
            <a:custGeom>
              <a:avLst/>
              <a:gdLst>
                <a:gd name="connsiteX0" fmla="*/ 67752 w 67752"/>
                <a:gd name="connsiteY0" fmla="*/ 38499 h 67764"/>
                <a:gd name="connsiteX1" fmla="*/ 50946 w 67752"/>
                <a:gd name="connsiteY1" fmla="*/ 65162 h 67764"/>
                <a:gd name="connsiteX2" fmla="*/ 42303 w 67752"/>
                <a:gd name="connsiteY2" fmla="*/ 66123 h 67764"/>
                <a:gd name="connsiteX3" fmla="*/ 1630 w 67752"/>
                <a:gd name="connsiteY3" fmla="*/ 25449 h 67764"/>
                <a:gd name="connsiteX4" fmla="*/ 2590 w 67752"/>
                <a:gd name="connsiteY4" fmla="*/ 16806 h 67764"/>
                <a:gd name="connsiteX5" fmla="*/ 29254 w 67752"/>
                <a:gd name="connsiteY5" fmla="*/ 0 h 67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752" h="67764">
                  <a:moveTo>
                    <a:pt x="67752" y="38499"/>
                  </a:moveTo>
                  <a:lnTo>
                    <a:pt x="50946" y="65162"/>
                  </a:lnTo>
                  <a:cubicBezTo>
                    <a:pt x="49054" y="68185"/>
                    <a:pt x="44845" y="68665"/>
                    <a:pt x="42303" y="66123"/>
                  </a:cubicBezTo>
                  <a:lnTo>
                    <a:pt x="1630" y="25449"/>
                  </a:lnTo>
                  <a:cubicBezTo>
                    <a:pt x="-884" y="22935"/>
                    <a:pt x="-432" y="18727"/>
                    <a:pt x="2590" y="16806"/>
                  </a:cubicBezTo>
                  <a:lnTo>
                    <a:pt x="29254" y="0"/>
                  </a:lnTo>
                </a:path>
              </a:pathLst>
            </a:custGeom>
            <a:noFill/>
            <a:ln w="8472" cap="flat">
              <a:solidFill>
                <a:srgbClr val="01355A"/>
              </a:solidFill>
              <a:prstDash val="solid"/>
              <a:miter/>
            </a:ln>
          </p:spPr>
          <p:txBody>
            <a:bodyPr rtlCol="1" anchor="ctr"/>
            <a:lstStyle/>
            <a:p>
              <a:endParaRPr lang="ar-SA"/>
            </a:p>
          </p:txBody>
        </p:sp>
        <p:sp>
          <p:nvSpPr>
            <p:cNvPr id="10397" name="شكل حر: شكل 11586">
              <a:extLst>
                <a:ext uri="{FF2B5EF4-FFF2-40B4-BE49-F238E27FC236}">
                  <a16:creationId xmlns:a16="http://schemas.microsoft.com/office/drawing/2014/main" id="{B3E96A59-98FB-F884-5C27-F31A1937FF58}"/>
                </a:ext>
              </a:extLst>
            </p:cNvPr>
            <p:cNvSpPr/>
            <p:nvPr/>
          </p:nvSpPr>
          <p:spPr>
            <a:xfrm>
              <a:off x="3176011" y="5630423"/>
              <a:ext cx="40136" cy="111428"/>
            </a:xfrm>
            <a:custGeom>
              <a:avLst/>
              <a:gdLst>
                <a:gd name="connsiteX0" fmla="*/ 40137 w 40136"/>
                <a:gd name="connsiteY0" fmla="*/ 0 h 111428"/>
                <a:gd name="connsiteX1" fmla="*/ 40137 w 40136"/>
                <a:gd name="connsiteY1" fmla="*/ 71292 h 111428"/>
                <a:gd name="connsiteX2" fmla="*/ 0 w 40136"/>
                <a:gd name="connsiteY2" fmla="*/ 111428 h 111428"/>
                <a:gd name="connsiteX3" fmla="*/ 0 w 40136"/>
                <a:gd name="connsiteY3" fmla="*/ 70811 h 111428"/>
              </a:gdLst>
              <a:ahLst/>
              <a:cxnLst>
                <a:cxn ang="0">
                  <a:pos x="connsiteX0" y="connsiteY0"/>
                </a:cxn>
                <a:cxn ang="0">
                  <a:pos x="connsiteX1" y="connsiteY1"/>
                </a:cxn>
                <a:cxn ang="0">
                  <a:pos x="connsiteX2" y="connsiteY2"/>
                </a:cxn>
                <a:cxn ang="0">
                  <a:pos x="connsiteX3" y="connsiteY3"/>
                </a:cxn>
              </a:cxnLst>
              <a:rect l="l" t="t" r="r" b="b"/>
              <a:pathLst>
                <a:path w="40136" h="111428">
                  <a:moveTo>
                    <a:pt x="40137" y="0"/>
                  </a:moveTo>
                  <a:lnTo>
                    <a:pt x="40137" y="71292"/>
                  </a:lnTo>
                  <a:lnTo>
                    <a:pt x="0" y="111428"/>
                  </a:lnTo>
                  <a:lnTo>
                    <a:pt x="0" y="70811"/>
                  </a:lnTo>
                </a:path>
              </a:pathLst>
            </a:custGeom>
            <a:noFill/>
            <a:ln w="8472" cap="flat">
              <a:solidFill>
                <a:srgbClr val="01355A"/>
              </a:solidFill>
              <a:prstDash val="solid"/>
              <a:miter/>
            </a:ln>
          </p:spPr>
          <p:txBody>
            <a:bodyPr rtlCol="1" anchor="ctr"/>
            <a:lstStyle/>
            <a:p>
              <a:endParaRPr lang="ar-SA"/>
            </a:p>
          </p:txBody>
        </p:sp>
        <p:sp>
          <p:nvSpPr>
            <p:cNvPr id="10398" name="شكل حر: شكل 11587">
              <a:extLst>
                <a:ext uri="{FF2B5EF4-FFF2-40B4-BE49-F238E27FC236}">
                  <a16:creationId xmlns:a16="http://schemas.microsoft.com/office/drawing/2014/main" id="{41EBF730-E38D-2CF4-F649-F686393657AF}"/>
                </a:ext>
              </a:extLst>
            </p:cNvPr>
            <p:cNvSpPr/>
            <p:nvPr/>
          </p:nvSpPr>
          <p:spPr>
            <a:xfrm>
              <a:off x="3033117" y="5558849"/>
              <a:ext cx="111456" cy="40136"/>
            </a:xfrm>
            <a:custGeom>
              <a:avLst/>
              <a:gdLst>
                <a:gd name="connsiteX0" fmla="*/ 111457 w 111456"/>
                <a:gd name="connsiteY0" fmla="*/ 0 h 40136"/>
                <a:gd name="connsiteX1" fmla="*/ 40137 w 111456"/>
                <a:gd name="connsiteY1" fmla="*/ 0 h 40136"/>
                <a:gd name="connsiteX2" fmla="*/ 0 w 111456"/>
                <a:gd name="connsiteY2" fmla="*/ 40137 h 40136"/>
                <a:gd name="connsiteX3" fmla="*/ 40645 w 111456"/>
                <a:gd name="connsiteY3" fmla="*/ 40137 h 40136"/>
              </a:gdLst>
              <a:ahLst/>
              <a:cxnLst>
                <a:cxn ang="0">
                  <a:pos x="connsiteX0" y="connsiteY0"/>
                </a:cxn>
                <a:cxn ang="0">
                  <a:pos x="connsiteX1" y="connsiteY1"/>
                </a:cxn>
                <a:cxn ang="0">
                  <a:pos x="connsiteX2" y="connsiteY2"/>
                </a:cxn>
                <a:cxn ang="0">
                  <a:pos x="connsiteX3" y="connsiteY3"/>
                </a:cxn>
              </a:cxnLst>
              <a:rect l="l" t="t" r="r" b="b"/>
              <a:pathLst>
                <a:path w="111456" h="40136">
                  <a:moveTo>
                    <a:pt x="111457" y="0"/>
                  </a:moveTo>
                  <a:lnTo>
                    <a:pt x="40137" y="0"/>
                  </a:lnTo>
                  <a:lnTo>
                    <a:pt x="0" y="40137"/>
                  </a:lnTo>
                  <a:lnTo>
                    <a:pt x="40645" y="40137"/>
                  </a:lnTo>
                </a:path>
              </a:pathLst>
            </a:custGeom>
            <a:noFill/>
            <a:ln w="8472" cap="flat">
              <a:solidFill>
                <a:srgbClr val="01355A"/>
              </a:solidFill>
              <a:prstDash val="solid"/>
              <a:miter/>
            </a:ln>
          </p:spPr>
          <p:txBody>
            <a:bodyPr rtlCol="1" anchor="ctr"/>
            <a:lstStyle/>
            <a:p>
              <a:endParaRPr lang="ar-SA"/>
            </a:p>
          </p:txBody>
        </p:sp>
        <p:sp>
          <p:nvSpPr>
            <p:cNvPr id="10399" name="شكل حر: شكل 11588">
              <a:extLst>
                <a:ext uri="{FF2B5EF4-FFF2-40B4-BE49-F238E27FC236}">
                  <a16:creationId xmlns:a16="http://schemas.microsoft.com/office/drawing/2014/main" id="{680C1481-5690-87B5-7FC2-093630365D74}"/>
                </a:ext>
              </a:extLst>
            </p:cNvPr>
            <p:cNvSpPr/>
            <p:nvPr/>
          </p:nvSpPr>
          <p:spPr>
            <a:xfrm>
              <a:off x="3250240" y="5458662"/>
              <a:ext cx="66094" cy="66094"/>
            </a:xfrm>
            <a:custGeom>
              <a:avLst/>
              <a:gdLst>
                <a:gd name="connsiteX0" fmla="*/ 66094 w 66094"/>
                <a:gd name="connsiteY0" fmla="*/ 66094 h 66094"/>
                <a:gd name="connsiteX1" fmla="*/ 25675 w 66094"/>
                <a:gd name="connsiteY1" fmla="*/ 40419 h 66094"/>
                <a:gd name="connsiteX2" fmla="*/ 0 w 66094"/>
                <a:gd name="connsiteY2" fmla="*/ 0 h 66094"/>
              </a:gdLst>
              <a:ahLst/>
              <a:cxnLst>
                <a:cxn ang="0">
                  <a:pos x="connsiteX0" y="connsiteY0"/>
                </a:cxn>
                <a:cxn ang="0">
                  <a:pos x="connsiteX1" y="connsiteY1"/>
                </a:cxn>
                <a:cxn ang="0">
                  <a:pos x="connsiteX2" y="connsiteY2"/>
                </a:cxn>
              </a:cxnLst>
              <a:rect l="l" t="t" r="r" b="b"/>
              <a:pathLst>
                <a:path w="66094" h="66094">
                  <a:moveTo>
                    <a:pt x="66094" y="66094"/>
                  </a:moveTo>
                  <a:cubicBezTo>
                    <a:pt x="51350" y="60784"/>
                    <a:pt x="37482" y="52226"/>
                    <a:pt x="25675" y="40419"/>
                  </a:cubicBezTo>
                  <a:cubicBezTo>
                    <a:pt x="13869" y="28613"/>
                    <a:pt x="5310" y="14744"/>
                    <a:pt x="0" y="0"/>
                  </a:cubicBezTo>
                </a:path>
              </a:pathLst>
            </a:custGeom>
            <a:noFill/>
            <a:ln w="8472" cap="flat">
              <a:solidFill>
                <a:srgbClr val="01355A"/>
              </a:solidFill>
              <a:prstDash val="solid"/>
              <a:miter/>
            </a:ln>
          </p:spPr>
          <p:txBody>
            <a:bodyPr rtlCol="1" anchor="ctr"/>
            <a:lstStyle/>
            <a:p>
              <a:endParaRPr lang="ar-SA"/>
            </a:p>
          </p:txBody>
        </p:sp>
        <p:sp>
          <p:nvSpPr>
            <p:cNvPr id="10400" name="شكل حر: شكل 11589">
              <a:extLst>
                <a:ext uri="{FF2B5EF4-FFF2-40B4-BE49-F238E27FC236}">
                  <a16:creationId xmlns:a16="http://schemas.microsoft.com/office/drawing/2014/main" id="{24B2FA77-08C5-AA9A-BD7A-478234F90C19}"/>
                </a:ext>
              </a:extLst>
            </p:cNvPr>
            <p:cNvSpPr/>
            <p:nvPr/>
          </p:nvSpPr>
          <p:spPr>
            <a:xfrm>
              <a:off x="2996360" y="5691349"/>
              <a:ext cx="89548" cy="89548"/>
            </a:xfrm>
            <a:custGeom>
              <a:avLst/>
              <a:gdLst>
                <a:gd name="connsiteX0" fmla="*/ 41503 w 89548"/>
                <a:gd name="connsiteY0" fmla="*/ 0 h 89548"/>
                <a:gd name="connsiteX1" fmla="*/ 1027 w 89548"/>
                <a:gd name="connsiteY1" fmla="*/ 88522 h 89548"/>
                <a:gd name="connsiteX2" fmla="*/ 89548 w 89548"/>
                <a:gd name="connsiteY2" fmla="*/ 48046 h 89548"/>
              </a:gdLst>
              <a:ahLst/>
              <a:cxnLst>
                <a:cxn ang="0">
                  <a:pos x="connsiteX0" y="connsiteY0"/>
                </a:cxn>
                <a:cxn ang="0">
                  <a:pos x="connsiteX1" y="connsiteY1"/>
                </a:cxn>
                <a:cxn ang="0">
                  <a:pos x="connsiteX2" y="connsiteY2"/>
                </a:cxn>
              </a:cxnLst>
              <a:rect l="l" t="t" r="r" b="b"/>
              <a:pathLst>
                <a:path w="89548" h="89548">
                  <a:moveTo>
                    <a:pt x="41503" y="0"/>
                  </a:moveTo>
                  <a:cubicBezTo>
                    <a:pt x="-10187" y="51972"/>
                    <a:pt x="1027" y="88522"/>
                    <a:pt x="1027" y="88522"/>
                  </a:cubicBezTo>
                  <a:cubicBezTo>
                    <a:pt x="1027" y="88522"/>
                    <a:pt x="37605" y="99735"/>
                    <a:pt x="89548" y="48046"/>
                  </a:cubicBezTo>
                </a:path>
              </a:pathLst>
            </a:custGeom>
            <a:noFill/>
            <a:ln w="8472" cap="flat">
              <a:solidFill>
                <a:srgbClr val="17A3A3"/>
              </a:solidFill>
              <a:prstDash val="solid"/>
              <a:miter/>
            </a:ln>
          </p:spPr>
          <p:txBody>
            <a:bodyPr rtlCol="1" anchor="ctr"/>
            <a:lstStyle/>
            <a:p>
              <a:endParaRPr lang="ar-SA"/>
            </a:p>
          </p:txBody>
        </p:sp>
        <p:sp>
          <p:nvSpPr>
            <p:cNvPr id="10401" name="شكل حر: شكل 11590">
              <a:extLst>
                <a:ext uri="{FF2B5EF4-FFF2-40B4-BE49-F238E27FC236}">
                  <a16:creationId xmlns:a16="http://schemas.microsoft.com/office/drawing/2014/main" id="{22EBF63B-F041-BD1E-2CF7-73800CF316DB}"/>
                </a:ext>
              </a:extLst>
            </p:cNvPr>
            <p:cNvSpPr/>
            <p:nvPr/>
          </p:nvSpPr>
          <p:spPr>
            <a:xfrm>
              <a:off x="3048200" y="5703833"/>
              <a:ext cx="25477" cy="25449"/>
            </a:xfrm>
            <a:custGeom>
              <a:avLst/>
              <a:gdLst>
                <a:gd name="connsiteX0" fmla="*/ 25477 w 25477"/>
                <a:gd name="connsiteY0" fmla="*/ 0 h 25449"/>
                <a:gd name="connsiteX1" fmla="*/ 0 w 25477"/>
                <a:gd name="connsiteY1" fmla="*/ 25449 h 25449"/>
              </a:gdLst>
              <a:ahLst/>
              <a:cxnLst>
                <a:cxn ang="0">
                  <a:pos x="connsiteX0" y="connsiteY0"/>
                </a:cxn>
                <a:cxn ang="0">
                  <a:pos x="connsiteX1" y="connsiteY1"/>
                </a:cxn>
              </a:cxnLst>
              <a:rect l="l" t="t" r="r" b="b"/>
              <a:pathLst>
                <a:path w="25477" h="25449">
                  <a:moveTo>
                    <a:pt x="25477" y="0"/>
                  </a:moveTo>
                  <a:lnTo>
                    <a:pt x="0" y="25449"/>
                  </a:lnTo>
                </a:path>
              </a:pathLst>
            </a:custGeom>
            <a:ln w="8472" cap="flat">
              <a:solidFill>
                <a:srgbClr val="17A3A3"/>
              </a:solidFill>
              <a:prstDash val="solid"/>
              <a:miter/>
            </a:ln>
          </p:spPr>
          <p:txBody>
            <a:bodyPr rtlCol="1" anchor="ctr"/>
            <a:lstStyle/>
            <a:p>
              <a:endParaRPr lang="ar-SA"/>
            </a:p>
          </p:txBody>
        </p:sp>
      </p:grpSp>
      <p:grpSp>
        <p:nvGrpSpPr>
          <p:cNvPr id="10402" name="رسم 8014">
            <a:extLst>
              <a:ext uri="{FF2B5EF4-FFF2-40B4-BE49-F238E27FC236}">
                <a16:creationId xmlns:a16="http://schemas.microsoft.com/office/drawing/2014/main" id="{FD392E91-0672-0916-8009-155754CFC539}"/>
              </a:ext>
            </a:extLst>
          </p:cNvPr>
          <p:cNvGrpSpPr/>
          <p:nvPr/>
        </p:nvGrpSpPr>
        <p:grpSpPr>
          <a:xfrm>
            <a:off x="5469414" y="3642234"/>
            <a:ext cx="298239" cy="286166"/>
            <a:chOff x="5619018" y="2805622"/>
            <a:chExt cx="356485" cy="363067"/>
          </a:xfrm>
          <a:noFill/>
        </p:grpSpPr>
        <p:sp>
          <p:nvSpPr>
            <p:cNvPr id="10403" name="شكل حر: شكل 11609">
              <a:extLst>
                <a:ext uri="{FF2B5EF4-FFF2-40B4-BE49-F238E27FC236}">
                  <a16:creationId xmlns:a16="http://schemas.microsoft.com/office/drawing/2014/main" id="{AFF7270F-F937-BD40-EDDC-D2E4DEA81E8E}"/>
                </a:ext>
              </a:extLst>
            </p:cNvPr>
            <p:cNvSpPr/>
            <p:nvPr/>
          </p:nvSpPr>
          <p:spPr>
            <a:xfrm rot="-4978800">
              <a:off x="5694496" y="2854306"/>
              <a:ext cx="46548" cy="46548"/>
            </a:xfrm>
            <a:custGeom>
              <a:avLst/>
              <a:gdLst>
                <a:gd name="connsiteX0" fmla="*/ 46549 w 46548"/>
                <a:gd name="connsiteY0" fmla="*/ 23274 h 46548"/>
                <a:gd name="connsiteX1" fmla="*/ 23274 w 46548"/>
                <a:gd name="connsiteY1" fmla="*/ 46549 h 46548"/>
                <a:gd name="connsiteX2" fmla="*/ 0 w 46548"/>
                <a:gd name="connsiteY2" fmla="*/ 23274 h 46548"/>
                <a:gd name="connsiteX3" fmla="*/ 23274 w 46548"/>
                <a:gd name="connsiteY3" fmla="*/ 0 h 46548"/>
                <a:gd name="connsiteX4" fmla="*/ 46549 w 46548"/>
                <a:gd name="connsiteY4" fmla="*/ 23274 h 465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48" h="46548">
                  <a:moveTo>
                    <a:pt x="46549" y="23274"/>
                  </a:moveTo>
                  <a:cubicBezTo>
                    <a:pt x="46549" y="36128"/>
                    <a:pt x="36128" y="46549"/>
                    <a:pt x="23274" y="46549"/>
                  </a:cubicBezTo>
                  <a:cubicBezTo>
                    <a:pt x="10421" y="46549"/>
                    <a:pt x="0" y="36128"/>
                    <a:pt x="0" y="23274"/>
                  </a:cubicBezTo>
                  <a:cubicBezTo>
                    <a:pt x="0" y="10420"/>
                    <a:pt x="10421" y="0"/>
                    <a:pt x="23274" y="0"/>
                  </a:cubicBezTo>
                  <a:cubicBezTo>
                    <a:pt x="36128" y="0"/>
                    <a:pt x="46549" y="10420"/>
                    <a:pt x="46549" y="23274"/>
                  </a:cubicBezTo>
                  <a:close/>
                </a:path>
              </a:pathLst>
            </a:custGeom>
            <a:noFill/>
            <a:ln w="8472" cap="flat">
              <a:solidFill>
                <a:srgbClr val="17A3A3"/>
              </a:solidFill>
              <a:prstDash val="solid"/>
              <a:miter/>
            </a:ln>
          </p:spPr>
          <p:txBody>
            <a:bodyPr rtlCol="1" anchor="ctr"/>
            <a:lstStyle/>
            <a:p>
              <a:endParaRPr lang="ar-SA"/>
            </a:p>
          </p:txBody>
        </p:sp>
        <p:sp>
          <p:nvSpPr>
            <p:cNvPr id="10404" name="شكل حر: شكل 11610">
              <a:extLst>
                <a:ext uri="{FF2B5EF4-FFF2-40B4-BE49-F238E27FC236}">
                  <a16:creationId xmlns:a16="http://schemas.microsoft.com/office/drawing/2014/main" id="{0384EB1A-2B79-9ACC-F49E-DB570A4AE3C8}"/>
                </a:ext>
              </a:extLst>
            </p:cNvPr>
            <p:cNvSpPr/>
            <p:nvPr/>
          </p:nvSpPr>
          <p:spPr>
            <a:xfrm>
              <a:off x="5717623" y="2920920"/>
              <a:ext cx="2824" cy="39967"/>
            </a:xfrm>
            <a:custGeom>
              <a:avLst/>
              <a:gdLst>
                <a:gd name="connsiteX0" fmla="*/ 0 w 2824"/>
                <a:gd name="connsiteY0" fmla="*/ 0 h 39967"/>
                <a:gd name="connsiteX1" fmla="*/ 0 w 2824"/>
                <a:gd name="connsiteY1" fmla="*/ 39967 h 39967"/>
              </a:gdLst>
              <a:ahLst/>
              <a:cxnLst>
                <a:cxn ang="0">
                  <a:pos x="connsiteX0" y="connsiteY0"/>
                </a:cxn>
                <a:cxn ang="0">
                  <a:pos x="connsiteX1" y="connsiteY1"/>
                </a:cxn>
              </a:cxnLst>
              <a:rect l="l" t="t" r="r" b="b"/>
              <a:pathLst>
                <a:path w="2824" h="39967">
                  <a:moveTo>
                    <a:pt x="0" y="0"/>
                  </a:moveTo>
                  <a:lnTo>
                    <a:pt x="0" y="39967"/>
                  </a:lnTo>
                </a:path>
              </a:pathLst>
            </a:custGeom>
            <a:ln w="8472" cap="flat">
              <a:solidFill>
                <a:srgbClr val="17A3A3"/>
              </a:solidFill>
              <a:prstDash val="solid"/>
              <a:miter/>
            </a:ln>
          </p:spPr>
          <p:txBody>
            <a:bodyPr rtlCol="1" anchor="ctr"/>
            <a:lstStyle/>
            <a:p>
              <a:endParaRPr lang="ar-SA"/>
            </a:p>
          </p:txBody>
        </p:sp>
        <p:sp>
          <p:nvSpPr>
            <p:cNvPr id="10405" name="شكل حر: شكل 11611">
              <a:extLst>
                <a:ext uri="{FF2B5EF4-FFF2-40B4-BE49-F238E27FC236}">
                  <a16:creationId xmlns:a16="http://schemas.microsoft.com/office/drawing/2014/main" id="{83ECD520-6EA5-1ECD-F814-35F2CC0B30B0}"/>
                </a:ext>
              </a:extLst>
            </p:cNvPr>
            <p:cNvSpPr/>
            <p:nvPr/>
          </p:nvSpPr>
          <p:spPr>
            <a:xfrm>
              <a:off x="5680339" y="2968231"/>
              <a:ext cx="74568" cy="55756"/>
            </a:xfrm>
            <a:custGeom>
              <a:avLst/>
              <a:gdLst>
                <a:gd name="connsiteX0" fmla="*/ 0 w 74568"/>
                <a:gd name="connsiteY0" fmla="*/ 0 h 55756"/>
                <a:gd name="connsiteX1" fmla="*/ 0 w 74568"/>
                <a:gd name="connsiteY1" fmla="*/ 55757 h 55756"/>
                <a:gd name="connsiteX2" fmla="*/ 74568 w 74568"/>
                <a:gd name="connsiteY2" fmla="*/ 55757 h 55756"/>
                <a:gd name="connsiteX3" fmla="*/ 74568 w 74568"/>
                <a:gd name="connsiteY3" fmla="*/ 0 h 55756"/>
              </a:gdLst>
              <a:ahLst/>
              <a:cxnLst>
                <a:cxn ang="0">
                  <a:pos x="connsiteX0" y="connsiteY0"/>
                </a:cxn>
                <a:cxn ang="0">
                  <a:pos x="connsiteX1" y="connsiteY1"/>
                </a:cxn>
                <a:cxn ang="0">
                  <a:pos x="connsiteX2" y="connsiteY2"/>
                </a:cxn>
                <a:cxn ang="0">
                  <a:pos x="connsiteX3" y="connsiteY3"/>
                </a:cxn>
              </a:cxnLst>
              <a:rect l="l" t="t" r="r" b="b"/>
              <a:pathLst>
                <a:path w="74568" h="55756">
                  <a:moveTo>
                    <a:pt x="0" y="0"/>
                  </a:moveTo>
                  <a:lnTo>
                    <a:pt x="0" y="55757"/>
                  </a:lnTo>
                  <a:lnTo>
                    <a:pt x="74568" y="55757"/>
                  </a:lnTo>
                  <a:lnTo>
                    <a:pt x="74568" y="0"/>
                  </a:lnTo>
                </a:path>
              </a:pathLst>
            </a:custGeom>
            <a:noFill/>
            <a:ln w="8472" cap="flat">
              <a:solidFill>
                <a:srgbClr val="17A3A3"/>
              </a:solidFill>
              <a:prstDash val="solid"/>
              <a:miter/>
            </a:ln>
          </p:spPr>
          <p:txBody>
            <a:bodyPr rtlCol="1" anchor="ctr"/>
            <a:lstStyle/>
            <a:p>
              <a:endParaRPr lang="ar-SA"/>
            </a:p>
          </p:txBody>
        </p:sp>
        <p:sp>
          <p:nvSpPr>
            <p:cNvPr id="10406" name="شكل حر: شكل 11612">
              <a:extLst>
                <a:ext uri="{FF2B5EF4-FFF2-40B4-BE49-F238E27FC236}">
                  <a16:creationId xmlns:a16="http://schemas.microsoft.com/office/drawing/2014/main" id="{01ED9CE4-0C63-AB56-A331-ECFF54F17657}"/>
                </a:ext>
              </a:extLst>
            </p:cNvPr>
            <p:cNvSpPr/>
            <p:nvPr/>
          </p:nvSpPr>
          <p:spPr>
            <a:xfrm>
              <a:off x="5650597" y="2920920"/>
              <a:ext cx="107727" cy="103067"/>
            </a:xfrm>
            <a:custGeom>
              <a:avLst/>
              <a:gdLst>
                <a:gd name="connsiteX0" fmla="*/ 0 w 107727"/>
                <a:gd name="connsiteY0" fmla="*/ 103068 h 103067"/>
                <a:gd name="connsiteX1" fmla="*/ 0 w 107727"/>
                <a:gd name="connsiteY1" fmla="*/ 31042 h 103067"/>
                <a:gd name="connsiteX2" fmla="*/ 26296 w 107727"/>
                <a:gd name="connsiteY2" fmla="*/ 0 h 103067"/>
                <a:gd name="connsiteX3" fmla="*/ 107728 w 107727"/>
                <a:gd name="connsiteY3" fmla="*/ 0 h 103067"/>
              </a:gdLst>
              <a:ahLst/>
              <a:cxnLst>
                <a:cxn ang="0">
                  <a:pos x="connsiteX0" y="connsiteY0"/>
                </a:cxn>
                <a:cxn ang="0">
                  <a:pos x="connsiteX1" y="connsiteY1"/>
                </a:cxn>
                <a:cxn ang="0">
                  <a:pos x="connsiteX2" y="connsiteY2"/>
                </a:cxn>
                <a:cxn ang="0">
                  <a:pos x="connsiteX3" y="connsiteY3"/>
                </a:cxn>
              </a:cxnLst>
              <a:rect l="l" t="t" r="r" b="b"/>
              <a:pathLst>
                <a:path w="107727" h="103067">
                  <a:moveTo>
                    <a:pt x="0" y="103068"/>
                  </a:moveTo>
                  <a:lnTo>
                    <a:pt x="0" y="31042"/>
                  </a:lnTo>
                  <a:cubicBezTo>
                    <a:pt x="0" y="13897"/>
                    <a:pt x="9152" y="0"/>
                    <a:pt x="26296" y="0"/>
                  </a:cubicBezTo>
                  <a:lnTo>
                    <a:pt x="107728" y="0"/>
                  </a:lnTo>
                </a:path>
              </a:pathLst>
            </a:custGeom>
            <a:noFill/>
            <a:ln w="8472" cap="flat">
              <a:solidFill>
                <a:srgbClr val="17A3A3"/>
              </a:solidFill>
              <a:prstDash val="solid"/>
              <a:miter/>
            </a:ln>
          </p:spPr>
          <p:txBody>
            <a:bodyPr rtlCol="1" anchor="ctr"/>
            <a:lstStyle/>
            <a:p>
              <a:endParaRPr lang="ar-SA"/>
            </a:p>
          </p:txBody>
        </p:sp>
        <p:sp>
          <p:nvSpPr>
            <p:cNvPr id="10407" name="شكل حر: شكل 11613">
              <a:extLst>
                <a:ext uri="{FF2B5EF4-FFF2-40B4-BE49-F238E27FC236}">
                  <a16:creationId xmlns:a16="http://schemas.microsoft.com/office/drawing/2014/main" id="{F0AB3E30-58C2-70CA-366B-6F44C65751BB}"/>
                </a:ext>
              </a:extLst>
            </p:cNvPr>
            <p:cNvSpPr/>
            <p:nvPr/>
          </p:nvSpPr>
          <p:spPr>
            <a:xfrm>
              <a:off x="5758353" y="2920920"/>
              <a:ext cx="26296" cy="103067"/>
            </a:xfrm>
            <a:custGeom>
              <a:avLst/>
              <a:gdLst>
                <a:gd name="connsiteX0" fmla="*/ 0 w 26296"/>
                <a:gd name="connsiteY0" fmla="*/ 0 h 103067"/>
                <a:gd name="connsiteX1" fmla="*/ 0 w 26296"/>
                <a:gd name="connsiteY1" fmla="*/ 0 h 103067"/>
                <a:gd name="connsiteX2" fmla="*/ 26297 w 26296"/>
                <a:gd name="connsiteY2" fmla="*/ 31042 h 103067"/>
                <a:gd name="connsiteX3" fmla="*/ 26297 w 26296"/>
                <a:gd name="connsiteY3" fmla="*/ 103068 h 103067"/>
              </a:gdLst>
              <a:ahLst/>
              <a:cxnLst>
                <a:cxn ang="0">
                  <a:pos x="connsiteX0" y="connsiteY0"/>
                </a:cxn>
                <a:cxn ang="0">
                  <a:pos x="connsiteX1" y="connsiteY1"/>
                </a:cxn>
                <a:cxn ang="0">
                  <a:pos x="connsiteX2" y="connsiteY2"/>
                </a:cxn>
                <a:cxn ang="0">
                  <a:pos x="connsiteX3" y="connsiteY3"/>
                </a:cxn>
              </a:cxnLst>
              <a:rect l="l" t="t" r="r" b="b"/>
              <a:pathLst>
                <a:path w="26296" h="103067">
                  <a:moveTo>
                    <a:pt x="0" y="0"/>
                  </a:moveTo>
                  <a:lnTo>
                    <a:pt x="0" y="0"/>
                  </a:lnTo>
                  <a:cubicBezTo>
                    <a:pt x="17145" y="0"/>
                    <a:pt x="26297" y="13897"/>
                    <a:pt x="26297" y="31042"/>
                  </a:cubicBezTo>
                  <a:lnTo>
                    <a:pt x="26297" y="103068"/>
                  </a:lnTo>
                </a:path>
              </a:pathLst>
            </a:custGeom>
            <a:noFill/>
            <a:ln w="8472" cap="flat">
              <a:solidFill>
                <a:srgbClr val="17A3A3"/>
              </a:solidFill>
              <a:prstDash val="solid"/>
              <a:miter/>
            </a:ln>
          </p:spPr>
          <p:txBody>
            <a:bodyPr rtlCol="1" anchor="ctr"/>
            <a:lstStyle/>
            <a:p>
              <a:endParaRPr lang="ar-SA"/>
            </a:p>
          </p:txBody>
        </p:sp>
        <p:sp>
          <p:nvSpPr>
            <p:cNvPr id="10408" name="شكل حر: شكل 11614">
              <a:extLst>
                <a:ext uri="{FF2B5EF4-FFF2-40B4-BE49-F238E27FC236}">
                  <a16:creationId xmlns:a16="http://schemas.microsoft.com/office/drawing/2014/main" id="{3E87FA65-1A01-384E-8318-F1D6A13FAAAB}"/>
                </a:ext>
              </a:extLst>
            </p:cNvPr>
            <p:cNvSpPr/>
            <p:nvPr/>
          </p:nvSpPr>
          <p:spPr>
            <a:xfrm>
              <a:off x="5634909" y="3047375"/>
              <a:ext cx="165428" cy="42170"/>
            </a:xfrm>
            <a:custGeom>
              <a:avLst/>
              <a:gdLst>
                <a:gd name="connsiteX0" fmla="*/ 34528 w 165428"/>
                <a:gd name="connsiteY0" fmla="*/ 42170 h 42170"/>
                <a:gd name="connsiteX1" fmla="*/ 15688 w 165428"/>
                <a:gd name="connsiteY1" fmla="*/ 42170 h 42170"/>
                <a:gd name="connsiteX2" fmla="*/ 238 w 165428"/>
                <a:gd name="connsiteY2" fmla="*/ 4293 h 42170"/>
                <a:gd name="connsiteX3" fmla="*/ 3119 w 165428"/>
                <a:gd name="connsiteY3" fmla="*/ 0 h 42170"/>
                <a:gd name="connsiteX4" fmla="*/ 162310 w 165428"/>
                <a:gd name="connsiteY4" fmla="*/ 0 h 42170"/>
                <a:gd name="connsiteX5" fmla="*/ 165191 w 165428"/>
                <a:gd name="connsiteY5" fmla="*/ 4293 h 42170"/>
                <a:gd name="connsiteX6" fmla="*/ 149741 w 165428"/>
                <a:gd name="connsiteY6" fmla="*/ 42170 h 42170"/>
                <a:gd name="connsiteX7" fmla="*/ 130901 w 165428"/>
                <a:gd name="connsiteY7" fmla="*/ 42170 h 42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5428" h="42170">
                  <a:moveTo>
                    <a:pt x="34528" y="42170"/>
                  </a:moveTo>
                  <a:lnTo>
                    <a:pt x="15688" y="42170"/>
                  </a:lnTo>
                  <a:lnTo>
                    <a:pt x="238" y="4293"/>
                  </a:lnTo>
                  <a:cubicBezTo>
                    <a:pt x="-610" y="2232"/>
                    <a:pt x="915" y="0"/>
                    <a:pt x="3119" y="0"/>
                  </a:cubicBezTo>
                  <a:lnTo>
                    <a:pt x="162310" y="0"/>
                  </a:lnTo>
                  <a:cubicBezTo>
                    <a:pt x="164513" y="0"/>
                    <a:pt x="166039" y="2259"/>
                    <a:pt x="165191" y="4293"/>
                  </a:cubicBezTo>
                  <a:lnTo>
                    <a:pt x="149741" y="42170"/>
                  </a:lnTo>
                  <a:lnTo>
                    <a:pt x="130901" y="42170"/>
                  </a:lnTo>
                </a:path>
              </a:pathLst>
            </a:custGeom>
            <a:noFill/>
            <a:ln w="8472" cap="flat">
              <a:solidFill>
                <a:srgbClr val="01355A"/>
              </a:solidFill>
              <a:prstDash val="solid"/>
              <a:miter/>
            </a:ln>
          </p:spPr>
          <p:txBody>
            <a:bodyPr rtlCol="1" anchor="ctr"/>
            <a:lstStyle/>
            <a:p>
              <a:endParaRPr lang="ar-SA"/>
            </a:p>
          </p:txBody>
        </p:sp>
        <p:sp>
          <p:nvSpPr>
            <p:cNvPr id="10409" name="شكل حر: شكل 11615">
              <a:extLst>
                <a:ext uri="{FF2B5EF4-FFF2-40B4-BE49-F238E27FC236}">
                  <a16:creationId xmlns:a16="http://schemas.microsoft.com/office/drawing/2014/main" id="{1B3B20A8-6767-540A-9BCA-495E5BC040D4}"/>
                </a:ext>
              </a:extLst>
            </p:cNvPr>
            <p:cNvSpPr/>
            <p:nvPr/>
          </p:nvSpPr>
          <p:spPr>
            <a:xfrm>
              <a:off x="5669408" y="3072316"/>
              <a:ext cx="96401" cy="96373"/>
            </a:xfrm>
            <a:custGeom>
              <a:avLst/>
              <a:gdLst>
                <a:gd name="connsiteX0" fmla="*/ 96402 w 96401"/>
                <a:gd name="connsiteY0" fmla="*/ 96374 h 96373"/>
                <a:gd name="connsiteX1" fmla="*/ 96402 w 96401"/>
                <a:gd name="connsiteY1" fmla="*/ 2118 h 96373"/>
                <a:gd name="connsiteX2" fmla="*/ 94283 w 96401"/>
                <a:gd name="connsiteY2" fmla="*/ 0 h 96373"/>
                <a:gd name="connsiteX3" fmla="*/ 2118 w 96401"/>
                <a:gd name="connsiteY3" fmla="*/ 0 h 96373"/>
                <a:gd name="connsiteX4" fmla="*/ 0 w 96401"/>
                <a:gd name="connsiteY4" fmla="*/ 2118 h 96373"/>
                <a:gd name="connsiteX5" fmla="*/ 0 w 96401"/>
                <a:gd name="connsiteY5" fmla="*/ 96374 h 96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401" h="96373">
                  <a:moveTo>
                    <a:pt x="96402" y="96374"/>
                  </a:moveTo>
                  <a:lnTo>
                    <a:pt x="96402" y="2118"/>
                  </a:lnTo>
                  <a:cubicBezTo>
                    <a:pt x="96402" y="961"/>
                    <a:pt x="95442" y="0"/>
                    <a:pt x="94283" y="0"/>
                  </a:cubicBezTo>
                  <a:lnTo>
                    <a:pt x="2118" y="0"/>
                  </a:lnTo>
                  <a:cubicBezTo>
                    <a:pt x="961" y="0"/>
                    <a:pt x="0" y="961"/>
                    <a:pt x="0" y="2118"/>
                  </a:cubicBezTo>
                  <a:lnTo>
                    <a:pt x="0" y="96374"/>
                  </a:lnTo>
                </a:path>
              </a:pathLst>
            </a:custGeom>
            <a:noFill/>
            <a:ln w="8472" cap="flat">
              <a:solidFill>
                <a:srgbClr val="01355A"/>
              </a:solidFill>
              <a:prstDash val="solid"/>
              <a:miter/>
            </a:ln>
          </p:spPr>
          <p:txBody>
            <a:bodyPr rtlCol="1" anchor="ctr"/>
            <a:lstStyle/>
            <a:p>
              <a:endParaRPr lang="ar-SA"/>
            </a:p>
          </p:txBody>
        </p:sp>
        <p:sp>
          <p:nvSpPr>
            <p:cNvPr id="10410" name="شكل حر: شكل 11616">
              <a:extLst>
                <a:ext uri="{FF2B5EF4-FFF2-40B4-BE49-F238E27FC236}">
                  <a16:creationId xmlns:a16="http://schemas.microsoft.com/office/drawing/2014/main" id="{6AE77275-9A35-E321-A02D-DEAE249A9B73}"/>
                </a:ext>
              </a:extLst>
            </p:cNvPr>
            <p:cNvSpPr/>
            <p:nvPr/>
          </p:nvSpPr>
          <p:spPr>
            <a:xfrm>
              <a:off x="5634921" y="2829518"/>
              <a:ext cx="324709" cy="189611"/>
            </a:xfrm>
            <a:custGeom>
              <a:avLst/>
              <a:gdLst>
                <a:gd name="connsiteX0" fmla="*/ 0 w 324709"/>
                <a:gd name="connsiteY0" fmla="*/ 71235 h 189611"/>
                <a:gd name="connsiteX1" fmla="*/ 0 w 324709"/>
                <a:gd name="connsiteY1" fmla="*/ 0 h 189611"/>
                <a:gd name="connsiteX2" fmla="*/ 324710 w 324709"/>
                <a:gd name="connsiteY2" fmla="*/ 0 h 189611"/>
                <a:gd name="connsiteX3" fmla="*/ 324710 w 324709"/>
                <a:gd name="connsiteY3" fmla="*/ 189612 h 189611"/>
                <a:gd name="connsiteX4" fmla="*/ 180856 w 324709"/>
                <a:gd name="connsiteY4" fmla="*/ 189612 h 189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4709" h="189611">
                  <a:moveTo>
                    <a:pt x="0" y="71235"/>
                  </a:moveTo>
                  <a:lnTo>
                    <a:pt x="0" y="0"/>
                  </a:lnTo>
                  <a:lnTo>
                    <a:pt x="324710" y="0"/>
                  </a:lnTo>
                  <a:lnTo>
                    <a:pt x="324710" y="189612"/>
                  </a:lnTo>
                  <a:lnTo>
                    <a:pt x="180856" y="189612"/>
                  </a:lnTo>
                </a:path>
              </a:pathLst>
            </a:custGeom>
            <a:noFill/>
            <a:ln w="8472" cap="flat">
              <a:solidFill>
                <a:srgbClr val="01355A"/>
              </a:solidFill>
              <a:prstDash val="solid"/>
              <a:miter/>
            </a:ln>
          </p:spPr>
          <p:txBody>
            <a:bodyPr rtlCol="1" anchor="ctr"/>
            <a:lstStyle/>
            <a:p>
              <a:endParaRPr lang="ar-SA"/>
            </a:p>
          </p:txBody>
        </p:sp>
        <p:sp>
          <p:nvSpPr>
            <p:cNvPr id="10411" name="شكل حر: شكل 11617">
              <a:extLst>
                <a:ext uri="{FF2B5EF4-FFF2-40B4-BE49-F238E27FC236}">
                  <a16:creationId xmlns:a16="http://schemas.microsoft.com/office/drawing/2014/main" id="{2B2645A6-B8BD-68BA-FBAA-E658CD0B192B}"/>
                </a:ext>
              </a:extLst>
            </p:cNvPr>
            <p:cNvSpPr/>
            <p:nvPr/>
          </p:nvSpPr>
          <p:spPr>
            <a:xfrm>
              <a:off x="5619018" y="2805622"/>
              <a:ext cx="356485" cy="23895"/>
            </a:xfrm>
            <a:custGeom>
              <a:avLst/>
              <a:gdLst>
                <a:gd name="connsiteX0" fmla="*/ 344538 w 356485"/>
                <a:gd name="connsiteY0" fmla="*/ 23896 h 23895"/>
                <a:gd name="connsiteX1" fmla="*/ 11948 w 356485"/>
                <a:gd name="connsiteY1" fmla="*/ 23896 h 23895"/>
                <a:gd name="connsiteX2" fmla="*/ 0 w 356485"/>
                <a:gd name="connsiteY2" fmla="*/ 11948 h 23895"/>
                <a:gd name="connsiteX3" fmla="*/ 0 w 356485"/>
                <a:gd name="connsiteY3" fmla="*/ 11948 h 23895"/>
                <a:gd name="connsiteX4" fmla="*/ 11948 w 356485"/>
                <a:gd name="connsiteY4" fmla="*/ 0 h 23895"/>
                <a:gd name="connsiteX5" fmla="*/ 344538 w 356485"/>
                <a:gd name="connsiteY5" fmla="*/ 0 h 23895"/>
                <a:gd name="connsiteX6" fmla="*/ 356486 w 356485"/>
                <a:gd name="connsiteY6" fmla="*/ 11948 h 23895"/>
                <a:gd name="connsiteX7" fmla="*/ 356486 w 356485"/>
                <a:gd name="connsiteY7" fmla="*/ 11948 h 23895"/>
                <a:gd name="connsiteX8" fmla="*/ 344538 w 356485"/>
                <a:gd name="connsiteY8" fmla="*/ 23896 h 23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6485" h="23895">
                  <a:moveTo>
                    <a:pt x="344538" y="23896"/>
                  </a:moveTo>
                  <a:lnTo>
                    <a:pt x="11948" y="23896"/>
                  </a:lnTo>
                  <a:cubicBezTo>
                    <a:pt x="5338" y="23896"/>
                    <a:pt x="0" y="18557"/>
                    <a:pt x="0" y="11948"/>
                  </a:cubicBezTo>
                  <a:lnTo>
                    <a:pt x="0" y="11948"/>
                  </a:lnTo>
                  <a:cubicBezTo>
                    <a:pt x="0" y="5338"/>
                    <a:pt x="5338" y="0"/>
                    <a:pt x="11948" y="0"/>
                  </a:cubicBezTo>
                  <a:lnTo>
                    <a:pt x="344538" y="0"/>
                  </a:lnTo>
                  <a:cubicBezTo>
                    <a:pt x="351148" y="0"/>
                    <a:pt x="356486" y="5338"/>
                    <a:pt x="356486" y="11948"/>
                  </a:cubicBezTo>
                  <a:lnTo>
                    <a:pt x="356486" y="11948"/>
                  </a:lnTo>
                  <a:cubicBezTo>
                    <a:pt x="356486" y="18557"/>
                    <a:pt x="351148" y="23896"/>
                    <a:pt x="344538" y="23896"/>
                  </a:cubicBezTo>
                  <a:close/>
                </a:path>
              </a:pathLst>
            </a:custGeom>
            <a:noFill/>
            <a:ln w="8472" cap="flat">
              <a:solidFill>
                <a:srgbClr val="01355A"/>
              </a:solidFill>
              <a:prstDash val="solid"/>
              <a:miter/>
            </a:ln>
          </p:spPr>
          <p:txBody>
            <a:bodyPr rtlCol="1" anchor="ctr"/>
            <a:lstStyle/>
            <a:p>
              <a:endParaRPr lang="ar-SA"/>
            </a:p>
          </p:txBody>
        </p:sp>
      </p:grpSp>
      <p:grpSp>
        <p:nvGrpSpPr>
          <p:cNvPr id="10412" name="رسم 8014">
            <a:extLst>
              <a:ext uri="{FF2B5EF4-FFF2-40B4-BE49-F238E27FC236}">
                <a16:creationId xmlns:a16="http://schemas.microsoft.com/office/drawing/2014/main" id="{BEC8C313-B44D-DA56-E187-4ED04CB20E6C}"/>
              </a:ext>
            </a:extLst>
          </p:cNvPr>
          <p:cNvGrpSpPr/>
          <p:nvPr/>
        </p:nvGrpSpPr>
        <p:grpSpPr>
          <a:xfrm>
            <a:off x="5015095" y="5292089"/>
            <a:ext cx="306841" cy="282591"/>
            <a:chOff x="5075971" y="4898837"/>
            <a:chExt cx="366767" cy="358531"/>
          </a:xfrm>
          <a:noFill/>
        </p:grpSpPr>
        <p:sp>
          <p:nvSpPr>
            <p:cNvPr id="10413" name="شكل حر: شكل 11619">
              <a:extLst>
                <a:ext uri="{FF2B5EF4-FFF2-40B4-BE49-F238E27FC236}">
                  <a16:creationId xmlns:a16="http://schemas.microsoft.com/office/drawing/2014/main" id="{F0F52070-FC93-0CFB-C93E-7A71AC6AC5F9}"/>
                </a:ext>
              </a:extLst>
            </p:cNvPr>
            <p:cNvSpPr/>
            <p:nvPr/>
          </p:nvSpPr>
          <p:spPr>
            <a:xfrm>
              <a:off x="5315832" y="4898837"/>
              <a:ext cx="31352" cy="64032"/>
            </a:xfrm>
            <a:custGeom>
              <a:avLst/>
              <a:gdLst>
                <a:gd name="connsiteX0" fmla="*/ 0 w 31352"/>
                <a:gd name="connsiteY0" fmla="*/ 0 h 64032"/>
                <a:gd name="connsiteX1" fmla="*/ 0 w 31352"/>
                <a:gd name="connsiteY1" fmla="*/ 64033 h 64032"/>
                <a:gd name="connsiteX2" fmla="*/ 15874 w 31352"/>
                <a:gd name="connsiteY2" fmla="*/ 51491 h 64032"/>
                <a:gd name="connsiteX3" fmla="*/ 31352 w 31352"/>
                <a:gd name="connsiteY3" fmla="*/ 64033 h 64032"/>
                <a:gd name="connsiteX4" fmla="*/ 31352 w 31352"/>
                <a:gd name="connsiteY4" fmla="*/ 0 h 640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52" h="64032">
                  <a:moveTo>
                    <a:pt x="0" y="0"/>
                  </a:moveTo>
                  <a:lnTo>
                    <a:pt x="0" y="64033"/>
                  </a:lnTo>
                  <a:lnTo>
                    <a:pt x="15874" y="51491"/>
                  </a:lnTo>
                  <a:lnTo>
                    <a:pt x="31352" y="64033"/>
                  </a:lnTo>
                  <a:lnTo>
                    <a:pt x="31352" y="0"/>
                  </a:lnTo>
                </a:path>
              </a:pathLst>
            </a:custGeom>
            <a:noFill/>
            <a:ln w="8472" cap="flat">
              <a:solidFill>
                <a:srgbClr val="01355A"/>
              </a:solidFill>
              <a:prstDash val="solid"/>
              <a:miter/>
            </a:ln>
          </p:spPr>
          <p:txBody>
            <a:bodyPr rtlCol="1" anchor="ctr"/>
            <a:lstStyle/>
            <a:p>
              <a:endParaRPr lang="ar-SA"/>
            </a:p>
          </p:txBody>
        </p:sp>
        <p:sp>
          <p:nvSpPr>
            <p:cNvPr id="10414" name="شكل حر: شكل 11620">
              <a:extLst>
                <a:ext uri="{FF2B5EF4-FFF2-40B4-BE49-F238E27FC236}">
                  <a16:creationId xmlns:a16="http://schemas.microsoft.com/office/drawing/2014/main" id="{5B52C431-4FB9-D173-FE4B-C82E2A719152}"/>
                </a:ext>
              </a:extLst>
            </p:cNvPr>
            <p:cNvSpPr/>
            <p:nvPr/>
          </p:nvSpPr>
          <p:spPr>
            <a:xfrm>
              <a:off x="5277841" y="4898837"/>
              <a:ext cx="164897" cy="220456"/>
            </a:xfrm>
            <a:custGeom>
              <a:avLst/>
              <a:gdLst>
                <a:gd name="connsiteX0" fmla="*/ 14518 w 164897"/>
                <a:gd name="connsiteY0" fmla="*/ 0 h 220456"/>
                <a:gd name="connsiteX1" fmla="*/ 0 w 164897"/>
                <a:gd name="connsiteY1" fmla="*/ 14518 h 220456"/>
                <a:gd name="connsiteX2" fmla="*/ 0 w 164897"/>
                <a:gd name="connsiteY2" fmla="*/ 220456 h 220456"/>
                <a:gd name="connsiteX3" fmla="*/ 14518 w 164897"/>
                <a:gd name="connsiteY3" fmla="*/ 205938 h 220456"/>
                <a:gd name="connsiteX4" fmla="*/ 164897 w 164897"/>
                <a:gd name="connsiteY4" fmla="*/ 205938 h 220456"/>
                <a:gd name="connsiteX5" fmla="*/ 164897 w 164897"/>
                <a:gd name="connsiteY5" fmla="*/ 0 h 220456"/>
                <a:gd name="connsiteX6" fmla="*/ 14518 w 164897"/>
                <a:gd name="connsiteY6" fmla="*/ 0 h 220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4897" h="220456">
                  <a:moveTo>
                    <a:pt x="14518" y="0"/>
                  </a:moveTo>
                  <a:cubicBezTo>
                    <a:pt x="6497" y="0"/>
                    <a:pt x="0" y="6497"/>
                    <a:pt x="0" y="14518"/>
                  </a:cubicBezTo>
                  <a:lnTo>
                    <a:pt x="0" y="220456"/>
                  </a:lnTo>
                  <a:cubicBezTo>
                    <a:pt x="0" y="212434"/>
                    <a:pt x="6497" y="205938"/>
                    <a:pt x="14518" y="205938"/>
                  </a:cubicBezTo>
                  <a:lnTo>
                    <a:pt x="164897" y="205938"/>
                  </a:lnTo>
                  <a:lnTo>
                    <a:pt x="164897" y="0"/>
                  </a:lnTo>
                  <a:lnTo>
                    <a:pt x="14518" y="0"/>
                  </a:lnTo>
                  <a:close/>
                </a:path>
              </a:pathLst>
            </a:custGeom>
            <a:noFill/>
            <a:ln w="8472" cap="flat">
              <a:solidFill>
                <a:srgbClr val="01355A"/>
              </a:solidFill>
              <a:prstDash val="solid"/>
              <a:miter/>
            </a:ln>
          </p:spPr>
          <p:txBody>
            <a:bodyPr rtlCol="1" anchor="ctr"/>
            <a:lstStyle/>
            <a:p>
              <a:endParaRPr lang="ar-SA"/>
            </a:p>
          </p:txBody>
        </p:sp>
        <p:sp>
          <p:nvSpPr>
            <p:cNvPr id="10415" name="شكل حر: شكل 11621">
              <a:extLst>
                <a:ext uri="{FF2B5EF4-FFF2-40B4-BE49-F238E27FC236}">
                  <a16:creationId xmlns:a16="http://schemas.microsoft.com/office/drawing/2014/main" id="{822F243A-8C85-2F6A-FE46-E1F6DD4F85A9}"/>
                </a:ext>
              </a:extLst>
            </p:cNvPr>
            <p:cNvSpPr/>
            <p:nvPr/>
          </p:nvSpPr>
          <p:spPr>
            <a:xfrm>
              <a:off x="5277841" y="5104747"/>
              <a:ext cx="153034" cy="27991"/>
            </a:xfrm>
            <a:custGeom>
              <a:avLst/>
              <a:gdLst>
                <a:gd name="connsiteX0" fmla="*/ 0 w 153034"/>
                <a:gd name="connsiteY0" fmla="*/ 14546 h 27991"/>
                <a:gd name="connsiteX1" fmla="*/ 0 w 153034"/>
                <a:gd name="connsiteY1" fmla="*/ 14546 h 27991"/>
                <a:gd name="connsiteX2" fmla="*/ 13445 w 153034"/>
                <a:gd name="connsiteY2" fmla="*/ 27991 h 27991"/>
                <a:gd name="connsiteX3" fmla="*/ 153034 w 153034"/>
                <a:gd name="connsiteY3" fmla="*/ 27991 h 27991"/>
                <a:gd name="connsiteX4" fmla="*/ 153034 w 153034"/>
                <a:gd name="connsiteY4" fmla="*/ 0 h 279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034" h="27991">
                  <a:moveTo>
                    <a:pt x="0" y="14546"/>
                  </a:moveTo>
                  <a:lnTo>
                    <a:pt x="0" y="14546"/>
                  </a:lnTo>
                  <a:cubicBezTo>
                    <a:pt x="0" y="21975"/>
                    <a:pt x="6016" y="27991"/>
                    <a:pt x="13445" y="27991"/>
                  </a:cubicBezTo>
                  <a:lnTo>
                    <a:pt x="153034" y="27991"/>
                  </a:lnTo>
                  <a:lnTo>
                    <a:pt x="153034" y="0"/>
                  </a:lnTo>
                </a:path>
              </a:pathLst>
            </a:custGeom>
            <a:noFill/>
            <a:ln w="8472" cap="flat">
              <a:solidFill>
                <a:srgbClr val="01355A"/>
              </a:solidFill>
              <a:prstDash val="solid"/>
              <a:miter/>
            </a:ln>
          </p:spPr>
          <p:txBody>
            <a:bodyPr rtlCol="1" anchor="ctr"/>
            <a:lstStyle/>
            <a:p>
              <a:endParaRPr lang="ar-SA"/>
            </a:p>
          </p:txBody>
        </p:sp>
        <p:sp>
          <p:nvSpPr>
            <p:cNvPr id="10416" name="شكل حر: شكل 11622">
              <a:extLst>
                <a:ext uri="{FF2B5EF4-FFF2-40B4-BE49-F238E27FC236}">
                  <a16:creationId xmlns:a16="http://schemas.microsoft.com/office/drawing/2014/main" id="{4D5D8E47-77FB-0D17-5038-93C2497A49EE}"/>
                </a:ext>
              </a:extLst>
            </p:cNvPr>
            <p:cNvSpPr/>
            <p:nvPr/>
          </p:nvSpPr>
          <p:spPr>
            <a:xfrm>
              <a:off x="5092668" y="4997880"/>
              <a:ext cx="128343" cy="185276"/>
            </a:xfrm>
            <a:custGeom>
              <a:avLst/>
              <a:gdLst>
                <a:gd name="connsiteX0" fmla="*/ 29315 w 128343"/>
                <a:gd name="connsiteY0" fmla="*/ 151975 h 185276"/>
                <a:gd name="connsiteX1" fmla="*/ 29315 w 128343"/>
                <a:gd name="connsiteY1" fmla="*/ 156607 h 185276"/>
                <a:gd name="connsiteX2" fmla="*/ 57984 w 128343"/>
                <a:gd name="connsiteY2" fmla="*/ 185276 h 185276"/>
                <a:gd name="connsiteX3" fmla="*/ 70271 w 128343"/>
                <a:gd name="connsiteY3" fmla="*/ 185276 h 185276"/>
                <a:gd name="connsiteX4" fmla="*/ 98940 w 128343"/>
                <a:gd name="connsiteY4" fmla="*/ 156607 h 185276"/>
                <a:gd name="connsiteX5" fmla="*/ 98940 w 128343"/>
                <a:gd name="connsiteY5" fmla="*/ 151975 h 185276"/>
                <a:gd name="connsiteX6" fmla="*/ 98545 w 128343"/>
                <a:gd name="connsiteY6" fmla="*/ 136214 h 185276"/>
                <a:gd name="connsiteX7" fmla="*/ 98545 w 128343"/>
                <a:gd name="connsiteY7" fmla="*/ 135988 h 185276"/>
                <a:gd name="connsiteX8" fmla="*/ 109334 w 128343"/>
                <a:gd name="connsiteY8" fmla="*/ 109748 h 185276"/>
                <a:gd name="connsiteX9" fmla="*/ 128343 w 128343"/>
                <a:gd name="connsiteY9" fmla="*/ 64188 h 185276"/>
                <a:gd name="connsiteX10" fmla="*/ 59622 w 128343"/>
                <a:gd name="connsiteY10" fmla="*/ 155 h 185276"/>
                <a:gd name="connsiteX11" fmla="*/ 222 w 128343"/>
                <a:gd name="connsiteY11" fmla="*/ 58736 h 185276"/>
                <a:gd name="connsiteX12" fmla="*/ 18440 w 128343"/>
                <a:gd name="connsiteY12" fmla="*/ 109183 h 185276"/>
                <a:gd name="connsiteX13" fmla="*/ 29795 w 128343"/>
                <a:gd name="connsiteY13" fmla="*/ 135988 h 185276"/>
                <a:gd name="connsiteX14" fmla="*/ 29795 w 128343"/>
                <a:gd name="connsiteY14" fmla="*/ 136214 h 185276"/>
                <a:gd name="connsiteX15" fmla="*/ 64198 w 128343"/>
                <a:gd name="connsiteY15" fmla="*/ 136214 h 185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8343" h="185276">
                  <a:moveTo>
                    <a:pt x="29315" y="151975"/>
                  </a:moveTo>
                  <a:lnTo>
                    <a:pt x="29315" y="156607"/>
                  </a:lnTo>
                  <a:cubicBezTo>
                    <a:pt x="29315" y="172453"/>
                    <a:pt x="42138" y="185276"/>
                    <a:pt x="57984" y="185276"/>
                  </a:cubicBezTo>
                  <a:lnTo>
                    <a:pt x="70271" y="185276"/>
                  </a:lnTo>
                  <a:cubicBezTo>
                    <a:pt x="86116" y="185276"/>
                    <a:pt x="98940" y="172453"/>
                    <a:pt x="98940" y="156607"/>
                  </a:cubicBezTo>
                  <a:lnTo>
                    <a:pt x="98940" y="151975"/>
                  </a:lnTo>
                  <a:lnTo>
                    <a:pt x="98545" y="136214"/>
                  </a:lnTo>
                  <a:lnTo>
                    <a:pt x="98545" y="135988"/>
                  </a:lnTo>
                  <a:cubicBezTo>
                    <a:pt x="98545" y="126158"/>
                    <a:pt x="102358" y="116668"/>
                    <a:pt x="109334" y="109748"/>
                  </a:cubicBezTo>
                  <a:cubicBezTo>
                    <a:pt x="121056" y="98111"/>
                    <a:pt x="128343" y="82011"/>
                    <a:pt x="128343" y="64188"/>
                  </a:cubicBezTo>
                  <a:cubicBezTo>
                    <a:pt x="128343" y="27243"/>
                    <a:pt x="97104" y="-2415"/>
                    <a:pt x="59622" y="155"/>
                  </a:cubicBezTo>
                  <a:cubicBezTo>
                    <a:pt x="28298" y="2330"/>
                    <a:pt x="2792" y="27469"/>
                    <a:pt x="222" y="58736"/>
                  </a:cubicBezTo>
                  <a:cubicBezTo>
                    <a:pt x="-1388" y="78395"/>
                    <a:pt x="5871" y="96416"/>
                    <a:pt x="18440" y="109183"/>
                  </a:cubicBezTo>
                  <a:cubicBezTo>
                    <a:pt x="25530" y="116386"/>
                    <a:pt x="29795" y="125904"/>
                    <a:pt x="29795" y="135988"/>
                  </a:cubicBezTo>
                  <a:lnTo>
                    <a:pt x="29795" y="136214"/>
                  </a:lnTo>
                  <a:lnTo>
                    <a:pt x="64198" y="136214"/>
                  </a:lnTo>
                </a:path>
              </a:pathLst>
            </a:custGeom>
            <a:noFill/>
            <a:ln w="8472" cap="flat">
              <a:solidFill>
                <a:srgbClr val="17A3A3"/>
              </a:solidFill>
              <a:prstDash val="solid"/>
              <a:miter/>
            </a:ln>
          </p:spPr>
          <p:txBody>
            <a:bodyPr rtlCol="1" anchor="ctr"/>
            <a:lstStyle/>
            <a:p>
              <a:endParaRPr lang="ar-SA"/>
            </a:p>
          </p:txBody>
        </p:sp>
        <p:sp>
          <p:nvSpPr>
            <p:cNvPr id="10417" name="شكل حر: شكل 11623">
              <a:extLst>
                <a:ext uri="{FF2B5EF4-FFF2-40B4-BE49-F238E27FC236}">
                  <a16:creationId xmlns:a16="http://schemas.microsoft.com/office/drawing/2014/main" id="{1847A17B-510B-C358-017A-8B0DA448EFF6}"/>
                </a:ext>
              </a:extLst>
            </p:cNvPr>
            <p:cNvSpPr/>
            <p:nvPr/>
          </p:nvSpPr>
          <p:spPr>
            <a:xfrm>
              <a:off x="5139919" y="5183693"/>
              <a:ext cx="33781" cy="22878"/>
            </a:xfrm>
            <a:custGeom>
              <a:avLst/>
              <a:gdLst>
                <a:gd name="connsiteX0" fmla="*/ 0 w 33781"/>
                <a:gd name="connsiteY0" fmla="*/ 57 h 22878"/>
                <a:gd name="connsiteX1" fmla="*/ 0 w 33781"/>
                <a:gd name="connsiteY1" fmla="*/ 5988 h 22878"/>
                <a:gd name="connsiteX2" fmla="*/ 16891 w 33781"/>
                <a:gd name="connsiteY2" fmla="*/ 22879 h 22878"/>
                <a:gd name="connsiteX3" fmla="*/ 16891 w 33781"/>
                <a:gd name="connsiteY3" fmla="*/ 22879 h 22878"/>
                <a:gd name="connsiteX4" fmla="*/ 33781 w 33781"/>
                <a:gd name="connsiteY4" fmla="*/ 5988 h 22878"/>
                <a:gd name="connsiteX5" fmla="*/ 33781 w 33781"/>
                <a:gd name="connsiteY5" fmla="*/ 0 h 22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781" h="22878">
                  <a:moveTo>
                    <a:pt x="0" y="57"/>
                  </a:moveTo>
                  <a:lnTo>
                    <a:pt x="0" y="5988"/>
                  </a:lnTo>
                  <a:cubicBezTo>
                    <a:pt x="0" y="15309"/>
                    <a:pt x="7570" y="22879"/>
                    <a:pt x="16891" y="22879"/>
                  </a:cubicBezTo>
                  <a:lnTo>
                    <a:pt x="16891" y="22879"/>
                  </a:lnTo>
                  <a:cubicBezTo>
                    <a:pt x="26212" y="22879"/>
                    <a:pt x="33781" y="15309"/>
                    <a:pt x="33781" y="5988"/>
                  </a:cubicBezTo>
                  <a:lnTo>
                    <a:pt x="33781" y="0"/>
                  </a:lnTo>
                </a:path>
              </a:pathLst>
            </a:custGeom>
            <a:noFill/>
            <a:ln w="8472" cap="flat">
              <a:solidFill>
                <a:srgbClr val="17A3A3"/>
              </a:solidFill>
              <a:prstDash val="solid"/>
              <a:miter/>
            </a:ln>
          </p:spPr>
          <p:txBody>
            <a:bodyPr rtlCol="1" anchor="ctr"/>
            <a:lstStyle/>
            <a:p>
              <a:endParaRPr lang="ar-SA"/>
            </a:p>
          </p:txBody>
        </p:sp>
        <p:grpSp>
          <p:nvGrpSpPr>
            <p:cNvPr id="10418" name="رسم 8014">
              <a:extLst>
                <a:ext uri="{FF2B5EF4-FFF2-40B4-BE49-F238E27FC236}">
                  <a16:creationId xmlns:a16="http://schemas.microsoft.com/office/drawing/2014/main" id="{55FF4F63-8E3E-5F26-CDA6-8F78F2A9C6EA}"/>
                </a:ext>
              </a:extLst>
            </p:cNvPr>
            <p:cNvGrpSpPr/>
            <p:nvPr/>
          </p:nvGrpSpPr>
          <p:grpSpPr>
            <a:xfrm>
              <a:off x="5075971" y="4968095"/>
              <a:ext cx="161648" cy="55926"/>
              <a:chOff x="5075971" y="4968095"/>
              <a:chExt cx="161648" cy="55926"/>
            </a:xfrm>
          </p:grpSpPr>
          <p:sp>
            <p:nvSpPr>
              <p:cNvPr id="10421" name="شكل حر: شكل 11625">
                <a:extLst>
                  <a:ext uri="{FF2B5EF4-FFF2-40B4-BE49-F238E27FC236}">
                    <a16:creationId xmlns:a16="http://schemas.microsoft.com/office/drawing/2014/main" id="{0DFCD27F-FF72-325C-91A2-0801CE6D0B4C}"/>
                  </a:ext>
                </a:extLst>
              </p:cNvPr>
              <p:cNvSpPr/>
              <p:nvPr/>
            </p:nvSpPr>
            <p:spPr>
              <a:xfrm>
                <a:off x="5156781" y="4968095"/>
                <a:ext cx="2824" cy="14715"/>
              </a:xfrm>
              <a:custGeom>
                <a:avLst/>
                <a:gdLst>
                  <a:gd name="connsiteX0" fmla="*/ 0 w 2824"/>
                  <a:gd name="connsiteY0" fmla="*/ 14716 h 14715"/>
                  <a:gd name="connsiteX1" fmla="*/ 0 w 2824"/>
                  <a:gd name="connsiteY1" fmla="*/ 0 h 14715"/>
                </a:gdLst>
                <a:ahLst/>
                <a:cxnLst>
                  <a:cxn ang="0">
                    <a:pos x="connsiteX0" y="connsiteY0"/>
                  </a:cxn>
                  <a:cxn ang="0">
                    <a:pos x="connsiteX1" y="connsiteY1"/>
                  </a:cxn>
                </a:cxnLst>
                <a:rect l="l" t="t" r="r" b="b"/>
                <a:pathLst>
                  <a:path w="2824" h="14715">
                    <a:moveTo>
                      <a:pt x="0" y="14716"/>
                    </a:moveTo>
                    <a:lnTo>
                      <a:pt x="0" y="0"/>
                    </a:lnTo>
                  </a:path>
                </a:pathLst>
              </a:custGeom>
              <a:ln w="8472" cap="flat">
                <a:solidFill>
                  <a:srgbClr val="01355A"/>
                </a:solidFill>
                <a:prstDash val="solid"/>
                <a:miter/>
              </a:ln>
            </p:spPr>
            <p:txBody>
              <a:bodyPr rtlCol="1" anchor="ctr"/>
              <a:lstStyle/>
              <a:p>
                <a:endParaRPr lang="ar-SA"/>
              </a:p>
            </p:txBody>
          </p:sp>
          <p:sp>
            <p:nvSpPr>
              <p:cNvPr id="10422" name="شكل حر: شكل 11626">
                <a:extLst>
                  <a:ext uri="{FF2B5EF4-FFF2-40B4-BE49-F238E27FC236}">
                    <a16:creationId xmlns:a16="http://schemas.microsoft.com/office/drawing/2014/main" id="{CFDBC723-5604-9CB6-9547-9C54AB94E7D7}"/>
                  </a:ext>
                </a:extLst>
              </p:cNvPr>
              <p:cNvSpPr/>
              <p:nvPr/>
            </p:nvSpPr>
            <p:spPr>
              <a:xfrm>
                <a:off x="5124638" y="4974337"/>
                <a:ext cx="5055" cy="13840"/>
              </a:xfrm>
              <a:custGeom>
                <a:avLst/>
                <a:gdLst>
                  <a:gd name="connsiteX0" fmla="*/ 5056 w 5055"/>
                  <a:gd name="connsiteY0" fmla="*/ 13840 h 13840"/>
                  <a:gd name="connsiteX1" fmla="*/ 0 w 5055"/>
                  <a:gd name="connsiteY1" fmla="*/ 0 h 13840"/>
                </a:gdLst>
                <a:ahLst/>
                <a:cxnLst>
                  <a:cxn ang="0">
                    <a:pos x="connsiteX0" y="connsiteY0"/>
                  </a:cxn>
                  <a:cxn ang="0">
                    <a:pos x="connsiteX1" y="connsiteY1"/>
                  </a:cxn>
                </a:cxnLst>
                <a:rect l="l" t="t" r="r" b="b"/>
                <a:pathLst>
                  <a:path w="5055" h="13840">
                    <a:moveTo>
                      <a:pt x="5056" y="13840"/>
                    </a:moveTo>
                    <a:lnTo>
                      <a:pt x="0" y="0"/>
                    </a:lnTo>
                  </a:path>
                </a:pathLst>
              </a:custGeom>
              <a:ln w="8472" cap="flat">
                <a:solidFill>
                  <a:srgbClr val="01355A"/>
                </a:solidFill>
                <a:prstDash val="solid"/>
                <a:miter/>
              </a:ln>
            </p:spPr>
            <p:txBody>
              <a:bodyPr rtlCol="1" anchor="ctr"/>
              <a:lstStyle/>
              <a:p>
                <a:endParaRPr lang="ar-SA"/>
              </a:p>
            </p:txBody>
          </p:sp>
          <p:sp>
            <p:nvSpPr>
              <p:cNvPr id="10423" name="شكل حر: شكل 11627">
                <a:extLst>
                  <a:ext uri="{FF2B5EF4-FFF2-40B4-BE49-F238E27FC236}">
                    <a16:creationId xmlns:a16="http://schemas.microsoft.com/office/drawing/2014/main" id="{4C9EA0DE-B3D1-252F-6437-89C246C9AD9E}"/>
                  </a:ext>
                </a:extLst>
              </p:cNvPr>
              <p:cNvSpPr/>
              <p:nvPr/>
            </p:nvSpPr>
            <p:spPr>
              <a:xfrm>
                <a:off x="5096590" y="4991228"/>
                <a:ext cx="9462" cy="11269"/>
              </a:xfrm>
              <a:custGeom>
                <a:avLst/>
                <a:gdLst>
                  <a:gd name="connsiteX0" fmla="*/ 9462 w 9462"/>
                  <a:gd name="connsiteY0" fmla="*/ 11270 h 11269"/>
                  <a:gd name="connsiteX1" fmla="*/ 0 w 9462"/>
                  <a:gd name="connsiteY1" fmla="*/ 0 h 11269"/>
                </a:gdLst>
                <a:ahLst/>
                <a:cxnLst>
                  <a:cxn ang="0">
                    <a:pos x="connsiteX0" y="connsiteY0"/>
                  </a:cxn>
                  <a:cxn ang="0">
                    <a:pos x="connsiteX1" y="connsiteY1"/>
                  </a:cxn>
                </a:cxnLst>
                <a:rect l="l" t="t" r="r" b="b"/>
                <a:pathLst>
                  <a:path w="9462" h="11269">
                    <a:moveTo>
                      <a:pt x="9462" y="11270"/>
                    </a:moveTo>
                    <a:lnTo>
                      <a:pt x="0" y="0"/>
                    </a:lnTo>
                  </a:path>
                </a:pathLst>
              </a:custGeom>
              <a:ln w="8472" cap="flat">
                <a:solidFill>
                  <a:srgbClr val="01355A"/>
                </a:solidFill>
                <a:prstDash val="solid"/>
                <a:miter/>
              </a:ln>
            </p:spPr>
            <p:txBody>
              <a:bodyPr rtlCol="1" anchor="ctr"/>
              <a:lstStyle/>
              <a:p>
                <a:endParaRPr lang="ar-SA"/>
              </a:p>
            </p:txBody>
          </p:sp>
          <p:sp>
            <p:nvSpPr>
              <p:cNvPr id="10424" name="شكل حر: شكل 11628">
                <a:extLst>
                  <a:ext uri="{FF2B5EF4-FFF2-40B4-BE49-F238E27FC236}">
                    <a16:creationId xmlns:a16="http://schemas.microsoft.com/office/drawing/2014/main" id="{9B30B496-3EEE-8F3A-2F06-28B6E9D5E7AD}"/>
                  </a:ext>
                </a:extLst>
              </p:cNvPr>
              <p:cNvSpPr/>
              <p:nvPr/>
            </p:nvSpPr>
            <p:spPr>
              <a:xfrm>
                <a:off x="5075971" y="5016677"/>
                <a:ext cx="12766" cy="7343"/>
              </a:xfrm>
              <a:custGeom>
                <a:avLst/>
                <a:gdLst>
                  <a:gd name="connsiteX0" fmla="*/ 12767 w 12766"/>
                  <a:gd name="connsiteY0" fmla="*/ 7344 h 7343"/>
                  <a:gd name="connsiteX1" fmla="*/ 0 w 12766"/>
                  <a:gd name="connsiteY1" fmla="*/ 0 h 7343"/>
                </a:gdLst>
                <a:ahLst/>
                <a:cxnLst>
                  <a:cxn ang="0">
                    <a:pos x="connsiteX0" y="connsiteY0"/>
                  </a:cxn>
                  <a:cxn ang="0">
                    <a:pos x="connsiteX1" y="connsiteY1"/>
                  </a:cxn>
                </a:cxnLst>
                <a:rect l="l" t="t" r="r" b="b"/>
                <a:pathLst>
                  <a:path w="12766" h="7343">
                    <a:moveTo>
                      <a:pt x="12767" y="7344"/>
                    </a:moveTo>
                    <a:lnTo>
                      <a:pt x="0" y="0"/>
                    </a:lnTo>
                  </a:path>
                </a:pathLst>
              </a:custGeom>
              <a:ln w="8472" cap="flat">
                <a:solidFill>
                  <a:srgbClr val="01355A"/>
                </a:solidFill>
                <a:prstDash val="solid"/>
                <a:miter/>
              </a:ln>
            </p:spPr>
            <p:txBody>
              <a:bodyPr rtlCol="1" anchor="ctr"/>
              <a:lstStyle/>
              <a:p>
                <a:endParaRPr lang="ar-SA"/>
              </a:p>
            </p:txBody>
          </p:sp>
          <p:sp>
            <p:nvSpPr>
              <p:cNvPr id="10425" name="شكل حر: شكل 11629">
                <a:extLst>
                  <a:ext uri="{FF2B5EF4-FFF2-40B4-BE49-F238E27FC236}">
                    <a16:creationId xmlns:a16="http://schemas.microsoft.com/office/drawing/2014/main" id="{1BFB2842-B037-ED89-2DB4-10A24E876394}"/>
                  </a:ext>
                </a:extLst>
              </p:cNvPr>
              <p:cNvSpPr/>
              <p:nvPr/>
            </p:nvSpPr>
            <p:spPr>
              <a:xfrm>
                <a:off x="5183897" y="4974337"/>
                <a:ext cx="5055" cy="13840"/>
              </a:xfrm>
              <a:custGeom>
                <a:avLst/>
                <a:gdLst>
                  <a:gd name="connsiteX0" fmla="*/ 0 w 5055"/>
                  <a:gd name="connsiteY0" fmla="*/ 13840 h 13840"/>
                  <a:gd name="connsiteX1" fmla="*/ 5056 w 5055"/>
                  <a:gd name="connsiteY1" fmla="*/ 0 h 13840"/>
                </a:gdLst>
                <a:ahLst/>
                <a:cxnLst>
                  <a:cxn ang="0">
                    <a:pos x="connsiteX0" y="connsiteY0"/>
                  </a:cxn>
                  <a:cxn ang="0">
                    <a:pos x="connsiteX1" y="connsiteY1"/>
                  </a:cxn>
                </a:cxnLst>
                <a:rect l="l" t="t" r="r" b="b"/>
                <a:pathLst>
                  <a:path w="5055" h="13840">
                    <a:moveTo>
                      <a:pt x="0" y="13840"/>
                    </a:moveTo>
                    <a:lnTo>
                      <a:pt x="5056" y="0"/>
                    </a:lnTo>
                  </a:path>
                </a:pathLst>
              </a:custGeom>
              <a:ln w="8472" cap="flat">
                <a:solidFill>
                  <a:srgbClr val="01355A"/>
                </a:solidFill>
                <a:prstDash val="solid"/>
                <a:miter/>
              </a:ln>
            </p:spPr>
            <p:txBody>
              <a:bodyPr rtlCol="1" anchor="ctr"/>
              <a:lstStyle/>
              <a:p>
                <a:endParaRPr lang="ar-SA"/>
              </a:p>
            </p:txBody>
          </p:sp>
          <p:sp>
            <p:nvSpPr>
              <p:cNvPr id="10426" name="شكل حر: شكل 11630">
                <a:extLst>
                  <a:ext uri="{FF2B5EF4-FFF2-40B4-BE49-F238E27FC236}">
                    <a16:creationId xmlns:a16="http://schemas.microsoft.com/office/drawing/2014/main" id="{B2F461B0-7190-8197-8858-87332A087825}"/>
                  </a:ext>
                </a:extLst>
              </p:cNvPr>
              <p:cNvSpPr/>
              <p:nvPr/>
            </p:nvSpPr>
            <p:spPr>
              <a:xfrm>
                <a:off x="5207538" y="4991228"/>
                <a:ext cx="9462" cy="11269"/>
              </a:xfrm>
              <a:custGeom>
                <a:avLst/>
                <a:gdLst>
                  <a:gd name="connsiteX0" fmla="*/ 0 w 9462"/>
                  <a:gd name="connsiteY0" fmla="*/ 11270 h 11269"/>
                  <a:gd name="connsiteX1" fmla="*/ 9462 w 9462"/>
                  <a:gd name="connsiteY1" fmla="*/ 0 h 11269"/>
                </a:gdLst>
                <a:ahLst/>
                <a:cxnLst>
                  <a:cxn ang="0">
                    <a:pos x="connsiteX0" y="connsiteY0"/>
                  </a:cxn>
                  <a:cxn ang="0">
                    <a:pos x="connsiteX1" y="connsiteY1"/>
                  </a:cxn>
                </a:cxnLst>
                <a:rect l="l" t="t" r="r" b="b"/>
                <a:pathLst>
                  <a:path w="9462" h="11269">
                    <a:moveTo>
                      <a:pt x="0" y="11270"/>
                    </a:moveTo>
                    <a:lnTo>
                      <a:pt x="9462" y="0"/>
                    </a:lnTo>
                  </a:path>
                </a:pathLst>
              </a:custGeom>
              <a:ln w="8472" cap="flat">
                <a:solidFill>
                  <a:srgbClr val="01355A"/>
                </a:solidFill>
                <a:prstDash val="solid"/>
                <a:miter/>
              </a:ln>
            </p:spPr>
            <p:txBody>
              <a:bodyPr rtlCol="1" anchor="ctr"/>
              <a:lstStyle/>
              <a:p>
                <a:endParaRPr lang="ar-SA"/>
              </a:p>
            </p:txBody>
          </p:sp>
          <p:sp>
            <p:nvSpPr>
              <p:cNvPr id="10427" name="شكل حر: شكل 11631">
                <a:extLst>
                  <a:ext uri="{FF2B5EF4-FFF2-40B4-BE49-F238E27FC236}">
                    <a16:creationId xmlns:a16="http://schemas.microsoft.com/office/drawing/2014/main" id="{35F7EE9F-5987-0D02-D75F-D7DA66038FD4}"/>
                  </a:ext>
                </a:extLst>
              </p:cNvPr>
              <p:cNvSpPr/>
              <p:nvPr/>
            </p:nvSpPr>
            <p:spPr>
              <a:xfrm>
                <a:off x="5224853" y="5016677"/>
                <a:ext cx="12766" cy="7343"/>
              </a:xfrm>
              <a:custGeom>
                <a:avLst/>
                <a:gdLst>
                  <a:gd name="connsiteX0" fmla="*/ 0 w 12766"/>
                  <a:gd name="connsiteY0" fmla="*/ 7344 h 7343"/>
                  <a:gd name="connsiteX1" fmla="*/ 12767 w 12766"/>
                  <a:gd name="connsiteY1" fmla="*/ 0 h 7343"/>
                </a:gdLst>
                <a:ahLst/>
                <a:cxnLst>
                  <a:cxn ang="0">
                    <a:pos x="connsiteX0" y="connsiteY0"/>
                  </a:cxn>
                  <a:cxn ang="0">
                    <a:pos x="connsiteX1" y="connsiteY1"/>
                  </a:cxn>
                </a:cxnLst>
                <a:rect l="l" t="t" r="r" b="b"/>
                <a:pathLst>
                  <a:path w="12766" h="7343">
                    <a:moveTo>
                      <a:pt x="0" y="7344"/>
                    </a:moveTo>
                    <a:lnTo>
                      <a:pt x="12767" y="0"/>
                    </a:lnTo>
                  </a:path>
                </a:pathLst>
              </a:custGeom>
              <a:ln w="8472" cap="flat">
                <a:solidFill>
                  <a:srgbClr val="01355A"/>
                </a:solidFill>
                <a:prstDash val="solid"/>
                <a:miter/>
              </a:ln>
            </p:spPr>
            <p:txBody>
              <a:bodyPr rtlCol="1" anchor="ctr"/>
              <a:lstStyle/>
              <a:p>
                <a:endParaRPr lang="ar-SA"/>
              </a:p>
            </p:txBody>
          </p:sp>
        </p:grpSp>
        <p:sp>
          <p:nvSpPr>
            <p:cNvPr id="10419" name="شكل حر: شكل 11632">
              <a:extLst>
                <a:ext uri="{FF2B5EF4-FFF2-40B4-BE49-F238E27FC236}">
                  <a16:creationId xmlns:a16="http://schemas.microsoft.com/office/drawing/2014/main" id="{09E69E97-81ED-E493-A5C8-4AF1BD070668}"/>
                </a:ext>
              </a:extLst>
            </p:cNvPr>
            <p:cNvSpPr/>
            <p:nvPr/>
          </p:nvSpPr>
          <p:spPr>
            <a:xfrm>
              <a:off x="5156781" y="5206543"/>
              <a:ext cx="134250" cy="50825"/>
            </a:xfrm>
            <a:custGeom>
              <a:avLst/>
              <a:gdLst>
                <a:gd name="connsiteX0" fmla="*/ 134251 w 134250"/>
                <a:gd name="connsiteY0" fmla="*/ 12315 h 50825"/>
                <a:gd name="connsiteX1" fmla="*/ 78523 w 134250"/>
                <a:gd name="connsiteY1" fmla="*/ 49232 h 50825"/>
                <a:gd name="connsiteX2" fmla="*/ 3277 w 134250"/>
                <a:gd name="connsiteY2" fmla="*/ 12428 h 50825"/>
                <a:gd name="connsiteX3" fmla="*/ 0 w 134250"/>
                <a:gd name="connsiteY3" fmla="*/ 0 h 50825"/>
                <a:gd name="connsiteX4" fmla="*/ 0 w 134250"/>
                <a:gd name="connsiteY4" fmla="*/ 0 h 50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250" h="50825">
                  <a:moveTo>
                    <a:pt x="134251" y="12315"/>
                  </a:moveTo>
                  <a:cubicBezTo>
                    <a:pt x="122670" y="30449"/>
                    <a:pt x="104282" y="43498"/>
                    <a:pt x="78523" y="49232"/>
                  </a:cubicBezTo>
                  <a:cubicBezTo>
                    <a:pt x="48102" y="56011"/>
                    <a:pt x="16467" y="40674"/>
                    <a:pt x="3277" y="12428"/>
                  </a:cubicBezTo>
                  <a:cubicBezTo>
                    <a:pt x="1271" y="8163"/>
                    <a:pt x="0" y="3926"/>
                    <a:pt x="0" y="0"/>
                  </a:cubicBezTo>
                  <a:lnTo>
                    <a:pt x="0" y="0"/>
                  </a:lnTo>
                </a:path>
              </a:pathLst>
            </a:custGeom>
            <a:noFill/>
            <a:ln w="8472" cap="flat">
              <a:solidFill>
                <a:srgbClr val="17A3A3"/>
              </a:solidFill>
              <a:prstDash val="solid"/>
              <a:miter/>
            </a:ln>
          </p:spPr>
          <p:txBody>
            <a:bodyPr rtlCol="1" anchor="ctr"/>
            <a:lstStyle/>
            <a:p>
              <a:endParaRPr lang="ar-SA"/>
            </a:p>
          </p:txBody>
        </p:sp>
        <p:sp>
          <p:nvSpPr>
            <p:cNvPr id="10420" name="شكل حر: شكل 11633">
              <a:extLst>
                <a:ext uri="{FF2B5EF4-FFF2-40B4-BE49-F238E27FC236}">
                  <a16:creationId xmlns:a16="http://schemas.microsoft.com/office/drawing/2014/main" id="{38A0EF91-B22E-6280-8844-FD1D632B3C02}"/>
                </a:ext>
              </a:extLst>
            </p:cNvPr>
            <p:cNvSpPr/>
            <p:nvPr/>
          </p:nvSpPr>
          <p:spPr>
            <a:xfrm>
              <a:off x="5254937" y="5132766"/>
              <a:ext cx="105353" cy="86109"/>
            </a:xfrm>
            <a:custGeom>
              <a:avLst/>
              <a:gdLst>
                <a:gd name="connsiteX0" fmla="*/ 105353 w 105353"/>
                <a:gd name="connsiteY0" fmla="*/ 0 h 86109"/>
                <a:gd name="connsiteX1" fmla="*/ 105353 w 105353"/>
                <a:gd name="connsiteY1" fmla="*/ 18925 h 86109"/>
                <a:gd name="connsiteX2" fmla="*/ 62081 w 105353"/>
                <a:gd name="connsiteY2" fmla="*/ 82307 h 86109"/>
                <a:gd name="connsiteX3" fmla="*/ 53014 w 105353"/>
                <a:gd name="connsiteY3" fmla="*/ 84878 h 86109"/>
                <a:gd name="connsiteX4" fmla="*/ 22396 w 105353"/>
                <a:gd name="connsiteY4" fmla="*/ 82477 h 86109"/>
                <a:gd name="connsiteX5" fmla="*/ 1466 w 105353"/>
                <a:gd name="connsiteY5" fmla="*/ 60643 h 86109"/>
                <a:gd name="connsiteX6" fmla="*/ 22255 w 105353"/>
                <a:gd name="connsiteY6" fmla="*/ 24771 h 86109"/>
                <a:gd name="connsiteX7" fmla="*/ 30107 w 105353"/>
                <a:gd name="connsiteY7" fmla="*/ 25223 h 86109"/>
                <a:gd name="connsiteX8" fmla="*/ 48439 w 105353"/>
                <a:gd name="connsiteY8" fmla="*/ 55333 h 86109"/>
                <a:gd name="connsiteX9" fmla="*/ 44287 w 105353"/>
                <a:gd name="connsiteY9" fmla="*/ 72196 h 86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5353" h="86109">
                  <a:moveTo>
                    <a:pt x="105353" y="0"/>
                  </a:moveTo>
                  <a:lnTo>
                    <a:pt x="105353" y="18925"/>
                  </a:lnTo>
                  <a:cubicBezTo>
                    <a:pt x="105353" y="46944"/>
                    <a:pt x="88406" y="72704"/>
                    <a:pt x="62081" y="82307"/>
                  </a:cubicBezTo>
                  <a:cubicBezTo>
                    <a:pt x="59115" y="83381"/>
                    <a:pt x="56065" y="84256"/>
                    <a:pt x="53014" y="84878"/>
                  </a:cubicBezTo>
                  <a:cubicBezTo>
                    <a:pt x="42818" y="86968"/>
                    <a:pt x="31972" y="86544"/>
                    <a:pt x="22396" y="82477"/>
                  </a:cubicBezTo>
                  <a:cubicBezTo>
                    <a:pt x="12821" y="78409"/>
                    <a:pt x="4686" y="70529"/>
                    <a:pt x="1466" y="60643"/>
                  </a:cubicBezTo>
                  <a:cubicBezTo>
                    <a:pt x="-3364" y="45927"/>
                    <a:pt x="3782" y="27088"/>
                    <a:pt x="22255" y="24771"/>
                  </a:cubicBezTo>
                  <a:cubicBezTo>
                    <a:pt x="24854" y="24432"/>
                    <a:pt x="27537" y="24545"/>
                    <a:pt x="30107" y="25223"/>
                  </a:cubicBezTo>
                  <a:cubicBezTo>
                    <a:pt x="43580" y="28726"/>
                    <a:pt x="48664" y="42707"/>
                    <a:pt x="48439" y="55333"/>
                  </a:cubicBezTo>
                  <a:cubicBezTo>
                    <a:pt x="48354" y="60558"/>
                    <a:pt x="46913" y="66292"/>
                    <a:pt x="44287" y="72196"/>
                  </a:cubicBezTo>
                </a:path>
              </a:pathLst>
            </a:custGeom>
            <a:noFill/>
            <a:ln w="8472" cap="flat">
              <a:solidFill>
                <a:srgbClr val="17A3A3"/>
              </a:solidFill>
              <a:prstDash val="solid"/>
              <a:miter/>
            </a:ln>
          </p:spPr>
          <p:txBody>
            <a:bodyPr rtlCol="1" anchor="ctr"/>
            <a:lstStyle/>
            <a:p>
              <a:endParaRPr lang="ar-SA"/>
            </a:p>
          </p:txBody>
        </p:sp>
      </p:grpSp>
      <p:grpSp>
        <p:nvGrpSpPr>
          <p:cNvPr id="10428" name="رسم 8014">
            <a:extLst>
              <a:ext uri="{FF2B5EF4-FFF2-40B4-BE49-F238E27FC236}">
                <a16:creationId xmlns:a16="http://schemas.microsoft.com/office/drawing/2014/main" id="{EA13A3A8-8991-633D-D2C8-7DBBACC4D756}"/>
              </a:ext>
            </a:extLst>
          </p:cNvPr>
          <p:cNvGrpSpPr/>
          <p:nvPr/>
        </p:nvGrpSpPr>
        <p:grpSpPr>
          <a:xfrm>
            <a:off x="5896637" y="5293245"/>
            <a:ext cx="303587" cy="291277"/>
            <a:chOff x="6129678" y="4900304"/>
            <a:chExt cx="362877" cy="369551"/>
          </a:xfrm>
          <a:noFill/>
        </p:grpSpPr>
        <p:sp>
          <p:nvSpPr>
            <p:cNvPr id="10429" name="شكل حر: شكل 11635">
              <a:extLst>
                <a:ext uri="{FF2B5EF4-FFF2-40B4-BE49-F238E27FC236}">
                  <a16:creationId xmlns:a16="http://schemas.microsoft.com/office/drawing/2014/main" id="{A33001B9-BD6B-89C4-AA43-CCCA807CFA3B}"/>
                </a:ext>
              </a:extLst>
            </p:cNvPr>
            <p:cNvSpPr/>
            <p:nvPr/>
          </p:nvSpPr>
          <p:spPr>
            <a:xfrm>
              <a:off x="6311089" y="4900304"/>
              <a:ext cx="154389" cy="188794"/>
            </a:xfrm>
            <a:custGeom>
              <a:avLst/>
              <a:gdLst>
                <a:gd name="connsiteX0" fmla="*/ 111965 w 154389"/>
                <a:gd name="connsiteY0" fmla="*/ 188795 h 188794"/>
                <a:gd name="connsiteX1" fmla="*/ 154390 w 154389"/>
                <a:gd name="connsiteY1" fmla="*/ 186648 h 188794"/>
                <a:gd name="connsiteX2" fmla="*/ 138657 w 154389"/>
                <a:gd name="connsiteY2" fmla="*/ 369 h 188794"/>
                <a:gd name="connsiteX3" fmla="*/ 0 w 154389"/>
                <a:gd name="connsiteY3" fmla="*/ 50505 h 188794"/>
              </a:gdLst>
              <a:ahLst/>
              <a:cxnLst>
                <a:cxn ang="0">
                  <a:pos x="connsiteX0" y="connsiteY0"/>
                </a:cxn>
                <a:cxn ang="0">
                  <a:pos x="connsiteX1" y="connsiteY1"/>
                </a:cxn>
                <a:cxn ang="0">
                  <a:pos x="connsiteX2" y="connsiteY2"/>
                </a:cxn>
                <a:cxn ang="0">
                  <a:pos x="connsiteX3" y="connsiteY3"/>
                </a:cxn>
              </a:cxnLst>
              <a:rect l="l" t="t" r="r" b="b"/>
              <a:pathLst>
                <a:path w="154389" h="188794">
                  <a:moveTo>
                    <a:pt x="111965" y="188795"/>
                  </a:moveTo>
                  <a:cubicBezTo>
                    <a:pt x="124930" y="187297"/>
                    <a:pt x="139081" y="186507"/>
                    <a:pt x="154390" y="186648"/>
                  </a:cubicBezTo>
                  <a:lnTo>
                    <a:pt x="138657" y="369"/>
                  </a:lnTo>
                  <a:cubicBezTo>
                    <a:pt x="36917" y="-5026"/>
                    <a:pt x="0" y="50505"/>
                    <a:pt x="0" y="50505"/>
                  </a:cubicBezTo>
                </a:path>
              </a:pathLst>
            </a:custGeom>
            <a:noFill/>
            <a:ln w="8472" cap="flat">
              <a:solidFill>
                <a:srgbClr val="01355A"/>
              </a:solidFill>
              <a:prstDash val="solid"/>
              <a:miter/>
            </a:ln>
          </p:spPr>
          <p:txBody>
            <a:bodyPr rtlCol="1" anchor="ctr"/>
            <a:lstStyle/>
            <a:p>
              <a:endParaRPr lang="ar-SA"/>
            </a:p>
          </p:txBody>
        </p:sp>
        <p:sp>
          <p:nvSpPr>
            <p:cNvPr id="10430" name="شكل حر: شكل 11636">
              <a:extLst>
                <a:ext uri="{FF2B5EF4-FFF2-40B4-BE49-F238E27FC236}">
                  <a16:creationId xmlns:a16="http://schemas.microsoft.com/office/drawing/2014/main" id="{F16C4CCA-0C66-7C7F-0943-42BA6D8A4EA9}"/>
                </a:ext>
              </a:extLst>
            </p:cNvPr>
            <p:cNvSpPr/>
            <p:nvPr/>
          </p:nvSpPr>
          <p:spPr>
            <a:xfrm>
              <a:off x="6156727" y="4900304"/>
              <a:ext cx="154389" cy="188427"/>
            </a:xfrm>
            <a:custGeom>
              <a:avLst/>
              <a:gdLst>
                <a:gd name="connsiteX0" fmla="*/ 39092 w 154389"/>
                <a:gd name="connsiteY0" fmla="*/ 188427 h 188427"/>
                <a:gd name="connsiteX1" fmla="*/ 0 w 154389"/>
                <a:gd name="connsiteY1" fmla="*/ 186648 h 188427"/>
                <a:gd name="connsiteX2" fmla="*/ 15733 w 154389"/>
                <a:gd name="connsiteY2" fmla="*/ 369 h 188427"/>
                <a:gd name="connsiteX3" fmla="*/ 154390 w 154389"/>
                <a:gd name="connsiteY3" fmla="*/ 50505 h 188427"/>
                <a:gd name="connsiteX4" fmla="*/ 154390 w 154389"/>
                <a:gd name="connsiteY4" fmla="*/ 109566 h 188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89" h="188427">
                  <a:moveTo>
                    <a:pt x="39092" y="188427"/>
                  </a:moveTo>
                  <a:cubicBezTo>
                    <a:pt x="27031" y="187185"/>
                    <a:pt x="14010" y="186507"/>
                    <a:pt x="0" y="186648"/>
                  </a:cubicBezTo>
                  <a:lnTo>
                    <a:pt x="15733" y="369"/>
                  </a:lnTo>
                  <a:cubicBezTo>
                    <a:pt x="117473" y="-5026"/>
                    <a:pt x="154390" y="50505"/>
                    <a:pt x="154390" y="50505"/>
                  </a:cubicBezTo>
                  <a:lnTo>
                    <a:pt x="154390" y="109566"/>
                  </a:lnTo>
                </a:path>
              </a:pathLst>
            </a:custGeom>
            <a:noFill/>
            <a:ln w="8472" cap="flat">
              <a:solidFill>
                <a:srgbClr val="01355A"/>
              </a:solidFill>
              <a:prstDash val="solid"/>
              <a:miter/>
            </a:ln>
          </p:spPr>
          <p:txBody>
            <a:bodyPr rtlCol="1" anchor="ctr"/>
            <a:lstStyle/>
            <a:p>
              <a:endParaRPr lang="ar-SA"/>
            </a:p>
          </p:txBody>
        </p:sp>
        <p:sp>
          <p:nvSpPr>
            <p:cNvPr id="10431" name="شكل حر: شكل 11637">
              <a:extLst>
                <a:ext uri="{FF2B5EF4-FFF2-40B4-BE49-F238E27FC236}">
                  <a16:creationId xmlns:a16="http://schemas.microsoft.com/office/drawing/2014/main" id="{57B1402C-FF17-E683-407F-0A5E5D7FD5D3}"/>
                </a:ext>
              </a:extLst>
            </p:cNvPr>
            <p:cNvSpPr/>
            <p:nvPr/>
          </p:nvSpPr>
          <p:spPr>
            <a:xfrm>
              <a:off x="6129678" y="4921305"/>
              <a:ext cx="59983" cy="191228"/>
            </a:xfrm>
            <a:custGeom>
              <a:avLst/>
              <a:gdLst>
                <a:gd name="connsiteX0" fmla="*/ 59983 w 59983"/>
                <a:gd name="connsiteY0" fmla="*/ 190871 h 191228"/>
                <a:gd name="connsiteX1" fmla="*/ 14254 w 59983"/>
                <a:gd name="connsiteY1" fmla="*/ 191125 h 191228"/>
                <a:gd name="connsiteX2" fmla="*/ 46 w 59983"/>
                <a:gd name="connsiteY2" fmla="*/ 177482 h 191228"/>
                <a:gd name="connsiteX3" fmla="*/ 13915 w 59983"/>
                <a:gd name="connsiteY3" fmla="*/ 11625 h 191228"/>
                <a:gd name="connsiteX4" fmla="*/ 27077 w 59983"/>
                <a:gd name="connsiteY4" fmla="*/ 16 h 191228"/>
                <a:gd name="connsiteX5" fmla="*/ 40720 w 59983"/>
                <a:gd name="connsiteY5" fmla="*/ 2389 h 191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983" h="191228">
                  <a:moveTo>
                    <a:pt x="59983" y="190871"/>
                  </a:moveTo>
                  <a:cubicBezTo>
                    <a:pt x="40352" y="188893"/>
                    <a:pt x="24789" y="189769"/>
                    <a:pt x="14254" y="191125"/>
                  </a:cubicBezTo>
                  <a:cubicBezTo>
                    <a:pt x="6260" y="192142"/>
                    <a:pt x="-632" y="185532"/>
                    <a:pt x="46" y="177482"/>
                  </a:cubicBezTo>
                  <a:lnTo>
                    <a:pt x="13915" y="11625"/>
                  </a:lnTo>
                  <a:cubicBezTo>
                    <a:pt x="14480" y="4846"/>
                    <a:pt x="20270" y="-323"/>
                    <a:pt x="27077" y="16"/>
                  </a:cubicBezTo>
                  <a:cubicBezTo>
                    <a:pt x="32274" y="270"/>
                    <a:pt x="37839" y="892"/>
                    <a:pt x="40720" y="2389"/>
                  </a:cubicBezTo>
                </a:path>
              </a:pathLst>
            </a:custGeom>
            <a:noFill/>
            <a:ln w="8472" cap="flat">
              <a:solidFill>
                <a:srgbClr val="01355A"/>
              </a:solidFill>
              <a:prstDash val="solid"/>
              <a:miter/>
            </a:ln>
          </p:spPr>
          <p:txBody>
            <a:bodyPr rtlCol="1" anchor="ctr"/>
            <a:lstStyle/>
            <a:p>
              <a:endParaRPr lang="ar-SA"/>
            </a:p>
          </p:txBody>
        </p:sp>
        <p:sp>
          <p:nvSpPr>
            <p:cNvPr id="10432" name="شكل حر: شكل 11638">
              <a:extLst>
                <a:ext uri="{FF2B5EF4-FFF2-40B4-BE49-F238E27FC236}">
                  <a16:creationId xmlns:a16="http://schemas.microsoft.com/office/drawing/2014/main" id="{AF3881B4-C372-85EA-2DC6-E35557D77744}"/>
                </a:ext>
              </a:extLst>
            </p:cNvPr>
            <p:cNvSpPr/>
            <p:nvPr/>
          </p:nvSpPr>
          <p:spPr>
            <a:xfrm>
              <a:off x="6429183" y="4921307"/>
              <a:ext cx="63372" cy="191235"/>
            </a:xfrm>
            <a:custGeom>
              <a:avLst/>
              <a:gdLst>
                <a:gd name="connsiteX0" fmla="*/ 22653 w 63372"/>
                <a:gd name="connsiteY0" fmla="*/ 2386 h 191235"/>
                <a:gd name="connsiteX1" fmla="*/ 36296 w 63372"/>
                <a:gd name="connsiteY1" fmla="*/ 13 h 191235"/>
                <a:gd name="connsiteX2" fmla="*/ 49458 w 63372"/>
                <a:gd name="connsiteY2" fmla="*/ 11622 h 191235"/>
                <a:gd name="connsiteX3" fmla="*/ 63326 w 63372"/>
                <a:gd name="connsiteY3" fmla="*/ 177480 h 191235"/>
                <a:gd name="connsiteX4" fmla="*/ 49119 w 63372"/>
                <a:gd name="connsiteY4" fmla="*/ 191122 h 191235"/>
                <a:gd name="connsiteX5" fmla="*/ 0 w 63372"/>
                <a:gd name="connsiteY5" fmla="*/ 191235 h 191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372" h="191235">
                  <a:moveTo>
                    <a:pt x="22653" y="2386"/>
                  </a:moveTo>
                  <a:cubicBezTo>
                    <a:pt x="25534" y="889"/>
                    <a:pt x="31098" y="268"/>
                    <a:pt x="36296" y="13"/>
                  </a:cubicBezTo>
                  <a:cubicBezTo>
                    <a:pt x="43074" y="-297"/>
                    <a:pt x="48893" y="4872"/>
                    <a:pt x="49458" y="11622"/>
                  </a:cubicBezTo>
                  <a:lnTo>
                    <a:pt x="63326" y="177480"/>
                  </a:lnTo>
                  <a:cubicBezTo>
                    <a:pt x="64004" y="185530"/>
                    <a:pt x="57113" y="192139"/>
                    <a:pt x="49119" y="191122"/>
                  </a:cubicBezTo>
                  <a:cubicBezTo>
                    <a:pt x="37990" y="189710"/>
                    <a:pt x="21241" y="188778"/>
                    <a:pt x="0" y="191235"/>
                  </a:cubicBezTo>
                </a:path>
              </a:pathLst>
            </a:custGeom>
            <a:noFill/>
            <a:ln w="8472" cap="flat">
              <a:solidFill>
                <a:srgbClr val="01355A"/>
              </a:solidFill>
              <a:prstDash val="solid"/>
              <a:miter/>
            </a:ln>
          </p:spPr>
          <p:txBody>
            <a:bodyPr rtlCol="1" anchor="ctr"/>
            <a:lstStyle/>
            <a:p>
              <a:endParaRPr lang="ar-SA"/>
            </a:p>
          </p:txBody>
        </p:sp>
        <p:sp>
          <p:nvSpPr>
            <p:cNvPr id="10433" name="شكل حر: شكل 11639">
              <a:extLst>
                <a:ext uri="{FF2B5EF4-FFF2-40B4-BE49-F238E27FC236}">
                  <a16:creationId xmlns:a16="http://schemas.microsoft.com/office/drawing/2014/main" id="{435C248C-2A31-EB89-9B49-BB23DA48838E}"/>
                </a:ext>
              </a:extLst>
            </p:cNvPr>
            <p:cNvSpPr/>
            <p:nvPr/>
          </p:nvSpPr>
          <p:spPr>
            <a:xfrm rot="-478201">
              <a:off x="6216445" y="5038586"/>
              <a:ext cx="185459" cy="185459"/>
            </a:xfrm>
            <a:custGeom>
              <a:avLst/>
              <a:gdLst>
                <a:gd name="connsiteX0" fmla="*/ 185460 w 185459"/>
                <a:gd name="connsiteY0" fmla="*/ 92730 h 185459"/>
                <a:gd name="connsiteX1" fmla="*/ 92730 w 185459"/>
                <a:gd name="connsiteY1" fmla="*/ 185460 h 185459"/>
                <a:gd name="connsiteX2" fmla="*/ 0 w 185459"/>
                <a:gd name="connsiteY2" fmla="*/ 92730 h 185459"/>
                <a:gd name="connsiteX3" fmla="*/ 92730 w 185459"/>
                <a:gd name="connsiteY3" fmla="*/ 0 h 185459"/>
                <a:gd name="connsiteX4" fmla="*/ 185460 w 185459"/>
                <a:gd name="connsiteY4" fmla="*/ 92730 h 1854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459" h="185459">
                  <a:moveTo>
                    <a:pt x="185460" y="92730"/>
                  </a:moveTo>
                  <a:cubicBezTo>
                    <a:pt x="185460" y="143943"/>
                    <a:pt x="143943" y="185460"/>
                    <a:pt x="92730" y="185460"/>
                  </a:cubicBezTo>
                  <a:cubicBezTo>
                    <a:pt x="41517" y="185460"/>
                    <a:pt x="0" y="143943"/>
                    <a:pt x="0" y="92730"/>
                  </a:cubicBezTo>
                  <a:cubicBezTo>
                    <a:pt x="0" y="41517"/>
                    <a:pt x="41517" y="0"/>
                    <a:pt x="92730" y="0"/>
                  </a:cubicBezTo>
                  <a:cubicBezTo>
                    <a:pt x="143943" y="0"/>
                    <a:pt x="185460" y="41517"/>
                    <a:pt x="185460" y="92730"/>
                  </a:cubicBezTo>
                  <a:close/>
                </a:path>
              </a:pathLst>
            </a:custGeom>
            <a:noFill/>
            <a:ln w="8472" cap="flat">
              <a:solidFill>
                <a:srgbClr val="17A3A3"/>
              </a:solidFill>
              <a:prstDash val="solid"/>
              <a:miter/>
            </a:ln>
          </p:spPr>
          <p:txBody>
            <a:bodyPr rtlCol="1" anchor="ctr"/>
            <a:lstStyle/>
            <a:p>
              <a:endParaRPr lang="ar-SA"/>
            </a:p>
          </p:txBody>
        </p:sp>
        <p:sp>
          <p:nvSpPr>
            <p:cNvPr id="10434" name="شكل حر: شكل 11640">
              <a:extLst>
                <a:ext uri="{FF2B5EF4-FFF2-40B4-BE49-F238E27FC236}">
                  <a16:creationId xmlns:a16="http://schemas.microsoft.com/office/drawing/2014/main" id="{6C1CDC14-550B-3A4A-468B-725A58354765}"/>
                </a:ext>
              </a:extLst>
            </p:cNvPr>
            <p:cNvSpPr/>
            <p:nvPr/>
          </p:nvSpPr>
          <p:spPr>
            <a:xfrm>
              <a:off x="6319675" y="5141353"/>
              <a:ext cx="106146" cy="106146"/>
            </a:xfrm>
            <a:custGeom>
              <a:avLst/>
              <a:gdLst>
                <a:gd name="connsiteX0" fmla="*/ 0 w 106146"/>
                <a:gd name="connsiteY0" fmla="*/ 106146 h 106146"/>
                <a:gd name="connsiteX1" fmla="*/ 106147 w 106146"/>
                <a:gd name="connsiteY1" fmla="*/ 0 h 106146"/>
              </a:gdLst>
              <a:ahLst/>
              <a:cxnLst>
                <a:cxn ang="0">
                  <a:pos x="connsiteX0" y="connsiteY0"/>
                </a:cxn>
                <a:cxn ang="0">
                  <a:pos x="connsiteX1" y="connsiteY1"/>
                </a:cxn>
              </a:cxnLst>
              <a:rect l="l" t="t" r="r" b="b"/>
              <a:pathLst>
                <a:path w="106146" h="106146">
                  <a:moveTo>
                    <a:pt x="0" y="106146"/>
                  </a:moveTo>
                  <a:cubicBezTo>
                    <a:pt x="58638" y="106146"/>
                    <a:pt x="106147" y="58609"/>
                    <a:pt x="106147" y="0"/>
                  </a:cubicBezTo>
                </a:path>
              </a:pathLst>
            </a:custGeom>
            <a:noFill/>
            <a:ln w="8472" cap="flat">
              <a:solidFill>
                <a:srgbClr val="17A3A3"/>
              </a:solidFill>
              <a:prstDash val="solid"/>
              <a:miter/>
            </a:ln>
          </p:spPr>
          <p:txBody>
            <a:bodyPr rtlCol="1" anchor="ctr"/>
            <a:lstStyle/>
            <a:p>
              <a:endParaRPr lang="ar-SA"/>
            </a:p>
          </p:txBody>
        </p:sp>
        <p:sp>
          <p:nvSpPr>
            <p:cNvPr id="10435" name="شكل حر: شكل 11641">
              <a:extLst>
                <a:ext uri="{FF2B5EF4-FFF2-40B4-BE49-F238E27FC236}">
                  <a16:creationId xmlns:a16="http://schemas.microsoft.com/office/drawing/2014/main" id="{EB1F7C47-296D-4222-0843-543C0E1E0D15}"/>
                </a:ext>
              </a:extLst>
            </p:cNvPr>
            <p:cNvSpPr/>
            <p:nvPr/>
          </p:nvSpPr>
          <p:spPr>
            <a:xfrm>
              <a:off x="6385544" y="5207221"/>
              <a:ext cx="62634" cy="62634"/>
            </a:xfrm>
            <a:custGeom>
              <a:avLst/>
              <a:gdLst>
                <a:gd name="connsiteX0" fmla="*/ 17343 w 62634"/>
                <a:gd name="connsiteY0" fmla="*/ 0 h 62634"/>
                <a:gd name="connsiteX1" fmla="*/ 59033 w 62634"/>
                <a:gd name="connsiteY1" fmla="*/ 41690 h 62634"/>
                <a:gd name="connsiteX2" fmla="*/ 59033 w 62634"/>
                <a:gd name="connsiteY2" fmla="*/ 59033 h 62634"/>
                <a:gd name="connsiteX3" fmla="*/ 59033 w 62634"/>
                <a:gd name="connsiteY3" fmla="*/ 59033 h 62634"/>
                <a:gd name="connsiteX4" fmla="*/ 41690 w 62634"/>
                <a:gd name="connsiteY4" fmla="*/ 59033 h 62634"/>
                <a:gd name="connsiteX5" fmla="*/ 0 w 62634"/>
                <a:gd name="connsiteY5" fmla="*/ 17342 h 62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634" h="62634">
                  <a:moveTo>
                    <a:pt x="17343" y="0"/>
                  </a:moveTo>
                  <a:lnTo>
                    <a:pt x="59033" y="41690"/>
                  </a:lnTo>
                  <a:cubicBezTo>
                    <a:pt x="63835" y="46492"/>
                    <a:pt x="63835" y="54259"/>
                    <a:pt x="59033" y="59033"/>
                  </a:cubicBezTo>
                  <a:lnTo>
                    <a:pt x="59033" y="59033"/>
                  </a:lnTo>
                  <a:cubicBezTo>
                    <a:pt x="54231" y="63835"/>
                    <a:pt x="46464" y="63835"/>
                    <a:pt x="41690" y="59033"/>
                  </a:cubicBezTo>
                  <a:lnTo>
                    <a:pt x="0" y="17342"/>
                  </a:lnTo>
                </a:path>
              </a:pathLst>
            </a:custGeom>
            <a:noFill/>
            <a:ln w="8472" cap="flat">
              <a:solidFill>
                <a:srgbClr val="17A3A3"/>
              </a:solidFill>
              <a:prstDash val="solid"/>
              <a:miter/>
            </a:ln>
          </p:spPr>
          <p:txBody>
            <a:bodyPr rtlCol="1" anchor="ctr"/>
            <a:lstStyle/>
            <a:p>
              <a:endParaRPr lang="ar-SA"/>
            </a:p>
          </p:txBody>
        </p:sp>
        <p:sp>
          <p:nvSpPr>
            <p:cNvPr id="10436" name="شكل حر: شكل 11642">
              <a:extLst>
                <a:ext uri="{FF2B5EF4-FFF2-40B4-BE49-F238E27FC236}">
                  <a16:creationId xmlns:a16="http://schemas.microsoft.com/office/drawing/2014/main" id="{6D35144E-B244-2B55-19BF-6496F6125592}"/>
                </a:ext>
              </a:extLst>
            </p:cNvPr>
            <p:cNvSpPr/>
            <p:nvPr/>
          </p:nvSpPr>
          <p:spPr>
            <a:xfrm>
              <a:off x="6275782" y="5073255"/>
              <a:ext cx="67139" cy="101116"/>
            </a:xfrm>
            <a:custGeom>
              <a:avLst/>
              <a:gdLst>
                <a:gd name="connsiteX0" fmla="*/ 0 w 67139"/>
                <a:gd name="connsiteY0" fmla="*/ 33553 h 101116"/>
                <a:gd name="connsiteX1" fmla="*/ 35956 w 67139"/>
                <a:gd name="connsiteY1" fmla="*/ 83 h 101116"/>
                <a:gd name="connsiteX2" fmla="*/ 67055 w 67139"/>
                <a:gd name="connsiteY2" fmla="*/ 31181 h 101116"/>
                <a:gd name="connsiteX3" fmla="*/ 57621 w 67139"/>
                <a:gd name="connsiteY3" fmla="*/ 56997 h 101116"/>
                <a:gd name="connsiteX4" fmla="*/ 33584 w 67139"/>
                <a:gd name="connsiteY4" fmla="*/ 101117 h 101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139" h="101116">
                  <a:moveTo>
                    <a:pt x="0" y="33553"/>
                  </a:moveTo>
                  <a:cubicBezTo>
                    <a:pt x="0" y="14234"/>
                    <a:pt x="16326" y="-1273"/>
                    <a:pt x="35956" y="83"/>
                  </a:cubicBezTo>
                  <a:cubicBezTo>
                    <a:pt x="52508" y="1213"/>
                    <a:pt x="65925" y="14629"/>
                    <a:pt x="67055" y="31181"/>
                  </a:cubicBezTo>
                  <a:cubicBezTo>
                    <a:pt x="67761" y="41236"/>
                    <a:pt x="64004" y="50416"/>
                    <a:pt x="57621" y="56997"/>
                  </a:cubicBezTo>
                  <a:cubicBezTo>
                    <a:pt x="40108" y="74961"/>
                    <a:pt x="34770" y="75639"/>
                    <a:pt x="33584" y="101117"/>
                  </a:cubicBezTo>
                </a:path>
              </a:pathLst>
            </a:custGeom>
            <a:noFill/>
            <a:ln w="8472" cap="flat">
              <a:solidFill>
                <a:srgbClr val="17A3A3"/>
              </a:solidFill>
              <a:prstDash val="solid"/>
              <a:miter/>
            </a:ln>
          </p:spPr>
          <p:txBody>
            <a:bodyPr rtlCol="1" anchor="ctr"/>
            <a:lstStyle/>
            <a:p>
              <a:endParaRPr lang="ar-SA"/>
            </a:p>
          </p:txBody>
        </p:sp>
        <p:sp>
          <p:nvSpPr>
            <p:cNvPr id="10437" name="شكل حر: شكل 11643">
              <a:extLst>
                <a:ext uri="{FF2B5EF4-FFF2-40B4-BE49-F238E27FC236}">
                  <a16:creationId xmlns:a16="http://schemas.microsoft.com/office/drawing/2014/main" id="{67406243-C0B5-4319-CF21-3766A31F6849}"/>
                </a:ext>
              </a:extLst>
            </p:cNvPr>
            <p:cNvSpPr/>
            <p:nvPr/>
          </p:nvSpPr>
          <p:spPr>
            <a:xfrm>
              <a:off x="6307925" y="5188410"/>
              <a:ext cx="2881" cy="2881"/>
            </a:xfrm>
            <a:custGeom>
              <a:avLst/>
              <a:gdLst>
                <a:gd name="connsiteX0" fmla="*/ 2881 w 2881"/>
                <a:gd name="connsiteY0" fmla="*/ 1441 h 2881"/>
                <a:gd name="connsiteX1" fmla="*/ 1441 w 2881"/>
                <a:gd name="connsiteY1" fmla="*/ 2881 h 2881"/>
                <a:gd name="connsiteX2" fmla="*/ 0 w 2881"/>
                <a:gd name="connsiteY2" fmla="*/ 1441 h 2881"/>
                <a:gd name="connsiteX3" fmla="*/ 1441 w 2881"/>
                <a:gd name="connsiteY3" fmla="*/ 0 h 2881"/>
                <a:gd name="connsiteX4" fmla="*/ 2881 w 2881"/>
                <a:gd name="connsiteY4" fmla="*/ 1441 h 2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1" h="2881">
                  <a:moveTo>
                    <a:pt x="2881" y="1441"/>
                  </a:moveTo>
                  <a:cubicBezTo>
                    <a:pt x="2881" y="2236"/>
                    <a:pt x="2236" y="2881"/>
                    <a:pt x="1441" y="2881"/>
                  </a:cubicBezTo>
                  <a:cubicBezTo>
                    <a:pt x="645" y="2881"/>
                    <a:pt x="0" y="2236"/>
                    <a:pt x="0" y="1441"/>
                  </a:cubicBezTo>
                  <a:cubicBezTo>
                    <a:pt x="0" y="645"/>
                    <a:pt x="645" y="0"/>
                    <a:pt x="1441" y="0"/>
                  </a:cubicBezTo>
                  <a:cubicBezTo>
                    <a:pt x="2236" y="0"/>
                    <a:pt x="2881" y="645"/>
                    <a:pt x="2881" y="1441"/>
                  </a:cubicBezTo>
                  <a:close/>
                </a:path>
              </a:pathLst>
            </a:custGeom>
            <a:noFill/>
            <a:ln w="8472" cap="flat">
              <a:solidFill>
                <a:srgbClr val="17A3A3"/>
              </a:solidFill>
              <a:prstDash val="solid"/>
              <a:miter/>
            </a:ln>
          </p:spPr>
          <p:txBody>
            <a:bodyPr rtlCol="1" anchor="ctr"/>
            <a:lstStyle/>
            <a:p>
              <a:endParaRPr lang="ar-SA"/>
            </a:p>
          </p:txBody>
        </p:sp>
      </p:grpSp>
      <p:grpSp>
        <p:nvGrpSpPr>
          <p:cNvPr id="10438" name="رسم 8014">
            <a:extLst>
              <a:ext uri="{FF2B5EF4-FFF2-40B4-BE49-F238E27FC236}">
                <a16:creationId xmlns:a16="http://schemas.microsoft.com/office/drawing/2014/main" id="{18311CD2-93B3-02F6-7657-5E0496E5A39E}"/>
              </a:ext>
            </a:extLst>
          </p:cNvPr>
          <p:cNvGrpSpPr/>
          <p:nvPr/>
        </p:nvGrpSpPr>
        <p:grpSpPr>
          <a:xfrm>
            <a:off x="7685075" y="4882008"/>
            <a:ext cx="247954" cy="279042"/>
            <a:chOff x="8267398" y="4378556"/>
            <a:chExt cx="296379" cy="354028"/>
          </a:xfrm>
          <a:noFill/>
        </p:grpSpPr>
        <p:sp>
          <p:nvSpPr>
            <p:cNvPr id="10439" name="شكل حر: شكل 11645">
              <a:extLst>
                <a:ext uri="{FF2B5EF4-FFF2-40B4-BE49-F238E27FC236}">
                  <a16:creationId xmlns:a16="http://schemas.microsoft.com/office/drawing/2014/main" id="{C1FBDF8B-6BFE-7373-535A-EF789090A20B}"/>
                </a:ext>
              </a:extLst>
            </p:cNvPr>
            <p:cNvSpPr/>
            <p:nvPr/>
          </p:nvSpPr>
          <p:spPr>
            <a:xfrm>
              <a:off x="8320274" y="4378556"/>
              <a:ext cx="40221" cy="82137"/>
            </a:xfrm>
            <a:custGeom>
              <a:avLst/>
              <a:gdLst>
                <a:gd name="connsiteX0" fmla="*/ 0 w 40221"/>
                <a:gd name="connsiteY0" fmla="*/ 0 h 82137"/>
                <a:gd name="connsiteX1" fmla="*/ 0 w 40221"/>
                <a:gd name="connsiteY1" fmla="*/ 82138 h 82137"/>
                <a:gd name="connsiteX2" fmla="*/ 20365 w 40221"/>
                <a:gd name="connsiteY2" fmla="*/ 66038 h 82137"/>
                <a:gd name="connsiteX3" fmla="*/ 40222 w 40221"/>
                <a:gd name="connsiteY3" fmla="*/ 82138 h 82137"/>
                <a:gd name="connsiteX4" fmla="*/ 40222 w 40221"/>
                <a:gd name="connsiteY4" fmla="*/ 0 h 821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21" h="82137">
                  <a:moveTo>
                    <a:pt x="0" y="0"/>
                  </a:moveTo>
                  <a:lnTo>
                    <a:pt x="0" y="82138"/>
                  </a:lnTo>
                  <a:lnTo>
                    <a:pt x="20365" y="66038"/>
                  </a:lnTo>
                  <a:lnTo>
                    <a:pt x="40222" y="82138"/>
                  </a:lnTo>
                  <a:lnTo>
                    <a:pt x="40222" y="0"/>
                  </a:lnTo>
                </a:path>
              </a:pathLst>
            </a:custGeom>
            <a:noFill/>
            <a:ln w="8472" cap="flat">
              <a:solidFill>
                <a:srgbClr val="01355A"/>
              </a:solidFill>
              <a:prstDash val="solid"/>
              <a:miter/>
            </a:ln>
          </p:spPr>
          <p:txBody>
            <a:bodyPr rtlCol="1" anchor="ctr"/>
            <a:lstStyle/>
            <a:p>
              <a:endParaRPr lang="ar-SA"/>
            </a:p>
          </p:txBody>
        </p:sp>
        <p:sp>
          <p:nvSpPr>
            <p:cNvPr id="10440" name="شكل حر: شكل 11646">
              <a:extLst>
                <a:ext uri="{FF2B5EF4-FFF2-40B4-BE49-F238E27FC236}">
                  <a16:creationId xmlns:a16="http://schemas.microsoft.com/office/drawing/2014/main" id="{D8B96820-AFA0-DD65-035A-539FC57F27A7}"/>
                </a:ext>
              </a:extLst>
            </p:cNvPr>
            <p:cNvSpPr/>
            <p:nvPr/>
          </p:nvSpPr>
          <p:spPr>
            <a:xfrm>
              <a:off x="8267398" y="4378556"/>
              <a:ext cx="231754" cy="309824"/>
            </a:xfrm>
            <a:custGeom>
              <a:avLst/>
              <a:gdLst>
                <a:gd name="connsiteX0" fmla="*/ 231754 w 231754"/>
                <a:gd name="connsiteY0" fmla="*/ 207519 h 309824"/>
                <a:gd name="connsiteX1" fmla="*/ 231754 w 231754"/>
                <a:gd name="connsiteY1" fmla="*/ 0 h 309824"/>
                <a:gd name="connsiteX2" fmla="*/ 20421 w 231754"/>
                <a:gd name="connsiteY2" fmla="*/ 0 h 309824"/>
                <a:gd name="connsiteX3" fmla="*/ 0 w 231754"/>
                <a:gd name="connsiteY3" fmla="*/ 20421 h 309824"/>
                <a:gd name="connsiteX4" fmla="*/ 0 w 231754"/>
                <a:gd name="connsiteY4" fmla="*/ 309824 h 309824"/>
                <a:gd name="connsiteX5" fmla="*/ 20421 w 231754"/>
                <a:gd name="connsiteY5" fmla="*/ 289403 h 309824"/>
                <a:gd name="connsiteX6" fmla="*/ 150181 w 231754"/>
                <a:gd name="connsiteY6" fmla="*/ 289403 h 309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1754" h="309824">
                  <a:moveTo>
                    <a:pt x="231754" y="207519"/>
                  </a:moveTo>
                  <a:lnTo>
                    <a:pt x="231754" y="0"/>
                  </a:lnTo>
                  <a:lnTo>
                    <a:pt x="20421" y="0"/>
                  </a:lnTo>
                  <a:cubicBezTo>
                    <a:pt x="9152" y="0"/>
                    <a:pt x="0" y="9152"/>
                    <a:pt x="0" y="20421"/>
                  </a:cubicBezTo>
                  <a:lnTo>
                    <a:pt x="0" y="309824"/>
                  </a:lnTo>
                  <a:cubicBezTo>
                    <a:pt x="0" y="298554"/>
                    <a:pt x="9152" y="289403"/>
                    <a:pt x="20421" y="289403"/>
                  </a:cubicBezTo>
                  <a:lnTo>
                    <a:pt x="150181" y="289403"/>
                  </a:lnTo>
                </a:path>
              </a:pathLst>
            </a:custGeom>
            <a:noFill/>
            <a:ln w="8472" cap="flat">
              <a:solidFill>
                <a:srgbClr val="01355A"/>
              </a:solidFill>
              <a:prstDash val="solid"/>
              <a:miter/>
            </a:ln>
          </p:spPr>
          <p:txBody>
            <a:bodyPr rtlCol="1" anchor="ctr"/>
            <a:lstStyle/>
            <a:p>
              <a:endParaRPr lang="ar-SA"/>
            </a:p>
          </p:txBody>
        </p:sp>
        <p:sp>
          <p:nvSpPr>
            <p:cNvPr id="10441" name="شكل حر: شكل 11647">
              <a:extLst>
                <a:ext uri="{FF2B5EF4-FFF2-40B4-BE49-F238E27FC236}">
                  <a16:creationId xmlns:a16="http://schemas.microsoft.com/office/drawing/2014/main" id="{15FB9BD8-87F9-7D57-E131-EF5E46E9C262}"/>
                </a:ext>
              </a:extLst>
            </p:cNvPr>
            <p:cNvSpPr/>
            <p:nvPr/>
          </p:nvSpPr>
          <p:spPr>
            <a:xfrm>
              <a:off x="8267398" y="4688352"/>
              <a:ext cx="160321" cy="18924"/>
            </a:xfrm>
            <a:custGeom>
              <a:avLst/>
              <a:gdLst>
                <a:gd name="connsiteX0" fmla="*/ 0 w 160321"/>
                <a:gd name="connsiteY0" fmla="*/ 0 h 18924"/>
                <a:gd name="connsiteX1" fmla="*/ 0 w 160321"/>
                <a:gd name="connsiteY1" fmla="*/ 0 h 18924"/>
                <a:gd name="connsiteX2" fmla="*/ 18924 w 160321"/>
                <a:gd name="connsiteY2" fmla="*/ 18925 h 18924"/>
                <a:gd name="connsiteX3" fmla="*/ 160321 w 160321"/>
                <a:gd name="connsiteY3" fmla="*/ 18925 h 18924"/>
              </a:gdLst>
              <a:ahLst/>
              <a:cxnLst>
                <a:cxn ang="0">
                  <a:pos x="connsiteX0" y="connsiteY0"/>
                </a:cxn>
                <a:cxn ang="0">
                  <a:pos x="connsiteX1" y="connsiteY1"/>
                </a:cxn>
                <a:cxn ang="0">
                  <a:pos x="connsiteX2" y="connsiteY2"/>
                </a:cxn>
                <a:cxn ang="0">
                  <a:pos x="connsiteX3" y="connsiteY3"/>
                </a:cxn>
              </a:cxnLst>
              <a:rect l="l" t="t" r="r" b="b"/>
              <a:pathLst>
                <a:path w="160321" h="18924">
                  <a:moveTo>
                    <a:pt x="0" y="0"/>
                  </a:moveTo>
                  <a:lnTo>
                    <a:pt x="0" y="0"/>
                  </a:lnTo>
                  <a:cubicBezTo>
                    <a:pt x="0" y="10451"/>
                    <a:pt x="8474" y="18925"/>
                    <a:pt x="18924" y="18925"/>
                  </a:cubicBezTo>
                  <a:lnTo>
                    <a:pt x="160321" y="18925"/>
                  </a:lnTo>
                </a:path>
              </a:pathLst>
            </a:custGeom>
            <a:noFill/>
            <a:ln w="8472" cap="flat">
              <a:solidFill>
                <a:srgbClr val="01355A"/>
              </a:solidFill>
              <a:prstDash val="solid"/>
              <a:miter/>
            </a:ln>
          </p:spPr>
          <p:txBody>
            <a:bodyPr rtlCol="1" anchor="ctr"/>
            <a:lstStyle/>
            <a:p>
              <a:endParaRPr lang="ar-SA"/>
            </a:p>
          </p:txBody>
        </p:sp>
        <p:sp>
          <p:nvSpPr>
            <p:cNvPr id="10442" name="شكل حر: شكل 11648">
              <a:extLst>
                <a:ext uri="{FF2B5EF4-FFF2-40B4-BE49-F238E27FC236}">
                  <a16:creationId xmlns:a16="http://schemas.microsoft.com/office/drawing/2014/main" id="{C2122C90-316F-88DE-5637-485BD5EEDF36}"/>
                </a:ext>
              </a:extLst>
            </p:cNvPr>
            <p:cNvSpPr/>
            <p:nvPr/>
          </p:nvSpPr>
          <p:spPr>
            <a:xfrm>
              <a:off x="8434527" y="4603333"/>
              <a:ext cx="129251" cy="129251"/>
            </a:xfrm>
            <a:custGeom>
              <a:avLst/>
              <a:gdLst>
                <a:gd name="connsiteX0" fmla="*/ 129251 w 129251"/>
                <a:gd name="connsiteY0" fmla="*/ 64626 h 129251"/>
                <a:gd name="connsiteX1" fmla="*/ 64626 w 129251"/>
                <a:gd name="connsiteY1" fmla="*/ 129251 h 129251"/>
                <a:gd name="connsiteX2" fmla="*/ 0 w 129251"/>
                <a:gd name="connsiteY2" fmla="*/ 64626 h 129251"/>
                <a:gd name="connsiteX3" fmla="*/ 64626 w 129251"/>
                <a:gd name="connsiteY3" fmla="*/ 0 h 129251"/>
                <a:gd name="connsiteX4" fmla="*/ 129251 w 129251"/>
                <a:gd name="connsiteY4" fmla="*/ 64626 h 129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251" h="129251">
                  <a:moveTo>
                    <a:pt x="129251" y="64626"/>
                  </a:moveTo>
                  <a:cubicBezTo>
                    <a:pt x="129251" y="100317"/>
                    <a:pt x="100317" y="129251"/>
                    <a:pt x="64626" y="129251"/>
                  </a:cubicBezTo>
                  <a:cubicBezTo>
                    <a:pt x="28934" y="129251"/>
                    <a:pt x="0" y="100317"/>
                    <a:pt x="0" y="64626"/>
                  </a:cubicBezTo>
                  <a:cubicBezTo>
                    <a:pt x="0" y="28934"/>
                    <a:pt x="28934" y="0"/>
                    <a:pt x="64626" y="0"/>
                  </a:cubicBezTo>
                  <a:cubicBezTo>
                    <a:pt x="100317" y="0"/>
                    <a:pt x="129251" y="28934"/>
                    <a:pt x="129251" y="64626"/>
                  </a:cubicBezTo>
                  <a:close/>
                </a:path>
              </a:pathLst>
            </a:custGeom>
            <a:noFill/>
            <a:ln w="8472" cap="flat">
              <a:solidFill>
                <a:srgbClr val="17A3A3"/>
              </a:solidFill>
              <a:prstDash val="solid"/>
              <a:miter/>
            </a:ln>
          </p:spPr>
          <p:txBody>
            <a:bodyPr rtlCol="1" anchor="ctr"/>
            <a:lstStyle/>
            <a:p>
              <a:endParaRPr lang="ar-SA"/>
            </a:p>
          </p:txBody>
        </p:sp>
        <p:sp>
          <p:nvSpPr>
            <p:cNvPr id="10443" name="شكل حر: شكل 11649">
              <a:extLst>
                <a:ext uri="{FF2B5EF4-FFF2-40B4-BE49-F238E27FC236}">
                  <a16:creationId xmlns:a16="http://schemas.microsoft.com/office/drawing/2014/main" id="{EE932CAD-96F2-8481-0D88-F7C93C9C16C1}"/>
                </a:ext>
              </a:extLst>
            </p:cNvPr>
            <p:cNvSpPr/>
            <p:nvPr/>
          </p:nvSpPr>
          <p:spPr>
            <a:xfrm>
              <a:off x="8499152" y="4632115"/>
              <a:ext cx="2824" cy="71687"/>
            </a:xfrm>
            <a:custGeom>
              <a:avLst/>
              <a:gdLst>
                <a:gd name="connsiteX0" fmla="*/ 0 w 2824"/>
                <a:gd name="connsiteY0" fmla="*/ 0 h 71687"/>
                <a:gd name="connsiteX1" fmla="*/ 0 w 2824"/>
                <a:gd name="connsiteY1" fmla="*/ 71687 h 71687"/>
              </a:gdLst>
              <a:ahLst/>
              <a:cxnLst>
                <a:cxn ang="0">
                  <a:pos x="connsiteX0" y="connsiteY0"/>
                </a:cxn>
                <a:cxn ang="0">
                  <a:pos x="connsiteX1" y="connsiteY1"/>
                </a:cxn>
              </a:cxnLst>
              <a:rect l="l" t="t" r="r" b="b"/>
              <a:pathLst>
                <a:path w="2824" h="71687">
                  <a:moveTo>
                    <a:pt x="0" y="0"/>
                  </a:moveTo>
                  <a:lnTo>
                    <a:pt x="0" y="71687"/>
                  </a:lnTo>
                </a:path>
              </a:pathLst>
            </a:custGeom>
            <a:ln w="8472" cap="flat">
              <a:solidFill>
                <a:srgbClr val="17A3A3"/>
              </a:solidFill>
              <a:prstDash val="solid"/>
              <a:miter/>
            </a:ln>
          </p:spPr>
          <p:txBody>
            <a:bodyPr rtlCol="1" anchor="ctr"/>
            <a:lstStyle/>
            <a:p>
              <a:endParaRPr lang="ar-SA"/>
            </a:p>
          </p:txBody>
        </p:sp>
        <p:sp>
          <p:nvSpPr>
            <p:cNvPr id="10444" name="شكل حر: شكل 11650">
              <a:extLst>
                <a:ext uri="{FF2B5EF4-FFF2-40B4-BE49-F238E27FC236}">
                  <a16:creationId xmlns:a16="http://schemas.microsoft.com/office/drawing/2014/main" id="{4B6F3AE2-A7A4-4E71-42A1-C6065F715BE6}"/>
                </a:ext>
              </a:extLst>
            </p:cNvPr>
            <p:cNvSpPr/>
            <p:nvPr/>
          </p:nvSpPr>
          <p:spPr>
            <a:xfrm>
              <a:off x="8463309" y="4667959"/>
              <a:ext cx="71686" cy="2824"/>
            </a:xfrm>
            <a:custGeom>
              <a:avLst/>
              <a:gdLst>
                <a:gd name="connsiteX0" fmla="*/ 0 w 71686"/>
                <a:gd name="connsiteY0" fmla="*/ 0 h 2824"/>
                <a:gd name="connsiteX1" fmla="*/ 71687 w 71686"/>
                <a:gd name="connsiteY1" fmla="*/ 0 h 2824"/>
              </a:gdLst>
              <a:ahLst/>
              <a:cxnLst>
                <a:cxn ang="0">
                  <a:pos x="connsiteX0" y="connsiteY0"/>
                </a:cxn>
                <a:cxn ang="0">
                  <a:pos x="connsiteX1" y="connsiteY1"/>
                </a:cxn>
              </a:cxnLst>
              <a:rect l="l" t="t" r="r" b="b"/>
              <a:pathLst>
                <a:path w="71686" h="2824">
                  <a:moveTo>
                    <a:pt x="0" y="0"/>
                  </a:moveTo>
                  <a:lnTo>
                    <a:pt x="71687" y="0"/>
                  </a:lnTo>
                </a:path>
              </a:pathLst>
            </a:custGeom>
            <a:ln w="8472" cap="flat">
              <a:solidFill>
                <a:srgbClr val="17A3A3"/>
              </a:solidFill>
              <a:prstDash val="solid"/>
              <a:miter/>
            </a:ln>
          </p:spPr>
          <p:txBody>
            <a:bodyPr rtlCol="1" anchor="ctr"/>
            <a:lstStyle/>
            <a:p>
              <a:endParaRPr lang="ar-SA"/>
            </a:p>
          </p:txBody>
        </p:sp>
      </p:grpSp>
      <p:grpSp>
        <p:nvGrpSpPr>
          <p:cNvPr id="10445" name="رسم 8014">
            <a:extLst>
              <a:ext uri="{FF2B5EF4-FFF2-40B4-BE49-F238E27FC236}">
                <a16:creationId xmlns:a16="http://schemas.microsoft.com/office/drawing/2014/main" id="{4D7DADA5-44A3-724E-1630-A30A422100C1}"/>
              </a:ext>
            </a:extLst>
          </p:cNvPr>
          <p:cNvGrpSpPr/>
          <p:nvPr/>
        </p:nvGrpSpPr>
        <p:grpSpPr>
          <a:xfrm>
            <a:off x="6799335" y="5289907"/>
            <a:ext cx="243771" cy="288793"/>
            <a:chOff x="7208673" y="4896069"/>
            <a:chExt cx="291380" cy="366400"/>
          </a:xfrm>
          <a:noFill/>
        </p:grpSpPr>
        <p:sp>
          <p:nvSpPr>
            <p:cNvPr id="10446" name="شكل حر: شكل 11652">
              <a:extLst>
                <a:ext uri="{FF2B5EF4-FFF2-40B4-BE49-F238E27FC236}">
                  <a16:creationId xmlns:a16="http://schemas.microsoft.com/office/drawing/2014/main" id="{EE5F30B0-2EC2-7E3D-C2FD-43C808900C8E}"/>
                </a:ext>
              </a:extLst>
            </p:cNvPr>
            <p:cNvSpPr/>
            <p:nvPr/>
          </p:nvSpPr>
          <p:spPr>
            <a:xfrm>
              <a:off x="7249968" y="4896069"/>
              <a:ext cx="208508" cy="104254"/>
            </a:xfrm>
            <a:custGeom>
              <a:avLst/>
              <a:gdLst>
                <a:gd name="connsiteX0" fmla="*/ 0 w 208508"/>
                <a:gd name="connsiteY0" fmla="*/ 104254 h 104254"/>
                <a:gd name="connsiteX1" fmla="*/ 104254 w 208508"/>
                <a:gd name="connsiteY1" fmla="*/ 0 h 104254"/>
                <a:gd name="connsiteX2" fmla="*/ 208508 w 208508"/>
                <a:gd name="connsiteY2" fmla="*/ 104254 h 104254"/>
              </a:gdLst>
              <a:ahLst/>
              <a:cxnLst>
                <a:cxn ang="0">
                  <a:pos x="connsiteX0" y="connsiteY0"/>
                </a:cxn>
                <a:cxn ang="0">
                  <a:pos x="connsiteX1" y="connsiteY1"/>
                </a:cxn>
                <a:cxn ang="0">
                  <a:pos x="connsiteX2" y="connsiteY2"/>
                </a:cxn>
              </a:cxnLst>
              <a:rect l="l" t="t" r="r" b="b"/>
              <a:pathLst>
                <a:path w="208508" h="104254">
                  <a:moveTo>
                    <a:pt x="0" y="104254"/>
                  </a:moveTo>
                  <a:cubicBezTo>
                    <a:pt x="0" y="46662"/>
                    <a:pt x="46690" y="0"/>
                    <a:pt x="104254" y="0"/>
                  </a:cubicBezTo>
                  <a:cubicBezTo>
                    <a:pt x="161818" y="0"/>
                    <a:pt x="208508" y="46690"/>
                    <a:pt x="208508" y="104254"/>
                  </a:cubicBezTo>
                </a:path>
              </a:pathLst>
            </a:custGeom>
            <a:noFill/>
            <a:ln w="8472" cap="flat">
              <a:solidFill>
                <a:srgbClr val="01355A"/>
              </a:solidFill>
              <a:prstDash val="solid"/>
              <a:miter/>
            </a:ln>
          </p:spPr>
          <p:txBody>
            <a:bodyPr rtlCol="1" anchor="ctr"/>
            <a:lstStyle/>
            <a:p>
              <a:endParaRPr lang="ar-SA"/>
            </a:p>
          </p:txBody>
        </p:sp>
        <p:sp>
          <p:nvSpPr>
            <p:cNvPr id="10447" name="شكل حر: شكل 11653">
              <a:extLst>
                <a:ext uri="{FF2B5EF4-FFF2-40B4-BE49-F238E27FC236}">
                  <a16:creationId xmlns:a16="http://schemas.microsoft.com/office/drawing/2014/main" id="{DFFA99F8-41CE-2101-44FB-0B0F25E4592F}"/>
                </a:ext>
              </a:extLst>
            </p:cNvPr>
            <p:cNvSpPr/>
            <p:nvPr/>
          </p:nvSpPr>
          <p:spPr>
            <a:xfrm>
              <a:off x="7377016" y="4999702"/>
              <a:ext cx="103434" cy="126652"/>
            </a:xfrm>
            <a:custGeom>
              <a:avLst/>
              <a:gdLst>
                <a:gd name="connsiteX0" fmla="*/ 65756 w 103434"/>
                <a:gd name="connsiteY0" fmla="*/ 60897 h 126652"/>
                <a:gd name="connsiteX1" fmla="*/ 80075 w 103434"/>
                <a:gd name="connsiteY1" fmla="*/ 60897 h 126652"/>
                <a:gd name="connsiteX2" fmla="*/ 103435 w 103434"/>
                <a:gd name="connsiteY2" fmla="*/ 37538 h 126652"/>
                <a:gd name="connsiteX3" fmla="*/ 103435 w 103434"/>
                <a:gd name="connsiteY3" fmla="*/ 23359 h 126652"/>
                <a:gd name="connsiteX4" fmla="*/ 80075 w 103434"/>
                <a:gd name="connsiteY4" fmla="*/ 0 h 126652"/>
                <a:gd name="connsiteX5" fmla="*/ 65756 w 103434"/>
                <a:gd name="connsiteY5" fmla="*/ 0 h 126652"/>
                <a:gd name="connsiteX6" fmla="*/ 65756 w 103434"/>
                <a:gd name="connsiteY6" fmla="*/ 71828 h 126652"/>
                <a:gd name="connsiteX7" fmla="*/ 10931 w 103434"/>
                <a:gd name="connsiteY7" fmla="*/ 126653 h 126652"/>
                <a:gd name="connsiteX8" fmla="*/ 0 w 103434"/>
                <a:gd name="connsiteY8" fmla="*/ 126653 h 126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3434" h="126652">
                  <a:moveTo>
                    <a:pt x="65756" y="60897"/>
                  </a:moveTo>
                  <a:lnTo>
                    <a:pt x="80075" y="60897"/>
                  </a:lnTo>
                  <a:cubicBezTo>
                    <a:pt x="92984" y="60897"/>
                    <a:pt x="103435" y="50446"/>
                    <a:pt x="103435" y="37538"/>
                  </a:cubicBezTo>
                  <a:lnTo>
                    <a:pt x="103435" y="23359"/>
                  </a:lnTo>
                  <a:cubicBezTo>
                    <a:pt x="103435" y="10451"/>
                    <a:pt x="92984" y="0"/>
                    <a:pt x="80075" y="0"/>
                  </a:cubicBezTo>
                  <a:lnTo>
                    <a:pt x="65756" y="0"/>
                  </a:lnTo>
                  <a:lnTo>
                    <a:pt x="65756" y="71828"/>
                  </a:lnTo>
                  <a:cubicBezTo>
                    <a:pt x="65756" y="102107"/>
                    <a:pt x="41210" y="126653"/>
                    <a:pt x="10931" y="126653"/>
                  </a:cubicBezTo>
                  <a:lnTo>
                    <a:pt x="0" y="126653"/>
                  </a:lnTo>
                </a:path>
              </a:pathLst>
            </a:custGeom>
            <a:noFill/>
            <a:ln w="8472" cap="flat">
              <a:solidFill>
                <a:srgbClr val="17A3A3"/>
              </a:solidFill>
              <a:prstDash val="solid"/>
              <a:miter/>
            </a:ln>
          </p:spPr>
          <p:txBody>
            <a:bodyPr rtlCol="1" anchor="ctr"/>
            <a:lstStyle/>
            <a:p>
              <a:endParaRPr lang="ar-SA"/>
            </a:p>
          </p:txBody>
        </p:sp>
        <p:sp>
          <p:nvSpPr>
            <p:cNvPr id="10448" name="شكل حر: شكل 11654">
              <a:extLst>
                <a:ext uri="{FF2B5EF4-FFF2-40B4-BE49-F238E27FC236}">
                  <a16:creationId xmlns:a16="http://schemas.microsoft.com/office/drawing/2014/main" id="{1408D5D6-89F8-4C87-C3D8-0424367817C4}"/>
                </a:ext>
              </a:extLst>
            </p:cNvPr>
            <p:cNvSpPr/>
            <p:nvPr/>
          </p:nvSpPr>
          <p:spPr>
            <a:xfrm>
              <a:off x="7227993" y="4999702"/>
              <a:ext cx="37679" cy="60925"/>
            </a:xfrm>
            <a:custGeom>
              <a:avLst/>
              <a:gdLst>
                <a:gd name="connsiteX0" fmla="*/ 37680 w 37679"/>
                <a:gd name="connsiteY0" fmla="*/ 60897 h 60925"/>
                <a:gd name="connsiteX1" fmla="*/ 23359 w 37679"/>
                <a:gd name="connsiteY1" fmla="*/ 60897 h 60925"/>
                <a:gd name="connsiteX2" fmla="*/ 0 w 37679"/>
                <a:gd name="connsiteY2" fmla="*/ 37538 h 60925"/>
                <a:gd name="connsiteX3" fmla="*/ 0 w 37679"/>
                <a:gd name="connsiteY3" fmla="*/ 23359 h 60925"/>
                <a:gd name="connsiteX4" fmla="*/ 23359 w 37679"/>
                <a:gd name="connsiteY4" fmla="*/ 0 h 60925"/>
                <a:gd name="connsiteX5" fmla="*/ 37680 w 37679"/>
                <a:gd name="connsiteY5" fmla="*/ 0 h 60925"/>
                <a:gd name="connsiteX6" fmla="*/ 37680 w 37679"/>
                <a:gd name="connsiteY6" fmla="*/ 60926 h 60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679" h="60925">
                  <a:moveTo>
                    <a:pt x="37680" y="60897"/>
                  </a:moveTo>
                  <a:lnTo>
                    <a:pt x="23359" y="60897"/>
                  </a:lnTo>
                  <a:cubicBezTo>
                    <a:pt x="10451" y="60897"/>
                    <a:pt x="0" y="50446"/>
                    <a:pt x="0" y="37538"/>
                  </a:cubicBezTo>
                  <a:lnTo>
                    <a:pt x="0" y="23359"/>
                  </a:lnTo>
                  <a:cubicBezTo>
                    <a:pt x="0" y="10451"/>
                    <a:pt x="10451" y="0"/>
                    <a:pt x="23359" y="0"/>
                  </a:cubicBezTo>
                  <a:lnTo>
                    <a:pt x="37680" y="0"/>
                  </a:lnTo>
                  <a:lnTo>
                    <a:pt x="37680" y="60926"/>
                  </a:lnTo>
                  <a:close/>
                </a:path>
              </a:pathLst>
            </a:custGeom>
            <a:noFill/>
            <a:ln w="8472" cap="flat">
              <a:solidFill>
                <a:srgbClr val="01355A"/>
              </a:solidFill>
              <a:prstDash val="solid"/>
              <a:miter/>
            </a:ln>
          </p:spPr>
          <p:txBody>
            <a:bodyPr rtlCol="1" anchor="ctr"/>
            <a:lstStyle/>
            <a:p>
              <a:endParaRPr lang="ar-SA"/>
            </a:p>
          </p:txBody>
        </p:sp>
        <p:sp>
          <p:nvSpPr>
            <p:cNvPr id="10449" name="شكل حر: شكل 11655">
              <a:extLst>
                <a:ext uri="{FF2B5EF4-FFF2-40B4-BE49-F238E27FC236}">
                  <a16:creationId xmlns:a16="http://schemas.microsoft.com/office/drawing/2014/main" id="{A3F1F819-4936-5447-CD28-95286E3EF3C3}"/>
                </a:ext>
              </a:extLst>
            </p:cNvPr>
            <p:cNvSpPr/>
            <p:nvPr/>
          </p:nvSpPr>
          <p:spPr>
            <a:xfrm>
              <a:off x="7356256" y="5107006"/>
              <a:ext cx="31013" cy="19319"/>
            </a:xfrm>
            <a:custGeom>
              <a:avLst/>
              <a:gdLst>
                <a:gd name="connsiteX0" fmla="*/ 23585 w 31013"/>
                <a:gd name="connsiteY0" fmla="*/ 0 h 19319"/>
                <a:gd name="connsiteX1" fmla="*/ 31013 w 31013"/>
                <a:gd name="connsiteY1" fmla="*/ 7428 h 19319"/>
                <a:gd name="connsiteX2" fmla="*/ 31013 w 31013"/>
                <a:gd name="connsiteY2" fmla="*/ 11891 h 19319"/>
                <a:gd name="connsiteX3" fmla="*/ 23585 w 31013"/>
                <a:gd name="connsiteY3" fmla="*/ 19320 h 19319"/>
                <a:gd name="connsiteX4" fmla="*/ 7429 w 31013"/>
                <a:gd name="connsiteY4" fmla="*/ 19320 h 19319"/>
                <a:gd name="connsiteX5" fmla="*/ 0 w 31013"/>
                <a:gd name="connsiteY5" fmla="*/ 11891 h 19319"/>
                <a:gd name="connsiteX6" fmla="*/ 0 w 31013"/>
                <a:gd name="connsiteY6" fmla="*/ 7428 h 19319"/>
                <a:gd name="connsiteX7" fmla="*/ 7429 w 31013"/>
                <a:gd name="connsiteY7" fmla="*/ 0 h 19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013" h="19319">
                  <a:moveTo>
                    <a:pt x="23585" y="0"/>
                  </a:moveTo>
                  <a:cubicBezTo>
                    <a:pt x="27687" y="0"/>
                    <a:pt x="31013" y="3326"/>
                    <a:pt x="31013" y="7428"/>
                  </a:cubicBezTo>
                  <a:lnTo>
                    <a:pt x="31013" y="11891"/>
                  </a:lnTo>
                  <a:cubicBezTo>
                    <a:pt x="31013" y="15994"/>
                    <a:pt x="27687" y="19320"/>
                    <a:pt x="23585" y="19320"/>
                  </a:cubicBezTo>
                  <a:lnTo>
                    <a:pt x="7429" y="19320"/>
                  </a:lnTo>
                  <a:cubicBezTo>
                    <a:pt x="3326" y="19320"/>
                    <a:pt x="0" y="15994"/>
                    <a:pt x="0" y="11891"/>
                  </a:cubicBezTo>
                  <a:lnTo>
                    <a:pt x="0" y="7428"/>
                  </a:lnTo>
                  <a:cubicBezTo>
                    <a:pt x="0" y="3326"/>
                    <a:pt x="3326" y="0"/>
                    <a:pt x="7429" y="0"/>
                  </a:cubicBezTo>
                  <a:close/>
                </a:path>
              </a:pathLst>
            </a:custGeom>
            <a:noFill/>
            <a:ln w="8472" cap="flat">
              <a:solidFill>
                <a:srgbClr val="17A3A3"/>
              </a:solidFill>
              <a:prstDash val="solid"/>
              <a:miter/>
            </a:ln>
          </p:spPr>
          <p:txBody>
            <a:bodyPr rtlCol="1" anchor="ctr"/>
            <a:lstStyle/>
            <a:p>
              <a:endParaRPr lang="ar-SA"/>
            </a:p>
          </p:txBody>
        </p:sp>
        <p:sp>
          <p:nvSpPr>
            <p:cNvPr id="10450" name="شكل حر: شكل 11656">
              <a:extLst>
                <a:ext uri="{FF2B5EF4-FFF2-40B4-BE49-F238E27FC236}">
                  <a16:creationId xmlns:a16="http://schemas.microsoft.com/office/drawing/2014/main" id="{EEAF53B8-5595-1877-D087-A6D612A8BC60}"/>
                </a:ext>
              </a:extLst>
            </p:cNvPr>
            <p:cNvSpPr/>
            <p:nvPr/>
          </p:nvSpPr>
          <p:spPr>
            <a:xfrm>
              <a:off x="7414102" y="5137822"/>
              <a:ext cx="85951" cy="124647"/>
            </a:xfrm>
            <a:custGeom>
              <a:avLst/>
              <a:gdLst>
                <a:gd name="connsiteX0" fmla="*/ 0 w 85951"/>
                <a:gd name="connsiteY0" fmla="*/ 124647 h 124647"/>
                <a:gd name="connsiteX1" fmla="*/ 85951 w 85951"/>
                <a:gd name="connsiteY1" fmla="*/ 124647 h 124647"/>
                <a:gd name="connsiteX2" fmla="*/ 74597 w 85951"/>
                <a:gd name="connsiteY2" fmla="*/ 49966 h 124647"/>
                <a:gd name="connsiteX3" fmla="*/ 55390 w 85951"/>
                <a:gd name="connsiteY3" fmla="*/ 17823 h 124647"/>
                <a:gd name="connsiteX4" fmla="*/ 36550 w 85951"/>
                <a:gd name="connsiteY4" fmla="*/ 7937 h 124647"/>
                <a:gd name="connsiteX5" fmla="*/ 6327 w 85951"/>
                <a:gd name="connsiteY5" fmla="*/ 0 h 124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951" h="124647">
                  <a:moveTo>
                    <a:pt x="0" y="124647"/>
                  </a:moveTo>
                  <a:lnTo>
                    <a:pt x="85951" y="124647"/>
                  </a:lnTo>
                  <a:cubicBezTo>
                    <a:pt x="85951" y="124647"/>
                    <a:pt x="74597" y="49966"/>
                    <a:pt x="74597" y="49966"/>
                  </a:cubicBezTo>
                  <a:cubicBezTo>
                    <a:pt x="72082" y="37425"/>
                    <a:pt x="65276" y="26014"/>
                    <a:pt x="55390" y="17823"/>
                  </a:cubicBezTo>
                  <a:cubicBezTo>
                    <a:pt x="49063" y="12626"/>
                    <a:pt x="42679" y="9293"/>
                    <a:pt x="36550" y="7937"/>
                  </a:cubicBezTo>
                  <a:lnTo>
                    <a:pt x="6327" y="0"/>
                  </a:lnTo>
                </a:path>
              </a:pathLst>
            </a:custGeom>
            <a:noFill/>
            <a:ln w="8472" cap="flat">
              <a:solidFill>
                <a:srgbClr val="01355A"/>
              </a:solidFill>
              <a:prstDash val="solid"/>
              <a:miter/>
            </a:ln>
          </p:spPr>
          <p:txBody>
            <a:bodyPr rtlCol="1" anchor="ctr"/>
            <a:lstStyle/>
            <a:p>
              <a:endParaRPr lang="ar-SA"/>
            </a:p>
          </p:txBody>
        </p:sp>
        <p:sp>
          <p:nvSpPr>
            <p:cNvPr id="10451" name="شكل حر: شكل 11657">
              <a:extLst>
                <a:ext uri="{FF2B5EF4-FFF2-40B4-BE49-F238E27FC236}">
                  <a16:creationId xmlns:a16="http://schemas.microsoft.com/office/drawing/2014/main" id="{402EB4AD-26AF-6811-BBA5-5CDB596B6D33}"/>
                </a:ext>
              </a:extLst>
            </p:cNvPr>
            <p:cNvSpPr/>
            <p:nvPr/>
          </p:nvSpPr>
          <p:spPr>
            <a:xfrm>
              <a:off x="7208673" y="5060599"/>
              <a:ext cx="107785" cy="200005"/>
            </a:xfrm>
            <a:custGeom>
              <a:avLst/>
              <a:gdLst>
                <a:gd name="connsiteX0" fmla="*/ 76912 w 107785"/>
                <a:gd name="connsiteY0" fmla="*/ 200006 h 200005"/>
                <a:gd name="connsiteX1" fmla="*/ 0 w 107785"/>
                <a:gd name="connsiteY1" fmla="*/ 200006 h 200005"/>
                <a:gd name="connsiteX2" fmla="*/ 11355 w 107785"/>
                <a:gd name="connsiteY2" fmla="*/ 127189 h 200005"/>
                <a:gd name="connsiteX3" fmla="*/ 30590 w 107785"/>
                <a:gd name="connsiteY3" fmla="*/ 95046 h 200005"/>
                <a:gd name="connsiteX4" fmla="*/ 49571 w 107785"/>
                <a:gd name="connsiteY4" fmla="*/ 85104 h 200005"/>
                <a:gd name="connsiteX5" fmla="*/ 97984 w 107785"/>
                <a:gd name="connsiteY5" fmla="*/ 71037 h 200005"/>
                <a:gd name="connsiteX6" fmla="*/ 100949 w 107785"/>
                <a:gd name="connsiteY6" fmla="*/ 69653 h 200005"/>
                <a:gd name="connsiteX7" fmla="*/ 105554 w 107785"/>
                <a:gd name="connsiteY7" fmla="*/ 62112 h 200005"/>
                <a:gd name="connsiteX8" fmla="*/ 107785 w 107785"/>
                <a:gd name="connsiteY8" fmla="*/ 42905 h 200005"/>
                <a:gd name="connsiteX9" fmla="*/ 91967 w 107785"/>
                <a:gd name="connsiteY9" fmla="*/ 25957 h 200005"/>
                <a:gd name="connsiteX10" fmla="*/ 83437 w 107785"/>
                <a:gd name="connsiteY10" fmla="*/ 9886 h 200005"/>
                <a:gd name="connsiteX11" fmla="*/ 79313 w 107785"/>
                <a:gd name="connsiteY11" fmla="*/ 0 h 200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7785" h="200005">
                  <a:moveTo>
                    <a:pt x="76912" y="200006"/>
                  </a:moveTo>
                  <a:lnTo>
                    <a:pt x="0" y="200006"/>
                  </a:lnTo>
                  <a:cubicBezTo>
                    <a:pt x="0" y="200006"/>
                    <a:pt x="11355" y="127189"/>
                    <a:pt x="11355" y="127189"/>
                  </a:cubicBezTo>
                  <a:cubicBezTo>
                    <a:pt x="13841" y="114677"/>
                    <a:pt x="20648" y="103265"/>
                    <a:pt x="30590" y="95046"/>
                  </a:cubicBezTo>
                  <a:cubicBezTo>
                    <a:pt x="36889" y="89849"/>
                    <a:pt x="43301" y="86488"/>
                    <a:pt x="49571" y="85104"/>
                  </a:cubicBezTo>
                  <a:lnTo>
                    <a:pt x="97984" y="71037"/>
                  </a:lnTo>
                  <a:cubicBezTo>
                    <a:pt x="99029" y="70726"/>
                    <a:pt x="100046" y="70275"/>
                    <a:pt x="100949" y="69653"/>
                  </a:cubicBezTo>
                  <a:cubicBezTo>
                    <a:pt x="103520" y="67930"/>
                    <a:pt x="105186" y="65162"/>
                    <a:pt x="105554" y="62112"/>
                  </a:cubicBezTo>
                  <a:lnTo>
                    <a:pt x="107785" y="42905"/>
                  </a:lnTo>
                  <a:cubicBezTo>
                    <a:pt x="101740" y="38216"/>
                    <a:pt x="96459" y="32482"/>
                    <a:pt x="91967" y="25957"/>
                  </a:cubicBezTo>
                  <a:cubicBezTo>
                    <a:pt x="88522" y="20958"/>
                    <a:pt x="85782" y="15478"/>
                    <a:pt x="83437" y="9886"/>
                  </a:cubicBezTo>
                  <a:lnTo>
                    <a:pt x="79313" y="0"/>
                  </a:lnTo>
                </a:path>
              </a:pathLst>
            </a:custGeom>
            <a:noFill/>
            <a:ln w="8472" cap="flat">
              <a:solidFill>
                <a:srgbClr val="01355A"/>
              </a:solidFill>
              <a:prstDash val="solid"/>
              <a:miter/>
            </a:ln>
          </p:spPr>
          <p:txBody>
            <a:bodyPr rtlCol="1" anchor="ctr"/>
            <a:lstStyle/>
            <a:p>
              <a:endParaRPr lang="ar-SA"/>
            </a:p>
          </p:txBody>
        </p:sp>
        <p:sp>
          <p:nvSpPr>
            <p:cNvPr id="10452" name="شكل حر: شكل 11658">
              <a:extLst>
                <a:ext uri="{FF2B5EF4-FFF2-40B4-BE49-F238E27FC236}">
                  <a16:creationId xmlns:a16="http://schemas.microsoft.com/office/drawing/2014/main" id="{F51B3A00-CFDB-7BAC-1F1C-FD5D0FE8C304}"/>
                </a:ext>
              </a:extLst>
            </p:cNvPr>
            <p:cNvSpPr/>
            <p:nvPr/>
          </p:nvSpPr>
          <p:spPr>
            <a:xfrm>
              <a:off x="7282513" y="4931235"/>
              <a:ext cx="145881" cy="90388"/>
            </a:xfrm>
            <a:custGeom>
              <a:avLst/>
              <a:gdLst>
                <a:gd name="connsiteX0" fmla="*/ 81200 w 145881"/>
                <a:gd name="connsiteY0" fmla="*/ 56434 h 90388"/>
                <a:gd name="connsiteX1" fmla="*/ 1575 w 145881"/>
                <a:gd name="connsiteY1" fmla="*/ 89454 h 90388"/>
                <a:gd name="connsiteX2" fmla="*/ 1575 w 145881"/>
                <a:gd name="connsiteY2" fmla="*/ 89454 h 90388"/>
                <a:gd name="connsiteX3" fmla="*/ 1237 w 145881"/>
                <a:gd name="connsiteY3" fmla="*/ 63863 h 90388"/>
                <a:gd name="connsiteX4" fmla="*/ 19427 w 145881"/>
                <a:gd name="connsiteY4" fmla="*/ 26438 h 90388"/>
                <a:gd name="connsiteX5" fmla="*/ 73714 w 145881"/>
                <a:gd name="connsiteY5" fmla="*/ 0 h 90388"/>
                <a:gd name="connsiteX6" fmla="*/ 133482 w 145881"/>
                <a:gd name="connsiteY6" fmla="*/ 33556 h 90388"/>
                <a:gd name="connsiteX7" fmla="*/ 140317 w 145881"/>
                <a:gd name="connsiteY7" fmla="*/ 45588 h 90388"/>
                <a:gd name="connsiteX8" fmla="*/ 145882 w 145881"/>
                <a:gd name="connsiteY8" fmla="*/ 57112 h 90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5881" h="90388">
                  <a:moveTo>
                    <a:pt x="81200" y="56434"/>
                  </a:moveTo>
                  <a:cubicBezTo>
                    <a:pt x="81200" y="56434"/>
                    <a:pt x="69506" y="96995"/>
                    <a:pt x="1575" y="89454"/>
                  </a:cubicBezTo>
                  <a:lnTo>
                    <a:pt x="1575" y="89454"/>
                  </a:lnTo>
                  <a:cubicBezTo>
                    <a:pt x="-345" y="81036"/>
                    <a:pt x="-571" y="72308"/>
                    <a:pt x="1237" y="63863"/>
                  </a:cubicBezTo>
                  <a:cubicBezTo>
                    <a:pt x="4174" y="50136"/>
                    <a:pt x="10247" y="37199"/>
                    <a:pt x="19427" y="26438"/>
                  </a:cubicBezTo>
                  <a:cubicBezTo>
                    <a:pt x="33380" y="10084"/>
                    <a:pt x="52558" y="0"/>
                    <a:pt x="73714" y="0"/>
                  </a:cubicBezTo>
                  <a:cubicBezTo>
                    <a:pt x="97808" y="0"/>
                    <a:pt x="119331" y="13078"/>
                    <a:pt x="133482" y="33556"/>
                  </a:cubicBezTo>
                  <a:cubicBezTo>
                    <a:pt x="136109" y="37369"/>
                    <a:pt x="138312" y="41436"/>
                    <a:pt x="140317" y="45588"/>
                  </a:cubicBezTo>
                  <a:lnTo>
                    <a:pt x="145882" y="57112"/>
                  </a:lnTo>
                </a:path>
              </a:pathLst>
            </a:custGeom>
            <a:noFill/>
            <a:ln w="8472" cap="flat">
              <a:solidFill>
                <a:srgbClr val="01355A"/>
              </a:solidFill>
              <a:prstDash val="solid"/>
              <a:miter/>
            </a:ln>
          </p:spPr>
          <p:txBody>
            <a:bodyPr rtlCol="1" anchor="ctr"/>
            <a:lstStyle/>
            <a:p>
              <a:endParaRPr lang="ar-SA"/>
            </a:p>
          </p:txBody>
        </p:sp>
        <p:sp>
          <p:nvSpPr>
            <p:cNvPr id="10453" name="شكل حر: شكل 11659">
              <a:extLst>
                <a:ext uri="{FF2B5EF4-FFF2-40B4-BE49-F238E27FC236}">
                  <a16:creationId xmlns:a16="http://schemas.microsoft.com/office/drawing/2014/main" id="{1FE82841-ADD7-E247-0070-ED5976C76688}"/>
                </a:ext>
              </a:extLst>
            </p:cNvPr>
            <p:cNvSpPr/>
            <p:nvPr/>
          </p:nvSpPr>
          <p:spPr>
            <a:xfrm>
              <a:off x="7354222" y="5188805"/>
              <a:ext cx="2824" cy="73664"/>
            </a:xfrm>
            <a:custGeom>
              <a:avLst/>
              <a:gdLst>
                <a:gd name="connsiteX0" fmla="*/ 0 w 2824"/>
                <a:gd name="connsiteY0" fmla="*/ 73664 h 73664"/>
                <a:gd name="connsiteX1" fmla="*/ 0 w 2824"/>
                <a:gd name="connsiteY1" fmla="*/ 0 h 73664"/>
              </a:gdLst>
              <a:ahLst/>
              <a:cxnLst>
                <a:cxn ang="0">
                  <a:pos x="connsiteX0" y="connsiteY0"/>
                </a:cxn>
                <a:cxn ang="0">
                  <a:pos x="connsiteX1" y="connsiteY1"/>
                </a:cxn>
              </a:cxnLst>
              <a:rect l="l" t="t" r="r" b="b"/>
              <a:pathLst>
                <a:path w="2824" h="73664">
                  <a:moveTo>
                    <a:pt x="0" y="73664"/>
                  </a:moveTo>
                  <a:lnTo>
                    <a:pt x="0" y="0"/>
                  </a:lnTo>
                </a:path>
              </a:pathLst>
            </a:custGeom>
            <a:ln w="8472" cap="flat">
              <a:solidFill>
                <a:srgbClr val="01355A"/>
              </a:solidFill>
              <a:prstDash val="solid"/>
              <a:miter/>
            </a:ln>
          </p:spPr>
          <p:txBody>
            <a:bodyPr rtlCol="1" anchor="ctr"/>
            <a:lstStyle/>
            <a:p>
              <a:endParaRPr lang="ar-SA"/>
            </a:p>
          </p:txBody>
        </p:sp>
        <p:sp>
          <p:nvSpPr>
            <p:cNvPr id="10454" name="شكل حر: شكل 11660">
              <a:extLst>
                <a:ext uri="{FF2B5EF4-FFF2-40B4-BE49-F238E27FC236}">
                  <a16:creationId xmlns:a16="http://schemas.microsoft.com/office/drawing/2014/main" id="{3405294E-BB2F-5E88-BE1A-776CC54B887B}"/>
                </a:ext>
              </a:extLst>
            </p:cNvPr>
            <p:cNvSpPr/>
            <p:nvPr/>
          </p:nvSpPr>
          <p:spPr>
            <a:xfrm>
              <a:off x="7354222" y="5160560"/>
              <a:ext cx="28245" cy="28245"/>
            </a:xfrm>
            <a:custGeom>
              <a:avLst/>
              <a:gdLst>
                <a:gd name="connsiteX0" fmla="*/ 0 w 28245"/>
                <a:gd name="connsiteY0" fmla="*/ 28246 h 28245"/>
                <a:gd name="connsiteX1" fmla="*/ 28245 w 28245"/>
                <a:gd name="connsiteY1" fmla="*/ 0 h 28245"/>
              </a:gdLst>
              <a:ahLst/>
              <a:cxnLst>
                <a:cxn ang="0">
                  <a:pos x="connsiteX0" y="connsiteY0"/>
                </a:cxn>
                <a:cxn ang="0">
                  <a:pos x="connsiteX1" y="connsiteY1"/>
                </a:cxn>
              </a:cxnLst>
              <a:rect l="l" t="t" r="r" b="b"/>
              <a:pathLst>
                <a:path w="28245" h="28245">
                  <a:moveTo>
                    <a:pt x="0" y="28246"/>
                  </a:moveTo>
                  <a:lnTo>
                    <a:pt x="28245" y="0"/>
                  </a:lnTo>
                </a:path>
              </a:pathLst>
            </a:custGeom>
            <a:ln w="8472" cap="flat">
              <a:solidFill>
                <a:srgbClr val="01355A"/>
              </a:solidFill>
              <a:prstDash val="solid"/>
              <a:miter/>
            </a:ln>
          </p:spPr>
          <p:txBody>
            <a:bodyPr rtlCol="1" anchor="ctr"/>
            <a:lstStyle/>
            <a:p>
              <a:endParaRPr lang="ar-SA"/>
            </a:p>
          </p:txBody>
        </p:sp>
        <p:sp>
          <p:nvSpPr>
            <p:cNvPr id="10455" name="شكل حر: شكل 11661">
              <a:extLst>
                <a:ext uri="{FF2B5EF4-FFF2-40B4-BE49-F238E27FC236}">
                  <a16:creationId xmlns:a16="http://schemas.microsoft.com/office/drawing/2014/main" id="{615CE2DA-27D7-6B10-B4F0-301E1A3B3A1E}"/>
                </a:ext>
              </a:extLst>
            </p:cNvPr>
            <p:cNvSpPr/>
            <p:nvPr/>
          </p:nvSpPr>
          <p:spPr>
            <a:xfrm>
              <a:off x="7325977" y="5160560"/>
              <a:ext cx="28245" cy="28245"/>
            </a:xfrm>
            <a:custGeom>
              <a:avLst/>
              <a:gdLst>
                <a:gd name="connsiteX0" fmla="*/ 28245 w 28245"/>
                <a:gd name="connsiteY0" fmla="*/ 28246 h 28245"/>
                <a:gd name="connsiteX1" fmla="*/ 0 w 28245"/>
                <a:gd name="connsiteY1" fmla="*/ 0 h 28245"/>
              </a:gdLst>
              <a:ahLst/>
              <a:cxnLst>
                <a:cxn ang="0">
                  <a:pos x="connsiteX0" y="connsiteY0"/>
                </a:cxn>
                <a:cxn ang="0">
                  <a:pos x="connsiteX1" y="connsiteY1"/>
                </a:cxn>
              </a:cxnLst>
              <a:rect l="l" t="t" r="r" b="b"/>
              <a:pathLst>
                <a:path w="28245" h="28245">
                  <a:moveTo>
                    <a:pt x="28245" y="28246"/>
                  </a:moveTo>
                  <a:lnTo>
                    <a:pt x="0" y="0"/>
                  </a:lnTo>
                </a:path>
              </a:pathLst>
            </a:custGeom>
            <a:ln w="8472" cap="flat">
              <a:solidFill>
                <a:srgbClr val="01355A"/>
              </a:solidFill>
              <a:prstDash val="solid"/>
              <a:miter/>
            </a:ln>
          </p:spPr>
          <p:txBody>
            <a:bodyPr rtlCol="1" anchor="ctr"/>
            <a:lstStyle/>
            <a:p>
              <a:endParaRPr lang="ar-SA"/>
            </a:p>
          </p:txBody>
        </p:sp>
        <p:sp>
          <p:nvSpPr>
            <p:cNvPr id="10456" name="شكل حر: شكل 11662">
              <a:extLst>
                <a:ext uri="{FF2B5EF4-FFF2-40B4-BE49-F238E27FC236}">
                  <a16:creationId xmlns:a16="http://schemas.microsoft.com/office/drawing/2014/main" id="{322D9511-D3E2-79A1-0585-7A44291A38CA}"/>
                </a:ext>
              </a:extLst>
            </p:cNvPr>
            <p:cNvSpPr/>
            <p:nvPr/>
          </p:nvSpPr>
          <p:spPr>
            <a:xfrm>
              <a:off x="7360323" y="4972953"/>
              <a:ext cx="63439" cy="44526"/>
            </a:xfrm>
            <a:custGeom>
              <a:avLst/>
              <a:gdLst>
                <a:gd name="connsiteX0" fmla="*/ 0 w 63439"/>
                <a:gd name="connsiteY0" fmla="*/ 0 h 44526"/>
                <a:gd name="connsiteX1" fmla="*/ 63439 w 63439"/>
                <a:gd name="connsiteY1" fmla="*/ 44487 h 44526"/>
              </a:gdLst>
              <a:ahLst/>
              <a:cxnLst>
                <a:cxn ang="0">
                  <a:pos x="connsiteX0" y="connsiteY0"/>
                </a:cxn>
                <a:cxn ang="0">
                  <a:pos x="connsiteX1" y="connsiteY1"/>
                </a:cxn>
              </a:cxnLst>
              <a:rect l="l" t="t" r="r" b="b"/>
              <a:pathLst>
                <a:path w="63439" h="44526">
                  <a:moveTo>
                    <a:pt x="0" y="0"/>
                  </a:moveTo>
                  <a:cubicBezTo>
                    <a:pt x="0" y="0"/>
                    <a:pt x="5027" y="46069"/>
                    <a:pt x="63439" y="44487"/>
                  </a:cubicBezTo>
                </a:path>
              </a:pathLst>
            </a:custGeom>
            <a:noFill/>
            <a:ln w="8472" cap="flat">
              <a:solidFill>
                <a:srgbClr val="01355A"/>
              </a:solidFill>
              <a:prstDash val="solid"/>
              <a:miter/>
            </a:ln>
          </p:spPr>
          <p:txBody>
            <a:bodyPr rtlCol="1" anchor="ctr"/>
            <a:lstStyle/>
            <a:p>
              <a:endParaRPr lang="ar-SA"/>
            </a:p>
          </p:txBody>
        </p:sp>
      </p:grpSp>
      <p:grpSp>
        <p:nvGrpSpPr>
          <p:cNvPr id="10457" name="رسم 8014">
            <a:extLst>
              <a:ext uri="{FF2B5EF4-FFF2-40B4-BE49-F238E27FC236}">
                <a16:creationId xmlns:a16="http://schemas.microsoft.com/office/drawing/2014/main" id="{D52CCE8A-4300-E351-968A-91B40FBB4EC4}"/>
              </a:ext>
            </a:extLst>
          </p:cNvPr>
          <p:cNvGrpSpPr/>
          <p:nvPr/>
        </p:nvGrpSpPr>
        <p:grpSpPr>
          <a:xfrm>
            <a:off x="4149701" y="5286478"/>
            <a:ext cx="317356" cy="309297"/>
            <a:chOff x="4041565" y="4891719"/>
            <a:chExt cx="379336" cy="392414"/>
          </a:xfrm>
          <a:noFill/>
        </p:grpSpPr>
        <p:sp>
          <p:nvSpPr>
            <p:cNvPr id="10458" name="شكل حر: شكل 11664">
              <a:extLst>
                <a:ext uri="{FF2B5EF4-FFF2-40B4-BE49-F238E27FC236}">
                  <a16:creationId xmlns:a16="http://schemas.microsoft.com/office/drawing/2014/main" id="{80A85511-E6C4-2781-BFAE-E35DA6CFB78F}"/>
                </a:ext>
              </a:extLst>
            </p:cNvPr>
            <p:cNvSpPr/>
            <p:nvPr/>
          </p:nvSpPr>
          <p:spPr>
            <a:xfrm>
              <a:off x="4130510" y="4994731"/>
              <a:ext cx="26635" cy="18867"/>
            </a:xfrm>
            <a:custGeom>
              <a:avLst/>
              <a:gdLst>
                <a:gd name="connsiteX0" fmla="*/ 23641 w 26635"/>
                <a:gd name="connsiteY0" fmla="*/ 0 h 18867"/>
                <a:gd name="connsiteX1" fmla="*/ 26636 w 26635"/>
                <a:gd name="connsiteY1" fmla="*/ 2994 h 18867"/>
                <a:gd name="connsiteX2" fmla="*/ 26636 w 26635"/>
                <a:gd name="connsiteY2" fmla="*/ 15874 h 18867"/>
                <a:gd name="connsiteX3" fmla="*/ 23641 w 26635"/>
                <a:gd name="connsiteY3" fmla="*/ 18868 h 18867"/>
                <a:gd name="connsiteX4" fmla="*/ 2994 w 26635"/>
                <a:gd name="connsiteY4" fmla="*/ 18868 h 18867"/>
                <a:gd name="connsiteX5" fmla="*/ 0 w 26635"/>
                <a:gd name="connsiteY5" fmla="*/ 15874 h 18867"/>
                <a:gd name="connsiteX6" fmla="*/ 0 w 26635"/>
                <a:gd name="connsiteY6" fmla="*/ 2994 h 18867"/>
                <a:gd name="connsiteX7" fmla="*/ 2994 w 26635"/>
                <a:gd name="connsiteY7" fmla="*/ 0 h 18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635" h="18867">
                  <a:moveTo>
                    <a:pt x="23641" y="0"/>
                  </a:moveTo>
                  <a:cubicBezTo>
                    <a:pt x="25295" y="0"/>
                    <a:pt x="26636" y="1340"/>
                    <a:pt x="26636" y="2994"/>
                  </a:cubicBezTo>
                  <a:lnTo>
                    <a:pt x="26636" y="15874"/>
                  </a:lnTo>
                  <a:cubicBezTo>
                    <a:pt x="26636" y="17528"/>
                    <a:pt x="25295" y="18868"/>
                    <a:pt x="23641" y="18868"/>
                  </a:cubicBezTo>
                  <a:lnTo>
                    <a:pt x="2994" y="18868"/>
                  </a:lnTo>
                  <a:cubicBezTo>
                    <a:pt x="1340" y="18868"/>
                    <a:pt x="0" y="17528"/>
                    <a:pt x="0" y="15874"/>
                  </a:cubicBezTo>
                  <a:lnTo>
                    <a:pt x="0" y="2994"/>
                  </a:lnTo>
                  <a:cubicBezTo>
                    <a:pt x="0" y="1340"/>
                    <a:pt x="1340" y="0"/>
                    <a:pt x="2994" y="0"/>
                  </a:cubicBezTo>
                  <a:close/>
                </a:path>
              </a:pathLst>
            </a:custGeom>
            <a:noFill/>
            <a:ln w="8472" cap="flat">
              <a:solidFill>
                <a:srgbClr val="01355A"/>
              </a:solidFill>
              <a:prstDash val="solid"/>
              <a:miter/>
            </a:ln>
          </p:spPr>
          <p:txBody>
            <a:bodyPr rtlCol="1" anchor="ctr"/>
            <a:lstStyle/>
            <a:p>
              <a:endParaRPr lang="ar-SA"/>
            </a:p>
          </p:txBody>
        </p:sp>
        <p:sp>
          <p:nvSpPr>
            <p:cNvPr id="10459" name="شكل حر: شكل 11665">
              <a:extLst>
                <a:ext uri="{FF2B5EF4-FFF2-40B4-BE49-F238E27FC236}">
                  <a16:creationId xmlns:a16="http://schemas.microsoft.com/office/drawing/2014/main" id="{1E2F34AF-83C0-8953-A0C7-B46641B2B693}"/>
                </a:ext>
              </a:extLst>
            </p:cNvPr>
            <p:cNvSpPr/>
            <p:nvPr/>
          </p:nvSpPr>
          <p:spPr>
            <a:xfrm>
              <a:off x="4177002" y="4994731"/>
              <a:ext cx="26635" cy="18867"/>
            </a:xfrm>
            <a:custGeom>
              <a:avLst/>
              <a:gdLst>
                <a:gd name="connsiteX0" fmla="*/ 23641 w 26635"/>
                <a:gd name="connsiteY0" fmla="*/ 0 h 18867"/>
                <a:gd name="connsiteX1" fmla="*/ 26636 w 26635"/>
                <a:gd name="connsiteY1" fmla="*/ 2994 h 18867"/>
                <a:gd name="connsiteX2" fmla="*/ 26636 w 26635"/>
                <a:gd name="connsiteY2" fmla="*/ 15874 h 18867"/>
                <a:gd name="connsiteX3" fmla="*/ 23641 w 26635"/>
                <a:gd name="connsiteY3" fmla="*/ 18868 h 18867"/>
                <a:gd name="connsiteX4" fmla="*/ 2994 w 26635"/>
                <a:gd name="connsiteY4" fmla="*/ 18868 h 18867"/>
                <a:gd name="connsiteX5" fmla="*/ 0 w 26635"/>
                <a:gd name="connsiteY5" fmla="*/ 15874 h 18867"/>
                <a:gd name="connsiteX6" fmla="*/ 0 w 26635"/>
                <a:gd name="connsiteY6" fmla="*/ 2994 h 18867"/>
                <a:gd name="connsiteX7" fmla="*/ 2994 w 26635"/>
                <a:gd name="connsiteY7" fmla="*/ 0 h 18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635" h="18867">
                  <a:moveTo>
                    <a:pt x="23641" y="0"/>
                  </a:moveTo>
                  <a:cubicBezTo>
                    <a:pt x="25295" y="0"/>
                    <a:pt x="26636" y="1340"/>
                    <a:pt x="26636" y="2994"/>
                  </a:cubicBezTo>
                  <a:lnTo>
                    <a:pt x="26636" y="15874"/>
                  </a:lnTo>
                  <a:cubicBezTo>
                    <a:pt x="26636" y="17528"/>
                    <a:pt x="25295" y="18868"/>
                    <a:pt x="23641" y="18868"/>
                  </a:cubicBezTo>
                  <a:lnTo>
                    <a:pt x="2994" y="18868"/>
                  </a:lnTo>
                  <a:cubicBezTo>
                    <a:pt x="1340" y="18868"/>
                    <a:pt x="0" y="17528"/>
                    <a:pt x="0" y="15874"/>
                  </a:cubicBezTo>
                  <a:lnTo>
                    <a:pt x="0" y="2994"/>
                  </a:lnTo>
                  <a:cubicBezTo>
                    <a:pt x="0" y="1340"/>
                    <a:pt x="1340" y="0"/>
                    <a:pt x="2994" y="0"/>
                  </a:cubicBezTo>
                  <a:close/>
                </a:path>
              </a:pathLst>
            </a:custGeom>
            <a:noFill/>
            <a:ln w="8472" cap="flat">
              <a:solidFill>
                <a:srgbClr val="01355A"/>
              </a:solidFill>
              <a:prstDash val="solid"/>
              <a:miter/>
            </a:ln>
          </p:spPr>
          <p:txBody>
            <a:bodyPr rtlCol="1" anchor="ctr"/>
            <a:lstStyle/>
            <a:p>
              <a:endParaRPr lang="ar-SA"/>
            </a:p>
          </p:txBody>
        </p:sp>
        <p:sp>
          <p:nvSpPr>
            <p:cNvPr id="10460" name="شكل حر: شكل 11666">
              <a:extLst>
                <a:ext uri="{FF2B5EF4-FFF2-40B4-BE49-F238E27FC236}">
                  <a16:creationId xmlns:a16="http://schemas.microsoft.com/office/drawing/2014/main" id="{261FAF15-F39E-53D4-CB93-318B3BF4E3D4}"/>
                </a:ext>
              </a:extLst>
            </p:cNvPr>
            <p:cNvSpPr/>
            <p:nvPr/>
          </p:nvSpPr>
          <p:spPr>
            <a:xfrm>
              <a:off x="4157146" y="5001679"/>
              <a:ext cx="19856" cy="2824"/>
            </a:xfrm>
            <a:custGeom>
              <a:avLst/>
              <a:gdLst>
                <a:gd name="connsiteX0" fmla="*/ 0 w 19856"/>
                <a:gd name="connsiteY0" fmla="*/ 0 h 2824"/>
                <a:gd name="connsiteX1" fmla="*/ 19856 w 19856"/>
                <a:gd name="connsiteY1" fmla="*/ 0 h 2824"/>
              </a:gdLst>
              <a:ahLst/>
              <a:cxnLst>
                <a:cxn ang="0">
                  <a:pos x="connsiteX0" y="connsiteY0"/>
                </a:cxn>
                <a:cxn ang="0">
                  <a:pos x="connsiteX1" y="connsiteY1"/>
                </a:cxn>
              </a:cxnLst>
              <a:rect l="l" t="t" r="r" b="b"/>
              <a:pathLst>
                <a:path w="19856" h="2824">
                  <a:moveTo>
                    <a:pt x="0" y="0"/>
                  </a:moveTo>
                  <a:lnTo>
                    <a:pt x="19856" y="0"/>
                  </a:lnTo>
                </a:path>
              </a:pathLst>
            </a:custGeom>
            <a:ln w="8472" cap="flat">
              <a:solidFill>
                <a:srgbClr val="01355A"/>
              </a:solidFill>
              <a:prstDash val="solid"/>
              <a:miter/>
            </a:ln>
          </p:spPr>
          <p:txBody>
            <a:bodyPr rtlCol="1" anchor="ctr"/>
            <a:lstStyle/>
            <a:p>
              <a:endParaRPr lang="ar-SA"/>
            </a:p>
          </p:txBody>
        </p:sp>
        <p:sp>
          <p:nvSpPr>
            <p:cNvPr id="10461" name="شكل حر: شكل 11667">
              <a:extLst>
                <a:ext uri="{FF2B5EF4-FFF2-40B4-BE49-F238E27FC236}">
                  <a16:creationId xmlns:a16="http://schemas.microsoft.com/office/drawing/2014/main" id="{6052B5C8-ED49-39AC-397D-64F81E21C3C1}"/>
                </a:ext>
              </a:extLst>
            </p:cNvPr>
            <p:cNvSpPr/>
            <p:nvPr/>
          </p:nvSpPr>
          <p:spPr>
            <a:xfrm>
              <a:off x="4114100" y="4996906"/>
              <a:ext cx="13586" cy="3926"/>
            </a:xfrm>
            <a:custGeom>
              <a:avLst/>
              <a:gdLst>
                <a:gd name="connsiteX0" fmla="*/ 0 w 13586"/>
                <a:gd name="connsiteY0" fmla="*/ 0 h 3926"/>
                <a:gd name="connsiteX1" fmla="*/ 13586 w 13586"/>
                <a:gd name="connsiteY1" fmla="*/ 3926 h 3926"/>
              </a:gdLst>
              <a:ahLst/>
              <a:cxnLst>
                <a:cxn ang="0">
                  <a:pos x="connsiteX0" y="connsiteY0"/>
                </a:cxn>
                <a:cxn ang="0">
                  <a:pos x="connsiteX1" y="connsiteY1"/>
                </a:cxn>
              </a:cxnLst>
              <a:rect l="l" t="t" r="r" b="b"/>
              <a:pathLst>
                <a:path w="13586" h="3926">
                  <a:moveTo>
                    <a:pt x="0" y="0"/>
                  </a:moveTo>
                  <a:lnTo>
                    <a:pt x="13586" y="3926"/>
                  </a:lnTo>
                </a:path>
              </a:pathLst>
            </a:custGeom>
            <a:ln w="8472" cap="flat">
              <a:solidFill>
                <a:srgbClr val="01355A"/>
              </a:solidFill>
              <a:prstDash val="solid"/>
              <a:miter/>
            </a:ln>
          </p:spPr>
          <p:txBody>
            <a:bodyPr rtlCol="1" anchor="ctr"/>
            <a:lstStyle/>
            <a:p>
              <a:endParaRPr lang="ar-SA"/>
            </a:p>
          </p:txBody>
        </p:sp>
        <p:sp>
          <p:nvSpPr>
            <p:cNvPr id="10462" name="شكل حر: شكل 11668">
              <a:extLst>
                <a:ext uri="{FF2B5EF4-FFF2-40B4-BE49-F238E27FC236}">
                  <a16:creationId xmlns:a16="http://schemas.microsoft.com/office/drawing/2014/main" id="{3285BBE0-2475-BC6A-E73F-2DDEB35E391D}"/>
                </a:ext>
              </a:extLst>
            </p:cNvPr>
            <p:cNvSpPr/>
            <p:nvPr/>
          </p:nvSpPr>
          <p:spPr>
            <a:xfrm>
              <a:off x="4206462" y="4996793"/>
              <a:ext cx="13275" cy="4039"/>
            </a:xfrm>
            <a:custGeom>
              <a:avLst/>
              <a:gdLst>
                <a:gd name="connsiteX0" fmla="*/ 0 w 13275"/>
                <a:gd name="connsiteY0" fmla="*/ 4039 h 4039"/>
                <a:gd name="connsiteX1" fmla="*/ 13275 w 13275"/>
                <a:gd name="connsiteY1" fmla="*/ 0 h 4039"/>
              </a:gdLst>
              <a:ahLst/>
              <a:cxnLst>
                <a:cxn ang="0">
                  <a:pos x="connsiteX0" y="connsiteY0"/>
                </a:cxn>
                <a:cxn ang="0">
                  <a:pos x="connsiteX1" y="connsiteY1"/>
                </a:cxn>
              </a:cxnLst>
              <a:rect l="l" t="t" r="r" b="b"/>
              <a:pathLst>
                <a:path w="13275" h="4039">
                  <a:moveTo>
                    <a:pt x="0" y="4039"/>
                  </a:moveTo>
                  <a:lnTo>
                    <a:pt x="13275" y="0"/>
                  </a:lnTo>
                </a:path>
              </a:pathLst>
            </a:custGeom>
            <a:ln w="8472" cap="flat">
              <a:solidFill>
                <a:srgbClr val="01355A"/>
              </a:solidFill>
              <a:prstDash val="solid"/>
              <a:miter/>
            </a:ln>
          </p:spPr>
          <p:txBody>
            <a:bodyPr rtlCol="1" anchor="ctr"/>
            <a:lstStyle/>
            <a:p>
              <a:endParaRPr lang="ar-SA"/>
            </a:p>
          </p:txBody>
        </p:sp>
        <p:sp>
          <p:nvSpPr>
            <p:cNvPr id="10463" name="شكل حر: شكل 11669">
              <a:extLst>
                <a:ext uri="{FF2B5EF4-FFF2-40B4-BE49-F238E27FC236}">
                  <a16:creationId xmlns:a16="http://schemas.microsoft.com/office/drawing/2014/main" id="{0C19FDCC-2A62-B5CA-5B27-7A0D34D4927E}"/>
                </a:ext>
              </a:extLst>
            </p:cNvPr>
            <p:cNvSpPr/>
            <p:nvPr/>
          </p:nvSpPr>
          <p:spPr>
            <a:xfrm>
              <a:off x="4203765" y="4981173"/>
              <a:ext cx="17783" cy="103689"/>
            </a:xfrm>
            <a:custGeom>
              <a:avLst/>
              <a:gdLst>
                <a:gd name="connsiteX0" fmla="*/ 13629 w 17783"/>
                <a:gd name="connsiteY0" fmla="*/ 0 h 103689"/>
                <a:gd name="connsiteX1" fmla="*/ 17781 w 17783"/>
                <a:gd name="connsiteY1" fmla="*/ 39007 h 103689"/>
                <a:gd name="connsiteX2" fmla="*/ 6539 w 17783"/>
                <a:gd name="connsiteY2" fmla="*/ 70331 h 103689"/>
                <a:gd name="connsiteX3" fmla="*/ 212 w 17783"/>
                <a:gd name="connsiteY3" fmla="*/ 92899 h 103689"/>
                <a:gd name="connsiteX4" fmla="*/ 636 w 17783"/>
                <a:gd name="connsiteY4" fmla="*/ 96628 h 103689"/>
                <a:gd name="connsiteX5" fmla="*/ 4929 w 17783"/>
                <a:gd name="connsiteY5" fmla="*/ 103689 h 103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783" h="103689">
                  <a:moveTo>
                    <a:pt x="13629" y="0"/>
                  </a:moveTo>
                  <a:cubicBezTo>
                    <a:pt x="15832" y="13162"/>
                    <a:pt x="17866" y="28245"/>
                    <a:pt x="17781" y="39007"/>
                  </a:cubicBezTo>
                  <a:cubicBezTo>
                    <a:pt x="17216" y="51350"/>
                    <a:pt x="14250" y="60841"/>
                    <a:pt x="6539" y="70331"/>
                  </a:cubicBezTo>
                  <a:cubicBezTo>
                    <a:pt x="1426" y="76630"/>
                    <a:pt x="-720" y="84821"/>
                    <a:pt x="212" y="92899"/>
                  </a:cubicBezTo>
                  <a:lnTo>
                    <a:pt x="636" y="96628"/>
                  </a:lnTo>
                  <a:cubicBezTo>
                    <a:pt x="975" y="99480"/>
                    <a:pt x="2528" y="102051"/>
                    <a:pt x="4929" y="103689"/>
                  </a:cubicBezTo>
                </a:path>
              </a:pathLst>
            </a:custGeom>
            <a:noFill/>
            <a:ln w="8472" cap="flat">
              <a:solidFill>
                <a:srgbClr val="01355A"/>
              </a:solidFill>
              <a:prstDash val="solid"/>
              <a:miter/>
            </a:ln>
          </p:spPr>
          <p:txBody>
            <a:bodyPr rtlCol="1" anchor="ctr"/>
            <a:lstStyle/>
            <a:p>
              <a:endParaRPr lang="ar-SA"/>
            </a:p>
          </p:txBody>
        </p:sp>
        <p:sp>
          <p:nvSpPr>
            <p:cNvPr id="10464" name="شكل حر: شكل 11670">
              <a:extLst>
                <a:ext uri="{FF2B5EF4-FFF2-40B4-BE49-F238E27FC236}">
                  <a16:creationId xmlns:a16="http://schemas.microsoft.com/office/drawing/2014/main" id="{C6634130-49C9-8679-9A7F-3310DED9E542}"/>
                </a:ext>
              </a:extLst>
            </p:cNvPr>
            <p:cNvSpPr/>
            <p:nvPr/>
          </p:nvSpPr>
          <p:spPr>
            <a:xfrm>
              <a:off x="4166919" y="4891719"/>
              <a:ext cx="84397" cy="122020"/>
            </a:xfrm>
            <a:custGeom>
              <a:avLst/>
              <a:gdLst>
                <a:gd name="connsiteX0" fmla="*/ 0 w 84397"/>
                <a:gd name="connsiteY0" fmla="*/ 0 h 122020"/>
                <a:gd name="connsiteX1" fmla="*/ 65332 w 84397"/>
                <a:gd name="connsiteY1" fmla="*/ 39515 h 122020"/>
                <a:gd name="connsiteX2" fmla="*/ 73579 w 84397"/>
                <a:gd name="connsiteY2" fmla="*/ 74257 h 122020"/>
                <a:gd name="connsiteX3" fmla="*/ 84397 w 84397"/>
                <a:gd name="connsiteY3" fmla="*/ 122021 h 122020"/>
              </a:gdLst>
              <a:ahLst/>
              <a:cxnLst>
                <a:cxn ang="0">
                  <a:pos x="connsiteX0" y="connsiteY0"/>
                </a:cxn>
                <a:cxn ang="0">
                  <a:pos x="connsiteX1" y="connsiteY1"/>
                </a:cxn>
                <a:cxn ang="0">
                  <a:pos x="connsiteX2" y="connsiteY2"/>
                </a:cxn>
                <a:cxn ang="0">
                  <a:pos x="connsiteX3" y="connsiteY3"/>
                </a:cxn>
              </a:cxnLst>
              <a:rect l="l" t="t" r="r" b="b"/>
              <a:pathLst>
                <a:path w="84397" h="122020">
                  <a:moveTo>
                    <a:pt x="0" y="0"/>
                  </a:moveTo>
                  <a:cubicBezTo>
                    <a:pt x="26494" y="0"/>
                    <a:pt x="54231" y="14744"/>
                    <a:pt x="65332" y="39515"/>
                  </a:cubicBezTo>
                  <a:cubicBezTo>
                    <a:pt x="70218" y="50418"/>
                    <a:pt x="72195" y="62394"/>
                    <a:pt x="73579" y="74257"/>
                  </a:cubicBezTo>
                  <a:cubicBezTo>
                    <a:pt x="75528" y="90979"/>
                    <a:pt x="76376" y="106909"/>
                    <a:pt x="84397" y="122021"/>
                  </a:cubicBezTo>
                </a:path>
              </a:pathLst>
            </a:custGeom>
            <a:noFill/>
            <a:ln w="8472" cap="flat">
              <a:solidFill>
                <a:srgbClr val="17A3A3"/>
              </a:solidFill>
              <a:prstDash val="solid"/>
              <a:miter/>
            </a:ln>
          </p:spPr>
          <p:txBody>
            <a:bodyPr rtlCol="1" anchor="ctr"/>
            <a:lstStyle/>
            <a:p>
              <a:endParaRPr lang="ar-SA"/>
            </a:p>
          </p:txBody>
        </p:sp>
        <p:sp>
          <p:nvSpPr>
            <p:cNvPr id="10465" name="شكل حر: شكل 11671">
              <a:extLst>
                <a:ext uri="{FF2B5EF4-FFF2-40B4-BE49-F238E27FC236}">
                  <a16:creationId xmlns:a16="http://schemas.microsoft.com/office/drawing/2014/main" id="{040EDD13-09FA-05D5-D054-8352C3BFC734}"/>
                </a:ext>
              </a:extLst>
            </p:cNvPr>
            <p:cNvSpPr/>
            <p:nvPr/>
          </p:nvSpPr>
          <p:spPr>
            <a:xfrm>
              <a:off x="4053513" y="4891719"/>
              <a:ext cx="113405" cy="166665"/>
            </a:xfrm>
            <a:custGeom>
              <a:avLst/>
              <a:gdLst>
                <a:gd name="connsiteX0" fmla="*/ 113406 w 113405"/>
                <a:gd name="connsiteY0" fmla="*/ 0 h 166665"/>
                <a:gd name="connsiteX1" fmla="*/ 48074 w 113405"/>
                <a:gd name="connsiteY1" fmla="*/ 39515 h 166665"/>
                <a:gd name="connsiteX2" fmla="*/ 39826 w 113405"/>
                <a:gd name="connsiteY2" fmla="*/ 74257 h 166665"/>
                <a:gd name="connsiteX3" fmla="*/ 29008 w 113405"/>
                <a:gd name="connsiteY3" fmla="*/ 122021 h 166665"/>
                <a:gd name="connsiteX4" fmla="*/ 0 w 113405"/>
                <a:gd name="connsiteY4" fmla="*/ 142499 h 166665"/>
                <a:gd name="connsiteX5" fmla="*/ 55050 w 113405"/>
                <a:gd name="connsiteY5" fmla="*/ 165745 h 166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405" h="166665">
                  <a:moveTo>
                    <a:pt x="113406" y="0"/>
                  </a:moveTo>
                  <a:cubicBezTo>
                    <a:pt x="86911" y="0"/>
                    <a:pt x="59174" y="14744"/>
                    <a:pt x="48074" y="39515"/>
                  </a:cubicBezTo>
                  <a:cubicBezTo>
                    <a:pt x="43187" y="50418"/>
                    <a:pt x="41210" y="62394"/>
                    <a:pt x="39826" y="74257"/>
                  </a:cubicBezTo>
                  <a:cubicBezTo>
                    <a:pt x="37877" y="90979"/>
                    <a:pt x="37030" y="106909"/>
                    <a:pt x="29008" y="122021"/>
                  </a:cubicBezTo>
                  <a:cubicBezTo>
                    <a:pt x="23161" y="133036"/>
                    <a:pt x="14208" y="140775"/>
                    <a:pt x="0" y="142499"/>
                  </a:cubicBezTo>
                  <a:cubicBezTo>
                    <a:pt x="0" y="142499"/>
                    <a:pt x="17343" y="172213"/>
                    <a:pt x="55050" y="165745"/>
                  </a:cubicBezTo>
                </a:path>
              </a:pathLst>
            </a:custGeom>
            <a:noFill/>
            <a:ln w="8472" cap="flat">
              <a:solidFill>
                <a:srgbClr val="17A3A3"/>
              </a:solidFill>
              <a:prstDash val="solid"/>
              <a:miter/>
            </a:ln>
          </p:spPr>
          <p:txBody>
            <a:bodyPr rtlCol="1" anchor="ctr"/>
            <a:lstStyle/>
            <a:p>
              <a:endParaRPr lang="ar-SA"/>
            </a:p>
          </p:txBody>
        </p:sp>
        <p:sp>
          <p:nvSpPr>
            <p:cNvPr id="10466" name="شكل حر: شكل 11672">
              <a:extLst>
                <a:ext uri="{FF2B5EF4-FFF2-40B4-BE49-F238E27FC236}">
                  <a16:creationId xmlns:a16="http://schemas.microsoft.com/office/drawing/2014/main" id="{57E775EB-9FC1-6198-8782-9D43415013CA}"/>
                </a:ext>
              </a:extLst>
            </p:cNvPr>
            <p:cNvSpPr/>
            <p:nvPr/>
          </p:nvSpPr>
          <p:spPr>
            <a:xfrm>
              <a:off x="4125172" y="5084834"/>
              <a:ext cx="69173" cy="31183"/>
            </a:xfrm>
            <a:custGeom>
              <a:avLst/>
              <a:gdLst>
                <a:gd name="connsiteX0" fmla="*/ 0 w 69173"/>
                <a:gd name="connsiteY0" fmla="*/ 0 h 31183"/>
                <a:gd name="connsiteX1" fmla="*/ 41747 w 69173"/>
                <a:gd name="connsiteY1" fmla="*/ 31183 h 31183"/>
                <a:gd name="connsiteX2" fmla="*/ 69173 w 69173"/>
                <a:gd name="connsiteY2" fmla="*/ 10705 h 31183"/>
              </a:gdLst>
              <a:ahLst/>
              <a:cxnLst>
                <a:cxn ang="0">
                  <a:pos x="connsiteX0" y="connsiteY0"/>
                </a:cxn>
                <a:cxn ang="0">
                  <a:pos x="connsiteX1" y="connsiteY1"/>
                </a:cxn>
                <a:cxn ang="0">
                  <a:pos x="connsiteX2" y="connsiteY2"/>
                </a:cxn>
              </a:cxnLst>
              <a:rect l="l" t="t" r="r" b="b"/>
              <a:pathLst>
                <a:path w="69173" h="31183">
                  <a:moveTo>
                    <a:pt x="0" y="0"/>
                  </a:moveTo>
                  <a:lnTo>
                    <a:pt x="41747" y="31183"/>
                  </a:lnTo>
                  <a:lnTo>
                    <a:pt x="69173" y="10705"/>
                  </a:lnTo>
                </a:path>
              </a:pathLst>
            </a:custGeom>
            <a:noFill/>
            <a:ln w="8472" cap="flat">
              <a:solidFill>
                <a:srgbClr val="01355A"/>
              </a:solidFill>
              <a:prstDash val="solid"/>
              <a:miter/>
            </a:ln>
          </p:spPr>
          <p:txBody>
            <a:bodyPr rtlCol="1" anchor="ctr"/>
            <a:lstStyle/>
            <a:p>
              <a:endParaRPr lang="ar-SA"/>
            </a:p>
          </p:txBody>
        </p:sp>
        <p:sp>
          <p:nvSpPr>
            <p:cNvPr id="10467" name="شكل حر: شكل 11673">
              <a:extLst>
                <a:ext uri="{FF2B5EF4-FFF2-40B4-BE49-F238E27FC236}">
                  <a16:creationId xmlns:a16="http://schemas.microsoft.com/office/drawing/2014/main" id="{B5B79674-8C00-F55E-5F81-54730616EE3E}"/>
                </a:ext>
              </a:extLst>
            </p:cNvPr>
            <p:cNvSpPr/>
            <p:nvPr/>
          </p:nvSpPr>
          <p:spPr>
            <a:xfrm>
              <a:off x="4041565" y="4942331"/>
              <a:ext cx="329229" cy="300309"/>
            </a:xfrm>
            <a:custGeom>
              <a:avLst/>
              <a:gdLst>
                <a:gd name="connsiteX0" fmla="*/ 175856 w 329229"/>
                <a:gd name="connsiteY0" fmla="*/ 38333 h 300309"/>
                <a:gd name="connsiteX1" fmla="*/ 141849 w 329229"/>
                <a:gd name="connsiteY1" fmla="*/ 27148 h 300309"/>
                <a:gd name="connsiteX2" fmla="*/ 128178 w 329229"/>
                <a:gd name="connsiteY2" fmla="*/ 8817 h 300309"/>
                <a:gd name="connsiteX3" fmla="*/ 128037 w 329229"/>
                <a:gd name="connsiteY3" fmla="*/ 8647 h 300309"/>
                <a:gd name="connsiteX4" fmla="*/ 99565 w 329229"/>
                <a:gd name="connsiteY4" fmla="*/ 2094 h 300309"/>
                <a:gd name="connsiteX5" fmla="*/ 99565 w 329229"/>
                <a:gd name="connsiteY5" fmla="*/ 2094 h 300309"/>
                <a:gd name="connsiteX6" fmla="*/ 76150 w 329229"/>
                <a:gd name="connsiteY6" fmla="*/ 31780 h 300309"/>
                <a:gd name="connsiteX7" fmla="*/ 70783 w 329229"/>
                <a:gd name="connsiteY7" fmla="*/ 77848 h 300309"/>
                <a:gd name="connsiteX8" fmla="*/ 81545 w 329229"/>
                <a:gd name="connsiteY8" fmla="*/ 108579 h 300309"/>
                <a:gd name="connsiteX9" fmla="*/ 88352 w 329229"/>
                <a:gd name="connsiteY9" fmla="*/ 131741 h 300309"/>
                <a:gd name="connsiteX10" fmla="*/ 87928 w 329229"/>
                <a:gd name="connsiteY10" fmla="*/ 135469 h 300309"/>
                <a:gd name="connsiteX11" fmla="*/ 83635 w 329229"/>
                <a:gd name="connsiteY11" fmla="*/ 142531 h 300309"/>
                <a:gd name="connsiteX12" fmla="*/ 80867 w 329229"/>
                <a:gd name="connsiteY12" fmla="*/ 143830 h 300309"/>
                <a:gd name="connsiteX13" fmla="*/ 35504 w 329229"/>
                <a:gd name="connsiteY13" fmla="*/ 156992 h 300309"/>
                <a:gd name="connsiteX14" fmla="*/ 17936 w 329229"/>
                <a:gd name="connsiteY14" fmla="*/ 166229 h 300309"/>
                <a:gd name="connsiteX15" fmla="*/ 0 w 329229"/>
                <a:gd name="connsiteY15" fmla="*/ 196225 h 300309"/>
                <a:gd name="connsiteX16" fmla="*/ 0 w 329229"/>
                <a:gd name="connsiteY16" fmla="*/ 279521 h 300309"/>
                <a:gd name="connsiteX17" fmla="*/ 20789 w 329229"/>
                <a:gd name="connsiteY17" fmla="*/ 300310 h 300309"/>
                <a:gd name="connsiteX18" fmla="*/ 172015 w 329229"/>
                <a:gd name="connsiteY18" fmla="*/ 300310 h 300309"/>
                <a:gd name="connsiteX19" fmla="*/ 192804 w 329229"/>
                <a:gd name="connsiteY19" fmla="*/ 279521 h 300309"/>
                <a:gd name="connsiteX20" fmla="*/ 192804 w 329229"/>
                <a:gd name="connsiteY20" fmla="*/ 145129 h 300309"/>
                <a:gd name="connsiteX21" fmla="*/ 222320 w 329229"/>
                <a:gd name="connsiteY21" fmla="*/ 115613 h 300309"/>
                <a:gd name="connsiteX22" fmla="*/ 329229 w 329229"/>
                <a:gd name="connsiteY22" fmla="*/ 115613 h 300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29229" h="300309">
                  <a:moveTo>
                    <a:pt x="175856" y="38333"/>
                  </a:moveTo>
                  <a:cubicBezTo>
                    <a:pt x="163598" y="40395"/>
                    <a:pt x="150464" y="36074"/>
                    <a:pt x="141849" y="27148"/>
                  </a:cubicBezTo>
                  <a:cubicBezTo>
                    <a:pt x="136539" y="21668"/>
                    <a:pt x="132980" y="14748"/>
                    <a:pt x="128178" y="8817"/>
                  </a:cubicBezTo>
                  <a:cubicBezTo>
                    <a:pt x="128121" y="8760"/>
                    <a:pt x="128093" y="8703"/>
                    <a:pt x="128037" y="8647"/>
                  </a:cubicBezTo>
                  <a:cubicBezTo>
                    <a:pt x="121201" y="286"/>
                    <a:pt x="109451" y="-2256"/>
                    <a:pt x="99565" y="2094"/>
                  </a:cubicBezTo>
                  <a:lnTo>
                    <a:pt x="99565" y="2094"/>
                  </a:lnTo>
                  <a:cubicBezTo>
                    <a:pt x="87307" y="7489"/>
                    <a:pt x="78550" y="18618"/>
                    <a:pt x="76150" y="31780"/>
                  </a:cubicBezTo>
                  <a:cubicBezTo>
                    <a:pt x="73523" y="46298"/>
                    <a:pt x="70670" y="65110"/>
                    <a:pt x="70783" y="77848"/>
                  </a:cubicBezTo>
                  <a:cubicBezTo>
                    <a:pt x="71348" y="89937"/>
                    <a:pt x="74201" y="99287"/>
                    <a:pt x="81545" y="108579"/>
                  </a:cubicBezTo>
                  <a:cubicBezTo>
                    <a:pt x="86742" y="115161"/>
                    <a:pt x="89340" y="123408"/>
                    <a:pt x="88352" y="131741"/>
                  </a:cubicBezTo>
                  <a:lnTo>
                    <a:pt x="87928" y="135469"/>
                  </a:lnTo>
                  <a:cubicBezTo>
                    <a:pt x="87589" y="138322"/>
                    <a:pt x="86036" y="140892"/>
                    <a:pt x="83635" y="142531"/>
                  </a:cubicBezTo>
                  <a:cubicBezTo>
                    <a:pt x="82787" y="143095"/>
                    <a:pt x="81855" y="143547"/>
                    <a:pt x="80867" y="143830"/>
                  </a:cubicBezTo>
                  <a:lnTo>
                    <a:pt x="35504" y="156992"/>
                  </a:lnTo>
                  <a:cubicBezTo>
                    <a:pt x="29799" y="158235"/>
                    <a:pt x="23811" y="161370"/>
                    <a:pt x="17936" y="166229"/>
                  </a:cubicBezTo>
                  <a:cubicBezTo>
                    <a:pt x="8699" y="173855"/>
                    <a:pt x="2344" y="184503"/>
                    <a:pt x="0" y="196225"/>
                  </a:cubicBezTo>
                  <a:lnTo>
                    <a:pt x="0" y="279521"/>
                  </a:lnTo>
                  <a:cubicBezTo>
                    <a:pt x="0" y="290989"/>
                    <a:pt x="9293" y="300310"/>
                    <a:pt x="20789" y="300310"/>
                  </a:cubicBezTo>
                  <a:lnTo>
                    <a:pt x="172015" y="300310"/>
                  </a:lnTo>
                  <a:cubicBezTo>
                    <a:pt x="183482" y="300310"/>
                    <a:pt x="192804" y="291017"/>
                    <a:pt x="192804" y="279521"/>
                  </a:cubicBezTo>
                  <a:lnTo>
                    <a:pt x="192804" y="145129"/>
                  </a:lnTo>
                  <a:cubicBezTo>
                    <a:pt x="192804" y="128832"/>
                    <a:pt x="206022" y="115613"/>
                    <a:pt x="222320" y="115613"/>
                  </a:cubicBezTo>
                  <a:lnTo>
                    <a:pt x="329229" y="115613"/>
                  </a:lnTo>
                </a:path>
              </a:pathLst>
            </a:custGeom>
            <a:noFill/>
            <a:ln w="8472" cap="flat">
              <a:solidFill>
                <a:srgbClr val="01355A"/>
              </a:solidFill>
              <a:prstDash val="solid"/>
              <a:miter/>
            </a:ln>
          </p:spPr>
          <p:txBody>
            <a:bodyPr rtlCol="1" anchor="ctr"/>
            <a:lstStyle/>
            <a:p>
              <a:endParaRPr lang="ar-SA"/>
            </a:p>
          </p:txBody>
        </p:sp>
        <p:sp>
          <p:nvSpPr>
            <p:cNvPr id="10468" name="شكل حر: شكل 11674">
              <a:extLst>
                <a:ext uri="{FF2B5EF4-FFF2-40B4-BE49-F238E27FC236}">
                  <a16:creationId xmlns:a16="http://schemas.microsoft.com/office/drawing/2014/main" id="{FD7D9256-CB39-ED00-7B3E-CE0B2C086717}"/>
                </a:ext>
              </a:extLst>
            </p:cNvPr>
            <p:cNvSpPr/>
            <p:nvPr/>
          </p:nvSpPr>
          <p:spPr>
            <a:xfrm>
              <a:off x="4337493" y="5196940"/>
              <a:ext cx="58920" cy="58920"/>
            </a:xfrm>
            <a:custGeom>
              <a:avLst/>
              <a:gdLst>
                <a:gd name="connsiteX0" fmla="*/ 58920 w 58920"/>
                <a:gd name="connsiteY0" fmla="*/ 29460 h 58920"/>
                <a:gd name="connsiteX1" fmla="*/ 29460 w 58920"/>
                <a:gd name="connsiteY1" fmla="*/ 58920 h 58920"/>
                <a:gd name="connsiteX2" fmla="*/ 0 w 58920"/>
                <a:gd name="connsiteY2" fmla="*/ 29460 h 58920"/>
                <a:gd name="connsiteX3" fmla="*/ 29460 w 58920"/>
                <a:gd name="connsiteY3" fmla="*/ 0 h 58920"/>
                <a:gd name="connsiteX4" fmla="*/ 58920 w 58920"/>
                <a:gd name="connsiteY4" fmla="*/ 29460 h 589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920" h="58920">
                  <a:moveTo>
                    <a:pt x="58920" y="29460"/>
                  </a:moveTo>
                  <a:cubicBezTo>
                    <a:pt x="58920" y="45730"/>
                    <a:pt x="45730" y="58920"/>
                    <a:pt x="29460" y="58920"/>
                  </a:cubicBezTo>
                  <a:cubicBezTo>
                    <a:pt x="13190" y="58920"/>
                    <a:pt x="0" y="45730"/>
                    <a:pt x="0" y="29460"/>
                  </a:cubicBezTo>
                  <a:cubicBezTo>
                    <a:pt x="0" y="13190"/>
                    <a:pt x="13190" y="0"/>
                    <a:pt x="29460" y="0"/>
                  </a:cubicBezTo>
                  <a:cubicBezTo>
                    <a:pt x="45730" y="0"/>
                    <a:pt x="58920" y="13190"/>
                    <a:pt x="58920" y="29460"/>
                  </a:cubicBezTo>
                  <a:close/>
                </a:path>
              </a:pathLst>
            </a:custGeom>
            <a:noFill/>
            <a:ln w="8472" cap="flat">
              <a:solidFill>
                <a:srgbClr val="17A3A3"/>
              </a:solidFill>
              <a:prstDash val="solid"/>
              <a:miter/>
            </a:ln>
          </p:spPr>
          <p:txBody>
            <a:bodyPr rtlCol="1" anchor="ctr"/>
            <a:lstStyle/>
            <a:p>
              <a:endParaRPr lang="ar-SA"/>
            </a:p>
          </p:txBody>
        </p:sp>
        <p:sp>
          <p:nvSpPr>
            <p:cNvPr id="10469" name="شكل حر: شكل 11675">
              <a:extLst>
                <a:ext uri="{FF2B5EF4-FFF2-40B4-BE49-F238E27FC236}">
                  <a16:creationId xmlns:a16="http://schemas.microsoft.com/office/drawing/2014/main" id="{40260BF2-79FB-6BE8-37CE-D1E83244AFBA}"/>
                </a:ext>
              </a:extLst>
            </p:cNvPr>
            <p:cNvSpPr/>
            <p:nvPr/>
          </p:nvSpPr>
          <p:spPr>
            <a:xfrm>
              <a:off x="4313004" y="5233179"/>
              <a:ext cx="53948" cy="50954"/>
            </a:xfrm>
            <a:custGeom>
              <a:avLst/>
              <a:gdLst>
                <a:gd name="connsiteX0" fmla="*/ 53949 w 53948"/>
                <a:gd name="connsiteY0" fmla="*/ 22709 h 50954"/>
                <a:gd name="connsiteX1" fmla="*/ 25703 w 53948"/>
                <a:gd name="connsiteY1" fmla="*/ 50955 h 50954"/>
                <a:gd name="connsiteX2" fmla="*/ 22257 w 53948"/>
                <a:gd name="connsiteY2" fmla="*/ 28726 h 50954"/>
                <a:gd name="connsiteX3" fmla="*/ 0 w 53948"/>
                <a:gd name="connsiteY3" fmla="*/ 25280 h 50954"/>
                <a:gd name="connsiteX4" fmla="*/ 25280 w 53948"/>
                <a:gd name="connsiteY4" fmla="*/ 0 h 509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48" h="50954">
                  <a:moveTo>
                    <a:pt x="53949" y="22709"/>
                  </a:moveTo>
                  <a:lnTo>
                    <a:pt x="25703" y="50955"/>
                  </a:lnTo>
                  <a:lnTo>
                    <a:pt x="22257" y="28726"/>
                  </a:lnTo>
                  <a:lnTo>
                    <a:pt x="0" y="25280"/>
                  </a:lnTo>
                  <a:lnTo>
                    <a:pt x="25280" y="0"/>
                  </a:lnTo>
                </a:path>
              </a:pathLst>
            </a:custGeom>
            <a:noFill/>
            <a:ln w="8472" cap="flat">
              <a:solidFill>
                <a:srgbClr val="17A3A3"/>
              </a:solidFill>
              <a:prstDash val="solid"/>
              <a:miter/>
            </a:ln>
          </p:spPr>
          <p:txBody>
            <a:bodyPr rtlCol="1" anchor="ctr"/>
            <a:lstStyle/>
            <a:p>
              <a:endParaRPr lang="ar-SA"/>
            </a:p>
          </p:txBody>
        </p:sp>
        <p:sp>
          <p:nvSpPr>
            <p:cNvPr id="10470" name="شكل حر: شكل 11676">
              <a:extLst>
                <a:ext uri="{FF2B5EF4-FFF2-40B4-BE49-F238E27FC236}">
                  <a16:creationId xmlns:a16="http://schemas.microsoft.com/office/drawing/2014/main" id="{B7182BBA-91AD-51A3-8C40-EA6493511462}"/>
                </a:ext>
              </a:extLst>
            </p:cNvPr>
            <p:cNvSpPr/>
            <p:nvPr/>
          </p:nvSpPr>
          <p:spPr>
            <a:xfrm>
              <a:off x="4366953" y="5233207"/>
              <a:ext cx="53948" cy="50926"/>
            </a:xfrm>
            <a:custGeom>
              <a:avLst/>
              <a:gdLst>
                <a:gd name="connsiteX0" fmla="*/ 0 w 53948"/>
                <a:gd name="connsiteY0" fmla="*/ 22681 h 50926"/>
                <a:gd name="connsiteX1" fmla="*/ 28274 w 53948"/>
                <a:gd name="connsiteY1" fmla="*/ 50927 h 50926"/>
                <a:gd name="connsiteX2" fmla="*/ 31720 w 53948"/>
                <a:gd name="connsiteY2" fmla="*/ 28697 h 50926"/>
                <a:gd name="connsiteX3" fmla="*/ 53949 w 53948"/>
                <a:gd name="connsiteY3" fmla="*/ 25251 h 50926"/>
                <a:gd name="connsiteX4" fmla="*/ 28669 w 53948"/>
                <a:gd name="connsiteY4" fmla="*/ 0 h 509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48" h="50926">
                  <a:moveTo>
                    <a:pt x="0" y="22681"/>
                  </a:moveTo>
                  <a:lnTo>
                    <a:pt x="28274" y="50927"/>
                  </a:lnTo>
                  <a:lnTo>
                    <a:pt x="31720" y="28697"/>
                  </a:lnTo>
                  <a:lnTo>
                    <a:pt x="53949" y="25251"/>
                  </a:lnTo>
                  <a:lnTo>
                    <a:pt x="28669" y="0"/>
                  </a:lnTo>
                </a:path>
              </a:pathLst>
            </a:custGeom>
            <a:noFill/>
            <a:ln w="8472" cap="flat">
              <a:solidFill>
                <a:srgbClr val="17A3A3"/>
              </a:solidFill>
              <a:prstDash val="solid"/>
              <a:miter/>
            </a:ln>
          </p:spPr>
          <p:txBody>
            <a:bodyPr rtlCol="1" anchor="ctr"/>
            <a:lstStyle/>
            <a:p>
              <a:endParaRPr lang="ar-SA"/>
            </a:p>
          </p:txBody>
        </p:sp>
        <p:sp>
          <p:nvSpPr>
            <p:cNvPr id="10471" name="شكل حر: شكل 11677">
              <a:extLst>
                <a:ext uri="{FF2B5EF4-FFF2-40B4-BE49-F238E27FC236}">
                  <a16:creationId xmlns:a16="http://schemas.microsoft.com/office/drawing/2014/main" id="{5976303A-2649-080F-1B08-29F86C660148}"/>
                </a:ext>
              </a:extLst>
            </p:cNvPr>
            <p:cNvSpPr/>
            <p:nvPr/>
          </p:nvSpPr>
          <p:spPr>
            <a:xfrm>
              <a:off x="4271964" y="5119660"/>
              <a:ext cx="77957" cy="2824"/>
            </a:xfrm>
            <a:custGeom>
              <a:avLst/>
              <a:gdLst>
                <a:gd name="connsiteX0" fmla="*/ 0 w 77957"/>
                <a:gd name="connsiteY0" fmla="*/ 0 h 2824"/>
                <a:gd name="connsiteX1" fmla="*/ 77957 w 77957"/>
                <a:gd name="connsiteY1" fmla="*/ 0 h 2824"/>
              </a:gdLst>
              <a:ahLst/>
              <a:cxnLst>
                <a:cxn ang="0">
                  <a:pos x="connsiteX0" y="connsiteY0"/>
                </a:cxn>
                <a:cxn ang="0">
                  <a:pos x="connsiteX1" y="connsiteY1"/>
                </a:cxn>
              </a:cxnLst>
              <a:rect l="l" t="t" r="r" b="b"/>
              <a:pathLst>
                <a:path w="77957" h="2824">
                  <a:moveTo>
                    <a:pt x="0" y="0"/>
                  </a:moveTo>
                  <a:lnTo>
                    <a:pt x="77957" y="0"/>
                  </a:lnTo>
                </a:path>
              </a:pathLst>
            </a:custGeom>
            <a:ln w="8472" cap="flat">
              <a:solidFill>
                <a:srgbClr val="01355A"/>
              </a:solidFill>
              <a:prstDash val="solid"/>
              <a:miter/>
            </a:ln>
          </p:spPr>
          <p:txBody>
            <a:bodyPr rtlCol="1" anchor="ctr"/>
            <a:lstStyle/>
            <a:p>
              <a:endParaRPr lang="ar-SA"/>
            </a:p>
          </p:txBody>
        </p:sp>
        <p:sp>
          <p:nvSpPr>
            <p:cNvPr id="10472" name="شكل حر: شكل 11678">
              <a:extLst>
                <a:ext uri="{FF2B5EF4-FFF2-40B4-BE49-F238E27FC236}">
                  <a16:creationId xmlns:a16="http://schemas.microsoft.com/office/drawing/2014/main" id="{8ED18914-AAE0-95EF-A666-5EDC5B5C6782}"/>
                </a:ext>
              </a:extLst>
            </p:cNvPr>
            <p:cNvSpPr/>
            <p:nvPr/>
          </p:nvSpPr>
          <p:spPr>
            <a:xfrm>
              <a:off x="4370738" y="5113701"/>
              <a:ext cx="2824" cy="66574"/>
            </a:xfrm>
            <a:custGeom>
              <a:avLst/>
              <a:gdLst>
                <a:gd name="connsiteX0" fmla="*/ 0 w 2824"/>
                <a:gd name="connsiteY0" fmla="*/ 66575 h 66574"/>
                <a:gd name="connsiteX1" fmla="*/ 0 w 2824"/>
                <a:gd name="connsiteY1" fmla="*/ 0 h 66574"/>
              </a:gdLst>
              <a:ahLst/>
              <a:cxnLst>
                <a:cxn ang="0">
                  <a:pos x="connsiteX0" y="connsiteY0"/>
                </a:cxn>
                <a:cxn ang="0">
                  <a:pos x="connsiteX1" y="connsiteY1"/>
                </a:cxn>
              </a:cxnLst>
              <a:rect l="l" t="t" r="r" b="b"/>
              <a:pathLst>
                <a:path w="2824" h="66574">
                  <a:moveTo>
                    <a:pt x="0" y="66575"/>
                  </a:moveTo>
                  <a:lnTo>
                    <a:pt x="0" y="0"/>
                  </a:lnTo>
                </a:path>
              </a:pathLst>
            </a:custGeom>
            <a:ln w="8472" cap="flat">
              <a:solidFill>
                <a:srgbClr val="01355A"/>
              </a:solidFill>
              <a:prstDash val="solid"/>
              <a:miter/>
            </a:ln>
          </p:spPr>
          <p:txBody>
            <a:bodyPr rtlCol="1" anchor="ctr"/>
            <a:lstStyle/>
            <a:p>
              <a:endParaRPr lang="ar-SA"/>
            </a:p>
          </p:txBody>
        </p:sp>
        <p:sp>
          <p:nvSpPr>
            <p:cNvPr id="10473" name="شكل حر: شكل 11679">
              <a:extLst>
                <a:ext uri="{FF2B5EF4-FFF2-40B4-BE49-F238E27FC236}">
                  <a16:creationId xmlns:a16="http://schemas.microsoft.com/office/drawing/2014/main" id="{079F8D27-DC59-09C1-694E-577D7BADEA77}"/>
                </a:ext>
              </a:extLst>
            </p:cNvPr>
            <p:cNvSpPr/>
            <p:nvPr/>
          </p:nvSpPr>
          <p:spPr>
            <a:xfrm>
              <a:off x="4260326" y="5057944"/>
              <a:ext cx="134674" cy="41323"/>
            </a:xfrm>
            <a:custGeom>
              <a:avLst/>
              <a:gdLst>
                <a:gd name="connsiteX0" fmla="*/ 110411 w 134674"/>
                <a:gd name="connsiteY0" fmla="*/ 0 h 41323"/>
                <a:gd name="connsiteX1" fmla="*/ 134675 w 134674"/>
                <a:gd name="connsiteY1" fmla="*/ 24263 h 41323"/>
                <a:gd name="connsiteX2" fmla="*/ 127641 w 134674"/>
                <a:gd name="connsiteY2" fmla="*/ 41323 h 41323"/>
                <a:gd name="connsiteX3" fmla="*/ 0 w 134674"/>
                <a:gd name="connsiteY3" fmla="*/ 41323 h 41323"/>
                <a:gd name="connsiteX4" fmla="*/ 7033 w 134674"/>
                <a:gd name="connsiteY4" fmla="*/ 24263 h 41323"/>
                <a:gd name="connsiteX5" fmla="*/ 6327 w 134674"/>
                <a:gd name="connsiteY5" fmla="*/ 18473 h 41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4674" h="41323">
                  <a:moveTo>
                    <a:pt x="110411" y="0"/>
                  </a:moveTo>
                  <a:cubicBezTo>
                    <a:pt x="123800" y="0"/>
                    <a:pt x="134675" y="10847"/>
                    <a:pt x="134675" y="24263"/>
                  </a:cubicBezTo>
                  <a:cubicBezTo>
                    <a:pt x="134675" y="30929"/>
                    <a:pt x="131991" y="36945"/>
                    <a:pt x="127641" y="41323"/>
                  </a:cubicBezTo>
                  <a:lnTo>
                    <a:pt x="0" y="41323"/>
                  </a:lnTo>
                  <a:cubicBezTo>
                    <a:pt x="4350" y="36945"/>
                    <a:pt x="7033" y="30901"/>
                    <a:pt x="7033" y="24263"/>
                  </a:cubicBezTo>
                  <a:cubicBezTo>
                    <a:pt x="7033" y="22286"/>
                    <a:pt x="6807" y="20337"/>
                    <a:pt x="6327" y="18473"/>
                  </a:cubicBezTo>
                </a:path>
              </a:pathLst>
            </a:custGeom>
            <a:noFill/>
            <a:ln w="8472" cap="flat">
              <a:solidFill>
                <a:srgbClr val="01355A"/>
              </a:solidFill>
              <a:prstDash val="solid"/>
              <a:miter/>
            </a:ln>
          </p:spPr>
          <p:txBody>
            <a:bodyPr rtlCol="1" anchor="ctr"/>
            <a:lstStyle/>
            <a:p>
              <a:endParaRPr lang="ar-SA"/>
            </a:p>
          </p:txBody>
        </p:sp>
        <p:sp>
          <p:nvSpPr>
            <p:cNvPr id="10474" name="شكل حر: شكل 11680">
              <a:extLst>
                <a:ext uri="{FF2B5EF4-FFF2-40B4-BE49-F238E27FC236}">
                  <a16:creationId xmlns:a16="http://schemas.microsoft.com/office/drawing/2014/main" id="{71807571-E71D-81E4-D95C-CD2F71592B62}"/>
                </a:ext>
              </a:extLst>
            </p:cNvPr>
            <p:cNvSpPr/>
            <p:nvPr/>
          </p:nvSpPr>
          <p:spPr>
            <a:xfrm>
              <a:off x="4316620" y="4999815"/>
              <a:ext cx="2824" cy="32792"/>
            </a:xfrm>
            <a:custGeom>
              <a:avLst/>
              <a:gdLst>
                <a:gd name="connsiteX0" fmla="*/ 0 w 2824"/>
                <a:gd name="connsiteY0" fmla="*/ 32793 h 32792"/>
                <a:gd name="connsiteX1" fmla="*/ 0 w 2824"/>
                <a:gd name="connsiteY1" fmla="*/ 0 h 32792"/>
              </a:gdLst>
              <a:ahLst/>
              <a:cxnLst>
                <a:cxn ang="0">
                  <a:pos x="connsiteX0" y="connsiteY0"/>
                </a:cxn>
                <a:cxn ang="0">
                  <a:pos x="connsiteX1" y="connsiteY1"/>
                </a:cxn>
              </a:cxnLst>
              <a:rect l="l" t="t" r="r" b="b"/>
              <a:pathLst>
                <a:path w="2824" h="32792">
                  <a:moveTo>
                    <a:pt x="0" y="32793"/>
                  </a:moveTo>
                  <a:lnTo>
                    <a:pt x="0" y="0"/>
                  </a:lnTo>
                </a:path>
              </a:pathLst>
            </a:custGeom>
            <a:ln w="8472" cap="flat">
              <a:solidFill>
                <a:srgbClr val="01355A"/>
              </a:solidFill>
              <a:prstDash val="solid"/>
              <a:miter/>
            </a:ln>
          </p:spPr>
          <p:txBody>
            <a:bodyPr rtlCol="1" anchor="ctr"/>
            <a:lstStyle/>
            <a:p>
              <a:endParaRPr lang="ar-SA"/>
            </a:p>
          </p:txBody>
        </p:sp>
        <p:grpSp>
          <p:nvGrpSpPr>
            <p:cNvPr id="10475" name="رسم 8014">
              <a:extLst>
                <a:ext uri="{FF2B5EF4-FFF2-40B4-BE49-F238E27FC236}">
                  <a16:creationId xmlns:a16="http://schemas.microsoft.com/office/drawing/2014/main" id="{D7442336-13CA-9A7F-985D-612B08841B2D}"/>
                </a:ext>
              </a:extLst>
            </p:cNvPr>
            <p:cNvGrpSpPr/>
            <p:nvPr/>
          </p:nvGrpSpPr>
          <p:grpSpPr>
            <a:xfrm>
              <a:off x="4275155" y="5002611"/>
              <a:ext cx="82956" cy="29996"/>
              <a:chOff x="4275155" y="5002611"/>
              <a:chExt cx="82956" cy="29996"/>
            </a:xfrm>
          </p:grpSpPr>
          <p:sp>
            <p:nvSpPr>
              <p:cNvPr id="10478" name="شكل حر: شكل 11682">
                <a:extLst>
                  <a:ext uri="{FF2B5EF4-FFF2-40B4-BE49-F238E27FC236}">
                    <a16:creationId xmlns:a16="http://schemas.microsoft.com/office/drawing/2014/main" id="{99F6E3F0-D359-6AF9-C21A-E6A2219D5C27}"/>
                  </a:ext>
                </a:extLst>
              </p:cNvPr>
              <p:cNvSpPr/>
              <p:nvPr/>
            </p:nvSpPr>
            <p:spPr>
              <a:xfrm>
                <a:off x="4342464" y="5002611"/>
                <a:ext cx="15647" cy="29996"/>
              </a:xfrm>
              <a:custGeom>
                <a:avLst/>
                <a:gdLst>
                  <a:gd name="connsiteX0" fmla="*/ 0 w 15647"/>
                  <a:gd name="connsiteY0" fmla="*/ 29997 h 29996"/>
                  <a:gd name="connsiteX1" fmla="*/ 15648 w 15647"/>
                  <a:gd name="connsiteY1" fmla="*/ 0 h 29996"/>
                </a:gdLst>
                <a:ahLst/>
                <a:cxnLst>
                  <a:cxn ang="0">
                    <a:pos x="connsiteX0" y="connsiteY0"/>
                  </a:cxn>
                  <a:cxn ang="0">
                    <a:pos x="connsiteX1" y="connsiteY1"/>
                  </a:cxn>
                </a:cxnLst>
                <a:rect l="l" t="t" r="r" b="b"/>
                <a:pathLst>
                  <a:path w="15647" h="29996">
                    <a:moveTo>
                      <a:pt x="0" y="29997"/>
                    </a:moveTo>
                    <a:lnTo>
                      <a:pt x="15648" y="0"/>
                    </a:lnTo>
                  </a:path>
                </a:pathLst>
              </a:custGeom>
              <a:ln w="8472" cap="flat">
                <a:solidFill>
                  <a:srgbClr val="01355A"/>
                </a:solidFill>
                <a:prstDash val="solid"/>
                <a:miter/>
              </a:ln>
            </p:spPr>
            <p:txBody>
              <a:bodyPr rtlCol="1" anchor="ctr"/>
              <a:lstStyle/>
              <a:p>
                <a:endParaRPr lang="ar-SA"/>
              </a:p>
            </p:txBody>
          </p:sp>
          <p:sp>
            <p:nvSpPr>
              <p:cNvPr id="10479" name="شكل حر: شكل 11683">
                <a:extLst>
                  <a:ext uri="{FF2B5EF4-FFF2-40B4-BE49-F238E27FC236}">
                    <a16:creationId xmlns:a16="http://schemas.microsoft.com/office/drawing/2014/main" id="{09AAC5AD-C133-A7A9-CB3D-B39D9149D305}"/>
                  </a:ext>
                </a:extLst>
              </p:cNvPr>
              <p:cNvSpPr/>
              <p:nvPr/>
            </p:nvSpPr>
            <p:spPr>
              <a:xfrm>
                <a:off x="4275155" y="5002611"/>
                <a:ext cx="15619" cy="29996"/>
              </a:xfrm>
              <a:custGeom>
                <a:avLst/>
                <a:gdLst>
                  <a:gd name="connsiteX0" fmla="*/ 15620 w 15619"/>
                  <a:gd name="connsiteY0" fmla="*/ 29997 h 29996"/>
                  <a:gd name="connsiteX1" fmla="*/ 0 w 15619"/>
                  <a:gd name="connsiteY1" fmla="*/ 0 h 29996"/>
                </a:gdLst>
                <a:ahLst/>
                <a:cxnLst>
                  <a:cxn ang="0">
                    <a:pos x="connsiteX0" y="connsiteY0"/>
                  </a:cxn>
                  <a:cxn ang="0">
                    <a:pos x="connsiteX1" y="connsiteY1"/>
                  </a:cxn>
                </a:cxnLst>
                <a:rect l="l" t="t" r="r" b="b"/>
                <a:pathLst>
                  <a:path w="15619" h="29996">
                    <a:moveTo>
                      <a:pt x="15620" y="29997"/>
                    </a:moveTo>
                    <a:lnTo>
                      <a:pt x="0" y="0"/>
                    </a:lnTo>
                  </a:path>
                </a:pathLst>
              </a:custGeom>
              <a:ln w="8472" cap="flat">
                <a:solidFill>
                  <a:srgbClr val="01355A"/>
                </a:solidFill>
                <a:prstDash val="solid"/>
                <a:miter/>
              </a:ln>
            </p:spPr>
            <p:txBody>
              <a:bodyPr rtlCol="1" anchor="ctr"/>
              <a:lstStyle/>
              <a:p>
                <a:endParaRPr lang="ar-SA"/>
              </a:p>
            </p:txBody>
          </p:sp>
        </p:grpSp>
        <p:sp>
          <p:nvSpPr>
            <p:cNvPr id="10476" name="شكل حر: شكل 11684">
              <a:extLst>
                <a:ext uri="{FF2B5EF4-FFF2-40B4-BE49-F238E27FC236}">
                  <a16:creationId xmlns:a16="http://schemas.microsoft.com/office/drawing/2014/main" id="{8F324F99-94BD-766F-63A8-51BE8F5E6BE4}"/>
                </a:ext>
              </a:extLst>
            </p:cNvPr>
            <p:cNvSpPr/>
            <p:nvPr/>
          </p:nvSpPr>
          <p:spPr>
            <a:xfrm>
              <a:off x="4254028" y="5215554"/>
              <a:ext cx="63072" cy="2824"/>
            </a:xfrm>
            <a:custGeom>
              <a:avLst/>
              <a:gdLst>
                <a:gd name="connsiteX0" fmla="*/ 0 w 63072"/>
                <a:gd name="connsiteY0" fmla="*/ 0 h 2824"/>
                <a:gd name="connsiteX1" fmla="*/ 63072 w 63072"/>
                <a:gd name="connsiteY1" fmla="*/ 0 h 2824"/>
              </a:gdLst>
              <a:ahLst/>
              <a:cxnLst>
                <a:cxn ang="0">
                  <a:pos x="connsiteX0" y="connsiteY0"/>
                </a:cxn>
                <a:cxn ang="0">
                  <a:pos x="connsiteX1" y="connsiteY1"/>
                </a:cxn>
              </a:cxnLst>
              <a:rect l="l" t="t" r="r" b="b"/>
              <a:pathLst>
                <a:path w="63072" h="2824">
                  <a:moveTo>
                    <a:pt x="0" y="0"/>
                  </a:moveTo>
                  <a:lnTo>
                    <a:pt x="63072" y="0"/>
                  </a:lnTo>
                </a:path>
              </a:pathLst>
            </a:custGeom>
            <a:ln w="8472" cap="flat">
              <a:solidFill>
                <a:srgbClr val="01355A"/>
              </a:solidFill>
              <a:prstDash val="solid"/>
              <a:miter/>
            </a:ln>
          </p:spPr>
          <p:txBody>
            <a:bodyPr rtlCol="1" anchor="ctr"/>
            <a:lstStyle/>
            <a:p>
              <a:endParaRPr lang="ar-SA"/>
            </a:p>
          </p:txBody>
        </p:sp>
        <p:sp>
          <p:nvSpPr>
            <p:cNvPr id="10477" name="شكل حر: شكل 11685">
              <a:extLst>
                <a:ext uri="{FF2B5EF4-FFF2-40B4-BE49-F238E27FC236}">
                  <a16:creationId xmlns:a16="http://schemas.microsoft.com/office/drawing/2014/main" id="{78656980-F7F9-8FE6-D558-C13BFE9551F8}"/>
                </a:ext>
              </a:extLst>
            </p:cNvPr>
            <p:cNvSpPr/>
            <p:nvPr/>
          </p:nvSpPr>
          <p:spPr>
            <a:xfrm>
              <a:off x="4166919" y="5116017"/>
              <a:ext cx="2824" cy="80951"/>
            </a:xfrm>
            <a:custGeom>
              <a:avLst/>
              <a:gdLst>
                <a:gd name="connsiteX0" fmla="*/ 0 w 2824"/>
                <a:gd name="connsiteY0" fmla="*/ 0 h 80951"/>
                <a:gd name="connsiteX1" fmla="*/ 0 w 2824"/>
                <a:gd name="connsiteY1" fmla="*/ 80952 h 80951"/>
              </a:gdLst>
              <a:ahLst/>
              <a:cxnLst>
                <a:cxn ang="0">
                  <a:pos x="connsiteX0" y="connsiteY0"/>
                </a:cxn>
                <a:cxn ang="0">
                  <a:pos x="connsiteX1" y="connsiteY1"/>
                </a:cxn>
              </a:cxnLst>
              <a:rect l="l" t="t" r="r" b="b"/>
              <a:pathLst>
                <a:path w="2824" h="80951">
                  <a:moveTo>
                    <a:pt x="0" y="0"/>
                  </a:moveTo>
                  <a:lnTo>
                    <a:pt x="0" y="80952"/>
                  </a:lnTo>
                </a:path>
              </a:pathLst>
            </a:custGeom>
            <a:ln w="8472" cap="flat">
              <a:solidFill>
                <a:srgbClr val="01355A"/>
              </a:solidFill>
              <a:prstDash val="solid"/>
              <a:miter/>
            </a:ln>
          </p:spPr>
          <p:txBody>
            <a:bodyPr rtlCol="1" anchor="ctr"/>
            <a:lstStyle/>
            <a:p>
              <a:endParaRPr lang="ar-SA"/>
            </a:p>
          </p:txBody>
        </p:sp>
      </p:grpSp>
      <p:grpSp>
        <p:nvGrpSpPr>
          <p:cNvPr id="10480" name="رسم 8014">
            <a:extLst>
              <a:ext uri="{FF2B5EF4-FFF2-40B4-BE49-F238E27FC236}">
                <a16:creationId xmlns:a16="http://schemas.microsoft.com/office/drawing/2014/main" id="{2AA84F88-90A8-CA60-0D30-70D4CC3283A9}"/>
              </a:ext>
            </a:extLst>
          </p:cNvPr>
          <p:cNvGrpSpPr/>
          <p:nvPr/>
        </p:nvGrpSpPr>
        <p:grpSpPr>
          <a:xfrm>
            <a:off x="6382589" y="4480854"/>
            <a:ext cx="212343" cy="263570"/>
            <a:chOff x="6710536" y="3869601"/>
            <a:chExt cx="253813" cy="334398"/>
          </a:xfrm>
          <a:noFill/>
        </p:grpSpPr>
        <p:sp>
          <p:nvSpPr>
            <p:cNvPr id="10481" name="شكل حر: شكل 11687">
              <a:extLst>
                <a:ext uri="{FF2B5EF4-FFF2-40B4-BE49-F238E27FC236}">
                  <a16:creationId xmlns:a16="http://schemas.microsoft.com/office/drawing/2014/main" id="{8B80B698-9302-FB0B-959F-FB2794BCF68B}"/>
                </a:ext>
              </a:extLst>
            </p:cNvPr>
            <p:cNvSpPr/>
            <p:nvPr/>
          </p:nvSpPr>
          <p:spPr>
            <a:xfrm>
              <a:off x="6715423" y="3869601"/>
              <a:ext cx="61687" cy="61688"/>
            </a:xfrm>
            <a:custGeom>
              <a:avLst/>
              <a:gdLst>
                <a:gd name="connsiteX0" fmla="*/ 61688 w 61687"/>
                <a:gd name="connsiteY0" fmla="*/ 30844 h 61688"/>
                <a:gd name="connsiteX1" fmla="*/ 30844 w 61687"/>
                <a:gd name="connsiteY1" fmla="*/ 61688 h 61688"/>
                <a:gd name="connsiteX2" fmla="*/ 0 w 61687"/>
                <a:gd name="connsiteY2" fmla="*/ 30844 h 61688"/>
                <a:gd name="connsiteX3" fmla="*/ 30844 w 61687"/>
                <a:gd name="connsiteY3" fmla="*/ 0 h 61688"/>
                <a:gd name="connsiteX4" fmla="*/ 61688 w 61687"/>
                <a:gd name="connsiteY4" fmla="*/ 30844 h 61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687" h="61688">
                  <a:moveTo>
                    <a:pt x="61688" y="30844"/>
                  </a:moveTo>
                  <a:cubicBezTo>
                    <a:pt x="61688" y="47876"/>
                    <a:pt x="47876" y="61688"/>
                    <a:pt x="30844" y="61688"/>
                  </a:cubicBezTo>
                  <a:cubicBezTo>
                    <a:pt x="13812" y="61688"/>
                    <a:pt x="0" y="47876"/>
                    <a:pt x="0" y="30844"/>
                  </a:cubicBezTo>
                  <a:cubicBezTo>
                    <a:pt x="0" y="13812"/>
                    <a:pt x="13812" y="0"/>
                    <a:pt x="30844" y="0"/>
                  </a:cubicBezTo>
                  <a:cubicBezTo>
                    <a:pt x="47876" y="0"/>
                    <a:pt x="61688" y="13812"/>
                    <a:pt x="61688" y="30844"/>
                  </a:cubicBezTo>
                  <a:close/>
                </a:path>
              </a:pathLst>
            </a:custGeom>
            <a:noFill/>
            <a:ln w="8472" cap="flat">
              <a:solidFill>
                <a:srgbClr val="17A3A3"/>
              </a:solidFill>
              <a:prstDash val="solid"/>
              <a:miter/>
            </a:ln>
          </p:spPr>
          <p:txBody>
            <a:bodyPr rtlCol="1" anchor="ctr"/>
            <a:lstStyle/>
            <a:p>
              <a:endParaRPr lang="ar-SA"/>
            </a:p>
          </p:txBody>
        </p:sp>
        <p:sp>
          <p:nvSpPr>
            <p:cNvPr id="10482" name="شكل حر: شكل 11688">
              <a:extLst>
                <a:ext uri="{FF2B5EF4-FFF2-40B4-BE49-F238E27FC236}">
                  <a16:creationId xmlns:a16="http://schemas.microsoft.com/office/drawing/2014/main" id="{5FE5D09F-08F7-2F4C-DC5C-90250E320A53}"/>
                </a:ext>
              </a:extLst>
            </p:cNvPr>
            <p:cNvSpPr/>
            <p:nvPr/>
          </p:nvSpPr>
          <p:spPr>
            <a:xfrm>
              <a:off x="6768326" y="4069437"/>
              <a:ext cx="2824" cy="107078"/>
            </a:xfrm>
            <a:custGeom>
              <a:avLst/>
              <a:gdLst>
                <a:gd name="connsiteX0" fmla="*/ 0 w 2824"/>
                <a:gd name="connsiteY0" fmla="*/ 0 h 107078"/>
                <a:gd name="connsiteX1" fmla="*/ 0 w 2824"/>
                <a:gd name="connsiteY1" fmla="*/ 107079 h 107078"/>
              </a:gdLst>
              <a:ahLst/>
              <a:cxnLst>
                <a:cxn ang="0">
                  <a:pos x="connsiteX0" y="connsiteY0"/>
                </a:cxn>
                <a:cxn ang="0">
                  <a:pos x="connsiteX1" y="connsiteY1"/>
                </a:cxn>
              </a:cxnLst>
              <a:rect l="l" t="t" r="r" b="b"/>
              <a:pathLst>
                <a:path w="2824" h="107078">
                  <a:moveTo>
                    <a:pt x="0" y="0"/>
                  </a:moveTo>
                  <a:lnTo>
                    <a:pt x="0" y="107079"/>
                  </a:lnTo>
                </a:path>
              </a:pathLst>
            </a:custGeom>
            <a:ln w="8472" cap="flat">
              <a:solidFill>
                <a:srgbClr val="17A3A3"/>
              </a:solidFill>
              <a:prstDash val="solid"/>
              <a:miter/>
            </a:ln>
          </p:spPr>
          <p:txBody>
            <a:bodyPr rtlCol="1" anchor="ctr"/>
            <a:lstStyle/>
            <a:p>
              <a:endParaRPr lang="ar-SA"/>
            </a:p>
          </p:txBody>
        </p:sp>
        <p:sp>
          <p:nvSpPr>
            <p:cNvPr id="10483" name="شكل حر: شكل 11689">
              <a:extLst>
                <a:ext uri="{FF2B5EF4-FFF2-40B4-BE49-F238E27FC236}">
                  <a16:creationId xmlns:a16="http://schemas.microsoft.com/office/drawing/2014/main" id="{A173CB68-25C2-C353-C067-CD662AF3E9E8}"/>
                </a:ext>
              </a:extLst>
            </p:cNvPr>
            <p:cNvSpPr/>
            <p:nvPr/>
          </p:nvSpPr>
          <p:spPr>
            <a:xfrm>
              <a:off x="6724207" y="4069437"/>
              <a:ext cx="2824" cy="105242"/>
            </a:xfrm>
            <a:custGeom>
              <a:avLst/>
              <a:gdLst>
                <a:gd name="connsiteX0" fmla="*/ 0 w 2824"/>
                <a:gd name="connsiteY0" fmla="*/ 105243 h 105242"/>
                <a:gd name="connsiteX1" fmla="*/ 0 w 2824"/>
                <a:gd name="connsiteY1" fmla="*/ 0 h 105242"/>
              </a:gdLst>
              <a:ahLst/>
              <a:cxnLst>
                <a:cxn ang="0">
                  <a:pos x="connsiteX0" y="connsiteY0"/>
                </a:cxn>
                <a:cxn ang="0">
                  <a:pos x="connsiteX1" y="connsiteY1"/>
                </a:cxn>
              </a:cxnLst>
              <a:rect l="l" t="t" r="r" b="b"/>
              <a:pathLst>
                <a:path w="2824" h="105242">
                  <a:moveTo>
                    <a:pt x="0" y="105243"/>
                  </a:moveTo>
                  <a:lnTo>
                    <a:pt x="0" y="0"/>
                  </a:lnTo>
                </a:path>
              </a:pathLst>
            </a:custGeom>
            <a:ln w="8472" cap="flat">
              <a:solidFill>
                <a:srgbClr val="17A3A3"/>
              </a:solidFill>
              <a:prstDash val="solid"/>
              <a:miter/>
            </a:ln>
          </p:spPr>
          <p:txBody>
            <a:bodyPr rtlCol="1" anchor="ctr"/>
            <a:lstStyle/>
            <a:p>
              <a:endParaRPr lang="ar-SA"/>
            </a:p>
          </p:txBody>
        </p:sp>
        <p:sp>
          <p:nvSpPr>
            <p:cNvPr id="10484" name="شكل حر: شكل 11690">
              <a:extLst>
                <a:ext uri="{FF2B5EF4-FFF2-40B4-BE49-F238E27FC236}">
                  <a16:creationId xmlns:a16="http://schemas.microsoft.com/office/drawing/2014/main" id="{8A3AFD42-AFF4-0F3E-996B-E6A71D585371}"/>
                </a:ext>
              </a:extLst>
            </p:cNvPr>
            <p:cNvSpPr/>
            <p:nvPr/>
          </p:nvSpPr>
          <p:spPr>
            <a:xfrm>
              <a:off x="6746267" y="3978685"/>
              <a:ext cx="72901" cy="35617"/>
            </a:xfrm>
            <a:custGeom>
              <a:avLst/>
              <a:gdLst>
                <a:gd name="connsiteX0" fmla="*/ 0 w 72901"/>
                <a:gd name="connsiteY0" fmla="*/ 0 h 35617"/>
                <a:gd name="connsiteX1" fmla="*/ 0 w 72901"/>
                <a:gd name="connsiteY1" fmla="*/ 12852 h 35617"/>
                <a:gd name="connsiteX2" fmla="*/ 22766 w 72901"/>
                <a:gd name="connsiteY2" fmla="*/ 35617 h 35617"/>
                <a:gd name="connsiteX3" fmla="*/ 72902 w 72901"/>
                <a:gd name="connsiteY3" fmla="*/ 35617 h 35617"/>
              </a:gdLst>
              <a:ahLst/>
              <a:cxnLst>
                <a:cxn ang="0">
                  <a:pos x="connsiteX0" y="connsiteY0"/>
                </a:cxn>
                <a:cxn ang="0">
                  <a:pos x="connsiteX1" y="connsiteY1"/>
                </a:cxn>
                <a:cxn ang="0">
                  <a:pos x="connsiteX2" y="connsiteY2"/>
                </a:cxn>
                <a:cxn ang="0">
                  <a:pos x="connsiteX3" y="connsiteY3"/>
                </a:cxn>
              </a:cxnLst>
              <a:rect l="l" t="t" r="r" b="b"/>
              <a:pathLst>
                <a:path w="72901" h="35617">
                  <a:moveTo>
                    <a:pt x="0" y="0"/>
                  </a:moveTo>
                  <a:lnTo>
                    <a:pt x="0" y="12852"/>
                  </a:lnTo>
                  <a:cubicBezTo>
                    <a:pt x="0" y="25421"/>
                    <a:pt x="10197" y="35617"/>
                    <a:pt x="22766" y="35617"/>
                  </a:cubicBezTo>
                  <a:lnTo>
                    <a:pt x="72902" y="35617"/>
                  </a:lnTo>
                </a:path>
              </a:pathLst>
            </a:custGeom>
            <a:noFill/>
            <a:ln w="8472" cap="flat">
              <a:solidFill>
                <a:srgbClr val="17A3A3"/>
              </a:solidFill>
              <a:prstDash val="solid"/>
              <a:miter/>
            </a:ln>
          </p:spPr>
          <p:txBody>
            <a:bodyPr rtlCol="1" anchor="ctr"/>
            <a:lstStyle/>
            <a:p>
              <a:endParaRPr lang="ar-SA"/>
            </a:p>
          </p:txBody>
        </p:sp>
        <p:sp>
          <p:nvSpPr>
            <p:cNvPr id="10485" name="شكل حر: شكل 11691">
              <a:extLst>
                <a:ext uri="{FF2B5EF4-FFF2-40B4-BE49-F238E27FC236}">
                  <a16:creationId xmlns:a16="http://schemas.microsoft.com/office/drawing/2014/main" id="{095D8BE4-A4D3-D1CD-5A22-6D4F3FA8043E}"/>
                </a:ext>
              </a:extLst>
            </p:cNvPr>
            <p:cNvSpPr/>
            <p:nvPr/>
          </p:nvSpPr>
          <p:spPr>
            <a:xfrm>
              <a:off x="6724178" y="4174680"/>
              <a:ext cx="63326" cy="29318"/>
            </a:xfrm>
            <a:custGeom>
              <a:avLst/>
              <a:gdLst>
                <a:gd name="connsiteX0" fmla="*/ 63327 w 63326"/>
                <a:gd name="connsiteY0" fmla="*/ 29319 h 29318"/>
                <a:gd name="connsiteX1" fmla="*/ 63327 w 63326"/>
                <a:gd name="connsiteY1" fmla="*/ 29319 h 29318"/>
                <a:gd name="connsiteX2" fmla="*/ 34008 w 63326"/>
                <a:gd name="connsiteY2" fmla="*/ 0 h 29318"/>
                <a:gd name="connsiteX3" fmla="*/ 0 w 63326"/>
                <a:gd name="connsiteY3" fmla="*/ 0 h 29318"/>
                <a:gd name="connsiteX4" fmla="*/ 0 w 63326"/>
                <a:gd name="connsiteY4" fmla="*/ 29319 h 29318"/>
                <a:gd name="connsiteX5" fmla="*/ 63299 w 63326"/>
                <a:gd name="connsiteY5" fmla="*/ 29319 h 2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326" h="29318">
                  <a:moveTo>
                    <a:pt x="63327" y="29319"/>
                  </a:moveTo>
                  <a:lnTo>
                    <a:pt x="63327" y="29319"/>
                  </a:lnTo>
                  <a:cubicBezTo>
                    <a:pt x="63327" y="13134"/>
                    <a:pt x="50192" y="0"/>
                    <a:pt x="34008" y="0"/>
                  </a:cubicBezTo>
                  <a:lnTo>
                    <a:pt x="0" y="0"/>
                  </a:lnTo>
                  <a:lnTo>
                    <a:pt x="0" y="29319"/>
                  </a:lnTo>
                  <a:lnTo>
                    <a:pt x="63299" y="29319"/>
                  </a:lnTo>
                  <a:close/>
                </a:path>
              </a:pathLst>
            </a:custGeom>
            <a:noFill/>
            <a:ln w="8472" cap="flat">
              <a:solidFill>
                <a:srgbClr val="17A3A3"/>
              </a:solidFill>
              <a:prstDash val="solid"/>
              <a:miter/>
            </a:ln>
          </p:spPr>
          <p:txBody>
            <a:bodyPr rtlCol="1" anchor="ctr"/>
            <a:lstStyle/>
            <a:p>
              <a:endParaRPr lang="ar-SA"/>
            </a:p>
          </p:txBody>
        </p:sp>
        <p:sp>
          <p:nvSpPr>
            <p:cNvPr id="10486" name="شكل حر: شكل 11692">
              <a:extLst>
                <a:ext uri="{FF2B5EF4-FFF2-40B4-BE49-F238E27FC236}">
                  <a16:creationId xmlns:a16="http://schemas.microsoft.com/office/drawing/2014/main" id="{6354CCA0-A0C9-D621-2A4E-4CA4DE203E17}"/>
                </a:ext>
              </a:extLst>
            </p:cNvPr>
            <p:cNvSpPr/>
            <p:nvPr/>
          </p:nvSpPr>
          <p:spPr>
            <a:xfrm>
              <a:off x="6710536" y="3947021"/>
              <a:ext cx="71461" cy="122415"/>
            </a:xfrm>
            <a:custGeom>
              <a:avLst/>
              <a:gdLst>
                <a:gd name="connsiteX0" fmla="*/ 71461 w 71461"/>
                <a:gd name="connsiteY0" fmla="*/ 47029 h 122415"/>
                <a:gd name="connsiteX1" fmla="*/ 71461 w 71461"/>
                <a:gd name="connsiteY1" fmla="*/ 35731 h 122415"/>
                <a:gd name="connsiteX2" fmla="*/ 35730 w 71461"/>
                <a:gd name="connsiteY2" fmla="*/ 0 h 122415"/>
                <a:gd name="connsiteX3" fmla="*/ 35730 w 71461"/>
                <a:gd name="connsiteY3" fmla="*/ 0 h 122415"/>
                <a:gd name="connsiteX4" fmla="*/ 0 w 71461"/>
                <a:gd name="connsiteY4" fmla="*/ 35731 h 122415"/>
                <a:gd name="connsiteX5" fmla="*/ 0 w 71461"/>
                <a:gd name="connsiteY5" fmla="*/ 67733 h 122415"/>
                <a:gd name="connsiteX6" fmla="*/ 13670 w 71461"/>
                <a:gd name="connsiteY6" fmla="*/ 122416 h 122415"/>
                <a:gd name="connsiteX7" fmla="*/ 57790 w 71461"/>
                <a:gd name="connsiteY7" fmla="*/ 122416 h 122415"/>
                <a:gd name="connsiteX8" fmla="*/ 69766 w 71461"/>
                <a:gd name="connsiteY8" fmla="*/ 87533 h 12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461" h="122415">
                  <a:moveTo>
                    <a:pt x="71461" y="47029"/>
                  </a:moveTo>
                  <a:lnTo>
                    <a:pt x="71461" y="35731"/>
                  </a:lnTo>
                  <a:cubicBezTo>
                    <a:pt x="71461" y="16015"/>
                    <a:pt x="55474" y="0"/>
                    <a:pt x="35730" y="0"/>
                  </a:cubicBezTo>
                  <a:lnTo>
                    <a:pt x="35730" y="0"/>
                  </a:lnTo>
                  <a:cubicBezTo>
                    <a:pt x="16015" y="0"/>
                    <a:pt x="0" y="15987"/>
                    <a:pt x="0" y="35731"/>
                  </a:cubicBezTo>
                  <a:lnTo>
                    <a:pt x="0" y="67733"/>
                  </a:lnTo>
                  <a:cubicBezTo>
                    <a:pt x="0" y="86798"/>
                    <a:pt x="4688" y="105582"/>
                    <a:pt x="13670" y="122416"/>
                  </a:cubicBezTo>
                  <a:lnTo>
                    <a:pt x="57790" y="122416"/>
                  </a:lnTo>
                  <a:cubicBezTo>
                    <a:pt x="63637" y="111457"/>
                    <a:pt x="67648" y="99678"/>
                    <a:pt x="69766" y="87533"/>
                  </a:cubicBezTo>
                </a:path>
              </a:pathLst>
            </a:custGeom>
            <a:noFill/>
            <a:ln w="8472" cap="flat">
              <a:solidFill>
                <a:srgbClr val="17A3A3"/>
              </a:solidFill>
              <a:prstDash val="solid"/>
              <a:miter/>
            </a:ln>
          </p:spPr>
          <p:txBody>
            <a:bodyPr rtlCol="1" anchor="ctr"/>
            <a:lstStyle/>
            <a:p>
              <a:endParaRPr lang="ar-SA"/>
            </a:p>
          </p:txBody>
        </p:sp>
        <p:sp>
          <p:nvSpPr>
            <p:cNvPr id="10487" name="شكل حر: شكل 11693">
              <a:extLst>
                <a:ext uri="{FF2B5EF4-FFF2-40B4-BE49-F238E27FC236}">
                  <a16:creationId xmlns:a16="http://schemas.microsoft.com/office/drawing/2014/main" id="{C1B460E3-C1FB-E019-A6B2-B459BC191F25}"/>
                </a:ext>
              </a:extLst>
            </p:cNvPr>
            <p:cNvSpPr/>
            <p:nvPr/>
          </p:nvSpPr>
          <p:spPr>
            <a:xfrm>
              <a:off x="6861537" y="4038678"/>
              <a:ext cx="82956" cy="165320"/>
            </a:xfrm>
            <a:custGeom>
              <a:avLst/>
              <a:gdLst>
                <a:gd name="connsiteX0" fmla="*/ 82957 w 82956"/>
                <a:gd name="connsiteY0" fmla="*/ 0 h 165320"/>
                <a:gd name="connsiteX1" fmla="*/ 82957 w 82956"/>
                <a:gd name="connsiteY1" fmla="*/ 165321 h 165320"/>
                <a:gd name="connsiteX2" fmla="*/ 0 w 82956"/>
                <a:gd name="connsiteY2" fmla="*/ 165321 h 165320"/>
                <a:gd name="connsiteX3" fmla="*/ 0 w 82956"/>
                <a:gd name="connsiteY3" fmla="*/ 32228 h 165320"/>
              </a:gdLst>
              <a:ahLst/>
              <a:cxnLst>
                <a:cxn ang="0">
                  <a:pos x="connsiteX0" y="connsiteY0"/>
                </a:cxn>
                <a:cxn ang="0">
                  <a:pos x="connsiteX1" y="connsiteY1"/>
                </a:cxn>
                <a:cxn ang="0">
                  <a:pos x="connsiteX2" y="connsiteY2"/>
                </a:cxn>
                <a:cxn ang="0">
                  <a:pos x="connsiteX3" y="connsiteY3"/>
                </a:cxn>
              </a:cxnLst>
              <a:rect l="l" t="t" r="r" b="b"/>
              <a:pathLst>
                <a:path w="82956" h="165320">
                  <a:moveTo>
                    <a:pt x="82957" y="0"/>
                  </a:moveTo>
                  <a:lnTo>
                    <a:pt x="82957" y="165321"/>
                  </a:lnTo>
                  <a:lnTo>
                    <a:pt x="0" y="165321"/>
                  </a:lnTo>
                  <a:lnTo>
                    <a:pt x="0" y="32228"/>
                  </a:lnTo>
                </a:path>
              </a:pathLst>
            </a:custGeom>
            <a:noFill/>
            <a:ln w="8472" cap="flat">
              <a:solidFill>
                <a:srgbClr val="01355A"/>
              </a:solidFill>
              <a:prstDash val="solid"/>
              <a:miter/>
            </a:ln>
          </p:spPr>
          <p:txBody>
            <a:bodyPr rtlCol="1" anchor="ctr"/>
            <a:lstStyle/>
            <a:p>
              <a:endParaRPr lang="ar-SA"/>
            </a:p>
          </p:txBody>
        </p:sp>
        <p:sp>
          <p:nvSpPr>
            <p:cNvPr id="10488" name="شكل حر: شكل 11694">
              <a:extLst>
                <a:ext uri="{FF2B5EF4-FFF2-40B4-BE49-F238E27FC236}">
                  <a16:creationId xmlns:a16="http://schemas.microsoft.com/office/drawing/2014/main" id="{B4D7C0D6-52F0-1549-7614-D00D49BF4573}"/>
                </a:ext>
              </a:extLst>
            </p:cNvPr>
            <p:cNvSpPr/>
            <p:nvPr/>
          </p:nvSpPr>
          <p:spPr>
            <a:xfrm>
              <a:off x="6843120" y="3986734"/>
              <a:ext cx="121229" cy="91346"/>
            </a:xfrm>
            <a:custGeom>
              <a:avLst/>
              <a:gdLst>
                <a:gd name="connsiteX0" fmla="*/ 121229 w 121229"/>
                <a:gd name="connsiteY0" fmla="*/ 0 h 91346"/>
                <a:gd name="connsiteX1" fmla="*/ 121229 w 121229"/>
                <a:gd name="connsiteY1" fmla="*/ 44261 h 91346"/>
                <a:gd name="connsiteX2" fmla="*/ 0 w 121229"/>
                <a:gd name="connsiteY2" fmla="*/ 91346 h 91346"/>
                <a:gd name="connsiteX3" fmla="*/ 0 w 121229"/>
                <a:gd name="connsiteY3" fmla="*/ 74371 h 91346"/>
                <a:gd name="connsiteX4" fmla="*/ 28584 w 121229"/>
                <a:gd name="connsiteY4" fmla="*/ 33584 h 91346"/>
                <a:gd name="connsiteX5" fmla="*/ 121229 w 121229"/>
                <a:gd name="connsiteY5" fmla="*/ 28 h 91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229" h="91346">
                  <a:moveTo>
                    <a:pt x="121229" y="0"/>
                  </a:moveTo>
                  <a:lnTo>
                    <a:pt x="121229" y="44261"/>
                  </a:lnTo>
                  <a:lnTo>
                    <a:pt x="0" y="91346"/>
                  </a:lnTo>
                  <a:lnTo>
                    <a:pt x="0" y="74371"/>
                  </a:lnTo>
                  <a:cubicBezTo>
                    <a:pt x="0" y="56124"/>
                    <a:pt x="11440" y="39826"/>
                    <a:pt x="28584" y="33584"/>
                  </a:cubicBezTo>
                  <a:lnTo>
                    <a:pt x="121229" y="28"/>
                  </a:lnTo>
                </a:path>
              </a:pathLst>
            </a:custGeom>
            <a:noFill/>
            <a:ln w="8472" cap="flat">
              <a:solidFill>
                <a:srgbClr val="01355A"/>
              </a:solidFill>
              <a:prstDash val="solid"/>
              <a:miter/>
            </a:ln>
          </p:spPr>
          <p:txBody>
            <a:bodyPr rtlCol="1" anchor="ctr"/>
            <a:lstStyle/>
            <a:p>
              <a:endParaRPr lang="ar-SA"/>
            </a:p>
          </p:txBody>
        </p:sp>
        <p:sp>
          <p:nvSpPr>
            <p:cNvPr id="10489" name="شكل حر: شكل 11695">
              <a:extLst>
                <a:ext uri="{FF2B5EF4-FFF2-40B4-BE49-F238E27FC236}">
                  <a16:creationId xmlns:a16="http://schemas.microsoft.com/office/drawing/2014/main" id="{A713E6F3-59F7-0DD9-ADDD-4D68B16F4492}"/>
                </a:ext>
              </a:extLst>
            </p:cNvPr>
            <p:cNvSpPr/>
            <p:nvPr/>
          </p:nvSpPr>
          <p:spPr>
            <a:xfrm>
              <a:off x="6929467" y="3954252"/>
              <a:ext cx="2824" cy="45108"/>
            </a:xfrm>
            <a:custGeom>
              <a:avLst/>
              <a:gdLst>
                <a:gd name="connsiteX0" fmla="*/ 0 w 2824"/>
                <a:gd name="connsiteY0" fmla="*/ 45108 h 45108"/>
                <a:gd name="connsiteX1" fmla="*/ 0 w 2824"/>
                <a:gd name="connsiteY1" fmla="*/ 0 h 45108"/>
              </a:gdLst>
              <a:ahLst/>
              <a:cxnLst>
                <a:cxn ang="0">
                  <a:pos x="connsiteX0" y="connsiteY0"/>
                </a:cxn>
                <a:cxn ang="0">
                  <a:pos x="connsiteX1" y="connsiteY1"/>
                </a:cxn>
              </a:cxnLst>
              <a:rect l="l" t="t" r="r" b="b"/>
              <a:pathLst>
                <a:path w="2824" h="45108">
                  <a:moveTo>
                    <a:pt x="0" y="45108"/>
                  </a:moveTo>
                  <a:lnTo>
                    <a:pt x="0" y="0"/>
                  </a:lnTo>
                </a:path>
              </a:pathLst>
            </a:custGeom>
            <a:ln w="8472" cap="flat">
              <a:solidFill>
                <a:srgbClr val="01355A"/>
              </a:solidFill>
              <a:prstDash val="solid"/>
              <a:miter/>
            </a:ln>
          </p:spPr>
          <p:txBody>
            <a:bodyPr rtlCol="1" anchor="ctr"/>
            <a:lstStyle/>
            <a:p>
              <a:endParaRPr lang="ar-SA"/>
            </a:p>
          </p:txBody>
        </p:sp>
        <p:sp>
          <p:nvSpPr>
            <p:cNvPr id="10490" name="شكل حر: شكل 11696">
              <a:extLst>
                <a:ext uri="{FF2B5EF4-FFF2-40B4-BE49-F238E27FC236}">
                  <a16:creationId xmlns:a16="http://schemas.microsoft.com/office/drawing/2014/main" id="{711C9048-03B5-0CA4-3DDD-3D9B3B91C096}"/>
                </a:ext>
              </a:extLst>
            </p:cNvPr>
            <p:cNvSpPr/>
            <p:nvPr/>
          </p:nvSpPr>
          <p:spPr>
            <a:xfrm>
              <a:off x="6900628" y="3939254"/>
              <a:ext cx="43865" cy="22765"/>
            </a:xfrm>
            <a:custGeom>
              <a:avLst/>
              <a:gdLst>
                <a:gd name="connsiteX0" fmla="*/ 43865 w 43865"/>
                <a:gd name="connsiteY0" fmla="*/ 22766 h 22765"/>
                <a:gd name="connsiteX1" fmla="*/ 0 w 43865"/>
                <a:gd name="connsiteY1" fmla="*/ 0 h 22765"/>
              </a:gdLst>
              <a:ahLst/>
              <a:cxnLst>
                <a:cxn ang="0">
                  <a:pos x="connsiteX0" y="connsiteY0"/>
                </a:cxn>
                <a:cxn ang="0">
                  <a:pos x="connsiteX1" y="connsiteY1"/>
                </a:cxn>
              </a:cxnLst>
              <a:rect l="l" t="t" r="r" b="b"/>
              <a:pathLst>
                <a:path w="43865" h="22765">
                  <a:moveTo>
                    <a:pt x="43865" y="22766"/>
                  </a:moveTo>
                  <a:lnTo>
                    <a:pt x="0" y="0"/>
                  </a:lnTo>
                </a:path>
              </a:pathLst>
            </a:custGeom>
            <a:ln w="8472" cap="flat">
              <a:solidFill>
                <a:srgbClr val="01355A"/>
              </a:solidFill>
              <a:prstDash val="solid"/>
              <a:miter/>
            </a:ln>
          </p:spPr>
          <p:txBody>
            <a:bodyPr rtlCol="1" anchor="ctr"/>
            <a:lstStyle/>
            <a:p>
              <a:endParaRPr lang="ar-SA"/>
            </a:p>
          </p:txBody>
        </p:sp>
        <p:sp>
          <p:nvSpPr>
            <p:cNvPr id="10491" name="شكل حر: شكل 11697">
              <a:extLst>
                <a:ext uri="{FF2B5EF4-FFF2-40B4-BE49-F238E27FC236}">
                  <a16:creationId xmlns:a16="http://schemas.microsoft.com/office/drawing/2014/main" id="{612F3801-AF4B-22E5-6406-68755442C13F}"/>
                </a:ext>
              </a:extLst>
            </p:cNvPr>
            <p:cNvSpPr/>
            <p:nvPr/>
          </p:nvSpPr>
          <p:spPr>
            <a:xfrm>
              <a:off x="6872439" y="3918833"/>
              <a:ext cx="28189" cy="28188"/>
            </a:xfrm>
            <a:custGeom>
              <a:avLst/>
              <a:gdLst>
                <a:gd name="connsiteX0" fmla="*/ 28190 w 28189"/>
                <a:gd name="connsiteY0" fmla="*/ 14094 h 28188"/>
                <a:gd name="connsiteX1" fmla="*/ 14094 w 28189"/>
                <a:gd name="connsiteY1" fmla="*/ 28189 h 28188"/>
                <a:gd name="connsiteX2" fmla="*/ 0 w 28189"/>
                <a:gd name="connsiteY2" fmla="*/ 14094 h 28188"/>
                <a:gd name="connsiteX3" fmla="*/ 14094 w 28189"/>
                <a:gd name="connsiteY3" fmla="*/ 0 h 28188"/>
                <a:gd name="connsiteX4" fmla="*/ 28190 w 28189"/>
                <a:gd name="connsiteY4" fmla="*/ 14094 h 28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189" h="28188">
                  <a:moveTo>
                    <a:pt x="28190" y="14094"/>
                  </a:moveTo>
                  <a:cubicBezTo>
                    <a:pt x="28190" y="21862"/>
                    <a:pt x="21890" y="28189"/>
                    <a:pt x="14094" y="28189"/>
                  </a:cubicBezTo>
                  <a:cubicBezTo>
                    <a:pt x="6299" y="28189"/>
                    <a:pt x="0" y="21890"/>
                    <a:pt x="0" y="14094"/>
                  </a:cubicBezTo>
                  <a:cubicBezTo>
                    <a:pt x="0" y="6299"/>
                    <a:pt x="6299" y="0"/>
                    <a:pt x="14094" y="0"/>
                  </a:cubicBezTo>
                  <a:cubicBezTo>
                    <a:pt x="21890" y="0"/>
                    <a:pt x="28190" y="6299"/>
                    <a:pt x="28190" y="14094"/>
                  </a:cubicBezTo>
                  <a:close/>
                </a:path>
              </a:pathLst>
            </a:custGeom>
            <a:noFill/>
            <a:ln w="8472" cap="flat">
              <a:solidFill>
                <a:srgbClr val="01355A"/>
              </a:solidFill>
              <a:prstDash val="solid"/>
              <a:miter/>
            </a:ln>
          </p:spPr>
          <p:txBody>
            <a:bodyPr rtlCol="1" anchor="ctr"/>
            <a:lstStyle/>
            <a:p>
              <a:endParaRPr lang="ar-SA"/>
            </a:p>
          </p:txBody>
        </p:sp>
      </p:grpSp>
      <p:grpSp>
        <p:nvGrpSpPr>
          <p:cNvPr id="10492" name="رسم 8014">
            <a:extLst>
              <a:ext uri="{FF2B5EF4-FFF2-40B4-BE49-F238E27FC236}">
                <a16:creationId xmlns:a16="http://schemas.microsoft.com/office/drawing/2014/main" id="{E00FDA33-25B8-BCE7-859A-BD3515E58171}"/>
              </a:ext>
            </a:extLst>
          </p:cNvPr>
          <p:cNvGrpSpPr/>
          <p:nvPr/>
        </p:nvGrpSpPr>
        <p:grpSpPr>
          <a:xfrm>
            <a:off x="7213553" y="4477002"/>
            <a:ext cx="292781" cy="278285"/>
            <a:chOff x="7703788" y="3864714"/>
            <a:chExt cx="349961" cy="353068"/>
          </a:xfrm>
          <a:noFill/>
        </p:grpSpPr>
        <p:grpSp>
          <p:nvGrpSpPr>
            <p:cNvPr id="10493" name="رسم 8014">
              <a:extLst>
                <a:ext uri="{FF2B5EF4-FFF2-40B4-BE49-F238E27FC236}">
                  <a16:creationId xmlns:a16="http://schemas.microsoft.com/office/drawing/2014/main" id="{A8C14086-0CDE-390C-F413-558FCB8C48F8}"/>
                </a:ext>
              </a:extLst>
            </p:cNvPr>
            <p:cNvGrpSpPr/>
            <p:nvPr/>
          </p:nvGrpSpPr>
          <p:grpSpPr>
            <a:xfrm>
              <a:off x="7820301" y="4000236"/>
              <a:ext cx="116738" cy="27143"/>
              <a:chOff x="7820301" y="4000236"/>
              <a:chExt cx="116738" cy="27143"/>
            </a:xfrm>
          </p:grpSpPr>
          <p:sp>
            <p:nvSpPr>
              <p:cNvPr id="10499" name="شكل حر: شكل 11700">
                <a:extLst>
                  <a:ext uri="{FF2B5EF4-FFF2-40B4-BE49-F238E27FC236}">
                    <a16:creationId xmlns:a16="http://schemas.microsoft.com/office/drawing/2014/main" id="{AF33210D-FB81-ED5D-4640-CB5B2C822FD9}"/>
                  </a:ext>
                </a:extLst>
              </p:cNvPr>
              <p:cNvSpPr/>
              <p:nvPr/>
            </p:nvSpPr>
            <p:spPr>
              <a:xfrm>
                <a:off x="7820301" y="4027380"/>
                <a:ext cx="116738" cy="2824"/>
              </a:xfrm>
              <a:custGeom>
                <a:avLst/>
                <a:gdLst>
                  <a:gd name="connsiteX0" fmla="*/ 116739 w 116738"/>
                  <a:gd name="connsiteY0" fmla="*/ 0 h 2824"/>
                  <a:gd name="connsiteX1" fmla="*/ 0 w 116738"/>
                  <a:gd name="connsiteY1" fmla="*/ 0 h 2824"/>
                </a:gdLst>
                <a:ahLst/>
                <a:cxnLst>
                  <a:cxn ang="0">
                    <a:pos x="connsiteX0" y="connsiteY0"/>
                  </a:cxn>
                  <a:cxn ang="0">
                    <a:pos x="connsiteX1" y="connsiteY1"/>
                  </a:cxn>
                </a:cxnLst>
                <a:rect l="l" t="t" r="r" b="b"/>
                <a:pathLst>
                  <a:path w="116738" h="2824">
                    <a:moveTo>
                      <a:pt x="116739" y="0"/>
                    </a:moveTo>
                    <a:lnTo>
                      <a:pt x="0" y="0"/>
                    </a:lnTo>
                  </a:path>
                </a:pathLst>
              </a:custGeom>
              <a:ln w="8472" cap="flat">
                <a:solidFill>
                  <a:srgbClr val="17A3A3"/>
                </a:solidFill>
                <a:prstDash val="solid"/>
                <a:miter/>
              </a:ln>
            </p:spPr>
            <p:txBody>
              <a:bodyPr rtlCol="1" anchor="ctr"/>
              <a:lstStyle/>
              <a:p>
                <a:endParaRPr lang="ar-SA"/>
              </a:p>
            </p:txBody>
          </p:sp>
          <p:sp>
            <p:nvSpPr>
              <p:cNvPr id="10500" name="شكل حر: شكل 11701">
                <a:extLst>
                  <a:ext uri="{FF2B5EF4-FFF2-40B4-BE49-F238E27FC236}">
                    <a16:creationId xmlns:a16="http://schemas.microsoft.com/office/drawing/2014/main" id="{6A4B4866-9270-8B60-8C39-3AF012657654}"/>
                  </a:ext>
                </a:extLst>
              </p:cNvPr>
              <p:cNvSpPr/>
              <p:nvPr/>
            </p:nvSpPr>
            <p:spPr>
              <a:xfrm>
                <a:off x="7839423" y="4000236"/>
                <a:ext cx="78494" cy="2824"/>
              </a:xfrm>
              <a:custGeom>
                <a:avLst/>
                <a:gdLst>
                  <a:gd name="connsiteX0" fmla="*/ 78494 w 78494"/>
                  <a:gd name="connsiteY0" fmla="*/ 0 h 2824"/>
                  <a:gd name="connsiteX1" fmla="*/ 0 w 78494"/>
                  <a:gd name="connsiteY1" fmla="*/ 0 h 2824"/>
                </a:gdLst>
                <a:ahLst/>
                <a:cxnLst>
                  <a:cxn ang="0">
                    <a:pos x="connsiteX0" y="connsiteY0"/>
                  </a:cxn>
                  <a:cxn ang="0">
                    <a:pos x="connsiteX1" y="connsiteY1"/>
                  </a:cxn>
                </a:cxnLst>
                <a:rect l="l" t="t" r="r" b="b"/>
                <a:pathLst>
                  <a:path w="78494" h="2824">
                    <a:moveTo>
                      <a:pt x="78494" y="0"/>
                    </a:moveTo>
                    <a:lnTo>
                      <a:pt x="0" y="0"/>
                    </a:lnTo>
                  </a:path>
                </a:pathLst>
              </a:custGeom>
              <a:ln w="8472" cap="flat">
                <a:solidFill>
                  <a:srgbClr val="17A3A3"/>
                </a:solidFill>
                <a:prstDash val="solid"/>
                <a:miter/>
              </a:ln>
            </p:spPr>
            <p:txBody>
              <a:bodyPr rtlCol="1" anchor="ctr"/>
              <a:lstStyle/>
              <a:p>
                <a:endParaRPr lang="ar-SA"/>
              </a:p>
            </p:txBody>
          </p:sp>
        </p:grpSp>
        <p:sp>
          <p:nvSpPr>
            <p:cNvPr id="10494" name="شكل حر: شكل 11702">
              <a:extLst>
                <a:ext uri="{FF2B5EF4-FFF2-40B4-BE49-F238E27FC236}">
                  <a16:creationId xmlns:a16="http://schemas.microsoft.com/office/drawing/2014/main" id="{83F4126D-2D59-D9D2-A0A5-B6B6C5A082A5}"/>
                </a:ext>
              </a:extLst>
            </p:cNvPr>
            <p:cNvSpPr/>
            <p:nvPr/>
          </p:nvSpPr>
          <p:spPr>
            <a:xfrm>
              <a:off x="7747795" y="3900021"/>
              <a:ext cx="261863" cy="184245"/>
            </a:xfrm>
            <a:custGeom>
              <a:avLst/>
              <a:gdLst>
                <a:gd name="connsiteX0" fmla="*/ 0 w 261863"/>
                <a:gd name="connsiteY0" fmla="*/ 184245 h 184245"/>
                <a:gd name="connsiteX1" fmla="*/ 0 w 261863"/>
                <a:gd name="connsiteY1" fmla="*/ 13501 h 184245"/>
                <a:gd name="connsiteX2" fmla="*/ 13501 w 261863"/>
                <a:gd name="connsiteY2" fmla="*/ 0 h 184245"/>
                <a:gd name="connsiteX3" fmla="*/ 248362 w 261863"/>
                <a:gd name="connsiteY3" fmla="*/ 0 h 184245"/>
                <a:gd name="connsiteX4" fmla="*/ 261864 w 261863"/>
                <a:gd name="connsiteY4" fmla="*/ 13501 h 184245"/>
                <a:gd name="connsiteX5" fmla="*/ 261864 w 261863"/>
                <a:gd name="connsiteY5" fmla="*/ 184245 h 18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863" h="184245">
                  <a:moveTo>
                    <a:pt x="0" y="184245"/>
                  </a:moveTo>
                  <a:lnTo>
                    <a:pt x="0" y="13501"/>
                  </a:lnTo>
                  <a:cubicBezTo>
                    <a:pt x="0" y="6045"/>
                    <a:pt x="6044" y="0"/>
                    <a:pt x="13501" y="0"/>
                  </a:cubicBezTo>
                  <a:lnTo>
                    <a:pt x="248362" y="0"/>
                  </a:lnTo>
                  <a:cubicBezTo>
                    <a:pt x="255819" y="0"/>
                    <a:pt x="261864" y="6045"/>
                    <a:pt x="261864" y="13501"/>
                  </a:cubicBezTo>
                  <a:lnTo>
                    <a:pt x="261864" y="184245"/>
                  </a:lnTo>
                </a:path>
              </a:pathLst>
            </a:custGeom>
            <a:noFill/>
            <a:ln w="8472" cap="flat">
              <a:solidFill>
                <a:srgbClr val="17A3A3"/>
              </a:solidFill>
              <a:prstDash val="solid"/>
              <a:miter/>
            </a:ln>
          </p:spPr>
          <p:txBody>
            <a:bodyPr rtlCol="1" anchor="ctr"/>
            <a:lstStyle/>
            <a:p>
              <a:endParaRPr lang="ar-SA"/>
            </a:p>
          </p:txBody>
        </p:sp>
        <p:sp>
          <p:nvSpPr>
            <p:cNvPr id="10495" name="شكل حر: شكل 11703">
              <a:extLst>
                <a:ext uri="{FF2B5EF4-FFF2-40B4-BE49-F238E27FC236}">
                  <a16:creationId xmlns:a16="http://schemas.microsoft.com/office/drawing/2014/main" id="{914248B4-7182-AFD9-D743-3B199E0E61C9}"/>
                </a:ext>
              </a:extLst>
            </p:cNvPr>
            <p:cNvSpPr/>
            <p:nvPr/>
          </p:nvSpPr>
          <p:spPr>
            <a:xfrm>
              <a:off x="7770476" y="3864714"/>
              <a:ext cx="216444" cy="35306"/>
            </a:xfrm>
            <a:custGeom>
              <a:avLst/>
              <a:gdLst>
                <a:gd name="connsiteX0" fmla="*/ 0 w 216444"/>
                <a:gd name="connsiteY0" fmla="*/ 35307 h 35306"/>
                <a:gd name="connsiteX1" fmla="*/ 0 w 216444"/>
                <a:gd name="connsiteY1" fmla="*/ 10507 h 35306"/>
                <a:gd name="connsiteX2" fmla="*/ 10507 w 216444"/>
                <a:gd name="connsiteY2" fmla="*/ 0 h 35306"/>
                <a:gd name="connsiteX3" fmla="*/ 205937 w 216444"/>
                <a:gd name="connsiteY3" fmla="*/ 0 h 35306"/>
                <a:gd name="connsiteX4" fmla="*/ 216445 w 216444"/>
                <a:gd name="connsiteY4" fmla="*/ 10507 h 35306"/>
                <a:gd name="connsiteX5" fmla="*/ 216445 w 216444"/>
                <a:gd name="connsiteY5" fmla="*/ 35307 h 35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444" h="35306">
                  <a:moveTo>
                    <a:pt x="0" y="35307"/>
                  </a:moveTo>
                  <a:lnTo>
                    <a:pt x="0" y="10507"/>
                  </a:lnTo>
                  <a:cubicBezTo>
                    <a:pt x="0" y="4689"/>
                    <a:pt x="4717" y="0"/>
                    <a:pt x="10507" y="0"/>
                  </a:cubicBezTo>
                  <a:lnTo>
                    <a:pt x="205937" y="0"/>
                  </a:lnTo>
                  <a:cubicBezTo>
                    <a:pt x="211756" y="0"/>
                    <a:pt x="216445" y="4717"/>
                    <a:pt x="216445" y="10507"/>
                  </a:cubicBezTo>
                  <a:lnTo>
                    <a:pt x="216445" y="35307"/>
                  </a:lnTo>
                </a:path>
              </a:pathLst>
            </a:custGeom>
            <a:noFill/>
            <a:ln w="8472" cap="flat">
              <a:solidFill>
                <a:srgbClr val="17A3A3"/>
              </a:solidFill>
              <a:prstDash val="solid"/>
              <a:miter/>
            </a:ln>
          </p:spPr>
          <p:txBody>
            <a:bodyPr rtlCol="1" anchor="ctr"/>
            <a:lstStyle/>
            <a:p>
              <a:endParaRPr lang="ar-SA"/>
            </a:p>
          </p:txBody>
        </p:sp>
        <p:sp>
          <p:nvSpPr>
            <p:cNvPr id="10496" name="شكل حر: شكل 11704">
              <a:extLst>
                <a:ext uri="{FF2B5EF4-FFF2-40B4-BE49-F238E27FC236}">
                  <a16:creationId xmlns:a16="http://schemas.microsoft.com/office/drawing/2014/main" id="{AF1324B2-5EAA-7C45-545C-22F4DCFC8634}"/>
                </a:ext>
              </a:extLst>
            </p:cNvPr>
            <p:cNvSpPr/>
            <p:nvPr/>
          </p:nvSpPr>
          <p:spPr>
            <a:xfrm>
              <a:off x="7703788" y="3973092"/>
              <a:ext cx="44006" cy="111174"/>
            </a:xfrm>
            <a:custGeom>
              <a:avLst/>
              <a:gdLst>
                <a:gd name="connsiteX0" fmla="*/ 0 w 44006"/>
                <a:gd name="connsiteY0" fmla="*/ 111174 h 111174"/>
                <a:gd name="connsiteX1" fmla="*/ 44007 w 44006"/>
                <a:gd name="connsiteY1" fmla="*/ 0 h 111174"/>
              </a:gdLst>
              <a:ahLst/>
              <a:cxnLst>
                <a:cxn ang="0">
                  <a:pos x="connsiteX0" y="connsiteY0"/>
                </a:cxn>
                <a:cxn ang="0">
                  <a:pos x="connsiteX1" y="connsiteY1"/>
                </a:cxn>
              </a:cxnLst>
              <a:rect l="l" t="t" r="r" b="b"/>
              <a:pathLst>
                <a:path w="44006" h="111174">
                  <a:moveTo>
                    <a:pt x="0" y="111174"/>
                  </a:moveTo>
                  <a:lnTo>
                    <a:pt x="44007" y="0"/>
                  </a:lnTo>
                </a:path>
              </a:pathLst>
            </a:custGeom>
            <a:ln w="8472" cap="flat">
              <a:solidFill>
                <a:srgbClr val="01355A"/>
              </a:solidFill>
              <a:prstDash val="solid"/>
              <a:miter/>
            </a:ln>
          </p:spPr>
          <p:txBody>
            <a:bodyPr rtlCol="1" anchor="ctr"/>
            <a:lstStyle/>
            <a:p>
              <a:endParaRPr lang="ar-SA"/>
            </a:p>
          </p:txBody>
        </p:sp>
        <p:sp>
          <p:nvSpPr>
            <p:cNvPr id="10497" name="شكل حر: شكل 11705">
              <a:extLst>
                <a:ext uri="{FF2B5EF4-FFF2-40B4-BE49-F238E27FC236}">
                  <a16:creationId xmlns:a16="http://schemas.microsoft.com/office/drawing/2014/main" id="{3ED6550F-550A-4596-C0AC-F11059CE9FF0}"/>
                </a:ext>
              </a:extLst>
            </p:cNvPr>
            <p:cNvSpPr/>
            <p:nvPr/>
          </p:nvSpPr>
          <p:spPr>
            <a:xfrm>
              <a:off x="8009658" y="3973092"/>
              <a:ext cx="44006" cy="111174"/>
            </a:xfrm>
            <a:custGeom>
              <a:avLst/>
              <a:gdLst>
                <a:gd name="connsiteX0" fmla="*/ 44007 w 44006"/>
                <a:gd name="connsiteY0" fmla="*/ 111174 h 111174"/>
                <a:gd name="connsiteX1" fmla="*/ 0 w 44006"/>
                <a:gd name="connsiteY1" fmla="*/ 0 h 111174"/>
              </a:gdLst>
              <a:ahLst/>
              <a:cxnLst>
                <a:cxn ang="0">
                  <a:pos x="connsiteX0" y="connsiteY0"/>
                </a:cxn>
                <a:cxn ang="0">
                  <a:pos x="connsiteX1" y="connsiteY1"/>
                </a:cxn>
              </a:cxnLst>
              <a:rect l="l" t="t" r="r" b="b"/>
              <a:pathLst>
                <a:path w="44006" h="111174">
                  <a:moveTo>
                    <a:pt x="44007" y="111174"/>
                  </a:moveTo>
                  <a:lnTo>
                    <a:pt x="0" y="0"/>
                  </a:lnTo>
                </a:path>
              </a:pathLst>
            </a:custGeom>
            <a:ln w="8472" cap="flat">
              <a:solidFill>
                <a:srgbClr val="01355A"/>
              </a:solidFill>
              <a:prstDash val="solid"/>
              <a:miter/>
            </a:ln>
          </p:spPr>
          <p:txBody>
            <a:bodyPr rtlCol="1" anchor="ctr"/>
            <a:lstStyle/>
            <a:p>
              <a:endParaRPr lang="ar-SA"/>
            </a:p>
          </p:txBody>
        </p:sp>
        <p:sp>
          <p:nvSpPr>
            <p:cNvPr id="10498" name="شكل حر: شكل 11706">
              <a:extLst>
                <a:ext uri="{FF2B5EF4-FFF2-40B4-BE49-F238E27FC236}">
                  <a16:creationId xmlns:a16="http://schemas.microsoft.com/office/drawing/2014/main" id="{CB3AB212-44D6-103F-32CA-08346374D6D3}"/>
                </a:ext>
              </a:extLst>
            </p:cNvPr>
            <p:cNvSpPr/>
            <p:nvPr/>
          </p:nvSpPr>
          <p:spPr>
            <a:xfrm>
              <a:off x="7703845" y="4084238"/>
              <a:ext cx="349905" cy="133544"/>
            </a:xfrm>
            <a:custGeom>
              <a:avLst/>
              <a:gdLst>
                <a:gd name="connsiteX0" fmla="*/ 266072 w 349905"/>
                <a:gd name="connsiteY0" fmla="*/ 21410 h 133544"/>
                <a:gd name="connsiteX1" fmla="*/ 259039 w 349905"/>
                <a:gd name="connsiteY1" fmla="*/ 45701 h 133544"/>
                <a:gd name="connsiteX2" fmla="*/ 227856 w 349905"/>
                <a:gd name="connsiteY2" fmla="*/ 69145 h 133544"/>
                <a:gd name="connsiteX3" fmla="*/ 121964 w 349905"/>
                <a:gd name="connsiteY3" fmla="*/ 69145 h 133544"/>
                <a:gd name="connsiteX4" fmla="*/ 90781 w 349905"/>
                <a:gd name="connsiteY4" fmla="*/ 45701 h 133544"/>
                <a:gd name="connsiteX5" fmla="*/ 83748 w 349905"/>
                <a:gd name="connsiteY5" fmla="*/ 21410 h 133544"/>
                <a:gd name="connsiteX6" fmla="*/ 55277 w 349905"/>
                <a:gd name="connsiteY6" fmla="*/ 0 h 133544"/>
                <a:gd name="connsiteX7" fmla="*/ 0 w 349905"/>
                <a:gd name="connsiteY7" fmla="*/ 0 h 133544"/>
                <a:gd name="connsiteX8" fmla="*/ 0 w 349905"/>
                <a:gd name="connsiteY8" fmla="*/ 104565 h 133544"/>
                <a:gd name="connsiteX9" fmla="*/ 28980 w 349905"/>
                <a:gd name="connsiteY9" fmla="*/ 133545 h 133544"/>
                <a:gd name="connsiteX10" fmla="*/ 320925 w 349905"/>
                <a:gd name="connsiteY10" fmla="*/ 133545 h 133544"/>
                <a:gd name="connsiteX11" fmla="*/ 349905 w 349905"/>
                <a:gd name="connsiteY11" fmla="*/ 104565 h 133544"/>
                <a:gd name="connsiteX12" fmla="*/ 349905 w 349905"/>
                <a:gd name="connsiteY12" fmla="*/ 0 h 133544"/>
                <a:gd name="connsiteX13" fmla="*/ 294629 w 349905"/>
                <a:gd name="connsiteY13" fmla="*/ 0 h 133544"/>
                <a:gd name="connsiteX14" fmla="*/ 266157 w 349905"/>
                <a:gd name="connsiteY14" fmla="*/ 21410 h 133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9905" h="133544">
                  <a:moveTo>
                    <a:pt x="266072" y="21410"/>
                  </a:moveTo>
                  <a:lnTo>
                    <a:pt x="259039" y="45701"/>
                  </a:lnTo>
                  <a:cubicBezTo>
                    <a:pt x="255028" y="59570"/>
                    <a:pt x="242290" y="69145"/>
                    <a:pt x="227856" y="69145"/>
                  </a:cubicBezTo>
                  <a:lnTo>
                    <a:pt x="121964" y="69145"/>
                  </a:lnTo>
                  <a:cubicBezTo>
                    <a:pt x="107502" y="69145"/>
                    <a:pt x="94792" y="59598"/>
                    <a:pt x="90781" y="45701"/>
                  </a:cubicBezTo>
                  <a:lnTo>
                    <a:pt x="83748" y="21410"/>
                  </a:lnTo>
                  <a:cubicBezTo>
                    <a:pt x="80076" y="8728"/>
                    <a:pt x="68467" y="0"/>
                    <a:pt x="55277" y="0"/>
                  </a:cubicBezTo>
                  <a:lnTo>
                    <a:pt x="0" y="0"/>
                  </a:lnTo>
                  <a:lnTo>
                    <a:pt x="0" y="104565"/>
                  </a:lnTo>
                  <a:cubicBezTo>
                    <a:pt x="0" y="120552"/>
                    <a:pt x="12965" y="133545"/>
                    <a:pt x="28980" y="133545"/>
                  </a:cubicBezTo>
                  <a:lnTo>
                    <a:pt x="320925" y="133545"/>
                  </a:lnTo>
                  <a:cubicBezTo>
                    <a:pt x="336912" y="133545"/>
                    <a:pt x="349905" y="120580"/>
                    <a:pt x="349905" y="104565"/>
                  </a:cubicBezTo>
                  <a:lnTo>
                    <a:pt x="349905" y="0"/>
                  </a:lnTo>
                  <a:lnTo>
                    <a:pt x="294629" y="0"/>
                  </a:lnTo>
                  <a:cubicBezTo>
                    <a:pt x="281438" y="0"/>
                    <a:pt x="269829" y="8728"/>
                    <a:pt x="266157" y="21410"/>
                  </a:cubicBezTo>
                  <a:close/>
                </a:path>
              </a:pathLst>
            </a:custGeom>
            <a:noFill/>
            <a:ln w="8472" cap="flat">
              <a:solidFill>
                <a:srgbClr val="01355A"/>
              </a:solidFill>
              <a:prstDash val="solid"/>
              <a:miter/>
            </a:ln>
          </p:spPr>
          <p:txBody>
            <a:bodyPr rtlCol="1" anchor="ctr"/>
            <a:lstStyle/>
            <a:p>
              <a:endParaRPr lang="ar-SA"/>
            </a:p>
          </p:txBody>
        </p:sp>
      </p:grpSp>
      <p:grpSp>
        <p:nvGrpSpPr>
          <p:cNvPr id="10501" name="رسم 8014">
            <a:extLst>
              <a:ext uri="{FF2B5EF4-FFF2-40B4-BE49-F238E27FC236}">
                <a16:creationId xmlns:a16="http://schemas.microsoft.com/office/drawing/2014/main" id="{751EA762-C082-F9A3-CA9F-3E8FC585A2B6}"/>
              </a:ext>
            </a:extLst>
          </p:cNvPr>
          <p:cNvGrpSpPr/>
          <p:nvPr/>
        </p:nvGrpSpPr>
        <p:grpSpPr>
          <a:xfrm>
            <a:off x="4169267" y="5702232"/>
            <a:ext cx="310155" cy="286060"/>
            <a:chOff x="4064953" y="5419197"/>
            <a:chExt cx="370728" cy="362932"/>
          </a:xfrm>
          <a:noFill/>
        </p:grpSpPr>
        <p:sp>
          <p:nvSpPr>
            <p:cNvPr id="10502" name="شكل حر: شكل 11708">
              <a:extLst>
                <a:ext uri="{FF2B5EF4-FFF2-40B4-BE49-F238E27FC236}">
                  <a16:creationId xmlns:a16="http://schemas.microsoft.com/office/drawing/2014/main" id="{DE4E2CF9-44AF-A0AB-D2E5-735403EE4C6D}"/>
                </a:ext>
              </a:extLst>
            </p:cNvPr>
            <p:cNvSpPr/>
            <p:nvPr/>
          </p:nvSpPr>
          <p:spPr>
            <a:xfrm>
              <a:off x="4086673" y="5568029"/>
              <a:ext cx="258671" cy="214100"/>
            </a:xfrm>
            <a:custGeom>
              <a:avLst/>
              <a:gdLst>
                <a:gd name="connsiteX0" fmla="*/ 258672 w 258671"/>
                <a:gd name="connsiteY0" fmla="*/ 0 h 214100"/>
                <a:gd name="connsiteX1" fmla="*/ 258672 w 258671"/>
                <a:gd name="connsiteY1" fmla="*/ 154079 h 214100"/>
                <a:gd name="connsiteX2" fmla="*/ 198650 w 258671"/>
                <a:gd name="connsiteY2" fmla="*/ 214100 h 214100"/>
                <a:gd name="connsiteX3" fmla="*/ 0 w 258671"/>
                <a:gd name="connsiteY3" fmla="*/ 214100 h 214100"/>
                <a:gd name="connsiteX4" fmla="*/ 0 w 258671"/>
                <a:gd name="connsiteY4" fmla="*/ 187578 h 214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671" h="214100">
                  <a:moveTo>
                    <a:pt x="258672" y="0"/>
                  </a:moveTo>
                  <a:lnTo>
                    <a:pt x="258672" y="154079"/>
                  </a:lnTo>
                  <a:cubicBezTo>
                    <a:pt x="258672" y="187211"/>
                    <a:pt x="231810" y="214100"/>
                    <a:pt x="198650" y="214100"/>
                  </a:cubicBezTo>
                  <a:lnTo>
                    <a:pt x="0" y="214100"/>
                  </a:lnTo>
                  <a:lnTo>
                    <a:pt x="0" y="187578"/>
                  </a:lnTo>
                </a:path>
              </a:pathLst>
            </a:custGeom>
            <a:noFill/>
            <a:ln w="8472" cap="flat">
              <a:solidFill>
                <a:srgbClr val="01355A"/>
              </a:solidFill>
              <a:prstDash val="solid"/>
              <a:miter/>
            </a:ln>
          </p:spPr>
          <p:txBody>
            <a:bodyPr rtlCol="1" anchor="ctr"/>
            <a:lstStyle/>
            <a:p>
              <a:endParaRPr lang="ar-SA"/>
            </a:p>
          </p:txBody>
        </p:sp>
        <p:sp>
          <p:nvSpPr>
            <p:cNvPr id="10503" name="شكل حر: شكل 11709">
              <a:extLst>
                <a:ext uri="{FF2B5EF4-FFF2-40B4-BE49-F238E27FC236}">
                  <a16:creationId xmlns:a16="http://schemas.microsoft.com/office/drawing/2014/main" id="{ACB5AF50-4FA8-6BF5-2D29-7DAAA3A7E59F}"/>
                </a:ext>
              </a:extLst>
            </p:cNvPr>
            <p:cNvSpPr/>
            <p:nvPr/>
          </p:nvSpPr>
          <p:spPr>
            <a:xfrm>
              <a:off x="4253152" y="5449624"/>
              <a:ext cx="65642" cy="28217"/>
            </a:xfrm>
            <a:custGeom>
              <a:avLst/>
              <a:gdLst>
                <a:gd name="connsiteX0" fmla="*/ 65642 w 65642"/>
                <a:gd name="connsiteY0" fmla="*/ 28217 h 28217"/>
                <a:gd name="connsiteX1" fmla="*/ 65642 w 65642"/>
                <a:gd name="connsiteY1" fmla="*/ 0 h 28217"/>
                <a:gd name="connsiteX2" fmla="*/ 0 w 65642"/>
                <a:gd name="connsiteY2" fmla="*/ 0 h 28217"/>
              </a:gdLst>
              <a:ahLst/>
              <a:cxnLst>
                <a:cxn ang="0">
                  <a:pos x="connsiteX0" y="connsiteY0"/>
                </a:cxn>
                <a:cxn ang="0">
                  <a:pos x="connsiteX1" y="connsiteY1"/>
                </a:cxn>
                <a:cxn ang="0">
                  <a:pos x="connsiteX2" y="connsiteY2"/>
                </a:cxn>
              </a:cxnLst>
              <a:rect l="l" t="t" r="r" b="b"/>
              <a:pathLst>
                <a:path w="65642" h="28217">
                  <a:moveTo>
                    <a:pt x="65642" y="28217"/>
                  </a:moveTo>
                  <a:lnTo>
                    <a:pt x="65642" y="0"/>
                  </a:lnTo>
                  <a:lnTo>
                    <a:pt x="0" y="0"/>
                  </a:lnTo>
                </a:path>
              </a:pathLst>
            </a:custGeom>
            <a:noFill/>
            <a:ln w="8472" cap="flat">
              <a:solidFill>
                <a:srgbClr val="01355A"/>
              </a:solidFill>
              <a:prstDash val="solid"/>
              <a:miter/>
            </a:ln>
          </p:spPr>
          <p:txBody>
            <a:bodyPr rtlCol="1" anchor="ctr"/>
            <a:lstStyle/>
            <a:p>
              <a:endParaRPr lang="ar-SA"/>
            </a:p>
          </p:txBody>
        </p:sp>
        <p:sp>
          <p:nvSpPr>
            <p:cNvPr id="10504" name="شكل حر: شكل 11710">
              <a:extLst>
                <a:ext uri="{FF2B5EF4-FFF2-40B4-BE49-F238E27FC236}">
                  <a16:creationId xmlns:a16="http://schemas.microsoft.com/office/drawing/2014/main" id="{BE9850DD-B744-FA87-A23B-0BBD58221033}"/>
                </a:ext>
              </a:extLst>
            </p:cNvPr>
            <p:cNvSpPr/>
            <p:nvPr/>
          </p:nvSpPr>
          <p:spPr>
            <a:xfrm>
              <a:off x="4064953" y="5449624"/>
              <a:ext cx="253870" cy="305926"/>
            </a:xfrm>
            <a:custGeom>
              <a:avLst/>
              <a:gdLst>
                <a:gd name="connsiteX0" fmla="*/ 188200 w 253870"/>
                <a:gd name="connsiteY0" fmla="*/ 0 h 305926"/>
                <a:gd name="connsiteX1" fmla="*/ 0 w 253870"/>
                <a:gd name="connsiteY1" fmla="*/ 0 h 305926"/>
                <a:gd name="connsiteX2" fmla="*/ 0 w 253870"/>
                <a:gd name="connsiteY2" fmla="*/ 305927 h 305926"/>
                <a:gd name="connsiteX3" fmla="*/ 199695 w 253870"/>
                <a:gd name="connsiteY3" fmla="*/ 305927 h 305926"/>
                <a:gd name="connsiteX4" fmla="*/ 216332 w 253870"/>
                <a:gd name="connsiteY4" fmla="*/ 289290 h 305926"/>
                <a:gd name="connsiteX5" fmla="*/ 216332 w 253870"/>
                <a:gd name="connsiteY5" fmla="*/ 268389 h 305926"/>
                <a:gd name="connsiteX6" fmla="*/ 237234 w 253870"/>
                <a:gd name="connsiteY6" fmla="*/ 268389 h 305926"/>
                <a:gd name="connsiteX7" fmla="*/ 253870 w 253870"/>
                <a:gd name="connsiteY7" fmla="*/ 251752 h 305926"/>
                <a:gd name="connsiteX8" fmla="*/ 253870 w 253870"/>
                <a:gd name="connsiteY8" fmla="*/ 144899 h 305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3870" h="305926">
                  <a:moveTo>
                    <a:pt x="188200" y="0"/>
                  </a:moveTo>
                  <a:lnTo>
                    <a:pt x="0" y="0"/>
                  </a:lnTo>
                  <a:lnTo>
                    <a:pt x="0" y="305927"/>
                  </a:lnTo>
                  <a:lnTo>
                    <a:pt x="199695" y="305927"/>
                  </a:lnTo>
                  <a:cubicBezTo>
                    <a:pt x="208875" y="305927"/>
                    <a:pt x="216332" y="298470"/>
                    <a:pt x="216332" y="289290"/>
                  </a:cubicBezTo>
                  <a:lnTo>
                    <a:pt x="216332" y="268389"/>
                  </a:lnTo>
                  <a:lnTo>
                    <a:pt x="237234" y="268389"/>
                  </a:lnTo>
                  <a:cubicBezTo>
                    <a:pt x="246413" y="268389"/>
                    <a:pt x="253870" y="260932"/>
                    <a:pt x="253870" y="251752"/>
                  </a:cubicBezTo>
                  <a:lnTo>
                    <a:pt x="253870" y="144899"/>
                  </a:lnTo>
                </a:path>
              </a:pathLst>
            </a:custGeom>
            <a:noFill/>
            <a:ln w="8472" cap="flat">
              <a:solidFill>
                <a:srgbClr val="01355A"/>
              </a:solidFill>
              <a:prstDash val="solid"/>
              <a:miter/>
            </a:ln>
          </p:spPr>
          <p:txBody>
            <a:bodyPr rtlCol="1" anchor="ctr"/>
            <a:lstStyle/>
            <a:p>
              <a:endParaRPr lang="ar-SA"/>
            </a:p>
          </p:txBody>
        </p:sp>
        <p:sp>
          <p:nvSpPr>
            <p:cNvPr id="10505" name="شكل حر: شكل 11711">
              <a:extLst>
                <a:ext uri="{FF2B5EF4-FFF2-40B4-BE49-F238E27FC236}">
                  <a16:creationId xmlns:a16="http://schemas.microsoft.com/office/drawing/2014/main" id="{B10DA390-F6FF-E83F-901A-9167E98AC378}"/>
                </a:ext>
              </a:extLst>
            </p:cNvPr>
            <p:cNvSpPr/>
            <p:nvPr/>
          </p:nvSpPr>
          <p:spPr>
            <a:xfrm>
              <a:off x="4251768" y="5419197"/>
              <a:ext cx="183913" cy="184336"/>
            </a:xfrm>
            <a:custGeom>
              <a:avLst/>
              <a:gdLst>
                <a:gd name="connsiteX0" fmla="*/ 0 w 183913"/>
                <a:gd name="connsiteY0" fmla="*/ 149341 h 184336"/>
                <a:gd name="connsiteX1" fmla="*/ 144589 w 183913"/>
                <a:gd name="connsiteY1" fmla="*/ 4809 h 184336"/>
                <a:gd name="connsiteX2" fmla="*/ 167806 w 183913"/>
                <a:gd name="connsiteY2" fmla="*/ 4809 h 184336"/>
                <a:gd name="connsiteX3" fmla="*/ 179105 w 183913"/>
                <a:gd name="connsiteY3" fmla="*/ 16107 h 184336"/>
                <a:gd name="connsiteX4" fmla="*/ 179105 w 183913"/>
                <a:gd name="connsiteY4" fmla="*/ 39325 h 184336"/>
                <a:gd name="connsiteX5" fmla="*/ 34092 w 183913"/>
                <a:gd name="connsiteY5" fmla="*/ 184337 h 184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913" h="184336">
                  <a:moveTo>
                    <a:pt x="0" y="149341"/>
                  </a:moveTo>
                  <a:lnTo>
                    <a:pt x="144589" y="4809"/>
                  </a:lnTo>
                  <a:cubicBezTo>
                    <a:pt x="151001" y="-1603"/>
                    <a:pt x="161395" y="-1603"/>
                    <a:pt x="167806" y="4809"/>
                  </a:cubicBezTo>
                  <a:lnTo>
                    <a:pt x="179105" y="16107"/>
                  </a:lnTo>
                  <a:cubicBezTo>
                    <a:pt x="185516" y="22518"/>
                    <a:pt x="185516" y="32913"/>
                    <a:pt x="179105" y="39325"/>
                  </a:cubicBezTo>
                  <a:lnTo>
                    <a:pt x="34092" y="184337"/>
                  </a:lnTo>
                </a:path>
              </a:pathLst>
            </a:custGeom>
            <a:noFill/>
            <a:ln w="8472" cap="flat">
              <a:solidFill>
                <a:srgbClr val="17A3A3"/>
              </a:solidFill>
              <a:prstDash val="solid"/>
              <a:miter/>
            </a:ln>
          </p:spPr>
          <p:txBody>
            <a:bodyPr rtlCol="1" anchor="ctr"/>
            <a:lstStyle/>
            <a:p>
              <a:endParaRPr lang="ar-SA"/>
            </a:p>
          </p:txBody>
        </p:sp>
        <p:sp>
          <p:nvSpPr>
            <p:cNvPr id="10506" name="شكل حر: شكل 11712">
              <a:extLst>
                <a:ext uri="{FF2B5EF4-FFF2-40B4-BE49-F238E27FC236}">
                  <a16:creationId xmlns:a16="http://schemas.microsoft.com/office/drawing/2014/main" id="{E7D03CB7-C2B1-4E6D-694F-F3DFC1FEE863}"/>
                </a:ext>
              </a:extLst>
            </p:cNvPr>
            <p:cNvSpPr/>
            <p:nvPr/>
          </p:nvSpPr>
          <p:spPr>
            <a:xfrm>
              <a:off x="4238634" y="5568537"/>
              <a:ext cx="47678" cy="34544"/>
            </a:xfrm>
            <a:custGeom>
              <a:avLst/>
              <a:gdLst>
                <a:gd name="connsiteX0" fmla="*/ 47678 w 47678"/>
                <a:gd name="connsiteY0" fmla="*/ 34544 h 34544"/>
                <a:gd name="connsiteX1" fmla="*/ 34770 w 47678"/>
                <a:gd name="connsiteY1" fmla="*/ 12908 h 34544"/>
                <a:gd name="connsiteX2" fmla="*/ 13106 w 47678"/>
                <a:gd name="connsiteY2" fmla="*/ 0 h 34544"/>
                <a:gd name="connsiteX3" fmla="*/ 0 w 47678"/>
                <a:gd name="connsiteY3" fmla="*/ 34064 h 34544"/>
              </a:gdLst>
              <a:ahLst/>
              <a:cxnLst>
                <a:cxn ang="0">
                  <a:pos x="connsiteX0" y="connsiteY0"/>
                </a:cxn>
                <a:cxn ang="0">
                  <a:pos x="connsiteX1" y="connsiteY1"/>
                </a:cxn>
                <a:cxn ang="0">
                  <a:pos x="connsiteX2" y="connsiteY2"/>
                </a:cxn>
                <a:cxn ang="0">
                  <a:pos x="connsiteX3" y="connsiteY3"/>
                </a:cxn>
              </a:cxnLst>
              <a:rect l="l" t="t" r="r" b="b"/>
              <a:pathLst>
                <a:path w="47678" h="34544">
                  <a:moveTo>
                    <a:pt x="47678" y="34544"/>
                  </a:moveTo>
                  <a:cubicBezTo>
                    <a:pt x="45334" y="26636"/>
                    <a:pt x="41040" y="19179"/>
                    <a:pt x="34770" y="12908"/>
                  </a:cubicBezTo>
                  <a:cubicBezTo>
                    <a:pt x="28500" y="6638"/>
                    <a:pt x="21043" y="2345"/>
                    <a:pt x="13106" y="0"/>
                  </a:cubicBezTo>
                  <a:lnTo>
                    <a:pt x="0" y="34064"/>
                  </a:lnTo>
                </a:path>
              </a:pathLst>
            </a:custGeom>
            <a:noFill/>
            <a:ln w="8472" cap="flat">
              <a:solidFill>
                <a:srgbClr val="17A3A3"/>
              </a:solidFill>
              <a:prstDash val="solid"/>
              <a:miter/>
            </a:ln>
          </p:spPr>
          <p:txBody>
            <a:bodyPr rtlCol="1" anchor="ctr"/>
            <a:lstStyle/>
            <a:p>
              <a:endParaRPr lang="ar-SA"/>
            </a:p>
          </p:txBody>
        </p:sp>
        <p:sp>
          <p:nvSpPr>
            <p:cNvPr id="10507" name="شكل حر: شكل 11713">
              <a:extLst>
                <a:ext uri="{FF2B5EF4-FFF2-40B4-BE49-F238E27FC236}">
                  <a16:creationId xmlns:a16="http://schemas.microsoft.com/office/drawing/2014/main" id="{066D04B0-9170-7092-E871-8BB9F7EA2882}"/>
                </a:ext>
              </a:extLst>
            </p:cNvPr>
            <p:cNvSpPr/>
            <p:nvPr/>
          </p:nvSpPr>
          <p:spPr>
            <a:xfrm>
              <a:off x="4376980" y="5443297"/>
              <a:ext cx="34544" cy="34544"/>
            </a:xfrm>
            <a:custGeom>
              <a:avLst/>
              <a:gdLst>
                <a:gd name="connsiteX0" fmla="*/ 34544 w 34544"/>
                <a:gd name="connsiteY0" fmla="*/ 34544 h 34544"/>
                <a:gd name="connsiteX1" fmla="*/ 0 w 34544"/>
                <a:gd name="connsiteY1" fmla="*/ 0 h 34544"/>
              </a:gdLst>
              <a:ahLst/>
              <a:cxnLst>
                <a:cxn ang="0">
                  <a:pos x="connsiteX0" y="connsiteY0"/>
                </a:cxn>
                <a:cxn ang="0">
                  <a:pos x="connsiteX1" y="connsiteY1"/>
                </a:cxn>
              </a:cxnLst>
              <a:rect l="l" t="t" r="r" b="b"/>
              <a:pathLst>
                <a:path w="34544" h="34544">
                  <a:moveTo>
                    <a:pt x="34544" y="34544"/>
                  </a:moveTo>
                  <a:lnTo>
                    <a:pt x="0" y="0"/>
                  </a:lnTo>
                </a:path>
              </a:pathLst>
            </a:custGeom>
            <a:ln w="8472" cap="flat">
              <a:solidFill>
                <a:srgbClr val="17A3A3"/>
              </a:solidFill>
              <a:prstDash val="solid"/>
              <a:miter/>
            </a:ln>
          </p:spPr>
          <p:txBody>
            <a:bodyPr rtlCol="1" anchor="ctr"/>
            <a:lstStyle/>
            <a:p>
              <a:endParaRPr lang="ar-SA"/>
            </a:p>
          </p:txBody>
        </p:sp>
        <p:sp>
          <p:nvSpPr>
            <p:cNvPr id="10508" name="شكل حر: شكل 11714">
              <a:extLst>
                <a:ext uri="{FF2B5EF4-FFF2-40B4-BE49-F238E27FC236}">
                  <a16:creationId xmlns:a16="http://schemas.microsoft.com/office/drawing/2014/main" id="{0C0889B1-1AF3-2D66-C898-9504DED0A5C3}"/>
                </a:ext>
              </a:extLst>
            </p:cNvPr>
            <p:cNvSpPr/>
            <p:nvPr/>
          </p:nvSpPr>
          <p:spPr>
            <a:xfrm>
              <a:off x="4149585" y="5545286"/>
              <a:ext cx="136275" cy="72426"/>
            </a:xfrm>
            <a:custGeom>
              <a:avLst/>
              <a:gdLst>
                <a:gd name="connsiteX0" fmla="*/ 21938 w 136275"/>
                <a:gd name="connsiteY0" fmla="*/ 48079 h 72426"/>
                <a:gd name="connsiteX1" fmla="*/ 29169 w 136275"/>
                <a:gd name="connsiteY1" fmla="*/ 34154 h 72426"/>
                <a:gd name="connsiteX2" fmla="*/ 28095 w 136275"/>
                <a:gd name="connsiteY2" fmla="*/ 7038 h 72426"/>
                <a:gd name="connsiteX3" fmla="*/ 13747 w 136275"/>
                <a:gd name="connsiteY3" fmla="*/ 118 h 72426"/>
                <a:gd name="connsiteX4" fmla="*/ 217 w 136275"/>
                <a:gd name="connsiteY4" fmla="*/ 18506 h 72426"/>
                <a:gd name="connsiteX5" fmla="*/ 13662 w 136275"/>
                <a:gd name="connsiteY5" fmla="*/ 56835 h 72426"/>
                <a:gd name="connsiteX6" fmla="*/ 38377 w 136275"/>
                <a:gd name="connsiteY6" fmla="*/ 70026 h 72426"/>
                <a:gd name="connsiteX7" fmla="*/ 59194 w 136275"/>
                <a:gd name="connsiteY7" fmla="*/ 72427 h 72426"/>
                <a:gd name="connsiteX8" fmla="*/ 67441 w 136275"/>
                <a:gd name="connsiteY8" fmla="*/ 72427 h 72426"/>
                <a:gd name="connsiteX9" fmla="*/ 106900 w 136275"/>
                <a:gd name="connsiteY9" fmla="*/ 66806 h 72426"/>
                <a:gd name="connsiteX10" fmla="*/ 136276 w 136275"/>
                <a:gd name="connsiteY10" fmla="*/ 58247 h 72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6275" h="72426">
                  <a:moveTo>
                    <a:pt x="21938" y="48079"/>
                  </a:moveTo>
                  <a:cubicBezTo>
                    <a:pt x="24904" y="43758"/>
                    <a:pt x="27361" y="39097"/>
                    <a:pt x="29169" y="34154"/>
                  </a:cubicBezTo>
                  <a:cubicBezTo>
                    <a:pt x="32389" y="25341"/>
                    <a:pt x="33660" y="15117"/>
                    <a:pt x="28095" y="7038"/>
                  </a:cubicBezTo>
                  <a:cubicBezTo>
                    <a:pt x="24847" y="2350"/>
                    <a:pt x="19396" y="-644"/>
                    <a:pt x="13747" y="118"/>
                  </a:cubicBezTo>
                  <a:cubicBezTo>
                    <a:pt x="4849" y="1333"/>
                    <a:pt x="1008" y="10343"/>
                    <a:pt x="217" y="18506"/>
                  </a:cubicBezTo>
                  <a:cubicBezTo>
                    <a:pt x="-1139" y="32431"/>
                    <a:pt x="3917" y="46808"/>
                    <a:pt x="13662" y="56835"/>
                  </a:cubicBezTo>
                  <a:cubicBezTo>
                    <a:pt x="20159" y="63529"/>
                    <a:pt x="29084" y="67625"/>
                    <a:pt x="38377" y="70026"/>
                  </a:cubicBezTo>
                  <a:cubicBezTo>
                    <a:pt x="45156" y="71777"/>
                    <a:pt x="52189" y="72427"/>
                    <a:pt x="59194" y="72427"/>
                  </a:cubicBezTo>
                  <a:lnTo>
                    <a:pt x="67441" y="72427"/>
                  </a:lnTo>
                  <a:cubicBezTo>
                    <a:pt x="80801" y="72427"/>
                    <a:pt x="94077" y="70534"/>
                    <a:pt x="106900" y="66806"/>
                  </a:cubicBezTo>
                  <a:lnTo>
                    <a:pt x="136276" y="58247"/>
                  </a:lnTo>
                </a:path>
              </a:pathLst>
            </a:custGeom>
            <a:noFill/>
            <a:ln w="8472" cap="flat">
              <a:solidFill>
                <a:srgbClr val="17A3A3"/>
              </a:solidFill>
              <a:prstDash val="solid"/>
              <a:miter/>
            </a:ln>
          </p:spPr>
          <p:txBody>
            <a:bodyPr rtlCol="1" anchor="ctr"/>
            <a:lstStyle/>
            <a:p>
              <a:endParaRPr lang="ar-SA"/>
            </a:p>
          </p:txBody>
        </p:sp>
        <p:sp>
          <p:nvSpPr>
            <p:cNvPr id="10509" name="شكل حر: شكل 11715">
              <a:extLst>
                <a:ext uri="{FF2B5EF4-FFF2-40B4-BE49-F238E27FC236}">
                  <a16:creationId xmlns:a16="http://schemas.microsoft.com/office/drawing/2014/main" id="{1512A345-38F2-358A-2C9F-AD899964FAD5}"/>
                </a:ext>
              </a:extLst>
            </p:cNvPr>
            <p:cNvSpPr/>
            <p:nvPr/>
          </p:nvSpPr>
          <p:spPr>
            <a:xfrm>
              <a:off x="4113732" y="5602121"/>
              <a:ext cx="49542" cy="20846"/>
            </a:xfrm>
            <a:custGeom>
              <a:avLst/>
              <a:gdLst>
                <a:gd name="connsiteX0" fmla="*/ 0 w 49542"/>
                <a:gd name="connsiteY0" fmla="*/ 20789 h 20846"/>
                <a:gd name="connsiteX1" fmla="*/ 49543 w 49542"/>
                <a:gd name="connsiteY1" fmla="*/ 0 h 20846"/>
              </a:gdLst>
              <a:ahLst/>
              <a:cxnLst>
                <a:cxn ang="0">
                  <a:pos x="connsiteX0" y="connsiteY0"/>
                </a:cxn>
                <a:cxn ang="0">
                  <a:pos x="connsiteX1" y="connsiteY1"/>
                </a:cxn>
              </a:cxnLst>
              <a:rect l="l" t="t" r="r" b="b"/>
              <a:pathLst>
                <a:path w="49542" h="20846">
                  <a:moveTo>
                    <a:pt x="0" y="20789"/>
                  </a:moveTo>
                  <a:cubicBezTo>
                    <a:pt x="19433" y="21580"/>
                    <a:pt x="36380" y="14236"/>
                    <a:pt x="49543" y="0"/>
                  </a:cubicBezTo>
                </a:path>
              </a:pathLst>
            </a:custGeom>
            <a:noFill/>
            <a:ln w="8472" cap="flat">
              <a:solidFill>
                <a:srgbClr val="17A3A3"/>
              </a:solidFill>
              <a:prstDash val="solid"/>
              <a:miter/>
            </a:ln>
          </p:spPr>
          <p:txBody>
            <a:bodyPr rtlCol="1" anchor="ctr"/>
            <a:lstStyle/>
            <a:p>
              <a:endParaRPr lang="ar-SA"/>
            </a:p>
          </p:txBody>
        </p:sp>
      </p:grpSp>
      <p:grpSp>
        <p:nvGrpSpPr>
          <p:cNvPr id="10510" name="رسم 8014">
            <a:extLst>
              <a:ext uri="{FF2B5EF4-FFF2-40B4-BE49-F238E27FC236}">
                <a16:creationId xmlns:a16="http://schemas.microsoft.com/office/drawing/2014/main" id="{C965903A-CBC1-FAA0-E188-F99D1EEC4556}"/>
              </a:ext>
            </a:extLst>
          </p:cNvPr>
          <p:cNvGrpSpPr/>
          <p:nvPr/>
        </p:nvGrpSpPr>
        <p:grpSpPr>
          <a:xfrm>
            <a:off x="5037166" y="5696415"/>
            <a:ext cx="289821" cy="276293"/>
            <a:chOff x="5102352" y="5411817"/>
            <a:chExt cx="346423" cy="350540"/>
          </a:xfrm>
          <a:noFill/>
        </p:grpSpPr>
        <p:sp>
          <p:nvSpPr>
            <p:cNvPr id="10511" name="شكل حر: شكل 11717">
              <a:extLst>
                <a:ext uri="{FF2B5EF4-FFF2-40B4-BE49-F238E27FC236}">
                  <a16:creationId xmlns:a16="http://schemas.microsoft.com/office/drawing/2014/main" id="{6ECB71AD-29E1-B9EC-0065-DF1C21E1D98C}"/>
                </a:ext>
              </a:extLst>
            </p:cNvPr>
            <p:cNvSpPr/>
            <p:nvPr/>
          </p:nvSpPr>
          <p:spPr>
            <a:xfrm>
              <a:off x="5305946" y="5507386"/>
              <a:ext cx="39402" cy="39402"/>
            </a:xfrm>
            <a:custGeom>
              <a:avLst/>
              <a:gdLst>
                <a:gd name="connsiteX0" fmla="*/ 39402 w 39402"/>
                <a:gd name="connsiteY0" fmla="*/ 0 h 39402"/>
                <a:gd name="connsiteX1" fmla="*/ 0 w 39402"/>
                <a:gd name="connsiteY1" fmla="*/ 39403 h 39402"/>
              </a:gdLst>
              <a:ahLst/>
              <a:cxnLst>
                <a:cxn ang="0">
                  <a:pos x="connsiteX0" y="connsiteY0"/>
                </a:cxn>
                <a:cxn ang="0">
                  <a:pos x="connsiteX1" y="connsiteY1"/>
                </a:cxn>
              </a:cxnLst>
              <a:rect l="l" t="t" r="r" b="b"/>
              <a:pathLst>
                <a:path w="39402" h="39402">
                  <a:moveTo>
                    <a:pt x="39402" y="0"/>
                  </a:moveTo>
                  <a:lnTo>
                    <a:pt x="0" y="39403"/>
                  </a:lnTo>
                </a:path>
              </a:pathLst>
            </a:custGeom>
            <a:ln w="8472" cap="flat">
              <a:solidFill>
                <a:srgbClr val="01355A"/>
              </a:solidFill>
              <a:prstDash val="solid"/>
              <a:miter/>
            </a:ln>
          </p:spPr>
          <p:txBody>
            <a:bodyPr rtlCol="1" anchor="ctr"/>
            <a:lstStyle/>
            <a:p>
              <a:endParaRPr lang="ar-SA"/>
            </a:p>
          </p:txBody>
        </p:sp>
        <p:sp>
          <p:nvSpPr>
            <p:cNvPr id="10512" name="شكل حر: شكل 11718">
              <a:extLst>
                <a:ext uri="{FF2B5EF4-FFF2-40B4-BE49-F238E27FC236}">
                  <a16:creationId xmlns:a16="http://schemas.microsoft.com/office/drawing/2014/main" id="{2B57AA6C-B3C2-C408-2D3C-4E03E87D54DD}"/>
                </a:ext>
              </a:extLst>
            </p:cNvPr>
            <p:cNvSpPr/>
            <p:nvPr/>
          </p:nvSpPr>
          <p:spPr>
            <a:xfrm>
              <a:off x="5248099" y="5449822"/>
              <a:ext cx="39430" cy="39430"/>
            </a:xfrm>
            <a:custGeom>
              <a:avLst/>
              <a:gdLst>
                <a:gd name="connsiteX0" fmla="*/ 0 w 39430"/>
                <a:gd name="connsiteY0" fmla="*/ 39431 h 39430"/>
                <a:gd name="connsiteX1" fmla="*/ 39431 w 39430"/>
                <a:gd name="connsiteY1" fmla="*/ 0 h 39430"/>
              </a:gdLst>
              <a:ahLst/>
              <a:cxnLst>
                <a:cxn ang="0">
                  <a:pos x="connsiteX0" y="connsiteY0"/>
                </a:cxn>
                <a:cxn ang="0">
                  <a:pos x="connsiteX1" y="connsiteY1"/>
                </a:cxn>
              </a:cxnLst>
              <a:rect l="l" t="t" r="r" b="b"/>
              <a:pathLst>
                <a:path w="39430" h="39430">
                  <a:moveTo>
                    <a:pt x="0" y="39431"/>
                  </a:moveTo>
                  <a:lnTo>
                    <a:pt x="39431" y="0"/>
                  </a:lnTo>
                </a:path>
              </a:pathLst>
            </a:custGeom>
            <a:ln w="8472" cap="flat">
              <a:solidFill>
                <a:srgbClr val="01355A"/>
              </a:solidFill>
              <a:prstDash val="solid"/>
              <a:miter/>
            </a:ln>
          </p:spPr>
          <p:txBody>
            <a:bodyPr rtlCol="1" anchor="ctr"/>
            <a:lstStyle/>
            <a:p>
              <a:endParaRPr lang="ar-SA"/>
            </a:p>
          </p:txBody>
        </p:sp>
        <p:sp>
          <p:nvSpPr>
            <p:cNvPr id="10513" name="شكل حر: شكل 11719">
              <a:extLst>
                <a:ext uri="{FF2B5EF4-FFF2-40B4-BE49-F238E27FC236}">
                  <a16:creationId xmlns:a16="http://schemas.microsoft.com/office/drawing/2014/main" id="{5BADE09D-AE29-6FC4-5FE6-D8ADB2B17085}"/>
                </a:ext>
              </a:extLst>
            </p:cNvPr>
            <p:cNvSpPr/>
            <p:nvPr/>
          </p:nvSpPr>
          <p:spPr>
            <a:xfrm>
              <a:off x="5282883" y="5411817"/>
              <a:ext cx="100355" cy="100357"/>
            </a:xfrm>
            <a:custGeom>
              <a:avLst/>
              <a:gdLst>
                <a:gd name="connsiteX0" fmla="*/ 62465 w 100355"/>
                <a:gd name="connsiteY0" fmla="*/ 95540 h 100357"/>
                <a:gd name="connsiteX1" fmla="*/ 93450 w 100355"/>
                <a:gd name="connsiteY1" fmla="*/ 93450 h 100357"/>
                <a:gd name="connsiteX2" fmla="*/ 93450 w 100355"/>
                <a:gd name="connsiteY2" fmla="*/ 93450 h 100357"/>
                <a:gd name="connsiteX3" fmla="*/ 93450 w 100355"/>
                <a:gd name="connsiteY3" fmla="*/ 60064 h 100357"/>
                <a:gd name="connsiteX4" fmla="*/ 40292 w 100355"/>
                <a:gd name="connsiteY4" fmla="*/ 6906 h 100357"/>
                <a:gd name="connsiteX5" fmla="*/ 6906 w 100355"/>
                <a:gd name="connsiteY5" fmla="*/ 6906 h 100357"/>
                <a:gd name="connsiteX6" fmla="*/ 6906 w 100355"/>
                <a:gd name="connsiteY6" fmla="*/ 6906 h 100357"/>
                <a:gd name="connsiteX7" fmla="*/ 6906 w 100355"/>
                <a:gd name="connsiteY7" fmla="*/ 40292 h 100357"/>
                <a:gd name="connsiteX8" fmla="*/ 33655 w 100355"/>
                <a:gd name="connsiteY8" fmla="*/ 67040 h 100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355" h="100357">
                  <a:moveTo>
                    <a:pt x="62465" y="95540"/>
                  </a:moveTo>
                  <a:cubicBezTo>
                    <a:pt x="71729" y="102601"/>
                    <a:pt x="85005" y="101895"/>
                    <a:pt x="93450" y="93450"/>
                  </a:cubicBezTo>
                  <a:lnTo>
                    <a:pt x="93450" y="93450"/>
                  </a:lnTo>
                  <a:cubicBezTo>
                    <a:pt x="102658" y="84242"/>
                    <a:pt x="102658" y="69272"/>
                    <a:pt x="93450" y="60064"/>
                  </a:cubicBezTo>
                  <a:lnTo>
                    <a:pt x="40292" y="6906"/>
                  </a:lnTo>
                  <a:cubicBezTo>
                    <a:pt x="31084" y="-2302"/>
                    <a:pt x="16114" y="-2302"/>
                    <a:pt x="6906" y="6906"/>
                  </a:cubicBezTo>
                  <a:lnTo>
                    <a:pt x="6906" y="6906"/>
                  </a:lnTo>
                  <a:cubicBezTo>
                    <a:pt x="-2302" y="16114"/>
                    <a:pt x="-2302" y="31084"/>
                    <a:pt x="6906" y="40292"/>
                  </a:cubicBezTo>
                  <a:lnTo>
                    <a:pt x="33655" y="67040"/>
                  </a:lnTo>
                </a:path>
              </a:pathLst>
            </a:custGeom>
            <a:noFill/>
            <a:ln w="8472" cap="flat">
              <a:solidFill>
                <a:srgbClr val="17A3A3"/>
              </a:solidFill>
              <a:prstDash val="solid"/>
              <a:miter/>
            </a:ln>
          </p:spPr>
          <p:txBody>
            <a:bodyPr rtlCol="1" anchor="ctr"/>
            <a:lstStyle/>
            <a:p>
              <a:endParaRPr lang="ar-SA"/>
            </a:p>
          </p:txBody>
        </p:sp>
        <p:sp>
          <p:nvSpPr>
            <p:cNvPr id="10514" name="شكل حر: شكل 11720">
              <a:extLst>
                <a:ext uri="{FF2B5EF4-FFF2-40B4-BE49-F238E27FC236}">
                  <a16:creationId xmlns:a16="http://schemas.microsoft.com/office/drawing/2014/main" id="{BD3A0387-27D6-EAA5-D140-E779F0EA82C6}"/>
                </a:ext>
              </a:extLst>
            </p:cNvPr>
            <p:cNvSpPr/>
            <p:nvPr/>
          </p:nvSpPr>
          <p:spPr>
            <a:xfrm>
              <a:off x="5210236" y="5484459"/>
              <a:ext cx="100356" cy="100362"/>
            </a:xfrm>
            <a:custGeom>
              <a:avLst/>
              <a:gdLst>
                <a:gd name="connsiteX0" fmla="*/ 37863 w 100356"/>
                <a:gd name="connsiteY0" fmla="*/ 4794 h 100362"/>
                <a:gd name="connsiteX1" fmla="*/ 6906 w 100356"/>
                <a:gd name="connsiteY1" fmla="*/ 6912 h 100362"/>
                <a:gd name="connsiteX2" fmla="*/ 6906 w 100356"/>
                <a:gd name="connsiteY2" fmla="*/ 6912 h 100362"/>
                <a:gd name="connsiteX3" fmla="*/ 6906 w 100356"/>
                <a:gd name="connsiteY3" fmla="*/ 40298 h 100362"/>
                <a:gd name="connsiteX4" fmla="*/ 60064 w 100356"/>
                <a:gd name="connsiteY4" fmla="*/ 93456 h 100362"/>
                <a:gd name="connsiteX5" fmla="*/ 93450 w 100356"/>
                <a:gd name="connsiteY5" fmla="*/ 93456 h 100362"/>
                <a:gd name="connsiteX6" fmla="*/ 93450 w 100356"/>
                <a:gd name="connsiteY6" fmla="*/ 93456 h 100362"/>
                <a:gd name="connsiteX7" fmla="*/ 93450 w 100356"/>
                <a:gd name="connsiteY7" fmla="*/ 60070 h 100362"/>
                <a:gd name="connsiteX8" fmla="*/ 65459 w 100356"/>
                <a:gd name="connsiteY8" fmla="*/ 32078 h 100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356" h="100362">
                  <a:moveTo>
                    <a:pt x="37863" y="4794"/>
                  </a:moveTo>
                  <a:cubicBezTo>
                    <a:pt x="28599" y="-2240"/>
                    <a:pt x="15351" y="-1533"/>
                    <a:pt x="6906" y="6912"/>
                  </a:cubicBezTo>
                  <a:lnTo>
                    <a:pt x="6906" y="6912"/>
                  </a:lnTo>
                  <a:cubicBezTo>
                    <a:pt x="-2302" y="16120"/>
                    <a:pt x="-2302" y="31090"/>
                    <a:pt x="6906" y="40298"/>
                  </a:cubicBezTo>
                  <a:lnTo>
                    <a:pt x="60064" y="93456"/>
                  </a:lnTo>
                  <a:cubicBezTo>
                    <a:pt x="69272" y="102664"/>
                    <a:pt x="84242" y="102664"/>
                    <a:pt x="93450" y="93456"/>
                  </a:cubicBezTo>
                  <a:lnTo>
                    <a:pt x="93450" y="93456"/>
                  </a:lnTo>
                  <a:cubicBezTo>
                    <a:pt x="102658" y="84248"/>
                    <a:pt x="102658" y="69278"/>
                    <a:pt x="93450" y="60070"/>
                  </a:cubicBezTo>
                  <a:lnTo>
                    <a:pt x="65459" y="32078"/>
                  </a:lnTo>
                </a:path>
              </a:pathLst>
            </a:custGeom>
            <a:noFill/>
            <a:ln w="8472" cap="flat">
              <a:solidFill>
                <a:srgbClr val="17A3A3"/>
              </a:solidFill>
              <a:prstDash val="solid"/>
              <a:miter/>
            </a:ln>
          </p:spPr>
          <p:txBody>
            <a:bodyPr rtlCol="1" anchor="ctr"/>
            <a:lstStyle/>
            <a:p>
              <a:endParaRPr lang="ar-SA"/>
            </a:p>
          </p:txBody>
        </p:sp>
        <p:sp>
          <p:nvSpPr>
            <p:cNvPr id="10515" name="شكل حر: شكل 11721">
              <a:extLst>
                <a:ext uri="{FF2B5EF4-FFF2-40B4-BE49-F238E27FC236}">
                  <a16:creationId xmlns:a16="http://schemas.microsoft.com/office/drawing/2014/main" id="{0F1E7C0A-2499-CF90-C333-4CC04E949C3A}"/>
                </a:ext>
              </a:extLst>
            </p:cNvPr>
            <p:cNvSpPr/>
            <p:nvPr/>
          </p:nvSpPr>
          <p:spPr>
            <a:xfrm>
              <a:off x="5328514" y="5530095"/>
              <a:ext cx="120262" cy="120262"/>
            </a:xfrm>
            <a:custGeom>
              <a:avLst/>
              <a:gdLst>
                <a:gd name="connsiteX0" fmla="*/ 19772 w 120262"/>
                <a:gd name="connsiteY0" fmla="*/ 0 h 120262"/>
                <a:gd name="connsiteX1" fmla="*/ 116174 w 120262"/>
                <a:gd name="connsiteY1" fmla="*/ 96402 h 120262"/>
                <a:gd name="connsiteX2" fmla="*/ 116174 w 120262"/>
                <a:gd name="connsiteY2" fmla="*/ 116174 h 120262"/>
                <a:gd name="connsiteX3" fmla="*/ 116174 w 120262"/>
                <a:gd name="connsiteY3" fmla="*/ 116174 h 120262"/>
                <a:gd name="connsiteX4" fmla="*/ 96402 w 120262"/>
                <a:gd name="connsiteY4" fmla="*/ 116174 h 120262"/>
                <a:gd name="connsiteX5" fmla="*/ 0 w 120262"/>
                <a:gd name="connsiteY5" fmla="*/ 19772 h 120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0262" h="120262">
                  <a:moveTo>
                    <a:pt x="19772" y="0"/>
                  </a:moveTo>
                  <a:lnTo>
                    <a:pt x="116174" y="96402"/>
                  </a:lnTo>
                  <a:cubicBezTo>
                    <a:pt x="121625" y="101853"/>
                    <a:pt x="121625" y="110694"/>
                    <a:pt x="116174" y="116174"/>
                  </a:cubicBezTo>
                  <a:lnTo>
                    <a:pt x="116174" y="116174"/>
                  </a:lnTo>
                  <a:cubicBezTo>
                    <a:pt x="110722" y="121625"/>
                    <a:pt x="101881" y="121625"/>
                    <a:pt x="96402" y="116174"/>
                  </a:cubicBezTo>
                  <a:lnTo>
                    <a:pt x="0" y="19772"/>
                  </a:lnTo>
                </a:path>
              </a:pathLst>
            </a:custGeom>
            <a:noFill/>
            <a:ln w="8472" cap="flat">
              <a:solidFill>
                <a:srgbClr val="01355A"/>
              </a:solidFill>
              <a:prstDash val="solid"/>
              <a:miter/>
            </a:ln>
          </p:spPr>
          <p:txBody>
            <a:bodyPr rtlCol="1" anchor="ctr"/>
            <a:lstStyle/>
            <a:p>
              <a:endParaRPr lang="ar-SA"/>
            </a:p>
          </p:txBody>
        </p:sp>
        <p:sp>
          <p:nvSpPr>
            <p:cNvPr id="10516" name="شكل حر: شكل 11722">
              <a:extLst>
                <a:ext uri="{FF2B5EF4-FFF2-40B4-BE49-F238E27FC236}">
                  <a16:creationId xmlns:a16="http://schemas.microsoft.com/office/drawing/2014/main" id="{A598487A-C1B3-B764-FA66-8F589073003D}"/>
                </a:ext>
              </a:extLst>
            </p:cNvPr>
            <p:cNvSpPr/>
            <p:nvPr/>
          </p:nvSpPr>
          <p:spPr>
            <a:xfrm>
              <a:off x="5102352" y="5719029"/>
              <a:ext cx="242995" cy="43328"/>
            </a:xfrm>
            <a:custGeom>
              <a:avLst/>
              <a:gdLst>
                <a:gd name="connsiteX0" fmla="*/ 25252 w 242995"/>
                <a:gd name="connsiteY0" fmla="*/ 0 h 43328"/>
                <a:gd name="connsiteX1" fmla="*/ 217745 w 242995"/>
                <a:gd name="connsiteY1" fmla="*/ 0 h 43328"/>
                <a:gd name="connsiteX2" fmla="*/ 242996 w 242995"/>
                <a:gd name="connsiteY2" fmla="*/ 25251 h 43328"/>
                <a:gd name="connsiteX3" fmla="*/ 242996 w 242995"/>
                <a:gd name="connsiteY3" fmla="*/ 43328 h 43328"/>
                <a:gd name="connsiteX4" fmla="*/ 0 w 242995"/>
                <a:gd name="connsiteY4" fmla="*/ 43328 h 43328"/>
                <a:gd name="connsiteX5" fmla="*/ 0 w 242995"/>
                <a:gd name="connsiteY5" fmla="*/ 25251 h 43328"/>
                <a:gd name="connsiteX6" fmla="*/ 25252 w 242995"/>
                <a:gd name="connsiteY6" fmla="*/ 0 h 43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2995" h="43328">
                  <a:moveTo>
                    <a:pt x="25252" y="0"/>
                  </a:moveTo>
                  <a:lnTo>
                    <a:pt x="217745" y="0"/>
                  </a:lnTo>
                  <a:cubicBezTo>
                    <a:pt x="231669" y="0"/>
                    <a:pt x="242996" y="11298"/>
                    <a:pt x="242996" y="25251"/>
                  </a:cubicBezTo>
                  <a:lnTo>
                    <a:pt x="242996" y="43328"/>
                  </a:lnTo>
                  <a:lnTo>
                    <a:pt x="0" y="43328"/>
                  </a:lnTo>
                  <a:lnTo>
                    <a:pt x="0" y="25251"/>
                  </a:lnTo>
                  <a:cubicBezTo>
                    <a:pt x="0" y="11326"/>
                    <a:pt x="11298" y="0"/>
                    <a:pt x="25252" y="0"/>
                  </a:cubicBezTo>
                  <a:close/>
                </a:path>
              </a:pathLst>
            </a:custGeom>
            <a:noFill/>
            <a:ln w="8472" cap="flat">
              <a:solidFill>
                <a:srgbClr val="01355A"/>
              </a:solidFill>
              <a:prstDash val="solid"/>
              <a:miter/>
            </a:ln>
          </p:spPr>
          <p:txBody>
            <a:bodyPr rtlCol="1" anchor="ctr"/>
            <a:lstStyle/>
            <a:p>
              <a:endParaRPr lang="ar-SA"/>
            </a:p>
          </p:txBody>
        </p:sp>
        <p:sp>
          <p:nvSpPr>
            <p:cNvPr id="10517" name="شكل حر: شكل 11723">
              <a:extLst>
                <a:ext uri="{FF2B5EF4-FFF2-40B4-BE49-F238E27FC236}">
                  <a16:creationId xmlns:a16="http://schemas.microsoft.com/office/drawing/2014/main" id="{BB7FB168-C653-3E82-A21B-AEBDE4E99F6E}"/>
                </a:ext>
              </a:extLst>
            </p:cNvPr>
            <p:cNvSpPr/>
            <p:nvPr/>
          </p:nvSpPr>
          <p:spPr>
            <a:xfrm>
              <a:off x="5222989" y="5626695"/>
              <a:ext cx="2824" cy="49909"/>
            </a:xfrm>
            <a:custGeom>
              <a:avLst/>
              <a:gdLst>
                <a:gd name="connsiteX0" fmla="*/ 0 w 2824"/>
                <a:gd name="connsiteY0" fmla="*/ 49910 h 49909"/>
                <a:gd name="connsiteX1" fmla="*/ 0 w 2824"/>
                <a:gd name="connsiteY1" fmla="*/ 0 h 49909"/>
              </a:gdLst>
              <a:ahLst/>
              <a:cxnLst>
                <a:cxn ang="0">
                  <a:pos x="connsiteX0" y="connsiteY0"/>
                </a:cxn>
                <a:cxn ang="0">
                  <a:pos x="connsiteX1" y="connsiteY1"/>
                </a:cxn>
              </a:cxnLst>
              <a:rect l="l" t="t" r="r" b="b"/>
              <a:pathLst>
                <a:path w="2824" h="49909">
                  <a:moveTo>
                    <a:pt x="0" y="49910"/>
                  </a:moveTo>
                  <a:lnTo>
                    <a:pt x="0" y="0"/>
                  </a:lnTo>
                </a:path>
              </a:pathLst>
            </a:custGeom>
            <a:ln w="8472" cap="flat">
              <a:solidFill>
                <a:srgbClr val="01355A"/>
              </a:solidFill>
              <a:prstDash val="solid"/>
              <a:miter/>
            </a:ln>
          </p:spPr>
          <p:txBody>
            <a:bodyPr rtlCol="1" anchor="ctr"/>
            <a:lstStyle/>
            <a:p>
              <a:endParaRPr lang="ar-SA"/>
            </a:p>
          </p:txBody>
        </p:sp>
        <p:sp>
          <p:nvSpPr>
            <p:cNvPr id="10518" name="شكل حر: شكل 11724">
              <a:extLst>
                <a:ext uri="{FF2B5EF4-FFF2-40B4-BE49-F238E27FC236}">
                  <a16:creationId xmlns:a16="http://schemas.microsoft.com/office/drawing/2014/main" id="{DBC27355-C226-B7F6-A93A-5E85B0683D51}"/>
                </a:ext>
              </a:extLst>
            </p:cNvPr>
            <p:cNvSpPr/>
            <p:nvPr/>
          </p:nvSpPr>
          <p:spPr>
            <a:xfrm>
              <a:off x="5257392" y="5648726"/>
              <a:ext cx="35278" cy="35278"/>
            </a:xfrm>
            <a:custGeom>
              <a:avLst/>
              <a:gdLst>
                <a:gd name="connsiteX0" fmla="*/ 0 w 35278"/>
                <a:gd name="connsiteY0" fmla="*/ 35279 h 35278"/>
                <a:gd name="connsiteX1" fmla="*/ 35278 w 35278"/>
                <a:gd name="connsiteY1" fmla="*/ 0 h 35278"/>
              </a:gdLst>
              <a:ahLst/>
              <a:cxnLst>
                <a:cxn ang="0">
                  <a:pos x="connsiteX0" y="connsiteY0"/>
                </a:cxn>
                <a:cxn ang="0">
                  <a:pos x="connsiteX1" y="connsiteY1"/>
                </a:cxn>
              </a:cxnLst>
              <a:rect l="l" t="t" r="r" b="b"/>
              <a:pathLst>
                <a:path w="35278" h="35278">
                  <a:moveTo>
                    <a:pt x="0" y="35279"/>
                  </a:moveTo>
                  <a:lnTo>
                    <a:pt x="35278" y="0"/>
                  </a:lnTo>
                </a:path>
              </a:pathLst>
            </a:custGeom>
            <a:ln w="8472" cap="flat">
              <a:solidFill>
                <a:srgbClr val="01355A"/>
              </a:solidFill>
              <a:prstDash val="solid"/>
              <a:miter/>
            </a:ln>
          </p:spPr>
          <p:txBody>
            <a:bodyPr rtlCol="1" anchor="ctr"/>
            <a:lstStyle/>
            <a:p>
              <a:endParaRPr lang="ar-SA"/>
            </a:p>
          </p:txBody>
        </p:sp>
        <p:sp>
          <p:nvSpPr>
            <p:cNvPr id="10519" name="شكل حر: شكل 11725">
              <a:extLst>
                <a:ext uri="{FF2B5EF4-FFF2-40B4-BE49-F238E27FC236}">
                  <a16:creationId xmlns:a16="http://schemas.microsoft.com/office/drawing/2014/main" id="{005BA9FC-FB14-DD4E-0CD4-29CBE8717346}"/>
                </a:ext>
              </a:extLst>
            </p:cNvPr>
            <p:cNvSpPr/>
            <p:nvPr/>
          </p:nvSpPr>
          <p:spPr>
            <a:xfrm>
              <a:off x="5155058" y="5648726"/>
              <a:ext cx="35278" cy="35278"/>
            </a:xfrm>
            <a:custGeom>
              <a:avLst/>
              <a:gdLst>
                <a:gd name="connsiteX0" fmla="*/ 35279 w 35278"/>
                <a:gd name="connsiteY0" fmla="*/ 35279 h 35278"/>
                <a:gd name="connsiteX1" fmla="*/ 0 w 35278"/>
                <a:gd name="connsiteY1" fmla="*/ 0 h 35278"/>
              </a:gdLst>
              <a:ahLst/>
              <a:cxnLst>
                <a:cxn ang="0">
                  <a:pos x="connsiteX0" y="connsiteY0"/>
                </a:cxn>
                <a:cxn ang="0">
                  <a:pos x="connsiteX1" y="connsiteY1"/>
                </a:cxn>
              </a:cxnLst>
              <a:rect l="l" t="t" r="r" b="b"/>
              <a:pathLst>
                <a:path w="35278" h="35278">
                  <a:moveTo>
                    <a:pt x="35279" y="35279"/>
                  </a:moveTo>
                  <a:lnTo>
                    <a:pt x="0" y="0"/>
                  </a:lnTo>
                </a:path>
              </a:pathLst>
            </a:custGeom>
            <a:ln w="8472" cap="flat">
              <a:solidFill>
                <a:srgbClr val="01355A"/>
              </a:solidFill>
              <a:prstDash val="solid"/>
              <a:miter/>
            </a:ln>
          </p:spPr>
          <p:txBody>
            <a:bodyPr rtlCol="1" anchor="ctr"/>
            <a:lstStyle/>
            <a:p>
              <a:endParaRPr lang="ar-SA"/>
            </a:p>
          </p:txBody>
        </p:sp>
      </p:grpSp>
      <p:grpSp>
        <p:nvGrpSpPr>
          <p:cNvPr id="10520" name="رسم 8014">
            <a:extLst>
              <a:ext uri="{FF2B5EF4-FFF2-40B4-BE49-F238E27FC236}">
                <a16:creationId xmlns:a16="http://schemas.microsoft.com/office/drawing/2014/main" id="{3CEE0B45-B1CF-BA8B-3A52-D3DC2DDDB714}"/>
              </a:ext>
            </a:extLst>
          </p:cNvPr>
          <p:cNvGrpSpPr/>
          <p:nvPr/>
        </p:nvGrpSpPr>
        <p:grpSpPr>
          <a:xfrm>
            <a:off x="7206748" y="5695670"/>
            <a:ext cx="307196" cy="287056"/>
            <a:chOff x="7695653" y="5410871"/>
            <a:chExt cx="367191" cy="364196"/>
          </a:xfrm>
          <a:noFill/>
        </p:grpSpPr>
        <p:sp>
          <p:nvSpPr>
            <p:cNvPr id="10521" name="شكل حر: شكل 11769">
              <a:extLst>
                <a:ext uri="{FF2B5EF4-FFF2-40B4-BE49-F238E27FC236}">
                  <a16:creationId xmlns:a16="http://schemas.microsoft.com/office/drawing/2014/main" id="{A5ADFBA3-C255-09D4-45A9-92359F016C0D}"/>
                </a:ext>
              </a:extLst>
            </p:cNvPr>
            <p:cNvSpPr/>
            <p:nvPr/>
          </p:nvSpPr>
          <p:spPr>
            <a:xfrm>
              <a:off x="7739660" y="5696291"/>
              <a:ext cx="69427" cy="50135"/>
            </a:xfrm>
            <a:custGeom>
              <a:avLst/>
              <a:gdLst>
                <a:gd name="connsiteX0" fmla="*/ 0 w 69427"/>
                <a:gd name="connsiteY0" fmla="*/ 24800 h 50135"/>
                <a:gd name="connsiteX1" fmla="*/ 28443 w 69427"/>
                <a:gd name="connsiteY1" fmla="*/ 50136 h 50135"/>
                <a:gd name="connsiteX2" fmla="*/ 69428 w 69427"/>
                <a:gd name="connsiteY2" fmla="*/ 0 h 50135"/>
              </a:gdLst>
              <a:ahLst/>
              <a:cxnLst>
                <a:cxn ang="0">
                  <a:pos x="connsiteX0" y="connsiteY0"/>
                </a:cxn>
                <a:cxn ang="0">
                  <a:pos x="connsiteX1" y="connsiteY1"/>
                </a:cxn>
                <a:cxn ang="0">
                  <a:pos x="connsiteX2" y="connsiteY2"/>
                </a:cxn>
              </a:cxnLst>
              <a:rect l="l" t="t" r="r" b="b"/>
              <a:pathLst>
                <a:path w="69427" h="50135">
                  <a:moveTo>
                    <a:pt x="0" y="24800"/>
                  </a:moveTo>
                  <a:lnTo>
                    <a:pt x="28443" y="50136"/>
                  </a:lnTo>
                  <a:lnTo>
                    <a:pt x="69428" y="0"/>
                  </a:lnTo>
                </a:path>
              </a:pathLst>
            </a:custGeom>
            <a:noFill/>
            <a:ln w="8472" cap="flat">
              <a:solidFill>
                <a:srgbClr val="17A3A3"/>
              </a:solidFill>
              <a:prstDash val="solid"/>
              <a:miter/>
            </a:ln>
          </p:spPr>
          <p:txBody>
            <a:bodyPr rtlCol="1" anchor="ctr"/>
            <a:lstStyle/>
            <a:p>
              <a:endParaRPr lang="ar-SA"/>
            </a:p>
          </p:txBody>
        </p:sp>
        <p:sp>
          <p:nvSpPr>
            <p:cNvPr id="10522" name="شكل حر: شكل 11770">
              <a:extLst>
                <a:ext uri="{FF2B5EF4-FFF2-40B4-BE49-F238E27FC236}">
                  <a16:creationId xmlns:a16="http://schemas.microsoft.com/office/drawing/2014/main" id="{D7ACD163-36CB-A515-4C97-7E339E373B69}"/>
                </a:ext>
              </a:extLst>
            </p:cNvPr>
            <p:cNvSpPr/>
            <p:nvPr/>
          </p:nvSpPr>
          <p:spPr>
            <a:xfrm>
              <a:off x="7695653" y="5669345"/>
              <a:ext cx="149588" cy="105722"/>
            </a:xfrm>
            <a:custGeom>
              <a:avLst/>
              <a:gdLst>
                <a:gd name="connsiteX0" fmla="*/ 0 w 149588"/>
                <a:gd name="connsiteY0" fmla="*/ 0 h 105722"/>
                <a:gd name="connsiteX1" fmla="*/ 149588 w 149588"/>
                <a:gd name="connsiteY1" fmla="*/ 0 h 105722"/>
                <a:gd name="connsiteX2" fmla="*/ 149588 w 149588"/>
                <a:gd name="connsiteY2" fmla="*/ 105723 h 105722"/>
                <a:gd name="connsiteX3" fmla="*/ 0 w 149588"/>
                <a:gd name="connsiteY3" fmla="*/ 105723 h 105722"/>
              </a:gdLst>
              <a:ahLst/>
              <a:cxnLst>
                <a:cxn ang="0">
                  <a:pos x="connsiteX0" y="connsiteY0"/>
                </a:cxn>
                <a:cxn ang="0">
                  <a:pos x="connsiteX1" y="connsiteY1"/>
                </a:cxn>
                <a:cxn ang="0">
                  <a:pos x="connsiteX2" y="connsiteY2"/>
                </a:cxn>
                <a:cxn ang="0">
                  <a:pos x="connsiteX3" y="connsiteY3"/>
                </a:cxn>
              </a:cxnLst>
              <a:rect l="l" t="t" r="r" b="b"/>
              <a:pathLst>
                <a:path w="149588" h="105722">
                  <a:moveTo>
                    <a:pt x="0" y="0"/>
                  </a:moveTo>
                  <a:lnTo>
                    <a:pt x="149588" y="0"/>
                  </a:lnTo>
                  <a:lnTo>
                    <a:pt x="149588" y="105723"/>
                  </a:lnTo>
                  <a:lnTo>
                    <a:pt x="0" y="105723"/>
                  </a:lnTo>
                  <a:close/>
                </a:path>
              </a:pathLst>
            </a:custGeom>
            <a:noFill/>
            <a:ln w="8472" cap="flat">
              <a:solidFill>
                <a:srgbClr val="17A3A3"/>
              </a:solidFill>
              <a:prstDash val="solid"/>
              <a:miter/>
            </a:ln>
          </p:spPr>
          <p:txBody>
            <a:bodyPr rtlCol="1" anchor="ctr"/>
            <a:lstStyle/>
            <a:p>
              <a:endParaRPr lang="ar-SA"/>
            </a:p>
          </p:txBody>
        </p:sp>
        <p:sp>
          <p:nvSpPr>
            <p:cNvPr id="10523" name="شكل حر: شكل 11771">
              <a:extLst>
                <a:ext uri="{FF2B5EF4-FFF2-40B4-BE49-F238E27FC236}">
                  <a16:creationId xmlns:a16="http://schemas.microsoft.com/office/drawing/2014/main" id="{39011C58-ADA9-0A5F-4FF2-29F6D9831CB3}"/>
                </a:ext>
              </a:extLst>
            </p:cNvPr>
            <p:cNvSpPr/>
            <p:nvPr/>
          </p:nvSpPr>
          <p:spPr>
            <a:xfrm>
              <a:off x="7712233" y="5595427"/>
              <a:ext cx="116427" cy="58213"/>
            </a:xfrm>
            <a:custGeom>
              <a:avLst/>
              <a:gdLst>
                <a:gd name="connsiteX0" fmla="*/ 116428 w 116427"/>
                <a:gd name="connsiteY0" fmla="*/ 58214 h 58213"/>
                <a:gd name="connsiteX1" fmla="*/ 58214 w 116427"/>
                <a:gd name="connsiteY1" fmla="*/ 0 h 58213"/>
                <a:gd name="connsiteX2" fmla="*/ 58214 w 116427"/>
                <a:gd name="connsiteY2" fmla="*/ 0 h 58213"/>
                <a:gd name="connsiteX3" fmla="*/ 0 w 116427"/>
                <a:gd name="connsiteY3" fmla="*/ 58214 h 58213"/>
              </a:gdLst>
              <a:ahLst/>
              <a:cxnLst>
                <a:cxn ang="0">
                  <a:pos x="connsiteX0" y="connsiteY0"/>
                </a:cxn>
                <a:cxn ang="0">
                  <a:pos x="connsiteX1" y="connsiteY1"/>
                </a:cxn>
                <a:cxn ang="0">
                  <a:pos x="connsiteX2" y="connsiteY2"/>
                </a:cxn>
                <a:cxn ang="0">
                  <a:pos x="connsiteX3" y="connsiteY3"/>
                </a:cxn>
              </a:cxnLst>
              <a:rect l="l" t="t" r="r" b="b"/>
              <a:pathLst>
                <a:path w="116427" h="58213">
                  <a:moveTo>
                    <a:pt x="116428" y="58214"/>
                  </a:moveTo>
                  <a:cubicBezTo>
                    <a:pt x="116428" y="26071"/>
                    <a:pt x="90357" y="0"/>
                    <a:pt x="58214" y="0"/>
                  </a:cubicBezTo>
                  <a:lnTo>
                    <a:pt x="58214" y="0"/>
                  </a:lnTo>
                  <a:cubicBezTo>
                    <a:pt x="26071" y="0"/>
                    <a:pt x="0" y="26071"/>
                    <a:pt x="0" y="58214"/>
                  </a:cubicBezTo>
                </a:path>
              </a:pathLst>
            </a:custGeom>
            <a:noFill/>
            <a:ln w="8472" cap="flat">
              <a:solidFill>
                <a:srgbClr val="17A3A3"/>
              </a:solidFill>
              <a:prstDash val="solid"/>
              <a:miter/>
            </a:ln>
          </p:spPr>
          <p:txBody>
            <a:bodyPr rtlCol="1" anchor="ctr"/>
            <a:lstStyle/>
            <a:p>
              <a:endParaRPr lang="ar-SA"/>
            </a:p>
          </p:txBody>
        </p:sp>
        <p:sp>
          <p:nvSpPr>
            <p:cNvPr id="10524" name="شكل حر: شكل 11772">
              <a:extLst>
                <a:ext uri="{FF2B5EF4-FFF2-40B4-BE49-F238E27FC236}">
                  <a16:creationId xmlns:a16="http://schemas.microsoft.com/office/drawing/2014/main" id="{BCC484CD-17F0-EDD9-E9DE-BD0C8FE264AB}"/>
                </a:ext>
              </a:extLst>
            </p:cNvPr>
            <p:cNvSpPr/>
            <p:nvPr/>
          </p:nvSpPr>
          <p:spPr>
            <a:xfrm>
              <a:off x="7796433" y="5521735"/>
              <a:ext cx="158118" cy="160316"/>
            </a:xfrm>
            <a:custGeom>
              <a:avLst/>
              <a:gdLst>
                <a:gd name="connsiteX0" fmla="*/ 65756 w 158118"/>
                <a:gd name="connsiteY0" fmla="*/ 159389 h 160316"/>
                <a:gd name="connsiteX1" fmla="*/ 134646 w 158118"/>
                <a:gd name="connsiteY1" fmla="*/ 136849 h 160316"/>
                <a:gd name="connsiteX2" fmla="*/ 134646 w 158118"/>
                <a:gd name="connsiteY2" fmla="*/ 23472 h 160316"/>
                <a:gd name="connsiteX3" fmla="*/ 21269 w 158118"/>
                <a:gd name="connsiteY3" fmla="*/ 23472 h 160316"/>
                <a:gd name="connsiteX4" fmla="*/ 0 w 158118"/>
                <a:gd name="connsiteY4" fmla="*/ 61377 h 160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8118" h="160316">
                  <a:moveTo>
                    <a:pt x="65756" y="159389"/>
                  </a:moveTo>
                  <a:cubicBezTo>
                    <a:pt x="90131" y="163118"/>
                    <a:pt x="115891" y="155604"/>
                    <a:pt x="134646" y="136849"/>
                  </a:cubicBezTo>
                  <a:cubicBezTo>
                    <a:pt x="165942" y="105553"/>
                    <a:pt x="165942" y="54796"/>
                    <a:pt x="134646" y="23472"/>
                  </a:cubicBezTo>
                  <a:cubicBezTo>
                    <a:pt x="103350" y="-7824"/>
                    <a:pt x="52593" y="-7824"/>
                    <a:pt x="21269" y="23472"/>
                  </a:cubicBezTo>
                  <a:cubicBezTo>
                    <a:pt x="10422" y="34318"/>
                    <a:pt x="3333" y="47481"/>
                    <a:pt x="0" y="61377"/>
                  </a:cubicBezTo>
                </a:path>
              </a:pathLst>
            </a:custGeom>
            <a:noFill/>
            <a:ln w="8472" cap="flat">
              <a:solidFill>
                <a:srgbClr val="01355A"/>
              </a:solidFill>
              <a:prstDash val="solid"/>
              <a:miter/>
            </a:ln>
          </p:spPr>
          <p:txBody>
            <a:bodyPr rtlCol="1" anchor="ctr"/>
            <a:lstStyle/>
            <a:p>
              <a:endParaRPr lang="ar-SA"/>
            </a:p>
          </p:txBody>
        </p:sp>
        <p:sp>
          <p:nvSpPr>
            <p:cNvPr id="10525" name="شكل حر: شكل 11773">
              <a:extLst>
                <a:ext uri="{FF2B5EF4-FFF2-40B4-BE49-F238E27FC236}">
                  <a16:creationId xmlns:a16="http://schemas.microsoft.com/office/drawing/2014/main" id="{15B45B28-42E2-1097-002B-CA41CFD7CF80}"/>
                </a:ext>
              </a:extLst>
            </p:cNvPr>
            <p:cNvSpPr/>
            <p:nvPr/>
          </p:nvSpPr>
          <p:spPr>
            <a:xfrm>
              <a:off x="7895151" y="5410871"/>
              <a:ext cx="167693" cy="166958"/>
            </a:xfrm>
            <a:custGeom>
              <a:avLst/>
              <a:gdLst>
                <a:gd name="connsiteX0" fmla="*/ 0 w 167693"/>
                <a:gd name="connsiteY0" fmla="*/ 113603 h 166958"/>
                <a:gd name="connsiteX1" fmla="*/ 113603 w 167693"/>
                <a:gd name="connsiteY1" fmla="*/ 0 h 166958"/>
                <a:gd name="connsiteX2" fmla="*/ 148374 w 167693"/>
                <a:gd name="connsiteY2" fmla="*/ 0 h 166958"/>
                <a:gd name="connsiteX3" fmla="*/ 167694 w 167693"/>
                <a:gd name="connsiteY3" fmla="*/ 19320 h 166958"/>
                <a:gd name="connsiteX4" fmla="*/ 167694 w 167693"/>
                <a:gd name="connsiteY4" fmla="*/ 54090 h 166958"/>
                <a:gd name="connsiteX5" fmla="*/ 150237 w 167693"/>
                <a:gd name="connsiteY5" fmla="*/ 71574 h 166958"/>
                <a:gd name="connsiteX6" fmla="*/ 150237 w 167693"/>
                <a:gd name="connsiteY6" fmla="*/ 98435 h 166958"/>
                <a:gd name="connsiteX7" fmla="*/ 123941 w 167693"/>
                <a:gd name="connsiteY7" fmla="*/ 98435 h 166958"/>
                <a:gd name="connsiteX8" fmla="*/ 123941 w 167693"/>
                <a:gd name="connsiteY8" fmla="*/ 125325 h 166958"/>
                <a:gd name="connsiteX9" fmla="*/ 97362 w 167693"/>
                <a:gd name="connsiteY9" fmla="*/ 125043 h 166958"/>
                <a:gd name="connsiteX10" fmla="*/ 97362 w 167693"/>
                <a:gd name="connsiteY10" fmla="*/ 151904 h 166958"/>
                <a:gd name="connsiteX11" fmla="*/ 71038 w 167693"/>
                <a:gd name="connsiteY11" fmla="*/ 151904 h 166958"/>
                <a:gd name="connsiteX12" fmla="*/ 55983 w 167693"/>
                <a:gd name="connsiteY12" fmla="*/ 166959 h 166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693" h="166958">
                  <a:moveTo>
                    <a:pt x="0" y="113603"/>
                  </a:moveTo>
                  <a:lnTo>
                    <a:pt x="113603" y="0"/>
                  </a:lnTo>
                  <a:lnTo>
                    <a:pt x="148374" y="0"/>
                  </a:lnTo>
                  <a:cubicBezTo>
                    <a:pt x="159050" y="0"/>
                    <a:pt x="167694" y="8643"/>
                    <a:pt x="167694" y="19320"/>
                  </a:cubicBezTo>
                  <a:lnTo>
                    <a:pt x="167694" y="54090"/>
                  </a:lnTo>
                  <a:cubicBezTo>
                    <a:pt x="167694" y="54090"/>
                    <a:pt x="150237" y="71574"/>
                    <a:pt x="150237" y="71574"/>
                  </a:cubicBezTo>
                  <a:lnTo>
                    <a:pt x="150237" y="98435"/>
                  </a:lnTo>
                  <a:lnTo>
                    <a:pt x="123941" y="98435"/>
                  </a:lnTo>
                  <a:cubicBezTo>
                    <a:pt x="123941" y="98435"/>
                    <a:pt x="123941" y="125325"/>
                    <a:pt x="123941" y="125325"/>
                  </a:cubicBezTo>
                  <a:lnTo>
                    <a:pt x="97362" y="125043"/>
                  </a:lnTo>
                  <a:lnTo>
                    <a:pt x="97362" y="151904"/>
                  </a:lnTo>
                  <a:cubicBezTo>
                    <a:pt x="97362" y="151904"/>
                    <a:pt x="71038" y="151904"/>
                    <a:pt x="71038" y="151904"/>
                  </a:cubicBezTo>
                  <a:lnTo>
                    <a:pt x="55983" y="166959"/>
                  </a:lnTo>
                </a:path>
              </a:pathLst>
            </a:custGeom>
            <a:noFill/>
            <a:ln w="8472" cap="flat">
              <a:solidFill>
                <a:srgbClr val="01355A"/>
              </a:solidFill>
              <a:prstDash val="solid"/>
              <a:miter/>
            </a:ln>
          </p:spPr>
          <p:txBody>
            <a:bodyPr rtlCol="1" anchor="ctr"/>
            <a:lstStyle/>
            <a:p>
              <a:endParaRPr lang="ar-SA"/>
            </a:p>
          </p:txBody>
        </p:sp>
        <p:sp>
          <p:nvSpPr>
            <p:cNvPr id="10526" name="شكل حر: شكل 11774">
              <a:extLst>
                <a:ext uri="{FF2B5EF4-FFF2-40B4-BE49-F238E27FC236}">
                  <a16:creationId xmlns:a16="http://schemas.microsoft.com/office/drawing/2014/main" id="{093F5621-095C-3B5D-C85F-12FD629352C8}"/>
                </a:ext>
              </a:extLst>
            </p:cNvPr>
            <p:cNvSpPr/>
            <p:nvPr/>
          </p:nvSpPr>
          <p:spPr>
            <a:xfrm>
              <a:off x="7950964" y="5455781"/>
              <a:ext cx="68834" cy="68834"/>
            </a:xfrm>
            <a:custGeom>
              <a:avLst/>
              <a:gdLst>
                <a:gd name="connsiteX0" fmla="*/ 0 w 68834"/>
                <a:gd name="connsiteY0" fmla="*/ 68834 h 68834"/>
                <a:gd name="connsiteX1" fmla="*/ 68834 w 68834"/>
                <a:gd name="connsiteY1" fmla="*/ 0 h 68834"/>
              </a:gdLst>
              <a:ahLst/>
              <a:cxnLst>
                <a:cxn ang="0">
                  <a:pos x="connsiteX0" y="connsiteY0"/>
                </a:cxn>
                <a:cxn ang="0">
                  <a:pos x="connsiteX1" y="connsiteY1"/>
                </a:cxn>
              </a:cxnLst>
              <a:rect l="l" t="t" r="r" b="b"/>
              <a:pathLst>
                <a:path w="68834" h="68834">
                  <a:moveTo>
                    <a:pt x="0" y="68834"/>
                  </a:moveTo>
                  <a:lnTo>
                    <a:pt x="68834" y="0"/>
                  </a:lnTo>
                </a:path>
              </a:pathLst>
            </a:custGeom>
            <a:ln w="8472" cap="flat">
              <a:solidFill>
                <a:srgbClr val="01355A"/>
              </a:solidFill>
              <a:prstDash val="solid"/>
              <a:miter/>
            </a:ln>
          </p:spPr>
          <p:txBody>
            <a:bodyPr rtlCol="1" anchor="ctr"/>
            <a:lstStyle/>
            <a:p>
              <a:endParaRPr lang="ar-SA"/>
            </a:p>
          </p:txBody>
        </p:sp>
        <p:sp>
          <p:nvSpPr>
            <p:cNvPr id="10527" name="شكل حر: شكل 11775">
              <a:extLst>
                <a:ext uri="{FF2B5EF4-FFF2-40B4-BE49-F238E27FC236}">
                  <a16:creationId xmlns:a16="http://schemas.microsoft.com/office/drawing/2014/main" id="{259050C7-A516-C18E-68E7-276AD9FBF40F}"/>
                </a:ext>
              </a:extLst>
            </p:cNvPr>
            <p:cNvSpPr/>
            <p:nvPr/>
          </p:nvSpPr>
          <p:spPr>
            <a:xfrm>
              <a:off x="7846293" y="5573798"/>
              <a:ext cx="56222" cy="56222"/>
            </a:xfrm>
            <a:custGeom>
              <a:avLst/>
              <a:gdLst>
                <a:gd name="connsiteX0" fmla="*/ 47982 w 56222"/>
                <a:gd name="connsiteY0" fmla="*/ 47982 h 56222"/>
                <a:gd name="connsiteX1" fmla="*/ 47982 w 56222"/>
                <a:gd name="connsiteY1" fmla="*/ 8241 h 56222"/>
                <a:gd name="connsiteX2" fmla="*/ 8241 w 56222"/>
                <a:gd name="connsiteY2" fmla="*/ 8241 h 56222"/>
                <a:gd name="connsiteX3" fmla="*/ 8241 w 56222"/>
                <a:gd name="connsiteY3" fmla="*/ 47982 h 56222"/>
                <a:gd name="connsiteX4" fmla="*/ 47982 w 56222"/>
                <a:gd name="connsiteY4" fmla="*/ 47982 h 562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222" h="56222">
                  <a:moveTo>
                    <a:pt x="47982" y="47982"/>
                  </a:moveTo>
                  <a:cubicBezTo>
                    <a:pt x="58970" y="36994"/>
                    <a:pt x="58970" y="19200"/>
                    <a:pt x="47982" y="8241"/>
                  </a:cubicBezTo>
                  <a:cubicBezTo>
                    <a:pt x="36995" y="-2747"/>
                    <a:pt x="19200" y="-2747"/>
                    <a:pt x="8241" y="8241"/>
                  </a:cubicBezTo>
                  <a:cubicBezTo>
                    <a:pt x="-2747" y="19228"/>
                    <a:pt x="-2747" y="37023"/>
                    <a:pt x="8241" y="47982"/>
                  </a:cubicBezTo>
                  <a:cubicBezTo>
                    <a:pt x="19228" y="58969"/>
                    <a:pt x="37023" y="58969"/>
                    <a:pt x="47982" y="47982"/>
                  </a:cubicBezTo>
                  <a:close/>
                </a:path>
              </a:pathLst>
            </a:custGeom>
            <a:noFill/>
            <a:ln w="8472" cap="flat">
              <a:solidFill>
                <a:srgbClr val="01355A"/>
              </a:solidFill>
              <a:prstDash val="solid"/>
              <a:miter/>
            </a:ln>
          </p:spPr>
          <p:txBody>
            <a:bodyPr rtlCol="1" anchor="ctr"/>
            <a:lstStyle/>
            <a:p>
              <a:endParaRPr lang="ar-SA"/>
            </a:p>
          </p:txBody>
        </p:sp>
        <p:sp>
          <p:nvSpPr>
            <p:cNvPr id="10528" name="شكل حر: شكل 11776">
              <a:extLst>
                <a:ext uri="{FF2B5EF4-FFF2-40B4-BE49-F238E27FC236}">
                  <a16:creationId xmlns:a16="http://schemas.microsoft.com/office/drawing/2014/main" id="{2FAE62CC-BF12-ABDB-6748-5B4763682F35}"/>
                </a:ext>
              </a:extLst>
            </p:cNvPr>
            <p:cNvSpPr/>
            <p:nvPr/>
          </p:nvSpPr>
          <p:spPr>
            <a:xfrm>
              <a:off x="7784146" y="5621780"/>
              <a:ext cx="20958" cy="31860"/>
            </a:xfrm>
            <a:custGeom>
              <a:avLst/>
              <a:gdLst>
                <a:gd name="connsiteX0" fmla="*/ 20959 w 20958"/>
                <a:gd name="connsiteY0" fmla="*/ 31861 h 31860"/>
                <a:gd name="connsiteX1" fmla="*/ 0 w 20958"/>
                <a:gd name="connsiteY1" fmla="*/ 0 h 31860"/>
              </a:gdLst>
              <a:ahLst/>
              <a:cxnLst>
                <a:cxn ang="0">
                  <a:pos x="connsiteX0" y="connsiteY0"/>
                </a:cxn>
                <a:cxn ang="0">
                  <a:pos x="connsiteX1" y="connsiteY1"/>
                </a:cxn>
              </a:cxnLst>
              <a:rect l="l" t="t" r="r" b="b"/>
              <a:pathLst>
                <a:path w="20958" h="31860">
                  <a:moveTo>
                    <a:pt x="20959" y="31861"/>
                  </a:moveTo>
                  <a:cubicBezTo>
                    <a:pt x="20959" y="31861"/>
                    <a:pt x="19546" y="9660"/>
                    <a:pt x="0" y="0"/>
                  </a:cubicBezTo>
                </a:path>
              </a:pathLst>
            </a:custGeom>
            <a:noFill/>
            <a:ln w="8472" cap="flat">
              <a:solidFill>
                <a:srgbClr val="01355A"/>
              </a:solidFill>
              <a:prstDash val="solid"/>
              <a:miter/>
            </a:ln>
          </p:spPr>
          <p:txBody>
            <a:bodyPr rtlCol="1" anchor="ctr"/>
            <a:lstStyle/>
            <a:p>
              <a:endParaRPr lang="ar-SA"/>
            </a:p>
          </p:txBody>
        </p:sp>
      </p:grpSp>
      <p:grpSp>
        <p:nvGrpSpPr>
          <p:cNvPr id="10529" name="رسم 8014">
            <a:extLst>
              <a:ext uri="{FF2B5EF4-FFF2-40B4-BE49-F238E27FC236}">
                <a16:creationId xmlns:a16="http://schemas.microsoft.com/office/drawing/2014/main" id="{CC57AC9D-1C6B-69CC-D054-500F55E0A256}"/>
              </a:ext>
            </a:extLst>
          </p:cNvPr>
          <p:cNvGrpSpPr/>
          <p:nvPr/>
        </p:nvGrpSpPr>
        <p:grpSpPr>
          <a:xfrm>
            <a:off x="9892223" y="5741911"/>
            <a:ext cx="308944" cy="246739"/>
            <a:chOff x="8221669" y="5986005"/>
            <a:chExt cx="369281" cy="313044"/>
          </a:xfrm>
          <a:noFill/>
        </p:grpSpPr>
        <p:sp>
          <p:nvSpPr>
            <p:cNvPr id="10530" name="شكل حر: شكل 11778">
              <a:extLst>
                <a:ext uri="{FF2B5EF4-FFF2-40B4-BE49-F238E27FC236}">
                  <a16:creationId xmlns:a16="http://schemas.microsoft.com/office/drawing/2014/main" id="{467B70BD-A380-E8F2-FA17-BB9F00256BE2}"/>
                </a:ext>
              </a:extLst>
            </p:cNvPr>
            <p:cNvSpPr/>
            <p:nvPr/>
          </p:nvSpPr>
          <p:spPr>
            <a:xfrm>
              <a:off x="8221669" y="5986005"/>
              <a:ext cx="270535" cy="313044"/>
            </a:xfrm>
            <a:custGeom>
              <a:avLst/>
              <a:gdLst>
                <a:gd name="connsiteX0" fmla="*/ 270535 w 270535"/>
                <a:gd name="connsiteY0" fmla="*/ 0 h 313044"/>
                <a:gd name="connsiteX1" fmla="*/ 230907 w 270535"/>
                <a:gd name="connsiteY1" fmla="*/ 39628 h 313044"/>
                <a:gd name="connsiteX2" fmla="*/ 230907 w 270535"/>
                <a:gd name="connsiteY2" fmla="*/ 313045 h 313044"/>
                <a:gd name="connsiteX3" fmla="*/ 0 w 270535"/>
                <a:gd name="connsiteY3" fmla="*/ 313045 h 313044"/>
                <a:gd name="connsiteX4" fmla="*/ 0 w 270535"/>
                <a:gd name="connsiteY4" fmla="*/ 39628 h 313044"/>
                <a:gd name="connsiteX5" fmla="*/ 39628 w 270535"/>
                <a:gd name="connsiteY5" fmla="*/ 0 h 313044"/>
                <a:gd name="connsiteX6" fmla="*/ 115609 w 270535"/>
                <a:gd name="connsiteY6" fmla="*/ 0 h 313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0535" h="313044">
                  <a:moveTo>
                    <a:pt x="270535" y="0"/>
                  </a:moveTo>
                  <a:cubicBezTo>
                    <a:pt x="248645" y="0"/>
                    <a:pt x="230907" y="17738"/>
                    <a:pt x="230907" y="39628"/>
                  </a:cubicBezTo>
                  <a:lnTo>
                    <a:pt x="230907" y="313045"/>
                  </a:lnTo>
                  <a:lnTo>
                    <a:pt x="0" y="313045"/>
                  </a:lnTo>
                  <a:lnTo>
                    <a:pt x="0" y="39628"/>
                  </a:lnTo>
                  <a:cubicBezTo>
                    <a:pt x="0" y="17738"/>
                    <a:pt x="17738" y="0"/>
                    <a:pt x="39628" y="0"/>
                  </a:cubicBezTo>
                  <a:lnTo>
                    <a:pt x="115609" y="0"/>
                  </a:lnTo>
                </a:path>
              </a:pathLst>
            </a:custGeom>
            <a:noFill/>
            <a:ln w="8472" cap="flat">
              <a:solidFill>
                <a:srgbClr val="01355A"/>
              </a:solidFill>
              <a:prstDash val="solid"/>
              <a:miter/>
            </a:ln>
          </p:spPr>
          <p:txBody>
            <a:bodyPr rtlCol="1" anchor="ctr"/>
            <a:lstStyle/>
            <a:p>
              <a:endParaRPr lang="ar-SA"/>
            </a:p>
          </p:txBody>
        </p:sp>
        <p:sp>
          <p:nvSpPr>
            <p:cNvPr id="10531" name="شكل حر: شكل 11779">
              <a:extLst>
                <a:ext uri="{FF2B5EF4-FFF2-40B4-BE49-F238E27FC236}">
                  <a16:creationId xmlns:a16="http://schemas.microsoft.com/office/drawing/2014/main" id="{C3D999B2-65FE-792D-423A-78AF58B081DD}"/>
                </a:ext>
              </a:extLst>
            </p:cNvPr>
            <p:cNvSpPr/>
            <p:nvPr/>
          </p:nvSpPr>
          <p:spPr>
            <a:xfrm rot="-10800000">
              <a:off x="8496864" y="6160393"/>
              <a:ext cx="94085" cy="138628"/>
            </a:xfrm>
            <a:custGeom>
              <a:avLst/>
              <a:gdLst>
                <a:gd name="connsiteX0" fmla="*/ 52593 w 94085"/>
                <a:gd name="connsiteY0" fmla="*/ 0 h 138628"/>
                <a:gd name="connsiteX1" fmla="*/ 94085 w 94085"/>
                <a:gd name="connsiteY1" fmla="*/ 41493 h 138628"/>
                <a:gd name="connsiteX2" fmla="*/ 94085 w 94085"/>
                <a:gd name="connsiteY2" fmla="*/ 97136 h 138628"/>
                <a:gd name="connsiteX3" fmla="*/ 52593 w 94085"/>
                <a:gd name="connsiteY3" fmla="*/ 138628 h 138628"/>
                <a:gd name="connsiteX4" fmla="*/ 41492 w 94085"/>
                <a:gd name="connsiteY4" fmla="*/ 138628 h 138628"/>
                <a:gd name="connsiteX5" fmla="*/ 0 w 94085"/>
                <a:gd name="connsiteY5" fmla="*/ 97136 h 138628"/>
                <a:gd name="connsiteX6" fmla="*/ 0 w 94085"/>
                <a:gd name="connsiteY6" fmla="*/ 41493 h 138628"/>
                <a:gd name="connsiteX7" fmla="*/ 41492 w 94085"/>
                <a:gd name="connsiteY7" fmla="*/ 0 h 138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4085" h="138628">
                  <a:moveTo>
                    <a:pt x="52593" y="0"/>
                  </a:moveTo>
                  <a:cubicBezTo>
                    <a:pt x="75508" y="0"/>
                    <a:pt x="94085" y="18577"/>
                    <a:pt x="94085" y="41493"/>
                  </a:cubicBezTo>
                  <a:lnTo>
                    <a:pt x="94085" y="97136"/>
                  </a:lnTo>
                  <a:cubicBezTo>
                    <a:pt x="94085" y="120052"/>
                    <a:pt x="75508" y="138628"/>
                    <a:pt x="52593" y="138628"/>
                  </a:cubicBezTo>
                  <a:lnTo>
                    <a:pt x="41492" y="138628"/>
                  </a:lnTo>
                  <a:cubicBezTo>
                    <a:pt x="18577" y="138628"/>
                    <a:pt x="0" y="120052"/>
                    <a:pt x="0" y="97136"/>
                  </a:cubicBezTo>
                  <a:lnTo>
                    <a:pt x="0" y="41493"/>
                  </a:lnTo>
                  <a:cubicBezTo>
                    <a:pt x="0" y="18577"/>
                    <a:pt x="18577" y="0"/>
                    <a:pt x="41492" y="0"/>
                  </a:cubicBezTo>
                  <a:close/>
                </a:path>
              </a:pathLst>
            </a:custGeom>
            <a:noFill/>
            <a:ln w="8472" cap="flat">
              <a:solidFill>
                <a:srgbClr val="01355A"/>
              </a:solidFill>
              <a:prstDash val="solid"/>
              <a:miter/>
            </a:ln>
          </p:spPr>
          <p:txBody>
            <a:bodyPr rtlCol="1" anchor="ctr"/>
            <a:lstStyle/>
            <a:p>
              <a:endParaRPr lang="ar-SA"/>
            </a:p>
          </p:txBody>
        </p:sp>
        <p:sp>
          <p:nvSpPr>
            <p:cNvPr id="10532" name="شكل حر: شكل 11780">
              <a:extLst>
                <a:ext uri="{FF2B5EF4-FFF2-40B4-BE49-F238E27FC236}">
                  <a16:creationId xmlns:a16="http://schemas.microsoft.com/office/drawing/2014/main" id="{D9CAEBAE-AED0-B727-8849-06306D71C447}"/>
                </a:ext>
              </a:extLst>
            </p:cNvPr>
            <p:cNvSpPr/>
            <p:nvPr/>
          </p:nvSpPr>
          <p:spPr>
            <a:xfrm>
              <a:off x="8492204" y="5986034"/>
              <a:ext cx="51716" cy="174387"/>
            </a:xfrm>
            <a:custGeom>
              <a:avLst/>
              <a:gdLst>
                <a:gd name="connsiteX0" fmla="*/ 51717 w 51716"/>
                <a:gd name="connsiteY0" fmla="*/ 174388 h 174387"/>
                <a:gd name="connsiteX1" fmla="*/ 51717 w 51716"/>
                <a:gd name="connsiteY1" fmla="*/ 50023 h 174387"/>
                <a:gd name="connsiteX2" fmla="*/ 5027 w 51716"/>
                <a:gd name="connsiteY2" fmla="*/ 0 h 174387"/>
                <a:gd name="connsiteX3" fmla="*/ 0 w 51716"/>
                <a:gd name="connsiteY3" fmla="*/ 0 h 174387"/>
              </a:gdLst>
              <a:ahLst/>
              <a:cxnLst>
                <a:cxn ang="0">
                  <a:pos x="connsiteX0" y="connsiteY0"/>
                </a:cxn>
                <a:cxn ang="0">
                  <a:pos x="connsiteX1" y="connsiteY1"/>
                </a:cxn>
                <a:cxn ang="0">
                  <a:pos x="connsiteX2" y="connsiteY2"/>
                </a:cxn>
                <a:cxn ang="0">
                  <a:pos x="connsiteX3" y="connsiteY3"/>
                </a:cxn>
              </a:cxnLst>
              <a:rect l="l" t="t" r="r" b="b"/>
              <a:pathLst>
                <a:path w="51716" h="174387">
                  <a:moveTo>
                    <a:pt x="51717" y="174388"/>
                  </a:moveTo>
                  <a:lnTo>
                    <a:pt x="51717" y="50023"/>
                  </a:lnTo>
                  <a:cubicBezTo>
                    <a:pt x="51717" y="22398"/>
                    <a:pt x="32680" y="0"/>
                    <a:pt x="5027" y="0"/>
                  </a:cubicBezTo>
                  <a:lnTo>
                    <a:pt x="0" y="0"/>
                  </a:lnTo>
                </a:path>
              </a:pathLst>
            </a:custGeom>
            <a:noFill/>
            <a:ln w="8472" cap="flat">
              <a:solidFill>
                <a:srgbClr val="01355A"/>
              </a:solidFill>
              <a:prstDash val="solid"/>
              <a:miter/>
            </a:ln>
          </p:spPr>
          <p:txBody>
            <a:bodyPr rtlCol="1" anchor="ctr"/>
            <a:lstStyle/>
            <a:p>
              <a:endParaRPr lang="ar-SA"/>
            </a:p>
          </p:txBody>
        </p:sp>
        <p:grpSp>
          <p:nvGrpSpPr>
            <p:cNvPr id="10533" name="رسم 8014">
              <a:extLst>
                <a:ext uri="{FF2B5EF4-FFF2-40B4-BE49-F238E27FC236}">
                  <a16:creationId xmlns:a16="http://schemas.microsoft.com/office/drawing/2014/main" id="{3413B6BF-3509-3506-D1DE-051D5F95A2CC}"/>
                </a:ext>
              </a:extLst>
            </p:cNvPr>
            <p:cNvGrpSpPr/>
            <p:nvPr/>
          </p:nvGrpSpPr>
          <p:grpSpPr>
            <a:xfrm>
              <a:off x="8532397" y="6160421"/>
              <a:ext cx="23048" cy="49824"/>
              <a:chOff x="8532397" y="6160421"/>
              <a:chExt cx="23048" cy="49824"/>
            </a:xfrm>
            <a:noFill/>
          </p:grpSpPr>
          <p:sp>
            <p:nvSpPr>
              <p:cNvPr id="10538" name="شكل حر: شكل 11782">
                <a:extLst>
                  <a:ext uri="{FF2B5EF4-FFF2-40B4-BE49-F238E27FC236}">
                    <a16:creationId xmlns:a16="http://schemas.microsoft.com/office/drawing/2014/main" id="{E1D5570B-38CF-02CF-47B1-2F23CF477673}"/>
                  </a:ext>
                </a:extLst>
              </p:cNvPr>
              <p:cNvSpPr/>
              <p:nvPr/>
            </p:nvSpPr>
            <p:spPr>
              <a:xfrm>
                <a:off x="8543921" y="6160421"/>
                <a:ext cx="2824" cy="26776"/>
              </a:xfrm>
              <a:custGeom>
                <a:avLst/>
                <a:gdLst>
                  <a:gd name="connsiteX0" fmla="*/ 0 w 2824"/>
                  <a:gd name="connsiteY0" fmla="*/ 26777 h 26776"/>
                  <a:gd name="connsiteX1" fmla="*/ 0 w 2824"/>
                  <a:gd name="connsiteY1" fmla="*/ 0 h 26776"/>
                </a:gdLst>
                <a:ahLst/>
                <a:cxnLst>
                  <a:cxn ang="0">
                    <a:pos x="connsiteX0" y="connsiteY0"/>
                  </a:cxn>
                  <a:cxn ang="0">
                    <a:pos x="connsiteX1" y="connsiteY1"/>
                  </a:cxn>
                </a:cxnLst>
                <a:rect l="l" t="t" r="r" b="b"/>
                <a:pathLst>
                  <a:path w="2824" h="26776">
                    <a:moveTo>
                      <a:pt x="0" y="26777"/>
                    </a:moveTo>
                    <a:lnTo>
                      <a:pt x="0" y="0"/>
                    </a:lnTo>
                  </a:path>
                </a:pathLst>
              </a:custGeom>
              <a:ln w="8472" cap="flat">
                <a:solidFill>
                  <a:srgbClr val="01355A"/>
                </a:solidFill>
                <a:prstDash val="solid"/>
                <a:miter/>
              </a:ln>
            </p:spPr>
            <p:txBody>
              <a:bodyPr rtlCol="1" anchor="ctr"/>
              <a:lstStyle/>
              <a:p>
                <a:endParaRPr lang="ar-SA"/>
              </a:p>
            </p:txBody>
          </p:sp>
          <p:sp>
            <p:nvSpPr>
              <p:cNvPr id="10539" name="شكل حر: شكل 11783">
                <a:extLst>
                  <a:ext uri="{FF2B5EF4-FFF2-40B4-BE49-F238E27FC236}">
                    <a16:creationId xmlns:a16="http://schemas.microsoft.com/office/drawing/2014/main" id="{671957A9-8A76-C147-D824-B5E731DC29C6}"/>
                  </a:ext>
                </a:extLst>
              </p:cNvPr>
              <p:cNvSpPr/>
              <p:nvPr/>
            </p:nvSpPr>
            <p:spPr>
              <a:xfrm>
                <a:off x="8532397" y="6187198"/>
                <a:ext cx="23048" cy="23048"/>
              </a:xfrm>
              <a:custGeom>
                <a:avLst/>
                <a:gdLst>
                  <a:gd name="connsiteX0" fmla="*/ 23048 w 23048"/>
                  <a:gd name="connsiteY0" fmla="*/ 11524 h 23048"/>
                  <a:gd name="connsiteX1" fmla="*/ 11524 w 23048"/>
                  <a:gd name="connsiteY1" fmla="*/ 23048 h 23048"/>
                  <a:gd name="connsiteX2" fmla="*/ 0 w 23048"/>
                  <a:gd name="connsiteY2" fmla="*/ 11524 h 23048"/>
                  <a:gd name="connsiteX3" fmla="*/ 11524 w 23048"/>
                  <a:gd name="connsiteY3" fmla="*/ 0 h 23048"/>
                  <a:gd name="connsiteX4" fmla="*/ 23048 w 23048"/>
                  <a:gd name="connsiteY4" fmla="*/ 11524 h 230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48" h="23048">
                    <a:moveTo>
                      <a:pt x="23048" y="11524"/>
                    </a:moveTo>
                    <a:cubicBezTo>
                      <a:pt x="23048" y="17908"/>
                      <a:pt x="17879" y="23048"/>
                      <a:pt x="11524" y="23048"/>
                    </a:cubicBezTo>
                    <a:cubicBezTo>
                      <a:pt x="5168" y="23048"/>
                      <a:pt x="0" y="17880"/>
                      <a:pt x="0" y="11524"/>
                    </a:cubicBezTo>
                    <a:cubicBezTo>
                      <a:pt x="0" y="5169"/>
                      <a:pt x="5168" y="0"/>
                      <a:pt x="11524" y="0"/>
                    </a:cubicBezTo>
                    <a:cubicBezTo>
                      <a:pt x="17879" y="0"/>
                      <a:pt x="23048" y="5169"/>
                      <a:pt x="23048" y="11524"/>
                    </a:cubicBezTo>
                    <a:close/>
                  </a:path>
                </a:pathLst>
              </a:custGeom>
              <a:noFill/>
              <a:ln w="8472" cap="flat">
                <a:solidFill>
                  <a:srgbClr val="01355A"/>
                </a:solidFill>
                <a:prstDash val="solid"/>
                <a:miter/>
              </a:ln>
            </p:spPr>
            <p:txBody>
              <a:bodyPr rtlCol="1" anchor="ctr"/>
              <a:lstStyle/>
              <a:p>
                <a:endParaRPr lang="ar-SA"/>
              </a:p>
            </p:txBody>
          </p:sp>
        </p:grpSp>
        <p:sp>
          <p:nvSpPr>
            <p:cNvPr id="10534" name="شكل حر: شكل 11784">
              <a:extLst>
                <a:ext uri="{FF2B5EF4-FFF2-40B4-BE49-F238E27FC236}">
                  <a16:creationId xmlns:a16="http://schemas.microsoft.com/office/drawing/2014/main" id="{5523ED75-FEA6-1AC9-C4D3-645355F62A17}"/>
                </a:ext>
              </a:extLst>
            </p:cNvPr>
            <p:cNvSpPr/>
            <p:nvPr/>
          </p:nvSpPr>
          <p:spPr>
            <a:xfrm>
              <a:off x="8381623" y="5986005"/>
              <a:ext cx="51491" cy="2824"/>
            </a:xfrm>
            <a:custGeom>
              <a:avLst/>
              <a:gdLst>
                <a:gd name="connsiteX0" fmla="*/ 0 w 51491"/>
                <a:gd name="connsiteY0" fmla="*/ 0 h 2824"/>
                <a:gd name="connsiteX1" fmla="*/ 51491 w 51491"/>
                <a:gd name="connsiteY1" fmla="*/ 0 h 2824"/>
              </a:gdLst>
              <a:ahLst/>
              <a:cxnLst>
                <a:cxn ang="0">
                  <a:pos x="connsiteX0" y="connsiteY0"/>
                </a:cxn>
                <a:cxn ang="0">
                  <a:pos x="connsiteX1" y="connsiteY1"/>
                </a:cxn>
              </a:cxnLst>
              <a:rect l="l" t="t" r="r" b="b"/>
              <a:pathLst>
                <a:path w="51491" h="2824">
                  <a:moveTo>
                    <a:pt x="0" y="0"/>
                  </a:moveTo>
                  <a:lnTo>
                    <a:pt x="51491" y="0"/>
                  </a:lnTo>
                </a:path>
              </a:pathLst>
            </a:custGeom>
            <a:ln w="8472" cap="flat">
              <a:solidFill>
                <a:srgbClr val="01355A"/>
              </a:solidFill>
              <a:prstDash val="solid"/>
              <a:miter/>
            </a:ln>
          </p:spPr>
          <p:txBody>
            <a:bodyPr rtlCol="1" anchor="ctr"/>
            <a:lstStyle/>
            <a:p>
              <a:endParaRPr lang="ar-SA"/>
            </a:p>
          </p:txBody>
        </p:sp>
        <p:sp>
          <p:nvSpPr>
            <p:cNvPr id="10535" name="شكل حر: شكل 11785">
              <a:extLst>
                <a:ext uri="{FF2B5EF4-FFF2-40B4-BE49-F238E27FC236}">
                  <a16:creationId xmlns:a16="http://schemas.microsoft.com/office/drawing/2014/main" id="{E6B4BF8A-C1AD-A0BF-D3C0-0665D39A8F82}"/>
                </a:ext>
              </a:extLst>
            </p:cNvPr>
            <p:cNvSpPr/>
            <p:nvPr/>
          </p:nvSpPr>
          <p:spPr>
            <a:xfrm>
              <a:off x="8307874" y="6155111"/>
              <a:ext cx="65444" cy="47254"/>
            </a:xfrm>
            <a:custGeom>
              <a:avLst/>
              <a:gdLst>
                <a:gd name="connsiteX0" fmla="*/ 0 w 65444"/>
                <a:gd name="connsiteY0" fmla="*/ 23359 h 47254"/>
                <a:gd name="connsiteX1" fmla="*/ 26805 w 65444"/>
                <a:gd name="connsiteY1" fmla="*/ 47255 h 47254"/>
                <a:gd name="connsiteX2" fmla="*/ 65445 w 65444"/>
                <a:gd name="connsiteY2" fmla="*/ 0 h 47254"/>
              </a:gdLst>
              <a:ahLst/>
              <a:cxnLst>
                <a:cxn ang="0">
                  <a:pos x="connsiteX0" y="connsiteY0"/>
                </a:cxn>
                <a:cxn ang="0">
                  <a:pos x="connsiteX1" y="connsiteY1"/>
                </a:cxn>
                <a:cxn ang="0">
                  <a:pos x="connsiteX2" y="connsiteY2"/>
                </a:cxn>
              </a:cxnLst>
              <a:rect l="l" t="t" r="r" b="b"/>
              <a:pathLst>
                <a:path w="65444" h="47254">
                  <a:moveTo>
                    <a:pt x="0" y="23359"/>
                  </a:moveTo>
                  <a:lnTo>
                    <a:pt x="26805" y="47255"/>
                  </a:lnTo>
                  <a:lnTo>
                    <a:pt x="65445" y="0"/>
                  </a:lnTo>
                </a:path>
              </a:pathLst>
            </a:custGeom>
            <a:noFill/>
            <a:ln w="8472" cap="flat">
              <a:solidFill>
                <a:srgbClr val="17A3A3"/>
              </a:solidFill>
              <a:prstDash val="solid"/>
              <a:miter/>
            </a:ln>
          </p:spPr>
          <p:txBody>
            <a:bodyPr rtlCol="1" anchor="ctr"/>
            <a:lstStyle/>
            <a:p>
              <a:endParaRPr lang="ar-SA"/>
            </a:p>
          </p:txBody>
        </p:sp>
        <p:sp>
          <p:nvSpPr>
            <p:cNvPr id="10536" name="شكل حر: شكل 11786">
              <a:extLst>
                <a:ext uri="{FF2B5EF4-FFF2-40B4-BE49-F238E27FC236}">
                  <a16:creationId xmlns:a16="http://schemas.microsoft.com/office/drawing/2014/main" id="{431A8DB3-7AEC-9073-849E-16A6BDAAA1B7}"/>
                </a:ext>
              </a:extLst>
            </p:cNvPr>
            <p:cNvSpPr/>
            <p:nvPr/>
          </p:nvSpPr>
          <p:spPr>
            <a:xfrm>
              <a:off x="8266410" y="6129690"/>
              <a:ext cx="140973" cy="99650"/>
            </a:xfrm>
            <a:custGeom>
              <a:avLst/>
              <a:gdLst>
                <a:gd name="connsiteX0" fmla="*/ 0 w 140973"/>
                <a:gd name="connsiteY0" fmla="*/ 0 h 99650"/>
                <a:gd name="connsiteX1" fmla="*/ 140973 w 140973"/>
                <a:gd name="connsiteY1" fmla="*/ 0 h 99650"/>
                <a:gd name="connsiteX2" fmla="*/ 140973 w 140973"/>
                <a:gd name="connsiteY2" fmla="*/ 99650 h 99650"/>
                <a:gd name="connsiteX3" fmla="*/ 0 w 140973"/>
                <a:gd name="connsiteY3" fmla="*/ 99650 h 99650"/>
              </a:gdLst>
              <a:ahLst/>
              <a:cxnLst>
                <a:cxn ang="0">
                  <a:pos x="connsiteX0" y="connsiteY0"/>
                </a:cxn>
                <a:cxn ang="0">
                  <a:pos x="connsiteX1" y="connsiteY1"/>
                </a:cxn>
                <a:cxn ang="0">
                  <a:pos x="connsiteX2" y="connsiteY2"/>
                </a:cxn>
                <a:cxn ang="0">
                  <a:pos x="connsiteX3" y="connsiteY3"/>
                </a:cxn>
              </a:cxnLst>
              <a:rect l="l" t="t" r="r" b="b"/>
              <a:pathLst>
                <a:path w="140973" h="99650">
                  <a:moveTo>
                    <a:pt x="0" y="0"/>
                  </a:moveTo>
                  <a:lnTo>
                    <a:pt x="140973" y="0"/>
                  </a:lnTo>
                  <a:lnTo>
                    <a:pt x="140973" y="99650"/>
                  </a:lnTo>
                  <a:lnTo>
                    <a:pt x="0" y="99650"/>
                  </a:lnTo>
                  <a:close/>
                </a:path>
              </a:pathLst>
            </a:custGeom>
            <a:noFill/>
            <a:ln w="8472" cap="flat">
              <a:solidFill>
                <a:srgbClr val="17A3A3"/>
              </a:solidFill>
              <a:prstDash val="solid"/>
              <a:miter/>
            </a:ln>
          </p:spPr>
          <p:txBody>
            <a:bodyPr rtlCol="1" anchor="ctr"/>
            <a:lstStyle/>
            <a:p>
              <a:endParaRPr lang="ar-SA"/>
            </a:p>
          </p:txBody>
        </p:sp>
        <p:sp>
          <p:nvSpPr>
            <p:cNvPr id="10537" name="شكل حر: شكل 11787">
              <a:extLst>
                <a:ext uri="{FF2B5EF4-FFF2-40B4-BE49-F238E27FC236}">
                  <a16:creationId xmlns:a16="http://schemas.microsoft.com/office/drawing/2014/main" id="{C88F8AA6-082F-6A1D-F1EF-43A43FB9DA58}"/>
                </a:ext>
              </a:extLst>
            </p:cNvPr>
            <p:cNvSpPr/>
            <p:nvPr/>
          </p:nvSpPr>
          <p:spPr>
            <a:xfrm>
              <a:off x="8282029" y="6060037"/>
              <a:ext cx="109705" cy="54852"/>
            </a:xfrm>
            <a:custGeom>
              <a:avLst/>
              <a:gdLst>
                <a:gd name="connsiteX0" fmla="*/ 109706 w 109705"/>
                <a:gd name="connsiteY0" fmla="*/ 54852 h 54852"/>
                <a:gd name="connsiteX1" fmla="*/ 54853 w 109705"/>
                <a:gd name="connsiteY1" fmla="*/ 0 h 54852"/>
                <a:gd name="connsiteX2" fmla="*/ 54853 w 109705"/>
                <a:gd name="connsiteY2" fmla="*/ 0 h 54852"/>
                <a:gd name="connsiteX3" fmla="*/ 0 w 109705"/>
                <a:gd name="connsiteY3" fmla="*/ 54852 h 54852"/>
              </a:gdLst>
              <a:ahLst/>
              <a:cxnLst>
                <a:cxn ang="0">
                  <a:pos x="connsiteX0" y="connsiteY0"/>
                </a:cxn>
                <a:cxn ang="0">
                  <a:pos x="connsiteX1" y="connsiteY1"/>
                </a:cxn>
                <a:cxn ang="0">
                  <a:pos x="connsiteX2" y="connsiteY2"/>
                </a:cxn>
                <a:cxn ang="0">
                  <a:pos x="connsiteX3" y="connsiteY3"/>
                </a:cxn>
              </a:cxnLst>
              <a:rect l="l" t="t" r="r" b="b"/>
              <a:pathLst>
                <a:path w="109705" h="54852">
                  <a:moveTo>
                    <a:pt x="109706" y="54852"/>
                  </a:moveTo>
                  <a:cubicBezTo>
                    <a:pt x="109706" y="24545"/>
                    <a:pt x="85132" y="0"/>
                    <a:pt x="54853" y="0"/>
                  </a:cubicBezTo>
                  <a:lnTo>
                    <a:pt x="54853" y="0"/>
                  </a:lnTo>
                  <a:cubicBezTo>
                    <a:pt x="24545" y="0"/>
                    <a:pt x="0" y="24573"/>
                    <a:pt x="0" y="54852"/>
                  </a:cubicBezTo>
                </a:path>
              </a:pathLst>
            </a:custGeom>
            <a:noFill/>
            <a:ln w="8472" cap="flat">
              <a:solidFill>
                <a:srgbClr val="17A3A3"/>
              </a:solidFill>
              <a:prstDash val="solid"/>
              <a:miter/>
            </a:ln>
          </p:spPr>
          <p:txBody>
            <a:bodyPr rtlCol="1" anchor="ctr"/>
            <a:lstStyle/>
            <a:p>
              <a:endParaRPr lang="ar-SA"/>
            </a:p>
          </p:txBody>
        </p:sp>
      </p:grpSp>
      <p:grpSp>
        <p:nvGrpSpPr>
          <p:cNvPr id="10540" name="رسم 8014">
            <a:extLst>
              <a:ext uri="{FF2B5EF4-FFF2-40B4-BE49-F238E27FC236}">
                <a16:creationId xmlns:a16="http://schemas.microsoft.com/office/drawing/2014/main" id="{EAEAE265-1FE3-03FC-0F36-6B64E1718E54}"/>
              </a:ext>
            </a:extLst>
          </p:cNvPr>
          <p:cNvGrpSpPr/>
          <p:nvPr/>
        </p:nvGrpSpPr>
        <p:grpSpPr>
          <a:xfrm>
            <a:off x="7214167" y="5291243"/>
            <a:ext cx="288953" cy="272230"/>
            <a:chOff x="7704522" y="4897764"/>
            <a:chExt cx="345385" cy="345385"/>
          </a:xfrm>
          <a:noFill/>
        </p:grpSpPr>
        <p:sp>
          <p:nvSpPr>
            <p:cNvPr id="10541" name="شكل حر: شكل 11789">
              <a:extLst>
                <a:ext uri="{FF2B5EF4-FFF2-40B4-BE49-F238E27FC236}">
                  <a16:creationId xmlns:a16="http://schemas.microsoft.com/office/drawing/2014/main" id="{6E8FA0E5-257C-94B5-8400-4C4B2A48E819}"/>
                </a:ext>
              </a:extLst>
            </p:cNvPr>
            <p:cNvSpPr/>
            <p:nvPr/>
          </p:nvSpPr>
          <p:spPr>
            <a:xfrm>
              <a:off x="7704522" y="4897764"/>
              <a:ext cx="345385" cy="345385"/>
            </a:xfrm>
            <a:custGeom>
              <a:avLst/>
              <a:gdLst>
                <a:gd name="connsiteX0" fmla="*/ 345386 w 345385"/>
                <a:gd name="connsiteY0" fmla="*/ 172693 h 345385"/>
                <a:gd name="connsiteX1" fmla="*/ 172693 w 345385"/>
                <a:gd name="connsiteY1" fmla="*/ 345386 h 345385"/>
                <a:gd name="connsiteX2" fmla="*/ 1 w 345385"/>
                <a:gd name="connsiteY2" fmla="*/ 172693 h 345385"/>
                <a:gd name="connsiteX3" fmla="*/ 172693 w 345385"/>
                <a:gd name="connsiteY3" fmla="*/ 0 h 345385"/>
                <a:gd name="connsiteX4" fmla="*/ 345386 w 345385"/>
                <a:gd name="connsiteY4" fmla="*/ 172693 h 3453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5385" h="345385">
                  <a:moveTo>
                    <a:pt x="345386" y="172693"/>
                  </a:moveTo>
                  <a:cubicBezTo>
                    <a:pt x="345386" y="268069"/>
                    <a:pt x="268068" y="345386"/>
                    <a:pt x="172693" y="345386"/>
                  </a:cubicBezTo>
                  <a:cubicBezTo>
                    <a:pt x="77318" y="345386"/>
                    <a:pt x="1" y="268069"/>
                    <a:pt x="1" y="172693"/>
                  </a:cubicBezTo>
                  <a:cubicBezTo>
                    <a:pt x="1" y="77317"/>
                    <a:pt x="77318" y="0"/>
                    <a:pt x="172693" y="0"/>
                  </a:cubicBezTo>
                  <a:cubicBezTo>
                    <a:pt x="268068" y="0"/>
                    <a:pt x="345386" y="77317"/>
                    <a:pt x="345386" y="172693"/>
                  </a:cubicBezTo>
                  <a:close/>
                </a:path>
              </a:pathLst>
            </a:custGeom>
            <a:noFill/>
            <a:ln w="8472" cap="flat">
              <a:solidFill>
                <a:srgbClr val="01355A"/>
              </a:solidFill>
              <a:prstDash val="solid"/>
              <a:miter/>
            </a:ln>
          </p:spPr>
          <p:txBody>
            <a:bodyPr rtlCol="1" anchor="ctr"/>
            <a:lstStyle/>
            <a:p>
              <a:endParaRPr lang="ar-SA"/>
            </a:p>
          </p:txBody>
        </p:sp>
        <p:sp>
          <p:nvSpPr>
            <p:cNvPr id="10542" name="شكل حر: شكل 11790">
              <a:extLst>
                <a:ext uri="{FF2B5EF4-FFF2-40B4-BE49-F238E27FC236}">
                  <a16:creationId xmlns:a16="http://schemas.microsoft.com/office/drawing/2014/main" id="{355572FD-5935-FD30-A9B4-500043DD3C83}"/>
                </a:ext>
              </a:extLst>
            </p:cNvPr>
            <p:cNvSpPr/>
            <p:nvPr/>
          </p:nvSpPr>
          <p:spPr>
            <a:xfrm>
              <a:off x="7875153" y="4915417"/>
              <a:ext cx="2881" cy="2881"/>
            </a:xfrm>
            <a:custGeom>
              <a:avLst/>
              <a:gdLst>
                <a:gd name="connsiteX0" fmla="*/ 2881 w 2881"/>
                <a:gd name="connsiteY0" fmla="*/ 1441 h 2881"/>
                <a:gd name="connsiteX1" fmla="*/ 1441 w 2881"/>
                <a:gd name="connsiteY1" fmla="*/ 0 h 2881"/>
                <a:gd name="connsiteX2" fmla="*/ 0 w 2881"/>
                <a:gd name="connsiteY2" fmla="*/ 1441 h 2881"/>
                <a:gd name="connsiteX3" fmla="*/ 1441 w 2881"/>
                <a:gd name="connsiteY3" fmla="*/ 2881 h 2881"/>
                <a:gd name="connsiteX4" fmla="*/ 2881 w 2881"/>
                <a:gd name="connsiteY4" fmla="*/ 1441 h 2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1" h="2881">
                  <a:moveTo>
                    <a:pt x="2881" y="1441"/>
                  </a:moveTo>
                  <a:cubicBezTo>
                    <a:pt x="2881" y="650"/>
                    <a:pt x="2232" y="0"/>
                    <a:pt x="1441" y="0"/>
                  </a:cubicBezTo>
                  <a:cubicBezTo>
                    <a:pt x="650" y="0"/>
                    <a:pt x="0" y="650"/>
                    <a:pt x="0" y="1441"/>
                  </a:cubicBezTo>
                  <a:cubicBezTo>
                    <a:pt x="0" y="2232"/>
                    <a:pt x="650" y="2881"/>
                    <a:pt x="1441" y="2881"/>
                  </a:cubicBezTo>
                  <a:cubicBezTo>
                    <a:pt x="2232" y="2881"/>
                    <a:pt x="2881" y="2232"/>
                    <a:pt x="2881" y="1441"/>
                  </a:cubicBezTo>
                  <a:close/>
                </a:path>
              </a:pathLst>
            </a:custGeom>
            <a:noFill/>
            <a:ln w="8472" cap="flat">
              <a:solidFill>
                <a:srgbClr val="01355A"/>
              </a:solidFill>
              <a:prstDash val="solid"/>
              <a:miter/>
            </a:ln>
          </p:spPr>
          <p:txBody>
            <a:bodyPr rtlCol="1" anchor="ctr"/>
            <a:lstStyle/>
            <a:p>
              <a:endParaRPr lang="ar-SA"/>
            </a:p>
          </p:txBody>
        </p:sp>
        <p:sp>
          <p:nvSpPr>
            <p:cNvPr id="10543" name="شكل حر: شكل 11791">
              <a:extLst>
                <a:ext uri="{FF2B5EF4-FFF2-40B4-BE49-F238E27FC236}">
                  <a16:creationId xmlns:a16="http://schemas.microsoft.com/office/drawing/2014/main" id="{46FAE1AF-CA4D-E092-076C-63F48BF0969C}"/>
                </a:ext>
              </a:extLst>
            </p:cNvPr>
            <p:cNvSpPr/>
            <p:nvPr/>
          </p:nvSpPr>
          <p:spPr>
            <a:xfrm>
              <a:off x="7822695" y="4924901"/>
              <a:ext cx="2866" cy="2866"/>
            </a:xfrm>
            <a:custGeom>
              <a:avLst/>
              <a:gdLst>
                <a:gd name="connsiteX0" fmla="*/ 2775 w 2866"/>
                <a:gd name="connsiteY0" fmla="*/ 939 h 2866"/>
                <a:gd name="connsiteX1" fmla="*/ 939 w 2866"/>
                <a:gd name="connsiteY1" fmla="*/ 92 h 2866"/>
                <a:gd name="connsiteX2" fmla="*/ 92 w 2866"/>
                <a:gd name="connsiteY2" fmla="*/ 1928 h 2866"/>
                <a:gd name="connsiteX3" fmla="*/ 1927 w 2866"/>
                <a:gd name="connsiteY3" fmla="*/ 2775 h 2866"/>
                <a:gd name="connsiteX4" fmla="*/ 2775 w 2866"/>
                <a:gd name="connsiteY4" fmla="*/ 939 h 2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6" h="2866">
                  <a:moveTo>
                    <a:pt x="2775" y="939"/>
                  </a:moveTo>
                  <a:cubicBezTo>
                    <a:pt x="2492" y="205"/>
                    <a:pt x="1673" y="-191"/>
                    <a:pt x="939" y="92"/>
                  </a:cubicBezTo>
                  <a:cubicBezTo>
                    <a:pt x="204" y="374"/>
                    <a:pt x="-191" y="1193"/>
                    <a:pt x="92" y="1928"/>
                  </a:cubicBezTo>
                  <a:cubicBezTo>
                    <a:pt x="374" y="2662"/>
                    <a:pt x="1193" y="3057"/>
                    <a:pt x="1927" y="2775"/>
                  </a:cubicBezTo>
                  <a:cubicBezTo>
                    <a:pt x="2662" y="2492"/>
                    <a:pt x="3057" y="1673"/>
                    <a:pt x="2775" y="939"/>
                  </a:cubicBezTo>
                  <a:close/>
                </a:path>
              </a:pathLst>
            </a:custGeom>
            <a:noFill/>
            <a:ln w="8472" cap="flat">
              <a:solidFill>
                <a:srgbClr val="01355A"/>
              </a:solidFill>
              <a:prstDash val="solid"/>
              <a:miter/>
            </a:ln>
          </p:spPr>
          <p:txBody>
            <a:bodyPr rtlCol="1" anchor="ctr"/>
            <a:lstStyle/>
            <a:p>
              <a:endParaRPr lang="ar-SA"/>
            </a:p>
          </p:txBody>
        </p:sp>
        <p:sp>
          <p:nvSpPr>
            <p:cNvPr id="10544" name="شكل حر: شكل 11792">
              <a:extLst>
                <a:ext uri="{FF2B5EF4-FFF2-40B4-BE49-F238E27FC236}">
                  <a16:creationId xmlns:a16="http://schemas.microsoft.com/office/drawing/2014/main" id="{FF034DB8-E4AA-0EA6-9584-66EF79538162}"/>
                </a:ext>
              </a:extLst>
            </p:cNvPr>
            <p:cNvSpPr/>
            <p:nvPr/>
          </p:nvSpPr>
          <p:spPr>
            <a:xfrm>
              <a:off x="7776610" y="4951774"/>
              <a:ext cx="2842" cy="2842"/>
            </a:xfrm>
            <a:custGeom>
              <a:avLst/>
              <a:gdLst>
                <a:gd name="connsiteX0" fmla="*/ 2508 w 2842"/>
                <a:gd name="connsiteY0" fmla="*/ 503 h 2842"/>
                <a:gd name="connsiteX1" fmla="*/ 503 w 2842"/>
                <a:gd name="connsiteY1" fmla="*/ 334 h 2842"/>
                <a:gd name="connsiteX2" fmla="*/ 334 w 2842"/>
                <a:gd name="connsiteY2" fmla="*/ 2339 h 2842"/>
                <a:gd name="connsiteX3" fmla="*/ 2340 w 2842"/>
                <a:gd name="connsiteY3" fmla="*/ 2509 h 2842"/>
                <a:gd name="connsiteX4" fmla="*/ 2508 w 2842"/>
                <a:gd name="connsiteY4" fmla="*/ 503 h 2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2" h="2842">
                  <a:moveTo>
                    <a:pt x="2508" y="503"/>
                  </a:moveTo>
                  <a:cubicBezTo>
                    <a:pt x="2000" y="-90"/>
                    <a:pt x="1096" y="-174"/>
                    <a:pt x="503" y="334"/>
                  </a:cubicBezTo>
                  <a:cubicBezTo>
                    <a:pt x="-90" y="842"/>
                    <a:pt x="-175" y="1746"/>
                    <a:pt x="334" y="2339"/>
                  </a:cubicBezTo>
                  <a:cubicBezTo>
                    <a:pt x="842" y="2932"/>
                    <a:pt x="1746" y="3017"/>
                    <a:pt x="2340" y="2509"/>
                  </a:cubicBezTo>
                  <a:cubicBezTo>
                    <a:pt x="2933" y="2000"/>
                    <a:pt x="3017" y="1096"/>
                    <a:pt x="2508" y="503"/>
                  </a:cubicBezTo>
                  <a:close/>
                </a:path>
              </a:pathLst>
            </a:custGeom>
            <a:noFill/>
            <a:ln w="8472" cap="flat">
              <a:solidFill>
                <a:srgbClr val="01355A"/>
              </a:solidFill>
              <a:prstDash val="solid"/>
              <a:miter/>
            </a:ln>
          </p:spPr>
          <p:txBody>
            <a:bodyPr rtlCol="1" anchor="ctr"/>
            <a:lstStyle/>
            <a:p>
              <a:endParaRPr lang="ar-SA"/>
            </a:p>
          </p:txBody>
        </p:sp>
        <p:sp>
          <p:nvSpPr>
            <p:cNvPr id="10545" name="شكل حر: شكل 11793">
              <a:extLst>
                <a:ext uri="{FF2B5EF4-FFF2-40B4-BE49-F238E27FC236}">
                  <a16:creationId xmlns:a16="http://schemas.microsoft.com/office/drawing/2014/main" id="{4858F4E2-7082-BCF9-1F76-B4B4861F4681}"/>
                </a:ext>
              </a:extLst>
            </p:cNvPr>
            <p:cNvSpPr/>
            <p:nvPr/>
          </p:nvSpPr>
          <p:spPr>
            <a:xfrm>
              <a:off x="7742489" y="4992758"/>
              <a:ext cx="2872" cy="2872"/>
            </a:xfrm>
            <a:custGeom>
              <a:avLst/>
              <a:gdLst>
                <a:gd name="connsiteX0" fmla="*/ 2142 w 2872"/>
                <a:gd name="connsiteY0" fmla="*/ 193 h 2872"/>
                <a:gd name="connsiteX1" fmla="*/ 193 w 2872"/>
                <a:gd name="connsiteY1" fmla="*/ 730 h 2872"/>
                <a:gd name="connsiteX2" fmla="*/ 730 w 2872"/>
                <a:gd name="connsiteY2" fmla="*/ 2679 h 2872"/>
                <a:gd name="connsiteX3" fmla="*/ 2679 w 2872"/>
                <a:gd name="connsiteY3" fmla="*/ 2142 h 2872"/>
                <a:gd name="connsiteX4" fmla="*/ 2142 w 2872"/>
                <a:gd name="connsiteY4" fmla="*/ 193 h 28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2" h="2872">
                  <a:moveTo>
                    <a:pt x="2142" y="193"/>
                  </a:moveTo>
                  <a:cubicBezTo>
                    <a:pt x="1464" y="-202"/>
                    <a:pt x="589" y="24"/>
                    <a:pt x="193" y="730"/>
                  </a:cubicBezTo>
                  <a:cubicBezTo>
                    <a:pt x="-202" y="1408"/>
                    <a:pt x="24" y="2284"/>
                    <a:pt x="730" y="2679"/>
                  </a:cubicBezTo>
                  <a:cubicBezTo>
                    <a:pt x="1436" y="3074"/>
                    <a:pt x="2284" y="2849"/>
                    <a:pt x="2679" y="2142"/>
                  </a:cubicBezTo>
                  <a:cubicBezTo>
                    <a:pt x="3075" y="1465"/>
                    <a:pt x="2848" y="589"/>
                    <a:pt x="2142" y="193"/>
                  </a:cubicBezTo>
                  <a:close/>
                </a:path>
              </a:pathLst>
            </a:custGeom>
            <a:noFill/>
            <a:ln w="8472" cap="flat">
              <a:solidFill>
                <a:srgbClr val="01355A"/>
              </a:solidFill>
              <a:prstDash val="solid"/>
              <a:miter/>
            </a:ln>
          </p:spPr>
          <p:txBody>
            <a:bodyPr rtlCol="1" anchor="ctr"/>
            <a:lstStyle/>
            <a:p>
              <a:endParaRPr lang="ar-SA"/>
            </a:p>
          </p:txBody>
        </p:sp>
        <p:sp>
          <p:nvSpPr>
            <p:cNvPr id="10546" name="شكل حر: شكل 11794">
              <a:extLst>
                <a:ext uri="{FF2B5EF4-FFF2-40B4-BE49-F238E27FC236}">
                  <a16:creationId xmlns:a16="http://schemas.microsoft.com/office/drawing/2014/main" id="{781113D9-9D48-AC88-1BAD-5ACF1EE44C81}"/>
                </a:ext>
              </a:extLst>
            </p:cNvPr>
            <p:cNvSpPr/>
            <p:nvPr/>
          </p:nvSpPr>
          <p:spPr>
            <a:xfrm>
              <a:off x="7724413" y="5042951"/>
              <a:ext cx="2869" cy="2869"/>
            </a:xfrm>
            <a:custGeom>
              <a:avLst/>
              <a:gdLst>
                <a:gd name="connsiteX0" fmla="*/ 1689 w 2869"/>
                <a:gd name="connsiteY0" fmla="*/ 23 h 2869"/>
                <a:gd name="connsiteX1" fmla="*/ 23 w 2869"/>
                <a:gd name="connsiteY1" fmla="*/ 1180 h 2869"/>
                <a:gd name="connsiteX2" fmla="*/ 1180 w 2869"/>
                <a:gd name="connsiteY2" fmla="*/ 2847 h 2869"/>
                <a:gd name="connsiteX3" fmla="*/ 2847 w 2869"/>
                <a:gd name="connsiteY3" fmla="*/ 1689 h 2869"/>
                <a:gd name="connsiteX4" fmla="*/ 1689 w 2869"/>
                <a:gd name="connsiteY4" fmla="*/ 23 h 2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9" h="2869">
                  <a:moveTo>
                    <a:pt x="1689" y="23"/>
                  </a:moveTo>
                  <a:cubicBezTo>
                    <a:pt x="898" y="-119"/>
                    <a:pt x="164" y="418"/>
                    <a:pt x="23" y="1180"/>
                  </a:cubicBezTo>
                  <a:cubicBezTo>
                    <a:pt x="-119" y="1971"/>
                    <a:pt x="418" y="2706"/>
                    <a:pt x="1180" y="2847"/>
                  </a:cubicBezTo>
                  <a:cubicBezTo>
                    <a:pt x="1971" y="2988"/>
                    <a:pt x="2706" y="2452"/>
                    <a:pt x="2847" y="1689"/>
                  </a:cubicBezTo>
                  <a:cubicBezTo>
                    <a:pt x="2989" y="898"/>
                    <a:pt x="2451" y="164"/>
                    <a:pt x="1689" y="23"/>
                  </a:cubicBezTo>
                  <a:close/>
                </a:path>
              </a:pathLst>
            </a:custGeom>
            <a:noFill/>
            <a:ln w="8472" cap="flat">
              <a:solidFill>
                <a:srgbClr val="01355A"/>
              </a:solidFill>
              <a:prstDash val="solid"/>
              <a:miter/>
            </a:ln>
          </p:spPr>
          <p:txBody>
            <a:bodyPr rtlCol="1" anchor="ctr"/>
            <a:lstStyle/>
            <a:p>
              <a:endParaRPr lang="ar-SA"/>
            </a:p>
          </p:txBody>
        </p:sp>
        <p:sp>
          <p:nvSpPr>
            <p:cNvPr id="10547" name="شكل حر: شكل 11795">
              <a:extLst>
                <a:ext uri="{FF2B5EF4-FFF2-40B4-BE49-F238E27FC236}">
                  <a16:creationId xmlns:a16="http://schemas.microsoft.com/office/drawing/2014/main" id="{F041B426-B43D-0266-515F-F3B38A1F5069}"/>
                </a:ext>
              </a:extLst>
            </p:cNvPr>
            <p:cNvSpPr/>
            <p:nvPr/>
          </p:nvSpPr>
          <p:spPr>
            <a:xfrm>
              <a:off x="7724638" y="5096278"/>
              <a:ext cx="2871" cy="2871"/>
            </a:xfrm>
            <a:custGeom>
              <a:avLst/>
              <a:gdLst>
                <a:gd name="connsiteX0" fmla="*/ 1181 w 2871"/>
                <a:gd name="connsiteY0" fmla="*/ 24 h 2871"/>
                <a:gd name="connsiteX1" fmla="*/ 24 w 2871"/>
                <a:gd name="connsiteY1" fmla="*/ 1690 h 2871"/>
                <a:gd name="connsiteX2" fmla="*/ 1690 w 2871"/>
                <a:gd name="connsiteY2" fmla="*/ 2848 h 2871"/>
                <a:gd name="connsiteX3" fmla="*/ 2848 w 2871"/>
                <a:gd name="connsiteY3" fmla="*/ 1181 h 2871"/>
                <a:gd name="connsiteX4" fmla="*/ 1181 w 2871"/>
                <a:gd name="connsiteY4" fmla="*/ 24 h 2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1" h="2871">
                  <a:moveTo>
                    <a:pt x="1181" y="24"/>
                  </a:moveTo>
                  <a:cubicBezTo>
                    <a:pt x="390" y="165"/>
                    <a:pt x="-118" y="899"/>
                    <a:pt x="24" y="1690"/>
                  </a:cubicBezTo>
                  <a:cubicBezTo>
                    <a:pt x="164" y="2481"/>
                    <a:pt x="899" y="2989"/>
                    <a:pt x="1690" y="2848"/>
                  </a:cubicBezTo>
                  <a:cubicBezTo>
                    <a:pt x="2481" y="2707"/>
                    <a:pt x="2989" y="1972"/>
                    <a:pt x="2848" y="1181"/>
                  </a:cubicBezTo>
                  <a:cubicBezTo>
                    <a:pt x="2707" y="391"/>
                    <a:pt x="1972" y="-118"/>
                    <a:pt x="1181" y="24"/>
                  </a:cubicBezTo>
                  <a:close/>
                </a:path>
              </a:pathLst>
            </a:custGeom>
            <a:noFill/>
            <a:ln w="8472" cap="flat">
              <a:solidFill>
                <a:srgbClr val="01355A"/>
              </a:solidFill>
              <a:prstDash val="solid"/>
              <a:miter/>
            </a:ln>
          </p:spPr>
          <p:txBody>
            <a:bodyPr rtlCol="1" anchor="ctr"/>
            <a:lstStyle/>
            <a:p>
              <a:endParaRPr lang="ar-SA"/>
            </a:p>
          </p:txBody>
        </p:sp>
        <p:sp>
          <p:nvSpPr>
            <p:cNvPr id="10548" name="شكل حر: شكل 11796">
              <a:extLst>
                <a:ext uri="{FF2B5EF4-FFF2-40B4-BE49-F238E27FC236}">
                  <a16:creationId xmlns:a16="http://schemas.microsoft.com/office/drawing/2014/main" id="{AE78E80F-2615-749F-7E8F-0E6C7474411C}"/>
                </a:ext>
              </a:extLst>
            </p:cNvPr>
            <p:cNvSpPr/>
            <p:nvPr/>
          </p:nvSpPr>
          <p:spPr>
            <a:xfrm>
              <a:off x="7743059" y="5146334"/>
              <a:ext cx="2860" cy="2860"/>
            </a:xfrm>
            <a:custGeom>
              <a:avLst/>
              <a:gdLst>
                <a:gd name="connsiteX0" fmla="*/ 724 w 2860"/>
                <a:gd name="connsiteY0" fmla="*/ 187 h 2860"/>
                <a:gd name="connsiteX1" fmla="*/ 187 w 2860"/>
                <a:gd name="connsiteY1" fmla="*/ 2136 h 2860"/>
                <a:gd name="connsiteX2" fmla="*/ 2136 w 2860"/>
                <a:gd name="connsiteY2" fmla="*/ 2673 h 2860"/>
                <a:gd name="connsiteX3" fmla="*/ 2673 w 2860"/>
                <a:gd name="connsiteY3" fmla="*/ 724 h 2860"/>
                <a:gd name="connsiteX4" fmla="*/ 724 w 2860"/>
                <a:gd name="connsiteY4" fmla="*/ 187 h 2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0" h="2860">
                  <a:moveTo>
                    <a:pt x="724" y="187"/>
                  </a:moveTo>
                  <a:cubicBezTo>
                    <a:pt x="46" y="583"/>
                    <a:pt x="-208" y="1459"/>
                    <a:pt x="187" y="2136"/>
                  </a:cubicBezTo>
                  <a:cubicBezTo>
                    <a:pt x="583" y="2814"/>
                    <a:pt x="1458" y="3068"/>
                    <a:pt x="2136" y="2673"/>
                  </a:cubicBezTo>
                  <a:cubicBezTo>
                    <a:pt x="2815" y="2278"/>
                    <a:pt x="3068" y="1402"/>
                    <a:pt x="2673" y="724"/>
                  </a:cubicBezTo>
                  <a:cubicBezTo>
                    <a:pt x="2277" y="46"/>
                    <a:pt x="1402" y="-208"/>
                    <a:pt x="724" y="187"/>
                  </a:cubicBezTo>
                  <a:close/>
                </a:path>
              </a:pathLst>
            </a:custGeom>
            <a:noFill/>
            <a:ln w="8472" cap="flat">
              <a:solidFill>
                <a:srgbClr val="01355A"/>
              </a:solidFill>
              <a:prstDash val="solid"/>
              <a:miter/>
            </a:ln>
          </p:spPr>
          <p:txBody>
            <a:bodyPr rtlCol="1" anchor="ctr"/>
            <a:lstStyle/>
            <a:p>
              <a:endParaRPr lang="ar-SA"/>
            </a:p>
          </p:txBody>
        </p:sp>
        <p:sp>
          <p:nvSpPr>
            <p:cNvPr id="10549" name="شكل حر: شكل 11797">
              <a:extLst>
                <a:ext uri="{FF2B5EF4-FFF2-40B4-BE49-F238E27FC236}">
                  <a16:creationId xmlns:a16="http://schemas.microsoft.com/office/drawing/2014/main" id="{2A6CFF05-D441-781A-6B5B-2E5AFE5E74A0}"/>
                </a:ext>
              </a:extLst>
            </p:cNvPr>
            <p:cNvSpPr/>
            <p:nvPr/>
          </p:nvSpPr>
          <p:spPr>
            <a:xfrm>
              <a:off x="7777514" y="5187059"/>
              <a:ext cx="2842" cy="2842"/>
            </a:xfrm>
            <a:custGeom>
              <a:avLst/>
              <a:gdLst>
                <a:gd name="connsiteX0" fmla="*/ 334 w 2842"/>
                <a:gd name="connsiteY0" fmla="*/ 503 h 2842"/>
                <a:gd name="connsiteX1" fmla="*/ 503 w 2842"/>
                <a:gd name="connsiteY1" fmla="*/ 2509 h 2842"/>
                <a:gd name="connsiteX2" fmla="*/ 2509 w 2842"/>
                <a:gd name="connsiteY2" fmla="*/ 2339 h 2842"/>
                <a:gd name="connsiteX3" fmla="*/ 2339 w 2842"/>
                <a:gd name="connsiteY3" fmla="*/ 334 h 2842"/>
                <a:gd name="connsiteX4" fmla="*/ 334 w 2842"/>
                <a:gd name="connsiteY4" fmla="*/ 503 h 2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2" h="2842">
                  <a:moveTo>
                    <a:pt x="334" y="503"/>
                  </a:moveTo>
                  <a:cubicBezTo>
                    <a:pt x="-175" y="1097"/>
                    <a:pt x="-90" y="2000"/>
                    <a:pt x="503" y="2509"/>
                  </a:cubicBezTo>
                  <a:cubicBezTo>
                    <a:pt x="1096" y="3017"/>
                    <a:pt x="2000" y="2932"/>
                    <a:pt x="2509" y="2339"/>
                  </a:cubicBezTo>
                  <a:cubicBezTo>
                    <a:pt x="3017" y="1746"/>
                    <a:pt x="2933" y="842"/>
                    <a:pt x="2339" y="334"/>
                  </a:cubicBezTo>
                  <a:cubicBezTo>
                    <a:pt x="1746" y="-175"/>
                    <a:pt x="843" y="-90"/>
                    <a:pt x="334" y="503"/>
                  </a:cubicBezTo>
                  <a:close/>
                </a:path>
              </a:pathLst>
            </a:custGeom>
            <a:noFill/>
            <a:ln w="8472" cap="flat">
              <a:solidFill>
                <a:srgbClr val="01355A"/>
              </a:solidFill>
              <a:prstDash val="solid"/>
              <a:miter/>
            </a:ln>
          </p:spPr>
          <p:txBody>
            <a:bodyPr rtlCol="1" anchor="ctr"/>
            <a:lstStyle/>
            <a:p>
              <a:endParaRPr lang="ar-SA"/>
            </a:p>
          </p:txBody>
        </p:sp>
        <p:sp>
          <p:nvSpPr>
            <p:cNvPr id="10550" name="شكل حر: شكل 11798">
              <a:extLst>
                <a:ext uri="{FF2B5EF4-FFF2-40B4-BE49-F238E27FC236}">
                  <a16:creationId xmlns:a16="http://schemas.microsoft.com/office/drawing/2014/main" id="{D61A4302-8507-37D4-0DAF-5A70D8D9E237}"/>
                </a:ext>
              </a:extLst>
            </p:cNvPr>
            <p:cNvSpPr/>
            <p:nvPr/>
          </p:nvSpPr>
          <p:spPr>
            <a:xfrm>
              <a:off x="7823824" y="5213541"/>
              <a:ext cx="2866" cy="2866"/>
            </a:xfrm>
            <a:custGeom>
              <a:avLst/>
              <a:gdLst>
                <a:gd name="connsiteX0" fmla="*/ 92 w 2866"/>
                <a:gd name="connsiteY0" fmla="*/ 939 h 2866"/>
                <a:gd name="connsiteX1" fmla="*/ 939 w 2866"/>
                <a:gd name="connsiteY1" fmla="*/ 2775 h 2866"/>
                <a:gd name="connsiteX2" fmla="*/ 2775 w 2866"/>
                <a:gd name="connsiteY2" fmla="*/ 1928 h 2866"/>
                <a:gd name="connsiteX3" fmla="*/ 1927 w 2866"/>
                <a:gd name="connsiteY3" fmla="*/ 92 h 2866"/>
                <a:gd name="connsiteX4" fmla="*/ 92 w 2866"/>
                <a:gd name="connsiteY4" fmla="*/ 939 h 2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6" h="2866">
                  <a:moveTo>
                    <a:pt x="92" y="939"/>
                  </a:moveTo>
                  <a:cubicBezTo>
                    <a:pt x="-191" y="1673"/>
                    <a:pt x="205" y="2493"/>
                    <a:pt x="939" y="2775"/>
                  </a:cubicBezTo>
                  <a:cubicBezTo>
                    <a:pt x="1674" y="3057"/>
                    <a:pt x="2493" y="2662"/>
                    <a:pt x="2775" y="1928"/>
                  </a:cubicBezTo>
                  <a:cubicBezTo>
                    <a:pt x="3058" y="1193"/>
                    <a:pt x="2662" y="374"/>
                    <a:pt x="1927" y="92"/>
                  </a:cubicBezTo>
                  <a:cubicBezTo>
                    <a:pt x="1193" y="-191"/>
                    <a:pt x="374" y="205"/>
                    <a:pt x="92" y="939"/>
                  </a:cubicBezTo>
                  <a:close/>
                </a:path>
              </a:pathLst>
            </a:custGeom>
            <a:noFill/>
            <a:ln w="8472" cap="flat">
              <a:solidFill>
                <a:srgbClr val="01355A"/>
              </a:solidFill>
              <a:prstDash val="solid"/>
              <a:miter/>
            </a:ln>
          </p:spPr>
          <p:txBody>
            <a:bodyPr rtlCol="1" anchor="ctr"/>
            <a:lstStyle/>
            <a:p>
              <a:endParaRPr lang="ar-SA"/>
            </a:p>
          </p:txBody>
        </p:sp>
        <p:sp>
          <p:nvSpPr>
            <p:cNvPr id="10551" name="شكل حر: شكل 11799">
              <a:extLst>
                <a:ext uri="{FF2B5EF4-FFF2-40B4-BE49-F238E27FC236}">
                  <a16:creationId xmlns:a16="http://schemas.microsoft.com/office/drawing/2014/main" id="{E50D45D5-D712-7062-D605-F168FEA1B4F9}"/>
                </a:ext>
              </a:extLst>
            </p:cNvPr>
            <p:cNvSpPr/>
            <p:nvPr/>
          </p:nvSpPr>
          <p:spPr>
            <a:xfrm>
              <a:off x="7876396" y="5222587"/>
              <a:ext cx="2881" cy="2881"/>
            </a:xfrm>
            <a:custGeom>
              <a:avLst/>
              <a:gdLst>
                <a:gd name="connsiteX0" fmla="*/ 0 w 2881"/>
                <a:gd name="connsiteY0" fmla="*/ 1441 h 2881"/>
                <a:gd name="connsiteX1" fmla="*/ 1441 w 2881"/>
                <a:gd name="connsiteY1" fmla="*/ 2881 h 2881"/>
                <a:gd name="connsiteX2" fmla="*/ 2881 w 2881"/>
                <a:gd name="connsiteY2" fmla="*/ 1441 h 2881"/>
                <a:gd name="connsiteX3" fmla="*/ 1441 w 2881"/>
                <a:gd name="connsiteY3" fmla="*/ 0 h 2881"/>
                <a:gd name="connsiteX4" fmla="*/ 0 w 2881"/>
                <a:gd name="connsiteY4" fmla="*/ 1441 h 2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1" h="2881">
                  <a:moveTo>
                    <a:pt x="0" y="1441"/>
                  </a:moveTo>
                  <a:cubicBezTo>
                    <a:pt x="0" y="2232"/>
                    <a:pt x="650" y="2881"/>
                    <a:pt x="1441" y="2881"/>
                  </a:cubicBezTo>
                  <a:cubicBezTo>
                    <a:pt x="2232" y="2881"/>
                    <a:pt x="2881" y="2232"/>
                    <a:pt x="2881" y="1441"/>
                  </a:cubicBezTo>
                  <a:cubicBezTo>
                    <a:pt x="2881" y="650"/>
                    <a:pt x="2232" y="0"/>
                    <a:pt x="1441" y="0"/>
                  </a:cubicBezTo>
                  <a:cubicBezTo>
                    <a:pt x="650" y="0"/>
                    <a:pt x="0" y="650"/>
                    <a:pt x="0" y="1441"/>
                  </a:cubicBezTo>
                  <a:close/>
                </a:path>
              </a:pathLst>
            </a:custGeom>
            <a:noFill/>
            <a:ln w="8472" cap="flat">
              <a:solidFill>
                <a:srgbClr val="01355A"/>
              </a:solidFill>
              <a:prstDash val="solid"/>
              <a:miter/>
            </a:ln>
          </p:spPr>
          <p:txBody>
            <a:bodyPr rtlCol="1" anchor="ctr"/>
            <a:lstStyle/>
            <a:p>
              <a:endParaRPr lang="ar-SA"/>
            </a:p>
          </p:txBody>
        </p:sp>
        <p:sp>
          <p:nvSpPr>
            <p:cNvPr id="10552" name="شكل حر: شكل 11800">
              <a:extLst>
                <a:ext uri="{FF2B5EF4-FFF2-40B4-BE49-F238E27FC236}">
                  <a16:creationId xmlns:a16="http://schemas.microsoft.com/office/drawing/2014/main" id="{AD63BADA-D89C-2668-B28A-57CC857258DA}"/>
                </a:ext>
              </a:extLst>
            </p:cNvPr>
            <p:cNvSpPr/>
            <p:nvPr/>
          </p:nvSpPr>
          <p:spPr>
            <a:xfrm>
              <a:off x="7928869" y="5213118"/>
              <a:ext cx="2866" cy="2866"/>
            </a:xfrm>
            <a:custGeom>
              <a:avLst/>
              <a:gdLst>
                <a:gd name="connsiteX0" fmla="*/ 91 w 2866"/>
                <a:gd name="connsiteY0" fmla="*/ 1927 h 2866"/>
                <a:gd name="connsiteX1" fmla="*/ 1928 w 2866"/>
                <a:gd name="connsiteY1" fmla="*/ 2775 h 2866"/>
                <a:gd name="connsiteX2" fmla="*/ 2775 w 2866"/>
                <a:gd name="connsiteY2" fmla="*/ 939 h 2866"/>
                <a:gd name="connsiteX3" fmla="*/ 939 w 2866"/>
                <a:gd name="connsiteY3" fmla="*/ 92 h 2866"/>
                <a:gd name="connsiteX4" fmla="*/ 91 w 2866"/>
                <a:gd name="connsiteY4" fmla="*/ 1927 h 2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6" h="2866">
                  <a:moveTo>
                    <a:pt x="91" y="1927"/>
                  </a:moveTo>
                  <a:cubicBezTo>
                    <a:pt x="374" y="2662"/>
                    <a:pt x="1193" y="3057"/>
                    <a:pt x="1928" y="2775"/>
                  </a:cubicBezTo>
                  <a:cubicBezTo>
                    <a:pt x="2662" y="2493"/>
                    <a:pt x="3057" y="1673"/>
                    <a:pt x="2775" y="939"/>
                  </a:cubicBezTo>
                  <a:cubicBezTo>
                    <a:pt x="2493" y="204"/>
                    <a:pt x="1673" y="-191"/>
                    <a:pt x="939" y="92"/>
                  </a:cubicBezTo>
                  <a:cubicBezTo>
                    <a:pt x="205" y="374"/>
                    <a:pt x="-191" y="1193"/>
                    <a:pt x="91" y="1927"/>
                  </a:cubicBezTo>
                  <a:close/>
                </a:path>
              </a:pathLst>
            </a:custGeom>
            <a:noFill/>
            <a:ln w="8472" cap="flat">
              <a:solidFill>
                <a:srgbClr val="01355A"/>
              </a:solidFill>
              <a:prstDash val="solid"/>
              <a:miter/>
            </a:ln>
          </p:spPr>
          <p:txBody>
            <a:bodyPr rtlCol="1" anchor="ctr"/>
            <a:lstStyle/>
            <a:p>
              <a:endParaRPr lang="ar-SA"/>
            </a:p>
          </p:txBody>
        </p:sp>
        <p:sp>
          <p:nvSpPr>
            <p:cNvPr id="10553" name="شكل حر: شكل 11801">
              <a:extLst>
                <a:ext uri="{FF2B5EF4-FFF2-40B4-BE49-F238E27FC236}">
                  <a16:creationId xmlns:a16="http://schemas.microsoft.com/office/drawing/2014/main" id="{44043EB7-8D5D-6CB6-3462-56B103F480BF}"/>
                </a:ext>
              </a:extLst>
            </p:cNvPr>
            <p:cNvSpPr/>
            <p:nvPr/>
          </p:nvSpPr>
          <p:spPr>
            <a:xfrm>
              <a:off x="7974978" y="5186296"/>
              <a:ext cx="2842" cy="2842"/>
            </a:xfrm>
            <a:custGeom>
              <a:avLst/>
              <a:gdLst>
                <a:gd name="connsiteX0" fmla="*/ 334 w 2842"/>
                <a:gd name="connsiteY0" fmla="*/ 2339 h 2842"/>
                <a:gd name="connsiteX1" fmla="*/ 2340 w 2842"/>
                <a:gd name="connsiteY1" fmla="*/ 2509 h 2842"/>
                <a:gd name="connsiteX2" fmla="*/ 2509 w 2842"/>
                <a:gd name="connsiteY2" fmla="*/ 503 h 2842"/>
                <a:gd name="connsiteX3" fmla="*/ 503 w 2842"/>
                <a:gd name="connsiteY3" fmla="*/ 334 h 2842"/>
                <a:gd name="connsiteX4" fmla="*/ 334 w 2842"/>
                <a:gd name="connsiteY4" fmla="*/ 2339 h 2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2" h="2842">
                  <a:moveTo>
                    <a:pt x="334" y="2339"/>
                  </a:moveTo>
                  <a:cubicBezTo>
                    <a:pt x="842" y="2932"/>
                    <a:pt x="1746" y="3017"/>
                    <a:pt x="2340" y="2509"/>
                  </a:cubicBezTo>
                  <a:cubicBezTo>
                    <a:pt x="2933" y="2000"/>
                    <a:pt x="3017" y="1097"/>
                    <a:pt x="2509" y="503"/>
                  </a:cubicBezTo>
                  <a:cubicBezTo>
                    <a:pt x="2000" y="-90"/>
                    <a:pt x="1097" y="-175"/>
                    <a:pt x="503" y="334"/>
                  </a:cubicBezTo>
                  <a:cubicBezTo>
                    <a:pt x="-90" y="842"/>
                    <a:pt x="-175" y="1746"/>
                    <a:pt x="334" y="2339"/>
                  </a:cubicBezTo>
                  <a:close/>
                </a:path>
              </a:pathLst>
            </a:custGeom>
            <a:noFill/>
            <a:ln w="8472" cap="flat">
              <a:solidFill>
                <a:srgbClr val="01355A"/>
              </a:solidFill>
              <a:prstDash val="solid"/>
              <a:miter/>
            </a:ln>
          </p:spPr>
          <p:txBody>
            <a:bodyPr rtlCol="1" anchor="ctr"/>
            <a:lstStyle/>
            <a:p>
              <a:endParaRPr lang="ar-SA"/>
            </a:p>
          </p:txBody>
        </p:sp>
        <p:sp>
          <p:nvSpPr>
            <p:cNvPr id="10554" name="شكل حر: شكل 11802">
              <a:extLst>
                <a:ext uri="{FF2B5EF4-FFF2-40B4-BE49-F238E27FC236}">
                  <a16:creationId xmlns:a16="http://schemas.microsoft.com/office/drawing/2014/main" id="{23BBF214-188E-D976-4EE3-9F2A66D67BAA}"/>
                </a:ext>
              </a:extLst>
            </p:cNvPr>
            <p:cNvSpPr/>
            <p:nvPr/>
          </p:nvSpPr>
          <p:spPr>
            <a:xfrm>
              <a:off x="8009069" y="5145283"/>
              <a:ext cx="2872" cy="2872"/>
            </a:xfrm>
            <a:custGeom>
              <a:avLst/>
              <a:gdLst>
                <a:gd name="connsiteX0" fmla="*/ 730 w 2872"/>
                <a:gd name="connsiteY0" fmla="*/ 2679 h 2872"/>
                <a:gd name="connsiteX1" fmla="*/ 2679 w 2872"/>
                <a:gd name="connsiteY1" fmla="*/ 2142 h 2872"/>
                <a:gd name="connsiteX2" fmla="*/ 2143 w 2872"/>
                <a:gd name="connsiteY2" fmla="*/ 193 h 2872"/>
                <a:gd name="connsiteX3" fmla="*/ 194 w 2872"/>
                <a:gd name="connsiteY3" fmla="*/ 730 h 2872"/>
                <a:gd name="connsiteX4" fmla="*/ 730 w 2872"/>
                <a:gd name="connsiteY4" fmla="*/ 2679 h 28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2" h="2872">
                  <a:moveTo>
                    <a:pt x="730" y="2679"/>
                  </a:moveTo>
                  <a:cubicBezTo>
                    <a:pt x="1408" y="3074"/>
                    <a:pt x="2284" y="2849"/>
                    <a:pt x="2679" y="2142"/>
                  </a:cubicBezTo>
                  <a:cubicBezTo>
                    <a:pt x="3074" y="1465"/>
                    <a:pt x="2849" y="589"/>
                    <a:pt x="2143" y="193"/>
                  </a:cubicBezTo>
                  <a:cubicBezTo>
                    <a:pt x="1465" y="-202"/>
                    <a:pt x="589" y="24"/>
                    <a:pt x="194" y="730"/>
                  </a:cubicBezTo>
                  <a:cubicBezTo>
                    <a:pt x="-202" y="1436"/>
                    <a:pt x="24" y="2284"/>
                    <a:pt x="730" y="2679"/>
                  </a:cubicBezTo>
                  <a:close/>
                </a:path>
              </a:pathLst>
            </a:custGeom>
            <a:noFill/>
            <a:ln w="8472" cap="flat">
              <a:solidFill>
                <a:srgbClr val="01355A"/>
              </a:solidFill>
              <a:prstDash val="solid"/>
              <a:miter/>
            </a:ln>
          </p:spPr>
          <p:txBody>
            <a:bodyPr rtlCol="1" anchor="ctr"/>
            <a:lstStyle/>
            <a:p>
              <a:endParaRPr lang="ar-SA"/>
            </a:p>
          </p:txBody>
        </p:sp>
        <p:sp>
          <p:nvSpPr>
            <p:cNvPr id="10555" name="شكل حر: شكل 11803">
              <a:extLst>
                <a:ext uri="{FF2B5EF4-FFF2-40B4-BE49-F238E27FC236}">
                  <a16:creationId xmlns:a16="http://schemas.microsoft.com/office/drawing/2014/main" id="{F4A123C7-D59E-62BE-04A0-CC4B20512768}"/>
                </a:ext>
              </a:extLst>
            </p:cNvPr>
            <p:cNvSpPr/>
            <p:nvPr/>
          </p:nvSpPr>
          <p:spPr>
            <a:xfrm>
              <a:off x="8027119" y="5095092"/>
              <a:ext cx="2869" cy="2869"/>
            </a:xfrm>
            <a:custGeom>
              <a:avLst/>
              <a:gdLst>
                <a:gd name="connsiteX0" fmla="*/ 1181 w 2869"/>
                <a:gd name="connsiteY0" fmla="*/ 2847 h 2869"/>
                <a:gd name="connsiteX1" fmla="*/ 2847 w 2869"/>
                <a:gd name="connsiteY1" fmla="*/ 1689 h 2869"/>
                <a:gd name="connsiteX2" fmla="*/ 1689 w 2869"/>
                <a:gd name="connsiteY2" fmla="*/ 23 h 2869"/>
                <a:gd name="connsiteX3" fmla="*/ 23 w 2869"/>
                <a:gd name="connsiteY3" fmla="*/ 1181 h 2869"/>
                <a:gd name="connsiteX4" fmla="*/ 1181 w 2869"/>
                <a:gd name="connsiteY4" fmla="*/ 2847 h 2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9" h="2869">
                  <a:moveTo>
                    <a:pt x="1181" y="2847"/>
                  </a:moveTo>
                  <a:cubicBezTo>
                    <a:pt x="1971" y="2989"/>
                    <a:pt x="2706" y="2452"/>
                    <a:pt x="2847" y="1689"/>
                  </a:cubicBezTo>
                  <a:cubicBezTo>
                    <a:pt x="2989" y="898"/>
                    <a:pt x="2452" y="164"/>
                    <a:pt x="1689" y="23"/>
                  </a:cubicBezTo>
                  <a:cubicBezTo>
                    <a:pt x="898" y="-119"/>
                    <a:pt x="164" y="418"/>
                    <a:pt x="23" y="1181"/>
                  </a:cubicBezTo>
                  <a:cubicBezTo>
                    <a:pt x="-119" y="1972"/>
                    <a:pt x="418" y="2706"/>
                    <a:pt x="1181" y="2847"/>
                  </a:cubicBezTo>
                  <a:close/>
                </a:path>
              </a:pathLst>
            </a:custGeom>
            <a:noFill/>
            <a:ln w="8472" cap="flat">
              <a:solidFill>
                <a:srgbClr val="01355A"/>
              </a:solidFill>
              <a:prstDash val="solid"/>
              <a:miter/>
            </a:ln>
          </p:spPr>
          <p:txBody>
            <a:bodyPr rtlCol="1" anchor="ctr"/>
            <a:lstStyle/>
            <a:p>
              <a:endParaRPr lang="ar-SA"/>
            </a:p>
          </p:txBody>
        </p:sp>
        <p:sp>
          <p:nvSpPr>
            <p:cNvPr id="10556" name="شكل حر: شكل 11804">
              <a:extLst>
                <a:ext uri="{FF2B5EF4-FFF2-40B4-BE49-F238E27FC236}">
                  <a16:creationId xmlns:a16="http://schemas.microsoft.com/office/drawing/2014/main" id="{9511FED5-12F9-494E-E089-446FFDABB9FE}"/>
                </a:ext>
              </a:extLst>
            </p:cNvPr>
            <p:cNvSpPr/>
            <p:nvPr/>
          </p:nvSpPr>
          <p:spPr>
            <a:xfrm>
              <a:off x="8026921" y="5041736"/>
              <a:ext cx="2871" cy="2871"/>
            </a:xfrm>
            <a:custGeom>
              <a:avLst/>
              <a:gdLst>
                <a:gd name="connsiteX0" fmla="*/ 1690 w 2871"/>
                <a:gd name="connsiteY0" fmla="*/ 2848 h 2871"/>
                <a:gd name="connsiteX1" fmla="*/ 2848 w 2871"/>
                <a:gd name="connsiteY1" fmla="*/ 1182 h 2871"/>
                <a:gd name="connsiteX2" fmla="*/ 1182 w 2871"/>
                <a:gd name="connsiteY2" fmla="*/ 23 h 2871"/>
                <a:gd name="connsiteX3" fmla="*/ 23 w 2871"/>
                <a:gd name="connsiteY3" fmla="*/ 1690 h 2871"/>
                <a:gd name="connsiteX4" fmla="*/ 1690 w 2871"/>
                <a:gd name="connsiteY4" fmla="*/ 2848 h 2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1" h="2871">
                  <a:moveTo>
                    <a:pt x="1690" y="2848"/>
                  </a:moveTo>
                  <a:cubicBezTo>
                    <a:pt x="2481" y="2707"/>
                    <a:pt x="2989" y="1973"/>
                    <a:pt x="2848" y="1182"/>
                  </a:cubicBezTo>
                  <a:cubicBezTo>
                    <a:pt x="2707" y="391"/>
                    <a:pt x="1973" y="-118"/>
                    <a:pt x="1182" y="23"/>
                  </a:cubicBezTo>
                  <a:cubicBezTo>
                    <a:pt x="391" y="165"/>
                    <a:pt x="-117" y="899"/>
                    <a:pt x="23" y="1690"/>
                  </a:cubicBezTo>
                  <a:cubicBezTo>
                    <a:pt x="165" y="2481"/>
                    <a:pt x="899" y="2989"/>
                    <a:pt x="1690" y="2848"/>
                  </a:cubicBezTo>
                  <a:close/>
                </a:path>
              </a:pathLst>
            </a:custGeom>
            <a:noFill/>
            <a:ln w="8472" cap="flat">
              <a:solidFill>
                <a:srgbClr val="01355A"/>
              </a:solidFill>
              <a:prstDash val="solid"/>
              <a:miter/>
            </a:ln>
          </p:spPr>
          <p:txBody>
            <a:bodyPr rtlCol="1" anchor="ctr"/>
            <a:lstStyle/>
            <a:p>
              <a:endParaRPr lang="ar-SA"/>
            </a:p>
          </p:txBody>
        </p:sp>
        <p:sp>
          <p:nvSpPr>
            <p:cNvPr id="10557" name="شكل حر: شكل 11805">
              <a:extLst>
                <a:ext uri="{FF2B5EF4-FFF2-40B4-BE49-F238E27FC236}">
                  <a16:creationId xmlns:a16="http://schemas.microsoft.com/office/drawing/2014/main" id="{FE6CFFF9-A611-37B8-5379-2AD1F9480A25}"/>
                </a:ext>
              </a:extLst>
            </p:cNvPr>
            <p:cNvSpPr/>
            <p:nvPr/>
          </p:nvSpPr>
          <p:spPr>
            <a:xfrm>
              <a:off x="8008482" y="4991690"/>
              <a:ext cx="2860" cy="2860"/>
            </a:xfrm>
            <a:custGeom>
              <a:avLst/>
              <a:gdLst>
                <a:gd name="connsiteX0" fmla="*/ 2137 w 2860"/>
                <a:gd name="connsiteY0" fmla="*/ 2673 h 2860"/>
                <a:gd name="connsiteX1" fmla="*/ 2673 w 2860"/>
                <a:gd name="connsiteY1" fmla="*/ 724 h 2860"/>
                <a:gd name="connsiteX2" fmla="*/ 724 w 2860"/>
                <a:gd name="connsiteY2" fmla="*/ 187 h 2860"/>
                <a:gd name="connsiteX3" fmla="*/ 187 w 2860"/>
                <a:gd name="connsiteY3" fmla="*/ 2136 h 2860"/>
                <a:gd name="connsiteX4" fmla="*/ 2137 w 2860"/>
                <a:gd name="connsiteY4" fmla="*/ 2673 h 2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0" h="2860">
                  <a:moveTo>
                    <a:pt x="2137" y="2673"/>
                  </a:moveTo>
                  <a:cubicBezTo>
                    <a:pt x="2815" y="2278"/>
                    <a:pt x="3068" y="1402"/>
                    <a:pt x="2673" y="724"/>
                  </a:cubicBezTo>
                  <a:cubicBezTo>
                    <a:pt x="2277" y="46"/>
                    <a:pt x="1402" y="-208"/>
                    <a:pt x="724" y="187"/>
                  </a:cubicBezTo>
                  <a:cubicBezTo>
                    <a:pt x="47" y="583"/>
                    <a:pt x="-208" y="1459"/>
                    <a:pt x="187" y="2136"/>
                  </a:cubicBezTo>
                  <a:cubicBezTo>
                    <a:pt x="583" y="2814"/>
                    <a:pt x="1459" y="3068"/>
                    <a:pt x="2137" y="2673"/>
                  </a:cubicBezTo>
                  <a:close/>
                </a:path>
              </a:pathLst>
            </a:custGeom>
            <a:noFill/>
            <a:ln w="8472" cap="flat">
              <a:solidFill>
                <a:srgbClr val="01355A"/>
              </a:solidFill>
              <a:prstDash val="solid"/>
              <a:miter/>
            </a:ln>
          </p:spPr>
          <p:txBody>
            <a:bodyPr rtlCol="1" anchor="ctr"/>
            <a:lstStyle/>
            <a:p>
              <a:endParaRPr lang="ar-SA"/>
            </a:p>
          </p:txBody>
        </p:sp>
        <p:sp>
          <p:nvSpPr>
            <p:cNvPr id="10558" name="شكل حر: شكل 11806">
              <a:extLst>
                <a:ext uri="{FF2B5EF4-FFF2-40B4-BE49-F238E27FC236}">
                  <a16:creationId xmlns:a16="http://schemas.microsoft.com/office/drawing/2014/main" id="{99357B4E-A320-69A0-7C85-57DFB728D274}"/>
                </a:ext>
              </a:extLst>
            </p:cNvPr>
            <p:cNvSpPr/>
            <p:nvPr/>
          </p:nvSpPr>
          <p:spPr>
            <a:xfrm>
              <a:off x="7974046" y="4950984"/>
              <a:ext cx="2842" cy="2842"/>
            </a:xfrm>
            <a:custGeom>
              <a:avLst/>
              <a:gdLst>
                <a:gd name="connsiteX0" fmla="*/ 2509 w 2842"/>
                <a:gd name="connsiteY0" fmla="*/ 2339 h 2842"/>
                <a:gd name="connsiteX1" fmla="*/ 2339 w 2842"/>
                <a:gd name="connsiteY1" fmla="*/ 334 h 2842"/>
                <a:gd name="connsiteX2" fmla="*/ 334 w 2842"/>
                <a:gd name="connsiteY2" fmla="*/ 503 h 2842"/>
                <a:gd name="connsiteX3" fmla="*/ 503 w 2842"/>
                <a:gd name="connsiteY3" fmla="*/ 2509 h 2842"/>
                <a:gd name="connsiteX4" fmla="*/ 2509 w 2842"/>
                <a:gd name="connsiteY4" fmla="*/ 2339 h 2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2" h="2842">
                  <a:moveTo>
                    <a:pt x="2509" y="2339"/>
                  </a:moveTo>
                  <a:cubicBezTo>
                    <a:pt x="3017" y="1746"/>
                    <a:pt x="2932" y="842"/>
                    <a:pt x="2339" y="334"/>
                  </a:cubicBezTo>
                  <a:cubicBezTo>
                    <a:pt x="1746" y="-175"/>
                    <a:pt x="842" y="-90"/>
                    <a:pt x="334" y="503"/>
                  </a:cubicBezTo>
                  <a:cubicBezTo>
                    <a:pt x="-175" y="1096"/>
                    <a:pt x="-90" y="2000"/>
                    <a:pt x="503" y="2509"/>
                  </a:cubicBezTo>
                  <a:cubicBezTo>
                    <a:pt x="1096" y="3017"/>
                    <a:pt x="2000" y="2932"/>
                    <a:pt x="2509" y="2339"/>
                  </a:cubicBezTo>
                  <a:close/>
                </a:path>
              </a:pathLst>
            </a:custGeom>
            <a:noFill/>
            <a:ln w="8472" cap="flat">
              <a:solidFill>
                <a:srgbClr val="01355A"/>
              </a:solidFill>
              <a:prstDash val="solid"/>
              <a:miter/>
            </a:ln>
          </p:spPr>
          <p:txBody>
            <a:bodyPr rtlCol="1" anchor="ctr"/>
            <a:lstStyle/>
            <a:p>
              <a:endParaRPr lang="ar-SA"/>
            </a:p>
          </p:txBody>
        </p:sp>
        <p:sp>
          <p:nvSpPr>
            <p:cNvPr id="10559" name="شكل حر: شكل 11807">
              <a:extLst>
                <a:ext uri="{FF2B5EF4-FFF2-40B4-BE49-F238E27FC236}">
                  <a16:creationId xmlns:a16="http://schemas.microsoft.com/office/drawing/2014/main" id="{08F8A44A-870E-7FAC-C3CB-4AE4B91FE0E5}"/>
                </a:ext>
              </a:extLst>
            </p:cNvPr>
            <p:cNvSpPr/>
            <p:nvPr/>
          </p:nvSpPr>
          <p:spPr>
            <a:xfrm>
              <a:off x="7927740" y="4924477"/>
              <a:ext cx="2866" cy="2866"/>
            </a:xfrm>
            <a:custGeom>
              <a:avLst/>
              <a:gdLst>
                <a:gd name="connsiteX0" fmla="*/ 2775 w 2866"/>
                <a:gd name="connsiteY0" fmla="*/ 1928 h 2866"/>
                <a:gd name="connsiteX1" fmla="*/ 1927 w 2866"/>
                <a:gd name="connsiteY1" fmla="*/ 92 h 2866"/>
                <a:gd name="connsiteX2" fmla="*/ 92 w 2866"/>
                <a:gd name="connsiteY2" fmla="*/ 939 h 2866"/>
                <a:gd name="connsiteX3" fmla="*/ 939 w 2866"/>
                <a:gd name="connsiteY3" fmla="*/ 2775 h 2866"/>
                <a:gd name="connsiteX4" fmla="*/ 2775 w 2866"/>
                <a:gd name="connsiteY4" fmla="*/ 1928 h 28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6" h="2866">
                  <a:moveTo>
                    <a:pt x="2775" y="1928"/>
                  </a:moveTo>
                  <a:cubicBezTo>
                    <a:pt x="3058" y="1193"/>
                    <a:pt x="2662" y="374"/>
                    <a:pt x="1927" y="92"/>
                  </a:cubicBezTo>
                  <a:cubicBezTo>
                    <a:pt x="1193" y="-191"/>
                    <a:pt x="374" y="205"/>
                    <a:pt x="92" y="939"/>
                  </a:cubicBezTo>
                  <a:cubicBezTo>
                    <a:pt x="-191" y="1673"/>
                    <a:pt x="205" y="2492"/>
                    <a:pt x="939" y="2775"/>
                  </a:cubicBezTo>
                  <a:cubicBezTo>
                    <a:pt x="1674" y="3057"/>
                    <a:pt x="2492" y="2662"/>
                    <a:pt x="2775" y="1928"/>
                  </a:cubicBezTo>
                  <a:close/>
                </a:path>
              </a:pathLst>
            </a:custGeom>
            <a:noFill/>
            <a:ln w="8472" cap="flat">
              <a:solidFill>
                <a:srgbClr val="01355A"/>
              </a:solidFill>
              <a:prstDash val="solid"/>
              <a:miter/>
            </a:ln>
          </p:spPr>
          <p:txBody>
            <a:bodyPr rtlCol="1" anchor="ctr"/>
            <a:lstStyle/>
            <a:p>
              <a:endParaRPr lang="ar-SA"/>
            </a:p>
          </p:txBody>
        </p:sp>
        <p:sp>
          <p:nvSpPr>
            <p:cNvPr id="10560" name="شكل حر: شكل 11808">
              <a:extLst>
                <a:ext uri="{FF2B5EF4-FFF2-40B4-BE49-F238E27FC236}">
                  <a16:creationId xmlns:a16="http://schemas.microsoft.com/office/drawing/2014/main" id="{A9452500-860C-3C19-67CE-1300D842F5F0}"/>
                </a:ext>
              </a:extLst>
            </p:cNvPr>
            <p:cNvSpPr/>
            <p:nvPr/>
          </p:nvSpPr>
          <p:spPr>
            <a:xfrm>
              <a:off x="7819679" y="5005351"/>
              <a:ext cx="107219" cy="130155"/>
            </a:xfrm>
            <a:custGeom>
              <a:avLst/>
              <a:gdLst>
                <a:gd name="connsiteX0" fmla="*/ 107220 w 107219"/>
                <a:gd name="connsiteY0" fmla="*/ 114677 h 130155"/>
                <a:gd name="connsiteX1" fmla="*/ 65078 w 107219"/>
                <a:gd name="connsiteY1" fmla="*/ 130155 h 130155"/>
                <a:gd name="connsiteX2" fmla="*/ 0 w 107219"/>
                <a:gd name="connsiteY2" fmla="*/ 65078 h 130155"/>
                <a:gd name="connsiteX3" fmla="*/ 65078 w 107219"/>
                <a:gd name="connsiteY3" fmla="*/ 0 h 130155"/>
                <a:gd name="connsiteX4" fmla="*/ 107220 w 107219"/>
                <a:gd name="connsiteY4" fmla="*/ 15478 h 130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219" h="130155">
                  <a:moveTo>
                    <a:pt x="107220" y="114677"/>
                  </a:moveTo>
                  <a:cubicBezTo>
                    <a:pt x="95865" y="124337"/>
                    <a:pt x="81149" y="130155"/>
                    <a:pt x="65078" y="130155"/>
                  </a:cubicBezTo>
                  <a:cubicBezTo>
                    <a:pt x="29150" y="130155"/>
                    <a:pt x="0" y="101034"/>
                    <a:pt x="0" y="65078"/>
                  </a:cubicBezTo>
                  <a:cubicBezTo>
                    <a:pt x="0" y="29121"/>
                    <a:pt x="29121" y="0"/>
                    <a:pt x="65078" y="0"/>
                  </a:cubicBezTo>
                  <a:cubicBezTo>
                    <a:pt x="81149" y="0"/>
                    <a:pt x="95865" y="5819"/>
                    <a:pt x="107220" y="15478"/>
                  </a:cubicBezTo>
                </a:path>
              </a:pathLst>
            </a:custGeom>
            <a:noFill/>
            <a:ln w="8472" cap="flat">
              <a:solidFill>
                <a:srgbClr val="17A3A3"/>
              </a:solidFill>
              <a:prstDash val="solid"/>
              <a:miter/>
            </a:ln>
          </p:spPr>
          <p:txBody>
            <a:bodyPr rtlCol="1" anchor="ctr"/>
            <a:lstStyle/>
            <a:p>
              <a:endParaRPr lang="ar-SA"/>
            </a:p>
          </p:txBody>
        </p:sp>
        <p:grpSp>
          <p:nvGrpSpPr>
            <p:cNvPr id="10561" name="رسم 8014">
              <a:extLst>
                <a:ext uri="{FF2B5EF4-FFF2-40B4-BE49-F238E27FC236}">
                  <a16:creationId xmlns:a16="http://schemas.microsoft.com/office/drawing/2014/main" id="{BC9881D9-FF89-AE45-AFBA-9F75D4A7B987}"/>
                </a:ext>
              </a:extLst>
            </p:cNvPr>
            <p:cNvGrpSpPr/>
            <p:nvPr/>
          </p:nvGrpSpPr>
          <p:grpSpPr>
            <a:xfrm>
              <a:off x="7803608" y="5056984"/>
              <a:ext cx="73268" cy="26946"/>
              <a:chOff x="7803608" y="5056984"/>
              <a:chExt cx="73268" cy="26946"/>
            </a:xfrm>
          </p:grpSpPr>
          <p:sp>
            <p:nvSpPr>
              <p:cNvPr id="10562" name="شكل حر: شكل 11810">
                <a:extLst>
                  <a:ext uri="{FF2B5EF4-FFF2-40B4-BE49-F238E27FC236}">
                    <a16:creationId xmlns:a16="http://schemas.microsoft.com/office/drawing/2014/main" id="{D03EB528-1E16-524A-5E22-6B2DA9D07646}"/>
                  </a:ext>
                </a:extLst>
              </p:cNvPr>
              <p:cNvSpPr/>
              <p:nvPr/>
            </p:nvSpPr>
            <p:spPr>
              <a:xfrm>
                <a:off x="7803608" y="5056984"/>
                <a:ext cx="73268" cy="2824"/>
              </a:xfrm>
              <a:custGeom>
                <a:avLst/>
                <a:gdLst>
                  <a:gd name="connsiteX0" fmla="*/ 0 w 73268"/>
                  <a:gd name="connsiteY0" fmla="*/ 0 h 2824"/>
                  <a:gd name="connsiteX1" fmla="*/ 73269 w 73268"/>
                  <a:gd name="connsiteY1" fmla="*/ 0 h 2824"/>
                </a:gdLst>
                <a:ahLst/>
                <a:cxnLst>
                  <a:cxn ang="0">
                    <a:pos x="connsiteX0" y="connsiteY0"/>
                  </a:cxn>
                  <a:cxn ang="0">
                    <a:pos x="connsiteX1" y="connsiteY1"/>
                  </a:cxn>
                </a:cxnLst>
                <a:rect l="l" t="t" r="r" b="b"/>
                <a:pathLst>
                  <a:path w="73268" h="2824">
                    <a:moveTo>
                      <a:pt x="0" y="0"/>
                    </a:moveTo>
                    <a:lnTo>
                      <a:pt x="73269" y="0"/>
                    </a:lnTo>
                  </a:path>
                </a:pathLst>
              </a:custGeom>
              <a:ln w="8472" cap="flat">
                <a:solidFill>
                  <a:srgbClr val="01355A"/>
                </a:solidFill>
                <a:prstDash val="solid"/>
                <a:miter/>
              </a:ln>
            </p:spPr>
            <p:txBody>
              <a:bodyPr rtlCol="1" anchor="ctr"/>
              <a:lstStyle/>
              <a:p>
                <a:endParaRPr lang="ar-SA"/>
              </a:p>
            </p:txBody>
          </p:sp>
          <p:sp>
            <p:nvSpPr>
              <p:cNvPr id="10563" name="شكل حر: شكل 11811">
                <a:extLst>
                  <a:ext uri="{FF2B5EF4-FFF2-40B4-BE49-F238E27FC236}">
                    <a16:creationId xmlns:a16="http://schemas.microsoft.com/office/drawing/2014/main" id="{C6783F34-044D-CA3C-9CDE-FC075B1578A3}"/>
                  </a:ext>
                </a:extLst>
              </p:cNvPr>
              <p:cNvSpPr/>
              <p:nvPr/>
            </p:nvSpPr>
            <p:spPr>
              <a:xfrm>
                <a:off x="7803608" y="5083930"/>
                <a:ext cx="73268" cy="2824"/>
              </a:xfrm>
              <a:custGeom>
                <a:avLst/>
                <a:gdLst>
                  <a:gd name="connsiteX0" fmla="*/ 0 w 73268"/>
                  <a:gd name="connsiteY0" fmla="*/ 0 h 2824"/>
                  <a:gd name="connsiteX1" fmla="*/ 73269 w 73268"/>
                  <a:gd name="connsiteY1" fmla="*/ 0 h 2824"/>
                </a:gdLst>
                <a:ahLst/>
                <a:cxnLst>
                  <a:cxn ang="0">
                    <a:pos x="connsiteX0" y="connsiteY0"/>
                  </a:cxn>
                  <a:cxn ang="0">
                    <a:pos x="connsiteX1" y="connsiteY1"/>
                  </a:cxn>
                </a:cxnLst>
                <a:rect l="l" t="t" r="r" b="b"/>
                <a:pathLst>
                  <a:path w="73268" h="2824">
                    <a:moveTo>
                      <a:pt x="0" y="0"/>
                    </a:moveTo>
                    <a:lnTo>
                      <a:pt x="73269" y="0"/>
                    </a:lnTo>
                  </a:path>
                </a:pathLst>
              </a:custGeom>
              <a:ln w="8472" cap="flat">
                <a:solidFill>
                  <a:srgbClr val="01355A"/>
                </a:solidFill>
                <a:prstDash val="solid"/>
                <a:miter/>
              </a:ln>
            </p:spPr>
            <p:txBody>
              <a:bodyPr rtlCol="1" anchor="ctr"/>
              <a:lstStyle/>
              <a:p>
                <a:endParaRPr lang="ar-SA"/>
              </a:p>
            </p:txBody>
          </p:sp>
        </p:grpSp>
      </p:grpSp>
      <p:grpSp>
        <p:nvGrpSpPr>
          <p:cNvPr id="10564" name="رسم 8014">
            <a:extLst>
              <a:ext uri="{FF2B5EF4-FFF2-40B4-BE49-F238E27FC236}">
                <a16:creationId xmlns:a16="http://schemas.microsoft.com/office/drawing/2014/main" id="{2741241C-D642-5A2E-6FD2-303384FB7778}"/>
              </a:ext>
            </a:extLst>
          </p:cNvPr>
          <p:cNvGrpSpPr/>
          <p:nvPr/>
        </p:nvGrpSpPr>
        <p:grpSpPr>
          <a:xfrm>
            <a:off x="4579845" y="5691496"/>
            <a:ext cx="326737" cy="307827"/>
            <a:chOff x="4555716" y="5405575"/>
            <a:chExt cx="390549" cy="390549"/>
          </a:xfrm>
          <a:noFill/>
        </p:grpSpPr>
        <p:sp>
          <p:nvSpPr>
            <p:cNvPr id="10565" name="شكل حر: شكل 11813">
              <a:extLst>
                <a:ext uri="{FF2B5EF4-FFF2-40B4-BE49-F238E27FC236}">
                  <a16:creationId xmlns:a16="http://schemas.microsoft.com/office/drawing/2014/main" id="{2431C13A-ACF9-DFD9-1C0F-748F752FAC2B}"/>
                </a:ext>
              </a:extLst>
            </p:cNvPr>
            <p:cNvSpPr/>
            <p:nvPr/>
          </p:nvSpPr>
          <p:spPr>
            <a:xfrm rot="-4978800">
              <a:off x="4575812" y="5425672"/>
              <a:ext cx="350356" cy="350356"/>
            </a:xfrm>
            <a:custGeom>
              <a:avLst/>
              <a:gdLst>
                <a:gd name="connsiteX0" fmla="*/ 350357 w 350356"/>
                <a:gd name="connsiteY0" fmla="*/ 175178 h 350356"/>
                <a:gd name="connsiteX1" fmla="*/ 175179 w 350356"/>
                <a:gd name="connsiteY1" fmla="*/ 350357 h 350356"/>
                <a:gd name="connsiteX2" fmla="*/ 0 w 350356"/>
                <a:gd name="connsiteY2" fmla="*/ 175178 h 350356"/>
                <a:gd name="connsiteX3" fmla="*/ 175179 w 350356"/>
                <a:gd name="connsiteY3" fmla="*/ 0 h 350356"/>
                <a:gd name="connsiteX4" fmla="*/ 350357 w 350356"/>
                <a:gd name="connsiteY4" fmla="*/ 175178 h 350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356" h="350356">
                  <a:moveTo>
                    <a:pt x="350357" y="175178"/>
                  </a:moveTo>
                  <a:cubicBezTo>
                    <a:pt x="350357" y="271927"/>
                    <a:pt x="271927" y="350357"/>
                    <a:pt x="175179" y="350357"/>
                  </a:cubicBezTo>
                  <a:cubicBezTo>
                    <a:pt x="78430" y="350357"/>
                    <a:pt x="0" y="271927"/>
                    <a:pt x="0" y="175178"/>
                  </a:cubicBezTo>
                  <a:cubicBezTo>
                    <a:pt x="0" y="78430"/>
                    <a:pt x="78430" y="0"/>
                    <a:pt x="175179" y="0"/>
                  </a:cubicBezTo>
                  <a:cubicBezTo>
                    <a:pt x="271927" y="0"/>
                    <a:pt x="350357" y="78430"/>
                    <a:pt x="350357" y="175178"/>
                  </a:cubicBezTo>
                  <a:close/>
                </a:path>
              </a:pathLst>
            </a:custGeom>
            <a:noFill/>
            <a:ln w="8472" cap="flat">
              <a:solidFill>
                <a:srgbClr val="01355A"/>
              </a:solidFill>
              <a:prstDash val="solid"/>
              <a:miter/>
            </a:ln>
          </p:spPr>
          <p:txBody>
            <a:bodyPr rtlCol="1" anchor="ctr"/>
            <a:lstStyle/>
            <a:p>
              <a:endParaRPr lang="ar-SA"/>
            </a:p>
          </p:txBody>
        </p:sp>
        <p:sp>
          <p:nvSpPr>
            <p:cNvPr id="10566" name="شكل حر: شكل 11814">
              <a:extLst>
                <a:ext uri="{FF2B5EF4-FFF2-40B4-BE49-F238E27FC236}">
                  <a16:creationId xmlns:a16="http://schemas.microsoft.com/office/drawing/2014/main" id="{E1E7A238-E9B3-935F-F7E0-4AC9C2E6D209}"/>
                </a:ext>
              </a:extLst>
            </p:cNvPr>
            <p:cNvSpPr/>
            <p:nvPr/>
          </p:nvSpPr>
          <p:spPr>
            <a:xfrm>
              <a:off x="4748832" y="5443410"/>
              <a:ext cx="2880" cy="2880"/>
            </a:xfrm>
            <a:custGeom>
              <a:avLst/>
              <a:gdLst>
                <a:gd name="connsiteX0" fmla="*/ 2881 w 2880"/>
                <a:gd name="connsiteY0" fmla="*/ 1440 h 2880"/>
                <a:gd name="connsiteX1" fmla="*/ 1441 w 2880"/>
                <a:gd name="connsiteY1" fmla="*/ 0 h 2880"/>
                <a:gd name="connsiteX2" fmla="*/ 0 w 2880"/>
                <a:gd name="connsiteY2" fmla="*/ 1440 h 2880"/>
                <a:gd name="connsiteX3" fmla="*/ 1441 w 2880"/>
                <a:gd name="connsiteY3" fmla="*/ 2881 h 2880"/>
                <a:gd name="connsiteX4" fmla="*/ 2881 w 2880"/>
                <a:gd name="connsiteY4" fmla="*/ 1440 h 2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0" h="2880">
                  <a:moveTo>
                    <a:pt x="2881" y="1440"/>
                  </a:moveTo>
                  <a:cubicBezTo>
                    <a:pt x="2881" y="650"/>
                    <a:pt x="2231" y="0"/>
                    <a:pt x="1441" y="0"/>
                  </a:cubicBezTo>
                  <a:cubicBezTo>
                    <a:pt x="650" y="0"/>
                    <a:pt x="0" y="650"/>
                    <a:pt x="0" y="1440"/>
                  </a:cubicBezTo>
                  <a:cubicBezTo>
                    <a:pt x="0" y="2231"/>
                    <a:pt x="650" y="2881"/>
                    <a:pt x="1441" y="2881"/>
                  </a:cubicBezTo>
                  <a:cubicBezTo>
                    <a:pt x="2231" y="2881"/>
                    <a:pt x="2881" y="2231"/>
                    <a:pt x="2881" y="1440"/>
                  </a:cubicBezTo>
                  <a:close/>
                </a:path>
              </a:pathLst>
            </a:custGeom>
            <a:noFill/>
            <a:ln w="8472" cap="flat">
              <a:solidFill>
                <a:srgbClr val="01355A"/>
              </a:solidFill>
              <a:prstDash val="solid"/>
              <a:miter/>
            </a:ln>
          </p:spPr>
          <p:txBody>
            <a:bodyPr rtlCol="1" anchor="ctr"/>
            <a:lstStyle/>
            <a:p>
              <a:endParaRPr lang="ar-SA"/>
            </a:p>
          </p:txBody>
        </p:sp>
        <p:sp>
          <p:nvSpPr>
            <p:cNvPr id="10567" name="شكل حر: شكل 11815">
              <a:extLst>
                <a:ext uri="{FF2B5EF4-FFF2-40B4-BE49-F238E27FC236}">
                  <a16:creationId xmlns:a16="http://schemas.microsoft.com/office/drawing/2014/main" id="{DC15DDCC-4FB0-E331-2DE7-C618E207AB7D}"/>
                </a:ext>
              </a:extLst>
            </p:cNvPr>
            <p:cNvSpPr/>
            <p:nvPr/>
          </p:nvSpPr>
          <p:spPr>
            <a:xfrm>
              <a:off x="4695566" y="5453018"/>
              <a:ext cx="2899" cy="2899"/>
            </a:xfrm>
            <a:custGeom>
              <a:avLst/>
              <a:gdLst>
                <a:gd name="connsiteX0" fmla="*/ 2820 w 2899"/>
                <a:gd name="connsiteY0" fmla="*/ 956 h 2899"/>
                <a:gd name="connsiteX1" fmla="*/ 956 w 2899"/>
                <a:gd name="connsiteY1" fmla="*/ 80 h 2899"/>
                <a:gd name="connsiteX2" fmla="*/ 80 w 2899"/>
                <a:gd name="connsiteY2" fmla="*/ 1944 h 2899"/>
                <a:gd name="connsiteX3" fmla="*/ 1944 w 2899"/>
                <a:gd name="connsiteY3" fmla="*/ 2820 h 2899"/>
                <a:gd name="connsiteX4" fmla="*/ 2820 w 2899"/>
                <a:gd name="connsiteY4" fmla="*/ 956 h 2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9" h="2899">
                  <a:moveTo>
                    <a:pt x="2820" y="956"/>
                  </a:moveTo>
                  <a:cubicBezTo>
                    <a:pt x="2537" y="193"/>
                    <a:pt x="1718" y="-174"/>
                    <a:pt x="956" y="80"/>
                  </a:cubicBezTo>
                  <a:cubicBezTo>
                    <a:pt x="193" y="362"/>
                    <a:pt x="-174" y="1182"/>
                    <a:pt x="80" y="1944"/>
                  </a:cubicBezTo>
                  <a:cubicBezTo>
                    <a:pt x="362" y="2707"/>
                    <a:pt x="1182" y="3074"/>
                    <a:pt x="1944" y="2820"/>
                  </a:cubicBezTo>
                  <a:cubicBezTo>
                    <a:pt x="2707" y="2537"/>
                    <a:pt x="3074" y="1718"/>
                    <a:pt x="2820" y="956"/>
                  </a:cubicBezTo>
                  <a:close/>
                </a:path>
              </a:pathLst>
            </a:custGeom>
            <a:noFill/>
            <a:ln w="8472" cap="flat">
              <a:solidFill>
                <a:srgbClr val="01355A"/>
              </a:solidFill>
              <a:prstDash val="solid"/>
              <a:miter/>
            </a:ln>
          </p:spPr>
          <p:txBody>
            <a:bodyPr rtlCol="1" anchor="ctr"/>
            <a:lstStyle/>
            <a:p>
              <a:endParaRPr lang="ar-SA"/>
            </a:p>
          </p:txBody>
        </p:sp>
        <p:sp>
          <p:nvSpPr>
            <p:cNvPr id="10568" name="شكل حر: شكل 11816">
              <a:extLst>
                <a:ext uri="{FF2B5EF4-FFF2-40B4-BE49-F238E27FC236}">
                  <a16:creationId xmlns:a16="http://schemas.microsoft.com/office/drawing/2014/main" id="{0A76CDA5-C82E-C9D7-8EC2-3DB5BB169AA3}"/>
                </a:ext>
              </a:extLst>
            </p:cNvPr>
            <p:cNvSpPr/>
            <p:nvPr/>
          </p:nvSpPr>
          <p:spPr>
            <a:xfrm>
              <a:off x="4648827" y="5480254"/>
              <a:ext cx="2912" cy="2912"/>
            </a:xfrm>
            <a:custGeom>
              <a:avLst/>
              <a:gdLst>
                <a:gd name="connsiteX0" fmla="*/ 2558 w 2912"/>
                <a:gd name="connsiteY0" fmla="*/ 524 h 2912"/>
                <a:gd name="connsiteX1" fmla="*/ 524 w 2912"/>
                <a:gd name="connsiteY1" fmla="*/ 355 h 2912"/>
                <a:gd name="connsiteX2" fmla="*/ 355 w 2912"/>
                <a:gd name="connsiteY2" fmla="*/ 2388 h 2912"/>
                <a:gd name="connsiteX3" fmla="*/ 2388 w 2912"/>
                <a:gd name="connsiteY3" fmla="*/ 2558 h 2912"/>
                <a:gd name="connsiteX4" fmla="*/ 2558 w 2912"/>
                <a:gd name="connsiteY4" fmla="*/ 524 h 2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2" h="2912">
                  <a:moveTo>
                    <a:pt x="2558" y="524"/>
                  </a:moveTo>
                  <a:cubicBezTo>
                    <a:pt x="2050" y="-97"/>
                    <a:pt x="1118" y="-182"/>
                    <a:pt x="524" y="355"/>
                  </a:cubicBezTo>
                  <a:cubicBezTo>
                    <a:pt x="-97" y="863"/>
                    <a:pt x="-182" y="1795"/>
                    <a:pt x="355" y="2388"/>
                  </a:cubicBezTo>
                  <a:cubicBezTo>
                    <a:pt x="863" y="3010"/>
                    <a:pt x="1795" y="3094"/>
                    <a:pt x="2388" y="2558"/>
                  </a:cubicBezTo>
                  <a:cubicBezTo>
                    <a:pt x="3010" y="2049"/>
                    <a:pt x="3095" y="1117"/>
                    <a:pt x="2558" y="524"/>
                  </a:cubicBezTo>
                  <a:close/>
                </a:path>
              </a:pathLst>
            </a:custGeom>
            <a:noFill/>
            <a:ln w="8472" cap="flat">
              <a:solidFill>
                <a:srgbClr val="01355A"/>
              </a:solidFill>
              <a:prstDash val="solid"/>
              <a:miter/>
            </a:ln>
          </p:spPr>
          <p:txBody>
            <a:bodyPr rtlCol="1" anchor="ctr"/>
            <a:lstStyle/>
            <a:p>
              <a:endParaRPr lang="ar-SA"/>
            </a:p>
          </p:txBody>
        </p:sp>
        <p:sp>
          <p:nvSpPr>
            <p:cNvPr id="10569" name="شكل حر: شكل 11817">
              <a:extLst>
                <a:ext uri="{FF2B5EF4-FFF2-40B4-BE49-F238E27FC236}">
                  <a16:creationId xmlns:a16="http://schemas.microsoft.com/office/drawing/2014/main" id="{B4C50BEF-0012-4FD3-B5EB-E34D45B34904}"/>
                </a:ext>
              </a:extLst>
            </p:cNvPr>
            <p:cNvSpPr/>
            <p:nvPr/>
          </p:nvSpPr>
          <p:spPr>
            <a:xfrm>
              <a:off x="4614218" y="5521852"/>
              <a:ext cx="2901" cy="2901"/>
            </a:xfrm>
            <a:custGeom>
              <a:avLst/>
              <a:gdLst>
                <a:gd name="connsiteX0" fmla="*/ 2171 w 2901"/>
                <a:gd name="connsiteY0" fmla="*/ 194 h 2901"/>
                <a:gd name="connsiteX1" fmla="*/ 194 w 2901"/>
                <a:gd name="connsiteY1" fmla="*/ 730 h 2901"/>
                <a:gd name="connsiteX2" fmla="*/ 730 w 2901"/>
                <a:gd name="connsiteY2" fmla="*/ 2707 h 2901"/>
                <a:gd name="connsiteX3" fmla="*/ 2707 w 2901"/>
                <a:gd name="connsiteY3" fmla="*/ 2171 h 2901"/>
                <a:gd name="connsiteX4" fmla="*/ 2171 w 2901"/>
                <a:gd name="connsiteY4" fmla="*/ 194 h 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1" h="2901">
                  <a:moveTo>
                    <a:pt x="2171" y="194"/>
                  </a:moveTo>
                  <a:cubicBezTo>
                    <a:pt x="1465" y="-202"/>
                    <a:pt x="589" y="24"/>
                    <a:pt x="194" y="730"/>
                  </a:cubicBezTo>
                  <a:cubicBezTo>
                    <a:pt x="-202" y="1436"/>
                    <a:pt x="24" y="2312"/>
                    <a:pt x="730" y="2707"/>
                  </a:cubicBezTo>
                  <a:cubicBezTo>
                    <a:pt x="1436" y="3103"/>
                    <a:pt x="2312" y="2877"/>
                    <a:pt x="2707" y="2171"/>
                  </a:cubicBezTo>
                  <a:cubicBezTo>
                    <a:pt x="3103" y="1465"/>
                    <a:pt x="2877" y="589"/>
                    <a:pt x="2171" y="194"/>
                  </a:cubicBezTo>
                  <a:close/>
                </a:path>
              </a:pathLst>
            </a:custGeom>
            <a:noFill/>
            <a:ln w="8472" cap="flat">
              <a:solidFill>
                <a:srgbClr val="01355A"/>
              </a:solidFill>
              <a:prstDash val="solid"/>
              <a:miter/>
            </a:ln>
          </p:spPr>
          <p:txBody>
            <a:bodyPr rtlCol="1" anchor="ctr"/>
            <a:lstStyle/>
            <a:p>
              <a:endParaRPr lang="ar-SA"/>
            </a:p>
          </p:txBody>
        </p:sp>
        <p:sp>
          <p:nvSpPr>
            <p:cNvPr id="10570" name="شكل حر: شكل 11818">
              <a:extLst>
                <a:ext uri="{FF2B5EF4-FFF2-40B4-BE49-F238E27FC236}">
                  <a16:creationId xmlns:a16="http://schemas.microsoft.com/office/drawing/2014/main" id="{AEC17740-9A5D-24CB-9A64-83C9530160E7}"/>
                </a:ext>
              </a:extLst>
            </p:cNvPr>
            <p:cNvSpPr/>
            <p:nvPr/>
          </p:nvSpPr>
          <p:spPr>
            <a:xfrm>
              <a:off x="4595888" y="5572752"/>
              <a:ext cx="2926" cy="2926"/>
            </a:xfrm>
            <a:custGeom>
              <a:avLst/>
              <a:gdLst>
                <a:gd name="connsiteX0" fmla="*/ 1717 w 2926"/>
                <a:gd name="connsiteY0" fmla="*/ 23 h 2926"/>
                <a:gd name="connsiteX1" fmla="*/ 23 w 2926"/>
                <a:gd name="connsiteY1" fmla="*/ 1209 h 2926"/>
                <a:gd name="connsiteX2" fmla="*/ 1209 w 2926"/>
                <a:gd name="connsiteY2" fmla="*/ 2904 h 2926"/>
                <a:gd name="connsiteX3" fmla="*/ 2904 w 2926"/>
                <a:gd name="connsiteY3" fmla="*/ 1717 h 2926"/>
                <a:gd name="connsiteX4" fmla="*/ 1717 w 2926"/>
                <a:gd name="connsiteY4" fmla="*/ 23 h 29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6" h="2926">
                  <a:moveTo>
                    <a:pt x="1717" y="23"/>
                  </a:moveTo>
                  <a:cubicBezTo>
                    <a:pt x="926" y="-119"/>
                    <a:pt x="164" y="418"/>
                    <a:pt x="23" y="1209"/>
                  </a:cubicBezTo>
                  <a:cubicBezTo>
                    <a:pt x="-119" y="2000"/>
                    <a:pt x="418" y="2762"/>
                    <a:pt x="1209" y="2904"/>
                  </a:cubicBezTo>
                  <a:cubicBezTo>
                    <a:pt x="2000" y="3045"/>
                    <a:pt x="2762" y="2508"/>
                    <a:pt x="2904" y="1717"/>
                  </a:cubicBezTo>
                  <a:cubicBezTo>
                    <a:pt x="3045" y="927"/>
                    <a:pt x="2508" y="164"/>
                    <a:pt x="1717" y="23"/>
                  </a:cubicBezTo>
                  <a:close/>
                </a:path>
              </a:pathLst>
            </a:custGeom>
            <a:noFill/>
            <a:ln w="8472" cap="flat">
              <a:solidFill>
                <a:srgbClr val="01355A"/>
              </a:solidFill>
              <a:prstDash val="solid"/>
              <a:miter/>
            </a:ln>
          </p:spPr>
          <p:txBody>
            <a:bodyPr rtlCol="1" anchor="ctr"/>
            <a:lstStyle/>
            <a:p>
              <a:endParaRPr lang="ar-SA"/>
            </a:p>
          </p:txBody>
        </p:sp>
        <p:sp>
          <p:nvSpPr>
            <p:cNvPr id="10571" name="شكل حر: شكل 11819">
              <a:extLst>
                <a:ext uri="{FF2B5EF4-FFF2-40B4-BE49-F238E27FC236}">
                  <a16:creationId xmlns:a16="http://schemas.microsoft.com/office/drawing/2014/main" id="{0B30BE66-9FAF-6FFF-A93D-143A0A920A90}"/>
                </a:ext>
              </a:extLst>
            </p:cNvPr>
            <p:cNvSpPr/>
            <p:nvPr/>
          </p:nvSpPr>
          <p:spPr>
            <a:xfrm>
              <a:off x="4596086" y="5626870"/>
              <a:ext cx="2926" cy="2926"/>
            </a:xfrm>
            <a:custGeom>
              <a:avLst/>
              <a:gdLst>
                <a:gd name="connsiteX0" fmla="*/ 1209 w 2926"/>
                <a:gd name="connsiteY0" fmla="*/ 23 h 2926"/>
                <a:gd name="connsiteX1" fmla="*/ 23 w 2926"/>
                <a:gd name="connsiteY1" fmla="*/ 1717 h 2926"/>
                <a:gd name="connsiteX2" fmla="*/ 1717 w 2926"/>
                <a:gd name="connsiteY2" fmla="*/ 2904 h 2926"/>
                <a:gd name="connsiteX3" fmla="*/ 2904 w 2926"/>
                <a:gd name="connsiteY3" fmla="*/ 1209 h 2926"/>
                <a:gd name="connsiteX4" fmla="*/ 1209 w 2926"/>
                <a:gd name="connsiteY4" fmla="*/ 23 h 29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6" h="2926">
                  <a:moveTo>
                    <a:pt x="1209" y="23"/>
                  </a:moveTo>
                  <a:cubicBezTo>
                    <a:pt x="418" y="164"/>
                    <a:pt x="-119" y="926"/>
                    <a:pt x="23" y="1717"/>
                  </a:cubicBezTo>
                  <a:cubicBezTo>
                    <a:pt x="164" y="2508"/>
                    <a:pt x="927" y="3045"/>
                    <a:pt x="1717" y="2904"/>
                  </a:cubicBezTo>
                  <a:cubicBezTo>
                    <a:pt x="2508" y="2762"/>
                    <a:pt x="3045" y="2000"/>
                    <a:pt x="2904" y="1209"/>
                  </a:cubicBezTo>
                  <a:cubicBezTo>
                    <a:pt x="2762" y="418"/>
                    <a:pt x="2000" y="-119"/>
                    <a:pt x="1209" y="23"/>
                  </a:cubicBezTo>
                  <a:close/>
                </a:path>
              </a:pathLst>
            </a:custGeom>
            <a:noFill/>
            <a:ln w="8472" cap="flat">
              <a:solidFill>
                <a:srgbClr val="01355A"/>
              </a:solidFill>
              <a:prstDash val="solid"/>
              <a:miter/>
            </a:ln>
          </p:spPr>
          <p:txBody>
            <a:bodyPr rtlCol="1" anchor="ctr"/>
            <a:lstStyle/>
            <a:p>
              <a:endParaRPr lang="ar-SA"/>
            </a:p>
          </p:txBody>
        </p:sp>
        <p:sp>
          <p:nvSpPr>
            <p:cNvPr id="10572" name="شكل حر: شكل 11820">
              <a:extLst>
                <a:ext uri="{FF2B5EF4-FFF2-40B4-BE49-F238E27FC236}">
                  <a16:creationId xmlns:a16="http://schemas.microsoft.com/office/drawing/2014/main" id="{9767F4FA-A0AD-ADBE-2BFF-C20589E5473D}"/>
                </a:ext>
              </a:extLst>
            </p:cNvPr>
            <p:cNvSpPr/>
            <p:nvPr/>
          </p:nvSpPr>
          <p:spPr>
            <a:xfrm>
              <a:off x="4614811" y="5677626"/>
              <a:ext cx="2894" cy="2894"/>
            </a:xfrm>
            <a:custGeom>
              <a:avLst/>
              <a:gdLst>
                <a:gd name="connsiteX0" fmla="*/ 730 w 2894"/>
                <a:gd name="connsiteY0" fmla="*/ 194 h 2894"/>
                <a:gd name="connsiteX1" fmla="*/ 194 w 2894"/>
                <a:gd name="connsiteY1" fmla="*/ 2171 h 2894"/>
                <a:gd name="connsiteX2" fmla="*/ 2171 w 2894"/>
                <a:gd name="connsiteY2" fmla="*/ 2707 h 2894"/>
                <a:gd name="connsiteX3" fmla="*/ 2707 w 2894"/>
                <a:gd name="connsiteY3" fmla="*/ 730 h 2894"/>
                <a:gd name="connsiteX4" fmla="*/ 730 w 2894"/>
                <a:gd name="connsiteY4" fmla="*/ 194 h 2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4" h="2894">
                  <a:moveTo>
                    <a:pt x="730" y="194"/>
                  </a:moveTo>
                  <a:cubicBezTo>
                    <a:pt x="24" y="589"/>
                    <a:pt x="-202" y="1493"/>
                    <a:pt x="194" y="2171"/>
                  </a:cubicBezTo>
                  <a:cubicBezTo>
                    <a:pt x="589" y="2849"/>
                    <a:pt x="1493" y="3103"/>
                    <a:pt x="2171" y="2707"/>
                  </a:cubicBezTo>
                  <a:cubicBezTo>
                    <a:pt x="2849" y="2312"/>
                    <a:pt x="3103" y="1408"/>
                    <a:pt x="2707" y="730"/>
                  </a:cubicBezTo>
                  <a:cubicBezTo>
                    <a:pt x="2312" y="24"/>
                    <a:pt x="1408" y="-202"/>
                    <a:pt x="730" y="194"/>
                  </a:cubicBezTo>
                  <a:close/>
                </a:path>
              </a:pathLst>
            </a:custGeom>
            <a:noFill/>
            <a:ln w="8472" cap="flat">
              <a:solidFill>
                <a:srgbClr val="01355A"/>
              </a:solidFill>
              <a:prstDash val="solid"/>
              <a:miter/>
            </a:ln>
          </p:spPr>
          <p:txBody>
            <a:bodyPr rtlCol="1" anchor="ctr"/>
            <a:lstStyle/>
            <a:p>
              <a:endParaRPr lang="ar-SA"/>
            </a:p>
          </p:txBody>
        </p:sp>
        <p:sp>
          <p:nvSpPr>
            <p:cNvPr id="10573" name="شكل حر: شكل 11821">
              <a:extLst>
                <a:ext uri="{FF2B5EF4-FFF2-40B4-BE49-F238E27FC236}">
                  <a16:creationId xmlns:a16="http://schemas.microsoft.com/office/drawing/2014/main" id="{9D951EE0-118C-88DB-779F-1A9A056AA92E}"/>
                </a:ext>
              </a:extLst>
            </p:cNvPr>
            <p:cNvSpPr/>
            <p:nvPr/>
          </p:nvSpPr>
          <p:spPr>
            <a:xfrm>
              <a:off x="4649752" y="5718950"/>
              <a:ext cx="2870" cy="2870"/>
            </a:xfrm>
            <a:custGeom>
              <a:avLst/>
              <a:gdLst>
                <a:gd name="connsiteX0" fmla="*/ 334 w 2870"/>
                <a:gd name="connsiteY0" fmla="*/ 503 h 2870"/>
                <a:gd name="connsiteX1" fmla="*/ 503 w 2870"/>
                <a:gd name="connsiteY1" fmla="*/ 2537 h 2870"/>
                <a:gd name="connsiteX2" fmla="*/ 2537 w 2870"/>
                <a:gd name="connsiteY2" fmla="*/ 2367 h 2870"/>
                <a:gd name="connsiteX3" fmla="*/ 2368 w 2870"/>
                <a:gd name="connsiteY3" fmla="*/ 334 h 2870"/>
                <a:gd name="connsiteX4" fmla="*/ 334 w 2870"/>
                <a:gd name="connsiteY4" fmla="*/ 503 h 28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0" h="2870">
                  <a:moveTo>
                    <a:pt x="334" y="503"/>
                  </a:moveTo>
                  <a:cubicBezTo>
                    <a:pt x="-174" y="1125"/>
                    <a:pt x="-90" y="2028"/>
                    <a:pt x="503" y="2537"/>
                  </a:cubicBezTo>
                  <a:cubicBezTo>
                    <a:pt x="1125" y="3046"/>
                    <a:pt x="2028" y="2961"/>
                    <a:pt x="2537" y="2367"/>
                  </a:cubicBezTo>
                  <a:cubicBezTo>
                    <a:pt x="3046" y="1746"/>
                    <a:pt x="2961" y="842"/>
                    <a:pt x="2368" y="334"/>
                  </a:cubicBezTo>
                  <a:cubicBezTo>
                    <a:pt x="1746" y="-174"/>
                    <a:pt x="842" y="-90"/>
                    <a:pt x="334" y="503"/>
                  </a:cubicBezTo>
                  <a:close/>
                </a:path>
              </a:pathLst>
            </a:custGeom>
            <a:noFill/>
            <a:ln w="8472" cap="flat">
              <a:solidFill>
                <a:srgbClr val="01355A"/>
              </a:solidFill>
              <a:prstDash val="solid"/>
              <a:miter/>
            </a:ln>
          </p:spPr>
          <p:txBody>
            <a:bodyPr rtlCol="1" anchor="ctr"/>
            <a:lstStyle/>
            <a:p>
              <a:endParaRPr lang="ar-SA"/>
            </a:p>
          </p:txBody>
        </p:sp>
        <p:sp>
          <p:nvSpPr>
            <p:cNvPr id="10574" name="شكل حر: شكل 11822">
              <a:extLst>
                <a:ext uri="{FF2B5EF4-FFF2-40B4-BE49-F238E27FC236}">
                  <a16:creationId xmlns:a16="http://schemas.microsoft.com/office/drawing/2014/main" id="{175083B4-409B-20A6-D163-1ED5B5D45DC7}"/>
                </a:ext>
              </a:extLst>
            </p:cNvPr>
            <p:cNvSpPr/>
            <p:nvPr/>
          </p:nvSpPr>
          <p:spPr>
            <a:xfrm>
              <a:off x="4696712" y="5745799"/>
              <a:ext cx="2922" cy="2922"/>
            </a:xfrm>
            <a:custGeom>
              <a:avLst/>
              <a:gdLst>
                <a:gd name="connsiteX0" fmla="*/ 91 w 2922"/>
                <a:gd name="connsiteY0" fmla="*/ 967 h 2922"/>
                <a:gd name="connsiteX1" fmla="*/ 967 w 2922"/>
                <a:gd name="connsiteY1" fmla="*/ 2831 h 2922"/>
                <a:gd name="connsiteX2" fmla="*/ 2831 w 2922"/>
                <a:gd name="connsiteY2" fmla="*/ 1956 h 2922"/>
                <a:gd name="connsiteX3" fmla="*/ 1956 w 2922"/>
                <a:gd name="connsiteY3" fmla="*/ 91 h 2922"/>
                <a:gd name="connsiteX4" fmla="*/ 91 w 2922"/>
                <a:gd name="connsiteY4" fmla="*/ 967 h 2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2" h="2922">
                  <a:moveTo>
                    <a:pt x="91" y="967"/>
                  </a:moveTo>
                  <a:cubicBezTo>
                    <a:pt x="-191" y="1729"/>
                    <a:pt x="204" y="2549"/>
                    <a:pt x="967" y="2831"/>
                  </a:cubicBezTo>
                  <a:cubicBezTo>
                    <a:pt x="1729" y="3113"/>
                    <a:pt x="2549" y="2718"/>
                    <a:pt x="2831" y="1956"/>
                  </a:cubicBezTo>
                  <a:cubicBezTo>
                    <a:pt x="3113" y="1193"/>
                    <a:pt x="2718" y="374"/>
                    <a:pt x="1956" y="91"/>
                  </a:cubicBezTo>
                  <a:cubicBezTo>
                    <a:pt x="1193" y="-191"/>
                    <a:pt x="374" y="204"/>
                    <a:pt x="91" y="967"/>
                  </a:cubicBezTo>
                  <a:close/>
                </a:path>
              </a:pathLst>
            </a:custGeom>
            <a:noFill/>
            <a:ln w="8472" cap="flat">
              <a:solidFill>
                <a:srgbClr val="01355A"/>
              </a:solidFill>
              <a:prstDash val="solid"/>
              <a:miter/>
            </a:ln>
          </p:spPr>
          <p:txBody>
            <a:bodyPr rtlCol="1" anchor="ctr"/>
            <a:lstStyle/>
            <a:p>
              <a:endParaRPr lang="ar-SA"/>
            </a:p>
          </p:txBody>
        </p:sp>
        <p:sp>
          <p:nvSpPr>
            <p:cNvPr id="10575" name="شكل حر: شكل 11823">
              <a:extLst>
                <a:ext uri="{FF2B5EF4-FFF2-40B4-BE49-F238E27FC236}">
                  <a16:creationId xmlns:a16="http://schemas.microsoft.com/office/drawing/2014/main" id="{9CB6627F-002F-EBC0-E342-4AB5D8A48A98}"/>
                </a:ext>
              </a:extLst>
            </p:cNvPr>
            <p:cNvSpPr/>
            <p:nvPr/>
          </p:nvSpPr>
          <p:spPr>
            <a:xfrm>
              <a:off x="4750046" y="5755014"/>
              <a:ext cx="2881" cy="2881"/>
            </a:xfrm>
            <a:custGeom>
              <a:avLst/>
              <a:gdLst>
                <a:gd name="connsiteX0" fmla="*/ 0 w 2881"/>
                <a:gd name="connsiteY0" fmla="*/ 1441 h 2881"/>
                <a:gd name="connsiteX1" fmla="*/ 1441 w 2881"/>
                <a:gd name="connsiteY1" fmla="*/ 2881 h 2881"/>
                <a:gd name="connsiteX2" fmla="*/ 2881 w 2881"/>
                <a:gd name="connsiteY2" fmla="*/ 1441 h 2881"/>
                <a:gd name="connsiteX3" fmla="*/ 1441 w 2881"/>
                <a:gd name="connsiteY3" fmla="*/ 0 h 2881"/>
                <a:gd name="connsiteX4" fmla="*/ 0 w 2881"/>
                <a:gd name="connsiteY4" fmla="*/ 1441 h 28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1" h="2881">
                  <a:moveTo>
                    <a:pt x="0" y="1441"/>
                  </a:moveTo>
                  <a:cubicBezTo>
                    <a:pt x="0" y="2232"/>
                    <a:pt x="650" y="2881"/>
                    <a:pt x="1441" y="2881"/>
                  </a:cubicBezTo>
                  <a:cubicBezTo>
                    <a:pt x="2232" y="2881"/>
                    <a:pt x="2881" y="2232"/>
                    <a:pt x="2881" y="1441"/>
                  </a:cubicBezTo>
                  <a:cubicBezTo>
                    <a:pt x="2881" y="650"/>
                    <a:pt x="2232" y="0"/>
                    <a:pt x="1441" y="0"/>
                  </a:cubicBezTo>
                  <a:cubicBezTo>
                    <a:pt x="650" y="0"/>
                    <a:pt x="0" y="650"/>
                    <a:pt x="0" y="1441"/>
                  </a:cubicBezTo>
                  <a:close/>
                </a:path>
              </a:pathLst>
            </a:custGeom>
            <a:noFill/>
            <a:ln w="8472" cap="flat">
              <a:solidFill>
                <a:srgbClr val="01355A"/>
              </a:solidFill>
              <a:prstDash val="solid"/>
              <a:miter/>
            </a:ln>
          </p:spPr>
          <p:txBody>
            <a:bodyPr rtlCol="1" anchor="ctr"/>
            <a:lstStyle/>
            <a:p>
              <a:endParaRPr lang="ar-SA"/>
            </a:p>
          </p:txBody>
        </p:sp>
        <p:sp>
          <p:nvSpPr>
            <p:cNvPr id="10576" name="شكل حر: شكل 11824">
              <a:extLst>
                <a:ext uri="{FF2B5EF4-FFF2-40B4-BE49-F238E27FC236}">
                  <a16:creationId xmlns:a16="http://schemas.microsoft.com/office/drawing/2014/main" id="{84E3F950-34A5-0EDE-E6DB-7824497F47AC}"/>
                </a:ext>
              </a:extLst>
            </p:cNvPr>
            <p:cNvSpPr/>
            <p:nvPr/>
          </p:nvSpPr>
          <p:spPr>
            <a:xfrm>
              <a:off x="4803294" y="5745387"/>
              <a:ext cx="2899" cy="2899"/>
            </a:xfrm>
            <a:custGeom>
              <a:avLst/>
              <a:gdLst>
                <a:gd name="connsiteX0" fmla="*/ 80 w 2899"/>
                <a:gd name="connsiteY0" fmla="*/ 1944 h 2899"/>
                <a:gd name="connsiteX1" fmla="*/ 1944 w 2899"/>
                <a:gd name="connsiteY1" fmla="*/ 2820 h 2899"/>
                <a:gd name="connsiteX2" fmla="*/ 2820 w 2899"/>
                <a:gd name="connsiteY2" fmla="*/ 956 h 2899"/>
                <a:gd name="connsiteX3" fmla="*/ 956 w 2899"/>
                <a:gd name="connsiteY3" fmla="*/ 80 h 2899"/>
                <a:gd name="connsiteX4" fmla="*/ 80 w 2899"/>
                <a:gd name="connsiteY4" fmla="*/ 1944 h 28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9" h="2899">
                  <a:moveTo>
                    <a:pt x="80" y="1944"/>
                  </a:moveTo>
                  <a:cubicBezTo>
                    <a:pt x="362" y="2707"/>
                    <a:pt x="1182" y="3074"/>
                    <a:pt x="1944" y="2820"/>
                  </a:cubicBezTo>
                  <a:cubicBezTo>
                    <a:pt x="2707" y="2537"/>
                    <a:pt x="3074" y="1718"/>
                    <a:pt x="2820" y="956"/>
                  </a:cubicBezTo>
                  <a:cubicBezTo>
                    <a:pt x="2537" y="193"/>
                    <a:pt x="1718" y="-174"/>
                    <a:pt x="956" y="80"/>
                  </a:cubicBezTo>
                  <a:cubicBezTo>
                    <a:pt x="193" y="334"/>
                    <a:pt x="-174" y="1182"/>
                    <a:pt x="80" y="1944"/>
                  </a:cubicBezTo>
                  <a:close/>
                </a:path>
              </a:pathLst>
            </a:custGeom>
            <a:noFill/>
            <a:ln w="8472" cap="flat">
              <a:solidFill>
                <a:srgbClr val="01355A"/>
              </a:solidFill>
              <a:prstDash val="solid"/>
              <a:miter/>
            </a:ln>
          </p:spPr>
          <p:txBody>
            <a:bodyPr rtlCol="1" anchor="ctr"/>
            <a:lstStyle/>
            <a:p>
              <a:endParaRPr lang="ar-SA"/>
            </a:p>
          </p:txBody>
        </p:sp>
        <p:sp>
          <p:nvSpPr>
            <p:cNvPr id="10577" name="شكل حر: شكل 11825">
              <a:extLst>
                <a:ext uri="{FF2B5EF4-FFF2-40B4-BE49-F238E27FC236}">
                  <a16:creationId xmlns:a16="http://schemas.microsoft.com/office/drawing/2014/main" id="{8F617C74-B03A-5747-21F8-83844ECB24AA}"/>
                </a:ext>
              </a:extLst>
            </p:cNvPr>
            <p:cNvSpPr/>
            <p:nvPr/>
          </p:nvSpPr>
          <p:spPr>
            <a:xfrm>
              <a:off x="4849991" y="5718138"/>
              <a:ext cx="2940" cy="2912"/>
            </a:xfrm>
            <a:custGeom>
              <a:avLst/>
              <a:gdLst>
                <a:gd name="connsiteX0" fmla="*/ 383 w 2940"/>
                <a:gd name="connsiteY0" fmla="*/ 2389 h 2912"/>
                <a:gd name="connsiteX1" fmla="*/ 2417 w 2940"/>
                <a:gd name="connsiteY1" fmla="*/ 2558 h 2912"/>
                <a:gd name="connsiteX2" fmla="*/ 2586 w 2940"/>
                <a:gd name="connsiteY2" fmla="*/ 524 h 2912"/>
                <a:gd name="connsiteX3" fmla="*/ 524 w 2940"/>
                <a:gd name="connsiteY3" fmla="*/ 355 h 2912"/>
                <a:gd name="connsiteX4" fmla="*/ 355 w 2940"/>
                <a:gd name="connsiteY4" fmla="*/ 2389 h 29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0" h="2912">
                  <a:moveTo>
                    <a:pt x="383" y="2389"/>
                  </a:moveTo>
                  <a:cubicBezTo>
                    <a:pt x="892" y="3010"/>
                    <a:pt x="1824" y="3095"/>
                    <a:pt x="2417" y="2558"/>
                  </a:cubicBezTo>
                  <a:cubicBezTo>
                    <a:pt x="3038" y="2050"/>
                    <a:pt x="3123" y="1117"/>
                    <a:pt x="2586" y="524"/>
                  </a:cubicBezTo>
                  <a:cubicBezTo>
                    <a:pt x="2078" y="-97"/>
                    <a:pt x="1146" y="-182"/>
                    <a:pt x="524" y="355"/>
                  </a:cubicBezTo>
                  <a:cubicBezTo>
                    <a:pt x="-97" y="863"/>
                    <a:pt x="-182" y="1795"/>
                    <a:pt x="355" y="2389"/>
                  </a:cubicBezTo>
                  <a:close/>
                </a:path>
              </a:pathLst>
            </a:custGeom>
            <a:noFill/>
            <a:ln w="8472" cap="flat">
              <a:solidFill>
                <a:srgbClr val="01355A"/>
              </a:solidFill>
              <a:prstDash val="solid"/>
              <a:miter/>
            </a:ln>
          </p:spPr>
          <p:txBody>
            <a:bodyPr rtlCol="1" anchor="ctr"/>
            <a:lstStyle/>
            <a:p>
              <a:endParaRPr lang="ar-SA"/>
            </a:p>
          </p:txBody>
        </p:sp>
        <p:sp>
          <p:nvSpPr>
            <p:cNvPr id="10578" name="شكل حر: شكل 11826">
              <a:extLst>
                <a:ext uri="{FF2B5EF4-FFF2-40B4-BE49-F238E27FC236}">
                  <a16:creationId xmlns:a16="http://schemas.microsoft.com/office/drawing/2014/main" id="{71C1CC01-1255-CBD3-DE85-9D500AEFCFFE}"/>
                </a:ext>
              </a:extLst>
            </p:cNvPr>
            <p:cNvSpPr/>
            <p:nvPr/>
          </p:nvSpPr>
          <p:spPr>
            <a:xfrm>
              <a:off x="4884640" y="5676552"/>
              <a:ext cx="2900" cy="2900"/>
            </a:xfrm>
            <a:custGeom>
              <a:avLst/>
              <a:gdLst>
                <a:gd name="connsiteX0" fmla="*/ 730 w 2900"/>
                <a:gd name="connsiteY0" fmla="*/ 2707 h 2900"/>
                <a:gd name="connsiteX1" fmla="*/ 2707 w 2900"/>
                <a:gd name="connsiteY1" fmla="*/ 2171 h 2900"/>
                <a:gd name="connsiteX2" fmla="*/ 2171 w 2900"/>
                <a:gd name="connsiteY2" fmla="*/ 194 h 2900"/>
                <a:gd name="connsiteX3" fmla="*/ 193 w 2900"/>
                <a:gd name="connsiteY3" fmla="*/ 730 h 2900"/>
                <a:gd name="connsiteX4" fmla="*/ 730 w 2900"/>
                <a:gd name="connsiteY4" fmla="*/ 2707 h 29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0" h="2900">
                  <a:moveTo>
                    <a:pt x="730" y="2707"/>
                  </a:moveTo>
                  <a:cubicBezTo>
                    <a:pt x="1436" y="3103"/>
                    <a:pt x="2312" y="2877"/>
                    <a:pt x="2707" y="2171"/>
                  </a:cubicBezTo>
                  <a:cubicBezTo>
                    <a:pt x="3103" y="1465"/>
                    <a:pt x="2877" y="589"/>
                    <a:pt x="2171" y="194"/>
                  </a:cubicBezTo>
                  <a:cubicBezTo>
                    <a:pt x="1465" y="-202"/>
                    <a:pt x="589" y="24"/>
                    <a:pt x="193" y="730"/>
                  </a:cubicBezTo>
                  <a:cubicBezTo>
                    <a:pt x="-202" y="1436"/>
                    <a:pt x="24" y="2312"/>
                    <a:pt x="730" y="2707"/>
                  </a:cubicBezTo>
                  <a:close/>
                </a:path>
              </a:pathLst>
            </a:custGeom>
            <a:noFill/>
            <a:ln w="8472" cap="flat">
              <a:solidFill>
                <a:srgbClr val="01355A"/>
              </a:solidFill>
              <a:prstDash val="solid"/>
              <a:miter/>
            </a:ln>
          </p:spPr>
          <p:txBody>
            <a:bodyPr rtlCol="1" anchor="ctr"/>
            <a:lstStyle/>
            <a:p>
              <a:endParaRPr lang="ar-SA"/>
            </a:p>
          </p:txBody>
        </p:sp>
        <p:sp>
          <p:nvSpPr>
            <p:cNvPr id="10579" name="شكل حر: شكل 11827">
              <a:extLst>
                <a:ext uri="{FF2B5EF4-FFF2-40B4-BE49-F238E27FC236}">
                  <a16:creationId xmlns:a16="http://schemas.microsoft.com/office/drawing/2014/main" id="{EA2AB65F-3155-3DD3-98DD-13E772490FA9}"/>
                </a:ext>
              </a:extLst>
            </p:cNvPr>
            <p:cNvSpPr/>
            <p:nvPr/>
          </p:nvSpPr>
          <p:spPr>
            <a:xfrm>
              <a:off x="4902945" y="5625627"/>
              <a:ext cx="2926" cy="2926"/>
            </a:xfrm>
            <a:custGeom>
              <a:avLst/>
              <a:gdLst>
                <a:gd name="connsiteX0" fmla="*/ 1209 w 2926"/>
                <a:gd name="connsiteY0" fmla="*/ 2904 h 2926"/>
                <a:gd name="connsiteX1" fmla="*/ 2904 w 2926"/>
                <a:gd name="connsiteY1" fmla="*/ 1718 h 2926"/>
                <a:gd name="connsiteX2" fmla="*/ 1717 w 2926"/>
                <a:gd name="connsiteY2" fmla="*/ 23 h 2926"/>
                <a:gd name="connsiteX3" fmla="*/ 23 w 2926"/>
                <a:gd name="connsiteY3" fmla="*/ 1209 h 2926"/>
                <a:gd name="connsiteX4" fmla="*/ 1209 w 2926"/>
                <a:gd name="connsiteY4" fmla="*/ 2904 h 29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6" h="2926">
                  <a:moveTo>
                    <a:pt x="1209" y="2904"/>
                  </a:moveTo>
                  <a:cubicBezTo>
                    <a:pt x="2000" y="3045"/>
                    <a:pt x="2762" y="2508"/>
                    <a:pt x="2904" y="1718"/>
                  </a:cubicBezTo>
                  <a:cubicBezTo>
                    <a:pt x="3045" y="927"/>
                    <a:pt x="2508" y="164"/>
                    <a:pt x="1717" y="23"/>
                  </a:cubicBezTo>
                  <a:cubicBezTo>
                    <a:pt x="926" y="-119"/>
                    <a:pt x="164" y="418"/>
                    <a:pt x="23" y="1209"/>
                  </a:cubicBezTo>
                  <a:cubicBezTo>
                    <a:pt x="-119" y="2000"/>
                    <a:pt x="418" y="2763"/>
                    <a:pt x="1209" y="2904"/>
                  </a:cubicBezTo>
                  <a:close/>
                </a:path>
              </a:pathLst>
            </a:custGeom>
            <a:noFill/>
            <a:ln w="8472" cap="flat">
              <a:solidFill>
                <a:srgbClr val="01355A"/>
              </a:solidFill>
              <a:prstDash val="solid"/>
              <a:miter/>
            </a:ln>
          </p:spPr>
          <p:txBody>
            <a:bodyPr rtlCol="1" anchor="ctr"/>
            <a:lstStyle/>
            <a:p>
              <a:endParaRPr lang="ar-SA"/>
            </a:p>
          </p:txBody>
        </p:sp>
        <p:sp>
          <p:nvSpPr>
            <p:cNvPr id="10580" name="شكل حر: شكل 11828">
              <a:extLst>
                <a:ext uri="{FF2B5EF4-FFF2-40B4-BE49-F238E27FC236}">
                  <a16:creationId xmlns:a16="http://schemas.microsoft.com/office/drawing/2014/main" id="{2C38FA1F-48DA-5D02-0A0A-2C2EF2D62EE9}"/>
                </a:ext>
              </a:extLst>
            </p:cNvPr>
            <p:cNvSpPr/>
            <p:nvPr/>
          </p:nvSpPr>
          <p:spPr>
            <a:xfrm>
              <a:off x="4902719" y="5571509"/>
              <a:ext cx="2926" cy="2926"/>
            </a:xfrm>
            <a:custGeom>
              <a:avLst/>
              <a:gdLst>
                <a:gd name="connsiteX0" fmla="*/ 1717 w 2926"/>
                <a:gd name="connsiteY0" fmla="*/ 2904 h 2926"/>
                <a:gd name="connsiteX1" fmla="*/ 2904 w 2926"/>
                <a:gd name="connsiteY1" fmla="*/ 1209 h 2926"/>
                <a:gd name="connsiteX2" fmla="*/ 1209 w 2926"/>
                <a:gd name="connsiteY2" fmla="*/ 23 h 2926"/>
                <a:gd name="connsiteX3" fmla="*/ 23 w 2926"/>
                <a:gd name="connsiteY3" fmla="*/ 1717 h 2926"/>
                <a:gd name="connsiteX4" fmla="*/ 1717 w 2926"/>
                <a:gd name="connsiteY4" fmla="*/ 2904 h 29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6" h="2926">
                  <a:moveTo>
                    <a:pt x="1717" y="2904"/>
                  </a:moveTo>
                  <a:cubicBezTo>
                    <a:pt x="2508" y="2762"/>
                    <a:pt x="3045" y="2000"/>
                    <a:pt x="2904" y="1209"/>
                  </a:cubicBezTo>
                  <a:cubicBezTo>
                    <a:pt x="2762" y="418"/>
                    <a:pt x="2000" y="-119"/>
                    <a:pt x="1209" y="23"/>
                  </a:cubicBezTo>
                  <a:cubicBezTo>
                    <a:pt x="418" y="164"/>
                    <a:pt x="-119" y="926"/>
                    <a:pt x="23" y="1717"/>
                  </a:cubicBezTo>
                  <a:cubicBezTo>
                    <a:pt x="164" y="2508"/>
                    <a:pt x="926" y="3045"/>
                    <a:pt x="1717" y="2904"/>
                  </a:cubicBezTo>
                  <a:close/>
                </a:path>
              </a:pathLst>
            </a:custGeom>
            <a:noFill/>
            <a:ln w="8472" cap="flat">
              <a:solidFill>
                <a:srgbClr val="01355A"/>
              </a:solidFill>
              <a:prstDash val="solid"/>
              <a:miter/>
            </a:ln>
          </p:spPr>
          <p:txBody>
            <a:bodyPr rtlCol="1" anchor="ctr"/>
            <a:lstStyle/>
            <a:p>
              <a:endParaRPr lang="ar-SA"/>
            </a:p>
          </p:txBody>
        </p:sp>
        <p:sp>
          <p:nvSpPr>
            <p:cNvPr id="10581" name="شكل حر: شكل 11829">
              <a:extLst>
                <a:ext uri="{FF2B5EF4-FFF2-40B4-BE49-F238E27FC236}">
                  <a16:creationId xmlns:a16="http://schemas.microsoft.com/office/drawing/2014/main" id="{A24E8C62-6297-F5A3-E193-2CC024E3AEBB}"/>
                </a:ext>
              </a:extLst>
            </p:cNvPr>
            <p:cNvSpPr/>
            <p:nvPr/>
          </p:nvSpPr>
          <p:spPr>
            <a:xfrm>
              <a:off x="4884047" y="5520784"/>
              <a:ext cx="2900" cy="2894"/>
            </a:xfrm>
            <a:custGeom>
              <a:avLst/>
              <a:gdLst>
                <a:gd name="connsiteX0" fmla="*/ 2171 w 2900"/>
                <a:gd name="connsiteY0" fmla="*/ 2701 h 2894"/>
                <a:gd name="connsiteX1" fmla="*/ 2707 w 2900"/>
                <a:gd name="connsiteY1" fmla="*/ 724 h 2894"/>
                <a:gd name="connsiteX2" fmla="*/ 730 w 2900"/>
                <a:gd name="connsiteY2" fmla="*/ 188 h 2894"/>
                <a:gd name="connsiteX3" fmla="*/ 194 w 2900"/>
                <a:gd name="connsiteY3" fmla="*/ 2165 h 2894"/>
                <a:gd name="connsiteX4" fmla="*/ 2171 w 2900"/>
                <a:gd name="connsiteY4" fmla="*/ 2701 h 2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00" h="2894">
                  <a:moveTo>
                    <a:pt x="2171" y="2701"/>
                  </a:moveTo>
                  <a:cubicBezTo>
                    <a:pt x="2877" y="2306"/>
                    <a:pt x="3103" y="1402"/>
                    <a:pt x="2707" y="724"/>
                  </a:cubicBezTo>
                  <a:cubicBezTo>
                    <a:pt x="2312" y="46"/>
                    <a:pt x="1408" y="-208"/>
                    <a:pt x="730" y="188"/>
                  </a:cubicBezTo>
                  <a:cubicBezTo>
                    <a:pt x="24" y="583"/>
                    <a:pt x="-202" y="1487"/>
                    <a:pt x="194" y="2165"/>
                  </a:cubicBezTo>
                  <a:cubicBezTo>
                    <a:pt x="589" y="2871"/>
                    <a:pt x="1493" y="3097"/>
                    <a:pt x="2171" y="2701"/>
                  </a:cubicBezTo>
                  <a:close/>
                </a:path>
              </a:pathLst>
            </a:custGeom>
            <a:noFill/>
            <a:ln w="8472" cap="flat">
              <a:solidFill>
                <a:srgbClr val="01355A"/>
              </a:solidFill>
              <a:prstDash val="solid"/>
              <a:miter/>
            </a:ln>
          </p:spPr>
          <p:txBody>
            <a:bodyPr rtlCol="1" anchor="ctr"/>
            <a:lstStyle/>
            <a:p>
              <a:endParaRPr lang="ar-SA"/>
            </a:p>
          </p:txBody>
        </p:sp>
        <p:sp>
          <p:nvSpPr>
            <p:cNvPr id="10582" name="شكل حر: شكل 11830">
              <a:extLst>
                <a:ext uri="{FF2B5EF4-FFF2-40B4-BE49-F238E27FC236}">
                  <a16:creationId xmlns:a16="http://schemas.microsoft.com/office/drawing/2014/main" id="{FF151329-0E8E-2602-C34E-D9170C463F82}"/>
                </a:ext>
              </a:extLst>
            </p:cNvPr>
            <p:cNvSpPr/>
            <p:nvPr/>
          </p:nvSpPr>
          <p:spPr>
            <a:xfrm>
              <a:off x="4849108" y="5479485"/>
              <a:ext cx="2870" cy="2870"/>
            </a:xfrm>
            <a:custGeom>
              <a:avLst/>
              <a:gdLst>
                <a:gd name="connsiteX0" fmla="*/ 2537 w 2870"/>
                <a:gd name="connsiteY0" fmla="*/ 2368 h 2870"/>
                <a:gd name="connsiteX1" fmla="*/ 2368 w 2870"/>
                <a:gd name="connsiteY1" fmla="*/ 334 h 2870"/>
                <a:gd name="connsiteX2" fmla="*/ 334 w 2870"/>
                <a:gd name="connsiteY2" fmla="*/ 503 h 2870"/>
                <a:gd name="connsiteX3" fmla="*/ 503 w 2870"/>
                <a:gd name="connsiteY3" fmla="*/ 2537 h 2870"/>
                <a:gd name="connsiteX4" fmla="*/ 2537 w 2870"/>
                <a:gd name="connsiteY4" fmla="*/ 2368 h 28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0" h="2870">
                  <a:moveTo>
                    <a:pt x="2537" y="2368"/>
                  </a:moveTo>
                  <a:cubicBezTo>
                    <a:pt x="3045" y="1746"/>
                    <a:pt x="2961" y="842"/>
                    <a:pt x="2368" y="334"/>
                  </a:cubicBezTo>
                  <a:cubicBezTo>
                    <a:pt x="1746" y="-175"/>
                    <a:pt x="842" y="-90"/>
                    <a:pt x="334" y="503"/>
                  </a:cubicBezTo>
                  <a:cubicBezTo>
                    <a:pt x="-175" y="1125"/>
                    <a:pt x="-90" y="2029"/>
                    <a:pt x="503" y="2537"/>
                  </a:cubicBezTo>
                  <a:cubicBezTo>
                    <a:pt x="1125" y="3045"/>
                    <a:pt x="2029" y="2961"/>
                    <a:pt x="2537" y="2368"/>
                  </a:cubicBezTo>
                  <a:close/>
                </a:path>
              </a:pathLst>
            </a:custGeom>
            <a:noFill/>
            <a:ln w="8472" cap="flat">
              <a:solidFill>
                <a:srgbClr val="01355A"/>
              </a:solidFill>
              <a:prstDash val="solid"/>
              <a:miter/>
            </a:ln>
          </p:spPr>
          <p:txBody>
            <a:bodyPr rtlCol="1" anchor="ctr"/>
            <a:lstStyle/>
            <a:p>
              <a:endParaRPr lang="ar-SA"/>
            </a:p>
          </p:txBody>
        </p:sp>
        <p:sp>
          <p:nvSpPr>
            <p:cNvPr id="10583" name="شكل حر: شكل 11831">
              <a:extLst>
                <a:ext uri="{FF2B5EF4-FFF2-40B4-BE49-F238E27FC236}">
                  <a16:creationId xmlns:a16="http://schemas.microsoft.com/office/drawing/2014/main" id="{880426AC-59E3-1B79-4232-B4A964A34C18}"/>
                </a:ext>
              </a:extLst>
            </p:cNvPr>
            <p:cNvSpPr/>
            <p:nvPr/>
          </p:nvSpPr>
          <p:spPr>
            <a:xfrm>
              <a:off x="4802124" y="5452583"/>
              <a:ext cx="2922" cy="2922"/>
            </a:xfrm>
            <a:custGeom>
              <a:avLst/>
              <a:gdLst>
                <a:gd name="connsiteX0" fmla="*/ 2831 w 2922"/>
                <a:gd name="connsiteY0" fmla="*/ 1956 h 2922"/>
                <a:gd name="connsiteX1" fmla="*/ 1956 w 2922"/>
                <a:gd name="connsiteY1" fmla="*/ 91 h 2922"/>
                <a:gd name="connsiteX2" fmla="*/ 91 w 2922"/>
                <a:gd name="connsiteY2" fmla="*/ 967 h 2922"/>
                <a:gd name="connsiteX3" fmla="*/ 967 w 2922"/>
                <a:gd name="connsiteY3" fmla="*/ 2831 h 2922"/>
                <a:gd name="connsiteX4" fmla="*/ 2831 w 2922"/>
                <a:gd name="connsiteY4" fmla="*/ 1956 h 2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2" h="2922">
                  <a:moveTo>
                    <a:pt x="2831" y="1956"/>
                  </a:moveTo>
                  <a:cubicBezTo>
                    <a:pt x="3114" y="1193"/>
                    <a:pt x="2718" y="374"/>
                    <a:pt x="1956" y="91"/>
                  </a:cubicBezTo>
                  <a:cubicBezTo>
                    <a:pt x="1193" y="-191"/>
                    <a:pt x="374" y="204"/>
                    <a:pt x="91" y="967"/>
                  </a:cubicBezTo>
                  <a:cubicBezTo>
                    <a:pt x="-191" y="1730"/>
                    <a:pt x="204" y="2549"/>
                    <a:pt x="967" y="2831"/>
                  </a:cubicBezTo>
                  <a:cubicBezTo>
                    <a:pt x="1730" y="3114"/>
                    <a:pt x="2549" y="2718"/>
                    <a:pt x="2831" y="1956"/>
                  </a:cubicBezTo>
                  <a:close/>
                </a:path>
              </a:pathLst>
            </a:custGeom>
            <a:noFill/>
            <a:ln w="8472" cap="flat">
              <a:solidFill>
                <a:srgbClr val="01355A"/>
              </a:solidFill>
              <a:prstDash val="solid"/>
              <a:miter/>
            </a:ln>
          </p:spPr>
          <p:txBody>
            <a:bodyPr rtlCol="1" anchor="ctr"/>
            <a:lstStyle/>
            <a:p>
              <a:endParaRPr lang="ar-SA"/>
            </a:p>
          </p:txBody>
        </p:sp>
        <p:grpSp>
          <p:nvGrpSpPr>
            <p:cNvPr id="10584" name="رسم 8014">
              <a:extLst>
                <a:ext uri="{FF2B5EF4-FFF2-40B4-BE49-F238E27FC236}">
                  <a16:creationId xmlns:a16="http://schemas.microsoft.com/office/drawing/2014/main" id="{6113761B-E62C-7C85-026D-911D495A8D46}"/>
                </a:ext>
              </a:extLst>
            </p:cNvPr>
            <p:cNvGrpSpPr/>
            <p:nvPr/>
          </p:nvGrpSpPr>
          <p:grpSpPr>
            <a:xfrm>
              <a:off x="4709910" y="5520774"/>
              <a:ext cx="81940" cy="159756"/>
              <a:chOff x="4709910" y="5520774"/>
              <a:chExt cx="81940" cy="159756"/>
            </a:xfrm>
            <a:noFill/>
          </p:grpSpPr>
          <p:sp>
            <p:nvSpPr>
              <p:cNvPr id="10585" name="شكل حر: شكل 11833">
                <a:extLst>
                  <a:ext uri="{FF2B5EF4-FFF2-40B4-BE49-F238E27FC236}">
                    <a16:creationId xmlns:a16="http://schemas.microsoft.com/office/drawing/2014/main" id="{55D4BC00-F336-3BE3-3EFA-1D2222332029}"/>
                  </a:ext>
                </a:extLst>
              </p:cNvPr>
              <p:cNvSpPr/>
              <p:nvPr/>
            </p:nvSpPr>
            <p:spPr>
              <a:xfrm>
                <a:off x="4731828" y="5542721"/>
                <a:ext cx="2824" cy="115862"/>
              </a:xfrm>
              <a:custGeom>
                <a:avLst/>
                <a:gdLst>
                  <a:gd name="connsiteX0" fmla="*/ 0 w 2824"/>
                  <a:gd name="connsiteY0" fmla="*/ 0 h 115862"/>
                  <a:gd name="connsiteX1" fmla="*/ 0 w 2824"/>
                  <a:gd name="connsiteY1" fmla="*/ 115863 h 115862"/>
                </a:gdLst>
                <a:ahLst/>
                <a:cxnLst>
                  <a:cxn ang="0">
                    <a:pos x="connsiteX0" y="connsiteY0"/>
                  </a:cxn>
                  <a:cxn ang="0">
                    <a:pos x="connsiteX1" y="connsiteY1"/>
                  </a:cxn>
                </a:cxnLst>
                <a:rect l="l" t="t" r="r" b="b"/>
                <a:pathLst>
                  <a:path w="2824" h="115862">
                    <a:moveTo>
                      <a:pt x="0" y="0"/>
                    </a:moveTo>
                    <a:lnTo>
                      <a:pt x="0" y="115863"/>
                    </a:lnTo>
                  </a:path>
                </a:pathLst>
              </a:custGeom>
              <a:ln w="8472" cap="flat">
                <a:solidFill>
                  <a:srgbClr val="17A3A3"/>
                </a:solidFill>
                <a:prstDash val="solid"/>
                <a:miter/>
              </a:ln>
            </p:spPr>
            <p:txBody>
              <a:bodyPr rtlCol="1" anchor="ctr"/>
              <a:lstStyle/>
              <a:p>
                <a:endParaRPr lang="ar-SA"/>
              </a:p>
            </p:txBody>
          </p:sp>
          <p:sp>
            <p:nvSpPr>
              <p:cNvPr id="10586" name="شكل حر: شكل 11834">
                <a:extLst>
                  <a:ext uri="{FF2B5EF4-FFF2-40B4-BE49-F238E27FC236}">
                    <a16:creationId xmlns:a16="http://schemas.microsoft.com/office/drawing/2014/main" id="{B7CFF1F0-04D3-C6E4-E0F4-C10E66A38106}"/>
                  </a:ext>
                </a:extLst>
              </p:cNvPr>
              <p:cNvSpPr/>
              <p:nvPr/>
            </p:nvSpPr>
            <p:spPr>
              <a:xfrm>
                <a:off x="4731828" y="5600652"/>
                <a:ext cx="60021" cy="57959"/>
              </a:xfrm>
              <a:custGeom>
                <a:avLst/>
                <a:gdLst>
                  <a:gd name="connsiteX0" fmla="*/ 0 w 60021"/>
                  <a:gd name="connsiteY0" fmla="*/ 0 h 57959"/>
                  <a:gd name="connsiteX1" fmla="*/ 31042 w 60021"/>
                  <a:gd name="connsiteY1" fmla="*/ 0 h 57959"/>
                  <a:gd name="connsiteX2" fmla="*/ 60022 w 60021"/>
                  <a:gd name="connsiteY2" fmla="*/ 28980 h 57959"/>
                  <a:gd name="connsiteX3" fmla="*/ 60022 w 60021"/>
                  <a:gd name="connsiteY3" fmla="*/ 28980 h 57959"/>
                  <a:gd name="connsiteX4" fmla="*/ 31042 w 60021"/>
                  <a:gd name="connsiteY4" fmla="*/ 57960 h 57959"/>
                  <a:gd name="connsiteX5" fmla="*/ 0 w 60021"/>
                  <a:gd name="connsiteY5" fmla="*/ 57960 h 57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021" h="57959">
                    <a:moveTo>
                      <a:pt x="0" y="0"/>
                    </a:moveTo>
                    <a:lnTo>
                      <a:pt x="31042" y="0"/>
                    </a:lnTo>
                    <a:cubicBezTo>
                      <a:pt x="47029" y="0"/>
                      <a:pt x="60022" y="12965"/>
                      <a:pt x="60022" y="28980"/>
                    </a:cubicBezTo>
                    <a:lnTo>
                      <a:pt x="60022" y="28980"/>
                    </a:lnTo>
                    <a:cubicBezTo>
                      <a:pt x="60022" y="44967"/>
                      <a:pt x="47057" y="57960"/>
                      <a:pt x="31042" y="57960"/>
                    </a:cubicBezTo>
                    <a:lnTo>
                      <a:pt x="0" y="57960"/>
                    </a:lnTo>
                  </a:path>
                </a:pathLst>
              </a:custGeom>
              <a:noFill/>
              <a:ln w="8472" cap="flat">
                <a:solidFill>
                  <a:srgbClr val="17A3A3"/>
                </a:solidFill>
                <a:prstDash val="solid"/>
                <a:miter/>
              </a:ln>
            </p:spPr>
            <p:txBody>
              <a:bodyPr rtlCol="1" anchor="ctr"/>
              <a:lstStyle/>
              <a:p>
                <a:endParaRPr lang="ar-SA"/>
              </a:p>
            </p:txBody>
          </p:sp>
          <p:sp>
            <p:nvSpPr>
              <p:cNvPr id="10587" name="شكل حر: شكل 11835">
                <a:extLst>
                  <a:ext uri="{FF2B5EF4-FFF2-40B4-BE49-F238E27FC236}">
                    <a16:creationId xmlns:a16="http://schemas.microsoft.com/office/drawing/2014/main" id="{28FF1F1F-1553-5425-7651-7128E3F57507}"/>
                  </a:ext>
                </a:extLst>
              </p:cNvPr>
              <p:cNvSpPr/>
              <p:nvPr/>
            </p:nvSpPr>
            <p:spPr>
              <a:xfrm>
                <a:off x="4709910" y="5542721"/>
                <a:ext cx="21918" cy="2824"/>
              </a:xfrm>
              <a:custGeom>
                <a:avLst/>
                <a:gdLst>
                  <a:gd name="connsiteX0" fmla="*/ 0 w 21918"/>
                  <a:gd name="connsiteY0" fmla="*/ 0 h 2824"/>
                  <a:gd name="connsiteX1" fmla="*/ 21919 w 21918"/>
                  <a:gd name="connsiteY1" fmla="*/ 0 h 2824"/>
                </a:gdLst>
                <a:ahLst/>
                <a:cxnLst>
                  <a:cxn ang="0">
                    <a:pos x="connsiteX0" y="connsiteY0"/>
                  </a:cxn>
                  <a:cxn ang="0">
                    <a:pos x="connsiteX1" y="connsiteY1"/>
                  </a:cxn>
                </a:cxnLst>
                <a:rect l="l" t="t" r="r" b="b"/>
                <a:pathLst>
                  <a:path w="21918" h="2824">
                    <a:moveTo>
                      <a:pt x="0" y="0"/>
                    </a:moveTo>
                    <a:lnTo>
                      <a:pt x="21919" y="0"/>
                    </a:lnTo>
                  </a:path>
                </a:pathLst>
              </a:custGeom>
              <a:ln w="8472" cap="flat">
                <a:solidFill>
                  <a:srgbClr val="17A3A3"/>
                </a:solidFill>
                <a:prstDash val="solid"/>
                <a:miter/>
              </a:ln>
            </p:spPr>
            <p:txBody>
              <a:bodyPr rtlCol="1" anchor="ctr"/>
              <a:lstStyle/>
              <a:p>
                <a:endParaRPr lang="ar-SA"/>
              </a:p>
            </p:txBody>
          </p:sp>
          <p:sp>
            <p:nvSpPr>
              <p:cNvPr id="10588" name="شكل حر: شكل 11836">
                <a:extLst>
                  <a:ext uri="{FF2B5EF4-FFF2-40B4-BE49-F238E27FC236}">
                    <a16:creationId xmlns:a16="http://schemas.microsoft.com/office/drawing/2014/main" id="{CF25FCB4-F6CD-B6AC-A8AC-4BCA66D1D7F7}"/>
                  </a:ext>
                </a:extLst>
              </p:cNvPr>
              <p:cNvSpPr/>
              <p:nvPr/>
            </p:nvSpPr>
            <p:spPr>
              <a:xfrm>
                <a:off x="4731828" y="5520774"/>
                <a:ext cx="2824" cy="21946"/>
              </a:xfrm>
              <a:custGeom>
                <a:avLst/>
                <a:gdLst>
                  <a:gd name="connsiteX0" fmla="*/ 0 w 2824"/>
                  <a:gd name="connsiteY0" fmla="*/ 0 h 21946"/>
                  <a:gd name="connsiteX1" fmla="*/ 0 w 2824"/>
                  <a:gd name="connsiteY1" fmla="*/ 21947 h 21946"/>
                </a:gdLst>
                <a:ahLst/>
                <a:cxnLst>
                  <a:cxn ang="0">
                    <a:pos x="connsiteX0" y="connsiteY0"/>
                  </a:cxn>
                  <a:cxn ang="0">
                    <a:pos x="connsiteX1" y="connsiteY1"/>
                  </a:cxn>
                </a:cxnLst>
                <a:rect l="l" t="t" r="r" b="b"/>
                <a:pathLst>
                  <a:path w="2824" h="21946">
                    <a:moveTo>
                      <a:pt x="0" y="0"/>
                    </a:moveTo>
                    <a:lnTo>
                      <a:pt x="0" y="21947"/>
                    </a:lnTo>
                  </a:path>
                </a:pathLst>
              </a:custGeom>
              <a:ln w="8472" cap="flat">
                <a:solidFill>
                  <a:srgbClr val="17A3A3"/>
                </a:solidFill>
                <a:prstDash val="solid"/>
                <a:miter/>
              </a:ln>
            </p:spPr>
            <p:txBody>
              <a:bodyPr rtlCol="1" anchor="ctr"/>
              <a:lstStyle/>
              <a:p>
                <a:endParaRPr lang="ar-SA"/>
              </a:p>
            </p:txBody>
          </p:sp>
          <p:sp>
            <p:nvSpPr>
              <p:cNvPr id="10589" name="شكل حر: شكل 11837">
                <a:extLst>
                  <a:ext uri="{FF2B5EF4-FFF2-40B4-BE49-F238E27FC236}">
                    <a16:creationId xmlns:a16="http://schemas.microsoft.com/office/drawing/2014/main" id="{1497047D-B043-F838-12AB-6966CE7EE562}"/>
                  </a:ext>
                </a:extLst>
              </p:cNvPr>
              <p:cNvSpPr/>
              <p:nvPr/>
            </p:nvSpPr>
            <p:spPr>
              <a:xfrm>
                <a:off x="4756515" y="5520774"/>
                <a:ext cx="2824" cy="21946"/>
              </a:xfrm>
              <a:custGeom>
                <a:avLst/>
                <a:gdLst>
                  <a:gd name="connsiteX0" fmla="*/ 0 w 2824"/>
                  <a:gd name="connsiteY0" fmla="*/ 0 h 21946"/>
                  <a:gd name="connsiteX1" fmla="*/ 0 w 2824"/>
                  <a:gd name="connsiteY1" fmla="*/ 21947 h 21946"/>
                </a:gdLst>
                <a:ahLst/>
                <a:cxnLst>
                  <a:cxn ang="0">
                    <a:pos x="connsiteX0" y="connsiteY0"/>
                  </a:cxn>
                  <a:cxn ang="0">
                    <a:pos x="connsiteX1" y="connsiteY1"/>
                  </a:cxn>
                </a:cxnLst>
                <a:rect l="l" t="t" r="r" b="b"/>
                <a:pathLst>
                  <a:path w="2824" h="21946">
                    <a:moveTo>
                      <a:pt x="0" y="0"/>
                    </a:moveTo>
                    <a:lnTo>
                      <a:pt x="0" y="21947"/>
                    </a:lnTo>
                  </a:path>
                </a:pathLst>
              </a:custGeom>
              <a:ln w="8472" cap="flat">
                <a:solidFill>
                  <a:srgbClr val="17A3A3"/>
                </a:solidFill>
                <a:prstDash val="solid"/>
                <a:miter/>
              </a:ln>
            </p:spPr>
            <p:txBody>
              <a:bodyPr rtlCol="1" anchor="ctr"/>
              <a:lstStyle/>
              <a:p>
                <a:endParaRPr lang="ar-SA"/>
              </a:p>
            </p:txBody>
          </p:sp>
          <p:sp>
            <p:nvSpPr>
              <p:cNvPr id="10590" name="شكل حر: شكل 11838">
                <a:extLst>
                  <a:ext uri="{FF2B5EF4-FFF2-40B4-BE49-F238E27FC236}">
                    <a16:creationId xmlns:a16="http://schemas.microsoft.com/office/drawing/2014/main" id="{EF05FB6D-CA8F-FCD0-0833-4FABE4B50D1C}"/>
                  </a:ext>
                </a:extLst>
              </p:cNvPr>
              <p:cNvSpPr/>
              <p:nvPr/>
            </p:nvSpPr>
            <p:spPr>
              <a:xfrm>
                <a:off x="4731828" y="5658584"/>
                <a:ext cx="2824" cy="21946"/>
              </a:xfrm>
              <a:custGeom>
                <a:avLst/>
                <a:gdLst>
                  <a:gd name="connsiteX0" fmla="*/ 0 w 2824"/>
                  <a:gd name="connsiteY0" fmla="*/ 0 h 21946"/>
                  <a:gd name="connsiteX1" fmla="*/ 0 w 2824"/>
                  <a:gd name="connsiteY1" fmla="*/ 21947 h 21946"/>
                </a:gdLst>
                <a:ahLst/>
                <a:cxnLst>
                  <a:cxn ang="0">
                    <a:pos x="connsiteX0" y="connsiteY0"/>
                  </a:cxn>
                  <a:cxn ang="0">
                    <a:pos x="connsiteX1" y="connsiteY1"/>
                  </a:cxn>
                </a:cxnLst>
                <a:rect l="l" t="t" r="r" b="b"/>
                <a:pathLst>
                  <a:path w="2824" h="21946">
                    <a:moveTo>
                      <a:pt x="0" y="0"/>
                    </a:moveTo>
                    <a:lnTo>
                      <a:pt x="0" y="21947"/>
                    </a:lnTo>
                  </a:path>
                </a:pathLst>
              </a:custGeom>
              <a:ln w="8472" cap="flat">
                <a:solidFill>
                  <a:srgbClr val="17A3A3"/>
                </a:solidFill>
                <a:prstDash val="solid"/>
                <a:miter/>
              </a:ln>
            </p:spPr>
            <p:txBody>
              <a:bodyPr rtlCol="1" anchor="ctr"/>
              <a:lstStyle/>
              <a:p>
                <a:endParaRPr lang="ar-SA"/>
              </a:p>
            </p:txBody>
          </p:sp>
          <p:sp>
            <p:nvSpPr>
              <p:cNvPr id="10591" name="شكل حر: شكل 11839">
                <a:extLst>
                  <a:ext uri="{FF2B5EF4-FFF2-40B4-BE49-F238E27FC236}">
                    <a16:creationId xmlns:a16="http://schemas.microsoft.com/office/drawing/2014/main" id="{449E736D-E146-D7CA-288E-1F26574A7BBE}"/>
                  </a:ext>
                </a:extLst>
              </p:cNvPr>
              <p:cNvSpPr/>
              <p:nvPr/>
            </p:nvSpPr>
            <p:spPr>
              <a:xfrm>
                <a:off x="4756515" y="5658584"/>
                <a:ext cx="2824" cy="21946"/>
              </a:xfrm>
              <a:custGeom>
                <a:avLst/>
                <a:gdLst>
                  <a:gd name="connsiteX0" fmla="*/ 0 w 2824"/>
                  <a:gd name="connsiteY0" fmla="*/ 0 h 21946"/>
                  <a:gd name="connsiteX1" fmla="*/ 0 w 2824"/>
                  <a:gd name="connsiteY1" fmla="*/ 21947 h 21946"/>
                </a:gdLst>
                <a:ahLst/>
                <a:cxnLst>
                  <a:cxn ang="0">
                    <a:pos x="connsiteX0" y="connsiteY0"/>
                  </a:cxn>
                  <a:cxn ang="0">
                    <a:pos x="connsiteX1" y="connsiteY1"/>
                  </a:cxn>
                </a:cxnLst>
                <a:rect l="l" t="t" r="r" b="b"/>
                <a:pathLst>
                  <a:path w="2824" h="21946">
                    <a:moveTo>
                      <a:pt x="0" y="0"/>
                    </a:moveTo>
                    <a:lnTo>
                      <a:pt x="0" y="21947"/>
                    </a:lnTo>
                  </a:path>
                </a:pathLst>
              </a:custGeom>
              <a:ln w="8472" cap="flat">
                <a:solidFill>
                  <a:srgbClr val="17A3A3"/>
                </a:solidFill>
                <a:prstDash val="solid"/>
                <a:miter/>
              </a:ln>
            </p:spPr>
            <p:txBody>
              <a:bodyPr rtlCol="1" anchor="ctr"/>
              <a:lstStyle/>
              <a:p>
                <a:endParaRPr lang="ar-SA"/>
              </a:p>
            </p:txBody>
          </p:sp>
          <p:sp>
            <p:nvSpPr>
              <p:cNvPr id="10592" name="شكل حر: شكل 11840">
                <a:extLst>
                  <a:ext uri="{FF2B5EF4-FFF2-40B4-BE49-F238E27FC236}">
                    <a16:creationId xmlns:a16="http://schemas.microsoft.com/office/drawing/2014/main" id="{657C59B3-289C-C980-3975-D6EF53B39D19}"/>
                  </a:ext>
                </a:extLst>
              </p:cNvPr>
              <p:cNvSpPr/>
              <p:nvPr/>
            </p:nvSpPr>
            <p:spPr>
              <a:xfrm>
                <a:off x="4709910" y="5658584"/>
                <a:ext cx="21918" cy="2824"/>
              </a:xfrm>
              <a:custGeom>
                <a:avLst/>
                <a:gdLst>
                  <a:gd name="connsiteX0" fmla="*/ 0 w 21918"/>
                  <a:gd name="connsiteY0" fmla="*/ 0 h 2824"/>
                  <a:gd name="connsiteX1" fmla="*/ 21919 w 21918"/>
                  <a:gd name="connsiteY1" fmla="*/ 0 h 2824"/>
                </a:gdLst>
                <a:ahLst/>
                <a:cxnLst>
                  <a:cxn ang="0">
                    <a:pos x="connsiteX0" y="connsiteY0"/>
                  </a:cxn>
                  <a:cxn ang="0">
                    <a:pos x="connsiteX1" y="connsiteY1"/>
                  </a:cxn>
                </a:cxnLst>
                <a:rect l="l" t="t" r="r" b="b"/>
                <a:pathLst>
                  <a:path w="21918" h="2824">
                    <a:moveTo>
                      <a:pt x="0" y="0"/>
                    </a:moveTo>
                    <a:lnTo>
                      <a:pt x="21919" y="0"/>
                    </a:lnTo>
                  </a:path>
                </a:pathLst>
              </a:custGeom>
              <a:ln w="8472" cap="flat">
                <a:solidFill>
                  <a:srgbClr val="17A3A3"/>
                </a:solidFill>
                <a:prstDash val="solid"/>
                <a:miter/>
              </a:ln>
            </p:spPr>
            <p:txBody>
              <a:bodyPr rtlCol="1" anchor="ctr"/>
              <a:lstStyle/>
              <a:p>
                <a:endParaRPr lang="ar-SA"/>
              </a:p>
            </p:txBody>
          </p:sp>
          <p:sp>
            <p:nvSpPr>
              <p:cNvPr id="10593" name="شكل حر: شكل 11841">
                <a:extLst>
                  <a:ext uri="{FF2B5EF4-FFF2-40B4-BE49-F238E27FC236}">
                    <a16:creationId xmlns:a16="http://schemas.microsoft.com/office/drawing/2014/main" id="{D30AB1A0-9A07-994C-8168-BDEB6B691ADE}"/>
                  </a:ext>
                </a:extLst>
              </p:cNvPr>
              <p:cNvSpPr/>
              <p:nvPr/>
            </p:nvSpPr>
            <p:spPr>
              <a:xfrm>
                <a:off x="4731828" y="5542721"/>
                <a:ext cx="60021" cy="57959"/>
              </a:xfrm>
              <a:custGeom>
                <a:avLst/>
                <a:gdLst>
                  <a:gd name="connsiteX0" fmla="*/ 0 w 60021"/>
                  <a:gd name="connsiteY0" fmla="*/ 0 h 57959"/>
                  <a:gd name="connsiteX1" fmla="*/ 31042 w 60021"/>
                  <a:gd name="connsiteY1" fmla="*/ 0 h 57959"/>
                  <a:gd name="connsiteX2" fmla="*/ 60022 w 60021"/>
                  <a:gd name="connsiteY2" fmla="*/ 28980 h 57959"/>
                  <a:gd name="connsiteX3" fmla="*/ 60022 w 60021"/>
                  <a:gd name="connsiteY3" fmla="*/ 28980 h 57959"/>
                  <a:gd name="connsiteX4" fmla="*/ 31042 w 60021"/>
                  <a:gd name="connsiteY4" fmla="*/ 57960 h 57959"/>
                  <a:gd name="connsiteX5" fmla="*/ 0 w 60021"/>
                  <a:gd name="connsiteY5" fmla="*/ 57960 h 57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021" h="57959">
                    <a:moveTo>
                      <a:pt x="0" y="0"/>
                    </a:moveTo>
                    <a:lnTo>
                      <a:pt x="31042" y="0"/>
                    </a:lnTo>
                    <a:cubicBezTo>
                      <a:pt x="47029" y="0"/>
                      <a:pt x="60022" y="12965"/>
                      <a:pt x="60022" y="28980"/>
                    </a:cubicBezTo>
                    <a:lnTo>
                      <a:pt x="60022" y="28980"/>
                    </a:lnTo>
                    <a:cubicBezTo>
                      <a:pt x="60022" y="44967"/>
                      <a:pt x="47057" y="57960"/>
                      <a:pt x="31042" y="57960"/>
                    </a:cubicBezTo>
                    <a:lnTo>
                      <a:pt x="0" y="57960"/>
                    </a:lnTo>
                  </a:path>
                </a:pathLst>
              </a:custGeom>
              <a:noFill/>
              <a:ln w="8472" cap="flat">
                <a:solidFill>
                  <a:srgbClr val="17A3A3"/>
                </a:solidFill>
                <a:prstDash val="solid"/>
                <a:miter/>
              </a:ln>
            </p:spPr>
            <p:txBody>
              <a:bodyPr rtlCol="1" anchor="ctr"/>
              <a:lstStyle/>
              <a:p>
                <a:endParaRPr lang="ar-SA"/>
              </a:p>
            </p:txBody>
          </p:sp>
        </p:grpSp>
      </p:grpSp>
      <p:sp>
        <p:nvSpPr>
          <p:cNvPr id="10594" name="شكل حر: شكل 11892">
            <a:extLst>
              <a:ext uri="{FF2B5EF4-FFF2-40B4-BE49-F238E27FC236}">
                <a16:creationId xmlns:a16="http://schemas.microsoft.com/office/drawing/2014/main" id="{E6C64851-1FD1-FF7B-29F0-3EA3EF06D8D2}"/>
              </a:ext>
            </a:extLst>
          </p:cNvPr>
          <p:cNvSpPr/>
          <p:nvPr/>
        </p:nvSpPr>
        <p:spPr>
          <a:xfrm>
            <a:off x="4631269" y="4084945"/>
            <a:ext cx="239557" cy="225693"/>
          </a:xfrm>
          <a:custGeom>
            <a:avLst/>
            <a:gdLst>
              <a:gd name="connsiteX0" fmla="*/ 281449 w 286343"/>
              <a:gd name="connsiteY0" fmla="*/ 228344 h 286343"/>
              <a:gd name="connsiteX1" fmla="*/ 234590 w 286343"/>
              <a:gd name="connsiteY1" fmla="*/ 181484 h 286343"/>
              <a:gd name="connsiteX2" fmla="*/ 210977 w 286343"/>
              <a:gd name="connsiteY2" fmla="*/ 181484 h 286343"/>
              <a:gd name="connsiteX3" fmla="*/ 187449 w 286343"/>
              <a:gd name="connsiteY3" fmla="*/ 205013 h 286343"/>
              <a:gd name="connsiteX4" fmla="*/ 165276 w 286343"/>
              <a:gd name="connsiteY4" fmla="*/ 207555 h 286343"/>
              <a:gd name="connsiteX5" fmla="*/ 78675 w 286343"/>
              <a:gd name="connsiteY5" fmla="*/ 121068 h 286343"/>
              <a:gd name="connsiteX6" fmla="*/ 81274 w 286343"/>
              <a:gd name="connsiteY6" fmla="*/ 98979 h 286343"/>
              <a:gd name="connsiteX7" fmla="*/ 104887 w 286343"/>
              <a:gd name="connsiteY7" fmla="*/ 75366 h 286343"/>
              <a:gd name="connsiteX8" fmla="*/ 104887 w 286343"/>
              <a:gd name="connsiteY8" fmla="*/ 51753 h 286343"/>
              <a:gd name="connsiteX9" fmla="*/ 58028 w 286343"/>
              <a:gd name="connsiteY9" fmla="*/ 4894 h 286343"/>
              <a:gd name="connsiteX10" fmla="*/ 34386 w 286343"/>
              <a:gd name="connsiteY10" fmla="*/ 4894 h 286343"/>
              <a:gd name="connsiteX11" fmla="*/ 6621 w 286343"/>
              <a:gd name="connsiteY11" fmla="*/ 32659 h 286343"/>
              <a:gd name="connsiteX12" fmla="*/ 1368 w 286343"/>
              <a:gd name="connsiteY12" fmla="*/ 56329 h 286343"/>
              <a:gd name="connsiteX13" fmla="*/ 230015 w 286343"/>
              <a:gd name="connsiteY13" fmla="*/ 284976 h 286343"/>
              <a:gd name="connsiteX14" fmla="*/ 253684 w 286343"/>
              <a:gd name="connsiteY14" fmla="*/ 279722 h 286343"/>
              <a:gd name="connsiteX15" fmla="*/ 281449 w 286343"/>
              <a:gd name="connsiteY15" fmla="*/ 251957 h 286343"/>
              <a:gd name="connsiteX16" fmla="*/ 281449 w 286343"/>
              <a:gd name="connsiteY16" fmla="*/ 228316 h 28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86343" h="286343">
                <a:moveTo>
                  <a:pt x="281449" y="228344"/>
                </a:moveTo>
                <a:lnTo>
                  <a:pt x="234590" y="181484"/>
                </a:lnTo>
                <a:cubicBezTo>
                  <a:pt x="228066" y="174960"/>
                  <a:pt x="217474" y="174960"/>
                  <a:pt x="210977" y="181484"/>
                </a:cubicBezTo>
                <a:lnTo>
                  <a:pt x="187449" y="205013"/>
                </a:lnTo>
                <a:cubicBezTo>
                  <a:pt x="181545" y="210916"/>
                  <a:pt x="172309" y="212046"/>
                  <a:pt x="165276" y="207555"/>
                </a:cubicBezTo>
                <a:cubicBezTo>
                  <a:pt x="130167" y="185213"/>
                  <a:pt x="100594" y="155866"/>
                  <a:pt x="78675" y="121068"/>
                </a:cubicBezTo>
                <a:cubicBezTo>
                  <a:pt x="74241" y="114035"/>
                  <a:pt x="75399" y="104855"/>
                  <a:pt x="81274" y="98979"/>
                </a:cubicBezTo>
                <a:lnTo>
                  <a:pt x="104887" y="75366"/>
                </a:lnTo>
                <a:cubicBezTo>
                  <a:pt x="111412" y="68842"/>
                  <a:pt x="111412" y="58250"/>
                  <a:pt x="104887" y="51753"/>
                </a:cubicBezTo>
                <a:lnTo>
                  <a:pt x="58028" y="4894"/>
                </a:lnTo>
                <a:cubicBezTo>
                  <a:pt x="51503" y="-1631"/>
                  <a:pt x="40911" y="-1631"/>
                  <a:pt x="34386" y="4894"/>
                </a:cubicBezTo>
                <a:lnTo>
                  <a:pt x="6621" y="32659"/>
                </a:lnTo>
                <a:cubicBezTo>
                  <a:pt x="435" y="38845"/>
                  <a:pt x="-1655" y="48081"/>
                  <a:pt x="1368" y="56329"/>
                </a:cubicBezTo>
                <a:cubicBezTo>
                  <a:pt x="40290" y="162419"/>
                  <a:pt x="123925" y="246054"/>
                  <a:pt x="230015" y="284976"/>
                </a:cubicBezTo>
                <a:cubicBezTo>
                  <a:pt x="238234" y="287998"/>
                  <a:pt x="247470" y="285908"/>
                  <a:pt x="253684" y="279722"/>
                </a:cubicBezTo>
                <a:lnTo>
                  <a:pt x="281449" y="251957"/>
                </a:lnTo>
                <a:cubicBezTo>
                  <a:pt x="287974" y="245433"/>
                  <a:pt x="287974" y="234840"/>
                  <a:pt x="281449" y="228316"/>
                </a:cubicBezTo>
                <a:close/>
              </a:path>
            </a:pathLst>
          </a:custGeom>
          <a:noFill/>
          <a:ln w="8472" cap="flat">
            <a:solidFill>
              <a:srgbClr val="01355A"/>
            </a:solidFill>
            <a:prstDash val="solid"/>
            <a:miter/>
          </a:ln>
        </p:spPr>
        <p:txBody>
          <a:bodyPr rtlCol="1" anchor="ctr"/>
          <a:lstStyle/>
          <a:p>
            <a:endParaRPr lang="ar-SA"/>
          </a:p>
        </p:txBody>
      </p:sp>
      <p:grpSp>
        <p:nvGrpSpPr>
          <p:cNvPr id="10595" name="رسم 8014">
            <a:extLst>
              <a:ext uri="{FF2B5EF4-FFF2-40B4-BE49-F238E27FC236}">
                <a16:creationId xmlns:a16="http://schemas.microsoft.com/office/drawing/2014/main" id="{90A7F624-90F4-96A3-7AE1-645BAB8B06B1}"/>
              </a:ext>
            </a:extLst>
          </p:cNvPr>
          <p:cNvGrpSpPr/>
          <p:nvPr/>
        </p:nvGrpSpPr>
        <p:grpSpPr>
          <a:xfrm>
            <a:off x="5492477" y="4062356"/>
            <a:ext cx="237533" cy="232758"/>
            <a:chOff x="5646586" y="3338642"/>
            <a:chExt cx="283923" cy="295306"/>
          </a:xfrm>
          <a:noFill/>
        </p:grpSpPr>
        <p:grpSp>
          <p:nvGrpSpPr>
            <p:cNvPr id="10596" name="رسم 8014">
              <a:extLst>
                <a:ext uri="{FF2B5EF4-FFF2-40B4-BE49-F238E27FC236}">
                  <a16:creationId xmlns:a16="http://schemas.microsoft.com/office/drawing/2014/main" id="{13F7414D-ADA2-8B17-54F0-FCCDAD531C81}"/>
                </a:ext>
              </a:extLst>
            </p:cNvPr>
            <p:cNvGrpSpPr/>
            <p:nvPr/>
          </p:nvGrpSpPr>
          <p:grpSpPr>
            <a:xfrm>
              <a:off x="5646586" y="3338642"/>
              <a:ext cx="283923" cy="295306"/>
              <a:chOff x="5646586" y="3338642"/>
              <a:chExt cx="283923" cy="295306"/>
            </a:xfrm>
            <a:noFill/>
          </p:grpSpPr>
          <p:sp>
            <p:nvSpPr>
              <p:cNvPr id="10599" name="شكل حر: شكل 11895">
                <a:extLst>
                  <a:ext uri="{FF2B5EF4-FFF2-40B4-BE49-F238E27FC236}">
                    <a16:creationId xmlns:a16="http://schemas.microsoft.com/office/drawing/2014/main" id="{A13E1336-3DCA-AE17-5743-6549872C3404}"/>
                  </a:ext>
                </a:extLst>
              </p:cNvPr>
              <p:cNvSpPr/>
              <p:nvPr/>
            </p:nvSpPr>
            <p:spPr>
              <a:xfrm>
                <a:off x="5745038" y="3356641"/>
                <a:ext cx="86923" cy="125459"/>
              </a:xfrm>
              <a:custGeom>
                <a:avLst/>
                <a:gdLst>
                  <a:gd name="connsiteX0" fmla="*/ 19953 w 86923"/>
                  <a:gd name="connsiteY0" fmla="*/ 106055 h 125459"/>
                  <a:gd name="connsiteX1" fmla="*/ 39358 w 86923"/>
                  <a:gd name="connsiteY1" fmla="*/ 125460 h 125459"/>
                  <a:gd name="connsiteX2" fmla="*/ 47662 w 86923"/>
                  <a:gd name="connsiteY2" fmla="*/ 125460 h 125459"/>
                  <a:gd name="connsiteX3" fmla="*/ 67067 w 86923"/>
                  <a:gd name="connsiteY3" fmla="*/ 106055 h 125459"/>
                  <a:gd name="connsiteX4" fmla="*/ 67067 w 86923"/>
                  <a:gd name="connsiteY4" fmla="*/ 102920 h 125459"/>
                  <a:gd name="connsiteX5" fmla="*/ 66784 w 86923"/>
                  <a:gd name="connsiteY5" fmla="*/ 92243 h 125459"/>
                  <a:gd name="connsiteX6" fmla="*/ 66784 w 86923"/>
                  <a:gd name="connsiteY6" fmla="*/ 92074 h 125459"/>
                  <a:gd name="connsiteX7" fmla="*/ 74071 w 86923"/>
                  <a:gd name="connsiteY7" fmla="*/ 74307 h 125459"/>
                  <a:gd name="connsiteX8" fmla="*/ 86923 w 86923"/>
                  <a:gd name="connsiteY8" fmla="*/ 43463 h 125459"/>
                  <a:gd name="connsiteX9" fmla="*/ 40375 w 86923"/>
                  <a:gd name="connsiteY9" fmla="*/ 106 h 125459"/>
                  <a:gd name="connsiteX10" fmla="*/ 153 w 86923"/>
                  <a:gd name="connsiteY10" fmla="*/ 39763 h 125459"/>
                  <a:gd name="connsiteX11" fmla="*/ 12496 w 86923"/>
                  <a:gd name="connsiteY11" fmla="*/ 73912 h 125459"/>
                  <a:gd name="connsiteX12" fmla="*/ 20179 w 86923"/>
                  <a:gd name="connsiteY12" fmla="*/ 92074 h 125459"/>
                  <a:gd name="connsiteX13" fmla="*/ 20179 w 86923"/>
                  <a:gd name="connsiteY13" fmla="*/ 92215 h 125459"/>
                  <a:gd name="connsiteX14" fmla="*/ 43482 w 86923"/>
                  <a:gd name="connsiteY14" fmla="*/ 92215 h 125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6923" h="125459">
                    <a:moveTo>
                      <a:pt x="19953" y="106055"/>
                    </a:moveTo>
                    <a:cubicBezTo>
                      <a:pt x="19953" y="116788"/>
                      <a:pt x="28653" y="125460"/>
                      <a:pt x="39358" y="125460"/>
                    </a:cubicBezTo>
                    <a:lnTo>
                      <a:pt x="47662" y="125460"/>
                    </a:lnTo>
                    <a:cubicBezTo>
                      <a:pt x="58395" y="125460"/>
                      <a:pt x="67067" y="116760"/>
                      <a:pt x="67067" y="106055"/>
                    </a:cubicBezTo>
                    <a:lnTo>
                      <a:pt x="67067" y="102920"/>
                    </a:lnTo>
                    <a:lnTo>
                      <a:pt x="66784" y="92243"/>
                    </a:lnTo>
                    <a:lnTo>
                      <a:pt x="66784" y="92074"/>
                    </a:lnTo>
                    <a:cubicBezTo>
                      <a:pt x="66784" y="85408"/>
                      <a:pt x="69355" y="78996"/>
                      <a:pt x="74071" y="74307"/>
                    </a:cubicBezTo>
                    <a:cubicBezTo>
                      <a:pt x="82008" y="66427"/>
                      <a:pt x="86923" y="55524"/>
                      <a:pt x="86923" y="43463"/>
                    </a:cubicBezTo>
                    <a:cubicBezTo>
                      <a:pt x="86923" y="18438"/>
                      <a:pt x="65767" y="-1645"/>
                      <a:pt x="40375" y="106"/>
                    </a:cubicBezTo>
                    <a:cubicBezTo>
                      <a:pt x="19162" y="1575"/>
                      <a:pt x="1904" y="18579"/>
                      <a:pt x="153" y="39763"/>
                    </a:cubicBezTo>
                    <a:cubicBezTo>
                      <a:pt x="-948" y="53095"/>
                      <a:pt x="3966" y="65269"/>
                      <a:pt x="12496" y="73912"/>
                    </a:cubicBezTo>
                    <a:cubicBezTo>
                      <a:pt x="17298" y="78798"/>
                      <a:pt x="20179" y="85238"/>
                      <a:pt x="20179" y="92074"/>
                    </a:cubicBezTo>
                    <a:lnTo>
                      <a:pt x="20179" y="92215"/>
                    </a:lnTo>
                    <a:lnTo>
                      <a:pt x="43482" y="92215"/>
                    </a:lnTo>
                  </a:path>
                </a:pathLst>
              </a:custGeom>
              <a:noFill/>
              <a:ln w="8472" cap="flat">
                <a:solidFill>
                  <a:srgbClr val="17A3A3"/>
                </a:solidFill>
                <a:prstDash val="solid"/>
                <a:miter/>
              </a:ln>
            </p:spPr>
            <p:txBody>
              <a:bodyPr rtlCol="1" anchor="ctr"/>
              <a:lstStyle/>
              <a:p>
                <a:endParaRPr lang="ar-SA"/>
              </a:p>
            </p:txBody>
          </p:sp>
          <p:sp>
            <p:nvSpPr>
              <p:cNvPr id="10600" name="شكل حر: شكل 11896">
                <a:extLst>
                  <a:ext uri="{FF2B5EF4-FFF2-40B4-BE49-F238E27FC236}">
                    <a16:creationId xmlns:a16="http://schemas.microsoft.com/office/drawing/2014/main" id="{B1175900-9297-A6FA-EEBA-F4CFA5C89678}"/>
                  </a:ext>
                </a:extLst>
              </p:cNvPr>
              <p:cNvSpPr/>
              <p:nvPr/>
            </p:nvSpPr>
            <p:spPr>
              <a:xfrm>
                <a:off x="5853936" y="3398099"/>
                <a:ext cx="25336" cy="2824"/>
              </a:xfrm>
              <a:custGeom>
                <a:avLst/>
                <a:gdLst>
                  <a:gd name="connsiteX0" fmla="*/ 0 w 25336"/>
                  <a:gd name="connsiteY0" fmla="*/ 0 h 2824"/>
                  <a:gd name="connsiteX1" fmla="*/ 25336 w 25336"/>
                  <a:gd name="connsiteY1" fmla="*/ 0 h 2824"/>
                </a:gdLst>
                <a:ahLst/>
                <a:cxnLst>
                  <a:cxn ang="0">
                    <a:pos x="connsiteX0" y="connsiteY0"/>
                  </a:cxn>
                  <a:cxn ang="0">
                    <a:pos x="connsiteX1" y="connsiteY1"/>
                  </a:cxn>
                </a:cxnLst>
                <a:rect l="l" t="t" r="r" b="b"/>
                <a:pathLst>
                  <a:path w="25336" h="2824">
                    <a:moveTo>
                      <a:pt x="0" y="0"/>
                    </a:moveTo>
                    <a:lnTo>
                      <a:pt x="25336" y="0"/>
                    </a:lnTo>
                  </a:path>
                </a:pathLst>
              </a:custGeom>
              <a:ln w="8472" cap="flat">
                <a:solidFill>
                  <a:srgbClr val="17A3A3"/>
                </a:solidFill>
                <a:prstDash val="solid"/>
                <a:miter/>
              </a:ln>
            </p:spPr>
            <p:txBody>
              <a:bodyPr rtlCol="1" anchor="ctr"/>
              <a:lstStyle/>
              <a:p>
                <a:endParaRPr lang="ar-SA"/>
              </a:p>
            </p:txBody>
          </p:sp>
          <p:grpSp>
            <p:nvGrpSpPr>
              <p:cNvPr id="10601" name="رسم 8014">
                <a:extLst>
                  <a:ext uri="{FF2B5EF4-FFF2-40B4-BE49-F238E27FC236}">
                    <a16:creationId xmlns:a16="http://schemas.microsoft.com/office/drawing/2014/main" id="{C49058A7-6814-C5C8-4037-C07EDB17AF00}"/>
                  </a:ext>
                </a:extLst>
              </p:cNvPr>
              <p:cNvGrpSpPr/>
              <p:nvPr/>
            </p:nvGrpSpPr>
            <p:grpSpPr>
              <a:xfrm>
                <a:off x="5853936" y="3366069"/>
                <a:ext cx="23161" cy="64088"/>
                <a:chOff x="5853936" y="3366069"/>
                <a:chExt cx="23161" cy="64088"/>
              </a:xfrm>
            </p:grpSpPr>
            <p:sp>
              <p:nvSpPr>
                <p:cNvPr id="10611" name="شكل حر: شكل 11898">
                  <a:extLst>
                    <a:ext uri="{FF2B5EF4-FFF2-40B4-BE49-F238E27FC236}">
                      <a16:creationId xmlns:a16="http://schemas.microsoft.com/office/drawing/2014/main" id="{86BBDF96-529D-2F12-2A0D-ACEE40E46A24}"/>
                    </a:ext>
                  </a:extLst>
                </p:cNvPr>
                <p:cNvSpPr/>
                <p:nvPr/>
              </p:nvSpPr>
              <p:spPr>
                <a:xfrm>
                  <a:off x="5853936" y="3418097"/>
                  <a:ext cx="23161" cy="12060"/>
                </a:xfrm>
                <a:custGeom>
                  <a:avLst/>
                  <a:gdLst>
                    <a:gd name="connsiteX0" fmla="*/ 0 w 23161"/>
                    <a:gd name="connsiteY0" fmla="*/ 0 h 12060"/>
                    <a:gd name="connsiteX1" fmla="*/ 23161 w 23161"/>
                    <a:gd name="connsiteY1" fmla="*/ 12061 h 12060"/>
                  </a:gdLst>
                  <a:ahLst/>
                  <a:cxnLst>
                    <a:cxn ang="0">
                      <a:pos x="connsiteX0" y="connsiteY0"/>
                    </a:cxn>
                    <a:cxn ang="0">
                      <a:pos x="connsiteX1" y="connsiteY1"/>
                    </a:cxn>
                  </a:cxnLst>
                  <a:rect l="l" t="t" r="r" b="b"/>
                  <a:pathLst>
                    <a:path w="23161" h="12060">
                      <a:moveTo>
                        <a:pt x="0" y="0"/>
                      </a:moveTo>
                      <a:lnTo>
                        <a:pt x="23161" y="12061"/>
                      </a:lnTo>
                    </a:path>
                  </a:pathLst>
                </a:custGeom>
                <a:ln w="8472" cap="flat">
                  <a:solidFill>
                    <a:srgbClr val="17A3A3"/>
                  </a:solidFill>
                  <a:prstDash val="solid"/>
                  <a:miter/>
                </a:ln>
              </p:spPr>
              <p:txBody>
                <a:bodyPr rtlCol="1" anchor="ctr"/>
                <a:lstStyle/>
                <a:p>
                  <a:endParaRPr lang="ar-SA"/>
                </a:p>
              </p:txBody>
            </p:sp>
            <p:sp>
              <p:nvSpPr>
                <p:cNvPr id="10612" name="شكل حر: شكل 11899">
                  <a:extLst>
                    <a:ext uri="{FF2B5EF4-FFF2-40B4-BE49-F238E27FC236}">
                      <a16:creationId xmlns:a16="http://schemas.microsoft.com/office/drawing/2014/main" id="{2ADBAF8A-B84A-3972-D487-150A71EBC610}"/>
                    </a:ext>
                  </a:extLst>
                </p:cNvPr>
                <p:cNvSpPr/>
                <p:nvPr/>
              </p:nvSpPr>
              <p:spPr>
                <a:xfrm>
                  <a:off x="5853936" y="3366069"/>
                  <a:ext cx="23161" cy="12060"/>
                </a:xfrm>
                <a:custGeom>
                  <a:avLst/>
                  <a:gdLst>
                    <a:gd name="connsiteX0" fmla="*/ 0 w 23161"/>
                    <a:gd name="connsiteY0" fmla="*/ 12061 h 12060"/>
                    <a:gd name="connsiteX1" fmla="*/ 23161 w 23161"/>
                    <a:gd name="connsiteY1" fmla="*/ 0 h 12060"/>
                  </a:gdLst>
                  <a:ahLst/>
                  <a:cxnLst>
                    <a:cxn ang="0">
                      <a:pos x="connsiteX0" y="connsiteY0"/>
                    </a:cxn>
                    <a:cxn ang="0">
                      <a:pos x="connsiteX1" y="connsiteY1"/>
                    </a:cxn>
                  </a:cxnLst>
                  <a:rect l="l" t="t" r="r" b="b"/>
                  <a:pathLst>
                    <a:path w="23161" h="12060">
                      <a:moveTo>
                        <a:pt x="0" y="12061"/>
                      </a:moveTo>
                      <a:lnTo>
                        <a:pt x="23161" y="0"/>
                      </a:lnTo>
                    </a:path>
                  </a:pathLst>
                </a:custGeom>
                <a:ln w="8472" cap="flat">
                  <a:solidFill>
                    <a:srgbClr val="17A3A3"/>
                  </a:solidFill>
                  <a:prstDash val="solid"/>
                  <a:miter/>
                </a:ln>
              </p:spPr>
              <p:txBody>
                <a:bodyPr rtlCol="1" anchor="ctr"/>
                <a:lstStyle/>
                <a:p>
                  <a:endParaRPr lang="ar-SA"/>
                </a:p>
              </p:txBody>
            </p:sp>
          </p:grpSp>
          <p:sp>
            <p:nvSpPr>
              <p:cNvPr id="10602" name="شكل حر: شكل 11900">
                <a:extLst>
                  <a:ext uri="{FF2B5EF4-FFF2-40B4-BE49-F238E27FC236}">
                    <a16:creationId xmlns:a16="http://schemas.microsoft.com/office/drawing/2014/main" id="{7BB61596-477F-D4EB-C223-CFF4A6A275EF}"/>
                  </a:ext>
                </a:extLst>
              </p:cNvPr>
              <p:cNvSpPr/>
              <p:nvPr/>
            </p:nvSpPr>
            <p:spPr>
              <a:xfrm>
                <a:off x="5696326" y="3398099"/>
                <a:ext cx="25336" cy="2824"/>
              </a:xfrm>
              <a:custGeom>
                <a:avLst/>
                <a:gdLst>
                  <a:gd name="connsiteX0" fmla="*/ 25336 w 25336"/>
                  <a:gd name="connsiteY0" fmla="*/ 0 h 2824"/>
                  <a:gd name="connsiteX1" fmla="*/ 0 w 25336"/>
                  <a:gd name="connsiteY1" fmla="*/ 0 h 2824"/>
                </a:gdLst>
                <a:ahLst/>
                <a:cxnLst>
                  <a:cxn ang="0">
                    <a:pos x="connsiteX0" y="connsiteY0"/>
                  </a:cxn>
                  <a:cxn ang="0">
                    <a:pos x="connsiteX1" y="connsiteY1"/>
                  </a:cxn>
                </a:cxnLst>
                <a:rect l="l" t="t" r="r" b="b"/>
                <a:pathLst>
                  <a:path w="25336" h="2824">
                    <a:moveTo>
                      <a:pt x="25336" y="0"/>
                    </a:moveTo>
                    <a:lnTo>
                      <a:pt x="0" y="0"/>
                    </a:lnTo>
                  </a:path>
                </a:pathLst>
              </a:custGeom>
              <a:ln w="8472" cap="flat">
                <a:solidFill>
                  <a:srgbClr val="17A3A3"/>
                </a:solidFill>
                <a:prstDash val="solid"/>
                <a:miter/>
              </a:ln>
            </p:spPr>
            <p:txBody>
              <a:bodyPr rtlCol="1" anchor="ctr"/>
              <a:lstStyle/>
              <a:p>
                <a:endParaRPr lang="ar-SA"/>
              </a:p>
            </p:txBody>
          </p:sp>
          <p:grpSp>
            <p:nvGrpSpPr>
              <p:cNvPr id="10603" name="رسم 8014">
                <a:extLst>
                  <a:ext uri="{FF2B5EF4-FFF2-40B4-BE49-F238E27FC236}">
                    <a16:creationId xmlns:a16="http://schemas.microsoft.com/office/drawing/2014/main" id="{9090E870-DE7A-D9A7-A5D7-4785350D9FE5}"/>
                  </a:ext>
                </a:extLst>
              </p:cNvPr>
              <p:cNvGrpSpPr/>
              <p:nvPr/>
            </p:nvGrpSpPr>
            <p:grpSpPr>
              <a:xfrm>
                <a:off x="5698473" y="3366069"/>
                <a:ext cx="23189" cy="64088"/>
                <a:chOff x="5698473" y="3366069"/>
                <a:chExt cx="23189" cy="64088"/>
              </a:xfrm>
            </p:grpSpPr>
            <p:sp>
              <p:nvSpPr>
                <p:cNvPr id="10609" name="شكل حر: شكل 11902">
                  <a:extLst>
                    <a:ext uri="{FF2B5EF4-FFF2-40B4-BE49-F238E27FC236}">
                      <a16:creationId xmlns:a16="http://schemas.microsoft.com/office/drawing/2014/main" id="{7B473566-5BEC-1C94-04F8-8C438D2B830B}"/>
                    </a:ext>
                  </a:extLst>
                </p:cNvPr>
                <p:cNvSpPr/>
                <p:nvPr/>
              </p:nvSpPr>
              <p:spPr>
                <a:xfrm>
                  <a:off x="5698473" y="3418097"/>
                  <a:ext cx="23189" cy="12060"/>
                </a:xfrm>
                <a:custGeom>
                  <a:avLst/>
                  <a:gdLst>
                    <a:gd name="connsiteX0" fmla="*/ 23189 w 23189"/>
                    <a:gd name="connsiteY0" fmla="*/ 0 h 12060"/>
                    <a:gd name="connsiteX1" fmla="*/ 0 w 23189"/>
                    <a:gd name="connsiteY1" fmla="*/ 12061 h 12060"/>
                  </a:gdLst>
                  <a:ahLst/>
                  <a:cxnLst>
                    <a:cxn ang="0">
                      <a:pos x="connsiteX0" y="connsiteY0"/>
                    </a:cxn>
                    <a:cxn ang="0">
                      <a:pos x="connsiteX1" y="connsiteY1"/>
                    </a:cxn>
                  </a:cxnLst>
                  <a:rect l="l" t="t" r="r" b="b"/>
                  <a:pathLst>
                    <a:path w="23189" h="12060">
                      <a:moveTo>
                        <a:pt x="23189" y="0"/>
                      </a:moveTo>
                      <a:lnTo>
                        <a:pt x="0" y="12061"/>
                      </a:lnTo>
                    </a:path>
                  </a:pathLst>
                </a:custGeom>
                <a:ln w="8472" cap="flat">
                  <a:solidFill>
                    <a:srgbClr val="17A3A3"/>
                  </a:solidFill>
                  <a:prstDash val="solid"/>
                  <a:miter/>
                </a:ln>
              </p:spPr>
              <p:txBody>
                <a:bodyPr rtlCol="1" anchor="ctr"/>
                <a:lstStyle/>
                <a:p>
                  <a:endParaRPr lang="ar-SA"/>
                </a:p>
              </p:txBody>
            </p:sp>
            <p:sp>
              <p:nvSpPr>
                <p:cNvPr id="10610" name="شكل حر: شكل 11903">
                  <a:extLst>
                    <a:ext uri="{FF2B5EF4-FFF2-40B4-BE49-F238E27FC236}">
                      <a16:creationId xmlns:a16="http://schemas.microsoft.com/office/drawing/2014/main" id="{952DFF8B-1B40-7439-6A43-EC561F624C74}"/>
                    </a:ext>
                  </a:extLst>
                </p:cNvPr>
                <p:cNvSpPr/>
                <p:nvPr/>
              </p:nvSpPr>
              <p:spPr>
                <a:xfrm>
                  <a:off x="5698473" y="3366069"/>
                  <a:ext cx="23189" cy="12060"/>
                </a:xfrm>
                <a:custGeom>
                  <a:avLst/>
                  <a:gdLst>
                    <a:gd name="connsiteX0" fmla="*/ 23189 w 23189"/>
                    <a:gd name="connsiteY0" fmla="*/ 12061 h 12060"/>
                    <a:gd name="connsiteX1" fmla="*/ 0 w 23189"/>
                    <a:gd name="connsiteY1" fmla="*/ 0 h 12060"/>
                  </a:gdLst>
                  <a:ahLst/>
                  <a:cxnLst>
                    <a:cxn ang="0">
                      <a:pos x="connsiteX0" y="connsiteY0"/>
                    </a:cxn>
                    <a:cxn ang="0">
                      <a:pos x="connsiteX1" y="connsiteY1"/>
                    </a:cxn>
                  </a:cxnLst>
                  <a:rect l="l" t="t" r="r" b="b"/>
                  <a:pathLst>
                    <a:path w="23189" h="12060">
                      <a:moveTo>
                        <a:pt x="23189" y="12061"/>
                      </a:moveTo>
                      <a:lnTo>
                        <a:pt x="0" y="0"/>
                      </a:lnTo>
                    </a:path>
                  </a:pathLst>
                </a:custGeom>
                <a:ln w="8472" cap="flat">
                  <a:solidFill>
                    <a:srgbClr val="17A3A3"/>
                  </a:solidFill>
                  <a:prstDash val="solid"/>
                  <a:miter/>
                </a:ln>
              </p:spPr>
              <p:txBody>
                <a:bodyPr rtlCol="1" anchor="ctr"/>
                <a:lstStyle/>
                <a:p>
                  <a:endParaRPr lang="ar-SA"/>
                </a:p>
              </p:txBody>
            </p:sp>
          </p:grpSp>
          <p:sp>
            <p:nvSpPr>
              <p:cNvPr id="10604" name="شكل حر: شكل 11904">
                <a:extLst>
                  <a:ext uri="{FF2B5EF4-FFF2-40B4-BE49-F238E27FC236}">
                    <a16:creationId xmlns:a16="http://schemas.microsoft.com/office/drawing/2014/main" id="{D8A3EE06-4908-7FC4-563F-BE5A4A1C34E6}"/>
                  </a:ext>
                </a:extLst>
              </p:cNvPr>
              <p:cNvSpPr/>
              <p:nvPr/>
            </p:nvSpPr>
            <p:spPr>
              <a:xfrm>
                <a:off x="5805495" y="3515290"/>
                <a:ext cx="125014" cy="31945"/>
              </a:xfrm>
              <a:custGeom>
                <a:avLst/>
                <a:gdLst>
                  <a:gd name="connsiteX0" fmla="*/ 0 w 125014"/>
                  <a:gd name="connsiteY0" fmla="*/ 0 h 31945"/>
                  <a:gd name="connsiteX1" fmla="*/ 125014 w 125014"/>
                  <a:gd name="connsiteY1" fmla="*/ 0 h 31945"/>
                  <a:gd name="connsiteX2" fmla="*/ 125014 w 125014"/>
                  <a:gd name="connsiteY2" fmla="*/ 9745 h 31945"/>
                  <a:gd name="connsiteX3" fmla="*/ 102814 w 125014"/>
                  <a:gd name="connsiteY3" fmla="*/ 31945 h 31945"/>
                  <a:gd name="connsiteX4" fmla="*/ 0 w 125014"/>
                  <a:gd name="connsiteY4" fmla="*/ 31945 h 319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014" h="31945">
                    <a:moveTo>
                      <a:pt x="0" y="0"/>
                    </a:moveTo>
                    <a:lnTo>
                      <a:pt x="125014" y="0"/>
                    </a:lnTo>
                    <a:lnTo>
                      <a:pt x="125014" y="9745"/>
                    </a:lnTo>
                    <a:cubicBezTo>
                      <a:pt x="125014" y="22003"/>
                      <a:pt x="115072" y="31945"/>
                      <a:pt x="102814" y="31945"/>
                    </a:cubicBezTo>
                    <a:lnTo>
                      <a:pt x="0" y="31945"/>
                    </a:lnTo>
                  </a:path>
                </a:pathLst>
              </a:custGeom>
              <a:noFill/>
              <a:ln w="8472" cap="flat">
                <a:solidFill>
                  <a:srgbClr val="01355A"/>
                </a:solidFill>
                <a:prstDash val="solid"/>
                <a:miter/>
              </a:ln>
            </p:spPr>
            <p:txBody>
              <a:bodyPr rtlCol="1" anchor="ctr"/>
              <a:lstStyle/>
              <a:p>
                <a:endParaRPr lang="ar-SA"/>
              </a:p>
            </p:txBody>
          </p:sp>
          <p:sp>
            <p:nvSpPr>
              <p:cNvPr id="10605" name="شكل حر: شكل 11905">
                <a:extLst>
                  <a:ext uri="{FF2B5EF4-FFF2-40B4-BE49-F238E27FC236}">
                    <a16:creationId xmlns:a16="http://schemas.microsoft.com/office/drawing/2014/main" id="{720D5451-7B2D-758E-9237-A43184445314}"/>
                  </a:ext>
                </a:extLst>
              </p:cNvPr>
              <p:cNvSpPr/>
              <p:nvPr/>
            </p:nvSpPr>
            <p:spPr>
              <a:xfrm>
                <a:off x="5646586" y="3515290"/>
                <a:ext cx="125014" cy="31945"/>
              </a:xfrm>
              <a:custGeom>
                <a:avLst/>
                <a:gdLst>
                  <a:gd name="connsiteX0" fmla="*/ 125014 w 125014"/>
                  <a:gd name="connsiteY0" fmla="*/ 31945 h 31945"/>
                  <a:gd name="connsiteX1" fmla="*/ 22201 w 125014"/>
                  <a:gd name="connsiteY1" fmla="*/ 31945 h 31945"/>
                  <a:gd name="connsiteX2" fmla="*/ 0 w 125014"/>
                  <a:gd name="connsiteY2" fmla="*/ 9745 h 31945"/>
                  <a:gd name="connsiteX3" fmla="*/ 0 w 125014"/>
                  <a:gd name="connsiteY3" fmla="*/ 0 h 31945"/>
                  <a:gd name="connsiteX4" fmla="*/ 125014 w 125014"/>
                  <a:gd name="connsiteY4" fmla="*/ 0 h 319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014" h="31945">
                    <a:moveTo>
                      <a:pt x="125014" y="31945"/>
                    </a:moveTo>
                    <a:lnTo>
                      <a:pt x="22201" y="31945"/>
                    </a:lnTo>
                    <a:cubicBezTo>
                      <a:pt x="9942" y="31945"/>
                      <a:pt x="0" y="22003"/>
                      <a:pt x="0" y="9745"/>
                    </a:cubicBezTo>
                    <a:lnTo>
                      <a:pt x="0" y="0"/>
                    </a:lnTo>
                    <a:lnTo>
                      <a:pt x="125014" y="0"/>
                    </a:lnTo>
                  </a:path>
                </a:pathLst>
              </a:custGeom>
              <a:noFill/>
              <a:ln w="8472" cap="flat">
                <a:solidFill>
                  <a:srgbClr val="01355A"/>
                </a:solidFill>
                <a:prstDash val="solid"/>
                <a:miter/>
              </a:ln>
            </p:spPr>
            <p:txBody>
              <a:bodyPr rtlCol="1" anchor="ctr"/>
              <a:lstStyle/>
              <a:p>
                <a:endParaRPr lang="ar-SA"/>
              </a:p>
            </p:txBody>
          </p:sp>
          <p:sp>
            <p:nvSpPr>
              <p:cNvPr id="10606" name="شكل حر: شكل 11906">
                <a:extLst>
                  <a:ext uri="{FF2B5EF4-FFF2-40B4-BE49-F238E27FC236}">
                    <a16:creationId xmlns:a16="http://schemas.microsoft.com/office/drawing/2014/main" id="{3B82E213-E2AA-FC85-C5CD-A21B973112D4}"/>
                  </a:ext>
                </a:extLst>
              </p:cNvPr>
              <p:cNvSpPr/>
              <p:nvPr/>
            </p:nvSpPr>
            <p:spPr>
              <a:xfrm>
                <a:off x="5665962" y="3338642"/>
                <a:ext cx="245199" cy="176647"/>
              </a:xfrm>
              <a:custGeom>
                <a:avLst/>
                <a:gdLst>
                  <a:gd name="connsiteX0" fmla="*/ 245199 w 245199"/>
                  <a:gd name="connsiteY0" fmla="*/ 176647 h 176647"/>
                  <a:gd name="connsiteX1" fmla="*/ 245199 w 245199"/>
                  <a:gd name="connsiteY1" fmla="*/ 8361 h 176647"/>
                  <a:gd name="connsiteX2" fmla="*/ 236838 w 245199"/>
                  <a:gd name="connsiteY2" fmla="*/ 0 h 176647"/>
                  <a:gd name="connsiteX3" fmla="*/ 8361 w 245199"/>
                  <a:gd name="connsiteY3" fmla="*/ 0 h 176647"/>
                  <a:gd name="connsiteX4" fmla="*/ 0 w 245199"/>
                  <a:gd name="connsiteY4" fmla="*/ 8361 h 176647"/>
                  <a:gd name="connsiteX5" fmla="*/ 0 w 245199"/>
                  <a:gd name="connsiteY5" fmla="*/ 176647 h 176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5199" h="176647">
                    <a:moveTo>
                      <a:pt x="245199" y="176647"/>
                    </a:moveTo>
                    <a:lnTo>
                      <a:pt x="245199" y="8361"/>
                    </a:lnTo>
                    <a:cubicBezTo>
                      <a:pt x="245199" y="3757"/>
                      <a:pt x="241470" y="0"/>
                      <a:pt x="236838" y="0"/>
                    </a:cubicBezTo>
                    <a:lnTo>
                      <a:pt x="8361" y="0"/>
                    </a:lnTo>
                    <a:cubicBezTo>
                      <a:pt x="3757" y="0"/>
                      <a:pt x="0" y="3728"/>
                      <a:pt x="0" y="8361"/>
                    </a:cubicBezTo>
                    <a:lnTo>
                      <a:pt x="0" y="176647"/>
                    </a:lnTo>
                  </a:path>
                </a:pathLst>
              </a:custGeom>
              <a:noFill/>
              <a:ln w="8472" cap="flat">
                <a:solidFill>
                  <a:srgbClr val="01355A"/>
                </a:solidFill>
                <a:prstDash val="solid"/>
                <a:miter/>
              </a:ln>
            </p:spPr>
            <p:txBody>
              <a:bodyPr rtlCol="1" anchor="ctr"/>
              <a:lstStyle/>
              <a:p>
                <a:endParaRPr lang="ar-SA"/>
              </a:p>
            </p:txBody>
          </p:sp>
          <p:sp>
            <p:nvSpPr>
              <p:cNvPr id="10607" name="شكل حر: شكل 11907">
                <a:extLst>
                  <a:ext uri="{FF2B5EF4-FFF2-40B4-BE49-F238E27FC236}">
                    <a16:creationId xmlns:a16="http://schemas.microsoft.com/office/drawing/2014/main" id="{FFB46F18-FE16-CB3F-7336-B10A091E4959}"/>
                  </a:ext>
                </a:extLst>
              </p:cNvPr>
              <p:cNvSpPr/>
              <p:nvPr/>
            </p:nvSpPr>
            <p:spPr>
              <a:xfrm>
                <a:off x="5667375" y="3547235"/>
                <a:ext cx="121173" cy="86685"/>
              </a:xfrm>
              <a:custGeom>
                <a:avLst/>
                <a:gdLst>
                  <a:gd name="connsiteX0" fmla="*/ 121173 w 121173"/>
                  <a:gd name="connsiteY0" fmla="*/ 0 h 86685"/>
                  <a:gd name="connsiteX1" fmla="*/ 121173 w 121173"/>
                  <a:gd name="connsiteY1" fmla="*/ 23980 h 86685"/>
                  <a:gd name="connsiteX2" fmla="*/ 100526 w 121173"/>
                  <a:gd name="connsiteY2" fmla="*/ 44628 h 86685"/>
                  <a:gd name="connsiteX3" fmla="*/ 20648 w 121173"/>
                  <a:gd name="connsiteY3" fmla="*/ 44628 h 86685"/>
                  <a:gd name="connsiteX4" fmla="*/ 0 w 121173"/>
                  <a:gd name="connsiteY4" fmla="*/ 65275 h 86685"/>
                  <a:gd name="connsiteX5" fmla="*/ 0 w 121173"/>
                  <a:gd name="connsiteY5" fmla="*/ 86686 h 8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173" h="86685">
                    <a:moveTo>
                      <a:pt x="121173" y="0"/>
                    </a:moveTo>
                    <a:lnTo>
                      <a:pt x="121173" y="23980"/>
                    </a:lnTo>
                    <a:cubicBezTo>
                      <a:pt x="121173" y="35392"/>
                      <a:pt x="111937" y="44628"/>
                      <a:pt x="100526" y="44628"/>
                    </a:cubicBezTo>
                    <a:lnTo>
                      <a:pt x="20648" y="44628"/>
                    </a:lnTo>
                    <a:cubicBezTo>
                      <a:pt x="9236" y="44628"/>
                      <a:pt x="0" y="53864"/>
                      <a:pt x="0" y="65275"/>
                    </a:cubicBezTo>
                    <a:lnTo>
                      <a:pt x="0" y="86686"/>
                    </a:lnTo>
                  </a:path>
                </a:pathLst>
              </a:custGeom>
              <a:noFill/>
              <a:ln w="8472" cap="flat">
                <a:solidFill>
                  <a:srgbClr val="01355A"/>
                </a:solidFill>
                <a:prstDash val="solid"/>
                <a:miter/>
              </a:ln>
            </p:spPr>
            <p:txBody>
              <a:bodyPr rtlCol="1" anchor="ctr"/>
              <a:lstStyle/>
              <a:p>
                <a:endParaRPr lang="ar-SA"/>
              </a:p>
            </p:txBody>
          </p:sp>
          <p:sp>
            <p:nvSpPr>
              <p:cNvPr id="10608" name="شكل حر: شكل 11908">
                <a:extLst>
                  <a:ext uri="{FF2B5EF4-FFF2-40B4-BE49-F238E27FC236}">
                    <a16:creationId xmlns:a16="http://schemas.microsoft.com/office/drawing/2014/main" id="{F2C701DB-190A-1744-3F60-28A4574D7189}"/>
                  </a:ext>
                </a:extLst>
              </p:cNvPr>
              <p:cNvSpPr/>
              <p:nvPr/>
            </p:nvSpPr>
            <p:spPr>
              <a:xfrm>
                <a:off x="5788548" y="3482101"/>
                <a:ext cx="121173" cy="151847"/>
              </a:xfrm>
              <a:custGeom>
                <a:avLst/>
                <a:gdLst>
                  <a:gd name="connsiteX0" fmla="*/ 0 w 121173"/>
                  <a:gd name="connsiteY0" fmla="*/ 0 h 151847"/>
                  <a:gd name="connsiteX1" fmla="*/ 0 w 121173"/>
                  <a:gd name="connsiteY1" fmla="*/ 89143 h 151847"/>
                  <a:gd name="connsiteX2" fmla="*/ 20647 w 121173"/>
                  <a:gd name="connsiteY2" fmla="*/ 109790 h 151847"/>
                  <a:gd name="connsiteX3" fmla="*/ 100526 w 121173"/>
                  <a:gd name="connsiteY3" fmla="*/ 109790 h 151847"/>
                  <a:gd name="connsiteX4" fmla="*/ 121173 w 121173"/>
                  <a:gd name="connsiteY4" fmla="*/ 130437 h 151847"/>
                  <a:gd name="connsiteX5" fmla="*/ 121173 w 121173"/>
                  <a:gd name="connsiteY5" fmla="*/ 151848 h 1518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173" h="151847">
                    <a:moveTo>
                      <a:pt x="0" y="0"/>
                    </a:moveTo>
                    <a:lnTo>
                      <a:pt x="0" y="89143"/>
                    </a:lnTo>
                    <a:cubicBezTo>
                      <a:pt x="0" y="100554"/>
                      <a:pt x="9236" y="109790"/>
                      <a:pt x="20647" y="109790"/>
                    </a:cubicBezTo>
                    <a:lnTo>
                      <a:pt x="100526" y="109790"/>
                    </a:lnTo>
                    <a:cubicBezTo>
                      <a:pt x="111937" y="109790"/>
                      <a:pt x="121173" y="119026"/>
                      <a:pt x="121173" y="130437"/>
                    </a:cubicBezTo>
                    <a:lnTo>
                      <a:pt x="121173" y="151848"/>
                    </a:lnTo>
                  </a:path>
                </a:pathLst>
              </a:custGeom>
              <a:noFill/>
              <a:ln w="8472" cap="flat">
                <a:solidFill>
                  <a:srgbClr val="01355A"/>
                </a:solidFill>
                <a:prstDash val="solid"/>
                <a:miter/>
              </a:ln>
            </p:spPr>
            <p:txBody>
              <a:bodyPr rtlCol="1" anchor="ctr"/>
              <a:lstStyle/>
              <a:p>
                <a:endParaRPr lang="ar-SA"/>
              </a:p>
            </p:txBody>
          </p:sp>
        </p:grpSp>
        <p:sp>
          <p:nvSpPr>
            <p:cNvPr id="10597" name="شكل حر: شكل 11909">
              <a:extLst>
                <a:ext uri="{FF2B5EF4-FFF2-40B4-BE49-F238E27FC236}">
                  <a16:creationId xmlns:a16="http://schemas.microsoft.com/office/drawing/2014/main" id="{B10E8329-E234-9C50-2873-7FF92F4A8310}"/>
                </a:ext>
              </a:extLst>
            </p:cNvPr>
            <p:cNvSpPr/>
            <p:nvPr/>
          </p:nvSpPr>
          <p:spPr>
            <a:xfrm>
              <a:off x="5843993" y="3591891"/>
              <a:ext cx="2824" cy="42029"/>
            </a:xfrm>
            <a:custGeom>
              <a:avLst/>
              <a:gdLst>
                <a:gd name="connsiteX0" fmla="*/ 0 w 2824"/>
                <a:gd name="connsiteY0" fmla="*/ 0 h 42029"/>
                <a:gd name="connsiteX1" fmla="*/ 0 w 2824"/>
                <a:gd name="connsiteY1" fmla="*/ 42029 h 42029"/>
              </a:gdLst>
              <a:ahLst/>
              <a:cxnLst>
                <a:cxn ang="0">
                  <a:pos x="connsiteX0" y="connsiteY0"/>
                </a:cxn>
                <a:cxn ang="0">
                  <a:pos x="connsiteX1" y="connsiteY1"/>
                </a:cxn>
              </a:cxnLst>
              <a:rect l="l" t="t" r="r" b="b"/>
              <a:pathLst>
                <a:path w="2824" h="42029">
                  <a:moveTo>
                    <a:pt x="0" y="0"/>
                  </a:moveTo>
                  <a:lnTo>
                    <a:pt x="0" y="42029"/>
                  </a:lnTo>
                </a:path>
              </a:pathLst>
            </a:custGeom>
            <a:ln w="8472" cap="flat">
              <a:solidFill>
                <a:srgbClr val="01355A"/>
              </a:solidFill>
              <a:prstDash val="solid"/>
              <a:miter/>
            </a:ln>
          </p:spPr>
          <p:txBody>
            <a:bodyPr rtlCol="1" anchor="ctr"/>
            <a:lstStyle/>
            <a:p>
              <a:endParaRPr lang="ar-SA"/>
            </a:p>
          </p:txBody>
        </p:sp>
        <p:sp>
          <p:nvSpPr>
            <p:cNvPr id="10598" name="شكل حر: شكل 11910">
              <a:extLst>
                <a:ext uri="{FF2B5EF4-FFF2-40B4-BE49-F238E27FC236}">
                  <a16:creationId xmlns:a16="http://schemas.microsoft.com/office/drawing/2014/main" id="{F33A703C-8522-BB1F-2BFA-A7ED18825737}"/>
                </a:ext>
              </a:extLst>
            </p:cNvPr>
            <p:cNvSpPr/>
            <p:nvPr/>
          </p:nvSpPr>
          <p:spPr>
            <a:xfrm>
              <a:off x="5733130" y="3591891"/>
              <a:ext cx="2824" cy="42029"/>
            </a:xfrm>
            <a:custGeom>
              <a:avLst/>
              <a:gdLst>
                <a:gd name="connsiteX0" fmla="*/ 0 w 2824"/>
                <a:gd name="connsiteY0" fmla="*/ 0 h 42029"/>
                <a:gd name="connsiteX1" fmla="*/ 0 w 2824"/>
                <a:gd name="connsiteY1" fmla="*/ 42029 h 42029"/>
              </a:gdLst>
              <a:ahLst/>
              <a:cxnLst>
                <a:cxn ang="0">
                  <a:pos x="connsiteX0" y="connsiteY0"/>
                </a:cxn>
                <a:cxn ang="0">
                  <a:pos x="connsiteX1" y="connsiteY1"/>
                </a:cxn>
              </a:cxnLst>
              <a:rect l="l" t="t" r="r" b="b"/>
              <a:pathLst>
                <a:path w="2824" h="42029">
                  <a:moveTo>
                    <a:pt x="0" y="0"/>
                  </a:moveTo>
                  <a:lnTo>
                    <a:pt x="0" y="42029"/>
                  </a:lnTo>
                </a:path>
              </a:pathLst>
            </a:custGeom>
            <a:ln w="8472" cap="flat">
              <a:solidFill>
                <a:srgbClr val="01355A"/>
              </a:solidFill>
              <a:prstDash val="solid"/>
              <a:miter/>
            </a:ln>
          </p:spPr>
          <p:txBody>
            <a:bodyPr rtlCol="1" anchor="ctr"/>
            <a:lstStyle/>
            <a:p>
              <a:endParaRPr lang="ar-SA"/>
            </a:p>
          </p:txBody>
        </p:sp>
      </p:grpSp>
      <p:grpSp>
        <p:nvGrpSpPr>
          <p:cNvPr id="10613" name="رسم 8014">
            <a:extLst>
              <a:ext uri="{FF2B5EF4-FFF2-40B4-BE49-F238E27FC236}">
                <a16:creationId xmlns:a16="http://schemas.microsoft.com/office/drawing/2014/main" id="{AF793128-55E4-B364-BB06-881704D8BA96}"/>
              </a:ext>
            </a:extLst>
          </p:cNvPr>
          <p:cNvGrpSpPr/>
          <p:nvPr/>
        </p:nvGrpSpPr>
        <p:grpSpPr>
          <a:xfrm>
            <a:off x="7694882" y="5722118"/>
            <a:ext cx="204380" cy="256289"/>
            <a:chOff x="8279120" y="5444427"/>
            <a:chExt cx="244295" cy="325161"/>
          </a:xfrm>
          <a:noFill/>
        </p:grpSpPr>
        <p:sp>
          <p:nvSpPr>
            <p:cNvPr id="10614" name="شكل حر: شكل 11912">
              <a:extLst>
                <a:ext uri="{FF2B5EF4-FFF2-40B4-BE49-F238E27FC236}">
                  <a16:creationId xmlns:a16="http://schemas.microsoft.com/office/drawing/2014/main" id="{5E8CA74B-EE5F-2A87-F9F8-AC7C890FEC58}"/>
                </a:ext>
              </a:extLst>
            </p:cNvPr>
            <p:cNvSpPr/>
            <p:nvPr/>
          </p:nvSpPr>
          <p:spPr>
            <a:xfrm>
              <a:off x="8377075" y="5463831"/>
              <a:ext cx="48356" cy="2824"/>
            </a:xfrm>
            <a:custGeom>
              <a:avLst/>
              <a:gdLst>
                <a:gd name="connsiteX0" fmla="*/ 0 w 48356"/>
                <a:gd name="connsiteY0" fmla="*/ 0 h 2824"/>
                <a:gd name="connsiteX1" fmla="*/ 48356 w 48356"/>
                <a:gd name="connsiteY1" fmla="*/ 0 h 2824"/>
              </a:gdLst>
              <a:ahLst/>
              <a:cxnLst>
                <a:cxn ang="0">
                  <a:pos x="connsiteX0" y="connsiteY0"/>
                </a:cxn>
                <a:cxn ang="0">
                  <a:pos x="connsiteX1" y="connsiteY1"/>
                </a:cxn>
              </a:cxnLst>
              <a:rect l="l" t="t" r="r" b="b"/>
              <a:pathLst>
                <a:path w="48356" h="2824">
                  <a:moveTo>
                    <a:pt x="0" y="0"/>
                  </a:moveTo>
                  <a:lnTo>
                    <a:pt x="48356" y="0"/>
                  </a:lnTo>
                </a:path>
              </a:pathLst>
            </a:custGeom>
            <a:ln w="8472" cap="flat">
              <a:solidFill>
                <a:srgbClr val="17A3A3"/>
              </a:solidFill>
              <a:prstDash val="solid"/>
              <a:miter/>
            </a:ln>
          </p:spPr>
          <p:txBody>
            <a:bodyPr rtlCol="1" anchor="ctr"/>
            <a:lstStyle/>
            <a:p>
              <a:endParaRPr lang="ar-SA"/>
            </a:p>
          </p:txBody>
        </p:sp>
        <p:sp>
          <p:nvSpPr>
            <p:cNvPr id="10615" name="شكل حر: شكل 11913">
              <a:extLst>
                <a:ext uri="{FF2B5EF4-FFF2-40B4-BE49-F238E27FC236}">
                  <a16:creationId xmlns:a16="http://schemas.microsoft.com/office/drawing/2014/main" id="{958CC439-9438-86A6-10D2-6009A17C6477}"/>
                </a:ext>
              </a:extLst>
            </p:cNvPr>
            <p:cNvSpPr/>
            <p:nvPr/>
          </p:nvSpPr>
          <p:spPr>
            <a:xfrm>
              <a:off x="8279120" y="5444427"/>
              <a:ext cx="244295" cy="325161"/>
            </a:xfrm>
            <a:custGeom>
              <a:avLst/>
              <a:gdLst>
                <a:gd name="connsiteX0" fmla="*/ 224975 w 244295"/>
                <a:gd name="connsiteY0" fmla="*/ 0 h 325161"/>
                <a:gd name="connsiteX1" fmla="*/ 244295 w 244295"/>
                <a:gd name="connsiteY1" fmla="*/ 19320 h 325161"/>
                <a:gd name="connsiteX2" fmla="*/ 244295 w 244295"/>
                <a:gd name="connsiteY2" fmla="*/ 305842 h 325161"/>
                <a:gd name="connsiteX3" fmla="*/ 224975 w 244295"/>
                <a:gd name="connsiteY3" fmla="*/ 325162 h 325161"/>
                <a:gd name="connsiteX4" fmla="*/ 19320 w 244295"/>
                <a:gd name="connsiteY4" fmla="*/ 325162 h 325161"/>
                <a:gd name="connsiteX5" fmla="*/ 0 w 244295"/>
                <a:gd name="connsiteY5" fmla="*/ 305842 h 325161"/>
                <a:gd name="connsiteX6" fmla="*/ 0 w 244295"/>
                <a:gd name="connsiteY6" fmla="*/ 19320 h 325161"/>
                <a:gd name="connsiteX7" fmla="*/ 19320 w 244295"/>
                <a:gd name="connsiteY7" fmla="*/ 0 h 325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295" h="325161">
                  <a:moveTo>
                    <a:pt x="224975" y="0"/>
                  </a:moveTo>
                  <a:cubicBezTo>
                    <a:pt x="235645" y="0"/>
                    <a:pt x="244295" y="8650"/>
                    <a:pt x="244295" y="19320"/>
                  </a:cubicBezTo>
                  <a:lnTo>
                    <a:pt x="244295" y="305842"/>
                  </a:lnTo>
                  <a:cubicBezTo>
                    <a:pt x="244295" y="316512"/>
                    <a:pt x="235646" y="325162"/>
                    <a:pt x="224975" y="325162"/>
                  </a:cubicBezTo>
                  <a:lnTo>
                    <a:pt x="19320" y="325162"/>
                  </a:lnTo>
                  <a:cubicBezTo>
                    <a:pt x="8650" y="325162"/>
                    <a:pt x="0" y="316512"/>
                    <a:pt x="0" y="305842"/>
                  </a:cubicBezTo>
                  <a:lnTo>
                    <a:pt x="0" y="19320"/>
                  </a:lnTo>
                  <a:cubicBezTo>
                    <a:pt x="0" y="8650"/>
                    <a:pt x="8649" y="0"/>
                    <a:pt x="19320" y="0"/>
                  </a:cubicBezTo>
                  <a:close/>
                </a:path>
              </a:pathLst>
            </a:custGeom>
            <a:noFill/>
            <a:ln w="8472" cap="flat">
              <a:solidFill>
                <a:srgbClr val="01355A"/>
              </a:solidFill>
              <a:prstDash val="solid"/>
              <a:miter/>
            </a:ln>
          </p:spPr>
          <p:txBody>
            <a:bodyPr rtlCol="1" anchor="ctr"/>
            <a:lstStyle/>
            <a:p>
              <a:endParaRPr lang="ar-SA"/>
            </a:p>
          </p:txBody>
        </p:sp>
        <p:sp>
          <p:nvSpPr>
            <p:cNvPr id="10616" name="شكل حر: شكل 11914">
              <a:extLst>
                <a:ext uri="{FF2B5EF4-FFF2-40B4-BE49-F238E27FC236}">
                  <a16:creationId xmlns:a16="http://schemas.microsoft.com/office/drawing/2014/main" id="{0C32096B-9177-74F6-D4C5-59E570034E79}"/>
                </a:ext>
              </a:extLst>
            </p:cNvPr>
            <p:cNvSpPr/>
            <p:nvPr/>
          </p:nvSpPr>
          <p:spPr>
            <a:xfrm>
              <a:off x="8377075" y="5750212"/>
              <a:ext cx="48356" cy="2824"/>
            </a:xfrm>
            <a:custGeom>
              <a:avLst/>
              <a:gdLst>
                <a:gd name="connsiteX0" fmla="*/ 0 w 48356"/>
                <a:gd name="connsiteY0" fmla="*/ 0 h 2824"/>
                <a:gd name="connsiteX1" fmla="*/ 48356 w 48356"/>
                <a:gd name="connsiteY1" fmla="*/ 0 h 2824"/>
              </a:gdLst>
              <a:ahLst/>
              <a:cxnLst>
                <a:cxn ang="0">
                  <a:pos x="connsiteX0" y="connsiteY0"/>
                </a:cxn>
                <a:cxn ang="0">
                  <a:pos x="connsiteX1" y="connsiteY1"/>
                </a:cxn>
              </a:cxnLst>
              <a:rect l="l" t="t" r="r" b="b"/>
              <a:pathLst>
                <a:path w="48356" h="2824">
                  <a:moveTo>
                    <a:pt x="0" y="0"/>
                  </a:moveTo>
                  <a:lnTo>
                    <a:pt x="48356" y="0"/>
                  </a:lnTo>
                </a:path>
              </a:pathLst>
            </a:custGeom>
            <a:ln w="8472" cap="flat">
              <a:solidFill>
                <a:srgbClr val="17A3A3"/>
              </a:solidFill>
              <a:prstDash val="solid"/>
              <a:miter/>
            </a:ln>
          </p:spPr>
          <p:txBody>
            <a:bodyPr rtlCol="1" anchor="ctr"/>
            <a:lstStyle/>
            <a:p>
              <a:endParaRPr lang="ar-SA"/>
            </a:p>
          </p:txBody>
        </p:sp>
        <p:sp>
          <p:nvSpPr>
            <p:cNvPr id="10617" name="شكل حر: شكل 11915">
              <a:extLst>
                <a:ext uri="{FF2B5EF4-FFF2-40B4-BE49-F238E27FC236}">
                  <a16:creationId xmlns:a16="http://schemas.microsoft.com/office/drawing/2014/main" id="{B5998620-6BCA-0D20-B8D2-592FE452EB36}"/>
                </a:ext>
              </a:extLst>
            </p:cNvPr>
            <p:cNvSpPr/>
            <p:nvPr/>
          </p:nvSpPr>
          <p:spPr>
            <a:xfrm>
              <a:off x="8279120" y="5483208"/>
              <a:ext cx="244295" cy="2824"/>
            </a:xfrm>
            <a:custGeom>
              <a:avLst/>
              <a:gdLst>
                <a:gd name="connsiteX0" fmla="*/ 0 w 244295"/>
                <a:gd name="connsiteY0" fmla="*/ 0 h 2824"/>
                <a:gd name="connsiteX1" fmla="*/ 244295 w 244295"/>
                <a:gd name="connsiteY1" fmla="*/ 0 h 2824"/>
              </a:gdLst>
              <a:ahLst/>
              <a:cxnLst>
                <a:cxn ang="0">
                  <a:pos x="connsiteX0" y="connsiteY0"/>
                </a:cxn>
                <a:cxn ang="0">
                  <a:pos x="connsiteX1" y="connsiteY1"/>
                </a:cxn>
              </a:cxnLst>
              <a:rect l="l" t="t" r="r" b="b"/>
              <a:pathLst>
                <a:path w="244295" h="2824">
                  <a:moveTo>
                    <a:pt x="0" y="0"/>
                  </a:moveTo>
                  <a:lnTo>
                    <a:pt x="244295" y="0"/>
                  </a:lnTo>
                </a:path>
              </a:pathLst>
            </a:custGeom>
            <a:ln w="8472" cap="flat">
              <a:solidFill>
                <a:srgbClr val="01355A"/>
              </a:solidFill>
              <a:prstDash val="solid"/>
              <a:miter/>
            </a:ln>
          </p:spPr>
          <p:txBody>
            <a:bodyPr rtlCol="1" anchor="ctr"/>
            <a:lstStyle/>
            <a:p>
              <a:endParaRPr lang="ar-SA"/>
            </a:p>
          </p:txBody>
        </p:sp>
        <p:sp>
          <p:nvSpPr>
            <p:cNvPr id="10618" name="شكل حر: شكل 11916">
              <a:extLst>
                <a:ext uri="{FF2B5EF4-FFF2-40B4-BE49-F238E27FC236}">
                  <a16:creationId xmlns:a16="http://schemas.microsoft.com/office/drawing/2014/main" id="{24C12258-71A3-A4B5-22D8-241785CCE61E}"/>
                </a:ext>
              </a:extLst>
            </p:cNvPr>
            <p:cNvSpPr/>
            <p:nvPr/>
          </p:nvSpPr>
          <p:spPr>
            <a:xfrm>
              <a:off x="8279120" y="5730836"/>
              <a:ext cx="244295" cy="2824"/>
            </a:xfrm>
            <a:custGeom>
              <a:avLst/>
              <a:gdLst>
                <a:gd name="connsiteX0" fmla="*/ 244295 w 244295"/>
                <a:gd name="connsiteY0" fmla="*/ 0 h 2824"/>
                <a:gd name="connsiteX1" fmla="*/ 0 w 244295"/>
                <a:gd name="connsiteY1" fmla="*/ 0 h 2824"/>
              </a:gdLst>
              <a:ahLst/>
              <a:cxnLst>
                <a:cxn ang="0">
                  <a:pos x="connsiteX0" y="connsiteY0"/>
                </a:cxn>
                <a:cxn ang="0">
                  <a:pos x="connsiteX1" y="connsiteY1"/>
                </a:cxn>
              </a:cxnLst>
              <a:rect l="l" t="t" r="r" b="b"/>
              <a:pathLst>
                <a:path w="244295" h="2824">
                  <a:moveTo>
                    <a:pt x="244295" y="0"/>
                  </a:moveTo>
                  <a:lnTo>
                    <a:pt x="0" y="0"/>
                  </a:lnTo>
                </a:path>
              </a:pathLst>
            </a:custGeom>
            <a:ln w="8472" cap="flat">
              <a:solidFill>
                <a:srgbClr val="01355A"/>
              </a:solidFill>
              <a:prstDash val="solid"/>
              <a:miter/>
            </a:ln>
          </p:spPr>
          <p:txBody>
            <a:bodyPr rtlCol="1" anchor="ctr"/>
            <a:lstStyle/>
            <a:p>
              <a:endParaRPr lang="ar-SA"/>
            </a:p>
          </p:txBody>
        </p:sp>
        <p:sp>
          <p:nvSpPr>
            <p:cNvPr id="10619" name="شكل حر: شكل 11917">
              <a:extLst>
                <a:ext uri="{FF2B5EF4-FFF2-40B4-BE49-F238E27FC236}">
                  <a16:creationId xmlns:a16="http://schemas.microsoft.com/office/drawing/2014/main" id="{9760E2E9-DEEC-3CA5-349C-A8B838B84D97}"/>
                </a:ext>
              </a:extLst>
            </p:cNvPr>
            <p:cNvSpPr/>
            <p:nvPr/>
          </p:nvSpPr>
          <p:spPr>
            <a:xfrm>
              <a:off x="8367670" y="5700783"/>
              <a:ext cx="2598" cy="2598"/>
            </a:xfrm>
            <a:custGeom>
              <a:avLst/>
              <a:gdLst>
                <a:gd name="connsiteX0" fmla="*/ 2598 w 2598"/>
                <a:gd name="connsiteY0" fmla="*/ 1299 h 2598"/>
                <a:gd name="connsiteX1" fmla="*/ 1299 w 2598"/>
                <a:gd name="connsiteY1" fmla="*/ 2598 h 2598"/>
                <a:gd name="connsiteX2" fmla="*/ 0 w 2598"/>
                <a:gd name="connsiteY2" fmla="*/ 1299 h 2598"/>
                <a:gd name="connsiteX3" fmla="*/ 1299 w 2598"/>
                <a:gd name="connsiteY3" fmla="*/ 0 h 2598"/>
                <a:gd name="connsiteX4" fmla="*/ 2598 w 2598"/>
                <a:gd name="connsiteY4" fmla="*/ 1299 h 2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8" h="2598">
                  <a:moveTo>
                    <a:pt x="2598" y="1299"/>
                  </a:moveTo>
                  <a:cubicBezTo>
                    <a:pt x="2598" y="2005"/>
                    <a:pt x="2005" y="2598"/>
                    <a:pt x="1299" y="2598"/>
                  </a:cubicBezTo>
                  <a:cubicBezTo>
                    <a:pt x="593" y="2598"/>
                    <a:pt x="0" y="2005"/>
                    <a:pt x="0" y="1299"/>
                  </a:cubicBezTo>
                  <a:cubicBezTo>
                    <a:pt x="0" y="593"/>
                    <a:pt x="593" y="0"/>
                    <a:pt x="1299" y="0"/>
                  </a:cubicBezTo>
                  <a:cubicBezTo>
                    <a:pt x="2005" y="0"/>
                    <a:pt x="2598" y="593"/>
                    <a:pt x="2598" y="1299"/>
                  </a:cubicBezTo>
                  <a:close/>
                </a:path>
              </a:pathLst>
            </a:custGeom>
            <a:noFill/>
            <a:ln w="8472" cap="flat">
              <a:solidFill>
                <a:srgbClr val="17A3A3"/>
              </a:solidFill>
              <a:prstDash val="solid"/>
              <a:miter/>
            </a:ln>
          </p:spPr>
          <p:txBody>
            <a:bodyPr rtlCol="1" anchor="ctr"/>
            <a:lstStyle/>
            <a:p>
              <a:endParaRPr lang="ar-SA"/>
            </a:p>
          </p:txBody>
        </p:sp>
        <p:sp>
          <p:nvSpPr>
            <p:cNvPr id="10620" name="شكل حر: شكل 11918">
              <a:extLst>
                <a:ext uri="{FF2B5EF4-FFF2-40B4-BE49-F238E27FC236}">
                  <a16:creationId xmlns:a16="http://schemas.microsoft.com/office/drawing/2014/main" id="{BC555418-4F72-D1EE-6A71-34202A523DAF}"/>
                </a:ext>
              </a:extLst>
            </p:cNvPr>
            <p:cNvSpPr/>
            <p:nvPr/>
          </p:nvSpPr>
          <p:spPr>
            <a:xfrm>
              <a:off x="8399474" y="5700783"/>
              <a:ext cx="2598" cy="2598"/>
            </a:xfrm>
            <a:custGeom>
              <a:avLst/>
              <a:gdLst>
                <a:gd name="connsiteX0" fmla="*/ 2598 w 2598"/>
                <a:gd name="connsiteY0" fmla="*/ 1299 h 2598"/>
                <a:gd name="connsiteX1" fmla="*/ 1299 w 2598"/>
                <a:gd name="connsiteY1" fmla="*/ 2598 h 2598"/>
                <a:gd name="connsiteX2" fmla="*/ 0 w 2598"/>
                <a:gd name="connsiteY2" fmla="*/ 1299 h 2598"/>
                <a:gd name="connsiteX3" fmla="*/ 1299 w 2598"/>
                <a:gd name="connsiteY3" fmla="*/ 0 h 2598"/>
                <a:gd name="connsiteX4" fmla="*/ 2598 w 2598"/>
                <a:gd name="connsiteY4" fmla="*/ 1299 h 2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8" h="2598">
                  <a:moveTo>
                    <a:pt x="2598" y="1299"/>
                  </a:moveTo>
                  <a:cubicBezTo>
                    <a:pt x="2598" y="2005"/>
                    <a:pt x="2005" y="2598"/>
                    <a:pt x="1299" y="2598"/>
                  </a:cubicBezTo>
                  <a:cubicBezTo>
                    <a:pt x="593" y="2598"/>
                    <a:pt x="0" y="2005"/>
                    <a:pt x="0" y="1299"/>
                  </a:cubicBezTo>
                  <a:cubicBezTo>
                    <a:pt x="0" y="593"/>
                    <a:pt x="593" y="0"/>
                    <a:pt x="1299" y="0"/>
                  </a:cubicBezTo>
                  <a:cubicBezTo>
                    <a:pt x="2005" y="0"/>
                    <a:pt x="2598" y="593"/>
                    <a:pt x="2598" y="1299"/>
                  </a:cubicBezTo>
                  <a:close/>
                </a:path>
              </a:pathLst>
            </a:custGeom>
            <a:noFill/>
            <a:ln w="8472" cap="flat">
              <a:solidFill>
                <a:srgbClr val="17A3A3"/>
              </a:solidFill>
              <a:prstDash val="solid"/>
              <a:miter/>
            </a:ln>
          </p:spPr>
          <p:txBody>
            <a:bodyPr rtlCol="1" anchor="ctr"/>
            <a:lstStyle/>
            <a:p>
              <a:endParaRPr lang="ar-SA"/>
            </a:p>
          </p:txBody>
        </p:sp>
        <p:sp>
          <p:nvSpPr>
            <p:cNvPr id="10621" name="شكل حر: شكل 11919">
              <a:extLst>
                <a:ext uri="{FF2B5EF4-FFF2-40B4-BE49-F238E27FC236}">
                  <a16:creationId xmlns:a16="http://schemas.microsoft.com/office/drawing/2014/main" id="{FFAB7F5F-A92A-A48D-6FC7-76CC27CA809D}"/>
                </a:ext>
              </a:extLst>
            </p:cNvPr>
            <p:cNvSpPr/>
            <p:nvPr/>
          </p:nvSpPr>
          <p:spPr>
            <a:xfrm>
              <a:off x="8431278" y="5700783"/>
              <a:ext cx="2598" cy="2598"/>
            </a:xfrm>
            <a:custGeom>
              <a:avLst/>
              <a:gdLst>
                <a:gd name="connsiteX0" fmla="*/ 2598 w 2598"/>
                <a:gd name="connsiteY0" fmla="*/ 1299 h 2598"/>
                <a:gd name="connsiteX1" fmla="*/ 1299 w 2598"/>
                <a:gd name="connsiteY1" fmla="*/ 2598 h 2598"/>
                <a:gd name="connsiteX2" fmla="*/ 0 w 2598"/>
                <a:gd name="connsiteY2" fmla="*/ 1299 h 2598"/>
                <a:gd name="connsiteX3" fmla="*/ 1299 w 2598"/>
                <a:gd name="connsiteY3" fmla="*/ 0 h 2598"/>
                <a:gd name="connsiteX4" fmla="*/ 2598 w 2598"/>
                <a:gd name="connsiteY4" fmla="*/ 1299 h 2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8" h="2598">
                  <a:moveTo>
                    <a:pt x="2598" y="1299"/>
                  </a:moveTo>
                  <a:cubicBezTo>
                    <a:pt x="2598" y="2005"/>
                    <a:pt x="2005" y="2598"/>
                    <a:pt x="1299" y="2598"/>
                  </a:cubicBezTo>
                  <a:cubicBezTo>
                    <a:pt x="593" y="2598"/>
                    <a:pt x="0" y="2005"/>
                    <a:pt x="0" y="1299"/>
                  </a:cubicBezTo>
                  <a:cubicBezTo>
                    <a:pt x="0" y="593"/>
                    <a:pt x="593" y="0"/>
                    <a:pt x="1299" y="0"/>
                  </a:cubicBezTo>
                  <a:cubicBezTo>
                    <a:pt x="2005" y="0"/>
                    <a:pt x="2598" y="593"/>
                    <a:pt x="2598" y="1299"/>
                  </a:cubicBezTo>
                  <a:close/>
                </a:path>
              </a:pathLst>
            </a:custGeom>
            <a:noFill/>
            <a:ln w="8472" cap="flat">
              <a:solidFill>
                <a:srgbClr val="17A3A3"/>
              </a:solidFill>
              <a:prstDash val="solid"/>
              <a:miter/>
            </a:ln>
          </p:spPr>
          <p:txBody>
            <a:bodyPr rtlCol="1" anchor="ctr"/>
            <a:lstStyle/>
            <a:p>
              <a:endParaRPr lang="ar-SA"/>
            </a:p>
          </p:txBody>
        </p:sp>
      </p:grpSp>
      <p:grpSp>
        <p:nvGrpSpPr>
          <p:cNvPr id="10622" name="رسم 8014">
            <a:extLst>
              <a:ext uri="{FF2B5EF4-FFF2-40B4-BE49-F238E27FC236}">
                <a16:creationId xmlns:a16="http://schemas.microsoft.com/office/drawing/2014/main" id="{486C4398-BE56-4291-ED35-4E25966D21BE}"/>
              </a:ext>
            </a:extLst>
          </p:cNvPr>
          <p:cNvGrpSpPr/>
          <p:nvPr/>
        </p:nvGrpSpPr>
        <p:grpSpPr>
          <a:xfrm>
            <a:off x="6331972" y="5749479"/>
            <a:ext cx="307195" cy="227971"/>
            <a:chOff x="6650034" y="5479140"/>
            <a:chExt cx="367190" cy="289233"/>
          </a:xfrm>
          <a:noFill/>
        </p:grpSpPr>
        <p:sp>
          <p:nvSpPr>
            <p:cNvPr id="10623" name="شكل حر: شكل 11921">
              <a:extLst>
                <a:ext uri="{FF2B5EF4-FFF2-40B4-BE49-F238E27FC236}">
                  <a16:creationId xmlns:a16="http://schemas.microsoft.com/office/drawing/2014/main" id="{74735250-02F9-B60B-A6E5-BCCDC5EE2EB2}"/>
                </a:ext>
              </a:extLst>
            </p:cNvPr>
            <p:cNvSpPr/>
            <p:nvPr/>
          </p:nvSpPr>
          <p:spPr>
            <a:xfrm>
              <a:off x="6837076" y="5691292"/>
              <a:ext cx="5818" cy="5818"/>
            </a:xfrm>
            <a:custGeom>
              <a:avLst/>
              <a:gdLst>
                <a:gd name="connsiteX0" fmla="*/ 5818 w 5818"/>
                <a:gd name="connsiteY0" fmla="*/ 2909 h 5818"/>
                <a:gd name="connsiteX1" fmla="*/ 2909 w 5818"/>
                <a:gd name="connsiteY1" fmla="*/ 5819 h 5818"/>
                <a:gd name="connsiteX2" fmla="*/ 0 w 5818"/>
                <a:gd name="connsiteY2" fmla="*/ 2909 h 5818"/>
                <a:gd name="connsiteX3" fmla="*/ 2909 w 5818"/>
                <a:gd name="connsiteY3" fmla="*/ 0 h 5818"/>
                <a:gd name="connsiteX4" fmla="*/ 5818 w 5818"/>
                <a:gd name="connsiteY4" fmla="*/ 2909 h 58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18" h="5818">
                  <a:moveTo>
                    <a:pt x="5818" y="2909"/>
                  </a:moveTo>
                  <a:cubicBezTo>
                    <a:pt x="5818" y="4520"/>
                    <a:pt x="4519" y="5819"/>
                    <a:pt x="2909" y="5819"/>
                  </a:cubicBezTo>
                  <a:cubicBezTo>
                    <a:pt x="1299" y="5819"/>
                    <a:pt x="0" y="4520"/>
                    <a:pt x="0" y="2909"/>
                  </a:cubicBezTo>
                  <a:cubicBezTo>
                    <a:pt x="0" y="1300"/>
                    <a:pt x="1299" y="0"/>
                    <a:pt x="2909" y="0"/>
                  </a:cubicBezTo>
                  <a:cubicBezTo>
                    <a:pt x="4519" y="0"/>
                    <a:pt x="5818" y="1300"/>
                    <a:pt x="5818" y="2909"/>
                  </a:cubicBezTo>
                  <a:close/>
                </a:path>
              </a:pathLst>
            </a:custGeom>
            <a:noFill/>
            <a:ln w="8472" cap="flat">
              <a:solidFill>
                <a:srgbClr val="01355A"/>
              </a:solidFill>
              <a:prstDash val="solid"/>
              <a:miter/>
            </a:ln>
          </p:spPr>
          <p:txBody>
            <a:bodyPr rtlCol="1" anchor="ctr"/>
            <a:lstStyle/>
            <a:p>
              <a:endParaRPr lang="ar-SA"/>
            </a:p>
          </p:txBody>
        </p:sp>
        <p:sp>
          <p:nvSpPr>
            <p:cNvPr id="10624" name="شكل حر: شكل 11922">
              <a:extLst>
                <a:ext uri="{FF2B5EF4-FFF2-40B4-BE49-F238E27FC236}">
                  <a16:creationId xmlns:a16="http://schemas.microsoft.com/office/drawing/2014/main" id="{8ED01434-584C-D817-2CB0-8E99F779F623}"/>
                </a:ext>
              </a:extLst>
            </p:cNvPr>
            <p:cNvSpPr/>
            <p:nvPr/>
          </p:nvSpPr>
          <p:spPr>
            <a:xfrm>
              <a:off x="6764873" y="5712476"/>
              <a:ext cx="150264" cy="55897"/>
            </a:xfrm>
            <a:custGeom>
              <a:avLst/>
              <a:gdLst>
                <a:gd name="connsiteX0" fmla="*/ 75140 w 150264"/>
                <a:gd name="connsiteY0" fmla="*/ 0 h 55897"/>
                <a:gd name="connsiteX1" fmla="*/ 127027 w 150264"/>
                <a:gd name="connsiteY1" fmla="*/ 0 h 55897"/>
                <a:gd name="connsiteX2" fmla="*/ 128411 w 150264"/>
                <a:gd name="connsiteY2" fmla="*/ 26268 h 55897"/>
                <a:gd name="connsiteX3" fmla="*/ 148606 w 150264"/>
                <a:gd name="connsiteY3" fmla="*/ 50673 h 55897"/>
                <a:gd name="connsiteX4" fmla="*/ 148606 w 150264"/>
                <a:gd name="connsiteY4" fmla="*/ 50673 h 55897"/>
                <a:gd name="connsiteX5" fmla="*/ 146573 w 150264"/>
                <a:gd name="connsiteY5" fmla="*/ 55898 h 55897"/>
                <a:gd name="connsiteX6" fmla="*/ 3679 w 150264"/>
                <a:gd name="connsiteY6" fmla="*/ 55898 h 55897"/>
                <a:gd name="connsiteX7" fmla="*/ 1645 w 150264"/>
                <a:gd name="connsiteY7" fmla="*/ 50673 h 55897"/>
                <a:gd name="connsiteX8" fmla="*/ 1645 w 150264"/>
                <a:gd name="connsiteY8" fmla="*/ 50673 h 55897"/>
                <a:gd name="connsiteX9" fmla="*/ 21841 w 150264"/>
                <a:gd name="connsiteY9" fmla="*/ 26268 h 55897"/>
                <a:gd name="connsiteX10" fmla="*/ 23225 w 150264"/>
                <a:gd name="connsiteY10" fmla="*/ 0 h 55897"/>
                <a:gd name="connsiteX11" fmla="*/ 75112 w 150264"/>
                <a:gd name="connsiteY11" fmla="*/ 0 h 55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0264" h="55897">
                  <a:moveTo>
                    <a:pt x="75140" y="0"/>
                  </a:moveTo>
                  <a:lnTo>
                    <a:pt x="127027" y="0"/>
                  </a:lnTo>
                  <a:cubicBezTo>
                    <a:pt x="127027" y="0"/>
                    <a:pt x="125813" y="13247"/>
                    <a:pt x="128411" y="26268"/>
                  </a:cubicBezTo>
                  <a:cubicBezTo>
                    <a:pt x="130416" y="36239"/>
                    <a:pt x="137760" y="45108"/>
                    <a:pt x="148606" y="50673"/>
                  </a:cubicBezTo>
                  <a:lnTo>
                    <a:pt x="148606" y="50673"/>
                  </a:lnTo>
                  <a:cubicBezTo>
                    <a:pt x="151657" y="52226"/>
                    <a:pt x="150216" y="55898"/>
                    <a:pt x="146573" y="55898"/>
                  </a:cubicBezTo>
                  <a:lnTo>
                    <a:pt x="3679" y="55898"/>
                  </a:lnTo>
                  <a:cubicBezTo>
                    <a:pt x="36" y="55898"/>
                    <a:pt x="-1377" y="52226"/>
                    <a:pt x="1645" y="50673"/>
                  </a:cubicBezTo>
                  <a:lnTo>
                    <a:pt x="1645" y="50673"/>
                  </a:lnTo>
                  <a:cubicBezTo>
                    <a:pt x="12492" y="45108"/>
                    <a:pt x="19836" y="36239"/>
                    <a:pt x="21841" y="26268"/>
                  </a:cubicBezTo>
                  <a:cubicBezTo>
                    <a:pt x="24468" y="13247"/>
                    <a:pt x="23225" y="0"/>
                    <a:pt x="23225" y="0"/>
                  </a:cubicBezTo>
                  <a:lnTo>
                    <a:pt x="75112" y="0"/>
                  </a:lnTo>
                  <a:close/>
                </a:path>
              </a:pathLst>
            </a:custGeom>
            <a:noFill/>
            <a:ln w="8472" cap="flat">
              <a:solidFill>
                <a:srgbClr val="01355A"/>
              </a:solidFill>
              <a:prstDash val="solid"/>
              <a:miter/>
            </a:ln>
          </p:spPr>
          <p:txBody>
            <a:bodyPr rtlCol="1" anchor="ctr"/>
            <a:lstStyle/>
            <a:p>
              <a:endParaRPr lang="ar-SA"/>
            </a:p>
          </p:txBody>
        </p:sp>
        <p:sp>
          <p:nvSpPr>
            <p:cNvPr id="10625" name="شكل حر: شكل 11923">
              <a:extLst>
                <a:ext uri="{FF2B5EF4-FFF2-40B4-BE49-F238E27FC236}">
                  <a16:creationId xmlns:a16="http://schemas.microsoft.com/office/drawing/2014/main" id="{6E37B42B-D918-C955-BEB6-7B3887744FAC}"/>
                </a:ext>
              </a:extLst>
            </p:cNvPr>
            <p:cNvSpPr/>
            <p:nvPr/>
          </p:nvSpPr>
          <p:spPr>
            <a:xfrm>
              <a:off x="6689239" y="5675785"/>
              <a:ext cx="301548" cy="2824"/>
            </a:xfrm>
            <a:custGeom>
              <a:avLst/>
              <a:gdLst>
                <a:gd name="connsiteX0" fmla="*/ 0 w 301548"/>
                <a:gd name="connsiteY0" fmla="*/ 0 h 2824"/>
                <a:gd name="connsiteX1" fmla="*/ 301549 w 301548"/>
                <a:gd name="connsiteY1" fmla="*/ 0 h 2824"/>
              </a:gdLst>
              <a:ahLst/>
              <a:cxnLst>
                <a:cxn ang="0">
                  <a:pos x="connsiteX0" y="connsiteY0"/>
                </a:cxn>
                <a:cxn ang="0">
                  <a:pos x="connsiteX1" y="connsiteY1"/>
                </a:cxn>
              </a:cxnLst>
              <a:rect l="l" t="t" r="r" b="b"/>
              <a:pathLst>
                <a:path w="301548" h="2824">
                  <a:moveTo>
                    <a:pt x="0" y="0"/>
                  </a:moveTo>
                  <a:lnTo>
                    <a:pt x="301549" y="0"/>
                  </a:lnTo>
                </a:path>
              </a:pathLst>
            </a:custGeom>
            <a:ln w="8472" cap="flat">
              <a:solidFill>
                <a:srgbClr val="01355A"/>
              </a:solidFill>
              <a:prstDash val="solid"/>
              <a:miter/>
            </a:ln>
          </p:spPr>
          <p:txBody>
            <a:bodyPr rtlCol="1" anchor="ctr"/>
            <a:lstStyle/>
            <a:p>
              <a:endParaRPr lang="ar-SA"/>
            </a:p>
          </p:txBody>
        </p:sp>
        <p:sp>
          <p:nvSpPr>
            <p:cNvPr id="10626" name="شكل حر: شكل 11924">
              <a:extLst>
                <a:ext uri="{FF2B5EF4-FFF2-40B4-BE49-F238E27FC236}">
                  <a16:creationId xmlns:a16="http://schemas.microsoft.com/office/drawing/2014/main" id="{8762D25C-A00E-B04D-61BA-CE2CDF90F099}"/>
                </a:ext>
              </a:extLst>
            </p:cNvPr>
            <p:cNvSpPr/>
            <p:nvPr/>
          </p:nvSpPr>
          <p:spPr>
            <a:xfrm>
              <a:off x="6650034" y="5479140"/>
              <a:ext cx="367190" cy="233335"/>
            </a:xfrm>
            <a:custGeom>
              <a:avLst/>
              <a:gdLst>
                <a:gd name="connsiteX0" fmla="*/ 16608 w 367190"/>
                <a:gd name="connsiteY0" fmla="*/ 0 h 233335"/>
                <a:gd name="connsiteX1" fmla="*/ 350583 w 367190"/>
                <a:gd name="connsiteY1" fmla="*/ 0 h 233335"/>
                <a:gd name="connsiteX2" fmla="*/ 367191 w 367190"/>
                <a:gd name="connsiteY2" fmla="*/ 16608 h 233335"/>
                <a:gd name="connsiteX3" fmla="*/ 367191 w 367190"/>
                <a:gd name="connsiteY3" fmla="*/ 216728 h 233335"/>
                <a:gd name="connsiteX4" fmla="*/ 350583 w 367190"/>
                <a:gd name="connsiteY4" fmla="*/ 233336 h 233335"/>
                <a:gd name="connsiteX5" fmla="*/ 16608 w 367190"/>
                <a:gd name="connsiteY5" fmla="*/ 233336 h 233335"/>
                <a:gd name="connsiteX6" fmla="*/ 0 w 367190"/>
                <a:gd name="connsiteY6" fmla="*/ 216728 h 233335"/>
                <a:gd name="connsiteX7" fmla="*/ 0 w 367190"/>
                <a:gd name="connsiteY7" fmla="*/ 16608 h 233335"/>
                <a:gd name="connsiteX8" fmla="*/ 16608 w 367190"/>
                <a:gd name="connsiteY8" fmla="*/ 0 h 233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7190" h="233335">
                  <a:moveTo>
                    <a:pt x="16608" y="0"/>
                  </a:moveTo>
                  <a:lnTo>
                    <a:pt x="350583" y="0"/>
                  </a:lnTo>
                  <a:cubicBezTo>
                    <a:pt x="359763" y="0"/>
                    <a:pt x="367191" y="7457"/>
                    <a:pt x="367191" y="16608"/>
                  </a:cubicBezTo>
                  <a:lnTo>
                    <a:pt x="367191" y="216728"/>
                  </a:lnTo>
                  <a:cubicBezTo>
                    <a:pt x="367191" y="225908"/>
                    <a:pt x="359734" y="233336"/>
                    <a:pt x="350583" y="233336"/>
                  </a:cubicBezTo>
                  <a:lnTo>
                    <a:pt x="16608" y="233336"/>
                  </a:lnTo>
                  <a:cubicBezTo>
                    <a:pt x="7429" y="233336"/>
                    <a:pt x="0" y="225879"/>
                    <a:pt x="0" y="216728"/>
                  </a:cubicBezTo>
                  <a:lnTo>
                    <a:pt x="0" y="16608"/>
                  </a:lnTo>
                  <a:cubicBezTo>
                    <a:pt x="0" y="7429"/>
                    <a:pt x="7457" y="0"/>
                    <a:pt x="16608" y="0"/>
                  </a:cubicBezTo>
                  <a:close/>
                </a:path>
              </a:pathLst>
            </a:custGeom>
            <a:noFill/>
            <a:ln w="8472" cap="flat">
              <a:solidFill>
                <a:srgbClr val="17A3A3"/>
              </a:solidFill>
              <a:prstDash val="solid"/>
              <a:miter/>
            </a:ln>
          </p:spPr>
          <p:txBody>
            <a:bodyPr rtlCol="1" anchor="ctr"/>
            <a:lstStyle/>
            <a:p>
              <a:endParaRPr lang="ar-SA"/>
            </a:p>
          </p:txBody>
        </p:sp>
      </p:grpSp>
      <p:grpSp>
        <p:nvGrpSpPr>
          <p:cNvPr id="10627" name="رسم 8014">
            <a:extLst>
              <a:ext uri="{FF2B5EF4-FFF2-40B4-BE49-F238E27FC236}">
                <a16:creationId xmlns:a16="http://schemas.microsoft.com/office/drawing/2014/main" id="{E903016D-26F1-F968-C123-9F658A5162DD}"/>
              </a:ext>
            </a:extLst>
          </p:cNvPr>
          <p:cNvGrpSpPr/>
          <p:nvPr/>
        </p:nvGrpSpPr>
        <p:grpSpPr>
          <a:xfrm>
            <a:off x="9020204" y="2837721"/>
            <a:ext cx="166854" cy="258805"/>
            <a:chOff x="6205677" y="5967448"/>
            <a:chExt cx="199441" cy="328353"/>
          </a:xfrm>
          <a:noFill/>
        </p:grpSpPr>
        <p:grpSp>
          <p:nvGrpSpPr>
            <p:cNvPr id="10628" name="رسم 8014">
              <a:extLst>
                <a:ext uri="{FF2B5EF4-FFF2-40B4-BE49-F238E27FC236}">
                  <a16:creationId xmlns:a16="http://schemas.microsoft.com/office/drawing/2014/main" id="{502B4FF0-D48A-37D7-FE5E-EC16C255D10A}"/>
                </a:ext>
              </a:extLst>
            </p:cNvPr>
            <p:cNvGrpSpPr/>
            <p:nvPr/>
          </p:nvGrpSpPr>
          <p:grpSpPr>
            <a:xfrm>
              <a:off x="6223019" y="6001964"/>
              <a:ext cx="164727" cy="239126"/>
              <a:chOff x="6223019" y="6001964"/>
              <a:chExt cx="164727" cy="239126"/>
            </a:xfrm>
          </p:grpSpPr>
          <p:sp>
            <p:nvSpPr>
              <p:cNvPr id="10632" name="شكل حر: شكل 11932">
                <a:extLst>
                  <a:ext uri="{FF2B5EF4-FFF2-40B4-BE49-F238E27FC236}">
                    <a16:creationId xmlns:a16="http://schemas.microsoft.com/office/drawing/2014/main" id="{E52197A2-4A29-F271-F18A-DAF1BB4E1774}"/>
                  </a:ext>
                </a:extLst>
              </p:cNvPr>
              <p:cNvSpPr/>
              <p:nvPr/>
            </p:nvSpPr>
            <p:spPr>
              <a:xfrm>
                <a:off x="6223019" y="6241090"/>
                <a:ext cx="164727" cy="2824"/>
              </a:xfrm>
              <a:custGeom>
                <a:avLst/>
                <a:gdLst>
                  <a:gd name="connsiteX0" fmla="*/ 164728 w 164727"/>
                  <a:gd name="connsiteY0" fmla="*/ 0 h 2824"/>
                  <a:gd name="connsiteX1" fmla="*/ 0 w 164727"/>
                  <a:gd name="connsiteY1" fmla="*/ 0 h 2824"/>
                </a:gdLst>
                <a:ahLst/>
                <a:cxnLst>
                  <a:cxn ang="0">
                    <a:pos x="connsiteX0" y="connsiteY0"/>
                  </a:cxn>
                  <a:cxn ang="0">
                    <a:pos x="connsiteX1" y="connsiteY1"/>
                  </a:cxn>
                </a:cxnLst>
                <a:rect l="l" t="t" r="r" b="b"/>
                <a:pathLst>
                  <a:path w="164727" h="2824">
                    <a:moveTo>
                      <a:pt x="164728" y="0"/>
                    </a:moveTo>
                    <a:lnTo>
                      <a:pt x="0" y="0"/>
                    </a:lnTo>
                  </a:path>
                </a:pathLst>
              </a:custGeom>
              <a:ln w="8472" cap="flat">
                <a:solidFill>
                  <a:srgbClr val="01355A"/>
                </a:solidFill>
                <a:prstDash val="solid"/>
                <a:miter/>
              </a:ln>
            </p:spPr>
            <p:txBody>
              <a:bodyPr rtlCol="1" anchor="ctr"/>
              <a:lstStyle/>
              <a:p>
                <a:endParaRPr lang="ar-SA"/>
              </a:p>
            </p:txBody>
          </p:sp>
          <p:sp>
            <p:nvSpPr>
              <p:cNvPr id="10633" name="شكل حر: شكل 11933">
                <a:extLst>
                  <a:ext uri="{FF2B5EF4-FFF2-40B4-BE49-F238E27FC236}">
                    <a16:creationId xmlns:a16="http://schemas.microsoft.com/office/drawing/2014/main" id="{8F213C32-0899-66F9-2341-B2B97EFAF7E6}"/>
                  </a:ext>
                </a:extLst>
              </p:cNvPr>
              <p:cNvSpPr/>
              <p:nvPr/>
            </p:nvSpPr>
            <p:spPr>
              <a:xfrm>
                <a:off x="6223019" y="6001964"/>
                <a:ext cx="159417" cy="2824"/>
              </a:xfrm>
              <a:custGeom>
                <a:avLst/>
                <a:gdLst>
                  <a:gd name="connsiteX0" fmla="*/ 0 w 159417"/>
                  <a:gd name="connsiteY0" fmla="*/ 0 h 2824"/>
                  <a:gd name="connsiteX1" fmla="*/ 159418 w 159417"/>
                  <a:gd name="connsiteY1" fmla="*/ 0 h 2824"/>
                </a:gdLst>
                <a:ahLst/>
                <a:cxnLst>
                  <a:cxn ang="0">
                    <a:pos x="connsiteX0" y="connsiteY0"/>
                  </a:cxn>
                  <a:cxn ang="0">
                    <a:pos x="connsiteX1" y="connsiteY1"/>
                  </a:cxn>
                </a:cxnLst>
                <a:rect l="l" t="t" r="r" b="b"/>
                <a:pathLst>
                  <a:path w="159417" h="2824">
                    <a:moveTo>
                      <a:pt x="0" y="0"/>
                    </a:moveTo>
                    <a:lnTo>
                      <a:pt x="159418" y="0"/>
                    </a:lnTo>
                  </a:path>
                </a:pathLst>
              </a:custGeom>
              <a:ln w="8472" cap="flat">
                <a:solidFill>
                  <a:srgbClr val="01355A"/>
                </a:solidFill>
                <a:prstDash val="solid"/>
                <a:miter/>
              </a:ln>
            </p:spPr>
            <p:txBody>
              <a:bodyPr rtlCol="1" anchor="ctr"/>
              <a:lstStyle/>
              <a:p>
                <a:endParaRPr lang="ar-SA"/>
              </a:p>
            </p:txBody>
          </p:sp>
        </p:grpSp>
        <p:sp>
          <p:nvSpPr>
            <p:cNvPr id="10629" name="شكل حر: شكل 11934">
              <a:extLst>
                <a:ext uri="{FF2B5EF4-FFF2-40B4-BE49-F238E27FC236}">
                  <a16:creationId xmlns:a16="http://schemas.microsoft.com/office/drawing/2014/main" id="{998D5DD1-13AD-D64A-908C-4BD97991504A}"/>
                </a:ext>
              </a:extLst>
            </p:cNvPr>
            <p:cNvSpPr/>
            <p:nvPr/>
          </p:nvSpPr>
          <p:spPr>
            <a:xfrm>
              <a:off x="6205677" y="5967448"/>
              <a:ext cx="199441" cy="328353"/>
            </a:xfrm>
            <a:custGeom>
              <a:avLst/>
              <a:gdLst>
                <a:gd name="connsiteX0" fmla="*/ 181873 w 199441"/>
                <a:gd name="connsiteY0" fmla="*/ 328354 h 328353"/>
                <a:gd name="connsiteX1" fmla="*/ 17541 w 199441"/>
                <a:gd name="connsiteY1" fmla="*/ 328354 h 328353"/>
                <a:gd name="connsiteX2" fmla="*/ 0 w 199441"/>
                <a:gd name="connsiteY2" fmla="*/ 310813 h 328353"/>
                <a:gd name="connsiteX3" fmla="*/ 0 w 199441"/>
                <a:gd name="connsiteY3" fmla="*/ 19885 h 328353"/>
                <a:gd name="connsiteX4" fmla="*/ 19885 w 199441"/>
                <a:gd name="connsiteY4" fmla="*/ 0 h 328353"/>
                <a:gd name="connsiteX5" fmla="*/ 179557 w 199441"/>
                <a:gd name="connsiteY5" fmla="*/ 0 h 328353"/>
                <a:gd name="connsiteX6" fmla="*/ 199441 w 199441"/>
                <a:gd name="connsiteY6" fmla="*/ 19885 h 328353"/>
                <a:gd name="connsiteX7" fmla="*/ 199441 w 199441"/>
                <a:gd name="connsiteY7" fmla="*/ 310813 h 328353"/>
                <a:gd name="connsiteX8" fmla="*/ 181901 w 199441"/>
                <a:gd name="connsiteY8" fmla="*/ 328354 h 328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9441" h="328353">
                  <a:moveTo>
                    <a:pt x="181873" y="328354"/>
                  </a:moveTo>
                  <a:lnTo>
                    <a:pt x="17541" y="328354"/>
                  </a:lnTo>
                  <a:cubicBezTo>
                    <a:pt x="7852" y="328354"/>
                    <a:pt x="0" y="320501"/>
                    <a:pt x="0" y="310813"/>
                  </a:cubicBezTo>
                  <a:lnTo>
                    <a:pt x="0" y="19885"/>
                  </a:lnTo>
                  <a:cubicBezTo>
                    <a:pt x="0" y="8898"/>
                    <a:pt x="8897" y="0"/>
                    <a:pt x="19885" y="0"/>
                  </a:cubicBezTo>
                  <a:lnTo>
                    <a:pt x="179557" y="0"/>
                  </a:lnTo>
                  <a:cubicBezTo>
                    <a:pt x="190544" y="0"/>
                    <a:pt x="199441" y="8898"/>
                    <a:pt x="199441" y="19885"/>
                  </a:cubicBezTo>
                  <a:lnTo>
                    <a:pt x="199441" y="310813"/>
                  </a:lnTo>
                  <a:cubicBezTo>
                    <a:pt x="199441" y="320501"/>
                    <a:pt x="191589" y="328354"/>
                    <a:pt x="181901" y="328354"/>
                  </a:cubicBezTo>
                  <a:close/>
                </a:path>
              </a:pathLst>
            </a:custGeom>
            <a:noFill/>
            <a:ln w="8472" cap="flat">
              <a:solidFill>
                <a:srgbClr val="01355A"/>
              </a:solidFill>
              <a:prstDash val="solid"/>
              <a:miter/>
            </a:ln>
          </p:spPr>
          <p:txBody>
            <a:bodyPr rtlCol="1" anchor="ctr"/>
            <a:lstStyle/>
            <a:p>
              <a:endParaRPr lang="ar-SA"/>
            </a:p>
          </p:txBody>
        </p:sp>
        <p:sp>
          <p:nvSpPr>
            <p:cNvPr id="10630" name="شكل حر: شكل 11935">
              <a:extLst>
                <a:ext uri="{FF2B5EF4-FFF2-40B4-BE49-F238E27FC236}">
                  <a16:creationId xmlns:a16="http://schemas.microsoft.com/office/drawing/2014/main" id="{4F740E8D-C124-8FB7-4E9C-BAD684A233F5}"/>
                </a:ext>
              </a:extLst>
            </p:cNvPr>
            <p:cNvSpPr/>
            <p:nvPr/>
          </p:nvSpPr>
          <p:spPr>
            <a:xfrm>
              <a:off x="6292786" y="6256145"/>
              <a:ext cx="25194" cy="25195"/>
            </a:xfrm>
            <a:custGeom>
              <a:avLst/>
              <a:gdLst>
                <a:gd name="connsiteX0" fmla="*/ 25195 w 25194"/>
                <a:gd name="connsiteY0" fmla="*/ 12597 h 25195"/>
                <a:gd name="connsiteX1" fmla="*/ 12597 w 25194"/>
                <a:gd name="connsiteY1" fmla="*/ 0 h 25195"/>
                <a:gd name="connsiteX2" fmla="*/ 0 w 25194"/>
                <a:gd name="connsiteY2" fmla="*/ 12597 h 25195"/>
                <a:gd name="connsiteX3" fmla="*/ 12597 w 25194"/>
                <a:gd name="connsiteY3" fmla="*/ 25195 h 25195"/>
                <a:gd name="connsiteX4" fmla="*/ 25195 w 25194"/>
                <a:gd name="connsiteY4" fmla="*/ 12597 h 251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94" h="25195">
                  <a:moveTo>
                    <a:pt x="25195" y="12597"/>
                  </a:moveTo>
                  <a:cubicBezTo>
                    <a:pt x="25195" y="5649"/>
                    <a:pt x="19546" y="0"/>
                    <a:pt x="12597" y="0"/>
                  </a:cubicBezTo>
                  <a:cubicBezTo>
                    <a:pt x="5649" y="0"/>
                    <a:pt x="0" y="5649"/>
                    <a:pt x="0" y="12597"/>
                  </a:cubicBezTo>
                  <a:cubicBezTo>
                    <a:pt x="0" y="19546"/>
                    <a:pt x="5649" y="25195"/>
                    <a:pt x="12597" y="25195"/>
                  </a:cubicBezTo>
                  <a:cubicBezTo>
                    <a:pt x="19546" y="25195"/>
                    <a:pt x="25195" y="19546"/>
                    <a:pt x="25195" y="12597"/>
                  </a:cubicBezTo>
                  <a:close/>
                </a:path>
              </a:pathLst>
            </a:custGeom>
            <a:noFill/>
            <a:ln w="8472" cap="flat">
              <a:solidFill>
                <a:srgbClr val="17A3A3"/>
              </a:solidFill>
              <a:prstDash val="solid"/>
              <a:miter/>
            </a:ln>
          </p:spPr>
          <p:txBody>
            <a:bodyPr rtlCol="1" anchor="ctr"/>
            <a:lstStyle/>
            <a:p>
              <a:endParaRPr lang="ar-SA"/>
            </a:p>
          </p:txBody>
        </p:sp>
        <p:sp>
          <p:nvSpPr>
            <p:cNvPr id="10631" name="شكل حر: شكل 11936">
              <a:extLst>
                <a:ext uri="{FF2B5EF4-FFF2-40B4-BE49-F238E27FC236}">
                  <a16:creationId xmlns:a16="http://schemas.microsoft.com/office/drawing/2014/main" id="{F2C8981F-49F7-014E-7A80-9D8FE962F249}"/>
                </a:ext>
              </a:extLst>
            </p:cNvPr>
            <p:cNvSpPr/>
            <p:nvPr/>
          </p:nvSpPr>
          <p:spPr>
            <a:xfrm>
              <a:off x="6285611" y="5984876"/>
              <a:ext cx="39543" cy="2824"/>
            </a:xfrm>
            <a:custGeom>
              <a:avLst/>
              <a:gdLst>
                <a:gd name="connsiteX0" fmla="*/ 0 w 39543"/>
                <a:gd name="connsiteY0" fmla="*/ 0 h 2824"/>
                <a:gd name="connsiteX1" fmla="*/ 39544 w 39543"/>
                <a:gd name="connsiteY1" fmla="*/ 0 h 2824"/>
              </a:gdLst>
              <a:ahLst/>
              <a:cxnLst>
                <a:cxn ang="0">
                  <a:pos x="connsiteX0" y="connsiteY0"/>
                </a:cxn>
                <a:cxn ang="0">
                  <a:pos x="connsiteX1" y="connsiteY1"/>
                </a:cxn>
              </a:cxnLst>
              <a:rect l="l" t="t" r="r" b="b"/>
              <a:pathLst>
                <a:path w="39543" h="2824">
                  <a:moveTo>
                    <a:pt x="0" y="0"/>
                  </a:moveTo>
                  <a:lnTo>
                    <a:pt x="39544" y="0"/>
                  </a:lnTo>
                </a:path>
              </a:pathLst>
            </a:custGeom>
            <a:ln w="8472" cap="flat">
              <a:solidFill>
                <a:srgbClr val="17A3A3"/>
              </a:solidFill>
              <a:prstDash val="solid"/>
              <a:miter/>
            </a:ln>
          </p:spPr>
          <p:txBody>
            <a:bodyPr rtlCol="1" anchor="ctr"/>
            <a:lstStyle/>
            <a:p>
              <a:endParaRPr lang="ar-SA"/>
            </a:p>
          </p:txBody>
        </p:sp>
      </p:grpSp>
      <p:grpSp>
        <p:nvGrpSpPr>
          <p:cNvPr id="10634" name="رسم 8014">
            <a:extLst>
              <a:ext uri="{FF2B5EF4-FFF2-40B4-BE49-F238E27FC236}">
                <a16:creationId xmlns:a16="http://schemas.microsoft.com/office/drawing/2014/main" id="{AA66F263-56EE-2AF0-DE6B-4168D38F3055}"/>
              </a:ext>
            </a:extLst>
          </p:cNvPr>
          <p:cNvGrpSpPr/>
          <p:nvPr/>
        </p:nvGrpSpPr>
        <p:grpSpPr>
          <a:xfrm>
            <a:off x="9452207" y="4467473"/>
            <a:ext cx="227348" cy="284385"/>
            <a:chOff x="10379651" y="3852625"/>
            <a:chExt cx="271749" cy="360807"/>
          </a:xfrm>
          <a:noFill/>
        </p:grpSpPr>
        <p:sp>
          <p:nvSpPr>
            <p:cNvPr id="10635" name="شكل حر: شكل 11979">
              <a:extLst>
                <a:ext uri="{FF2B5EF4-FFF2-40B4-BE49-F238E27FC236}">
                  <a16:creationId xmlns:a16="http://schemas.microsoft.com/office/drawing/2014/main" id="{29055BEB-241E-BB65-7833-5AB6BEBDA251}"/>
                </a:ext>
              </a:extLst>
            </p:cNvPr>
            <p:cNvSpPr/>
            <p:nvPr/>
          </p:nvSpPr>
          <p:spPr>
            <a:xfrm>
              <a:off x="10379651" y="3852625"/>
              <a:ext cx="271749" cy="2824"/>
            </a:xfrm>
            <a:custGeom>
              <a:avLst/>
              <a:gdLst>
                <a:gd name="connsiteX0" fmla="*/ 0 w 271749"/>
                <a:gd name="connsiteY0" fmla="*/ 0 h 2824"/>
                <a:gd name="connsiteX1" fmla="*/ 271750 w 271749"/>
                <a:gd name="connsiteY1" fmla="*/ 0 h 2824"/>
              </a:gdLst>
              <a:ahLst/>
              <a:cxnLst>
                <a:cxn ang="0">
                  <a:pos x="connsiteX0" y="connsiteY0"/>
                </a:cxn>
                <a:cxn ang="0">
                  <a:pos x="connsiteX1" y="connsiteY1"/>
                </a:cxn>
              </a:cxnLst>
              <a:rect l="l" t="t" r="r" b="b"/>
              <a:pathLst>
                <a:path w="271749" h="2824">
                  <a:moveTo>
                    <a:pt x="0" y="0"/>
                  </a:moveTo>
                  <a:lnTo>
                    <a:pt x="271750" y="0"/>
                  </a:lnTo>
                </a:path>
              </a:pathLst>
            </a:custGeom>
            <a:ln w="8472" cap="flat">
              <a:solidFill>
                <a:srgbClr val="01355A"/>
              </a:solidFill>
              <a:prstDash val="solid"/>
              <a:miter/>
            </a:ln>
          </p:spPr>
          <p:txBody>
            <a:bodyPr rtlCol="1" anchor="ctr"/>
            <a:lstStyle/>
            <a:p>
              <a:endParaRPr lang="ar-SA"/>
            </a:p>
          </p:txBody>
        </p:sp>
        <p:sp>
          <p:nvSpPr>
            <p:cNvPr id="10636" name="شكل حر: شكل 11980">
              <a:extLst>
                <a:ext uri="{FF2B5EF4-FFF2-40B4-BE49-F238E27FC236}">
                  <a16:creationId xmlns:a16="http://schemas.microsoft.com/office/drawing/2014/main" id="{03A2E3D5-C563-2A98-C08C-A1C78BA8D195}"/>
                </a:ext>
              </a:extLst>
            </p:cNvPr>
            <p:cNvSpPr/>
            <p:nvPr/>
          </p:nvSpPr>
          <p:spPr>
            <a:xfrm>
              <a:off x="10481080" y="3975493"/>
              <a:ext cx="68890" cy="33725"/>
            </a:xfrm>
            <a:custGeom>
              <a:avLst/>
              <a:gdLst>
                <a:gd name="connsiteX0" fmla="*/ 68890 w 68890"/>
                <a:gd name="connsiteY0" fmla="*/ 0 h 33725"/>
                <a:gd name="connsiteX1" fmla="*/ 34431 w 68890"/>
                <a:gd name="connsiteY1" fmla="*/ 33725 h 33725"/>
                <a:gd name="connsiteX2" fmla="*/ 0 w 68890"/>
                <a:gd name="connsiteY2" fmla="*/ 0 h 33725"/>
              </a:gdLst>
              <a:ahLst/>
              <a:cxnLst>
                <a:cxn ang="0">
                  <a:pos x="connsiteX0" y="connsiteY0"/>
                </a:cxn>
                <a:cxn ang="0">
                  <a:pos x="connsiteX1" y="connsiteY1"/>
                </a:cxn>
                <a:cxn ang="0">
                  <a:pos x="connsiteX2" y="connsiteY2"/>
                </a:cxn>
              </a:cxnLst>
              <a:rect l="l" t="t" r="r" b="b"/>
              <a:pathLst>
                <a:path w="68890" h="33725">
                  <a:moveTo>
                    <a:pt x="68890" y="0"/>
                  </a:moveTo>
                  <a:lnTo>
                    <a:pt x="34431" y="33725"/>
                  </a:lnTo>
                  <a:lnTo>
                    <a:pt x="0" y="0"/>
                  </a:lnTo>
                </a:path>
              </a:pathLst>
            </a:custGeom>
            <a:noFill/>
            <a:ln w="8472" cap="flat">
              <a:solidFill>
                <a:srgbClr val="17A3A3"/>
              </a:solidFill>
              <a:prstDash val="solid"/>
              <a:miter/>
            </a:ln>
          </p:spPr>
          <p:txBody>
            <a:bodyPr rtlCol="1" anchor="ctr"/>
            <a:lstStyle/>
            <a:p>
              <a:endParaRPr lang="ar-SA"/>
            </a:p>
          </p:txBody>
        </p:sp>
        <p:sp>
          <p:nvSpPr>
            <p:cNvPr id="10637" name="شكل حر: شكل 11981">
              <a:extLst>
                <a:ext uri="{FF2B5EF4-FFF2-40B4-BE49-F238E27FC236}">
                  <a16:creationId xmlns:a16="http://schemas.microsoft.com/office/drawing/2014/main" id="{EB23BBFA-70D1-DC4C-DAD3-542D93CA0A51}"/>
                </a:ext>
              </a:extLst>
            </p:cNvPr>
            <p:cNvSpPr/>
            <p:nvPr/>
          </p:nvSpPr>
          <p:spPr>
            <a:xfrm>
              <a:off x="10464359" y="3992497"/>
              <a:ext cx="102333" cy="220935"/>
            </a:xfrm>
            <a:custGeom>
              <a:avLst/>
              <a:gdLst>
                <a:gd name="connsiteX0" fmla="*/ 68241 w 102333"/>
                <a:gd name="connsiteY0" fmla="*/ 0 h 220935"/>
                <a:gd name="connsiteX1" fmla="*/ 102333 w 102333"/>
                <a:gd name="connsiteY1" fmla="*/ 169360 h 220935"/>
                <a:gd name="connsiteX2" fmla="*/ 51152 w 102333"/>
                <a:gd name="connsiteY2" fmla="*/ 220936 h 220935"/>
                <a:gd name="connsiteX3" fmla="*/ 0 w 102333"/>
                <a:gd name="connsiteY3" fmla="*/ 169360 h 220935"/>
                <a:gd name="connsiteX4" fmla="*/ 34092 w 102333"/>
                <a:gd name="connsiteY4" fmla="*/ 0 h 2209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333" h="220935">
                  <a:moveTo>
                    <a:pt x="68241" y="0"/>
                  </a:moveTo>
                  <a:lnTo>
                    <a:pt x="102333" y="169360"/>
                  </a:lnTo>
                  <a:lnTo>
                    <a:pt x="51152" y="220936"/>
                  </a:lnTo>
                  <a:lnTo>
                    <a:pt x="0" y="169360"/>
                  </a:lnTo>
                  <a:lnTo>
                    <a:pt x="34092" y="0"/>
                  </a:lnTo>
                </a:path>
              </a:pathLst>
            </a:custGeom>
            <a:noFill/>
            <a:ln w="8472" cap="flat">
              <a:solidFill>
                <a:srgbClr val="17A3A3"/>
              </a:solidFill>
              <a:prstDash val="solid"/>
              <a:miter/>
            </a:ln>
          </p:spPr>
          <p:txBody>
            <a:bodyPr rtlCol="1" anchor="ctr"/>
            <a:lstStyle/>
            <a:p>
              <a:endParaRPr lang="ar-SA"/>
            </a:p>
          </p:txBody>
        </p:sp>
        <p:grpSp>
          <p:nvGrpSpPr>
            <p:cNvPr id="10638" name="رسم 8014">
              <a:extLst>
                <a:ext uri="{FF2B5EF4-FFF2-40B4-BE49-F238E27FC236}">
                  <a16:creationId xmlns:a16="http://schemas.microsoft.com/office/drawing/2014/main" id="{21948E6F-CB96-C8CD-A7B8-C1DE80E8CCFF}"/>
                </a:ext>
              </a:extLst>
            </p:cNvPr>
            <p:cNvGrpSpPr/>
            <p:nvPr/>
          </p:nvGrpSpPr>
          <p:grpSpPr>
            <a:xfrm>
              <a:off x="10379651" y="3852625"/>
              <a:ext cx="271749" cy="137075"/>
              <a:chOff x="10379651" y="3852625"/>
              <a:chExt cx="271749" cy="137075"/>
            </a:xfrm>
            <a:noFill/>
          </p:grpSpPr>
          <p:sp>
            <p:nvSpPr>
              <p:cNvPr id="10639" name="شكل حر: شكل 11983">
                <a:extLst>
                  <a:ext uri="{FF2B5EF4-FFF2-40B4-BE49-F238E27FC236}">
                    <a16:creationId xmlns:a16="http://schemas.microsoft.com/office/drawing/2014/main" id="{AB46FEB1-F6B5-D382-8DA6-F27CA15762A7}"/>
                  </a:ext>
                </a:extLst>
              </p:cNvPr>
              <p:cNvSpPr/>
              <p:nvPr/>
            </p:nvSpPr>
            <p:spPr>
              <a:xfrm>
                <a:off x="10379651" y="3852625"/>
                <a:ext cx="135860" cy="137075"/>
              </a:xfrm>
              <a:custGeom>
                <a:avLst/>
                <a:gdLst>
                  <a:gd name="connsiteX0" fmla="*/ 0 w 135860"/>
                  <a:gd name="connsiteY0" fmla="*/ 0 h 137075"/>
                  <a:gd name="connsiteX1" fmla="*/ 0 w 135860"/>
                  <a:gd name="connsiteY1" fmla="*/ 39148 h 137075"/>
                  <a:gd name="connsiteX2" fmla="*/ 86911 w 135860"/>
                  <a:gd name="connsiteY2" fmla="*/ 137075 h 137075"/>
                  <a:gd name="connsiteX3" fmla="*/ 135860 w 135860"/>
                  <a:gd name="connsiteY3" fmla="*/ 89143 h 137075"/>
                  <a:gd name="connsiteX4" fmla="*/ 0 w 135860"/>
                  <a:gd name="connsiteY4" fmla="*/ 0 h 137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860" h="137075">
                    <a:moveTo>
                      <a:pt x="0" y="0"/>
                    </a:moveTo>
                    <a:lnTo>
                      <a:pt x="0" y="39148"/>
                    </a:lnTo>
                    <a:lnTo>
                      <a:pt x="86911" y="137075"/>
                    </a:lnTo>
                    <a:lnTo>
                      <a:pt x="135860" y="89143"/>
                    </a:lnTo>
                    <a:lnTo>
                      <a:pt x="0" y="0"/>
                    </a:lnTo>
                    <a:close/>
                  </a:path>
                </a:pathLst>
              </a:custGeom>
              <a:noFill/>
              <a:ln w="8472" cap="flat">
                <a:solidFill>
                  <a:srgbClr val="01355A"/>
                </a:solidFill>
                <a:prstDash val="solid"/>
                <a:miter/>
              </a:ln>
            </p:spPr>
            <p:txBody>
              <a:bodyPr rtlCol="1" anchor="ctr"/>
              <a:lstStyle/>
              <a:p>
                <a:endParaRPr lang="ar-SA"/>
              </a:p>
            </p:txBody>
          </p:sp>
          <p:sp>
            <p:nvSpPr>
              <p:cNvPr id="10640" name="شكل حر: شكل 11984">
                <a:extLst>
                  <a:ext uri="{FF2B5EF4-FFF2-40B4-BE49-F238E27FC236}">
                    <a16:creationId xmlns:a16="http://schemas.microsoft.com/office/drawing/2014/main" id="{C8C2941A-76C3-D4D8-D5BE-BA7B493F713B}"/>
                  </a:ext>
                </a:extLst>
              </p:cNvPr>
              <p:cNvSpPr/>
              <p:nvPr/>
            </p:nvSpPr>
            <p:spPr>
              <a:xfrm>
                <a:off x="10515511" y="3852625"/>
                <a:ext cx="135889" cy="137075"/>
              </a:xfrm>
              <a:custGeom>
                <a:avLst/>
                <a:gdLst>
                  <a:gd name="connsiteX0" fmla="*/ 135889 w 135889"/>
                  <a:gd name="connsiteY0" fmla="*/ 0 h 137075"/>
                  <a:gd name="connsiteX1" fmla="*/ 135889 w 135889"/>
                  <a:gd name="connsiteY1" fmla="*/ 39148 h 137075"/>
                  <a:gd name="connsiteX2" fmla="*/ 48978 w 135889"/>
                  <a:gd name="connsiteY2" fmla="*/ 137075 h 137075"/>
                  <a:gd name="connsiteX3" fmla="*/ 0 w 135889"/>
                  <a:gd name="connsiteY3" fmla="*/ 89143 h 137075"/>
                  <a:gd name="connsiteX4" fmla="*/ 135889 w 135889"/>
                  <a:gd name="connsiteY4" fmla="*/ 0 h 137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889" h="137075">
                    <a:moveTo>
                      <a:pt x="135889" y="0"/>
                    </a:moveTo>
                    <a:lnTo>
                      <a:pt x="135889" y="39148"/>
                    </a:lnTo>
                    <a:lnTo>
                      <a:pt x="48978" y="137075"/>
                    </a:lnTo>
                    <a:lnTo>
                      <a:pt x="0" y="89143"/>
                    </a:lnTo>
                    <a:lnTo>
                      <a:pt x="135889" y="0"/>
                    </a:lnTo>
                    <a:close/>
                  </a:path>
                </a:pathLst>
              </a:custGeom>
              <a:noFill/>
              <a:ln w="8472" cap="flat">
                <a:solidFill>
                  <a:srgbClr val="01355A"/>
                </a:solidFill>
                <a:prstDash val="solid"/>
                <a:miter/>
              </a:ln>
            </p:spPr>
            <p:txBody>
              <a:bodyPr rtlCol="1" anchor="ctr"/>
              <a:lstStyle/>
              <a:p>
                <a:endParaRPr lang="ar-SA"/>
              </a:p>
            </p:txBody>
          </p:sp>
        </p:grpSp>
      </p:grpSp>
      <p:grpSp>
        <p:nvGrpSpPr>
          <p:cNvPr id="10641" name="رسم 8014">
            <a:extLst>
              <a:ext uri="{FF2B5EF4-FFF2-40B4-BE49-F238E27FC236}">
                <a16:creationId xmlns:a16="http://schemas.microsoft.com/office/drawing/2014/main" id="{8830B1E1-E420-D38F-A5D4-BF3FCA6ABDFB}"/>
              </a:ext>
            </a:extLst>
          </p:cNvPr>
          <p:cNvGrpSpPr/>
          <p:nvPr/>
        </p:nvGrpSpPr>
        <p:grpSpPr>
          <a:xfrm>
            <a:off x="9444338" y="2830219"/>
            <a:ext cx="247222" cy="243488"/>
            <a:chOff x="10370245" y="1775397"/>
            <a:chExt cx="295504" cy="308920"/>
          </a:xfrm>
        </p:grpSpPr>
        <p:sp>
          <p:nvSpPr>
            <p:cNvPr id="10642" name="شكل حر: شكل 11986">
              <a:extLst>
                <a:ext uri="{FF2B5EF4-FFF2-40B4-BE49-F238E27FC236}">
                  <a16:creationId xmlns:a16="http://schemas.microsoft.com/office/drawing/2014/main" id="{A5917D88-D4B9-40F1-4872-3D215008025A}"/>
                </a:ext>
              </a:extLst>
            </p:cNvPr>
            <p:cNvSpPr/>
            <p:nvPr/>
          </p:nvSpPr>
          <p:spPr>
            <a:xfrm>
              <a:off x="10370245" y="1862619"/>
              <a:ext cx="141227" cy="127782"/>
            </a:xfrm>
            <a:custGeom>
              <a:avLst/>
              <a:gdLst>
                <a:gd name="connsiteX0" fmla="*/ 110863 w 141227"/>
                <a:gd name="connsiteY0" fmla="*/ 127782 h 127782"/>
                <a:gd name="connsiteX1" fmla="*/ 107333 w 141227"/>
                <a:gd name="connsiteY1" fmla="*/ 124252 h 127782"/>
                <a:gd name="connsiteX2" fmla="*/ 110863 w 141227"/>
                <a:gd name="connsiteY2" fmla="*/ 120721 h 127782"/>
                <a:gd name="connsiteX3" fmla="*/ 134166 w 141227"/>
                <a:gd name="connsiteY3" fmla="*/ 97419 h 127782"/>
                <a:gd name="connsiteX4" fmla="*/ 134166 w 141227"/>
                <a:gd name="connsiteY4" fmla="*/ 37058 h 127782"/>
                <a:gd name="connsiteX5" fmla="*/ 111570 w 141227"/>
                <a:gd name="connsiteY5" fmla="*/ 15253 h 127782"/>
                <a:gd name="connsiteX6" fmla="*/ 70614 w 141227"/>
                <a:gd name="connsiteY6" fmla="*/ 7061 h 127782"/>
                <a:gd name="connsiteX7" fmla="*/ 29658 w 141227"/>
                <a:gd name="connsiteY7" fmla="*/ 15253 h 127782"/>
                <a:gd name="connsiteX8" fmla="*/ 7061 w 141227"/>
                <a:gd name="connsiteY8" fmla="*/ 37058 h 127782"/>
                <a:gd name="connsiteX9" fmla="*/ 7061 w 141227"/>
                <a:gd name="connsiteY9" fmla="*/ 97419 h 127782"/>
                <a:gd name="connsiteX10" fmla="*/ 30364 w 141227"/>
                <a:gd name="connsiteY10" fmla="*/ 120721 h 127782"/>
                <a:gd name="connsiteX11" fmla="*/ 33895 w 141227"/>
                <a:gd name="connsiteY11" fmla="*/ 124252 h 127782"/>
                <a:gd name="connsiteX12" fmla="*/ 30364 w 141227"/>
                <a:gd name="connsiteY12" fmla="*/ 127782 h 127782"/>
                <a:gd name="connsiteX13" fmla="*/ 0 w 141227"/>
                <a:gd name="connsiteY13" fmla="*/ 97419 h 127782"/>
                <a:gd name="connsiteX14" fmla="*/ 0 w 141227"/>
                <a:gd name="connsiteY14" fmla="*/ 37058 h 127782"/>
                <a:gd name="connsiteX15" fmla="*/ 70614 w 141227"/>
                <a:gd name="connsiteY15" fmla="*/ 0 h 127782"/>
                <a:gd name="connsiteX16" fmla="*/ 141227 w 141227"/>
                <a:gd name="connsiteY16" fmla="*/ 37058 h 127782"/>
                <a:gd name="connsiteX17" fmla="*/ 141227 w 141227"/>
                <a:gd name="connsiteY17" fmla="*/ 97419 h 127782"/>
                <a:gd name="connsiteX18" fmla="*/ 110863 w 141227"/>
                <a:gd name="connsiteY18" fmla="*/ 127782 h 127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1227" h="127782">
                  <a:moveTo>
                    <a:pt x="110863" y="127782"/>
                  </a:moveTo>
                  <a:cubicBezTo>
                    <a:pt x="108915" y="127782"/>
                    <a:pt x="107333" y="126201"/>
                    <a:pt x="107333" y="124252"/>
                  </a:cubicBezTo>
                  <a:cubicBezTo>
                    <a:pt x="107333" y="122303"/>
                    <a:pt x="108915" y="120721"/>
                    <a:pt x="110863" y="120721"/>
                  </a:cubicBezTo>
                  <a:cubicBezTo>
                    <a:pt x="123772" y="120721"/>
                    <a:pt x="134166" y="107982"/>
                    <a:pt x="134166" y="97419"/>
                  </a:cubicBezTo>
                  <a:lnTo>
                    <a:pt x="134166" y="37058"/>
                  </a:lnTo>
                  <a:cubicBezTo>
                    <a:pt x="134166" y="26042"/>
                    <a:pt x="120015" y="18670"/>
                    <a:pt x="111570" y="15253"/>
                  </a:cubicBezTo>
                  <a:cubicBezTo>
                    <a:pt x="99283" y="10281"/>
                    <a:pt x="83211" y="7061"/>
                    <a:pt x="70614" y="7061"/>
                  </a:cubicBezTo>
                  <a:cubicBezTo>
                    <a:pt x="58016" y="7061"/>
                    <a:pt x="41945" y="10281"/>
                    <a:pt x="29658" y="15253"/>
                  </a:cubicBezTo>
                  <a:cubicBezTo>
                    <a:pt x="21212" y="18670"/>
                    <a:pt x="7061" y="26042"/>
                    <a:pt x="7061" y="37058"/>
                  </a:cubicBezTo>
                  <a:lnTo>
                    <a:pt x="7061" y="97419"/>
                  </a:lnTo>
                  <a:cubicBezTo>
                    <a:pt x="7061" y="107982"/>
                    <a:pt x="17456" y="120721"/>
                    <a:pt x="30364" y="120721"/>
                  </a:cubicBezTo>
                  <a:cubicBezTo>
                    <a:pt x="32313" y="120721"/>
                    <a:pt x="33895" y="122303"/>
                    <a:pt x="33895" y="124252"/>
                  </a:cubicBezTo>
                  <a:cubicBezTo>
                    <a:pt x="33895" y="126201"/>
                    <a:pt x="32313" y="127782"/>
                    <a:pt x="30364" y="127782"/>
                  </a:cubicBezTo>
                  <a:cubicBezTo>
                    <a:pt x="14744" y="127782"/>
                    <a:pt x="0" y="113038"/>
                    <a:pt x="0" y="97419"/>
                  </a:cubicBezTo>
                  <a:lnTo>
                    <a:pt x="0" y="37058"/>
                  </a:lnTo>
                  <a:cubicBezTo>
                    <a:pt x="0" y="12372"/>
                    <a:pt x="45278" y="0"/>
                    <a:pt x="70614" y="0"/>
                  </a:cubicBezTo>
                  <a:cubicBezTo>
                    <a:pt x="95950" y="0"/>
                    <a:pt x="141227" y="12400"/>
                    <a:pt x="141227" y="37058"/>
                  </a:cubicBezTo>
                  <a:lnTo>
                    <a:pt x="141227" y="97419"/>
                  </a:lnTo>
                  <a:cubicBezTo>
                    <a:pt x="141227" y="113038"/>
                    <a:pt x="126483" y="127782"/>
                    <a:pt x="110863" y="127782"/>
                  </a:cubicBezTo>
                  <a:close/>
                </a:path>
              </a:pathLst>
            </a:custGeom>
            <a:solidFill>
              <a:srgbClr val="01355A"/>
            </a:solidFill>
            <a:ln w="2824" cap="flat">
              <a:noFill/>
              <a:prstDash val="solid"/>
              <a:miter/>
            </a:ln>
          </p:spPr>
          <p:txBody>
            <a:bodyPr rtlCol="1" anchor="ctr"/>
            <a:lstStyle/>
            <a:p>
              <a:endParaRPr lang="ar-SA"/>
            </a:p>
          </p:txBody>
        </p:sp>
        <p:sp>
          <p:nvSpPr>
            <p:cNvPr id="10643" name="شكل حر: شكل 11987">
              <a:extLst>
                <a:ext uri="{FF2B5EF4-FFF2-40B4-BE49-F238E27FC236}">
                  <a16:creationId xmlns:a16="http://schemas.microsoft.com/office/drawing/2014/main" id="{129DC522-DC5F-32BA-DB98-CC9B44C6F864}"/>
                </a:ext>
              </a:extLst>
            </p:cNvPr>
            <p:cNvSpPr/>
            <p:nvPr/>
          </p:nvSpPr>
          <p:spPr>
            <a:xfrm>
              <a:off x="10504411" y="1862619"/>
              <a:ext cx="80838" cy="127782"/>
            </a:xfrm>
            <a:custGeom>
              <a:avLst/>
              <a:gdLst>
                <a:gd name="connsiteX0" fmla="*/ 50475 w 80838"/>
                <a:gd name="connsiteY0" fmla="*/ 127782 h 127782"/>
                <a:gd name="connsiteX1" fmla="*/ 46944 w 80838"/>
                <a:gd name="connsiteY1" fmla="*/ 124252 h 127782"/>
                <a:gd name="connsiteX2" fmla="*/ 50475 w 80838"/>
                <a:gd name="connsiteY2" fmla="*/ 120721 h 127782"/>
                <a:gd name="connsiteX3" fmla="*/ 73777 w 80838"/>
                <a:gd name="connsiteY3" fmla="*/ 104141 h 127782"/>
                <a:gd name="connsiteX4" fmla="*/ 73777 w 80838"/>
                <a:gd name="connsiteY4" fmla="*/ 37058 h 127782"/>
                <a:gd name="connsiteX5" fmla="*/ 16947 w 80838"/>
                <a:gd name="connsiteY5" fmla="*/ 7061 h 127782"/>
                <a:gd name="connsiteX6" fmla="*/ 3531 w 80838"/>
                <a:gd name="connsiteY6" fmla="*/ 7061 h 127782"/>
                <a:gd name="connsiteX7" fmla="*/ 0 w 80838"/>
                <a:gd name="connsiteY7" fmla="*/ 3531 h 127782"/>
                <a:gd name="connsiteX8" fmla="*/ 3531 w 80838"/>
                <a:gd name="connsiteY8" fmla="*/ 0 h 127782"/>
                <a:gd name="connsiteX9" fmla="*/ 16947 w 80838"/>
                <a:gd name="connsiteY9" fmla="*/ 0 h 127782"/>
                <a:gd name="connsiteX10" fmla="*/ 80839 w 80838"/>
                <a:gd name="connsiteY10" fmla="*/ 37058 h 127782"/>
                <a:gd name="connsiteX11" fmla="*/ 80839 w 80838"/>
                <a:gd name="connsiteY11" fmla="*/ 104141 h 127782"/>
                <a:gd name="connsiteX12" fmla="*/ 50475 w 80838"/>
                <a:gd name="connsiteY12" fmla="*/ 127782 h 127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838" h="127782">
                  <a:moveTo>
                    <a:pt x="50475" y="127782"/>
                  </a:moveTo>
                  <a:cubicBezTo>
                    <a:pt x="48526" y="127782"/>
                    <a:pt x="46944" y="126201"/>
                    <a:pt x="46944" y="124252"/>
                  </a:cubicBezTo>
                  <a:cubicBezTo>
                    <a:pt x="46944" y="122303"/>
                    <a:pt x="48526" y="120721"/>
                    <a:pt x="50475" y="120721"/>
                  </a:cubicBezTo>
                  <a:cubicBezTo>
                    <a:pt x="61773" y="120721"/>
                    <a:pt x="73777" y="114903"/>
                    <a:pt x="73777" y="104141"/>
                  </a:cubicBezTo>
                  <a:lnTo>
                    <a:pt x="73777" y="37058"/>
                  </a:lnTo>
                  <a:cubicBezTo>
                    <a:pt x="73777" y="17653"/>
                    <a:pt x="36239" y="7061"/>
                    <a:pt x="16947" y="7061"/>
                  </a:cubicBezTo>
                  <a:lnTo>
                    <a:pt x="3531" y="7061"/>
                  </a:lnTo>
                  <a:cubicBezTo>
                    <a:pt x="1582" y="7061"/>
                    <a:pt x="0" y="5480"/>
                    <a:pt x="0" y="3531"/>
                  </a:cubicBezTo>
                  <a:cubicBezTo>
                    <a:pt x="0" y="1582"/>
                    <a:pt x="1582" y="0"/>
                    <a:pt x="3531" y="0"/>
                  </a:cubicBezTo>
                  <a:lnTo>
                    <a:pt x="16947" y="0"/>
                  </a:lnTo>
                  <a:cubicBezTo>
                    <a:pt x="39883" y="0"/>
                    <a:pt x="80839" y="12400"/>
                    <a:pt x="80839" y="37058"/>
                  </a:cubicBezTo>
                  <a:lnTo>
                    <a:pt x="80839" y="104141"/>
                  </a:lnTo>
                  <a:cubicBezTo>
                    <a:pt x="80839" y="119507"/>
                    <a:pt x="65191" y="127782"/>
                    <a:pt x="50475" y="127782"/>
                  </a:cubicBezTo>
                  <a:close/>
                </a:path>
              </a:pathLst>
            </a:custGeom>
            <a:solidFill>
              <a:srgbClr val="01355A"/>
            </a:solidFill>
            <a:ln w="2824" cap="flat">
              <a:noFill/>
              <a:prstDash val="solid"/>
              <a:miter/>
            </a:ln>
          </p:spPr>
          <p:txBody>
            <a:bodyPr rtlCol="1" anchor="ctr"/>
            <a:lstStyle/>
            <a:p>
              <a:endParaRPr lang="ar-SA"/>
            </a:p>
          </p:txBody>
        </p:sp>
        <p:sp>
          <p:nvSpPr>
            <p:cNvPr id="10644" name="شكل حر: شكل 11988">
              <a:extLst>
                <a:ext uri="{FF2B5EF4-FFF2-40B4-BE49-F238E27FC236}">
                  <a16:creationId xmlns:a16="http://schemas.microsoft.com/office/drawing/2014/main" id="{DCBB886A-0F32-CBB3-E9A9-D11078C1DA77}"/>
                </a:ext>
              </a:extLst>
            </p:cNvPr>
            <p:cNvSpPr/>
            <p:nvPr/>
          </p:nvSpPr>
          <p:spPr>
            <a:xfrm>
              <a:off x="10410495" y="1775397"/>
              <a:ext cx="60727" cy="74144"/>
            </a:xfrm>
            <a:custGeom>
              <a:avLst/>
              <a:gdLst>
                <a:gd name="connsiteX0" fmla="*/ 30364 w 60727"/>
                <a:gd name="connsiteY0" fmla="*/ 74144 h 74144"/>
                <a:gd name="connsiteX1" fmla="*/ 0 w 60727"/>
                <a:gd name="connsiteY1" fmla="*/ 43780 h 74144"/>
                <a:gd name="connsiteX2" fmla="*/ 0 w 60727"/>
                <a:gd name="connsiteY2" fmla="*/ 30364 h 74144"/>
                <a:gd name="connsiteX3" fmla="*/ 30364 w 60727"/>
                <a:gd name="connsiteY3" fmla="*/ 0 h 74144"/>
                <a:gd name="connsiteX4" fmla="*/ 60728 w 60727"/>
                <a:gd name="connsiteY4" fmla="*/ 30364 h 74144"/>
                <a:gd name="connsiteX5" fmla="*/ 60728 w 60727"/>
                <a:gd name="connsiteY5" fmla="*/ 43780 h 74144"/>
                <a:gd name="connsiteX6" fmla="*/ 30364 w 60727"/>
                <a:gd name="connsiteY6" fmla="*/ 74144 h 74144"/>
                <a:gd name="connsiteX7" fmla="*/ 30364 w 60727"/>
                <a:gd name="connsiteY7" fmla="*/ 7061 h 74144"/>
                <a:gd name="connsiteX8" fmla="*/ 7061 w 60727"/>
                <a:gd name="connsiteY8" fmla="*/ 30364 h 74144"/>
                <a:gd name="connsiteX9" fmla="*/ 7061 w 60727"/>
                <a:gd name="connsiteY9" fmla="*/ 43780 h 74144"/>
                <a:gd name="connsiteX10" fmla="*/ 30364 w 60727"/>
                <a:gd name="connsiteY10" fmla="*/ 67083 h 74144"/>
                <a:gd name="connsiteX11" fmla="*/ 53666 w 60727"/>
                <a:gd name="connsiteY11" fmla="*/ 43780 h 74144"/>
                <a:gd name="connsiteX12" fmla="*/ 53666 w 60727"/>
                <a:gd name="connsiteY12" fmla="*/ 30364 h 74144"/>
                <a:gd name="connsiteX13" fmla="*/ 30364 w 60727"/>
                <a:gd name="connsiteY13" fmla="*/ 7061 h 74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0727" h="74144">
                  <a:moveTo>
                    <a:pt x="30364" y="74144"/>
                  </a:moveTo>
                  <a:cubicBezTo>
                    <a:pt x="12767" y="74144"/>
                    <a:pt x="0" y="61377"/>
                    <a:pt x="0" y="43780"/>
                  </a:cubicBezTo>
                  <a:lnTo>
                    <a:pt x="0" y="30364"/>
                  </a:lnTo>
                  <a:cubicBezTo>
                    <a:pt x="0" y="12767"/>
                    <a:pt x="12767" y="0"/>
                    <a:pt x="30364" y="0"/>
                  </a:cubicBezTo>
                  <a:cubicBezTo>
                    <a:pt x="47961" y="0"/>
                    <a:pt x="60728" y="12767"/>
                    <a:pt x="60728" y="30364"/>
                  </a:cubicBezTo>
                  <a:lnTo>
                    <a:pt x="60728" y="43780"/>
                  </a:lnTo>
                  <a:cubicBezTo>
                    <a:pt x="60728" y="61377"/>
                    <a:pt x="47961" y="74144"/>
                    <a:pt x="30364" y="74144"/>
                  </a:cubicBezTo>
                  <a:close/>
                  <a:moveTo>
                    <a:pt x="30364" y="7061"/>
                  </a:moveTo>
                  <a:cubicBezTo>
                    <a:pt x="16636" y="7061"/>
                    <a:pt x="7061" y="16637"/>
                    <a:pt x="7061" y="30364"/>
                  </a:cubicBezTo>
                  <a:lnTo>
                    <a:pt x="7061" y="43780"/>
                  </a:lnTo>
                  <a:cubicBezTo>
                    <a:pt x="7061" y="57508"/>
                    <a:pt x="16636" y="67083"/>
                    <a:pt x="30364" y="67083"/>
                  </a:cubicBezTo>
                  <a:cubicBezTo>
                    <a:pt x="44091" y="67083"/>
                    <a:pt x="53666" y="57508"/>
                    <a:pt x="53666" y="43780"/>
                  </a:cubicBezTo>
                  <a:lnTo>
                    <a:pt x="53666" y="30364"/>
                  </a:lnTo>
                  <a:cubicBezTo>
                    <a:pt x="53666" y="16637"/>
                    <a:pt x="44091" y="7061"/>
                    <a:pt x="30364" y="7061"/>
                  </a:cubicBezTo>
                  <a:close/>
                </a:path>
              </a:pathLst>
            </a:custGeom>
            <a:solidFill>
              <a:srgbClr val="17A3A3"/>
            </a:solidFill>
            <a:ln w="2824" cap="flat">
              <a:noFill/>
              <a:prstDash val="solid"/>
              <a:miter/>
            </a:ln>
          </p:spPr>
          <p:txBody>
            <a:bodyPr rtlCol="1" anchor="ctr"/>
            <a:lstStyle/>
            <a:p>
              <a:endParaRPr lang="ar-SA"/>
            </a:p>
          </p:txBody>
        </p:sp>
        <p:sp>
          <p:nvSpPr>
            <p:cNvPr id="10645" name="شكل حر: شكل 11989">
              <a:extLst>
                <a:ext uri="{FF2B5EF4-FFF2-40B4-BE49-F238E27FC236}">
                  <a16:creationId xmlns:a16="http://schemas.microsoft.com/office/drawing/2014/main" id="{E7641557-D8F0-56F9-2F2C-A2EA4CD4226F}"/>
                </a:ext>
              </a:extLst>
            </p:cNvPr>
            <p:cNvSpPr/>
            <p:nvPr/>
          </p:nvSpPr>
          <p:spPr>
            <a:xfrm>
              <a:off x="10551355" y="1909563"/>
              <a:ext cx="7061" cy="174754"/>
            </a:xfrm>
            <a:custGeom>
              <a:avLst/>
              <a:gdLst>
                <a:gd name="connsiteX0" fmla="*/ 3531 w 7061"/>
                <a:gd name="connsiteY0" fmla="*/ 174755 h 174754"/>
                <a:gd name="connsiteX1" fmla="*/ 0 w 7061"/>
                <a:gd name="connsiteY1" fmla="*/ 171224 h 174754"/>
                <a:gd name="connsiteX2" fmla="*/ 0 w 7061"/>
                <a:gd name="connsiteY2" fmla="*/ 3531 h 174754"/>
                <a:gd name="connsiteX3" fmla="*/ 3531 w 7061"/>
                <a:gd name="connsiteY3" fmla="*/ 0 h 174754"/>
                <a:gd name="connsiteX4" fmla="*/ 7061 w 7061"/>
                <a:gd name="connsiteY4" fmla="*/ 3531 h 174754"/>
                <a:gd name="connsiteX5" fmla="*/ 7061 w 7061"/>
                <a:gd name="connsiteY5" fmla="*/ 171224 h 174754"/>
                <a:gd name="connsiteX6" fmla="*/ 3531 w 7061"/>
                <a:gd name="connsiteY6" fmla="*/ 174755 h 174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61" h="174754">
                  <a:moveTo>
                    <a:pt x="3531" y="174755"/>
                  </a:moveTo>
                  <a:cubicBezTo>
                    <a:pt x="1581" y="174755"/>
                    <a:pt x="0" y="173173"/>
                    <a:pt x="0" y="171224"/>
                  </a:cubicBezTo>
                  <a:lnTo>
                    <a:pt x="0" y="3531"/>
                  </a:lnTo>
                  <a:cubicBezTo>
                    <a:pt x="0" y="1582"/>
                    <a:pt x="1581" y="0"/>
                    <a:pt x="3531" y="0"/>
                  </a:cubicBezTo>
                  <a:cubicBezTo>
                    <a:pt x="5479" y="0"/>
                    <a:pt x="7061" y="1582"/>
                    <a:pt x="7061" y="3531"/>
                  </a:cubicBezTo>
                  <a:lnTo>
                    <a:pt x="7061" y="171224"/>
                  </a:lnTo>
                  <a:cubicBezTo>
                    <a:pt x="7061" y="173173"/>
                    <a:pt x="5479" y="174755"/>
                    <a:pt x="3531" y="174755"/>
                  </a:cubicBezTo>
                  <a:close/>
                </a:path>
              </a:pathLst>
            </a:custGeom>
            <a:solidFill>
              <a:srgbClr val="01355A"/>
            </a:solidFill>
            <a:ln w="2824" cap="flat">
              <a:noFill/>
              <a:prstDash val="solid"/>
              <a:miter/>
            </a:ln>
          </p:spPr>
          <p:txBody>
            <a:bodyPr rtlCol="1" anchor="ctr"/>
            <a:lstStyle/>
            <a:p>
              <a:endParaRPr lang="ar-SA"/>
            </a:p>
          </p:txBody>
        </p:sp>
        <p:sp>
          <p:nvSpPr>
            <p:cNvPr id="10646" name="شكل حر: شكل 11990">
              <a:extLst>
                <a:ext uri="{FF2B5EF4-FFF2-40B4-BE49-F238E27FC236}">
                  <a16:creationId xmlns:a16="http://schemas.microsoft.com/office/drawing/2014/main" id="{5BC5121C-F62E-5966-6DD5-1E9B56174B68}"/>
                </a:ext>
              </a:extLst>
            </p:cNvPr>
            <p:cNvSpPr/>
            <p:nvPr/>
          </p:nvSpPr>
          <p:spPr>
            <a:xfrm>
              <a:off x="10477578" y="1909563"/>
              <a:ext cx="7061" cy="174754"/>
            </a:xfrm>
            <a:custGeom>
              <a:avLst/>
              <a:gdLst>
                <a:gd name="connsiteX0" fmla="*/ 3531 w 7061"/>
                <a:gd name="connsiteY0" fmla="*/ 174755 h 174754"/>
                <a:gd name="connsiteX1" fmla="*/ 0 w 7061"/>
                <a:gd name="connsiteY1" fmla="*/ 171224 h 174754"/>
                <a:gd name="connsiteX2" fmla="*/ 0 w 7061"/>
                <a:gd name="connsiteY2" fmla="*/ 3531 h 174754"/>
                <a:gd name="connsiteX3" fmla="*/ 3531 w 7061"/>
                <a:gd name="connsiteY3" fmla="*/ 0 h 174754"/>
                <a:gd name="connsiteX4" fmla="*/ 7061 w 7061"/>
                <a:gd name="connsiteY4" fmla="*/ 3531 h 174754"/>
                <a:gd name="connsiteX5" fmla="*/ 7061 w 7061"/>
                <a:gd name="connsiteY5" fmla="*/ 171224 h 174754"/>
                <a:gd name="connsiteX6" fmla="*/ 3531 w 7061"/>
                <a:gd name="connsiteY6" fmla="*/ 174755 h 174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61" h="174754">
                  <a:moveTo>
                    <a:pt x="3531" y="174755"/>
                  </a:moveTo>
                  <a:cubicBezTo>
                    <a:pt x="1582" y="174755"/>
                    <a:pt x="0" y="173173"/>
                    <a:pt x="0" y="171224"/>
                  </a:cubicBezTo>
                  <a:lnTo>
                    <a:pt x="0" y="3531"/>
                  </a:lnTo>
                  <a:cubicBezTo>
                    <a:pt x="0" y="1582"/>
                    <a:pt x="1582" y="0"/>
                    <a:pt x="3531" y="0"/>
                  </a:cubicBezTo>
                  <a:cubicBezTo>
                    <a:pt x="5479" y="0"/>
                    <a:pt x="7061" y="1582"/>
                    <a:pt x="7061" y="3531"/>
                  </a:cubicBezTo>
                  <a:lnTo>
                    <a:pt x="7061" y="171224"/>
                  </a:lnTo>
                  <a:cubicBezTo>
                    <a:pt x="7061" y="173173"/>
                    <a:pt x="5479" y="174755"/>
                    <a:pt x="3531" y="174755"/>
                  </a:cubicBezTo>
                  <a:close/>
                </a:path>
              </a:pathLst>
            </a:custGeom>
            <a:solidFill>
              <a:srgbClr val="01355A"/>
            </a:solidFill>
            <a:ln w="2824" cap="flat">
              <a:noFill/>
              <a:prstDash val="solid"/>
              <a:miter/>
            </a:ln>
          </p:spPr>
          <p:txBody>
            <a:bodyPr rtlCol="1" anchor="ctr"/>
            <a:lstStyle/>
            <a:p>
              <a:endParaRPr lang="ar-SA"/>
            </a:p>
          </p:txBody>
        </p:sp>
        <p:sp>
          <p:nvSpPr>
            <p:cNvPr id="10647" name="شكل حر: شكل 11991">
              <a:extLst>
                <a:ext uri="{FF2B5EF4-FFF2-40B4-BE49-F238E27FC236}">
                  <a16:creationId xmlns:a16="http://schemas.microsoft.com/office/drawing/2014/main" id="{7CA49C9C-4014-D942-AE2B-37EC8889A626}"/>
                </a:ext>
              </a:extLst>
            </p:cNvPr>
            <p:cNvSpPr/>
            <p:nvPr/>
          </p:nvSpPr>
          <p:spPr>
            <a:xfrm>
              <a:off x="10397078" y="1909563"/>
              <a:ext cx="7061" cy="174754"/>
            </a:xfrm>
            <a:custGeom>
              <a:avLst/>
              <a:gdLst>
                <a:gd name="connsiteX0" fmla="*/ 3531 w 7061"/>
                <a:gd name="connsiteY0" fmla="*/ 174755 h 174754"/>
                <a:gd name="connsiteX1" fmla="*/ 0 w 7061"/>
                <a:gd name="connsiteY1" fmla="*/ 171224 h 174754"/>
                <a:gd name="connsiteX2" fmla="*/ 0 w 7061"/>
                <a:gd name="connsiteY2" fmla="*/ 3531 h 174754"/>
                <a:gd name="connsiteX3" fmla="*/ 3531 w 7061"/>
                <a:gd name="connsiteY3" fmla="*/ 0 h 174754"/>
                <a:gd name="connsiteX4" fmla="*/ 7061 w 7061"/>
                <a:gd name="connsiteY4" fmla="*/ 3531 h 174754"/>
                <a:gd name="connsiteX5" fmla="*/ 7061 w 7061"/>
                <a:gd name="connsiteY5" fmla="*/ 171224 h 174754"/>
                <a:gd name="connsiteX6" fmla="*/ 3531 w 7061"/>
                <a:gd name="connsiteY6" fmla="*/ 174755 h 174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61" h="174754">
                  <a:moveTo>
                    <a:pt x="3531" y="174755"/>
                  </a:moveTo>
                  <a:cubicBezTo>
                    <a:pt x="1582" y="174755"/>
                    <a:pt x="0" y="173173"/>
                    <a:pt x="0" y="171224"/>
                  </a:cubicBezTo>
                  <a:lnTo>
                    <a:pt x="0" y="3531"/>
                  </a:lnTo>
                  <a:cubicBezTo>
                    <a:pt x="0" y="1582"/>
                    <a:pt x="1582" y="0"/>
                    <a:pt x="3531" y="0"/>
                  </a:cubicBezTo>
                  <a:cubicBezTo>
                    <a:pt x="5479" y="0"/>
                    <a:pt x="7061" y="1582"/>
                    <a:pt x="7061" y="3531"/>
                  </a:cubicBezTo>
                  <a:lnTo>
                    <a:pt x="7061" y="171224"/>
                  </a:lnTo>
                  <a:cubicBezTo>
                    <a:pt x="7061" y="173173"/>
                    <a:pt x="5479" y="174755"/>
                    <a:pt x="3531" y="174755"/>
                  </a:cubicBezTo>
                  <a:close/>
                </a:path>
              </a:pathLst>
            </a:custGeom>
            <a:solidFill>
              <a:srgbClr val="01355A"/>
            </a:solidFill>
            <a:ln w="2824" cap="flat">
              <a:noFill/>
              <a:prstDash val="solid"/>
              <a:miter/>
            </a:ln>
          </p:spPr>
          <p:txBody>
            <a:bodyPr rtlCol="1" anchor="ctr"/>
            <a:lstStyle/>
            <a:p>
              <a:endParaRPr lang="ar-SA"/>
            </a:p>
          </p:txBody>
        </p:sp>
        <p:sp>
          <p:nvSpPr>
            <p:cNvPr id="10648" name="شكل حر: شكل 11992">
              <a:extLst>
                <a:ext uri="{FF2B5EF4-FFF2-40B4-BE49-F238E27FC236}">
                  <a16:creationId xmlns:a16="http://schemas.microsoft.com/office/drawing/2014/main" id="{702A0081-5848-EEA0-6FB4-161982951C24}"/>
                </a:ext>
              </a:extLst>
            </p:cNvPr>
            <p:cNvSpPr/>
            <p:nvPr/>
          </p:nvSpPr>
          <p:spPr>
            <a:xfrm>
              <a:off x="10437328" y="1976646"/>
              <a:ext cx="7061" cy="107671"/>
            </a:xfrm>
            <a:custGeom>
              <a:avLst/>
              <a:gdLst>
                <a:gd name="connsiteX0" fmla="*/ 3531 w 7061"/>
                <a:gd name="connsiteY0" fmla="*/ 107672 h 107671"/>
                <a:gd name="connsiteX1" fmla="*/ 0 w 7061"/>
                <a:gd name="connsiteY1" fmla="*/ 104141 h 107671"/>
                <a:gd name="connsiteX2" fmla="*/ 0 w 7061"/>
                <a:gd name="connsiteY2" fmla="*/ 3531 h 107671"/>
                <a:gd name="connsiteX3" fmla="*/ 3531 w 7061"/>
                <a:gd name="connsiteY3" fmla="*/ 0 h 107671"/>
                <a:gd name="connsiteX4" fmla="*/ 7061 w 7061"/>
                <a:gd name="connsiteY4" fmla="*/ 3531 h 107671"/>
                <a:gd name="connsiteX5" fmla="*/ 7061 w 7061"/>
                <a:gd name="connsiteY5" fmla="*/ 104141 h 107671"/>
                <a:gd name="connsiteX6" fmla="*/ 3531 w 7061"/>
                <a:gd name="connsiteY6" fmla="*/ 107672 h 107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61" h="107671">
                  <a:moveTo>
                    <a:pt x="3531" y="107672"/>
                  </a:moveTo>
                  <a:cubicBezTo>
                    <a:pt x="1582" y="107672"/>
                    <a:pt x="0" y="106090"/>
                    <a:pt x="0" y="104141"/>
                  </a:cubicBezTo>
                  <a:lnTo>
                    <a:pt x="0" y="3531"/>
                  </a:lnTo>
                  <a:cubicBezTo>
                    <a:pt x="0" y="1582"/>
                    <a:pt x="1582" y="0"/>
                    <a:pt x="3531" y="0"/>
                  </a:cubicBezTo>
                  <a:cubicBezTo>
                    <a:pt x="5479" y="0"/>
                    <a:pt x="7061" y="1582"/>
                    <a:pt x="7061" y="3531"/>
                  </a:cubicBezTo>
                  <a:lnTo>
                    <a:pt x="7061" y="104141"/>
                  </a:lnTo>
                  <a:cubicBezTo>
                    <a:pt x="7061" y="106090"/>
                    <a:pt x="5479" y="107672"/>
                    <a:pt x="3531" y="107672"/>
                  </a:cubicBezTo>
                  <a:close/>
                </a:path>
              </a:pathLst>
            </a:custGeom>
            <a:solidFill>
              <a:srgbClr val="01355A"/>
            </a:solidFill>
            <a:ln w="2824" cap="flat">
              <a:noFill/>
              <a:prstDash val="solid"/>
              <a:miter/>
            </a:ln>
          </p:spPr>
          <p:txBody>
            <a:bodyPr rtlCol="1" anchor="ctr"/>
            <a:lstStyle/>
            <a:p>
              <a:endParaRPr lang="ar-SA"/>
            </a:p>
          </p:txBody>
        </p:sp>
        <p:sp>
          <p:nvSpPr>
            <p:cNvPr id="10649" name="شكل حر: شكل 11993">
              <a:extLst>
                <a:ext uri="{FF2B5EF4-FFF2-40B4-BE49-F238E27FC236}">
                  <a16:creationId xmlns:a16="http://schemas.microsoft.com/office/drawing/2014/main" id="{9FEF48C0-863A-9AA9-3B36-755210EDA177}"/>
                </a:ext>
              </a:extLst>
            </p:cNvPr>
            <p:cNvSpPr/>
            <p:nvPr/>
          </p:nvSpPr>
          <p:spPr>
            <a:xfrm>
              <a:off x="10490994" y="1775397"/>
              <a:ext cx="60727" cy="74144"/>
            </a:xfrm>
            <a:custGeom>
              <a:avLst/>
              <a:gdLst>
                <a:gd name="connsiteX0" fmla="*/ 30364 w 60727"/>
                <a:gd name="connsiteY0" fmla="*/ 74144 h 74144"/>
                <a:gd name="connsiteX1" fmla="*/ 0 w 60727"/>
                <a:gd name="connsiteY1" fmla="*/ 43780 h 74144"/>
                <a:gd name="connsiteX2" fmla="*/ 0 w 60727"/>
                <a:gd name="connsiteY2" fmla="*/ 30364 h 74144"/>
                <a:gd name="connsiteX3" fmla="*/ 30364 w 60727"/>
                <a:gd name="connsiteY3" fmla="*/ 0 h 74144"/>
                <a:gd name="connsiteX4" fmla="*/ 60728 w 60727"/>
                <a:gd name="connsiteY4" fmla="*/ 30364 h 74144"/>
                <a:gd name="connsiteX5" fmla="*/ 60728 w 60727"/>
                <a:gd name="connsiteY5" fmla="*/ 43780 h 74144"/>
                <a:gd name="connsiteX6" fmla="*/ 30364 w 60727"/>
                <a:gd name="connsiteY6" fmla="*/ 74144 h 74144"/>
                <a:gd name="connsiteX7" fmla="*/ 30364 w 60727"/>
                <a:gd name="connsiteY7" fmla="*/ 7061 h 74144"/>
                <a:gd name="connsiteX8" fmla="*/ 7061 w 60727"/>
                <a:gd name="connsiteY8" fmla="*/ 30364 h 74144"/>
                <a:gd name="connsiteX9" fmla="*/ 7061 w 60727"/>
                <a:gd name="connsiteY9" fmla="*/ 43780 h 74144"/>
                <a:gd name="connsiteX10" fmla="*/ 30364 w 60727"/>
                <a:gd name="connsiteY10" fmla="*/ 67083 h 74144"/>
                <a:gd name="connsiteX11" fmla="*/ 53666 w 60727"/>
                <a:gd name="connsiteY11" fmla="*/ 43780 h 74144"/>
                <a:gd name="connsiteX12" fmla="*/ 53666 w 60727"/>
                <a:gd name="connsiteY12" fmla="*/ 30364 h 74144"/>
                <a:gd name="connsiteX13" fmla="*/ 30364 w 60727"/>
                <a:gd name="connsiteY13" fmla="*/ 7061 h 74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0727" h="74144">
                  <a:moveTo>
                    <a:pt x="30364" y="74144"/>
                  </a:moveTo>
                  <a:cubicBezTo>
                    <a:pt x="12767" y="74144"/>
                    <a:pt x="0" y="61377"/>
                    <a:pt x="0" y="43780"/>
                  </a:cubicBezTo>
                  <a:lnTo>
                    <a:pt x="0" y="30364"/>
                  </a:lnTo>
                  <a:cubicBezTo>
                    <a:pt x="0" y="12767"/>
                    <a:pt x="12767" y="0"/>
                    <a:pt x="30364" y="0"/>
                  </a:cubicBezTo>
                  <a:cubicBezTo>
                    <a:pt x="47961" y="0"/>
                    <a:pt x="60728" y="12767"/>
                    <a:pt x="60728" y="30364"/>
                  </a:cubicBezTo>
                  <a:lnTo>
                    <a:pt x="60728" y="43780"/>
                  </a:lnTo>
                  <a:cubicBezTo>
                    <a:pt x="60728" y="61377"/>
                    <a:pt x="47961" y="74144"/>
                    <a:pt x="30364" y="74144"/>
                  </a:cubicBezTo>
                  <a:close/>
                  <a:moveTo>
                    <a:pt x="30364" y="7061"/>
                  </a:moveTo>
                  <a:cubicBezTo>
                    <a:pt x="16636" y="7061"/>
                    <a:pt x="7061" y="16637"/>
                    <a:pt x="7061" y="30364"/>
                  </a:cubicBezTo>
                  <a:lnTo>
                    <a:pt x="7061" y="43780"/>
                  </a:lnTo>
                  <a:cubicBezTo>
                    <a:pt x="7061" y="57508"/>
                    <a:pt x="16636" y="67083"/>
                    <a:pt x="30364" y="67083"/>
                  </a:cubicBezTo>
                  <a:cubicBezTo>
                    <a:pt x="44091" y="67083"/>
                    <a:pt x="53666" y="57508"/>
                    <a:pt x="53666" y="43780"/>
                  </a:cubicBezTo>
                  <a:lnTo>
                    <a:pt x="53666" y="30364"/>
                  </a:lnTo>
                  <a:cubicBezTo>
                    <a:pt x="53666" y="16637"/>
                    <a:pt x="44091" y="7061"/>
                    <a:pt x="30364" y="7061"/>
                  </a:cubicBezTo>
                  <a:close/>
                </a:path>
              </a:pathLst>
            </a:custGeom>
            <a:solidFill>
              <a:srgbClr val="17A3A3"/>
            </a:solidFill>
            <a:ln w="2824" cap="flat">
              <a:noFill/>
              <a:prstDash val="solid"/>
              <a:miter/>
            </a:ln>
          </p:spPr>
          <p:txBody>
            <a:bodyPr rtlCol="1" anchor="ctr"/>
            <a:lstStyle/>
            <a:p>
              <a:endParaRPr lang="ar-SA"/>
            </a:p>
          </p:txBody>
        </p:sp>
        <p:sp>
          <p:nvSpPr>
            <p:cNvPr id="10650" name="شكل حر: شكل 11994">
              <a:extLst>
                <a:ext uri="{FF2B5EF4-FFF2-40B4-BE49-F238E27FC236}">
                  <a16:creationId xmlns:a16="http://schemas.microsoft.com/office/drawing/2014/main" id="{31C1B28A-3346-9793-D945-0D58AC59E6DD}"/>
                </a:ext>
              </a:extLst>
            </p:cNvPr>
            <p:cNvSpPr/>
            <p:nvPr/>
          </p:nvSpPr>
          <p:spPr>
            <a:xfrm>
              <a:off x="10584911" y="1862619"/>
              <a:ext cx="80838" cy="127782"/>
            </a:xfrm>
            <a:custGeom>
              <a:avLst/>
              <a:gdLst>
                <a:gd name="connsiteX0" fmla="*/ 50475 w 80838"/>
                <a:gd name="connsiteY0" fmla="*/ 127782 h 127782"/>
                <a:gd name="connsiteX1" fmla="*/ 46944 w 80838"/>
                <a:gd name="connsiteY1" fmla="*/ 124252 h 127782"/>
                <a:gd name="connsiteX2" fmla="*/ 50475 w 80838"/>
                <a:gd name="connsiteY2" fmla="*/ 120721 h 127782"/>
                <a:gd name="connsiteX3" fmla="*/ 73777 w 80838"/>
                <a:gd name="connsiteY3" fmla="*/ 104141 h 127782"/>
                <a:gd name="connsiteX4" fmla="*/ 73777 w 80838"/>
                <a:gd name="connsiteY4" fmla="*/ 37058 h 127782"/>
                <a:gd name="connsiteX5" fmla="*/ 16947 w 80838"/>
                <a:gd name="connsiteY5" fmla="*/ 7061 h 127782"/>
                <a:gd name="connsiteX6" fmla="*/ 3531 w 80838"/>
                <a:gd name="connsiteY6" fmla="*/ 7061 h 127782"/>
                <a:gd name="connsiteX7" fmla="*/ 0 w 80838"/>
                <a:gd name="connsiteY7" fmla="*/ 3531 h 127782"/>
                <a:gd name="connsiteX8" fmla="*/ 3531 w 80838"/>
                <a:gd name="connsiteY8" fmla="*/ 0 h 127782"/>
                <a:gd name="connsiteX9" fmla="*/ 16947 w 80838"/>
                <a:gd name="connsiteY9" fmla="*/ 0 h 127782"/>
                <a:gd name="connsiteX10" fmla="*/ 80839 w 80838"/>
                <a:gd name="connsiteY10" fmla="*/ 37058 h 127782"/>
                <a:gd name="connsiteX11" fmla="*/ 80839 w 80838"/>
                <a:gd name="connsiteY11" fmla="*/ 104141 h 127782"/>
                <a:gd name="connsiteX12" fmla="*/ 50475 w 80838"/>
                <a:gd name="connsiteY12" fmla="*/ 127782 h 127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0838" h="127782">
                  <a:moveTo>
                    <a:pt x="50475" y="127782"/>
                  </a:moveTo>
                  <a:cubicBezTo>
                    <a:pt x="48526" y="127782"/>
                    <a:pt x="46944" y="126201"/>
                    <a:pt x="46944" y="124252"/>
                  </a:cubicBezTo>
                  <a:cubicBezTo>
                    <a:pt x="46944" y="122303"/>
                    <a:pt x="48526" y="120721"/>
                    <a:pt x="50475" y="120721"/>
                  </a:cubicBezTo>
                  <a:cubicBezTo>
                    <a:pt x="61773" y="120721"/>
                    <a:pt x="73777" y="114903"/>
                    <a:pt x="73777" y="104141"/>
                  </a:cubicBezTo>
                  <a:lnTo>
                    <a:pt x="73777" y="37058"/>
                  </a:lnTo>
                  <a:cubicBezTo>
                    <a:pt x="73777" y="17653"/>
                    <a:pt x="36239" y="7061"/>
                    <a:pt x="16947" y="7061"/>
                  </a:cubicBezTo>
                  <a:lnTo>
                    <a:pt x="3531" y="7061"/>
                  </a:lnTo>
                  <a:cubicBezTo>
                    <a:pt x="1582" y="7061"/>
                    <a:pt x="0" y="5480"/>
                    <a:pt x="0" y="3531"/>
                  </a:cubicBezTo>
                  <a:cubicBezTo>
                    <a:pt x="0" y="1582"/>
                    <a:pt x="1582" y="0"/>
                    <a:pt x="3531" y="0"/>
                  </a:cubicBezTo>
                  <a:lnTo>
                    <a:pt x="16947" y="0"/>
                  </a:lnTo>
                  <a:cubicBezTo>
                    <a:pt x="39883" y="0"/>
                    <a:pt x="80839" y="12400"/>
                    <a:pt x="80839" y="37058"/>
                  </a:cubicBezTo>
                  <a:lnTo>
                    <a:pt x="80839" y="104141"/>
                  </a:lnTo>
                  <a:cubicBezTo>
                    <a:pt x="80839" y="119507"/>
                    <a:pt x="65191" y="127782"/>
                    <a:pt x="50475" y="127782"/>
                  </a:cubicBezTo>
                  <a:close/>
                </a:path>
              </a:pathLst>
            </a:custGeom>
            <a:solidFill>
              <a:srgbClr val="01355A"/>
            </a:solidFill>
            <a:ln w="2824" cap="flat">
              <a:noFill/>
              <a:prstDash val="solid"/>
              <a:miter/>
            </a:ln>
          </p:spPr>
          <p:txBody>
            <a:bodyPr rtlCol="1" anchor="ctr"/>
            <a:lstStyle/>
            <a:p>
              <a:endParaRPr lang="ar-SA"/>
            </a:p>
          </p:txBody>
        </p:sp>
        <p:sp>
          <p:nvSpPr>
            <p:cNvPr id="10651" name="شكل حر: شكل 11995">
              <a:extLst>
                <a:ext uri="{FF2B5EF4-FFF2-40B4-BE49-F238E27FC236}">
                  <a16:creationId xmlns:a16="http://schemas.microsoft.com/office/drawing/2014/main" id="{A1C41FE6-EFDB-3B48-9FBB-56912E46381A}"/>
                </a:ext>
              </a:extLst>
            </p:cNvPr>
            <p:cNvSpPr/>
            <p:nvPr/>
          </p:nvSpPr>
          <p:spPr>
            <a:xfrm>
              <a:off x="10631855" y="1909563"/>
              <a:ext cx="7061" cy="174754"/>
            </a:xfrm>
            <a:custGeom>
              <a:avLst/>
              <a:gdLst>
                <a:gd name="connsiteX0" fmla="*/ 3531 w 7061"/>
                <a:gd name="connsiteY0" fmla="*/ 174755 h 174754"/>
                <a:gd name="connsiteX1" fmla="*/ 0 w 7061"/>
                <a:gd name="connsiteY1" fmla="*/ 171224 h 174754"/>
                <a:gd name="connsiteX2" fmla="*/ 0 w 7061"/>
                <a:gd name="connsiteY2" fmla="*/ 3531 h 174754"/>
                <a:gd name="connsiteX3" fmla="*/ 3531 w 7061"/>
                <a:gd name="connsiteY3" fmla="*/ 0 h 174754"/>
                <a:gd name="connsiteX4" fmla="*/ 7061 w 7061"/>
                <a:gd name="connsiteY4" fmla="*/ 3531 h 174754"/>
                <a:gd name="connsiteX5" fmla="*/ 7061 w 7061"/>
                <a:gd name="connsiteY5" fmla="*/ 171224 h 174754"/>
                <a:gd name="connsiteX6" fmla="*/ 3531 w 7061"/>
                <a:gd name="connsiteY6" fmla="*/ 174755 h 174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61" h="174754">
                  <a:moveTo>
                    <a:pt x="3531" y="174755"/>
                  </a:moveTo>
                  <a:cubicBezTo>
                    <a:pt x="1581" y="174755"/>
                    <a:pt x="0" y="173173"/>
                    <a:pt x="0" y="171224"/>
                  </a:cubicBezTo>
                  <a:lnTo>
                    <a:pt x="0" y="3531"/>
                  </a:lnTo>
                  <a:cubicBezTo>
                    <a:pt x="0" y="1582"/>
                    <a:pt x="1581" y="0"/>
                    <a:pt x="3531" y="0"/>
                  </a:cubicBezTo>
                  <a:cubicBezTo>
                    <a:pt x="5479" y="0"/>
                    <a:pt x="7061" y="1582"/>
                    <a:pt x="7061" y="3531"/>
                  </a:cubicBezTo>
                  <a:lnTo>
                    <a:pt x="7061" y="171224"/>
                  </a:lnTo>
                  <a:cubicBezTo>
                    <a:pt x="7061" y="173173"/>
                    <a:pt x="5479" y="174755"/>
                    <a:pt x="3531" y="174755"/>
                  </a:cubicBezTo>
                  <a:close/>
                </a:path>
              </a:pathLst>
            </a:custGeom>
            <a:solidFill>
              <a:srgbClr val="01355A"/>
            </a:solidFill>
            <a:ln w="2824" cap="flat">
              <a:noFill/>
              <a:prstDash val="solid"/>
              <a:miter/>
            </a:ln>
          </p:spPr>
          <p:txBody>
            <a:bodyPr rtlCol="1" anchor="ctr"/>
            <a:lstStyle/>
            <a:p>
              <a:endParaRPr lang="ar-SA"/>
            </a:p>
          </p:txBody>
        </p:sp>
        <p:sp>
          <p:nvSpPr>
            <p:cNvPr id="10652" name="شكل حر: شكل 11996">
              <a:extLst>
                <a:ext uri="{FF2B5EF4-FFF2-40B4-BE49-F238E27FC236}">
                  <a16:creationId xmlns:a16="http://schemas.microsoft.com/office/drawing/2014/main" id="{144D7D78-B5D3-A3C0-6279-E50418ECED62}"/>
                </a:ext>
              </a:extLst>
            </p:cNvPr>
            <p:cNvSpPr/>
            <p:nvPr/>
          </p:nvSpPr>
          <p:spPr>
            <a:xfrm>
              <a:off x="10571494" y="1775397"/>
              <a:ext cx="60727" cy="74144"/>
            </a:xfrm>
            <a:custGeom>
              <a:avLst/>
              <a:gdLst>
                <a:gd name="connsiteX0" fmla="*/ 30364 w 60727"/>
                <a:gd name="connsiteY0" fmla="*/ 74144 h 74144"/>
                <a:gd name="connsiteX1" fmla="*/ 0 w 60727"/>
                <a:gd name="connsiteY1" fmla="*/ 43780 h 74144"/>
                <a:gd name="connsiteX2" fmla="*/ 0 w 60727"/>
                <a:gd name="connsiteY2" fmla="*/ 30364 h 74144"/>
                <a:gd name="connsiteX3" fmla="*/ 30364 w 60727"/>
                <a:gd name="connsiteY3" fmla="*/ 0 h 74144"/>
                <a:gd name="connsiteX4" fmla="*/ 60728 w 60727"/>
                <a:gd name="connsiteY4" fmla="*/ 30364 h 74144"/>
                <a:gd name="connsiteX5" fmla="*/ 60728 w 60727"/>
                <a:gd name="connsiteY5" fmla="*/ 43780 h 74144"/>
                <a:gd name="connsiteX6" fmla="*/ 30364 w 60727"/>
                <a:gd name="connsiteY6" fmla="*/ 74144 h 74144"/>
                <a:gd name="connsiteX7" fmla="*/ 30364 w 60727"/>
                <a:gd name="connsiteY7" fmla="*/ 7061 h 74144"/>
                <a:gd name="connsiteX8" fmla="*/ 7061 w 60727"/>
                <a:gd name="connsiteY8" fmla="*/ 30364 h 74144"/>
                <a:gd name="connsiteX9" fmla="*/ 7061 w 60727"/>
                <a:gd name="connsiteY9" fmla="*/ 43780 h 74144"/>
                <a:gd name="connsiteX10" fmla="*/ 30364 w 60727"/>
                <a:gd name="connsiteY10" fmla="*/ 67083 h 74144"/>
                <a:gd name="connsiteX11" fmla="*/ 53666 w 60727"/>
                <a:gd name="connsiteY11" fmla="*/ 43780 h 74144"/>
                <a:gd name="connsiteX12" fmla="*/ 53666 w 60727"/>
                <a:gd name="connsiteY12" fmla="*/ 30364 h 74144"/>
                <a:gd name="connsiteX13" fmla="*/ 30364 w 60727"/>
                <a:gd name="connsiteY13" fmla="*/ 7061 h 74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0727" h="74144">
                  <a:moveTo>
                    <a:pt x="30364" y="74144"/>
                  </a:moveTo>
                  <a:cubicBezTo>
                    <a:pt x="12767" y="74144"/>
                    <a:pt x="0" y="61377"/>
                    <a:pt x="0" y="43780"/>
                  </a:cubicBezTo>
                  <a:lnTo>
                    <a:pt x="0" y="30364"/>
                  </a:lnTo>
                  <a:cubicBezTo>
                    <a:pt x="0" y="12767"/>
                    <a:pt x="12767" y="0"/>
                    <a:pt x="30364" y="0"/>
                  </a:cubicBezTo>
                  <a:cubicBezTo>
                    <a:pt x="47961" y="0"/>
                    <a:pt x="60728" y="12767"/>
                    <a:pt x="60728" y="30364"/>
                  </a:cubicBezTo>
                  <a:lnTo>
                    <a:pt x="60728" y="43780"/>
                  </a:lnTo>
                  <a:cubicBezTo>
                    <a:pt x="60728" y="61377"/>
                    <a:pt x="47961" y="74144"/>
                    <a:pt x="30364" y="74144"/>
                  </a:cubicBezTo>
                  <a:close/>
                  <a:moveTo>
                    <a:pt x="30364" y="7061"/>
                  </a:moveTo>
                  <a:cubicBezTo>
                    <a:pt x="16636" y="7061"/>
                    <a:pt x="7061" y="16637"/>
                    <a:pt x="7061" y="30364"/>
                  </a:cubicBezTo>
                  <a:lnTo>
                    <a:pt x="7061" y="43780"/>
                  </a:lnTo>
                  <a:cubicBezTo>
                    <a:pt x="7061" y="57508"/>
                    <a:pt x="16636" y="67083"/>
                    <a:pt x="30364" y="67083"/>
                  </a:cubicBezTo>
                  <a:cubicBezTo>
                    <a:pt x="44091" y="67083"/>
                    <a:pt x="53666" y="57508"/>
                    <a:pt x="53666" y="43780"/>
                  </a:cubicBezTo>
                  <a:lnTo>
                    <a:pt x="53666" y="30364"/>
                  </a:lnTo>
                  <a:cubicBezTo>
                    <a:pt x="53666" y="16637"/>
                    <a:pt x="44091" y="7061"/>
                    <a:pt x="30364" y="7061"/>
                  </a:cubicBezTo>
                  <a:close/>
                </a:path>
              </a:pathLst>
            </a:custGeom>
            <a:solidFill>
              <a:srgbClr val="17A3A3"/>
            </a:solidFill>
            <a:ln w="2824" cap="flat">
              <a:noFill/>
              <a:prstDash val="solid"/>
              <a:miter/>
            </a:ln>
          </p:spPr>
          <p:txBody>
            <a:bodyPr rtlCol="1" anchor="ctr"/>
            <a:lstStyle/>
            <a:p>
              <a:endParaRPr lang="ar-SA"/>
            </a:p>
          </p:txBody>
        </p:sp>
      </p:grpSp>
      <p:grpSp>
        <p:nvGrpSpPr>
          <p:cNvPr id="10653" name="رسم 8014">
            <a:extLst>
              <a:ext uri="{FF2B5EF4-FFF2-40B4-BE49-F238E27FC236}">
                <a16:creationId xmlns:a16="http://schemas.microsoft.com/office/drawing/2014/main" id="{EC31DC8A-49DD-1BB2-88F4-E9B8EA3FECEF}"/>
              </a:ext>
            </a:extLst>
          </p:cNvPr>
          <p:cNvGrpSpPr/>
          <p:nvPr/>
        </p:nvGrpSpPr>
        <p:grpSpPr>
          <a:xfrm>
            <a:off x="4645373" y="2203008"/>
            <a:ext cx="221771" cy="147869"/>
            <a:chOff x="4634042" y="979637"/>
            <a:chExt cx="265083" cy="187606"/>
          </a:xfrm>
        </p:grpSpPr>
        <p:sp>
          <p:nvSpPr>
            <p:cNvPr id="10654" name="شكل حر: شكل 11998">
              <a:extLst>
                <a:ext uri="{FF2B5EF4-FFF2-40B4-BE49-F238E27FC236}">
                  <a16:creationId xmlns:a16="http://schemas.microsoft.com/office/drawing/2014/main" id="{AF2C0CC7-7560-7713-C1A9-BEAB75338577}"/>
                </a:ext>
              </a:extLst>
            </p:cNvPr>
            <p:cNvSpPr/>
            <p:nvPr/>
          </p:nvSpPr>
          <p:spPr>
            <a:xfrm>
              <a:off x="4637463" y="1066919"/>
              <a:ext cx="87159" cy="95127"/>
            </a:xfrm>
            <a:custGeom>
              <a:avLst/>
              <a:gdLst>
                <a:gd name="connsiteX0" fmla="*/ 3528 w 87159"/>
                <a:gd name="connsiteY0" fmla="*/ 95128 h 95127"/>
                <a:gd name="connsiteX1" fmla="*/ 1155 w 87159"/>
                <a:gd name="connsiteY1" fmla="*/ 94195 h 95127"/>
                <a:gd name="connsiteX2" fmla="*/ 929 w 87159"/>
                <a:gd name="connsiteY2" fmla="*/ 89196 h 95127"/>
                <a:gd name="connsiteX3" fmla="*/ 81005 w 87159"/>
                <a:gd name="connsiteY3" fmla="*/ 1155 h 95127"/>
                <a:gd name="connsiteX4" fmla="*/ 86004 w 87159"/>
                <a:gd name="connsiteY4" fmla="*/ 929 h 95127"/>
                <a:gd name="connsiteX5" fmla="*/ 86230 w 87159"/>
                <a:gd name="connsiteY5" fmla="*/ 5928 h 95127"/>
                <a:gd name="connsiteX6" fmla="*/ 6154 w 87159"/>
                <a:gd name="connsiteY6" fmla="*/ 93970 h 95127"/>
                <a:gd name="connsiteX7" fmla="*/ 3528 w 87159"/>
                <a:gd name="connsiteY7" fmla="*/ 95128 h 95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9" h="95127">
                  <a:moveTo>
                    <a:pt x="3528" y="95128"/>
                  </a:moveTo>
                  <a:cubicBezTo>
                    <a:pt x="2680" y="95128"/>
                    <a:pt x="1833" y="94817"/>
                    <a:pt x="1155" y="94195"/>
                  </a:cubicBezTo>
                  <a:cubicBezTo>
                    <a:pt x="-286" y="92896"/>
                    <a:pt x="-399" y="90637"/>
                    <a:pt x="929" y="89196"/>
                  </a:cubicBezTo>
                  <a:lnTo>
                    <a:pt x="81005" y="1155"/>
                  </a:lnTo>
                  <a:cubicBezTo>
                    <a:pt x="82304" y="-286"/>
                    <a:pt x="84536" y="-399"/>
                    <a:pt x="86004" y="929"/>
                  </a:cubicBezTo>
                  <a:cubicBezTo>
                    <a:pt x="87445" y="2228"/>
                    <a:pt x="87558" y="4488"/>
                    <a:pt x="86230" y="5928"/>
                  </a:cubicBezTo>
                  <a:lnTo>
                    <a:pt x="6154" y="93970"/>
                  </a:lnTo>
                  <a:cubicBezTo>
                    <a:pt x="5448" y="94732"/>
                    <a:pt x="4488" y="95128"/>
                    <a:pt x="3528" y="95128"/>
                  </a:cubicBezTo>
                  <a:close/>
                </a:path>
              </a:pathLst>
            </a:custGeom>
            <a:solidFill>
              <a:srgbClr val="17A3A3"/>
            </a:solidFill>
            <a:ln w="2824" cap="flat">
              <a:noFill/>
              <a:prstDash val="solid"/>
              <a:miter/>
            </a:ln>
          </p:spPr>
          <p:txBody>
            <a:bodyPr rtlCol="1" anchor="ctr"/>
            <a:lstStyle/>
            <a:p>
              <a:endParaRPr lang="ar-SA"/>
            </a:p>
          </p:txBody>
        </p:sp>
        <p:sp>
          <p:nvSpPr>
            <p:cNvPr id="10655" name="شكل حر: شكل 11999">
              <a:extLst>
                <a:ext uri="{FF2B5EF4-FFF2-40B4-BE49-F238E27FC236}">
                  <a16:creationId xmlns:a16="http://schemas.microsoft.com/office/drawing/2014/main" id="{1778EA88-FE8E-EB12-69B8-EAC1892977CF}"/>
                </a:ext>
              </a:extLst>
            </p:cNvPr>
            <p:cNvSpPr/>
            <p:nvPr/>
          </p:nvSpPr>
          <p:spPr>
            <a:xfrm>
              <a:off x="4807247" y="1065902"/>
              <a:ext cx="88543" cy="96144"/>
            </a:xfrm>
            <a:custGeom>
              <a:avLst/>
              <a:gdLst>
                <a:gd name="connsiteX0" fmla="*/ 84987 w 88543"/>
                <a:gd name="connsiteY0" fmla="*/ 96144 h 96144"/>
                <a:gd name="connsiteX1" fmla="*/ 82389 w 88543"/>
                <a:gd name="connsiteY1" fmla="*/ 94986 h 96144"/>
                <a:gd name="connsiteX2" fmla="*/ 929 w 88543"/>
                <a:gd name="connsiteY2" fmla="*/ 5928 h 96144"/>
                <a:gd name="connsiteX3" fmla="*/ 1155 w 88543"/>
                <a:gd name="connsiteY3" fmla="*/ 929 h 96144"/>
                <a:gd name="connsiteX4" fmla="*/ 6154 w 88543"/>
                <a:gd name="connsiteY4" fmla="*/ 1155 h 96144"/>
                <a:gd name="connsiteX5" fmla="*/ 87614 w 88543"/>
                <a:gd name="connsiteY5" fmla="*/ 90213 h 96144"/>
                <a:gd name="connsiteX6" fmla="*/ 87388 w 88543"/>
                <a:gd name="connsiteY6" fmla="*/ 95212 h 96144"/>
                <a:gd name="connsiteX7" fmla="*/ 85016 w 88543"/>
                <a:gd name="connsiteY7" fmla="*/ 96144 h 96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543" h="96144">
                  <a:moveTo>
                    <a:pt x="84987" y="96144"/>
                  </a:moveTo>
                  <a:cubicBezTo>
                    <a:pt x="84027" y="96144"/>
                    <a:pt x="83067" y="95749"/>
                    <a:pt x="82389" y="94986"/>
                  </a:cubicBezTo>
                  <a:lnTo>
                    <a:pt x="929" y="5928"/>
                  </a:lnTo>
                  <a:cubicBezTo>
                    <a:pt x="-399" y="4488"/>
                    <a:pt x="-286" y="2256"/>
                    <a:pt x="1155" y="929"/>
                  </a:cubicBezTo>
                  <a:cubicBezTo>
                    <a:pt x="2595" y="-399"/>
                    <a:pt x="4827" y="-286"/>
                    <a:pt x="6154" y="1155"/>
                  </a:cubicBezTo>
                  <a:lnTo>
                    <a:pt x="87614" y="90213"/>
                  </a:lnTo>
                  <a:cubicBezTo>
                    <a:pt x="88942" y="91653"/>
                    <a:pt x="88829" y="93885"/>
                    <a:pt x="87388" y="95212"/>
                  </a:cubicBezTo>
                  <a:cubicBezTo>
                    <a:pt x="86711" y="95834"/>
                    <a:pt x="85863" y="96144"/>
                    <a:pt x="85016" y="96144"/>
                  </a:cubicBezTo>
                  <a:close/>
                </a:path>
              </a:pathLst>
            </a:custGeom>
            <a:solidFill>
              <a:srgbClr val="17A3A3"/>
            </a:solidFill>
            <a:ln w="2824" cap="flat">
              <a:noFill/>
              <a:prstDash val="solid"/>
              <a:miter/>
            </a:ln>
          </p:spPr>
          <p:txBody>
            <a:bodyPr rtlCol="1" anchor="ctr"/>
            <a:lstStyle/>
            <a:p>
              <a:endParaRPr lang="ar-SA"/>
            </a:p>
          </p:txBody>
        </p:sp>
        <p:sp>
          <p:nvSpPr>
            <p:cNvPr id="10656" name="شكل حر: شكل 12000">
              <a:extLst>
                <a:ext uri="{FF2B5EF4-FFF2-40B4-BE49-F238E27FC236}">
                  <a16:creationId xmlns:a16="http://schemas.microsoft.com/office/drawing/2014/main" id="{77F8C225-ACE8-144D-D4F9-1087F4281E10}"/>
                </a:ext>
              </a:extLst>
            </p:cNvPr>
            <p:cNvSpPr/>
            <p:nvPr/>
          </p:nvSpPr>
          <p:spPr>
            <a:xfrm>
              <a:off x="4634042" y="979637"/>
              <a:ext cx="265083" cy="187606"/>
            </a:xfrm>
            <a:custGeom>
              <a:avLst/>
              <a:gdLst>
                <a:gd name="connsiteX0" fmla="*/ 247148 w 265083"/>
                <a:gd name="connsiteY0" fmla="*/ 187606 h 187606"/>
                <a:gd name="connsiteX1" fmla="*/ 17936 w 265083"/>
                <a:gd name="connsiteY1" fmla="*/ 187606 h 187606"/>
                <a:gd name="connsiteX2" fmla="*/ 0 w 265083"/>
                <a:gd name="connsiteY2" fmla="*/ 169671 h 187606"/>
                <a:gd name="connsiteX3" fmla="*/ 0 w 265083"/>
                <a:gd name="connsiteY3" fmla="*/ 17936 h 187606"/>
                <a:gd name="connsiteX4" fmla="*/ 17936 w 265083"/>
                <a:gd name="connsiteY4" fmla="*/ 0 h 187606"/>
                <a:gd name="connsiteX5" fmla="*/ 247148 w 265083"/>
                <a:gd name="connsiteY5" fmla="*/ 0 h 187606"/>
                <a:gd name="connsiteX6" fmla="*/ 265084 w 265083"/>
                <a:gd name="connsiteY6" fmla="*/ 17936 h 187606"/>
                <a:gd name="connsiteX7" fmla="*/ 265084 w 265083"/>
                <a:gd name="connsiteY7" fmla="*/ 169671 h 187606"/>
                <a:gd name="connsiteX8" fmla="*/ 247148 w 265083"/>
                <a:gd name="connsiteY8" fmla="*/ 187606 h 187606"/>
                <a:gd name="connsiteX9" fmla="*/ 17936 w 265083"/>
                <a:gd name="connsiteY9" fmla="*/ 7033 h 187606"/>
                <a:gd name="connsiteX10" fmla="*/ 7061 w 265083"/>
                <a:gd name="connsiteY10" fmla="*/ 17908 h 187606"/>
                <a:gd name="connsiteX11" fmla="*/ 7061 w 265083"/>
                <a:gd name="connsiteY11" fmla="*/ 169642 h 187606"/>
                <a:gd name="connsiteX12" fmla="*/ 17936 w 265083"/>
                <a:gd name="connsiteY12" fmla="*/ 180517 h 187606"/>
                <a:gd name="connsiteX13" fmla="*/ 247148 w 265083"/>
                <a:gd name="connsiteY13" fmla="*/ 180517 h 187606"/>
                <a:gd name="connsiteX14" fmla="*/ 258022 w 265083"/>
                <a:gd name="connsiteY14" fmla="*/ 169642 h 187606"/>
                <a:gd name="connsiteX15" fmla="*/ 258022 w 265083"/>
                <a:gd name="connsiteY15" fmla="*/ 17908 h 187606"/>
                <a:gd name="connsiteX16" fmla="*/ 247148 w 265083"/>
                <a:gd name="connsiteY16" fmla="*/ 7033 h 187606"/>
                <a:gd name="connsiteX17" fmla="*/ 17936 w 265083"/>
                <a:gd name="connsiteY17" fmla="*/ 7033 h 187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65083" h="187606">
                  <a:moveTo>
                    <a:pt x="247148" y="187606"/>
                  </a:moveTo>
                  <a:lnTo>
                    <a:pt x="17936" y="187606"/>
                  </a:lnTo>
                  <a:cubicBezTo>
                    <a:pt x="8050" y="187606"/>
                    <a:pt x="0" y="179556"/>
                    <a:pt x="0" y="169671"/>
                  </a:cubicBezTo>
                  <a:lnTo>
                    <a:pt x="0" y="17936"/>
                  </a:lnTo>
                  <a:cubicBezTo>
                    <a:pt x="0" y="8050"/>
                    <a:pt x="8050" y="0"/>
                    <a:pt x="17936" y="0"/>
                  </a:cubicBezTo>
                  <a:lnTo>
                    <a:pt x="247148" y="0"/>
                  </a:lnTo>
                  <a:cubicBezTo>
                    <a:pt x="257034" y="0"/>
                    <a:pt x="265084" y="8050"/>
                    <a:pt x="265084" y="17936"/>
                  </a:cubicBezTo>
                  <a:lnTo>
                    <a:pt x="265084" y="169671"/>
                  </a:lnTo>
                  <a:cubicBezTo>
                    <a:pt x="265084" y="179556"/>
                    <a:pt x="257034" y="187606"/>
                    <a:pt x="247148" y="187606"/>
                  </a:cubicBezTo>
                  <a:close/>
                  <a:moveTo>
                    <a:pt x="17936" y="7033"/>
                  </a:moveTo>
                  <a:cubicBezTo>
                    <a:pt x="11920" y="7033"/>
                    <a:pt x="7061" y="11920"/>
                    <a:pt x="7061" y="17908"/>
                  </a:cubicBezTo>
                  <a:lnTo>
                    <a:pt x="7061" y="169642"/>
                  </a:lnTo>
                  <a:cubicBezTo>
                    <a:pt x="7061" y="175659"/>
                    <a:pt x="11948" y="180517"/>
                    <a:pt x="17936" y="180517"/>
                  </a:cubicBezTo>
                  <a:lnTo>
                    <a:pt x="247148" y="180517"/>
                  </a:lnTo>
                  <a:cubicBezTo>
                    <a:pt x="253164" y="180517"/>
                    <a:pt x="258022" y="175630"/>
                    <a:pt x="258022" y="169642"/>
                  </a:cubicBezTo>
                  <a:lnTo>
                    <a:pt x="258022" y="17908"/>
                  </a:lnTo>
                  <a:cubicBezTo>
                    <a:pt x="258022" y="11891"/>
                    <a:pt x="253136" y="7033"/>
                    <a:pt x="247148" y="7033"/>
                  </a:cubicBezTo>
                  <a:lnTo>
                    <a:pt x="17936" y="7033"/>
                  </a:lnTo>
                  <a:close/>
                </a:path>
              </a:pathLst>
            </a:custGeom>
            <a:solidFill>
              <a:srgbClr val="01355A"/>
            </a:solidFill>
            <a:ln w="2824" cap="flat">
              <a:noFill/>
              <a:prstDash val="solid"/>
              <a:miter/>
            </a:ln>
          </p:spPr>
          <p:txBody>
            <a:bodyPr rtlCol="1" anchor="ctr"/>
            <a:lstStyle/>
            <a:p>
              <a:endParaRPr lang="ar-SA"/>
            </a:p>
          </p:txBody>
        </p:sp>
        <p:sp>
          <p:nvSpPr>
            <p:cNvPr id="10657" name="شكل حر: شكل 12001">
              <a:extLst>
                <a:ext uri="{FF2B5EF4-FFF2-40B4-BE49-F238E27FC236}">
                  <a16:creationId xmlns:a16="http://schemas.microsoft.com/office/drawing/2014/main" id="{C126B7E8-0175-68B4-A8F1-526ED7C0ACB3}"/>
                </a:ext>
              </a:extLst>
            </p:cNvPr>
            <p:cNvSpPr/>
            <p:nvPr/>
          </p:nvSpPr>
          <p:spPr>
            <a:xfrm>
              <a:off x="4636436" y="985646"/>
              <a:ext cx="260720" cy="120474"/>
            </a:xfrm>
            <a:custGeom>
              <a:avLst/>
              <a:gdLst>
                <a:gd name="connsiteX0" fmla="*/ 130162 w 260720"/>
                <a:gd name="connsiteY0" fmla="*/ 120474 h 120474"/>
                <a:gd name="connsiteX1" fmla="*/ 110419 w 260720"/>
                <a:gd name="connsiteY1" fmla="*/ 112425 h 120474"/>
                <a:gd name="connsiteX2" fmla="*/ 1081 w 260720"/>
                <a:gd name="connsiteY2" fmla="*/ 6504 h 120474"/>
                <a:gd name="connsiteX3" fmla="*/ 996 w 260720"/>
                <a:gd name="connsiteY3" fmla="*/ 1504 h 120474"/>
                <a:gd name="connsiteX4" fmla="*/ 5996 w 260720"/>
                <a:gd name="connsiteY4" fmla="*/ 1420 h 120474"/>
                <a:gd name="connsiteX5" fmla="*/ 115334 w 260720"/>
                <a:gd name="connsiteY5" fmla="*/ 107340 h 120474"/>
                <a:gd name="connsiteX6" fmla="*/ 144963 w 260720"/>
                <a:gd name="connsiteY6" fmla="*/ 107340 h 120474"/>
                <a:gd name="connsiteX7" fmla="*/ 254725 w 260720"/>
                <a:gd name="connsiteY7" fmla="*/ 996 h 120474"/>
                <a:gd name="connsiteX8" fmla="*/ 259724 w 260720"/>
                <a:gd name="connsiteY8" fmla="*/ 1081 h 120474"/>
                <a:gd name="connsiteX9" fmla="*/ 259640 w 260720"/>
                <a:gd name="connsiteY9" fmla="*/ 6080 h 120474"/>
                <a:gd name="connsiteX10" fmla="*/ 149878 w 260720"/>
                <a:gd name="connsiteY10" fmla="*/ 112425 h 120474"/>
                <a:gd name="connsiteX11" fmla="*/ 130134 w 260720"/>
                <a:gd name="connsiteY11" fmla="*/ 120474 h 120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0720" h="120474">
                  <a:moveTo>
                    <a:pt x="130162" y="120474"/>
                  </a:moveTo>
                  <a:cubicBezTo>
                    <a:pt x="123073" y="120474"/>
                    <a:pt x="115955" y="117791"/>
                    <a:pt x="110419" y="112425"/>
                  </a:cubicBezTo>
                  <a:lnTo>
                    <a:pt x="1081" y="6504"/>
                  </a:lnTo>
                  <a:cubicBezTo>
                    <a:pt x="-331" y="5148"/>
                    <a:pt x="-360" y="2917"/>
                    <a:pt x="996" y="1504"/>
                  </a:cubicBezTo>
                  <a:cubicBezTo>
                    <a:pt x="2352" y="92"/>
                    <a:pt x="4583" y="64"/>
                    <a:pt x="5996" y="1420"/>
                  </a:cubicBezTo>
                  <a:lnTo>
                    <a:pt x="115334" y="107340"/>
                  </a:lnTo>
                  <a:cubicBezTo>
                    <a:pt x="123638" y="115390"/>
                    <a:pt x="136659" y="115390"/>
                    <a:pt x="144963" y="107340"/>
                  </a:cubicBezTo>
                  <a:lnTo>
                    <a:pt x="254725" y="996"/>
                  </a:lnTo>
                  <a:cubicBezTo>
                    <a:pt x="256137" y="-360"/>
                    <a:pt x="258369" y="-331"/>
                    <a:pt x="259724" y="1081"/>
                  </a:cubicBezTo>
                  <a:cubicBezTo>
                    <a:pt x="261080" y="2493"/>
                    <a:pt x="261052" y="4725"/>
                    <a:pt x="259640" y="6080"/>
                  </a:cubicBezTo>
                  <a:lnTo>
                    <a:pt x="149878" y="112425"/>
                  </a:lnTo>
                  <a:cubicBezTo>
                    <a:pt x="144342" y="117791"/>
                    <a:pt x="137252" y="120474"/>
                    <a:pt x="130134" y="120474"/>
                  </a:cubicBezTo>
                  <a:close/>
                </a:path>
              </a:pathLst>
            </a:custGeom>
            <a:solidFill>
              <a:srgbClr val="01355A"/>
            </a:solidFill>
            <a:ln w="2824" cap="flat">
              <a:noFill/>
              <a:prstDash val="solid"/>
              <a:miter/>
            </a:ln>
          </p:spPr>
          <p:txBody>
            <a:bodyPr rtlCol="1" anchor="ctr"/>
            <a:lstStyle/>
            <a:p>
              <a:endParaRPr lang="ar-SA"/>
            </a:p>
          </p:txBody>
        </p:sp>
      </p:grpSp>
      <p:grpSp>
        <p:nvGrpSpPr>
          <p:cNvPr id="10658" name="رسم 8014">
            <a:extLst>
              <a:ext uri="{FF2B5EF4-FFF2-40B4-BE49-F238E27FC236}">
                <a16:creationId xmlns:a16="http://schemas.microsoft.com/office/drawing/2014/main" id="{78579459-F80C-3060-B107-3A2C022FA154}"/>
              </a:ext>
            </a:extLst>
          </p:cNvPr>
          <p:cNvGrpSpPr/>
          <p:nvPr/>
        </p:nvGrpSpPr>
        <p:grpSpPr>
          <a:xfrm>
            <a:off x="6363911" y="3213216"/>
            <a:ext cx="257589" cy="277595"/>
            <a:chOff x="3030611" y="5944315"/>
            <a:chExt cx="307896" cy="352192"/>
          </a:xfrm>
        </p:grpSpPr>
        <p:grpSp>
          <p:nvGrpSpPr>
            <p:cNvPr id="10659" name="رسم 8014">
              <a:extLst>
                <a:ext uri="{FF2B5EF4-FFF2-40B4-BE49-F238E27FC236}">
                  <a16:creationId xmlns:a16="http://schemas.microsoft.com/office/drawing/2014/main" id="{CF436DED-88DA-405A-7648-1168C4DDBA1B}"/>
                </a:ext>
              </a:extLst>
            </p:cNvPr>
            <p:cNvGrpSpPr/>
            <p:nvPr/>
          </p:nvGrpSpPr>
          <p:grpSpPr>
            <a:xfrm>
              <a:off x="3092180" y="5944315"/>
              <a:ext cx="191828" cy="202406"/>
              <a:chOff x="3092180" y="5944315"/>
              <a:chExt cx="191828" cy="202406"/>
            </a:xfrm>
          </p:grpSpPr>
          <p:sp>
            <p:nvSpPr>
              <p:cNvPr id="10663" name="شكل حر: شكل 12004">
                <a:extLst>
                  <a:ext uri="{FF2B5EF4-FFF2-40B4-BE49-F238E27FC236}">
                    <a16:creationId xmlns:a16="http://schemas.microsoft.com/office/drawing/2014/main" id="{30B581CD-FD65-FF80-56E4-1F0BDA57FC7E}"/>
                  </a:ext>
                </a:extLst>
              </p:cNvPr>
              <p:cNvSpPr/>
              <p:nvPr/>
            </p:nvSpPr>
            <p:spPr>
              <a:xfrm>
                <a:off x="3186293" y="5944315"/>
                <a:ext cx="7061" cy="48921"/>
              </a:xfrm>
              <a:custGeom>
                <a:avLst/>
                <a:gdLst>
                  <a:gd name="connsiteX0" fmla="*/ 3531 w 7061"/>
                  <a:gd name="connsiteY0" fmla="*/ 48921 h 48921"/>
                  <a:gd name="connsiteX1" fmla="*/ 0 w 7061"/>
                  <a:gd name="connsiteY1" fmla="*/ 45391 h 48921"/>
                  <a:gd name="connsiteX2" fmla="*/ 0 w 7061"/>
                  <a:gd name="connsiteY2" fmla="*/ 3531 h 48921"/>
                  <a:gd name="connsiteX3" fmla="*/ 3531 w 7061"/>
                  <a:gd name="connsiteY3" fmla="*/ 0 h 48921"/>
                  <a:gd name="connsiteX4" fmla="*/ 7061 w 7061"/>
                  <a:gd name="connsiteY4" fmla="*/ 3531 h 48921"/>
                  <a:gd name="connsiteX5" fmla="*/ 7061 w 7061"/>
                  <a:gd name="connsiteY5" fmla="*/ 45391 h 48921"/>
                  <a:gd name="connsiteX6" fmla="*/ 3531 w 7061"/>
                  <a:gd name="connsiteY6" fmla="*/ 48921 h 48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61" h="48921">
                    <a:moveTo>
                      <a:pt x="3531" y="48921"/>
                    </a:moveTo>
                    <a:cubicBezTo>
                      <a:pt x="1582" y="48921"/>
                      <a:pt x="0" y="47339"/>
                      <a:pt x="0" y="45391"/>
                    </a:cubicBezTo>
                    <a:lnTo>
                      <a:pt x="0" y="3531"/>
                    </a:lnTo>
                    <a:cubicBezTo>
                      <a:pt x="0" y="1582"/>
                      <a:pt x="1582" y="0"/>
                      <a:pt x="3531" y="0"/>
                    </a:cubicBezTo>
                    <a:cubicBezTo>
                      <a:pt x="5480" y="0"/>
                      <a:pt x="7061" y="1582"/>
                      <a:pt x="7061" y="3531"/>
                    </a:cubicBezTo>
                    <a:lnTo>
                      <a:pt x="7061" y="45391"/>
                    </a:lnTo>
                    <a:cubicBezTo>
                      <a:pt x="7061" y="47339"/>
                      <a:pt x="5480" y="48921"/>
                      <a:pt x="3531" y="48921"/>
                    </a:cubicBezTo>
                    <a:close/>
                  </a:path>
                </a:pathLst>
              </a:custGeom>
              <a:solidFill>
                <a:srgbClr val="17A3A3"/>
              </a:solidFill>
              <a:ln w="2824" cap="flat">
                <a:noFill/>
                <a:prstDash val="solid"/>
                <a:miter/>
              </a:ln>
            </p:spPr>
            <p:txBody>
              <a:bodyPr rtlCol="1" anchor="ctr"/>
              <a:lstStyle/>
              <a:p>
                <a:endParaRPr lang="ar-SA"/>
              </a:p>
            </p:txBody>
          </p:sp>
          <p:sp>
            <p:nvSpPr>
              <p:cNvPr id="10664" name="شكل حر: شكل 12005">
                <a:extLst>
                  <a:ext uri="{FF2B5EF4-FFF2-40B4-BE49-F238E27FC236}">
                    <a16:creationId xmlns:a16="http://schemas.microsoft.com/office/drawing/2014/main" id="{8FF9E9A8-E93B-66EE-6EBC-ED46D89DF35E}"/>
                  </a:ext>
                </a:extLst>
              </p:cNvPr>
              <p:cNvSpPr/>
              <p:nvPr/>
            </p:nvSpPr>
            <p:spPr>
              <a:xfrm>
                <a:off x="3240610" y="5996655"/>
                <a:ext cx="43326" cy="28018"/>
              </a:xfrm>
              <a:custGeom>
                <a:avLst/>
                <a:gdLst>
                  <a:gd name="connsiteX0" fmla="*/ 3530 w 43326"/>
                  <a:gd name="connsiteY0" fmla="*/ 27990 h 28018"/>
                  <a:gd name="connsiteX1" fmla="*/ 479 w 43326"/>
                  <a:gd name="connsiteY1" fmla="*/ 26239 h 28018"/>
                  <a:gd name="connsiteX2" fmla="*/ 1779 w 43326"/>
                  <a:gd name="connsiteY2" fmla="*/ 21409 h 28018"/>
                  <a:gd name="connsiteX3" fmla="*/ 38017 w 43326"/>
                  <a:gd name="connsiteY3" fmla="*/ 479 h 28018"/>
                  <a:gd name="connsiteX4" fmla="*/ 42847 w 43326"/>
                  <a:gd name="connsiteY4" fmla="*/ 1778 h 28018"/>
                  <a:gd name="connsiteX5" fmla="*/ 41548 w 43326"/>
                  <a:gd name="connsiteY5" fmla="*/ 6608 h 28018"/>
                  <a:gd name="connsiteX6" fmla="*/ 5309 w 43326"/>
                  <a:gd name="connsiteY6" fmla="*/ 27538 h 28018"/>
                  <a:gd name="connsiteX7" fmla="*/ 3558 w 43326"/>
                  <a:gd name="connsiteY7" fmla="*/ 28018 h 28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326" h="28018">
                    <a:moveTo>
                      <a:pt x="3530" y="27990"/>
                    </a:moveTo>
                    <a:cubicBezTo>
                      <a:pt x="2315" y="27990"/>
                      <a:pt x="1129" y="27369"/>
                      <a:pt x="479" y="26239"/>
                    </a:cubicBezTo>
                    <a:cubicBezTo>
                      <a:pt x="-509" y="24544"/>
                      <a:pt x="84" y="22397"/>
                      <a:pt x="1779" y="21409"/>
                    </a:cubicBezTo>
                    <a:lnTo>
                      <a:pt x="38017" y="479"/>
                    </a:lnTo>
                    <a:cubicBezTo>
                      <a:pt x="39712" y="-509"/>
                      <a:pt x="41859" y="84"/>
                      <a:pt x="42847" y="1778"/>
                    </a:cubicBezTo>
                    <a:cubicBezTo>
                      <a:pt x="43836" y="3473"/>
                      <a:pt x="43243" y="5620"/>
                      <a:pt x="41548" y="6608"/>
                    </a:cubicBezTo>
                    <a:lnTo>
                      <a:pt x="5309" y="27538"/>
                    </a:lnTo>
                    <a:cubicBezTo>
                      <a:pt x="4744" y="27849"/>
                      <a:pt x="4151" y="28018"/>
                      <a:pt x="3558" y="28018"/>
                    </a:cubicBezTo>
                    <a:close/>
                  </a:path>
                </a:pathLst>
              </a:custGeom>
              <a:solidFill>
                <a:srgbClr val="17A3A3"/>
              </a:solidFill>
              <a:ln w="2824" cap="flat">
                <a:noFill/>
                <a:prstDash val="solid"/>
                <a:miter/>
              </a:ln>
            </p:spPr>
            <p:txBody>
              <a:bodyPr rtlCol="1" anchor="ctr"/>
              <a:lstStyle/>
              <a:p>
                <a:endParaRPr lang="ar-SA"/>
              </a:p>
            </p:txBody>
          </p:sp>
          <p:sp>
            <p:nvSpPr>
              <p:cNvPr id="10665" name="شكل حر: شكل 12006">
                <a:extLst>
                  <a:ext uri="{FF2B5EF4-FFF2-40B4-BE49-F238E27FC236}">
                    <a16:creationId xmlns:a16="http://schemas.microsoft.com/office/drawing/2014/main" id="{F5AF19C4-3567-51FB-36A9-ADFC76FA50D7}"/>
                  </a:ext>
                </a:extLst>
              </p:cNvPr>
              <p:cNvSpPr/>
              <p:nvPr/>
            </p:nvSpPr>
            <p:spPr>
              <a:xfrm>
                <a:off x="3240707" y="6080359"/>
                <a:ext cx="43301" cy="28006"/>
              </a:xfrm>
              <a:custGeom>
                <a:avLst/>
                <a:gdLst>
                  <a:gd name="connsiteX0" fmla="*/ 39756 w 43301"/>
                  <a:gd name="connsiteY0" fmla="*/ 28006 h 28006"/>
                  <a:gd name="connsiteX1" fmla="*/ 38005 w 43301"/>
                  <a:gd name="connsiteY1" fmla="*/ 27526 h 28006"/>
                  <a:gd name="connsiteX2" fmla="*/ 1766 w 43301"/>
                  <a:gd name="connsiteY2" fmla="*/ 6596 h 28006"/>
                  <a:gd name="connsiteX3" fmla="*/ 467 w 43301"/>
                  <a:gd name="connsiteY3" fmla="*/ 1766 h 28006"/>
                  <a:gd name="connsiteX4" fmla="*/ 5297 w 43301"/>
                  <a:gd name="connsiteY4" fmla="*/ 467 h 28006"/>
                  <a:gd name="connsiteX5" fmla="*/ 41536 w 43301"/>
                  <a:gd name="connsiteY5" fmla="*/ 21397 h 28006"/>
                  <a:gd name="connsiteX6" fmla="*/ 42835 w 43301"/>
                  <a:gd name="connsiteY6" fmla="*/ 26226 h 28006"/>
                  <a:gd name="connsiteX7" fmla="*/ 39784 w 43301"/>
                  <a:gd name="connsiteY7" fmla="*/ 27978 h 28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301" h="28006">
                    <a:moveTo>
                      <a:pt x="39756" y="28006"/>
                    </a:moveTo>
                    <a:cubicBezTo>
                      <a:pt x="39163" y="28006"/>
                      <a:pt x="38542" y="27865"/>
                      <a:pt x="38005" y="27526"/>
                    </a:cubicBezTo>
                    <a:lnTo>
                      <a:pt x="1766" y="6596"/>
                    </a:lnTo>
                    <a:cubicBezTo>
                      <a:pt x="71" y="5607"/>
                      <a:pt x="-494" y="3460"/>
                      <a:pt x="467" y="1766"/>
                    </a:cubicBezTo>
                    <a:cubicBezTo>
                      <a:pt x="1427" y="71"/>
                      <a:pt x="3602" y="-494"/>
                      <a:pt x="5297" y="467"/>
                    </a:cubicBezTo>
                    <a:lnTo>
                      <a:pt x="41536" y="21397"/>
                    </a:lnTo>
                    <a:cubicBezTo>
                      <a:pt x="43230" y="22385"/>
                      <a:pt x="43795" y="24532"/>
                      <a:pt x="42835" y="26226"/>
                    </a:cubicBezTo>
                    <a:cubicBezTo>
                      <a:pt x="42185" y="27357"/>
                      <a:pt x="40999" y="27978"/>
                      <a:pt x="39784" y="27978"/>
                    </a:cubicBezTo>
                    <a:close/>
                  </a:path>
                </a:pathLst>
              </a:custGeom>
              <a:solidFill>
                <a:srgbClr val="17A3A3"/>
              </a:solidFill>
              <a:ln w="2824" cap="flat">
                <a:noFill/>
                <a:prstDash val="solid"/>
                <a:miter/>
              </a:ln>
            </p:spPr>
            <p:txBody>
              <a:bodyPr rtlCol="1" anchor="ctr"/>
              <a:lstStyle/>
              <a:p>
                <a:endParaRPr lang="ar-SA"/>
              </a:p>
            </p:txBody>
          </p:sp>
          <p:sp>
            <p:nvSpPr>
              <p:cNvPr id="10666" name="شكل حر: شكل 12007">
                <a:extLst>
                  <a:ext uri="{FF2B5EF4-FFF2-40B4-BE49-F238E27FC236}">
                    <a16:creationId xmlns:a16="http://schemas.microsoft.com/office/drawing/2014/main" id="{3512FE38-039E-7272-7B27-4DD5EAC23B34}"/>
                  </a:ext>
                </a:extLst>
              </p:cNvPr>
              <p:cNvSpPr/>
              <p:nvPr/>
            </p:nvSpPr>
            <p:spPr>
              <a:xfrm>
                <a:off x="3146044" y="5979227"/>
                <a:ext cx="15956" cy="22454"/>
              </a:xfrm>
              <a:custGeom>
                <a:avLst/>
                <a:gdLst>
                  <a:gd name="connsiteX0" fmla="*/ 12399 w 15956"/>
                  <a:gd name="connsiteY0" fmla="*/ 22426 h 22454"/>
                  <a:gd name="connsiteX1" fmla="*/ 9348 w 15956"/>
                  <a:gd name="connsiteY1" fmla="*/ 20675 h 22454"/>
                  <a:gd name="connsiteX2" fmla="*/ 479 w 15956"/>
                  <a:gd name="connsiteY2" fmla="*/ 5309 h 22454"/>
                  <a:gd name="connsiteX3" fmla="*/ 1778 w 15956"/>
                  <a:gd name="connsiteY3" fmla="*/ 479 h 22454"/>
                  <a:gd name="connsiteX4" fmla="*/ 6608 w 15956"/>
                  <a:gd name="connsiteY4" fmla="*/ 1779 h 22454"/>
                  <a:gd name="connsiteX5" fmla="*/ 15478 w 15956"/>
                  <a:gd name="connsiteY5" fmla="*/ 17144 h 22454"/>
                  <a:gd name="connsiteX6" fmla="*/ 14178 w 15956"/>
                  <a:gd name="connsiteY6" fmla="*/ 21974 h 22454"/>
                  <a:gd name="connsiteX7" fmla="*/ 12427 w 15956"/>
                  <a:gd name="connsiteY7" fmla="*/ 22454 h 22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56" h="22454">
                    <a:moveTo>
                      <a:pt x="12399" y="22426"/>
                    </a:moveTo>
                    <a:cubicBezTo>
                      <a:pt x="11184" y="22426"/>
                      <a:pt x="9998" y="21805"/>
                      <a:pt x="9348" y="20675"/>
                    </a:cubicBezTo>
                    <a:lnTo>
                      <a:pt x="479" y="5309"/>
                    </a:lnTo>
                    <a:cubicBezTo>
                      <a:pt x="-509" y="3614"/>
                      <a:pt x="84" y="1468"/>
                      <a:pt x="1778" y="479"/>
                    </a:cubicBezTo>
                    <a:cubicBezTo>
                      <a:pt x="3473" y="-509"/>
                      <a:pt x="5620" y="84"/>
                      <a:pt x="6608" y="1779"/>
                    </a:cubicBezTo>
                    <a:lnTo>
                      <a:pt x="15478" y="17144"/>
                    </a:lnTo>
                    <a:cubicBezTo>
                      <a:pt x="16466" y="18839"/>
                      <a:pt x="15873" y="20986"/>
                      <a:pt x="14178" y="21974"/>
                    </a:cubicBezTo>
                    <a:cubicBezTo>
                      <a:pt x="13613" y="22285"/>
                      <a:pt x="13020" y="22454"/>
                      <a:pt x="12427" y="22454"/>
                    </a:cubicBezTo>
                    <a:close/>
                  </a:path>
                </a:pathLst>
              </a:custGeom>
              <a:solidFill>
                <a:srgbClr val="17A3A3"/>
              </a:solidFill>
              <a:ln w="2824" cap="flat">
                <a:noFill/>
                <a:prstDash val="solid"/>
                <a:miter/>
              </a:ln>
            </p:spPr>
            <p:txBody>
              <a:bodyPr rtlCol="1" anchor="ctr"/>
              <a:lstStyle/>
              <a:p>
                <a:endParaRPr lang="ar-SA"/>
              </a:p>
            </p:txBody>
          </p:sp>
          <p:sp>
            <p:nvSpPr>
              <p:cNvPr id="10667" name="شكل حر: شكل 12008">
                <a:extLst>
                  <a:ext uri="{FF2B5EF4-FFF2-40B4-BE49-F238E27FC236}">
                    <a16:creationId xmlns:a16="http://schemas.microsoft.com/office/drawing/2014/main" id="{BEFC9C92-DA9B-ACB5-9DBF-B4AA42C3C9E4}"/>
                  </a:ext>
                </a:extLst>
              </p:cNvPr>
              <p:cNvSpPr/>
              <p:nvPr/>
            </p:nvSpPr>
            <p:spPr>
              <a:xfrm>
                <a:off x="3249082" y="6048965"/>
                <a:ext cx="27991" cy="7061"/>
              </a:xfrm>
              <a:custGeom>
                <a:avLst/>
                <a:gdLst>
                  <a:gd name="connsiteX0" fmla="*/ 24461 w 27991"/>
                  <a:gd name="connsiteY0" fmla="*/ 7061 h 7061"/>
                  <a:gd name="connsiteX1" fmla="*/ 3531 w 27991"/>
                  <a:gd name="connsiteY1" fmla="*/ 7061 h 7061"/>
                  <a:gd name="connsiteX2" fmla="*/ 0 w 27991"/>
                  <a:gd name="connsiteY2" fmla="*/ 3531 h 7061"/>
                  <a:gd name="connsiteX3" fmla="*/ 3531 w 27991"/>
                  <a:gd name="connsiteY3" fmla="*/ 0 h 7061"/>
                  <a:gd name="connsiteX4" fmla="*/ 24461 w 27991"/>
                  <a:gd name="connsiteY4" fmla="*/ 0 h 7061"/>
                  <a:gd name="connsiteX5" fmla="*/ 27991 w 27991"/>
                  <a:gd name="connsiteY5" fmla="*/ 3531 h 7061"/>
                  <a:gd name="connsiteX6" fmla="*/ 24461 w 27991"/>
                  <a:gd name="connsiteY6" fmla="*/ 7061 h 7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991" h="7061">
                    <a:moveTo>
                      <a:pt x="24461" y="7061"/>
                    </a:moveTo>
                    <a:lnTo>
                      <a:pt x="3531" y="7061"/>
                    </a:lnTo>
                    <a:cubicBezTo>
                      <a:pt x="1582" y="7061"/>
                      <a:pt x="0" y="5479"/>
                      <a:pt x="0" y="3531"/>
                    </a:cubicBezTo>
                    <a:cubicBezTo>
                      <a:pt x="0" y="1581"/>
                      <a:pt x="1582" y="0"/>
                      <a:pt x="3531" y="0"/>
                    </a:cubicBezTo>
                    <a:lnTo>
                      <a:pt x="24461" y="0"/>
                    </a:lnTo>
                    <a:cubicBezTo>
                      <a:pt x="26409" y="0"/>
                      <a:pt x="27991" y="1581"/>
                      <a:pt x="27991" y="3531"/>
                    </a:cubicBezTo>
                    <a:cubicBezTo>
                      <a:pt x="27991" y="5479"/>
                      <a:pt x="26409" y="7061"/>
                      <a:pt x="24461" y="7061"/>
                    </a:cubicBezTo>
                    <a:close/>
                  </a:path>
                </a:pathLst>
              </a:custGeom>
              <a:solidFill>
                <a:srgbClr val="17A3A3"/>
              </a:solidFill>
              <a:ln w="2824" cap="flat">
                <a:noFill/>
                <a:prstDash val="solid"/>
                <a:miter/>
              </a:ln>
            </p:spPr>
            <p:txBody>
              <a:bodyPr rtlCol="1" anchor="ctr"/>
              <a:lstStyle/>
              <a:p>
                <a:endParaRPr lang="ar-SA"/>
              </a:p>
            </p:txBody>
          </p:sp>
          <p:sp>
            <p:nvSpPr>
              <p:cNvPr id="10668" name="شكل حر: شكل 12009">
                <a:extLst>
                  <a:ext uri="{FF2B5EF4-FFF2-40B4-BE49-F238E27FC236}">
                    <a16:creationId xmlns:a16="http://schemas.microsoft.com/office/drawing/2014/main" id="{A50BDFEC-636A-2D92-6EC1-861508C7B4A2}"/>
                  </a:ext>
                </a:extLst>
              </p:cNvPr>
              <p:cNvSpPr/>
              <p:nvPr/>
            </p:nvSpPr>
            <p:spPr>
              <a:xfrm>
                <a:off x="3217715" y="5979183"/>
                <a:ext cx="15959" cy="22470"/>
              </a:xfrm>
              <a:custGeom>
                <a:avLst/>
                <a:gdLst>
                  <a:gd name="connsiteX0" fmla="*/ 3517 w 15959"/>
                  <a:gd name="connsiteY0" fmla="*/ 22470 h 22470"/>
                  <a:gd name="connsiteX1" fmla="*/ 1766 w 15959"/>
                  <a:gd name="connsiteY1" fmla="*/ 21990 h 22470"/>
                  <a:gd name="connsiteX2" fmla="*/ 467 w 15959"/>
                  <a:gd name="connsiteY2" fmla="*/ 17160 h 22470"/>
                  <a:gd name="connsiteX3" fmla="*/ 9364 w 15959"/>
                  <a:gd name="connsiteY3" fmla="*/ 1766 h 22470"/>
                  <a:gd name="connsiteX4" fmla="*/ 14194 w 15959"/>
                  <a:gd name="connsiteY4" fmla="*/ 467 h 22470"/>
                  <a:gd name="connsiteX5" fmla="*/ 15493 w 15959"/>
                  <a:gd name="connsiteY5" fmla="*/ 5297 h 22470"/>
                  <a:gd name="connsiteX6" fmla="*/ 6596 w 15959"/>
                  <a:gd name="connsiteY6" fmla="*/ 20690 h 22470"/>
                  <a:gd name="connsiteX7" fmla="*/ 3545 w 15959"/>
                  <a:gd name="connsiteY7" fmla="*/ 22442 h 22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959" h="22470">
                    <a:moveTo>
                      <a:pt x="3517" y="22470"/>
                    </a:moveTo>
                    <a:cubicBezTo>
                      <a:pt x="2924" y="22470"/>
                      <a:pt x="2303" y="22329"/>
                      <a:pt x="1766" y="21990"/>
                    </a:cubicBezTo>
                    <a:cubicBezTo>
                      <a:pt x="71" y="21001"/>
                      <a:pt x="-494" y="18855"/>
                      <a:pt x="467" y="17160"/>
                    </a:cubicBezTo>
                    <a:lnTo>
                      <a:pt x="9364" y="1766"/>
                    </a:lnTo>
                    <a:cubicBezTo>
                      <a:pt x="10353" y="71"/>
                      <a:pt x="12499" y="-494"/>
                      <a:pt x="14194" y="467"/>
                    </a:cubicBezTo>
                    <a:cubicBezTo>
                      <a:pt x="15889" y="1455"/>
                      <a:pt x="16454" y="3602"/>
                      <a:pt x="15493" y="5297"/>
                    </a:cubicBezTo>
                    <a:lnTo>
                      <a:pt x="6596" y="20690"/>
                    </a:lnTo>
                    <a:cubicBezTo>
                      <a:pt x="5946" y="21821"/>
                      <a:pt x="4760" y="22442"/>
                      <a:pt x="3545" y="22442"/>
                    </a:cubicBezTo>
                    <a:close/>
                  </a:path>
                </a:pathLst>
              </a:custGeom>
              <a:solidFill>
                <a:srgbClr val="17A3A3"/>
              </a:solidFill>
              <a:ln w="2824" cap="flat">
                <a:noFill/>
                <a:prstDash val="solid"/>
                <a:miter/>
              </a:ln>
            </p:spPr>
            <p:txBody>
              <a:bodyPr rtlCol="1" anchor="ctr"/>
              <a:lstStyle/>
              <a:p>
                <a:endParaRPr lang="ar-SA"/>
              </a:p>
            </p:txBody>
          </p:sp>
          <p:sp>
            <p:nvSpPr>
              <p:cNvPr id="10669" name="شكل حر: شكل 12010">
                <a:extLst>
                  <a:ext uri="{FF2B5EF4-FFF2-40B4-BE49-F238E27FC236}">
                    <a16:creationId xmlns:a16="http://schemas.microsoft.com/office/drawing/2014/main" id="{7CFD090B-B547-8349-D5F6-3067798F102A}"/>
                  </a:ext>
                </a:extLst>
              </p:cNvPr>
              <p:cNvSpPr/>
              <p:nvPr/>
            </p:nvSpPr>
            <p:spPr>
              <a:xfrm>
                <a:off x="3092277" y="5996639"/>
                <a:ext cx="43301" cy="28005"/>
              </a:xfrm>
              <a:custGeom>
                <a:avLst/>
                <a:gdLst>
                  <a:gd name="connsiteX0" fmla="*/ 39756 w 43301"/>
                  <a:gd name="connsiteY0" fmla="*/ 28006 h 28005"/>
                  <a:gd name="connsiteX1" fmla="*/ 38005 w 43301"/>
                  <a:gd name="connsiteY1" fmla="*/ 27526 h 28005"/>
                  <a:gd name="connsiteX2" fmla="*/ 1766 w 43301"/>
                  <a:gd name="connsiteY2" fmla="*/ 6595 h 28005"/>
                  <a:gd name="connsiteX3" fmla="*/ 467 w 43301"/>
                  <a:gd name="connsiteY3" fmla="*/ 1766 h 28005"/>
                  <a:gd name="connsiteX4" fmla="*/ 5297 w 43301"/>
                  <a:gd name="connsiteY4" fmla="*/ 466 h 28005"/>
                  <a:gd name="connsiteX5" fmla="*/ 41536 w 43301"/>
                  <a:gd name="connsiteY5" fmla="*/ 21397 h 28005"/>
                  <a:gd name="connsiteX6" fmla="*/ 42835 w 43301"/>
                  <a:gd name="connsiteY6" fmla="*/ 26227 h 28005"/>
                  <a:gd name="connsiteX7" fmla="*/ 39784 w 43301"/>
                  <a:gd name="connsiteY7" fmla="*/ 27977 h 2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301" h="28005">
                    <a:moveTo>
                      <a:pt x="39756" y="28006"/>
                    </a:moveTo>
                    <a:cubicBezTo>
                      <a:pt x="39163" y="28006"/>
                      <a:pt x="38542" y="27864"/>
                      <a:pt x="38005" y="27526"/>
                    </a:cubicBezTo>
                    <a:lnTo>
                      <a:pt x="1766" y="6595"/>
                    </a:lnTo>
                    <a:cubicBezTo>
                      <a:pt x="71" y="5607"/>
                      <a:pt x="-494" y="3461"/>
                      <a:pt x="467" y="1766"/>
                    </a:cubicBezTo>
                    <a:cubicBezTo>
                      <a:pt x="1427" y="71"/>
                      <a:pt x="3602" y="-494"/>
                      <a:pt x="5297" y="466"/>
                    </a:cubicBezTo>
                    <a:lnTo>
                      <a:pt x="41536" y="21397"/>
                    </a:lnTo>
                    <a:cubicBezTo>
                      <a:pt x="43230" y="22385"/>
                      <a:pt x="43795" y="24532"/>
                      <a:pt x="42835" y="26227"/>
                    </a:cubicBezTo>
                    <a:cubicBezTo>
                      <a:pt x="42185" y="27356"/>
                      <a:pt x="40999" y="27977"/>
                      <a:pt x="39784" y="27977"/>
                    </a:cubicBezTo>
                    <a:close/>
                  </a:path>
                </a:pathLst>
              </a:custGeom>
              <a:solidFill>
                <a:srgbClr val="17A3A3"/>
              </a:solidFill>
              <a:ln w="2824" cap="flat">
                <a:noFill/>
                <a:prstDash val="solid"/>
                <a:miter/>
              </a:ln>
            </p:spPr>
            <p:txBody>
              <a:bodyPr rtlCol="1" anchor="ctr"/>
              <a:lstStyle/>
              <a:p>
                <a:endParaRPr lang="ar-SA"/>
              </a:p>
            </p:txBody>
          </p:sp>
          <p:sp>
            <p:nvSpPr>
              <p:cNvPr id="10670" name="شكل حر: شكل 12011">
                <a:extLst>
                  <a:ext uri="{FF2B5EF4-FFF2-40B4-BE49-F238E27FC236}">
                    <a16:creationId xmlns:a16="http://schemas.microsoft.com/office/drawing/2014/main" id="{882E7A9D-D194-675D-7745-BCBEB357612D}"/>
                  </a:ext>
                </a:extLst>
              </p:cNvPr>
              <p:cNvSpPr/>
              <p:nvPr/>
            </p:nvSpPr>
            <p:spPr>
              <a:xfrm>
                <a:off x="3092180" y="6080387"/>
                <a:ext cx="43326" cy="28006"/>
              </a:xfrm>
              <a:custGeom>
                <a:avLst/>
                <a:gdLst>
                  <a:gd name="connsiteX0" fmla="*/ 3530 w 43326"/>
                  <a:gd name="connsiteY0" fmla="*/ 27978 h 28006"/>
                  <a:gd name="connsiteX1" fmla="*/ 479 w 43326"/>
                  <a:gd name="connsiteY1" fmla="*/ 26226 h 28006"/>
                  <a:gd name="connsiteX2" fmla="*/ 1778 w 43326"/>
                  <a:gd name="connsiteY2" fmla="*/ 21397 h 28006"/>
                  <a:gd name="connsiteX3" fmla="*/ 38017 w 43326"/>
                  <a:gd name="connsiteY3" fmla="*/ 467 h 28006"/>
                  <a:gd name="connsiteX4" fmla="*/ 42847 w 43326"/>
                  <a:gd name="connsiteY4" fmla="*/ 1766 h 28006"/>
                  <a:gd name="connsiteX5" fmla="*/ 41548 w 43326"/>
                  <a:gd name="connsiteY5" fmla="*/ 6596 h 28006"/>
                  <a:gd name="connsiteX6" fmla="*/ 5309 w 43326"/>
                  <a:gd name="connsiteY6" fmla="*/ 27526 h 28006"/>
                  <a:gd name="connsiteX7" fmla="*/ 3558 w 43326"/>
                  <a:gd name="connsiteY7" fmla="*/ 28006 h 28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326" h="28006">
                    <a:moveTo>
                      <a:pt x="3530" y="27978"/>
                    </a:moveTo>
                    <a:cubicBezTo>
                      <a:pt x="2315" y="27978"/>
                      <a:pt x="1129" y="27356"/>
                      <a:pt x="479" y="26226"/>
                    </a:cubicBezTo>
                    <a:cubicBezTo>
                      <a:pt x="-509" y="24531"/>
                      <a:pt x="84" y="22385"/>
                      <a:pt x="1778" y="21397"/>
                    </a:cubicBezTo>
                    <a:lnTo>
                      <a:pt x="38017" y="467"/>
                    </a:lnTo>
                    <a:cubicBezTo>
                      <a:pt x="39712" y="-494"/>
                      <a:pt x="41859" y="71"/>
                      <a:pt x="42847" y="1766"/>
                    </a:cubicBezTo>
                    <a:cubicBezTo>
                      <a:pt x="43836" y="3460"/>
                      <a:pt x="43243" y="5607"/>
                      <a:pt x="41548" y="6596"/>
                    </a:cubicBezTo>
                    <a:lnTo>
                      <a:pt x="5309" y="27526"/>
                    </a:lnTo>
                    <a:cubicBezTo>
                      <a:pt x="4744" y="27837"/>
                      <a:pt x="4151" y="28006"/>
                      <a:pt x="3558" y="28006"/>
                    </a:cubicBezTo>
                    <a:close/>
                  </a:path>
                </a:pathLst>
              </a:custGeom>
              <a:solidFill>
                <a:srgbClr val="17A3A3"/>
              </a:solidFill>
              <a:ln w="2824" cap="flat">
                <a:noFill/>
                <a:prstDash val="solid"/>
                <a:miter/>
              </a:ln>
            </p:spPr>
            <p:txBody>
              <a:bodyPr rtlCol="1" anchor="ctr"/>
              <a:lstStyle/>
              <a:p>
                <a:endParaRPr lang="ar-SA"/>
              </a:p>
            </p:txBody>
          </p:sp>
          <p:sp>
            <p:nvSpPr>
              <p:cNvPr id="10671" name="شكل حر: شكل 12012">
                <a:extLst>
                  <a:ext uri="{FF2B5EF4-FFF2-40B4-BE49-F238E27FC236}">
                    <a16:creationId xmlns:a16="http://schemas.microsoft.com/office/drawing/2014/main" id="{3F30292F-D8B8-118F-D249-613E656E6972}"/>
                  </a:ext>
                </a:extLst>
              </p:cNvPr>
              <p:cNvSpPr/>
              <p:nvPr/>
            </p:nvSpPr>
            <p:spPr>
              <a:xfrm>
                <a:off x="3102573" y="6048965"/>
                <a:ext cx="27991" cy="7061"/>
              </a:xfrm>
              <a:custGeom>
                <a:avLst/>
                <a:gdLst>
                  <a:gd name="connsiteX0" fmla="*/ 24461 w 27991"/>
                  <a:gd name="connsiteY0" fmla="*/ 7061 h 7061"/>
                  <a:gd name="connsiteX1" fmla="*/ 3531 w 27991"/>
                  <a:gd name="connsiteY1" fmla="*/ 7061 h 7061"/>
                  <a:gd name="connsiteX2" fmla="*/ 0 w 27991"/>
                  <a:gd name="connsiteY2" fmla="*/ 3531 h 7061"/>
                  <a:gd name="connsiteX3" fmla="*/ 3531 w 27991"/>
                  <a:gd name="connsiteY3" fmla="*/ 0 h 7061"/>
                  <a:gd name="connsiteX4" fmla="*/ 24461 w 27991"/>
                  <a:gd name="connsiteY4" fmla="*/ 0 h 7061"/>
                  <a:gd name="connsiteX5" fmla="*/ 27991 w 27991"/>
                  <a:gd name="connsiteY5" fmla="*/ 3531 h 7061"/>
                  <a:gd name="connsiteX6" fmla="*/ 24461 w 27991"/>
                  <a:gd name="connsiteY6" fmla="*/ 7061 h 7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991" h="7061">
                    <a:moveTo>
                      <a:pt x="24461" y="7061"/>
                    </a:moveTo>
                    <a:lnTo>
                      <a:pt x="3531" y="7061"/>
                    </a:lnTo>
                    <a:cubicBezTo>
                      <a:pt x="1582" y="7061"/>
                      <a:pt x="0" y="5479"/>
                      <a:pt x="0" y="3531"/>
                    </a:cubicBezTo>
                    <a:cubicBezTo>
                      <a:pt x="0" y="1581"/>
                      <a:pt x="1582" y="0"/>
                      <a:pt x="3531" y="0"/>
                    </a:cubicBezTo>
                    <a:lnTo>
                      <a:pt x="24461" y="0"/>
                    </a:lnTo>
                    <a:cubicBezTo>
                      <a:pt x="26409" y="0"/>
                      <a:pt x="27991" y="1581"/>
                      <a:pt x="27991" y="3531"/>
                    </a:cubicBezTo>
                    <a:cubicBezTo>
                      <a:pt x="27991" y="5479"/>
                      <a:pt x="26409" y="7061"/>
                      <a:pt x="24461" y="7061"/>
                    </a:cubicBezTo>
                    <a:close/>
                  </a:path>
                </a:pathLst>
              </a:custGeom>
              <a:solidFill>
                <a:srgbClr val="17A3A3"/>
              </a:solidFill>
              <a:ln w="2824" cap="flat">
                <a:noFill/>
                <a:prstDash val="solid"/>
                <a:miter/>
              </a:ln>
            </p:spPr>
            <p:txBody>
              <a:bodyPr rtlCol="1" anchor="ctr"/>
              <a:lstStyle/>
              <a:p>
                <a:endParaRPr lang="ar-SA"/>
              </a:p>
            </p:txBody>
          </p:sp>
          <p:sp>
            <p:nvSpPr>
              <p:cNvPr id="10672" name="شكل حر: شكل 12013">
                <a:extLst>
                  <a:ext uri="{FF2B5EF4-FFF2-40B4-BE49-F238E27FC236}">
                    <a16:creationId xmlns:a16="http://schemas.microsoft.com/office/drawing/2014/main" id="{2550A642-0CDC-1AC4-ED6B-BC0841B8DCBD}"/>
                  </a:ext>
                </a:extLst>
              </p:cNvPr>
              <p:cNvSpPr/>
              <p:nvPr/>
            </p:nvSpPr>
            <p:spPr>
              <a:xfrm>
                <a:off x="3165363" y="6104778"/>
                <a:ext cx="48921" cy="41944"/>
              </a:xfrm>
              <a:custGeom>
                <a:avLst/>
                <a:gdLst>
                  <a:gd name="connsiteX0" fmla="*/ 24461 w 48921"/>
                  <a:gd name="connsiteY0" fmla="*/ 41944 h 41944"/>
                  <a:gd name="connsiteX1" fmla="*/ 10055 w 48921"/>
                  <a:gd name="connsiteY1" fmla="*/ 35985 h 41944"/>
                  <a:gd name="connsiteX2" fmla="*/ 5960 w 48921"/>
                  <a:gd name="connsiteY2" fmla="*/ 31889 h 41944"/>
                  <a:gd name="connsiteX3" fmla="*/ 0 w 48921"/>
                  <a:gd name="connsiteY3" fmla="*/ 17484 h 41944"/>
                  <a:gd name="connsiteX4" fmla="*/ 0 w 48921"/>
                  <a:gd name="connsiteY4" fmla="*/ 3531 h 41944"/>
                  <a:gd name="connsiteX5" fmla="*/ 3531 w 48921"/>
                  <a:gd name="connsiteY5" fmla="*/ 0 h 41944"/>
                  <a:gd name="connsiteX6" fmla="*/ 7061 w 48921"/>
                  <a:gd name="connsiteY6" fmla="*/ 3531 h 41944"/>
                  <a:gd name="connsiteX7" fmla="*/ 7061 w 48921"/>
                  <a:gd name="connsiteY7" fmla="*/ 17484 h 41944"/>
                  <a:gd name="connsiteX8" fmla="*/ 10959 w 48921"/>
                  <a:gd name="connsiteY8" fmla="*/ 26890 h 41944"/>
                  <a:gd name="connsiteX9" fmla="*/ 15055 w 48921"/>
                  <a:gd name="connsiteY9" fmla="*/ 30985 h 41944"/>
                  <a:gd name="connsiteX10" fmla="*/ 24461 w 48921"/>
                  <a:gd name="connsiteY10" fmla="*/ 34883 h 41944"/>
                  <a:gd name="connsiteX11" fmla="*/ 33866 w 48921"/>
                  <a:gd name="connsiteY11" fmla="*/ 30985 h 41944"/>
                  <a:gd name="connsiteX12" fmla="*/ 37962 w 48921"/>
                  <a:gd name="connsiteY12" fmla="*/ 26890 h 41944"/>
                  <a:gd name="connsiteX13" fmla="*/ 41860 w 48921"/>
                  <a:gd name="connsiteY13" fmla="*/ 17484 h 41944"/>
                  <a:gd name="connsiteX14" fmla="*/ 41860 w 48921"/>
                  <a:gd name="connsiteY14" fmla="*/ 3531 h 41944"/>
                  <a:gd name="connsiteX15" fmla="*/ 45390 w 48921"/>
                  <a:gd name="connsiteY15" fmla="*/ 0 h 41944"/>
                  <a:gd name="connsiteX16" fmla="*/ 48921 w 48921"/>
                  <a:gd name="connsiteY16" fmla="*/ 3531 h 41944"/>
                  <a:gd name="connsiteX17" fmla="*/ 48921 w 48921"/>
                  <a:gd name="connsiteY17" fmla="*/ 17484 h 41944"/>
                  <a:gd name="connsiteX18" fmla="*/ 42961 w 48921"/>
                  <a:gd name="connsiteY18" fmla="*/ 31889 h 41944"/>
                  <a:gd name="connsiteX19" fmla="*/ 38866 w 48921"/>
                  <a:gd name="connsiteY19" fmla="*/ 35985 h 41944"/>
                  <a:gd name="connsiteX20" fmla="*/ 24461 w 48921"/>
                  <a:gd name="connsiteY20" fmla="*/ 41944 h 41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8921" h="41944">
                    <a:moveTo>
                      <a:pt x="24461" y="41944"/>
                    </a:moveTo>
                    <a:cubicBezTo>
                      <a:pt x="19009" y="41944"/>
                      <a:pt x="13897" y="39826"/>
                      <a:pt x="10055" y="35985"/>
                    </a:cubicBezTo>
                    <a:lnTo>
                      <a:pt x="5960" y="31889"/>
                    </a:lnTo>
                    <a:cubicBezTo>
                      <a:pt x="2118" y="28048"/>
                      <a:pt x="0" y="22935"/>
                      <a:pt x="0" y="17484"/>
                    </a:cubicBezTo>
                    <a:lnTo>
                      <a:pt x="0" y="3531"/>
                    </a:lnTo>
                    <a:cubicBezTo>
                      <a:pt x="0" y="1581"/>
                      <a:pt x="1582" y="0"/>
                      <a:pt x="3531" y="0"/>
                    </a:cubicBezTo>
                    <a:cubicBezTo>
                      <a:pt x="5480" y="0"/>
                      <a:pt x="7061" y="1581"/>
                      <a:pt x="7061" y="3531"/>
                    </a:cubicBezTo>
                    <a:lnTo>
                      <a:pt x="7061" y="17484"/>
                    </a:lnTo>
                    <a:cubicBezTo>
                      <a:pt x="7061" y="21043"/>
                      <a:pt x="8445" y="24376"/>
                      <a:pt x="10959" y="26890"/>
                    </a:cubicBezTo>
                    <a:lnTo>
                      <a:pt x="15055" y="30985"/>
                    </a:lnTo>
                    <a:cubicBezTo>
                      <a:pt x="17569" y="33499"/>
                      <a:pt x="20902" y="34883"/>
                      <a:pt x="24461" y="34883"/>
                    </a:cubicBezTo>
                    <a:cubicBezTo>
                      <a:pt x="28019" y="34883"/>
                      <a:pt x="31352" y="33499"/>
                      <a:pt x="33866" y="30985"/>
                    </a:cubicBezTo>
                    <a:lnTo>
                      <a:pt x="37962" y="26890"/>
                    </a:lnTo>
                    <a:cubicBezTo>
                      <a:pt x="40476" y="24376"/>
                      <a:pt x="41860" y="21043"/>
                      <a:pt x="41860" y="17484"/>
                    </a:cubicBezTo>
                    <a:lnTo>
                      <a:pt x="41860" y="3531"/>
                    </a:lnTo>
                    <a:cubicBezTo>
                      <a:pt x="41860" y="1581"/>
                      <a:pt x="43442" y="0"/>
                      <a:pt x="45390" y="0"/>
                    </a:cubicBezTo>
                    <a:cubicBezTo>
                      <a:pt x="47339" y="0"/>
                      <a:pt x="48921" y="1581"/>
                      <a:pt x="48921" y="3531"/>
                    </a:cubicBezTo>
                    <a:lnTo>
                      <a:pt x="48921" y="17484"/>
                    </a:lnTo>
                    <a:cubicBezTo>
                      <a:pt x="48921" y="22935"/>
                      <a:pt x="46803" y="28048"/>
                      <a:pt x="42961" y="31889"/>
                    </a:cubicBezTo>
                    <a:lnTo>
                      <a:pt x="38866" y="35985"/>
                    </a:lnTo>
                    <a:cubicBezTo>
                      <a:pt x="35024" y="39826"/>
                      <a:pt x="29912" y="41944"/>
                      <a:pt x="24461" y="41944"/>
                    </a:cubicBezTo>
                    <a:close/>
                  </a:path>
                </a:pathLst>
              </a:custGeom>
              <a:solidFill>
                <a:srgbClr val="01355A"/>
              </a:solidFill>
              <a:ln w="2824" cap="flat">
                <a:noFill/>
                <a:prstDash val="solid"/>
                <a:miter/>
              </a:ln>
            </p:spPr>
            <p:txBody>
              <a:bodyPr rtlCol="1" anchor="ctr"/>
              <a:lstStyle/>
              <a:p>
                <a:endParaRPr lang="ar-SA"/>
              </a:p>
            </p:txBody>
          </p:sp>
          <p:sp>
            <p:nvSpPr>
              <p:cNvPr id="10673" name="شكل حر: شكل 12014">
                <a:extLst>
                  <a:ext uri="{FF2B5EF4-FFF2-40B4-BE49-F238E27FC236}">
                    <a16:creationId xmlns:a16="http://schemas.microsoft.com/office/drawing/2014/main" id="{F27AF37C-1B29-95C2-577F-61DED6A8A56D}"/>
                  </a:ext>
                </a:extLst>
              </p:cNvPr>
              <p:cNvSpPr/>
              <p:nvPr/>
            </p:nvSpPr>
            <p:spPr>
              <a:xfrm>
                <a:off x="3144433" y="6007105"/>
                <a:ext cx="90752" cy="104734"/>
              </a:xfrm>
              <a:custGeom>
                <a:avLst/>
                <a:gdLst>
                  <a:gd name="connsiteX0" fmla="*/ 69851 w 90752"/>
                  <a:gd name="connsiteY0" fmla="*/ 104734 h 104734"/>
                  <a:gd name="connsiteX1" fmla="*/ 20930 w 90752"/>
                  <a:gd name="connsiteY1" fmla="*/ 104734 h 104734"/>
                  <a:gd name="connsiteX2" fmla="*/ 20930 w 90752"/>
                  <a:gd name="connsiteY2" fmla="*/ 94227 h 104734"/>
                  <a:gd name="connsiteX3" fmla="*/ 14066 w 90752"/>
                  <a:gd name="connsiteY3" fmla="*/ 78183 h 104734"/>
                  <a:gd name="connsiteX4" fmla="*/ 0 w 90752"/>
                  <a:gd name="connsiteY4" fmla="*/ 45362 h 104734"/>
                  <a:gd name="connsiteX5" fmla="*/ 45362 w 90752"/>
                  <a:gd name="connsiteY5" fmla="*/ 0 h 104734"/>
                  <a:gd name="connsiteX6" fmla="*/ 90753 w 90752"/>
                  <a:gd name="connsiteY6" fmla="*/ 45362 h 104734"/>
                  <a:gd name="connsiteX7" fmla="*/ 76715 w 90752"/>
                  <a:gd name="connsiteY7" fmla="*/ 78155 h 104734"/>
                  <a:gd name="connsiteX8" fmla="*/ 69879 w 90752"/>
                  <a:gd name="connsiteY8" fmla="*/ 94199 h 104734"/>
                  <a:gd name="connsiteX9" fmla="*/ 69879 w 90752"/>
                  <a:gd name="connsiteY9" fmla="*/ 104706 h 104734"/>
                  <a:gd name="connsiteX10" fmla="*/ 27991 w 90752"/>
                  <a:gd name="connsiteY10" fmla="*/ 97673 h 104734"/>
                  <a:gd name="connsiteX11" fmla="*/ 62790 w 90752"/>
                  <a:gd name="connsiteY11" fmla="*/ 97673 h 104734"/>
                  <a:gd name="connsiteX12" fmla="*/ 62790 w 90752"/>
                  <a:gd name="connsiteY12" fmla="*/ 94227 h 104734"/>
                  <a:gd name="connsiteX13" fmla="*/ 71659 w 90752"/>
                  <a:gd name="connsiteY13" fmla="*/ 73240 h 104734"/>
                  <a:gd name="connsiteX14" fmla="*/ 83691 w 90752"/>
                  <a:gd name="connsiteY14" fmla="*/ 45391 h 104734"/>
                  <a:gd name="connsiteX15" fmla="*/ 45362 w 90752"/>
                  <a:gd name="connsiteY15" fmla="*/ 7090 h 104734"/>
                  <a:gd name="connsiteX16" fmla="*/ 7061 w 90752"/>
                  <a:gd name="connsiteY16" fmla="*/ 45391 h 104734"/>
                  <a:gd name="connsiteX17" fmla="*/ 19094 w 90752"/>
                  <a:gd name="connsiteY17" fmla="*/ 73269 h 104734"/>
                  <a:gd name="connsiteX18" fmla="*/ 27991 w 90752"/>
                  <a:gd name="connsiteY18" fmla="*/ 94255 h 104734"/>
                  <a:gd name="connsiteX19" fmla="*/ 27991 w 90752"/>
                  <a:gd name="connsiteY19" fmla="*/ 97701 h 104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0752" h="104734">
                    <a:moveTo>
                      <a:pt x="69851" y="104734"/>
                    </a:moveTo>
                    <a:lnTo>
                      <a:pt x="20930" y="104734"/>
                    </a:lnTo>
                    <a:lnTo>
                      <a:pt x="20930" y="94227"/>
                    </a:lnTo>
                    <a:cubicBezTo>
                      <a:pt x="20930" y="87900"/>
                      <a:pt x="18868" y="83098"/>
                      <a:pt x="14066" y="78183"/>
                    </a:cubicBezTo>
                    <a:cubicBezTo>
                      <a:pt x="4745" y="68665"/>
                      <a:pt x="0" y="57620"/>
                      <a:pt x="0" y="45362"/>
                    </a:cubicBezTo>
                    <a:cubicBezTo>
                      <a:pt x="0" y="20337"/>
                      <a:pt x="20365" y="0"/>
                      <a:pt x="45362" y="0"/>
                    </a:cubicBezTo>
                    <a:cubicBezTo>
                      <a:pt x="70359" y="0"/>
                      <a:pt x="90753" y="20365"/>
                      <a:pt x="90753" y="45362"/>
                    </a:cubicBezTo>
                    <a:cubicBezTo>
                      <a:pt x="90753" y="57620"/>
                      <a:pt x="86036" y="68637"/>
                      <a:pt x="76715" y="78155"/>
                    </a:cubicBezTo>
                    <a:cubicBezTo>
                      <a:pt x="71913" y="83041"/>
                      <a:pt x="69879" y="87844"/>
                      <a:pt x="69879" y="94199"/>
                    </a:cubicBezTo>
                    <a:lnTo>
                      <a:pt x="69879" y="104706"/>
                    </a:lnTo>
                    <a:close/>
                    <a:moveTo>
                      <a:pt x="27991" y="97673"/>
                    </a:moveTo>
                    <a:lnTo>
                      <a:pt x="62790" y="97673"/>
                    </a:lnTo>
                    <a:lnTo>
                      <a:pt x="62790" y="94227"/>
                    </a:lnTo>
                    <a:cubicBezTo>
                      <a:pt x="62790" y="85951"/>
                      <a:pt x="65529" y="79482"/>
                      <a:pt x="71659" y="73240"/>
                    </a:cubicBezTo>
                    <a:cubicBezTo>
                      <a:pt x="79652" y="65078"/>
                      <a:pt x="83691" y="55700"/>
                      <a:pt x="83691" y="45391"/>
                    </a:cubicBezTo>
                    <a:cubicBezTo>
                      <a:pt x="83691" y="24263"/>
                      <a:pt x="66490" y="7090"/>
                      <a:pt x="45362" y="7090"/>
                    </a:cubicBezTo>
                    <a:cubicBezTo>
                      <a:pt x="24234" y="7090"/>
                      <a:pt x="7061" y="24263"/>
                      <a:pt x="7061" y="45391"/>
                    </a:cubicBezTo>
                    <a:cubicBezTo>
                      <a:pt x="7061" y="55728"/>
                      <a:pt x="11100" y="65106"/>
                      <a:pt x="19094" y="73269"/>
                    </a:cubicBezTo>
                    <a:cubicBezTo>
                      <a:pt x="25251" y="79539"/>
                      <a:pt x="27991" y="86007"/>
                      <a:pt x="27991" y="94255"/>
                    </a:cubicBezTo>
                    <a:lnTo>
                      <a:pt x="27991" y="97701"/>
                    </a:lnTo>
                    <a:close/>
                  </a:path>
                </a:pathLst>
              </a:custGeom>
              <a:solidFill>
                <a:srgbClr val="01355A"/>
              </a:solidFill>
              <a:ln w="2824" cap="flat">
                <a:noFill/>
                <a:prstDash val="solid"/>
                <a:miter/>
              </a:ln>
            </p:spPr>
            <p:txBody>
              <a:bodyPr rtlCol="1" anchor="ctr"/>
              <a:lstStyle/>
              <a:p>
                <a:endParaRPr lang="ar-SA"/>
              </a:p>
            </p:txBody>
          </p:sp>
        </p:grpSp>
        <p:sp>
          <p:nvSpPr>
            <p:cNvPr id="10660" name="شكل حر: شكل 12015">
              <a:extLst>
                <a:ext uri="{FF2B5EF4-FFF2-40B4-BE49-F238E27FC236}">
                  <a16:creationId xmlns:a16="http://schemas.microsoft.com/office/drawing/2014/main" id="{53D638BC-2F08-E063-F0AB-54826E24DD25}"/>
                </a:ext>
              </a:extLst>
            </p:cNvPr>
            <p:cNvSpPr/>
            <p:nvPr/>
          </p:nvSpPr>
          <p:spPr>
            <a:xfrm>
              <a:off x="3123595" y="6139631"/>
              <a:ext cx="214912" cy="126654"/>
            </a:xfrm>
            <a:custGeom>
              <a:avLst/>
              <a:gdLst>
                <a:gd name="connsiteX0" fmla="*/ 3524 w 214912"/>
                <a:gd name="connsiteY0" fmla="*/ 126654 h 126654"/>
                <a:gd name="connsiteX1" fmla="*/ 1038 w 214912"/>
                <a:gd name="connsiteY1" fmla="*/ 125609 h 126654"/>
                <a:gd name="connsiteX2" fmla="*/ 1038 w 214912"/>
                <a:gd name="connsiteY2" fmla="*/ 120610 h 126654"/>
                <a:gd name="connsiteX3" fmla="*/ 1998 w 214912"/>
                <a:gd name="connsiteY3" fmla="*/ 119593 h 126654"/>
                <a:gd name="connsiteX4" fmla="*/ 17477 w 214912"/>
                <a:gd name="connsiteY4" fmla="*/ 112588 h 126654"/>
                <a:gd name="connsiteX5" fmla="*/ 120149 w 214912"/>
                <a:gd name="connsiteY5" fmla="*/ 112588 h 126654"/>
                <a:gd name="connsiteX6" fmla="*/ 173335 w 214912"/>
                <a:gd name="connsiteY6" fmla="*/ 64938 h 126654"/>
                <a:gd name="connsiteX7" fmla="*/ 206693 w 214912"/>
                <a:gd name="connsiteY7" fmla="*/ 12147 h 126654"/>
                <a:gd name="connsiteX8" fmla="*/ 183758 w 214912"/>
                <a:gd name="connsiteY8" fmla="*/ 7938 h 126654"/>
                <a:gd name="connsiteX9" fmla="*/ 163054 w 214912"/>
                <a:gd name="connsiteY9" fmla="*/ 25281 h 126654"/>
                <a:gd name="connsiteX10" fmla="*/ 146615 w 214912"/>
                <a:gd name="connsiteY10" fmla="*/ 40760 h 126654"/>
                <a:gd name="connsiteX11" fmla="*/ 127549 w 214912"/>
                <a:gd name="connsiteY11" fmla="*/ 50646 h 126654"/>
                <a:gd name="connsiteX12" fmla="*/ 122776 w 214912"/>
                <a:gd name="connsiteY12" fmla="*/ 49149 h 126654"/>
                <a:gd name="connsiteX13" fmla="*/ 124273 w 214912"/>
                <a:gd name="connsiteY13" fmla="*/ 44375 h 126654"/>
                <a:gd name="connsiteX14" fmla="*/ 143339 w 214912"/>
                <a:gd name="connsiteY14" fmla="*/ 34489 h 126654"/>
                <a:gd name="connsiteX15" fmla="*/ 157009 w 214912"/>
                <a:gd name="connsiteY15" fmla="*/ 21581 h 126654"/>
                <a:gd name="connsiteX16" fmla="*/ 182148 w 214912"/>
                <a:gd name="connsiteY16" fmla="*/ 1047 h 126654"/>
                <a:gd name="connsiteX17" fmla="*/ 213698 w 214912"/>
                <a:gd name="connsiteY17" fmla="*/ 9351 h 126654"/>
                <a:gd name="connsiteX18" fmla="*/ 214913 w 214912"/>
                <a:gd name="connsiteY18" fmla="*/ 10989 h 126654"/>
                <a:gd name="connsiteX19" fmla="*/ 214122 w 214912"/>
                <a:gd name="connsiteY19" fmla="*/ 12853 h 126654"/>
                <a:gd name="connsiteX20" fmla="*/ 178617 w 214912"/>
                <a:gd name="connsiteY20" fmla="*/ 69627 h 126654"/>
                <a:gd name="connsiteX21" fmla="*/ 151360 w 214912"/>
                <a:gd name="connsiteY21" fmla="*/ 96573 h 126654"/>
                <a:gd name="connsiteX22" fmla="*/ 120177 w 214912"/>
                <a:gd name="connsiteY22" fmla="*/ 119649 h 126654"/>
                <a:gd name="connsiteX23" fmla="*/ 17505 w 214912"/>
                <a:gd name="connsiteY23" fmla="*/ 119649 h 126654"/>
                <a:gd name="connsiteX24" fmla="*/ 7195 w 214912"/>
                <a:gd name="connsiteY24" fmla="*/ 124394 h 126654"/>
                <a:gd name="connsiteX25" fmla="*/ 6066 w 214912"/>
                <a:gd name="connsiteY25" fmla="*/ 125580 h 126654"/>
                <a:gd name="connsiteX26" fmla="*/ 3580 w 214912"/>
                <a:gd name="connsiteY26" fmla="*/ 126626 h 126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14912" h="126654">
                  <a:moveTo>
                    <a:pt x="3524" y="126654"/>
                  </a:moveTo>
                  <a:cubicBezTo>
                    <a:pt x="2620" y="126654"/>
                    <a:pt x="1716" y="126315"/>
                    <a:pt x="1038" y="125609"/>
                  </a:cubicBezTo>
                  <a:cubicBezTo>
                    <a:pt x="-346" y="124225"/>
                    <a:pt x="-346" y="121994"/>
                    <a:pt x="1038" y="120610"/>
                  </a:cubicBezTo>
                  <a:cubicBezTo>
                    <a:pt x="1349" y="120299"/>
                    <a:pt x="1659" y="119960"/>
                    <a:pt x="1998" y="119593"/>
                  </a:cubicBezTo>
                  <a:cubicBezTo>
                    <a:pt x="4597" y="116797"/>
                    <a:pt x="8495" y="112588"/>
                    <a:pt x="17477" y="112588"/>
                  </a:cubicBezTo>
                  <a:lnTo>
                    <a:pt x="120149" y="112588"/>
                  </a:lnTo>
                  <a:cubicBezTo>
                    <a:pt x="126872" y="111458"/>
                    <a:pt x="165624" y="73581"/>
                    <a:pt x="173335" y="64938"/>
                  </a:cubicBezTo>
                  <a:cubicBezTo>
                    <a:pt x="178165" y="59515"/>
                    <a:pt x="199321" y="27823"/>
                    <a:pt x="206693" y="12147"/>
                  </a:cubicBezTo>
                  <a:cubicBezTo>
                    <a:pt x="202937" y="8786"/>
                    <a:pt x="194661" y="5425"/>
                    <a:pt x="183758" y="7938"/>
                  </a:cubicBezTo>
                  <a:cubicBezTo>
                    <a:pt x="175426" y="9887"/>
                    <a:pt x="169437" y="14887"/>
                    <a:pt x="163054" y="25281"/>
                  </a:cubicBezTo>
                  <a:cubicBezTo>
                    <a:pt x="158958" y="31947"/>
                    <a:pt x="153281" y="37313"/>
                    <a:pt x="146615" y="40760"/>
                  </a:cubicBezTo>
                  <a:lnTo>
                    <a:pt x="127549" y="50646"/>
                  </a:lnTo>
                  <a:cubicBezTo>
                    <a:pt x="125826" y="51549"/>
                    <a:pt x="123680" y="50871"/>
                    <a:pt x="122776" y="49149"/>
                  </a:cubicBezTo>
                  <a:cubicBezTo>
                    <a:pt x="121872" y="47426"/>
                    <a:pt x="122550" y="45279"/>
                    <a:pt x="124273" y="44375"/>
                  </a:cubicBezTo>
                  <a:lnTo>
                    <a:pt x="143339" y="34489"/>
                  </a:lnTo>
                  <a:cubicBezTo>
                    <a:pt x="148875" y="31608"/>
                    <a:pt x="153592" y="27145"/>
                    <a:pt x="157009" y="21581"/>
                  </a:cubicBezTo>
                  <a:cubicBezTo>
                    <a:pt x="164381" y="9577"/>
                    <a:pt x="171895" y="3447"/>
                    <a:pt x="182148" y="1047"/>
                  </a:cubicBezTo>
                  <a:cubicBezTo>
                    <a:pt x="196355" y="-2258"/>
                    <a:pt x="208783" y="2741"/>
                    <a:pt x="213698" y="9351"/>
                  </a:cubicBezTo>
                  <a:lnTo>
                    <a:pt x="214913" y="10989"/>
                  </a:lnTo>
                  <a:lnTo>
                    <a:pt x="214122" y="12853"/>
                  </a:lnTo>
                  <a:cubicBezTo>
                    <a:pt x="207428" y="28501"/>
                    <a:pt x="184012" y="63582"/>
                    <a:pt x="178617" y="69627"/>
                  </a:cubicBezTo>
                  <a:cubicBezTo>
                    <a:pt x="175821" y="72762"/>
                    <a:pt x="163675" y="85105"/>
                    <a:pt x="151360" y="96573"/>
                  </a:cubicBezTo>
                  <a:cubicBezTo>
                    <a:pt x="126561" y="119649"/>
                    <a:pt x="122239" y="119649"/>
                    <a:pt x="120177" y="119649"/>
                  </a:cubicBezTo>
                  <a:lnTo>
                    <a:pt x="17505" y="119649"/>
                  </a:lnTo>
                  <a:cubicBezTo>
                    <a:pt x="11602" y="119649"/>
                    <a:pt x="9455" y="121966"/>
                    <a:pt x="7195" y="124394"/>
                  </a:cubicBezTo>
                  <a:cubicBezTo>
                    <a:pt x="6800" y="124819"/>
                    <a:pt x="6433" y="125214"/>
                    <a:pt x="6066" y="125580"/>
                  </a:cubicBezTo>
                  <a:cubicBezTo>
                    <a:pt x="5388" y="126259"/>
                    <a:pt x="4484" y="126626"/>
                    <a:pt x="3580" y="126626"/>
                  </a:cubicBezTo>
                  <a:close/>
                </a:path>
              </a:pathLst>
            </a:custGeom>
            <a:solidFill>
              <a:srgbClr val="01355A"/>
            </a:solidFill>
            <a:ln w="2824" cap="flat">
              <a:noFill/>
              <a:prstDash val="solid"/>
              <a:miter/>
            </a:ln>
          </p:spPr>
          <p:txBody>
            <a:bodyPr rtlCol="1" anchor="ctr"/>
            <a:lstStyle/>
            <a:p>
              <a:endParaRPr lang="ar-SA"/>
            </a:p>
          </p:txBody>
        </p:sp>
        <p:sp>
          <p:nvSpPr>
            <p:cNvPr id="10661" name="شكل حر: شكل 12016">
              <a:extLst>
                <a:ext uri="{FF2B5EF4-FFF2-40B4-BE49-F238E27FC236}">
                  <a16:creationId xmlns:a16="http://schemas.microsoft.com/office/drawing/2014/main" id="{D8BA30AA-336C-409F-01F4-D04D39C02D9C}"/>
                </a:ext>
              </a:extLst>
            </p:cNvPr>
            <p:cNvSpPr/>
            <p:nvPr/>
          </p:nvSpPr>
          <p:spPr>
            <a:xfrm>
              <a:off x="3066788" y="6161494"/>
              <a:ext cx="187462" cy="55954"/>
            </a:xfrm>
            <a:custGeom>
              <a:avLst/>
              <a:gdLst>
                <a:gd name="connsiteX0" fmla="*/ 162974 w 187462"/>
                <a:gd name="connsiteY0" fmla="*/ 55954 h 55954"/>
                <a:gd name="connsiteX1" fmla="*/ 100185 w 187462"/>
                <a:gd name="connsiteY1" fmla="*/ 55954 h 55954"/>
                <a:gd name="connsiteX2" fmla="*/ 96654 w 187462"/>
                <a:gd name="connsiteY2" fmla="*/ 52424 h 55954"/>
                <a:gd name="connsiteX3" fmla="*/ 100185 w 187462"/>
                <a:gd name="connsiteY3" fmla="*/ 48893 h 55954"/>
                <a:gd name="connsiteX4" fmla="*/ 162974 w 187462"/>
                <a:gd name="connsiteY4" fmla="*/ 48893 h 55954"/>
                <a:gd name="connsiteX5" fmla="*/ 180373 w 187462"/>
                <a:gd name="connsiteY5" fmla="*/ 34968 h 55954"/>
                <a:gd name="connsiteX6" fmla="*/ 162974 w 187462"/>
                <a:gd name="connsiteY6" fmla="*/ 21072 h 55954"/>
                <a:gd name="connsiteX7" fmla="*/ 121114 w 187462"/>
                <a:gd name="connsiteY7" fmla="*/ 21072 h 55954"/>
                <a:gd name="connsiteX8" fmla="*/ 108856 w 187462"/>
                <a:gd name="connsiteY8" fmla="*/ 14547 h 55954"/>
                <a:gd name="connsiteX9" fmla="*/ 95213 w 187462"/>
                <a:gd name="connsiteY9" fmla="*/ 7118 h 55954"/>
                <a:gd name="connsiteX10" fmla="*/ 60330 w 187462"/>
                <a:gd name="connsiteY10" fmla="*/ 7118 h 55954"/>
                <a:gd name="connsiteX11" fmla="*/ 34824 w 187462"/>
                <a:gd name="connsiteY11" fmla="*/ 20111 h 55954"/>
                <a:gd name="connsiteX12" fmla="*/ 5958 w 187462"/>
                <a:gd name="connsiteY12" fmla="*/ 47989 h 55954"/>
                <a:gd name="connsiteX13" fmla="*/ 958 w 187462"/>
                <a:gd name="connsiteY13" fmla="*/ 47848 h 55954"/>
                <a:gd name="connsiteX14" fmla="*/ 1099 w 187462"/>
                <a:gd name="connsiteY14" fmla="*/ 42849 h 55954"/>
                <a:gd name="connsiteX15" fmla="*/ 29938 w 187462"/>
                <a:gd name="connsiteY15" fmla="*/ 14999 h 55954"/>
                <a:gd name="connsiteX16" fmla="*/ 60330 w 187462"/>
                <a:gd name="connsiteY16" fmla="*/ 0 h 55954"/>
                <a:gd name="connsiteX17" fmla="*/ 95213 w 187462"/>
                <a:gd name="connsiteY17" fmla="*/ 0 h 55954"/>
                <a:gd name="connsiteX18" fmla="*/ 113149 w 187462"/>
                <a:gd name="connsiteY18" fmla="*/ 8898 h 55954"/>
                <a:gd name="connsiteX19" fmla="*/ 121143 w 187462"/>
                <a:gd name="connsiteY19" fmla="*/ 13954 h 55954"/>
                <a:gd name="connsiteX20" fmla="*/ 163002 w 187462"/>
                <a:gd name="connsiteY20" fmla="*/ 13954 h 55954"/>
                <a:gd name="connsiteX21" fmla="*/ 187463 w 187462"/>
                <a:gd name="connsiteY21" fmla="*/ 34912 h 55954"/>
                <a:gd name="connsiteX22" fmla="*/ 163002 w 187462"/>
                <a:gd name="connsiteY22" fmla="*/ 55898 h 55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7462" h="55954">
                  <a:moveTo>
                    <a:pt x="162974" y="55954"/>
                  </a:moveTo>
                  <a:lnTo>
                    <a:pt x="100185" y="55954"/>
                  </a:lnTo>
                  <a:cubicBezTo>
                    <a:pt x="98236" y="55954"/>
                    <a:pt x="96654" y="54373"/>
                    <a:pt x="96654" y="52424"/>
                  </a:cubicBezTo>
                  <a:cubicBezTo>
                    <a:pt x="96654" y="50475"/>
                    <a:pt x="98236" y="48893"/>
                    <a:pt x="100185" y="48893"/>
                  </a:cubicBezTo>
                  <a:lnTo>
                    <a:pt x="162974" y="48893"/>
                  </a:lnTo>
                  <a:cubicBezTo>
                    <a:pt x="174922" y="48893"/>
                    <a:pt x="180373" y="41690"/>
                    <a:pt x="180373" y="34968"/>
                  </a:cubicBezTo>
                  <a:cubicBezTo>
                    <a:pt x="180373" y="28245"/>
                    <a:pt x="174922" y="21072"/>
                    <a:pt x="162974" y="21072"/>
                  </a:cubicBezTo>
                  <a:lnTo>
                    <a:pt x="121114" y="21072"/>
                  </a:lnTo>
                  <a:cubicBezTo>
                    <a:pt x="117358" y="21072"/>
                    <a:pt x="113403" y="18049"/>
                    <a:pt x="108856" y="14547"/>
                  </a:cubicBezTo>
                  <a:cubicBezTo>
                    <a:pt x="104534" y="11242"/>
                    <a:pt x="99139" y="7118"/>
                    <a:pt x="95213" y="7118"/>
                  </a:cubicBezTo>
                  <a:lnTo>
                    <a:pt x="60330" y="7118"/>
                  </a:lnTo>
                  <a:cubicBezTo>
                    <a:pt x="52393" y="7118"/>
                    <a:pt x="41547" y="13869"/>
                    <a:pt x="34824" y="20111"/>
                  </a:cubicBezTo>
                  <a:cubicBezTo>
                    <a:pt x="24543" y="30392"/>
                    <a:pt x="6127" y="47820"/>
                    <a:pt x="5958" y="47989"/>
                  </a:cubicBezTo>
                  <a:cubicBezTo>
                    <a:pt x="4545" y="49317"/>
                    <a:pt x="2314" y="49261"/>
                    <a:pt x="958" y="47848"/>
                  </a:cubicBezTo>
                  <a:cubicBezTo>
                    <a:pt x="-369" y="46436"/>
                    <a:pt x="-313" y="44205"/>
                    <a:pt x="1099" y="42849"/>
                  </a:cubicBezTo>
                  <a:cubicBezTo>
                    <a:pt x="1297" y="42679"/>
                    <a:pt x="19628" y="25309"/>
                    <a:pt x="29938" y="14999"/>
                  </a:cubicBezTo>
                  <a:cubicBezTo>
                    <a:pt x="37395" y="8050"/>
                    <a:pt x="49766" y="0"/>
                    <a:pt x="60330" y="0"/>
                  </a:cubicBezTo>
                  <a:lnTo>
                    <a:pt x="95213" y="0"/>
                  </a:lnTo>
                  <a:cubicBezTo>
                    <a:pt x="101540" y="0"/>
                    <a:pt x="107726" y="4717"/>
                    <a:pt x="113149" y="8898"/>
                  </a:cubicBezTo>
                  <a:cubicBezTo>
                    <a:pt x="115776" y="10903"/>
                    <a:pt x="119759" y="13954"/>
                    <a:pt x="121143" y="13954"/>
                  </a:cubicBezTo>
                  <a:lnTo>
                    <a:pt x="163002" y="13954"/>
                  </a:lnTo>
                  <a:cubicBezTo>
                    <a:pt x="179074" y="13954"/>
                    <a:pt x="187463" y="24518"/>
                    <a:pt x="187463" y="34912"/>
                  </a:cubicBezTo>
                  <a:cubicBezTo>
                    <a:pt x="187463" y="45306"/>
                    <a:pt x="179074" y="55898"/>
                    <a:pt x="163002" y="55898"/>
                  </a:cubicBezTo>
                  <a:close/>
                </a:path>
              </a:pathLst>
            </a:custGeom>
            <a:solidFill>
              <a:srgbClr val="01355A"/>
            </a:solidFill>
            <a:ln w="2824" cap="flat">
              <a:noFill/>
              <a:prstDash val="solid"/>
              <a:miter/>
            </a:ln>
          </p:spPr>
          <p:txBody>
            <a:bodyPr rtlCol="1" anchor="ctr"/>
            <a:lstStyle/>
            <a:p>
              <a:endParaRPr lang="ar-SA"/>
            </a:p>
          </p:txBody>
        </p:sp>
        <p:sp>
          <p:nvSpPr>
            <p:cNvPr id="10662" name="شكل حر: شكل 12017">
              <a:extLst>
                <a:ext uri="{FF2B5EF4-FFF2-40B4-BE49-F238E27FC236}">
                  <a16:creationId xmlns:a16="http://schemas.microsoft.com/office/drawing/2014/main" id="{02D0A261-6515-EB3F-5BAA-263AD91303C6}"/>
                </a:ext>
              </a:extLst>
            </p:cNvPr>
            <p:cNvSpPr/>
            <p:nvPr/>
          </p:nvSpPr>
          <p:spPr>
            <a:xfrm>
              <a:off x="3030611" y="6194181"/>
              <a:ext cx="102298" cy="102326"/>
            </a:xfrm>
            <a:custGeom>
              <a:avLst/>
              <a:gdLst>
                <a:gd name="connsiteX0" fmla="*/ 75578 w 102298"/>
                <a:gd name="connsiteY0" fmla="*/ 102298 h 102326"/>
                <a:gd name="connsiteX1" fmla="*/ 65071 w 102298"/>
                <a:gd name="connsiteY1" fmla="*/ 97948 h 102326"/>
                <a:gd name="connsiteX2" fmla="*/ 4343 w 102298"/>
                <a:gd name="connsiteY2" fmla="*/ 37220 h 102326"/>
                <a:gd name="connsiteX3" fmla="*/ 4343 w 102298"/>
                <a:gd name="connsiteY3" fmla="*/ 16234 h 102326"/>
                <a:gd name="connsiteX4" fmla="*/ 16234 w 102298"/>
                <a:gd name="connsiteY4" fmla="*/ 4343 h 102326"/>
                <a:gd name="connsiteX5" fmla="*/ 37220 w 102298"/>
                <a:gd name="connsiteY5" fmla="*/ 4343 h 102326"/>
                <a:gd name="connsiteX6" fmla="*/ 97948 w 102298"/>
                <a:gd name="connsiteY6" fmla="*/ 65071 h 102326"/>
                <a:gd name="connsiteX7" fmla="*/ 102298 w 102298"/>
                <a:gd name="connsiteY7" fmla="*/ 75578 h 102326"/>
                <a:gd name="connsiteX8" fmla="*/ 97948 w 102298"/>
                <a:gd name="connsiteY8" fmla="*/ 86085 h 102326"/>
                <a:gd name="connsiteX9" fmla="*/ 86057 w 102298"/>
                <a:gd name="connsiteY9" fmla="*/ 97976 h 102326"/>
                <a:gd name="connsiteX10" fmla="*/ 75550 w 102298"/>
                <a:gd name="connsiteY10" fmla="*/ 102326 h 102326"/>
                <a:gd name="connsiteX11" fmla="*/ 26741 w 102298"/>
                <a:gd name="connsiteY11" fmla="*/ 7026 h 102326"/>
                <a:gd name="connsiteX12" fmla="*/ 21234 w 102298"/>
                <a:gd name="connsiteY12" fmla="*/ 9314 h 102326"/>
                <a:gd name="connsiteX13" fmla="*/ 9342 w 102298"/>
                <a:gd name="connsiteY13" fmla="*/ 21205 h 102326"/>
                <a:gd name="connsiteX14" fmla="*/ 9342 w 102298"/>
                <a:gd name="connsiteY14" fmla="*/ 32221 h 102326"/>
                <a:gd name="connsiteX15" fmla="*/ 70070 w 102298"/>
                <a:gd name="connsiteY15" fmla="*/ 92949 h 102326"/>
                <a:gd name="connsiteX16" fmla="*/ 81086 w 102298"/>
                <a:gd name="connsiteY16" fmla="*/ 92949 h 102326"/>
                <a:gd name="connsiteX17" fmla="*/ 81086 w 102298"/>
                <a:gd name="connsiteY17" fmla="*/ 92949 h 102326"/>
                <a:gd name="connsiteX18" fmla="*/ 92977 w 102298"/>
                <a:gd name="connsiteY18" fmla="*/ 81057 h 102326"/>
                <a:gd name="connsiteX19" fmla="*/ 95265 w 102298"/>
                <a:gd name="connsiteY19" fmla="*/ 75550 h 102326"/>
                <a:gd name="connsiteX20" fmla="*/ 92977 w 102298"/>
                <a:gd name="connsiteY20" fmla="*/ 70042 h 102326"/>
                <a:gd name="connsiteX21" fmla="*/ 32249 w 102298"/>
                <a:gd name="connsiteY21" fmla="*/ 9314 h 102326"/>
                <a:gd name="connsiteX22" fmla="*/ 26741 w 102298"/>
                <a:gd name="connsiteY22" fmla="*/ 7026 h 102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2298" h="102326">
                  <a:moveTo>
                    <a:pt x="75578" y="102298"/>
                  </a:moveTo>
                  <a:cubicBezTo>
                    <a:pt x="71624" y="102298"/>
                    <a:pt x="67895" y="100744"/>
                    <a:pt x="65071" y="97948"/>
                  </a:cubicBezTo>
                  <a:lnTo>
                    <a:pt x="4343" y="37220"/>
                  </a:lnTo>
                  <a:cubicBezTo>
                    <a:pt x="-1448" y="31430"/>
                    <a:pt x="-1448" y="22025"/>
                    <a:pt x="4343" y="16234"/>
                  </a:cubicBezTo>
                  <a:lnTo>
                    <a:pt x="16234" y="4343"/>
                  </a:lnTo>
                  <a:cubicBezTo>
                    <a:pt x="22025" y="-1448"/>
                    <a:pt x="31430" y="-1448"/>
                    <a:pt x="37220" y="4343"/>
                  </a:cubicBezTo>
                  <a:lnTo>
                    <a:pt x="97948" y="65071"/>
                  </a:lnTo>
                  <a:cubicBezTo>
                    <a:pt x="100745" y="67867"/>
                    <a:pt x="102298" y="71595"/>
                    <a:pt x="102298" y="75578"/>
                  </a:cubicBezTo>
                  <a:cubicBezTo>
                    <a:pt x="102298" y="79560"/>
                    <a:pt x="100745" y="83261"/>
                    <a:pt x="97948" y="86085"/>
                  </a:cubicBezTo>
                  <a:lnTo>
                    <a:pt x="86057" y="97976"/>
                  </a:lnTo>
                  <a:cubicBezTo>
                    <a:pt x="83261" y="100773"/>
                    <a:pt x="79532" y="102326"/>
                    <a:pt x="75550" y="102326"/>
                  </a:cubicBezTo>
                  <a:close/>
                  <a:moveTo>
                    <a:pt x="26741" y="7026"/>
                  </a:moveTo>
                  <a:cubicBezTo>
                    <a:pt x="24736" y="7026"/>
                    <a:pt x="22759" y="7789"/>
                    <a:pt x="21234" y="9314"/>
                  </a:cubicBezTo>
                  <a:lnTo>
                    <a:pt x="9342" y="21205"/>
                  </a:lnTo>
                  <a:cubicBezTo>
                    <a:pt x="6320" y="24256"/>
                    <a:pt x="6320" y="29171"/>
                    <a:pt x="9342" y="32221"/>
                  </a:cubicBezTo>
                  <a:lnTo>
                    <a:pt x="70070" y="92949"/>
                  </a:lnTo>
                  <a:cubicBezTo>
                    <a:pt x="73008" y="95886"/>
                    <a:pt x="78148" y="95886"/>
                    <a:pt x="81086" y="92949"/>
                  </a:cubicBezTo>
                  <a:lnTo>
                    <a:pt x="81086" y="92949"/>
                  </a:lnTo>
                  <a:lnTo>
                    <a:pt x="92977" y="81057"/>
                  </a:lnTo>
                  <a:cubicBezTo>
                    <a:pt x="94446" y="79588"/>
                    <a:pt x="95265" y="77640"/>
                    <a:pt x="95265" y="75550"/>
                  </a:cubicBezTo>
                  <a:cubicBezTo>
                    <a:pt x="95265" y="73459"/>
                    <a:pt x="94446" y="71511"/>
                    <a:pt x="92977" y="70042"/>
                  </a:cubicBezTo>
                  <a:lnTo>
                    <a:pt x="32249" y="9314"/>
                  </a:lnTo>
                  <a:cubicBezTo>
                    <a:pt x="30724" y="7789"/>
                    <a:pt x="28747" y="7026"/>
                    <a:pt x="26741" y="7026"/>
                  </a:cubicBezTo>
                  <a:close/>
                </a:path>
              </a:pathLst>
            </a:custGeom>
            <a:solidFill>
              <a:srgbClr val="17A3A3"/>
            </a:solidFill>
            <a:ln w="2824" cap="flat">
              <a:noFill/>
              <a:prstDash val="solid"/>
              <a:miter/>
            </a:ln>
          </p:spPr>
          <p:txBody>
            <a:bodyPr rtlCol="1" anchor="ctr"/>
            <a:lstStyle/>
            <a:p>
              <a:endParaRPr lang="ar-SA"/>
            </a:p>
          </p:txBody>
        </p:sp>
      </p:grpSp>
    </p:spTree>
    <p:extLst>
      <p:ext uri="{BB962C8B-B14F-4D97-AF65-F5344CB8AC3E}">
        <p14:creationId xmlns:p14="http://schemas.microsoft.com/office/powerpoint/2010/main" val="2293037130"/>
      </p:ext>
    </p:extLst>
  </p:cSld>
  <p:clrMapOvr>
    <a:masterClrMapping/>
  </p:clrMapOvr>
</p:sld>
</file>

<file path=ppt/theme/theme1.xml><?xml version="1.0" encoding="utf-8"?>
<a:theme xmlns:a="http://schemas.openxmlformats.org/drawingml/2006/main" name="غلاف ١">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غلاف ٢">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algn="l" rtl="0">
          <a:defRPr sz="2800" dirty="0" smtClean="0">
            <a:latin typeface="Ruaq Arabic Light" pitchFamily="2" charset="-78"/>
            <a:cs typeface="Ruaq Arabic Light" pitchFamily="2" charset="-7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غلاف + صورة">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algn="l" rtl="0">
          <a:defRPr sz="2800" dirty="0" smtClean="0">
            <a:latin typeface="Ruaq Arabic Light" pitchFamily="2" charset="-78"/>
            <a:cs typeface="Ruaq Arabic Light" pitchFamily="2" charset="-7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فاصل">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شريحة صورة">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محتوى نص">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محتوى نص + صورة">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غلاف ختام">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8315</TotalTime>
  <Words>170</Words>
  <Application>Microsoft Office PowerPoint</Application>
  <PresentationFormat>Widescreen</PresentationFormat>
  <Paragraphs>33</Paragraphs>
  <Slides>5</Slides>
  <Notes>0</Notes>
  <HiddenSlides>0</HiddenSlides>
  <MMClips>0</MMClips>
  <ScaleCrop>false</ScaleCrop>
  <HeadingPairs>
    <vt:vector size="6" baseType="variant">
      <vt:variant>
        <vt:lpstr>Fonts Used</vt:lpstr>
      </vt:variant>
      <vt:variant>
        <vt:i4>8</vt:i4>
      </vt:variant>
      <vt:variant>
        <vt:lpstr>Theme</vt:lpstr>
      </vt:variant>
      <vt:variant>
        <vt:i4>8</vt:i4>
      </vt:variant>
      <vt:variant>
        <vt:lpstr>Slide Titles</vt:lpstr>
      </vt:variant>
      <vt:variant>
        <vt:i4>5</vt:i4>
      </vt:variant>
    </vt:vector>
  </HeadingPairs>
  <TitlesOfParts>
    <vt:vector size="21" baseType="lpstr">
      <vt:lpstr>Lama Sans Black</vt:lpstr>
      <vt:lpstr>Calibri</vt:lpstr>
      <vt:lpstr>Lama Sans Light</vt:lpstr>
      <vt:lpstr>Ruaq Arabic Light</vt:lpstr>
      <vt:lpstr>Ruaq Arabic</vt:lpstr>
      <vt:lpstr>Arial</vt:lpstr>
      <vt:lpstr>Lama Sans Medium</vt:lpstr>
      <vt:lpstr>Ruaq Arabic Med</vt:lpstr>
      <vt:lpstr>غلاف ١</vt:lpstr>
      <vt:lpstr>غلاف ٢</vt:lpstr>
      <vt:lpstr>غلاف + صورة</vt:lpstr>
      <vt:lpstr>فاصل</vt:lpstr>
      <vt:lpstr>شريحة صورة</vt:lpstr>
      <vt:lpstr>محتوى نص</vt:lpstr>
      <vt:lpstr>محتوى نص + صورة</vt:lpstr>
      <vt:lpstr>غلاف ختام</vt:lpstr>
      <vt:lpstr>شعار إنفــاذ</vt:lpstr>
      <vt:lpstr>الألوان</vt:lpstr>
      <vt:lpstr>نوع الخط والحجم المستخدم (عربي)</vt:lpstr>
      <vt:lpstr>نوع الخط والحجم المستخدم (إنجليزي)</vt:lpstr>
      <vt:lpstr>الأيقونات</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عرض تقديمي في PowerPoint</dc:title>
  <dc:creator>Abdullah Alqarni</dc:creator>
  <cp:lastModifiedBy>نجود بنت فارس بن علي الفارس</cp:lastModifiedBy>
  <cp:revision>67</cp:revision>
  <dcterms:created xsi:type="dcterms:W3CDTF">2023-09-12T12:44:00Z</dcterms:created>
  <dcterms:modified xsi:type="dcterms:W3CDTF">2025-01-06T07:24:59Z</dcterms:modified>
</cp:coreProperties>
</file>